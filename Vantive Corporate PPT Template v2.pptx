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4"/>
  </p:sldMasterIdLst>
  <p:notesMasterIdLst>
    <p:notesMasterId r:id="rId65"/>
  </p:notesMasterIdLst>
  <p:handoutMasterIdLst>
    <p:handoutMasterId r:id="rId66"/>
  </p:handoutMasterIdLst>
  <p:sldIdLst>
    <p:sldId id="301" r:id="rId5"/>
    <p:sldId id="302" r:id="rId6"/>
    <p:sldId id="295" r:id="rId7"/>
    <p:sldId id="298" r:id="rId8"/>
    <p:sldId id="282" r:id="rId9"/>
    <p:sldId id="260"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261" r:id="rId25"/>
    <p:sldId id="299" r:id="rId26"/>
    <p:sldId id="265" r:id="rId27"/>
    <p:sldId id="264" r:id="rId28"/>
    <p:sldId id="333" r:id="rId29"/>
    <p:sldId id="334" r:id="rId30"/>
    <p:sldId id="335" r:id="rId31"/>
    <p:sldId id="336" r:id="rId32"/>
    <p:sldId id="337" r:id="rId33"/>
    <p:sldId id="338" r:id="rId34"/>
    <p:sldId id="339" r:id="rId35"/>
    <p:sldId id="340" r:id="rId36"/>
    <p:sldId id="341" r:id="rId37"/>
    <p:sldId id="343" r:id="rId38"/>
    <p:sldId id="288" r:id="rId39"/>
    <p:sldId id="272" r:id="rId40"/>
    <p:sldId id="269" r:id="rId41"/>
    <p:sldId id="270" r:id="rId42"/>
    <p:sldId id="271" r:id="rId43"/>
    <p:sldId id="283" r:id="rId44"/>
    <p:sldId id="332" r:id="rId45"/>
    <p:sldId id="285" r:id="rId46"/>
    <p:sldId id="303" r:id="rId47"/>
    <p:sldId id="276" r:id="rId48"/>
    <p:sldId id="286" r:id="rId49"/>
    <p:sldId id="287" r:id="rId50"/>
    <p:sldId id="331" r:id="rId51"/>
    <p:sldId id="280" r:id="rId52"/>
    <p:sldId id="356" r:id="rId53"/>
    <p:sldId id="350" r:id="rId54"/>
    <p:sldId id="351" r:id="rId55"/>
    <p:sldId id="352" r:id="rId56"/>
    <p:sldId id="353" r:id="rId57"/>
    <p:sldId id="354" r:id="rId58"/>
    <p:sldId id="355" r:id="rId59"/>
    <p:sldId id="344" r:id="rId60"/>
    <p:sldId id="345" r:id="rId61"/>
    <p:sldId id="346" r:id="rId62"/>
    <p:sldId id="347" r:id="rId63"/>
    <p:sldId id="34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43ED59-20C7-4FDF-8DCA-8A14D1AA1C8C}" name="Microsoft Office User" initials="MOU" userId="Microsoft Office User" providerId="None"/>
  <p188:author id="{B5D30E93-0254-7996-9F39-CA9E866B9EAB}" name="Annette Bergh" initials="AB" userId="S::ab@kunde.dk::3fc270bd-b12e-4d74-9976-740a49ab1c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2"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BFAF"/>
    <a:srgbClr val="2C262D"/>
    <a:srgbClr val="AAAAAA"/>
    <a:srgbClr val="FFF9EB"/>
    <a:srgbClr val="B7CFBD"/>
    <a:srgbClr val="E6E6E6"/>
    <a:srgbClr val="FFFFFF"/>
    <a:srgbClr val="FFF9EA"/>
    <a:srgbClr val="CDE0D8"/>
    <a:srgbClr val="CEE0D8"/>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F891F1-8C38-48A4-8682-F34631960C73}" v="2" dt="2026-04-09T16:07:33.549"/>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20" autoAdjust="0"/>
    <p:restoredTop sz="96405"/>
  </p:normalViewPr>
  <p:slideViewPr>
    <p:cSldViewPr snapToGrid="0">
      <p:cViewPr varScale="1">
        <p:scale>
          <a:sx n="85" d="100"/>
          <a:sy n="85" d="100"/>
        </p:scale>
        <p:origin x="1128" y="53"/>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72" d="100"/>
          <a:sy n="172" d="100"/>
        </p:scale>
        <p:origin x="6536"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s-419"/>
        </a:p>
      </c:txPr>
    </c:title>
    <c:autoTitleDeleted val="0"/>
    <c:plotArea>
      <c:layout/>
      <c:pieChart>
        <c:varyColors val="1"/>
        <c:ser>
          <c:idx val="0"/>
          <c:order val="0"/>
          <c:tx>
            <c:strRef>
              <c:f>Sheet1!$B$1</c:f>
              <c:strCache>
                <c:ptCount val="1"/>
                <c:pt idx="0">
                  <c:v>Sales</c:v>
                </c:pt>
              </c:strCache>
            </c:strRef>
          </c:tx>
          <c:spPr>
            <a:ln>
              <a:solidFill>
                <a:srgbClr val="FFF9EB"/>
              </a:solidFill>
            </a:ln>
          </c:spPr>
          <c:dPt>
            <c:idx val="0"/>
            <c:bubble3D val="0"/>
            <c:spPr>
              <a:solidFill>
                <a:schemeClr val="accent1"/>
              </a:solidFill>
              <a:ln w="19050">
                <a:solidFill>
                  <a:srgbClr val="FFF9EB"/>
                </a:solidFill>
              </a:ln>
              <a:effectLst/>
            </c:spPr>
            <c:extLst>
              <c:ext xmlns:c16="http://schemas.microsoft.com/office/drawing/2014/chart" uri="{C3380CC4-5D6E-409C-BE32-E72D297353CC}">
                <c16:uniqueId val="{00000001-6AD5-3649-9F6C-5D67501B0B20}"/>
              </c:ext>
            </c:extLst>
          </c:dPt>
          <c:dPt>
            <c:idx val="1"/>
            <c:bubble3D val="0"/>
            <c:spPr>
              <a:solidFill>
                <a:schemeClr val="accent2"/>
              </a:solidFill>
              <a:ln w="19050">
                <a:solidFill>
                  <a:srgbClr val="FFF9EB"/>
                </a:solidFill>
              </a:ln>
              <a:effectLst/>
            </c:spPr>
            <c:extLst>
              <c:ext xmlns:c16="http://schemas.microsoft.com/office/drawing/2014/chart" uri="{C3380CC4-5D6E-409C-BE32-E72D297353CC}">
                <c16:uniqueId val="{00000003-6AD5-3649-9F6C-5D67501B0B20}"/>
              </c:ext>
            </c:extLst>
          </c:dPt>
          <c:dPt>
            <c:idx val="2"/>
            <c:bubble3D val="0"/>
            <c:spPr>
              <a:solidFill>
                <a:schemeClr val="accent3"/>
              </a:solidFill>
              <a:ln w="19050">
                <a:solidFill>
                  <a:srgbClr val="FFF9EB"/>
                </a:solidFill>
              </a:ln>
              <a:effectLst/>
            </c:spPr>
            <c:extLst>
              <c:ext xmlns:c16="http://schemas.microsoft.com/office/drawing/2014/chart" uri="{C3380CC4-5D6E-409C-BE32-E72D297353CC}">
                <c16:uniqueId val="{00000005-6AD5-3649-9F6C-5D67501B0B20}"/>
              </c:ext>
            </c:extLst>
          </c:dPt>
          <c:dPt>
            <c:idx val="3"/>
            <c:bubble3D val="0"/>
            <c:spPr>
              <a:solidFill>
                <a:schemeClr val="accent4"/>
              </a:solidFill>
              <a:ln w="19050">
                <a:solidFill>
                  <a:srgbClr val="FFF9EB"/>
                </a:solidFill>
              </a:ln>
              <a:effectLst/>
            </c:spPr>
            <c:extLst>
              <c:ext xmlns:c16="http://schemas.microsoft.com/office/drawing/2014/chart" uri="{C3380CC4-5D6E-409C-BE32-E72D297353CC}">
                <c16:uniqueId val="{00000007-6AD5-3649-9F6C-5D67501B0B20}"/>
              </c:ext>
            </c:extLst>
          </c:dPt>
          <c:dPt>
            <c:idx val="4"/>
            <c:bubble3D val="0"/>
            <c:spPr>
              <a:solidFill>
                <a:schemeClr val="accent5"/>
              </a:solidFill>
              <a:ln w="19050">
                <a:solidFill>
                  <a:srgbClr val="FFF9EB"/>
                </a:solidFill>
              </a:ln>
              <a:effectLst/>
            </c:spPr>
            <c:extLst>
              <c:ext xmlns:c16="http://schemas.microsoft.com/office/drawing/2014/chart" uri="{C3380CC4-5D6E-409C-BE32-E72D297353CC}">
                <c16:uniqueId val="{00000009-6AD5-3649-9F6C-5D67501B0B20}"/>
              </c:ext>
            </c:extLst>
          </c:dPt>
          <c:dPt>
            <c:idx val="5"/>
            <c:bubble3D val="0"/>
            <c:spPr>
              <a:solidFill>
                <a:schemeClr val="accent6"/>
              </a:solidFill>
              <a:ln w="19050">
                <a:solidFill>
                  <a:srgbClr val="FFF9EB"/>
                </a:solidFill>
              </a:ln>
              <a:effectLst/>
            </c:spPr>
            <c:extLst>
              <c:ext xmlns:c16="http://schemas.microsoft.com/office/drawing/2014/chart" uri="{C3380CC4-5D6E-409C-BE32-E72D297353CC}">
                <c16:uniqueId val="{0000000B-6AD5-3649-9F6C-5D67501B0B20}"/>
              </c:ext>
            </c:extLst>
          </c:dPt>
          <c:dPt>
            <c:idx val="6"/>
            <c:bubble3D val="0"/>
            <c:spPr>
              <a:solidFill>
                <a:schemeClr val="accent1">
                  <a:lumMod val="60000"/>
                </a:schemeClr>
              </a:solidFill>
              <a:ln w="19050">
                <a:solidFill>
                  <a:srgbClr val="FFF9EB"/>
                </a:solidFill>
              </a:ln>
              <a:effectLst/>
            </c:spPr>
            <c:extLst>
              <c:ext xmlns:c16="http://schemas.microsoft.com/office/drawing/2014/chart" uri="{C3380CC4-5D6E-409C-BE32-E72D297353CC}">
                <c16:uniqueId val="{0000000D-6AD5-3649-9F6C-5D67501B0B20}"/>
              </c:ext>
            </c:extLst>
          </c:dPt>
          <c:dPt>
            <c:idx val="7"/>
            <c:bubble3D val="0"/>
            <c:spPr>
              <a:solidFill>
                <a:schemeClr val="accent2">
                  <a:lumMod val="60000"/>
                </a:schemeClr>
              </a:solidFill>
              <a:ln w="19050">
                <a:solidFill>
                  <a:srgbClr val="FFF9EB"/>
                </a:solidFill>
              </a:ln>
              <a:effectLst/>
            </c:spPr>
            <c:extLst>
              <c:ext xmlns:c16="http://schemas.microsoft.com/office/drawing/2014/chart" uri="{C3380CC4-5D6E-409C-BE32-E72D297353CC}">
                <c16:uniqueId val="{0000000F-6AD5-3649-9F6C-5D67501B0B20}"/>
              </c:ext>
            </c:extLst>
          </c:dPt>
          <c:dPt>
            <c:idx val="8"/>
            <c:bubble3D val="0"/>
            <c:spPr>
              <a:solidFill>
                <a:schemeClr val="accent3">
                  <a:lumMod val="60000"/>
                </a:schemeClr>
              </a:solidFill>
              <a:ln w="19050">
                <a:solidFill>
                  <a:srgbClr val="FFF9EB"/>
                </a:solidFill>
              </a:ln>
              <a:effectLst/>
            </c:spPr>
            <c:extLst>
              <c:ext xmlns:c16="http://schemas.microsoft.com/office/drawing/2014/chart" uri="{C3380CC4-5D6E-409C-BE32-E72D297353CC}">
                <c16:uniqueId val="{00000011-6AD5-3649-9F6C-5D67501B0B20}"/>
              </c:ext>
            </c:extLst>
          </c:dPt>
          <c:dLbls>
            <c:dLbl>
              <c:idx val="0"/>
              <c:layout>
                <c:manualLayout>
                  <c:x val="-0.17220048570559468"/>
                  <c:y val="8.0742766901375065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AD5-3649-9F6C-5D67501B0B20}"/>
                </c:ext>
              </c:extLst>
            </c:dLbl>
            <c:dLbl>
              <c:idx val="1"/>
              <c:layout>
                <c:manualLayout>
                  <c:x val="-8.3923144819057216E-2"/>
                  <c:y val="-0.1185437844335084"/>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AD5-3649-9F6C-5D67501B0B20}"/>
                </c:ext>
              </c:extLst>
            </c:dLbl>
            <c:dLbl>
              <c:idx val="2"/>
              <c:layout>
                <c:manualLayout>
                  <c:x val="6.3756887893763117E-2"/>
                  <c:y val="-0.1169712521593034"/>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AD5-3649-9F6C-5D67501B0B20}"/>
                </c:ext>
              </c:extLst>
            </c:dLbl>
            <c:dLbl>
              <c:idx val="3"/>
              <c:layout>
                <c:manualLayout>
                  <c:x val="9.9116055711528733E-2"/>
                  <c:y val="-7.3385476954441614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AD5-3649-9F6C-5D67501B0B20}"/>
                </c:ext>
              </c:extLst>
            </c:dLbl>
            <c:dLbl>
              <c:idx val="4"/>
              <c:layout>
                <c:manualLayout>
                  <c:x val="0.12266449910987215"/>
                  <c:y val="0"/>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AD5-3649-9F6C-5D67501B0B20}"/>
                </c:ext>
              </c:extLst>
            </c:dLbl>
            <c:dLbl>
              <c:idx val="5"/>
              <c:layout>
                <c:manualLayout>
                  <c:x val="8.7603137638194162E-2"/>
                  <c:y val="4.4310364034766819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6AD5-3649-9F6C-5D67501B0B20}"/>
                </c:ext>
              </c:extLst>
            </c:dLbl>
            <c:dLbl>
              <c:idx val="6"/>
              <c:layout>
                <c:manualLayout>
                  <c:x val="7.5249061251764046E-2"/>
                  <c:y val="7.4024960662787187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6AD5-3649-9F6C-5D67501B0B20}"/>
                </c:ext>
              </c:extLst>
            </c:dLbl>
            <c:dLbl>
              <c:idx val="7"/>
              <c:layout>
                <c:manualLayout>
                  <c:x val="5.505747183755292E-2"/>
                  <c:y val="8.5147435060728235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6AD5-3649-9F6C-5D67501B0B20}"/>
                </c:ext>
              </c:extLst>
            </c:dLbl>
            <c:dLbl>
              <c:idx val="8"/>
              <c:layout>
                <c:manualLayout>
                  <c:x val="2.5074576254282336E-2"/>
                  <c:y val="8.09156067971261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6AD5-3649-9F6C-5D67501B0B2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419"/>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Sheet1!$A$2:$A$10</c:f>
              <c:strCache>
                <c:ptCount val="9"/>
                <c:pt idx="0">
                  <c:v>Lorem Ipsum Amet</c:v>
                </c:pt>
                <c:pt idx="1">
                  <c:v>Lorem Ipsum Amet</c:v>
                </c:pt>
                <c:pt idx="2">
                  <c:v>Lorem Ipsum Amet</c:v>
                </c:pt>
                <c:pt idx="3">
                  <c:v>Lorem Ipsum Amet</c:v>
                </c:pt>
                <c:pt idx="4">
                  <c:v>Lorem Ipsum Amet</c:v>
                </c:pt>
                <c:pt idx="5">
                  <c:v>Lorem Ipsum Amet</c:v>
                </c:pt>
                <c:pt idx="6">
                  <c:v>Lorem Ipsum Amet</c:v>
                </c:pt>
                <c:pt idx="7">
                  <c:v>Lorem Ipsum Amet</c:v>
                </c:pt>
                <c:pt idx="8">
                  <c:v>Lorem Ipsum Amet</c:v>
                </c:pt>
              </c:strCache>
            </c:strRef>
          </c:cat>
          <c:val>
            <c:numRef>
              <c:f>Sheet1!$B$2:$B$10</c:f>
              <c:numCache>
                <c:formatCode>0%</c:formatCode>
                <c:ptCount val="9"/>
                <c:pt idx="0">
                  <c:v>0.35</c:v>
                </c:pt>
                <c:pt idx="1">
                  <c:v>0.15</c:v>
                </c:pt>
                <c:pt idx="2">
                  <c:v>0.1</c:v>
                </c:pt>
                <c:pt idx="3">
                  <c:v>0.1</c:v>
                </c:pt>
                <c:pt idx="4">
                  <c:v>0.1</c:v>
                </c:pt>
                <c:pt idx="5">
                  <c:v>0.05</c:v>
                </c:pt>
                <c:pt idx="6">
                  <c:v>0.05</c:v>
                </c:pt>
                <c:pt idx="7">
                  <c:v>0.05</c:v>
                </c:pt>
                <c:pt idx="8">
                  <c:v>0.05</c:v>
                </c:pt>
              </c:numCache>
            </c:numRef>
          </c:val>
          <c:extLst>
            <c:ext xmlns:c16="http://schemas.microsoft.com/office/drawing/2014/chart" uri="{C3380CC4-5D6E-409C-BE32-E72D297353CC}">
              <c16:uniqueId val="{00000000-DFE2-4E0C-8562-53140FE955A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
          <c:y val="0.82934606276454903"/>
          <c:w val="0.99907725910448653"/>
          <c:h val="0.1706539372354509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419"/>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419"/>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stacked"/>
        <c:varyColors val="0"/>
        <c:ser>
          <c:idx val="0"/>
          <c:order val="0"/>
          <c:tx>
            <c:strRef>
              <c:f>Sheet1!$B$1</c:f>
              <c:strCache>
                <c:ptCount val="1"/>
                <c:pt idx="0">
                  <c:v>Column3</c:v>
                </c:pt>
              </c:strCache>
            </c:strRef>
          </c:tx>
          <c:spPr>
            <a:solidFill>
              <a:schemeClr val="accent1">
                <a:shade val="65000"/>
              </a:schemeClr>
            </a:solidFill>
            <a:ln>
              <a:noFill/>
            </a:ln>
            <a:effectLst>
              <a:softEdge rad="0"/>
            </a:effectLst>
          </c:spPr>
          <c:invertIfNegative val="0"/>
          <c:dPt>
            <c:idx val="1"/>
            <c:invertIfNegative val="0"/>
            <c:bubble3D val="0"/>
            <c:extLst>
              <c:ext xmlns:c16="http://schemas.microsoft.com/office/drawing/2014/chart" uri="{C3380CC4-5D6E-409C-BE32-E72D297353CC}">
                <c16:uniqueId val="{00000001-5F25-6B48-B9A6-863204F1D2CF}"/>
              </c:ext>
            </c:extLst>
          </c:dPt>
          <c:dPt>
            <c:idx val="2"/>
            <c:invertIfNegative val="0"/>
            <c:bubble3D val="0"/>
            <c:extLst>
              <c:ext xmlns:c16="http://schemas.microsoft.com/office/drawing/2014/chart" uri="{C3380CC4-5D6E-409C-BE32-E72D297353CC}">
                <c16:uniqueId val="{00000003-5F25-6B48-B9A6-863204F1D2CF}"/>
              </c:ext>
            </c:extLst>
          </c:dPt>
          <c:dLbls>
            <c:dLbl>
              <c:idx val="0"/>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247C-9045-B32E-48462C61A6BA}"/>
                </c:ext>
              </c:extLst>
            </c:dLbl>
            <c:dLbl>
              <c:idx val="1"/>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F25-6B48-B9A6-863204F1D2CF}"/>
                </c:ext>
              </c:extLst>
            </c:dLbl>
            <c:dLbl>
              <c:idx val="2"/>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F25-6B48-B9A6-863204F1D2C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2023</c:v>
                </c:pt>
                <c:pt idx="1">
                  <c:v>2022</c:v>
                </c:pt>
                <c:pt idx="2">
                  <c:v>2020</c:v>
                </c:pt>
              </c:strCache>
            </c:strRef>
          </c:cat>
          <c:val>
            <c:numRef>
              <c:f>Sheet1!$B$2:$B$4</c:f>
              <c:numCache>
                <c:formatCode>General</c:formatCode>
                <c:ptCount val="3"/>
                <c:pt idx="0">
                  <c:v>600</c:v>
                </c:pt>
                <c:pt idx="1">
                  <c:v>400</c:v>
                </c:pt>
                <c:pt idx="2">
                  <c:v>200</c:v>
                </c:pt>
              </c:numCache>
            </c:numRef>
          </c:val>
          <c:extLst>
            <c:ext xmlns:c16="http://schemas.microsoft.com/office/drawing/2014/chart" uri="{C3380CC4-5D6E-409C-BE32-E72D297353CC}">
              <c16:uniqueId val="{00000004-5F25-6B48-B9A6-863204F1D2CF}"/>
            </c:ext>
          </c:extLst>
        </c:ser>
        <c:ser>
          <c:idx val="1"/>
          <c:order val="1"/>
          <c:tx>
            <c:strRef>
              <c:f>Sheet1!$C$1</c:f>
              <c:strCache>
                <c:ptCount val="1"/>
                <c:pt idx="0">
                  <c:v>Column2</c:v>
                </c:pt>
              </c:strCache>
            </c:strRef>
          </c:tx>
          <c:spPr>
            <a:solidFill>
              <a:schemeClr val="accent1"/>
            </a:solidFill>
            <a:ln>
              <a:noFill/>
            </a:ln>
            <a:effectLst/>
          </c:spPr>
          <c:invertIfNegative val="0"/>
          <c:dPt>
            <c:idx val="1"/>
            <c:invertIfNegative val="0"/>
            <c:bubble3D val="0"/>
            <c:extLst>
              <c:ext xmlns:c16="http://schemas.microsoft.com/office/drawing/2014/chart" uri="{C3380CC4-5D6E-409C-BE32-E72D297353CC}">
                <c16:uniqueId val="{00000006-5F25-6B48-B9A6-863204F1D2CF}"/>
              </c:ext>
            </c:extLst>
          </c:dPt>
          <c:dPt>
            <c:idx val="2"/>
            <c:invertIfNegative val="0"/>
            <c:bubble3D val="0"/>
            <c:extLst>
              <c:ext xmlns:c16="http://schemas.microsoft.com/office/drawing/2014/chart" uri="{C3380CC4-5D6E-409C-BE32-E72D297353CC}">
                <c16:uniqueId val="{00000008-5F25-6B48-B9A6-863204F1D2CF}"/>
              </c:ext>
            </c:extLst>
          </c:dPt>
          <c:dLbls>
            <c:dLbl>
              <c:idx val="0"/>
              <c:tx>
                <c:rich>
                  <a:bodyPr/>
                  <a:lstStyle/>
                  <a:p>
                    <a:r>
                      <a:rPr lang="en-US">
                        <a:solidFill>
                          <a:schemeClr val="bg2"/>
                        </a:solidFill>
                      </a:rPr>
                      <a:t>XXX</a:t>
                    </a:r>
                    <a:endParaRPr lang="en-US" dirty="0">
                      <a:solidFill>
                        <a:schemeClr val="bg2"/>
                      </a:solidFill>
                    </a:endParaRP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247C-9045-B32E-48462C61A6BA}"/>
                </c:ext>
              </c:extLst>
            </c:dLbl>
            <c:dLbl>
              <c:idx val="1"/>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F25-6B48-B9A6-863204F1D2CF}"/>
                </c:ext>
              </c:extLst>
            </c:dLbl>
            <c:dLbl>
              <c:idx val="2"/>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5F25-6B48-B9A6-863204F1D2C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2023</c:v>
                </c:pt>
                <c:pt idx="1">
                  <c:v>2022</c:v>
                </c:pt>
                <c:pt idx="2">
                  <c:v>2020</c:v>
                </c:pt>
              </c:strCache>
            </c:strRef>
          </c:cat>
          <c:val>
            <c:numRef>
              <c:f>Sheet1!$C$2:$C$4</c:f>
              <c:numCache>
                <c:formatCode>General</c:formatCode>
                <c:ptCount val="3"/>
                <c:pt idx="0">
                  <c:v>1000</c:v>
                </c:pt>
                <c:pt idx="1">
                  <c:v>600</c:v>
                </c:pt>
                <c:pt idx="2">
                  <c:v>400</c:v>
                </c:pt>
              </c:numCache>
            </c:numRef>
          </c:val>
          <c:extLst>
            <c:ext xmlns:c16="http://schemas.microsoft.com/office/drawing/2014/chart" uri="{C3380CC4-5D6E-409C-BE32-E72D297353CC}">
              <c16:uniqueId val="{00000009-5F25-6B48-B9A6-863204F1D2CF}"/>
            </c:ext>
          </c:extLst>
        </c:ser>
        <c:ser>
          <c:idx val="2"/>
          <c:order val="2"/>
          <c:tx>
            <c:strRef>
              <c:f>Sheet1!$D$1</c:f>
              <c:strCache>
                <c:ptCount val="1"/>
                <c:pt idx="0">
                  <c:v>Column1</c:v>
                </c:pt>
              </c:strCache>
            </c:strRef>
          </c:tx>
          <c:spPr>
            <a:solidFill>
              <a:schemeClr val="accent6"/>
            </a:solidFill>
            <a:ln>
              <a:noFill/>
            </a:ln>
            <a:effectLst>
              <a:softEdge rad="0"/>
            </a:effectLst>
          </c:spPr>
          <c:invertIfNegative val="0"/>
          <c:dPt>
            <c:idx val="1"/>
            <c:invertIfNegative val="0"/>
            <c:bubble3D val="0"/>
            <c:extLst>
              <c:ext xmlns:c16="http://schemas.microsoft.com/office/drawing/2014/chart" uri="{C3380CC4-5D6E-409C-BE32-E72D297353CC}">
                <c16:uniqueId val="{0000000B-5F25-6B48-B9A6-863204F1D2CF}"/>
              </c:ext>
            </c:extLst>
          </c:dPt>
          <c:dPt>
            <c:idx val="2"/>
            <c:invertIfNegative val="0"/>
            <c:bubble3D val="0"/>
            <c:extLst>
              <c:ext xmlns:c16="http://schemas.microsoft.com/office/drawing/2014/chart" uri="{C3380CC4-5D6E-409C-BE32-E72D297353CC}">
                <c16:uniqueId val="{0000000D-5F25-6B48-B9A6-863204F1D2CF}"/>
              </c:ext>
            </c:extLst>
          </c:dPt>
          <c:dLbls>
            <c:dLbl>
              <c:idx val="0"/>
              <c:tx>
                <c:rich>
                  <a:bodyPr/>
                  <a:lstStyle/>
                  <a:p>
                    <a:r>
                      <a:rPr lang="en-US" b="1" i="0" dirty="0">
                        <a:latin typeface="Arial" panose="020B0604020202020204" pitchFamily="34" charset="0"/>
                        <a:cs typeface="Arial" panose="020B0604020202020204" pitchFamily="34" charset="0"/>
                      </a:rPr>
                      <a:t>XXX</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247C-9045-B32E-48462C61A6BA}"/>
                </c:ext>
              </c:extLst>
            </c:dLbl>
            <c:dLbl>
              <c:idx val="1"/>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5F25-6B48-B9A6-863204F1D2CF}"/>
                </c:ext>
              </c:extLst>
            </c:dLbl>
            <c:dLbl>
              <c:idx val="2"/>
              <c:tx>
                <c:rich>
                  <a:bodyPr/>
                  <a:lstStyle/>
                  <a:p>
                    <a:r>
                      <a:rPr lang="en-US"/>
                      <a:t>XXX</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5F25-6B48-B9A6-863204F1D2C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Arial" panose="020B0604020202020204" pitchFamily="34" charset="0"/>
                    <a:ea typeface="+mn-ea"/>
                    <a:cs typeface="Arial" panose="020B0604020202020204" pitchFamily="34" charset="0"/>
                  </a:defRPr>
                </a:pPr>
                <a:endParaRPr lang="es-419"/>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2023</c:v>
                </c:pt>
                <c:pt idx="1">
                  <c:v>2022</c:v>
                </c:pt>
                <c:pt idx="2">
                  <c:v>2020</c:v>
                </c:pt>
              </c:strCache>
            </c:strRef>
          </c:cat>
          <c:val>
            <c:numRef>
              <c:f>Sheet1!$D$2:$D$4</c:f>
              <c:numCache>
                <c:formatCode>General</c:formatCode>
                <c:ptCount val="3"/>
                <c:pt idx="0">
                  <c:v>1200</c:v>
                </c:pt>
                <c:pt idx="1">
                  <c:v>950</c:v>
                </c:pt>
                <c:pt idx="2">
                  <c:v>600</c:v>
                </c:pt>
              </c:numCache>
            </c:numRef>
          </c:val>
          <c:extLst>
            <c:ext xmlns:c16="http://schemas.microsoft.com/office/drawing/2014/chart" uri="{C3380CC4-5D6E-409C-BE32-E72D297353CC}">
              <c16:uniqueId val="{0000000E-5F25-6B48-B9A6-863204F1D2CF}"/>
            </c:ext>
          </c:extLst>
        </c:ser>
        <c:dLbls>
          <c:dLblPos val="ctr"/>
          <c:showLegendKey val="0"/>
          <c:showVal val="1"/>
          <c:showCatName val="0"/>
          <c:showSerName val="0"/>
          <c:showPercent val="0"/>
          <c:showBubbleSize val="0"/>
        </c:dLbls>
        <c:gapWidth val="15"/>
        <c:overlap val="100"/>
        <c:axId val="1258230079"/>
        <c:axId val="1258230559"/>
      </c:barChart>
      <c:catAx>
        <c:axId val="12582300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419"/>
          </a:p>
        </c:txPr>
        <c:crossAx val="1258230559"/>
        <c:crosses val="autoZero"/>
        <c:auto val="1"/>
        <c:lblAlgn val="ctr"/>
        <c:lblOffset val="100"/>
        <c:noMultiLvlLbl val="0"/>
      </c:catAx>
      <c:valAx>
        <c:axId val="12582305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419"/>
          </a:p>
        </c:txPr>
        <c:crossAx val="12582300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419"/>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419"/>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FD7-B54C-AEEF-4AAE874ECEBF}"/>
              </c:ext>
            </c:extLst>
          </c:dPt>
          <c:dPt>
            <c:idx val="1"/>
            <c:bubble3D val="0"/>
            <c:spPr>
              <a:solidFill>
                <a:schemeClr val="accent6"/>
              </a:solidFill>
              <a:ln w="19050">
                <a:solidFill>
                  <a:schemeClr val="lt1"/>
                </a:solidFill>
              </a:ln>
              <a:effectLst/>
            </c:spPr>
            <c:extLst>
              <c:ext xmlns:c16="http://schemas.microsoft.com/office/drawing/2014/chart" uri="{C3380CC4-5D6E-409C-BE32-E72D297353CC}">
                <c16:uniqueId val="{00000003-6FD7-B54C-AEEF-4AAE874ECEB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FD7-B54C-AEEF-4AAE874ECEB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FD7-B54C-AEEF-4AAE874ECEBF}"/>
              </c:ext>
            </c:extLst>
          </c:dPt>
          <c:cat>
            <c:numRef>
              <c:f>Sheet1!$A$2:$A$5</c:f>
              <c:numCache>
                <c:formatCode>General</c:formatCode>
                <c:ptCount val="4"/>
              </c:numCache>
            </c:numRef>
          </c:cat>
          <c:val>
            <c:numRef>
              <c:f>Sheet1!$B$2:$B$5</c:f>
              <c:numCache>
                <c:formatCode>0%</c:formatCode>
                <c:ptCount val="4"/>
                <c:pt idx="0">
                  <c:v>0.75</c:v>
                </c:pt>
                <c:pt idx="1">
                  <c:v>0.25</c:v>
                </c:pt>
              </c:numCache>
            </c:numRef>
          </c:val>
          <c:extLst>
            <c:ext xmlns:c16="http://schemas.microsoft.com/office/drawing/2014/chart" uri="{C3380CC4-5D6E-409C-BE32-E72D297353CC}">
              <c16:uniqueId val="{00000008-6FD7-B54C-AEEF-4AAE874ECEB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419"/>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B173-264F-9992-7C536012148A}"/>
              </c:ext>
            </c:extLst>
          </c:dPt>
          <c:dPt>
            <c:idx val="1"/>
            <c:bubble3D val="0"/>
            <c:spPr>
              <a:solidFill>
                <a:schemeClr val="accent5"/>
              </a:solidFill>
              <a:ln w="19050">
                <a:noFill/>
              </a:ln>
              <a:effectLst/>
            </c:spPr>
            <c:extLst>
              <c:ext xmlns:c16="http://schemas.microsoft.com/office/drawing/2014/chart" uri="{C3380CC4-5D6E-409C-BE32-E72D297353CC}">
                <c16:uniqueId val="{00000003-B173-264F-9992-7C536012148A}"/>
              </c:ext>
            </c:extLst>
          </c:dPt>
          <c:cat>
            <c:numRef>
              <c:f>Sheet1!$A$2:$A$3</c:f>
              <c:numCache>
                <c:formatCode>General</c:formatCode>
                <c:ptCount val="2"/>
              </c:numCache>
            </c:numRef>
          </c:cat>
          <c:val>
            <c:numRef>
              <c:f>Sheet1!$B$2:$B$3</c:f>
              <c:numCache>
                <c:formatCode>0%</c:formatCode>
                <c:ptCount val="2"/>
                <c:pt idx="0">
                  <c:v>0.5</c:v>
                </c:pt>
                <c:pt idx="1">
                  <c:v>0.5</c:v>
                </c:pt>
              </c:numCache>
            </c:numRef>
          </c:val>
          <c:extLst>
            <c:ext xmlns:c16="http://schemas.microsoft.com/office/drawing/2014/chart" uri="{C3380CC4-5D6E-409C-BE32-E72D297353CC}">
              <c16:uniqueId val="{00000004-B173-264F-9992-7C536012148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419"/>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solidFill>
              <a:schemeClr val="accent3">
                <a:lumMod val="40000"/>
                <a:lumOff val="60000"/>
              </a:schemeClr>
            </a:solidFill>
          </c:spPr>
          <c:dPt>
            <c:idx val="0"/>
            <c:bubble3D val="0"/>
            <c:spPr>
              <a:solidFill>
                <a:schemeClr val="accent3"/>
              </a:solidFill>
              <a:ln w="19050">
                <a:noFill/>
              </a:ln>
              <a:effectLst/>
            </c:spPr>
            <c:extLst>
              <c:ext xmlns:c16="http://schemas.microsoft.com/office/drawing/2014/chart" uri="{C3380CC4-5D6E-409C-BE32-E72D297353CC}">
                <c16:uniqueId val="{00000001-32F8-AB43-B167-1751AF69DFDC}"/>
              </c:ext>
            </c:extLst>
          </c:dPt>
          <c:dPt>
            <c:idx val="1"/>
            <c:bubble3D val="0"/>
            <c:spPr>
              <a:solidFill>
                <a:schemeClr val="accent3">
                  <a:lumMod val="40000"/>
                  <a:lumOff val="60000"/>
                </a:schemeClr>
              </a:solidFill>
              <a:ln w="19050">
                <a:noFill/>
              </a:ln>
              <a:effectLst/>
            </c:spPr>
            <c:extLst>
              <c:ext xmlns:c16="http://schemas.microsoft.com/office/drawing/2014/chart" uri="{C3380CC4-5D6E-409C-BE32-E72D297353CC}">
                <c16:uniqueId val="{00000003-32F8-AB43-B167-1751AF69DFDC}"/>
              </c:ext>
            </c:extLst>
          </c:dPt>
          <c:dPt>
            <c:idx val="2"/>
            <c:bubble3D val="0"/>
            <c:spPr>
              <a:solidFill>
                <a:schemeClr val="accent3">
                  <a:lumMod val="40000"/>
                  <a:lumOff val="60000"/>
                </a:schemeClr>
              </a:solidFill>
              <a:ln w="19050">
                <a:solidFill>
                  <a:schemeClr val="lt1"/>
                </a:solidFill>
              </a:ln>
              <a:effectLst/>
            </c:spPr>
            <c:extLst>
              <c:ext xmlns:c16="http://schemas.microsoft.com/office/drawing/2014/chart" uri="{C3380CC4-5D6E-409C-BE32-E72D297353CC}">
                <c16:uniqueId val="{00000005-32F8-AB43-B167-1751AF69DFDC}"/>
              </c:ext>
            </c:extLst>
          </c:dPt>
          <c:dPt>
            <c:idx val="3"/>
            <c:bubble3D val="0"/>
            <c:spPr>
              <a:solidFill>
                <a:schemeClr val="accent3">
                  <a:lumMod val="40000"/>
                  <a:lumOff val="60000"/>
                </a:schemeClr>
              </a:solidFill>
              <a:ln w="19050">
                <a:solidFill>
                  <a:schemeClr val="lt1"/>
                </a:solidFill>
              </a:ln>
              <a:effectLst/>
            </c:spPr>
            <c:extLst>
              <c:ext xmlns:c16="http://schemas.microsoft.com/office/drawing/2014/chart" uri="{C3380CC4-5D6E-409C-BE32-E72D297353CC}">
                <c16:uniqueId val="{00000007-32F8-AB43-B167-1751AF69DFDC}"/>
              </c:ext>
            </c:extLst>
          </c:dPt>
          <c:cat>
            <c:numRef>
              <c:f>Sheet1!$A$2:$A$5</c:f>
              <c:numCache>
                <c:formatCode>General</c:formatCode>
                <c:ptCount val="4"/>
              </c:numCache>
            </c:numRef>
          </c:cat>
          <c:val>
            <c:numRef>
              <c:f>Sheet1!$B$2:$B$5</c:f>
              <c:numCache>
                <c:formatCode>0%</c:formatCode>
                <c:ptCount val="4"/>
                <c:pt idx="0">
                  <c:v>0.25</c:v>
                </c:pt>
                <c:pt idx="1">
                  <c:v>0.75</c:v>
                </c:pt>
              </c:numCache>
            </c:numRef>
          </c:val>
          <c:extLst>
            <c:ext xmlns:c16="http://schemas.microsoft.com/office/drawing/2014/chart" uri="{C3380CC4-5D6E-409C-BE32-E72D297353CC}">
              <c16:uniqueId val="{00000008-32F8-AB43-B167-1751AF69DFD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419"/>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6241B7-22C9-49B4-B669-51BFFD222443}"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en-US"/>
        </a:p>
      </dgm:t>
    </dgm:pt>
    <dgm:pt modelId="{0143E5DF-8087-49EA-BD81-DB611EC06A47}">
      <dgm:prSet phldrT="[Text]" custT="1"/>
      <dgm:spPr/>
      <dgm:t>
        <a:bodyPr/>
        <a:lstStyle/>
        <a:p>
          <a:r>
            <a:rPr lang="en-US" sz="1200" b="1" dirty="0">
              <a:solidFill>
                <a:schemeClr val="bg2"/>
              </a:solidFill>
              <a:latin typeface="Arial" panose="020B0604020202020204" pitchFamily="34" charset="0"/>
              <a:cs typeface="Arial" panose="020B0604020202020204" pitchFamily="34" charset="0"/>
            </a:rPr>
            <a:t>LOREM IPSUM</a:t>
          </a:r>
          <a:br>
            <a:rPr lang="en-US" sz="1200" b="1" dirty="0">
              <a:solidFill>
                <a:schemeClr val="bg2"/>
              </a:solidFill>
              <a:latin typeface="Arial" panose="020B0604020202020204" pitchFamily="34" charset="0"/>
              <a:cs typeface="Arial" panose="020B0604020202020204" pitchFamily="34" charset="0"/>
            </a:rPr>
          </a:br>
          <a:r>
            <a:rPr lang="da-DK" sz="1200" i="1" dirty="0" err="1">
              <a:solidFill>
                <a:schemeClr val="bg2"/>
              </a:solidFill>
              <a:latin typeface="Arial"/>
              <a:cs typeface="Arial"/>
            </a:rPr>
            <a:t>Lorem</a:t>
          </a:r>
          <a:r>
            <a:rPr lang="da-DK" sz="1200" i="1" spc="90" dirty="0">
              <a:solidFill>
                <a:schemeClr val="bg2"/>
              </a:solidFill>
              <a:latin typeface="Arial"/>
              <a:cs typeface="Arial"/>
            </a:rPr>
            <a:t> </a:t>
          </a:r>
          <a:r>
            <a:rPr lang="da-DK" sz="1200" i="1" dirty="0" err="1">
              <a:solidFill>
                <a:schemeClr val="bg2"/>
              </a:solidFill>
              <a:latin typeface="Arial"/>
              <a:cs typeface="Arial"/>
            </a:rPr>
            <a:t>ipsum</a:t>
          </a:r>
          <a:r>
            <a:rPr lang="da-DK" sz="1200" i="1" spc="95" dirty="0">
              <a:solidFill>
                <a:schemeClr val="bg2"/>
              </a:solidFill>
              <a:latin typeface="Arial"/>
              <a:cs typeface="Arial"/>
            </a:rPr>
            <a:t> </a:t>
          </a:r>
          <a:r>
            <a:rPr lang="da-DK" sz="1200" i="1" spc="-25" dirty="0">
              <a:solidFill>
                <a:schemeClr val="bg2"/>
              </a:solidFill>
              <a:latin typeface="Arial"/>
              <a:cs typeface="Arial"/>
            </a:rPr>
            <a:t>sit </a:t>
          </a:r>
          <a:r>
            <a:rPr lang="da-DK" sz="1200" i="1" dirty="0" err="1">
              <a:solidFill>
                <a:schemeClr val="bg2"/>
              </a:solidFill>
              <a:latin typeface="Arial"/>
              <a:cs typeface="Arial"/>
            </a:rPr>
            <a:t>amet</a:t>
          </a:r>
          <a:r>
            <a:rPr lang="da-DK" sz="1200" i="1" spc="75" dirty="0">
              <a:solidFill>
                <a:schemeClr val="bg2"/>
              </a:solidFill>
              <a:latin typeface="Arial"/>
              <a:cs typeface="Arial"/>
            </a:rPr>
            <a:t> </a:t>
          </a:r>
          <a:r>
            <a:rPr lang="da-DK" sz="1200" i="1" spc="-10" dirty="0" err="1">
              <a:solidFill>
                <a:schemeClr val="bg2"/>
              </a:solidFill>
              <a:latin typeface="Arial"/>
              <a:cs typeface="Arial"/>
            </a:rPr>
            <a:t>dolo</a:t>
          </a:r>
          <a:endParaRPr lang="en-US" sz="1200" i="1" dirty="0">
            <a:solidFill>
              <a:schemeClr val="bg2"/>
            </a:solidFill>
            <a:latin typeface="Arial"/>
            <a:cs typeface="Arial"/>
          </a:endParaRPr>
        </a:p>
      </dgm:t>
    </dgm:pt>
    <dgm:pt modelId="{C2BF12C5-E869-47FB-8CB2-487A412BB6A9}" type="parTrans" cxnId="{12A0BDCD-F672-4671-8863-226F9D1DA4F0}">
      <dgm:prSet/>
      <dgm:spPr/>
      <dgm:t>
        <a:bodyPr/>
        <a:lstStyle/>
        <a:p>
          <a:endParaRPr lang="en-US" sz="1200">
            <a:solidFill>
              <a:schemeClr val="bg1"/>
            </a:solidFill>
          </a:endParaRPr>
        </a:p>
      </dgm:t>
    </dgm:pt>
    <dgm:pt modelId="{E25A9E58-3AD6-4AE4-9DFE-06A4D49C6DB0}" type="sibTrans" cxnId="{12A0BDCD-F672-4671-8863-226F9D1DA4F0}">
      <dgm:prSet/>
      <dgm:spPr/>
      <dgm:t>
        <a:bodyPr/>
        <a:lstStyle/>
        <a:p>
          <a:endParaRPr lang="en-US" sz="1200">
            <a:solidFill>
              <a:schemeClr val="bg1"/>
            </a:solidFill>
          </a:endParaRPr>
        </a:p>
      </dgm:t>
    </dgm:pt>
    <dgm:pt modelId="{0F1721E4-7EB8-4216-95BF-7CA7EDEC3F6C}" type="asst">
      <dgm:prSet phldrT="[Text]" custT="1"/>
      <dgm:spPr>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9AA102E6-96D1-4301-98BD-840826230693}" type="parTrans" cxnId="{DC7ED10E-D205-4BBE-A787-A60D417C0CE2}">
      <dgm:prSet/>
      <dgm:spPr/>
      <dgm:t>
        <a:bodyPr/>
        <a:lstStyle/>
        <a:p>
          <a:endParaRPr lang="en-US" sz="1200">
            <a:solidFill>
              <a:schemeClr val="bg2"/>
            </a:solidFill>
          </a:endParaRPr>
        </a:p>
      </dgm:t>
    </dgm:pt>
    <dgm:pt modelId="{61C27078-A59E-40B8-B28F-772106D111F4}" type="sibTrans" cxnId="{DC7ED10E-D205-4BBE-A787-A60D417C0CE2}">
      <dgm:prSet/>
      <dgm:spPr/>
      <dgm:t>
        <a:bodyPr/>
        <a:lstStyle/>
        <a:p>
          <a:endParaRPr lang="en-US" sz="1200">
            <a:solidFill>
              <a:schemeClr val="bg1"/>
            </a:solidFill>
          </a:endParaRPr>
        </a:p>
      </dgm:t>
    </dgm:pt>
    <dgm:pt modelId="{D7907DAA-3033-4DE9-BC66-08DCA1A5CC7B}" type="asst">
      <dgm:prSet phldrT="[Text]" custT="1"/>
      <dgm:spPr>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A09A3497-7DED-4C4F-9C6D-E0F60FA32E11}" type="parTrans" cxnId="{694F8A09-8D54-4C02-AE2B-2A074F308A1E}">
      <dgm:prSet/>
      <dgm:spPr/>
      <dgm:t>
        <a:bodyPr/>
        <a:lstStyle/>
        <a:p>
          <a:endParaRPr lang="en-US" sz="1200">
            <a:solidFill>
              <a:schemeClr val="bg2"/>
            </a:solidFill>
          </a:endParaRPr>
        </a:p>
      </dgm:t>
    </dgm:pt>
    <dgm:pt modelId="{997B53AE-13C0-4551-9BAE-B6CBBC5CB41E}" type="sibTrans" cxnId="{694F8A09-8D54-4C02-AE2B-2A074F308A1E}">
      <dgm:prSet/>
      <dgm:spPr/>
      <dgm:t>
        <a:bodyPr/>
        <a:lstStyle/>
        <a:p>
          <a:endParaRPr lang="en-US" sz="1200">
            <a:solidFill>
              <a:schemeClr val="bg1"/>
            </a:solidFill>
          </a:endParaRPr>
        </a:p>
      </dgm:t>
    </dgm:pt>
    <dgm:pt modelId="{F1C2EC2A-C2D1-4B10-8BD9-581FD72D4D0B}">
      <dgm:prSet phldrT="[Text]" custT="1"/>
      <dgm:spPr>
        <a:solidFill>
          <a:schemeClr val="accent3"/>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8EBC1979-47E6-41EA-8647-BDC47589B365}" type="parTrans" cxnId="{88A2C3B5-F766-4BCB-B54D-01282AAAAB48}">
      <dgm:prSet/>
      <dgm:spPr/>
      <dgm:t>
        <a:bodyPr/>
        <a:lstStyle/>
        <a:p>
          <a:endParaRPr lang="en-US" sz="1200">
            <a:solidFill>
              <a:schemeClr val="bg2"/>
            </a:solidFill>
          </a:endParaRPr>
        </a:p>
      </dgm:t>
    </dgm:pt>
    <dgm:pt modelId="{521E5ED4-5353-4BF3-8D4A-13FE69F9495C}" type="sibTrans" cxnId="{88A2C3B5-F766-4BCB-B54D-01282AAAAB48}">
      <dgm:prSet/>
      <dgm:spPr/>
      <dgm:t>
        <a:bodyPr/>
        <a:lstStyle/>
        <a:p>
          <a:endParaRPr lang="en-US" sz="1200">
            <a:solidFill>
              <a:schemeClr val="bg1"/>
            </a:solidFill>
          </a:endParaRPr>
        </a:p>
      </dgm:t>
    </dgm:pt>
    <dgm:pt modelId="{1D3F78E6-DFEE-4543-85D1-BC917AE66982}">
      <dgm:prSet phldrT="[Text]" custT="1"/>
      <dgm:spPr>
        <a:solidFill>
          <a:schemeClr val="accent4"/>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7ED89542-699A-4043-AC4E-09EEFB9829B8}" type="parTrans" cxnId="{FD5B2442-C0EB-45C6-A097-3C0EA0200678}">
      <dgm:prSet/>
      <dgm:spPr/>
      <dgm:t>
        <a:bodyPr/>
        <a:lstStyle/>
        <a:p>
          <a:endParaRPr lang="en-US" sz="1200">
            <a:solidFill>
              <a:schemeClr val="bg2"/>
            </a:solidFill>
          </a:endParaRPr>
        </a:p>
      </dgm:t>
    </dgm:pt>
    <dgm:pt modelId="{E42494D5-92A6-43AA-8BA2-C1E670D3D6B1}" type="sibTrans" cxnId="{FD5B2442-C0EB-45C6-A097-3C0EA0200678}">
      <dgm:prSet/>
      <dgm:spPr/>
      <dgm:t>
        <a:bodyPr/>
        <a:lstStyle/>
        <a:p>
          <a:endParaRPr lang="en-US" sz="1200">
            <a:solidFill>
              <a:schemeClr val="bg1"/>
            </a:solidFill>
          </a:endParaRPr>
        </a:p>
      </dgm:t>
    </dgm:pt>
    <dgm:pt modelId="{4E406464-B261-4CCF-A2C0-53FAF2E5AA21}">
      <dgm:prSet phldrT="[Text]" custT="1"/>
      <dgm:spPr>
        <a:solidFill>
          <a:schemeClr val="accent5"/>
        </a:solidFill>
        <a:ln>
          <a:noFill/>
        </a:ln>
      </dgm:spPr>
      <dgm:t>
        <a:bodyPr/>
        <a:lstStyle/>
        <a:p>
          <a:r>
            <a:rPr lang="en-US" sz="1200" b="1">
              <a:solidFill>
                <a:schemeClr val="accent2"/>
              </a:solidFill>
              <a:latin typeface="Arial" panose="020B0604020202020204" pitchFamily="34" charset="0"/>
              <a:cs typeface="Arial" panose="020B0604020202020204" pitchFamily="34" charset="0"/>
            </a:rPr>
            <a:t>LOREM IPSUM</a:t>
          </a:r>
          <a:br>
            <a:rPr lang="en-US" sz="1200" b="1">
              <a:solidFill>
                <a:schemeClr val="accent2"/>
              </a:solidFill>
              <a:latin typeface="Arial" panose="020B0604020202020204" pitchFamily="34" charset="0"/>
              <a:cs typeface="Arial" panose="020B0604020202020204" pitchFamily="34" charset="0"/>
            </a:rPr>
          </a:br>
          <a:r>
            <a:rPr lang="da-DK" sz="1200" i="1">
              <a:solidFill>
                <a:schemeClr val="accent2"/>
              </a:solidFill>
              <a:latin typeface="Arial"/>
              <a:cs typeface="Arial"/>
            </a:rPr>
            <a:t>Lorem</a:t>
          </a:r>
          <a:r>
            <a:rPr lang="da-DK" sz="1200" i="1" spc="90">
              <a:solidFill>
                <a:schemeClr val="accent2"/>
              </a:solidFill>
              <a:latin typeface="Arial"/>
              <a:cs typeface="Arial"/>
            </a:rPr>
            <a:t> </a:t>
          </a:r>
          <a:r>
            <a:rPr lang="da-DK" sz="1200" i="1">
              <a:solidFill>
                <a:schemeClr val="accent2"/>
              </a:solidFill>
              <a:latin typeface="Arial"/>
              <a:cs typeface="Arial"/>
            </a:rPr>
            <a:t>ipsum</a:t>
          </a:r>
          <a:r>
            <a:rPr lang="da-DK" sz="1200" i="1" spc="95">
              <a:solidFill>
                <a:schemeClr val="accent2"/>
              </a:solidFill>
              <a:latin typeface="Arial"/>
              <a:cs typeface="Arial"/>
            </a:rPr>
            <a:t> </a:t>
          </a:r>
          <a:r>
            <a:rPr lang="da-DK" sz="1200" i="1" spc="-25">
              <a:solidFill>
                <a:schemeClr val="accent2"/>
              </a:solidFill>
              <a:latin typeface="Arial"/>
              <a:cs typeface="Arial"/>
            </a:rPr>
            <a:t>sit </a:t>
          </a:r>
          <a:r>
            <a:rPr lang="da-DK" sz="1200" i="1">
              <a:solidFill>
                <a:schemeClr val="accent2"/>
              </a:solidFill>
              <a:latin typeface="Arial"/>
              <a:cs typeface="Arial"/>
            </a:rPr>
            <a:t>amet</a:t>
          </a:r>
          <a:r>
            <a:rPr lang="da-DK" sz="1200" i="1" spc="75">
              <a:solidFill>
                <a:schemeClr val="accent2"/>
              </a:solidFill>
              <a:latin typeface="Arial"/>
              <a:cs typeface="Arial"/>
            </a:rPr>
            <a:t> </a:t>
          </a:r>
          <a:r>
            <a:rPr lang="da-DK" sz="1200" i="1" spc="-10">
              <a:solidFill>
                <a:schemeClr val="accent2"/>
              </a:solidFill>
              <a:latin typeface="Arial"/>
              <a:cs typeface="Arial"/>
            </a:rPr>
            <a:t>dolo</a:t>
          </a:r>
          <a:endParaRPr lang="en-US" sz="1200" b="1" dirty="0">
            <a:solidFill>
              <a:schemeClr val="accent2"/>
            </a:solidFill>
            <a:latin typeface="Arial" panose="020B0604020202020204" pitchFamily="34" charset="0"/>
            <a:cs typeface="Arial" panose="020B0604020202020204" pitchFamily="34" charset="0"/>
          </a:endParaRPr>
        </a:p>
      </dgm:t>
    </dgm:pt>
    <dgm:pt modelId="{88165411-E336-40FC-9A6A-3603457B5B64}" type="parTrans" cxnId="{758EB5C0-D8EA-4857-8877-DE0178313405}">
      <dgm:prSet/>
      <dgm:spPr/>
      <dgm:t>
        <a:bodyPr/>
        <a:lstStyle/>
        <a:p>
          <a:endParaRPr lang="en-US" sz="1200">
            <a:solidFill>
              <a:schemeClr val="bg2"/>
            </a:solidFill>
          </a:endParaRPr>
        </a:p>
      </dgm:t>
    </dgm:pt>
    <dgm:pt modelId="{008DACE0-023B-4FC5-B18F-F5474EB23522}" type="sibTrans" cxnId="{758EB5C0-D8EA-4857-8877-DE0178313405}">
      <dgm:prSet/>
      <dgm:spPr/>
      <dgm:t>
        <a:bodyPr/>
        <a:lstStyle/>
        <a:p>
          <a:endParaRPr lang="en-US" sz="1200">
            <a:solidFill>
              <a:schemeClr val="bg1"/>
            </a:solidFill>
          </a:endParaRPr>
        </a:p>
      </dgm:t>
    </dgm:pt>
    <dgm:pt modelId="{46AB73EC-5EA5-4ADD-95AE-BADBC072DAE9}">
      <dgm:prSet phldrT="[Text]" custT="1"/>
      <dgm:spPr>
        <a:solidFill>
          <a:schemeClr val="accent3"/>
        </a:solidFill>
        <a:ln>
          <a:noFill/>
        </a:ln>
      </dgm:spPr>
      <dgm:t>
        <a:bodyPr spcFirstLastPara="0" vert="horz" wrap="square" lIns="7620" tIns="7620" rIns="7620" bIns="7620" numCol="1" spcCol="1270" anchor="ctr" anchorCtr="0"/>
        <a:lstStyle/>
        <a:p>
          <a:r>
            <a:rPr lang="en-US" sz="1200" b="1" kern="1200">
              <a:solidFill>
                <a:schemeClr val="bg2"/>
              </a:solidFill>
              <a:latin typeface="Arial" panose="020B0604020202020204" pitchFamily="34" charset="0"/>
              <a:cs typeface="Arial" panose="020B0604020202020204" pitchFamily="34" charset="0"/>
            </a:rPr>
            <a:t>LOREM </a:t>
          </a:r>
          <a:r>
            <a:rPr lang="en-US" sz="1200" b="1" kern="1200">
              <a:solidFill>
                <a:schemeClr val="bg2"/>
              </a:solidFill>
              <a:latin typeface="Arial" panose="020B0604020202020204" pitchFamily="34" charset="0"/>
              <a:ea typeface="+mn-ea"/>
              <a:cs typeface="Arial" panose="020B0604020202020204" pitchFamily="34" charset="0"/>
            </a:rPr>
            <a:t>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gm:t>
    </dgm:pt>
    <dgm:pt modelId="{B33F5D45-D79D-4361-9139-4A3E6A921576}" type="parTrans" cxnId="{6C5B3384-7043-43EB-8FBD-BE5043CD9179}">
      <dgm:prSet/>
      <dgm:spPr/>
      <dgm:t>
        <a:bodyPr/>
        <a:lstStyle/>
        <a:p>
          <a:endParaRPr lang="en-US" sz="1200">
            <a:solidFill>
              <a:schemeClr val="bg2"/>
            </a:solidFill>
          </a:endParaRPr>
        </a:p>
      </dgm:t>
    </dgm:pt>
    <dgm:pt modelId="{F2919DB7-E6DF-4FC9-90C4-B0D297C706C1}" type="sibTrans" cxnId="{6C5B3384-7043-43EB-8FBD-BE5043CD9179}">
      <dgm:prSet/>
      <dgm:spPr/>
      <dgm:t>
        <a:bodyPr/>
        <a:lstStyle/>
        <a:p>
          <a:endParaRPr lang="en-US" sz="1200">
            <a:solidFill>
              <a:schemeClr val="bg1"/>
            </a:solidFill>
          </a:endParaRPr>
        </a:p>
      </dgm:t>
    </dgm:pt>
    <dgm:pt modelId="{F8A50A9B-4878-4E15-85E9-D5794B3F2198}">
      <dgm:prSet phldrT="[Text]" custT="1"/>
      <dgm:spPr>
        <a:solidFill>
          <a:schemeClr val="accent4"/>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D37927CC-73EF-492F-8F11-3331C88E0891}" type="parTrans" cxnId="{67BC952F-DE9E-4F84-B923-51D1DE3B54A1}">
      <dgm:prSet/>
      <dgm:spPr/>
      <dgm:t>
        <a:bodyPr/>
        <a:lstStyle/>
        <a:p>
          <a:endParaRPr lang="en-US" sz="1200">
            <a:solidFill>
              <a:schemeClr val="bg2"/>
            </a:solidFill>
          </a:endParaRPr>
        </a:p>
      </dgm:t>
    </dgm:pt>
    <dgm:pt modelId="{6B1ED146-006B-4172-A83D-EB8E0D1A1BD0}" type="sibTrans" cxnId="{67BC952F-DE9E-4F84-B923-51D1DE3B54A1}">
      <dgm:prSet/>
      <dgm:spPr/>
      <dgm:t>
        <a:bodyPr/>
        <a:lstStyle/>
        <a:p>
          <a:endParaRPr lang="en-US" sz="1200">
            <a:solidFill>
              <a:schemeClr val="bg1"/>
            </a:solidFill>
          </a:endParaRPr>
        </a:p>
      </dgm:t>
    </dgm:pt>
    <dgm:pt modelId="{977364B1-ACC7-4BF2-A4E6-C5C2C4FFC9E5}">
      <dgm:prSet phldrT="[Text]" custT="1"/>
      <dgm:spPr>
        <a:solidFill>
          <a:schemeClr val="accent3"/>
        </a:solidFill>
        <a:ln>
          <a:noFill/>
        </a:ln>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ea typeface="+mn-ea"/>
              <a:cs typeface="Arial" panose="020B0604020202020204" pitchFamily="34" charset="0"/>
            </a:rPr>
            <a:t>LOREM IPSUM</a:t>
          </a:r>
          <a:br>
            <a:rPr lang="en-US" sz="1200" b="1" kern="1200">
              <a:solidFill>
                <a:schemeClr val="bg2"/>
              </a:solidFill>
              <a:latin typeface="Arial" panose="020B0604020202020204" pitchFamily="34" charset="0"/>
              <a:ea typeface="+mn-ea"/>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gm:t>
    </dgm:pt>
    <dgm:pt modelId="{30AB178F-6399-4828-8A09-C03F7F9D0DEA}" type="parTrans" cxnId="{720DEF38-E6BA-4B85-8E78-4BBDEEEA7E48}">
      <dgm:prSet/>
      <dgm:spPr/>
      <dgm:t>
        <a:bodyPr/>
        <a:lstStyle/>
        <a:p>
          <a:endParaRPr lang="en-US" sz="1200">
            <a:solidFill>
              <a:schemeClr val="bg2"/>
            </a:solidFill>
          </a:endParaRPr>
        </a:p>
      </dgm:t>
    </dgm:pt>
    <dgm:pt modelId="{1AF51532-02E4-4BDA-8CC2-DD727EC70C59}" type="sibTrans" cxnId="{720DEF38-E6BA-4B85-8E78-4BBDEEEA7E48}">
      <dgm:prSet/>
      <dgm:spPr/>
      <dgm:t>
        <a:bodyPr/>
        <a:lstStyle/>
        <a:p>
          <a:endParaRPr lang="en-US" sz="1200">
            <a:solidFill>
              <a:schemeClr val="bg1"/>
            </a:solidFill>
          </a:endParaRPr>
        </a:p>
      </dgm:t>
    </dgm:pt>
    <dgm:pt modelId="{B44A5AAA-2AA5-42D1-A443-68BD7CB2C9FE}">
      <dgm:prSet phldrT="[Text]" custT="1"/>
      <dgm:spPr>
        <a:solidFill>
          <a:schemeClr val="accent4"/>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93E2F0B9-2817-454D-9ADE-73F701956CED}" type="parTrans" cxnId="{36B3B12E-3D7C-478F-95EC-979CC38DD006}">
      <dgm:prSet/>
      <dgm:spPr/>
      <dgm:t>
        <a:bodyPr/>
        <a:lstStyle/>
        <a:p>
          <a:endParaRPr lang="en-US" sz="1200">
            <a:solidFill>
              <a:schemeClr val="bg2"/>
            </a:solidFill>
          </a:endParaRPr>
        </a:p>
      </dgm:t>
    </dgm:pt>
    <dgm:pt modelId="{5A4AD953-5A9A-4DD8-B044-61C87F524E0C}" type="sibTrans" cxnId="{36B3B12E-3D7C-478F-95EC-979CC38DD006}">
      <dgm:prSet/>
      <dgm:spPr/>
      <dgm:t>
        <a:bodyPr/>
        <a:lstStyle/>
        <a:p>
          <a:endParaRPr lang="en-US" sz="1200">
            <a:solidFill>
              <a:schemeClr val="bg1"/>
            </a:solidFill>
          </a:endParaRPr>
        </a:p>
      </dgm:t>
    </dgm:pt>
    <dgm:pt modelId="{1892EB85-AE6E-43AA-A794-3AD2CD6FCFF7}">
      <dgm:prSet phldrT="[Text]" custT="1"/>
      <dgm:spPr>
        <a:solidFill>
          <a:srgbClr val="CEE0D8"/>
        </a:solidFill>
        <a:ln w="19050" cap="flat" cmpd="sng" algn="ctr">
          <a:solidFill>
            <a:srgbClr val="FFF9EB">
              <a:hueOff val="0"/>
              <a:satOff val="0"/>
              <a:lumOff val="0"/>
              <a:alphaOff val="0"/>
            </a:srgbClr>
          </a:solidFill>
          <a:prstDash val="solid"/>
          <a:miter lim="800000"/>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gm:t>
    </dgm:pt>
    <dgm:pt modelId="{0E115DCD-756D-47F3-A510-2ADD07ACFDD7}" type="parTrans" cxnId="{11A316DE-7B72-41D7-8623-F13D2CE88006}">
      <dgm:prSet/>
      <dgm:spPr/>
      <dgm:t>
        <a:bodyPr/>
        <a:lstStyle/>
        <a:p>
          <a:endParaRPr lang="en-US" sz="1200">
            <a:solidFill>
              <a:schemeClr val="bg2"/>
            </a:solidFill>
          </a:endParaRPr>
        </a:p>
      </dgm:t>
    </dgm:pt>
    <dgm:pt modelId="{1E68E812-7E23-4939-BBDB-541FA58FE1F7}" type="sibTrans" cxnId="{11A316DE-7B72-41D7-8623-F13D2CE88006}">
      <dgm:prSet/>
      <dgm:spPr/>
      <dgm:t>
        <a:bodyPr/>
        <a:lstStyle/>
        <a:p>
          <a:endParaRPr lang="en-US" sz="1200">
            <a:solidFill>
              <a:schemeClr val="bg1"/>
            </a:solidFill>
          </a:endParaRPr>
        </a:p>
      </dgm:t>
    </dgm:pt>
    <dgm:pt modelId="{D73F0D8C-1F71-41FF-9C69-A599BF95E5CB}">
      <dgm:prSet phldrT="[Text]" custT="1"/>
      <dgm:spPr>
        <a:solidFill>
          <a:schemeClr val="accent3"/>
        </a:solidFill>
        <a:ln>
          <a:noFill/>
        </a:ln>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ea typeface="+mn-ea"/>
              <a:cs typeface="Arial" panose="020B0604020202020204" pitchFamily="34" charset="0"/>
            </a:rPr>
            <a:t>LOREM IPSUM</a:t>
          </a:r>
          <a:br>
            <a:rPr lang="en-US" sz="1200" b="1" kern="1200">
              <a:solidFill>
                <a:schemeClr val="bg2"/>
              </a:solidFill>
              <a:latin typeface="Arial" panose="020B0604020202020204" pitchFamily="34" charset="0"/>
              <a:ea typeface="+mn-ea"/>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gm:t>
    </dgm:pt>
    <dgm:pt modelId="{9DD0B445-2DC1-4541-AD3C-8A20FAF59267}" type="parTrans" cxnId="{792A5DEF-C2A9-4278-8328-DD9D34109493}">
      <dgm:prSet/>
      <dgm:spPr/>
      <dgm:t>
        <a:bodyPr/>
        <a:lstStyle/>
        <a:p>
          <a:endParaRPr lang="en-US" sz="1200">
            <a:solidFill>
              <a:schemeClr val="bg2"/>
            </a:solidFill>
          </a:endParaRPr>
        </a:p>
      </dgm:t>
    </dgm:pt>
    <dgm:pt modelId="{D81773B8-E640-430F-B003-E137CCCE29F7}" type="sibTrans" cxnId="{792A5DEF-C2A9-4278-8328-DD9D34109493}">
      <dgm:prSet/>
      <dgm:spPr/>
      <dgm:t>
        <a:bodyPr/>
        <a:lstStyle/>
        <a:p>
          <a:endParaRPr lang="en-US" sz="1200">
            <a:solidFill>
              <a:schemeClr val="bg1"/>
            </a:solidFill>
          </a:endParaRPr>
        </a:p>
      </dgm:t>
    </dgm:pt>
    <dgm:pt modelId="{28FE05B5-EB7A-426C-81AD-07EC0662149B}">
      <dgm:prSet phldrT="[Text]" custT="1"/>
      <dgm:spPr>
        <a:solidFill>
          <a:schemeClr val="accent4"/>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E3408310-2742-445B-8A14-A3CFBA74FAD0}" type="parTrans" cxnId="{A68C02DB-2990-4D4A-BAAB-E7A0301F4DE9}">
      <dgm:prSet/>
      <dgm:spPr/>
      <dgm:t>
        <a:bodyPr/>
        <a:lstStyle/>
        <a:p>
          <a:endParaRPr lang="en-US" sz="1200">
            <a:solidFill>
              <a:schemeClr val="bg2"/>
            </a:solidFill>
          </a:endParaRPr>
        </a:p>
      </dgm:t>
    </dgm:pt>
    <dgm:pt modelId="{D92B0791-E013-4309-A60A-990BA5675AE0}" type="sibTrans" cxnId="{A68C02DB-2990-4D4A-BAAB-E7A0301F4DE9}">
      <dgm:prSet/>
      <dgm:spPr/>
      <dgm:t>
        <a:bodyPr/>
        <a:lstStyle/>
        <a:p>
          <a:endParaRPr lang="en-US" sz="1200">
            <a:solidFill>
              <a:schemeClr val="bg1"/>
            </a:solidFill>
          </a:endParaRPr>
        </a:p>
      </dgm:t>
    </dgm:pt>
    <dgm:pt modelId="{E3B79A41-7EB1-4BC8-9AF1-9876A3A878D7}">
      <dgm:prSet phldrT="[Text]" custT="1"/>
      <dgm:spPr>
        <a:solidFill>
          <a:srgbClr val="CEE0D8"/>
        </a:solidFill>
        <a:ln w="19050" cap="flat" cmpd="sng" algn="ctr">
          <a:solidFill>
            <a:srgbClr val="FFF9EB">
              <a:hueOff val="0"/>
              <a:satOff val="0"/>
              <a:lumOff val="0"/>
              <a:alphaOff val="0"/>
            </a:srgbClr>
          </a:solidFill>
          <a:prstDash val="solid"/>
          <a:miter lim="800000"/>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gm:t>
    </dgm:pt>
    <dgm:pt modelId="{CC29F644-1A69-4C56-A363-FB14B31054B1}" type="parTrans" cxnId="{1CD16B52-69B1-4A5B-848B-A6DFBE66CEEA}">
      <dgm:prSet/>
      <dgm:spPr/>
      <dgm:t>
        <a:bodyPr/>
        <a:lstStyle/>
        <a:p>
          <a:endParaRPr lang="en-US" sz="1200">
            <a:solidFill>
              <a:schemeClr val="bg2"/>
            </a:solidFill>
          </a:endParaRPr>
        </a:p>
      </dgm:t>
    </dgm:pt>
    <dgm:pt modelId="{A4284171-8060-43E6-8132-B72BA1AF5957}" type="sibTrans" cxnId="{1CD16B52-69B1-4A5B-848B-A6DFBE66CEEA}">
      <dgm:prSet/>
      <dgm:spPr/>
      <dgm:t>
        <a:bodyPr/>
        <a:lstStyle/>
        <a:p>
          <a:endParaRPr lang="en-US" sz="1200">
            <a:solidFill>
              <a:schemeClr val="bg1"/>
            </a:solidFill>
          </a:endParaRPr>
        </a:p>
      </dgm:t>
    </dgm:pt>
    <dgm:pt modelId="{723955BF-3EAF-45EE-A15F-1F3D8959CA0D}">
      <dgm:prSet phldrT="[Text]" custT="1"/>
      <dgm:spPr>
        <a:solidFill>
          <a:schemeClr val="accent3"/>
        </a:solidFill>
        <a:ln>
          <a:noFill/>
        </a:ln>
      </dgm:spPr>
      <dgm:t>
        <a:bodyPr spcFirstLastPara="0" vert="horz" wrap="square" lIns="7620" tIns="7620" rIns="7620" bIns="7620" numCol="1" spcCol="1270" anchor="ctr" anchorCtr="0"/>
        <a:lstStyle/>
        <a:p>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gm:t>
    </dgm:pt>
    <dgm:pt modelId="{8D6A3DD3-D177-4D80-B279-215514BBF1A9}" type="parTrans" cxnId="{69D56E24-AF43-4DD9-84A2-6A5DFB4EC1BD}">
      <dgm:prSet/>
      <dgm:spPr/>
      <dgm:t>
        <a:bodyPr/>
        <a:lstStyle/>
        <a:p>
          <a:endParaRPr lang="en-US" sz="1200">
            <a:solidFill>
              <a:schemeClr val="bg2"/>
            </a:solidFill>
          </a:endParaRPr>
        </a:p>
      </dgm:t>
    </dgm:pt>
    <dgm:pt modelId="{7C672541-90D8-45BB-83BA-77C7C6367A71}" type="sibTrans" cxnId="{69D56E24-AF43-4DD9-84A2-6A5DFB4EC1BD}">
      <dgm:prSet/>
      <dgm:spPr/>
      <dgm:t>
        <a:bodyPr/>
        <a:lstStyle/>
        <a:p>
          <a:endParaRPr lang="en-US" sz="1200">
            <a:solidFill>
              <a:schemeClr val="bg1"/>
            </a:solidFill>
          </a:endParaRPr>
        </a:p>
      </dgm:t>
    </dgm:pt>
    <dgm:pt modelId="{A88B2E64-8BC9-4CBE-9653-3F55C4C7DC13}">
      <dgm:prSet phldrT="[Text]" custT="1"/>
      <dgm:spPr>
        <a:solidFill>
          <a:schemeClr val="accent4"/>
        </a:solidFill>
        <a:ln>
          <a:noFill/>
        </a:ln>
      </dgm:spPr>
      <dgm:t>
        <a:bodyPr/>
        <a:lstStyle/>
        <a:p>
          <a:r>
            <a:rPr lang="en-US" sz="1200" b="1">
              <a:solidFill>
                <a:schemeClr val="bg2"/>
              </a:solidFill>
              <a:latin typeface="Arial" panose="020B0604020202020204" pitchFamily="34" charset="0"/>
              <a:cs typeface="Arial" panose="020B0604020202020204" pitchFamily="34" charset="0"/>
            </a:rPr>
            <a:t>LOREM IPSUM</a:t>
          </a:r>
          <a:br>
            <a:rPr lang="en-US" sz="1200" b="1">
              <a:solidFill>
                <a:schemeClr val="bg2"/>
              </a:solidFill>
              <a:latin typeface="Arial" panose="020B0604020202020204" pitchFamily="34" charset="0"/>
              <a:cs typeface="Arial" panose="020B0604020202020204" pitchFamily="34" charset="0"/>
            </a:rPr>
          </a:br>
          <a:r>
            <a:rPr lang="da-DK" sz="1200" i="1">
              <a:solidFill>
                <a:schemeClr val="bg2"/>
              </a:solidFill>
              <a:latin typeface="Arial"/>
              <a:cs typeface="Arial"/>
            </a:rPr>
            <a:t>Lorem</a:t>
          </a:r>
          <a:r>
            <a:rPr lang="da-DK" sz="1200" i="1" spc="90">
              <a:solidFill>
                <a:schemeClr val="bg2"/>
              </a:solidFill>
              <a:latin typeface="Arial"/>
              <a:cs typeface="Arial"/>
            </a:rPr>
            <a:t> </a:t>
          </a:r>
          <a:r>
            <a:rPr lang="da-DK" sz="1200" i="1">
              <a:solidFill>
                <a:schemeClr val="bg2"/>
              </a:solidFill>
              <a:latin typeface="Arial"/>
              <a:cs typeface="Arial"/>
            </a:rPr>
            <a:t>ipsum</a:t>
          </a:r>
          <a:r>
            <a:rPr lang="da-DK" sz="1200" i="1" spc="95">
              <a:solidFill>
                <a:schemeClr val="bg2"/>
              </a:solidFill>
              <a:latin typeface="Arial"/>
              <a:cs typeface="Arial"/>
            </a:rPr>
            <a:t> </a:t>
          </a:r>
          <a:r>
            <a:rPr lang="da-DK" sz="1200" i="1" spc="-25">
              <a:solidFill>
                <a:schemeClr val="bg2"/>
              </a:solidFill>
              <a:latin typeface="Arial"/>
              <a:cs typeface="Arial"/>
            </a:rPr>
            <a:t>sit </a:t>
          </a:r>
          <a:r>
            <a:rPr lang="da-DK" sz="1200" i="1">
              <a:solidFill>
                <a:schemeClr val="bg2"/>
              </a:solidFill>
              <a:latin typeface="Arial"/>
              <a:cs typeface="Arial"/>
            </a:rPr>
            <a:t>amet</a:t>
          </a:r>
          <a:r>
            <a:rPr lang="da-DK" sz="1200" i="1" spc="75">
              <a:solidFill>
                <a:schemeClr val="bg2"/>
              </a:solidFill>
              <a:latin typeface="Arial"/>
              <a:cs typeface="Arial"/>
            </a:rPr>
            <a:t> </a:t>
          </a:r>
          <a:r>
            <a:rPr lang="da-DK" sz="1200" i="1" spc="-10">
              <a:solidFill>
                <a:schemeClr val="bg2"/>
              </a:solidFill>
              <a:latin typeface="Arial"/>
              <a:cs typeface="Arial"/>
            </a:rPr>
            <a:t>dolo</a:t>
          </a:r>
          <a:endParaRPr lang="en-US" sz="1200" b="1" dirty="0">
            <a:solidFill>
              <a:schemeClr val="bg2"/>
            </a:solidFill>
            <a:latin typeface="Arial" panose="020B0604020202020204" pitchFamily="34" charset="0"/>
            <a:cs typeface="Arial" panose="020B0604020202020204" pitchFamily="34" charset="0"/>
          </a:endParaRPr>
        </a:p>
      </dgm:t>
    </dgm:pt>
    <dgm:pt modelId="{23727A78-D726-4B56-A842-DECADF8A4CC8}" type="parTrans" cxnId="{62098139-F88B-40AA-8BC3-BC6FE5F5E8FD}">
      <dgm:prSet/>
      <dgm:spPr/>
      <dgm:t>
        <a:bodyPr/>
        <a:lstStyle/>
        <a:p>
          <a:endParaRPr lang="en-US" sz="1200">
            <a:solidFill>
              <a:schemeClr val="bg2"/>
            </a:solidFill>
          </a:endParaRPr>
        </a:p>
      </dgm:t>
    </dgm:pt>
    <dgm:pt modelId="{9598D8BD-DE5F-48D1-9223-8BB65AB1E4C7}" type="sibTrans" cxnId="{62098139-F88B-40AA-8BC3-BC6FE5F5E8FD}">
      <dgm:prSet/>
      <dgm:spPr/>
      <dgm:t>
        <a:bodyPr/>
        <a:lstStyle/>
        <a:p>
          <a:endParaRPr lang="en-US" sz="1200">
            <a:solidFill>
              <a:schemeClr val="bg1"/>
            </a:solidFill>
          </a:endParaRPr>
        </a:p>
      </dgm:t>
    </dgm:pt>
    <dgm:pt modelId="{2ACFFB6B-F0EC-4310-9B82-F563301F6077}">
      <dgm:prSet phldrT="[Text]" custT="1"/>
      <dgm:spPr>
        <a:solidFill>
          <a:srgbClr val="CEE0D8"/>
        </a:solidFill>
        <a:ln w="19050" cap="flat" cmpd="sng" algn="ctr">
          <a:solidFill>
            <a:srgbClr val="FFF9EB">
              <a:hueOff val="0"/>
              <a:satOff val="0"/>
              <a:lumOff val="0"/>
              <a:alphaOff val="0"/>
            </a:srgbClr>
          </a:solidFill>
          <a:prstDash val="solid"/>
          <a:miter lim="800000"/>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gm:t>
    </dgm:pt>
    <dgm:pt modelId="{995C48C2-2944-40E4-B6C1-754D42009192}" type="parTrans" cxnId="{A072517E-99E5-4AB3-8271-6EE32F014030}">
      <dgm:prSet/>
      <dgm:spPr/>
      <dgm:t>
        <a:bodyPr/>
        <a:lstStyle/>
        <a:p>
          <a:endParaRPr lang="en-US" sz="1200">
            <a:solidFill>
              <a:schemeClr val="bg2"/>
            </a:solidFill>
          </a:endParaRPr>
        </a:p>
      </dgm:t>
    </dgm:pt>
    <dgm:pt modelId="{4678584F-7CF4-4977-BE77-1E79FBD0AE7C}" type="sibTrans" cxnId="{A072517E-99E5-4AB3-8271-6EE32F014030}">
      <dgm:prSet/>
      <dgm:spPr/>
      <dgm:t>
        <a:bodyPr/>
        <a:lstStyle/>
        <a:p>
          <a:endParaRPr lang="en-US" sz="1200">
            <a:solidFill>
              <a:schemeClr val="bg1"/>
            </a:solidFill>
          </a:endParaRPr>
        </a:p>
      </dgm:t>
    </dgm:pt>
    <dgm:pt modelId="{156A90C8-3416-42AA-B3A5-5F200A5E7204}" type="pres">
      <dgm:prSet presAssocID="{F76241B7-22C9-49B4-B669-51BFFD222443}" presName="hierChild1" presStyleCnt="0">
        <dgm:presLayoutVars>
          <dgm:orgChart val="1"/>
          <dgm:chPref val="1"/>
          <dgm:dir/>
          <dgm:animOne val="branch"/>
          <dgm:animLvl val="lvl"/>
          <dgm:resizeHandles/>
        </dgm:presLayoutVars>
      </dgm:prSet>
      <dgm:spPr/>
    </dgm:pt>
    <dgm:pt modelId="{974809C6-65D7-430F-BE61-9413FAC3E5EF}" type="pres">
      <dgm:prSet presAssocID="{0143E5DF-8087-49EA-BD81-DB611EC06A47}" presName="hierRoot1" presStyleCnt="0">
        <dgm:presLayoutVars>
          <dgm:hierBranch val="init"/>
        </dgm:presLayoutVars>
      </dgm:prSet>
      <dgm:spPr/>
    </dgm:pt>
    <dgm:pt modelId="{2958D251-E864-4207-9F9D-A777DB6D10D7}" type="pres">
      <dgm:prSet presAssocID="{0143E5DF-8087-49EA-BD81-DB611EC06A47}" presName="rootComposite1" presStyleCnt="0"/>
      <dgm:spPr/>
    </dgm:pt>
    <dgm:pt modelId="{4014D9B2-76B3-44B8-BBBA-9F0CDD26C58F}" type="pres">
      <dgm:prSet presAssocID="{0143E5DF-8087-49EA-BD81-DB611EC06A47}" presName="rootText1" presStyleLbl="node0" presStyleIdx="0" presStyleCnt="1">
        <dgm:presLayoutVars>
          <dgm:chPref val="3"/>
        </dgm:presLayoutVars>
      </dgm:prSet>
      <dgm:spPr/>
    </dgm:pt>
    <dgm:pt modelId="{3C67610A-6381-4257-BD30-7E26B7916EE9}" type="pres">
      <dgm:prSet presAssocID="{0143E5DF-8087-49EA-BD81-DB611EC06A47}" presName="rootConnector1" presStyleLbl="node1" presStyleIdx="0" presStyleCnt="0"/>
      <dgm:spPr/>
    </dgm:pt>
    <dgm:pt modelId="{1346E98F-A7D3-4864-AC3A-41E6E643C836}" type="pres">
      <dgm:prSet presAssocID="{0143E5DF-8087-49EA-BD81-DB611EC06A47}" presName="hierChild2" presStyleCnt="0"/>
      <dgm:spPr/>
    </dgm:pt>
    <dgm:pt modelId="{C5F3A3D3-09BE-49C6-8A98-4B9457D89D78}" type="pres">
      <dgm:prSet presAssocID="{8EBC1979-47E6-41EA-8647-BDC47589B365}" presName="Name37" presStyleLbl="parChTrans1D2" presStyleIdx="0" presStyleCnt="7"/>
      <dgm:spPr/>
    </dgm:pt>
    <dgm:pt modelId="{7CD420D6-6CD9-4293-928C-5124717ACE6D}" type="pres">
      <dgm:prSet presAssocID="{F1C2EC2A-C2D1-4B10-8BD9-581FD72D4D0B}" presName="hierRoot2" presStyleCnt="0">
        <dgm:presLayoutVars>
          <dgm:hierBranch val="init"/>
        </dgm:presLayoutVars>
      </dgm:prSet>
      <dgm:spPr/>
    </dgm:pt>
    <dgm:pt modelId="{896BEA97-8A5C-49AD-81C4-BB7032866747}" type="pres">
      <dgm:prSet presAssocID="{F1C2EC2A-C2D1-4B10-8BD9-581FD72D4D0B}" presName="rootComposite" presStyleCnt="0"/>
      <dgm:spPr/>
    </dgm:pt>
    <dgm:pt modelId="{A336AC47-C8DB-4913-B166-DDC21F5A15E5}" type="pres">
      <dgm:prSet presAssocID="{F1C2EC2A-C2D1-4B10-8BD9-581FD72D4D0B}" presName="rootText" presStyleLbl="node2" presStyleIdx="0" presStyleCnt="5">
        <dgm:presLayoutVars>
          <dgm:chPref val="3"/>
        </dgm:presLayoutVars>
      </dgm:prSet>
      <dgm:spPr/>
    </dgm:pt>
    <dgm:pt modelId="{0F17D720-1192-4D86-B2DB-9466042D96A7}" type="pres">
      <dgm:prSet presAssocID="{F1C2EC2A-C2D1-4B10-8BD9-581FD72D4D0B}" presName="rootConnector" presStyleLbl="node2" presStyleIdx="0" presStyleCnt="5"/>
      <dgm:spPr/>
    </dgm:pt>
    <dgm:pt modelId="{E1816748-235F-4DEF-B408-6069A409A569}" type="pres">
      <dgm:prSet presAssocID="{F1C2EC2A-C2D1-4B10-8BD9-581FD72D4D0B}" presName="hierChild4" presStyleCnt="0"/>
      <dgm:spPr/>
    </dgm:pt>
    <dgm:pt modelId="{D9B28F73-2BDA-4689-9FE4-24C89887510E}" type="pres">
      <dgm:prSet presAssocID="{7ED89542-699A-4043-AC4E-09EEFB9829B8}" presName="Name37" presStyleLbl="parChTrans1D3" presStyleIdx="0" presStyleCnt="9"/>
      <dgm:spPr/>
    </dgm:pt>
    <dgm:pt modelId="{E6D159A7-616C-4FC9-87BD-B2DDADBEB10C}" type="pres">
      <dgm:prSet presAssocID="{1D3F78E6-DFEE-4543-85D1-BC917AE66982}" presName="hierRoot2" presStyleCnt="0">
        <dgm:presLayoutVars>
          <dgm:hierBranch val="init"/>
        </dgm:presLayoutVars>
      </dgm:prSet>
      <dgm:spPr/>
    </dgm:pt>
    <dgm:pt modelId="{07A8495C-25B5-4ECB-88B3-4095C1ACEB73}" type="pres">
      <dgm:prSet presAssocID="{1D3F78E6-DFEE-4543-85D1-BC917AE66982}" presName="rootComposite" presStyleCnt="0"/>
      <dgm:spPr/>
    </dgm:pt>
    <dgm:pt modelId="{581CB4AA-915E-4E4B-B8D2-E71E05F910FC}" type="pres">
      <dgm:prSet presAssocID="{1D3F78E6-DFEE-4543-85D1-BC917AE66982}" presName="rootText" presStyleLbl="node3" presStyleIdx="0" presStyleCnt="9">
        <dgm:presLayoutVars>
          <dgm:chPref val="3"/>
        </dgm:presLayoutVars>
      </dgm:prSet>
      <dgm:spPr/>
    </dgm:pt>
    <dgm:pt modelId="{6FE95F60-E64A-4E66-9444-F80336E0344A}" type="pres">
      <dgm:prSet presAssocID="{1D3F78E6-DFEE-4543-85D1-BC917AE66982}" presName="rootConnector" presStyleLbl="node3" presStyleIdx="0" presStyleCnt="9"/>
      <dgm:spPr/>
    </dgm:pt>
    <dgm:pt modelId="{D4C3936A-D7FA-4E4B-B362-399D3AC08A17}" type="pres">
      <dgm:prSet presAssocID="{1D3F78E6-DFEE-4543-85D1-BC917AE66982}" presName="hierChild4" presStyleCnt="0"/>
      <dgm:spPr/>
    </dgm:pt>
    <dgm:pt modelId="{6B878568-DF71-4043-BE74-1D2F95AEB75A}" type="pres">
      <dgm:prSet presAssocID="{1D3F78E6-DFEE-4543-85D1-BC917AE66982}" presName="hierChild5" presStyleCnt="0"/>
      <dgm:spPr/>
    </dgm:pt>
    <dgm:pt modelId="{33B23414-4625-438C-9A9C-D5E894240E5D}" type="pres">
      <dgm:prSet presAssocID="{88165411-E336-40FC-9A6A-3603457B5B64}" presName="Name37" presStyleLbl="parChTrans1D3" presStyleIdx="1" presStyleCnt="9"/>
      <dgm:spPr/>
    </dgm:pt>
    <dgm:pt modelId="{8EEE81A4-41DD-49FC-AEB6-9BD5C73847F2}" type="pres">
      <dgm:prSet presAssocID="{4E406464-B261-4CCF-A2C0-53FAF2E5AA21}" presName="hierRoot2" presStyleCnt="0">
        <dgm:presLayoutVars>
          <dgm:hierBranch val="init"/>
        </dgm:presLayoutVars>
      </dgm:prSet>
      <dgm:spPr/>
    </dgm:pt>
    <dgm:pt modelId="{DE731A80-40F4-4180-B35E-79633209715F}" type="pres">
      <dgm:prSet presAssocID="{4E406464-B261-4CCF-A2C0-53FAF2E5AA21}" presName="rootComposite" presStyleCnt="0"/>
      <dgm:spPr/>
    </dgm:pt>
    <dgm:pt modelId="{927FB171-0E3A-4FE1-8452-49A4CF7C274C}" type="pres">
      <dgm:prSet presAssocID="{4E406464-B261-4CCF-A2C0-53FAF2E5AA21}" presName="rootText" presStyleLbl="node3" presStyleIdx="1" presStyleCnt="9">
        <dgm:presLayoutVars>
          <dgm:chPref val="3"/>
        </dgm:presLayoutVars>
      </dgm:prSet>
      <dgm:spPr/>
    </dgm:pt>
    <dgm:pt modelId="{1FAF3B9D-10A9-48D2-97FF-847B32E7DDFC}" type="pres">
      <dgm:prSet presAssocID="{4E406464-B261-4CCF-A2C0-53FAF2E5AA21}" presName="rootConnector" presStyleLbl="node3" presStyleIdx="1" presStyleCnt="9"/>
      <dgm:spPr/>
    </dgm:pt>
    <dgm:pt modelId="{200C07DD-3CF0-40D3-8D51-2767071693D5}" type="pres">
      <dgm:prSet presAssocID="{4E406464-B261-4CCF-A2C0-53FAF2E5AA21}" presName="hierChild4" presStyleCnt="0"/>
      <dgm:spPr/>
    </dgm:pt>
    <dgm:pt modelId="{99401E46-B2DE-4CE9-80B7-27B981EDDD1D}" type="pres">
      <dgm:prSet presAssocID="{4E406464-B261-4CCF-A2C0-53FAF2E5AA21}" presName="hierChild5" presStyleCnt="0"/>
      <dgm:spPr/>
    </dgm:pt>
    <dgm:pt modelId="{1F69444E-0E44-406C-BD77-6E82BF67FC0A}" type="pres">
      <dgm:prSet presAssocID="{F1C2EC2A-C2D1-4B10-8BD9-581FD72D4D0B}" presName="hierChild5" presStyleCnt="0"/>
      <dgm:spPr/>
    </dgm:pt>
    <dgm:pt modelId="{79C4E30F-5482-4943-B7CB-AB58FD4C2D9B}" type="pres">
      <dgm:prSet presAssocID="{B33F5D45-D79D-4361-9139-4A3E6A921576}" presName="Name37" presStyleLbl="parChTrans1D2" presStyleIdx="1" presStyleCnt="7"/>
      <dgm:spPr/>
    </dgm:pt>
    <dgm:pt modelId="{590BEE06-4C7C-4844-9D29-D2D3B987899B}" type="pres">
      <dgm:prSet presAssocID="{46AB73EC-5EA5-4ADD-95AE-BADBC072DAE9}" presName="hierRoot2" presStyleCnt="0">
        <dgm:presLayoutVars>
          <dgm:hierBranch val="init"/>
        </dgm:presLayoutVars>
      </dgm:prSet>
      <dgm:spPr/>
    </dgm:pt>
    <dgm:pt modelId="{B3DD39CB-1DB5-4DCC-AA12-DCC5DD8FC2E6}" type="pres">
      <dgm:prSet presAssocID="{46AB73EC-5EA5-4ADD-95AE-BADBC072DAE9}" presName="rootComposite" presStyleCnt="0"/>
      <dgm:spPr/>
    </dgm:pt>
    <dgm:pt modelId="{E8F247AC-0CD8-4F19-A4F6-539A7D984E7C}" type="pres">
      <dgm:prSet presAssocID="{46AB73EC-5EA5-4ADD-95AE-BADBC072DAE9}" presName="rootText" presStyleLbl="node2" presStyleIdx="1" presStyleCnt="5">
        <dgm:presLayoutVars>
          <dgm:chPref val="3"/>
        </dgm:presLayoutVars>
      </dgm:prSet>
      <dgm:spPr>
        <a:xfrm>
          <a:off x="3079616" y="2010727"/>
          <a:ext cx="1415413" cy="707706"/>
        </a:xfrm>
        <a:prstGeom prst="rect">
          <a:avLst/>
        </a:prstGeom>
      </dgm:spPr>
    </dgm:pt>
    <dgm:pt modelId="{F51CB9D4-18FB-47F1-9652-AA30A5E5E840}" type="pres">
      <dgm:prSet presAssocID="{46AB73EC-5EA5-4ADD-95AE-BADBC072DAE9}" presName="rootConnector" presStyleLbl="node2" presStyleIdx="1" presStyleCnt="5"/>
      <dgm:spPr/>
    </dgm:pt>
    <dgm:pt modelId="{70A53D06-5EFE-4566-9789-4E0639B66AA3}" type="pres">
      <dgm:prSet presAssocID="{46AB73EC-5EA5-4ADD-95AE-BADBC072DAE9}" presName="hierChild4" presStyleCnt="0"/>
      <dgm:spPr/>
    </dgm:pt>
    <dgm:pt modelId="{5CAC62B1-9C68-4B89-8876-EE1AC18FD456}" type="pres">
      <dgm:prSet presAssocID="{D37927CC-73EF-492F-8F11-3331C88E0891}" presName="Name37" presStyleLbl="parChTrans1D3" presStyleIdx="2" presStyleCnt="9"/>
      <dgm:spPr/>
    </dgm:pt>
    <dgm:pt modelId="{D463868A-9500-4BFD-98EE-26F123D2DFBE}" type="pres">
      <dgm:prSet presAssocID="{F8A50A9B-4878-4E15-85E9-D5794B3F2198}" presName="hierRoot2" presStyleCnt="0">
        <dgm:presLayoutVars>
          <dgm:hierBranch val="init"/>
        </dgm:presLayoutVars>
      </dgm:prSet>
      <dgm:spPr/>
    </dgm:pt>
    <dgm:pt modelId="{0A9CA09B-2227-4C5C-B416-10AC50890B84}" type="pres">
      <dgm:prSet presAssocID="{F8A50A9B-4878-4E15-85E9-D5794B3F2198}" presName="rootComposite" presStyleCnt="0"/>
      <dgm:spPr/>
    </dgm:pt>
    <dgm:pt modelId="{79348734-C14F-466B-BC11-5D3F47D4EB92}" type="pres">
      <dgm:prSet presAssocID="{F8A50A9B-4878-4E15-85E9-D5794B3F2198}" presName="rootText" presStyleLbl="node3" presStyleIdx="2" presStyleCnt="9">
        <dgm:presLayoutVars>
          <dgm:chPref val="3"/>
        </dgm:presLayoutVars>
      </dgm:prSet>
      <dgm:spPr/>
    </dgm:pt>
    <dgm:pt modelId="{64593343-621F-4471-8665-5B58728C0658}" type="pres">
      <dgm:prSet presAssocID="{F8A50A9B-4878-4E15-85E9-D5794B3F2198}" presName="rootConnector" presStyleLbl="node3" presStyleIdx="2" presStyleCnt="9"/>
      <dgm:spPr/>
    </dgm:pt>
    <dgm:pt modelId="{A06209FD-4903-46C6-AEF8-5484124F4B49}" type="pres">
      <dgm:prSet presAssocID="{F8A50A9B-4878-4E15-85E9-D5794B3F2198}" presName="hierChild4" presStyleCnt="0"/>
      <dgm:spPr/>
    </dgm:pt>
    <dgm:pt modelId="{038CB0E1-DC78-466F-AF42-5724D5CB2AF1}" type="pres">
      <dgm:prSet presAssocID="{F8A50A9B-4878-4E15-85E9-D5794B3F2198}" presName="hierChild5" presStyleCnt="0"/>
      <dgm:spPr/>
    </dgm:pt>
    <dgm:pt modelId="{2DCBDBAA-3B11-4757-80BC-595B78C52613}" type="pres">
      <dgm:prSet presAssocID="{46AB73EC-5EA5-4ADD-95AE-BADBC072DAE9}" presName="hierChild5" presStyleCnt="0"/>
      <dgm:spPr/>
    </dgm:pt>
    <dgm:pt modelId="{AAF708CF-CA03-4CB9-9FCE-CCF48080EBCA}" type="pres">
      <dgm:prSet presAssocID="{30AB178F-6399-4828-8A09-C03F7F9D0DEA}" presName="Name37" presStyleLbl="parChTrans1D2" presStyleIdx="2" presStyleCnt="7"/>
      <dgm:spPr/>
    </dgm:pt>
    <dgm:pt modelId="{1FECADB8-25F8-4AF8-8029-83733A9E7EE8}" type="pres">
      <dgm:prSet presAssocID="{977364B1-ACC7-4BF2-A4E6-C5C2C4FFC9E5}" presName="hierRoot2" presStyleCnt="0">
        <dgm:presLayoutVars>
          <dgm:hierBranch val="init"/>
        </dgm:presLayoutVars>
      </dgm:prSet>
      <dgm:spPr/>
    </dgm:pt>
    <dgm:pt modelId="{ADB12EE5-BF8D-48D7-ADA3-B81C2A1541E1}" type="pres">
      <dgm:prSet presAssocID="{977364B1-ACC7-4BF2-A4E6-C5C2C4FFC9E5}" presName="rootComposite" presStyleCnt="0"/>
      <dgm:spPr/>
    </dgm:pt>
    <dgm:pt modelId="{2466FF56-31B7-40EE-9E10-C04D7E208139}" type="pres">
      <dgm:prSet presAssocID="{977364B1-ACC7-4BF2-A4E6-C5C2C4FFC9E5}" presName="rootText" presStyleLbl="node2" presStyleIdx="2" presStyleCnt="5">
        <dgm:presLayoutVars>
          <dgm:chPref val="3"/>
        </dgm:presLayoutVars>
      </dgm:prSet>
      <dgm:spPr>
        <a:xfrm>
          <a:off x="4792266" y="2010727"/>
          <a:ext cx="1415413" cy="707706"/>
        </a:xfrm>
        <a:prstGeom prst="rect">
          <a:avLst/>
        </a:prstGeom>
      </dgm:spPr>
    </dgm:pt>
    <dgm:pt modelId="{49A9F0D8-5CBF-4B53-BABD-8764408F406B}" type="pres">
      <dgm:prSet presAssocID="{977364B1-ACC7-4BF2-A4E6-C5C2C4FFC9E5}" presName="rootConnector" presStyleLbl="node2" presStyleIdx="2" presStyleCnt="5"/>
      <dgm:spPr/>
    </dgm:pt>
    <dgm:pt modelId="{2DA57394-774A-470E-8649-4EFC8755BD45}" type="pres">
      <dgm:prSet presAssocID="{977364B1-ACC7-4BF2-A4E6-C5C2C4FFC9E5}" presName="hierChild4" presStyleCnt="0"/>
      <dgm:spPr/>
    </dgm:pt>
    <dgm:pt modelId="{6415E3AC-0BF3-4443-9248-02C0959AC817}" type="pres">
      <dgm:prSet presAssocID="{93E2F0B9-2817-454D-9ADE-73F701956CED}" presName="Name37" presStyleLbl="parChTrans1D3" presStyleIdx="3" presStyleCnt="9"/>
      <dgm:spPr/>
    </dgm:pt>
    <dgm:pt modelId="{93578441-5B78-4521-917E-1024E8D45BF3}" type="pres">
      <dgm:prSet presAssocID="{B44A5AAA-2AA5-42D1-A443-68BD7CB2C9FE}" presName="hierRoot2" presStyleCnt="0">
        <dgm:presLayoutVars>
          <dgm:hierBranch val="init"/>
        </dgm:presLayoutVars>
      </dgm:prSet>
      <dgm:spPr/>
    </dgm:pt>
    <dgm:pt modelId="{46C6B60F-43A2-494B-84E9-8F344B2CA3EA}" type="pres">
      <dgm:prSet presAssocID="{B44A5AAA-2AA5-42D1-A443-68BD7CB2C9FE}" presName="rootComposite" presStyleCnt="0"/>
      <dgm:spPr/>
    </dgm:pt>
    <dgm:pt modelId="{D86AB9D8-CC91-4CC2-A032-4FD4023B57B2}" type="pres">
      <dgm:prSet presAssocID="{B44A5AAA-2AA5-42D1-A443-68BD7CB2C9FE}" presName="rootText" presStyleLbl="node3" presStyleIdx="3" presStyleCnt="9">
        <dgm:presLayoutVars>
          <dgm:chPref val="3"/>
        </dgm:presLayoutVars>
      </dgm:prSet>
      <dgm:spPr/>
    </dgm:pt>
    <dgm:pt modelId="{C8F4C878-B018-4CE3-85AA-840BF9C239D4}" type="pres">
      <dgm:prSet presAssocID="{B44A5AAA-2AA5-42D1-A443-68BD7CB2C9FE}" presName="rootConnector" presStyleLbl="node3" presStyleIdx="3" presStyleCnt="9"/>
      <dgm:spPr/>
    </dgm:pt>
    <dgm:pt modelId="{AA518D6A-E4F3-4556-B6D5-0B5E825EAED3}" type="pres">
      <dgm:prSet presAssocID="{B44A5AAA-2AA5-42D1-A443-68BD7CB2C9FE}" presName="hierChild4" presStyleCnt="0"/>
      <dgm:spPr/>
    </dgm:pt>
    <dgm:pt modelId="{5AE8FDC9-5DE7-4F37-ADFB-8DC462C17FBB}" type="pres">
      <dgm:prSet presAssocID="{B44A5AAA-2AA5-42D1-A443-68BD7CB2C9FE}" presName="hierChild5" presStyleCnt="0"/>
      <dgm:spPr/>
    </dgm:pt>
    <dgm:pt modelId="{11BCB56C-FF24-49F8-8342-D3E4992A3AC5}" type="pres">
      <dgm:prSet presAssocID="{0E115DCD-756D-47F3-A510-2ADD07ACFDD7}" presName="Name37" presStyleLbl="parChTrans1D3" presStyleIdx="4" presStyleCnt="9"/>
      <dgm:spPr/>
    </dgm:pt>
    <dgm:pt modelId="{FEFA52F0-C92D-4CE4-B245-C745F8E5368A}" type="pres">
      <dgm:prSet presAssocID="{1892EB85-AE6E-43AA-A794-3AD2CD6FCFF7}" presName="hierRoot2" presStyleCnt="0">
        <dgm:presLayoutVars>
          <dgm:hierBranch val="init"/>
        </dgm:presLayoutVars>
      </dgm:prSet>
      <dgm:spPr/>
    </dgm:pt>
    <dgm:pt modelId="{4A31B891-D461-4610-AD56-B9A18814CB3F}" type="pres">
      <dgm:prSet presAssocID="{1892EB85-AE6E-43AA-A794-3AD2CD6FCFF7}" presName="rootComposite" presStyleCnt="0"/>
      <dgm:spPr/>
    </dgm:pt>
    <dgm:pt modelId="{8FD6A0A1-CC69-4703-B8CF-838DB4CD4A15}" type="pres">
      <dgm:prSet presAssocID="{1892EB85-AE6E-43AA-A794-3AD2CD6FCFF7}" presName="rootText" presStyleLbl="node3" presStyleIdx="4" presStyleCnt="9">
        <dgm:presLayoutVars>
          <dgm:chPref val="3"/>
        </dgm:presLayoutVars>
      </dgm:prSet>
      <dgm:spPr>
        <a:xfrm>
          <a:off x="5146119" y="4020614"/>
          <a:ext cx="1415413" cy="707706"/>
        </a:xfrm>
        <a:prstGeom prst="rect">
          <a:avLst/>
        </a:prstGeom>
      </dgm:spPr>
    </dgm:pt>
    <dgm:pt modelId="{478033D1-EECE-466F-9B73-67DDC1FAC6B5}" type="pres">
      <dgm:prSet presAssocID="{1892EB85-AE6E-43AA-A794-3AD2CD6FCFF7}" presName="rootConnector" presStyleLbl="node3" presStyleIdx="4" presStyleCnt="9"/>
      <dgm:spPr/>
    </dgm:pt>
    <dgm:pt modelId="{9BB1DBE8-8CEA-4379-9804-33138FA7C8FB}" type="pres">
      <dgm:prSet presAssocID="{1892EB85-AE6E-43AA-A794-3AD2CD6FCFF7}" presName="hierChild4" presStyleCnt="0"/>
      <dgm:spPr/>
    </dgm:pt>
    <dgm:pt modelId="{393CE89D-D582-4F72-B1EC-CA7D0B10BB65}" type="pres">
      <dgm:prSet presAssocID="{1892EB85-AE6E-43AA-A794-3AD2CD6FCFF7}" presName="hierChild5" presStyleCnt="0"/>
      <dgm:spPr/>
    </dgm:pt>
    <dgm:pt modelId="{2166888A-7BA2-44A7-9F77-1EA33CB041F3}" type="pres">
      <dgm:prSet presAssocID="{977364B1-ACC7-4BF2-A4E6-C5C2C4FFC9E5}" presName="hierChild5" presStyleCnt="0"/>
      <dgm:spPr/>
    </dgm:pt>
    <dgm:pt modelId="{F5AB29D3-D5BA-4896-A351-53F5C3187A83}" type="pres">
      <dgm:prSet presAssocID="{9DD0B445-2DC1-4541-AD3C-8A20FAF59267}" presName="Name37" presStyleLbl="parChTrans1D2" presStyleIdx="3" presStyleCnt="7"/>
      <dgm:spPr/>
    </dgm:pt>
    <dgm:pt modelId="{26C15DCD-E816-459A-8A61-EAC8408756A8}" type="pres">
      <dgm:prSet presAssocID="{D73F0D8C-1F71-41FF-9C69-A599BF95E5CB}" presName="hierRoot2" presStyleCnt="0">
        <dgm:presLayoutVars>
          <dgm:hierBranch val="init"/>
        </dgm:presLayoutVars>
      </dgm:prSet>
      <dgm:spPr/>
    </dgm:pt>
    <dgm:pt modelId="{68CC6262-81A0-4703-B633-B37DC520C44F}" type="pres">
      <dgm:prSet presAssocID="{D73F0D8C-1F71-41FF-9C69-A599BF95E5CB}" presName="rootComposite" presStyleCnt="0"/>
      <dgm:spPr/>
    </dgm:pt>
    <dgm:pt modelId="{868DA4F8-B905-4D4A-B8CC-41814247EF1A}" type="pres">
      <dgm:prSet presAssocID="{D73F0D8C-1F71-41FF-9C69-A599BF95E5CB}" presName="rootText" presStyleLbl="node2" presStyleIdx="3" presStyleCnt="5">
        <dgm:presLayoutVars>
          <dgm:chPref val="3"/>
        </dgm:presLayoutVars>
      </dgm:prSet>
      <dgm:spPr>
        <a:xfrm>
          <a:off x="6504916" y="2010727"/>
          <a:ext cx="1415413" cy="707706"/>
        </a:xfrm>
        <a:prstGeom prst="rect">
          <a:avLst/>
        </a:prstGeom>
      </dgm:spPr>
    </dgm:pt>
    <dgm:pt modelId="{A84F0184-B782-4418-B7D9-69DBDE95CD0F}" type="pres">
      <dgm:prSet presAssocID="{D73F0D8C-1F71-41FF-9C69-A599BF95E5CB}" presName="rootConnector" presStyleLbl="node2" presStyleIdx="3" presStyleCnt="5"/>
      <dgm:spPr/>
    </dgm:pt>
    <dgm:pt modelId="{8C129936-7E59-4A62-93C2-0E58EA2281FD}" type="pres">
      <dgm:prSet presAssocID="{D73F0D8C-1F71-41FF-9C69-A599BF95E5CB}" presName="hierChild4" presStyleCnt="0"/>
      <dgm:spPr/>
    </dgm:pt>
    <dgm:pt modelId="{AE6D0AC4-076A-4EA4-ACC6-D77BB1C65F40}" type="pres">
      <dgm:prSet presAssocID="{E3408310-2742-445B-8A14-A3CFBA74FAD0}" presName="Name37" presStyleLbl="parChTrans1D3" presStyleIdx="5" presStyleCnt="9"/>
      <dgm:spPr/>
    </dgm:pt>
    <dgm:pt modelId="{4005552A-FC4D-45A7-83CA-BE6AFD131800}" type="pres">
      <dgm:prSet presAssocID="{28FE05B5-EB7A-426C-81AD-07EC0662149B}" presName="hierRoot2" presStyleCnt="0">
        <dgm:presLayoutVars>
          <dgm:hierBranch val="init"/>
        </dgm:presLayoutVars>
      </dgm:prSet>
      <dgm:spPr/>
    </dgm:pt>
    <dgm:pt modelId="{36FEF3C9-D14E-4567-AFD6-15E272FF8907}" type="pres">
      <dgm:prSet presAssocID="{28FE05B5-EB7A-426C-81AD-07EC0662149B}" presName="rootComposite" presStyleCnt="0"/>
      <dgm:spPr/>
    </dgm:pt>
    <dgm:pt modelId="{70989C98-C67A-453F-B7C1-6CBFF821D516}" type="pres">
      <dgm:prSet presAssocID="{28FE05B5-EB7A-426C-81AD-07EC0662149B}" presName="rootText" presStyleLbl="node3" presStyleIdx="5" presStyleCnt="9">
        <dgm:presLayoutVars>
          <dgm:chPref val="3"/>
        </dgm:presLayoutVars>
      </dgm:prSet>
      <dgm:spPr/>
    </dgm:pt>
    <dgm:pt modelId="{8076EB97-599C-4BB4-ACE3-7E28B103E8CD}" type="pres">
      <dgm:prSet presAssocID="{28FE05B5-EB7A-426C-81AD-07EC0662149B}" presName="rootConnector" presStyleLbl="node3" presStyleIdx="5" presStyleCnt="9"/>
      <dgm:spPr/>
    </dgm:pt>
    <dgm:pt modelId="{84BACFDC-4B9D-47E5-8469-C5EE08DA8212}" type="pres">
      <dgm:prSet presAssocID="{28FE05B5-EB7A-426C-81AD-07EC0662149B}" presName="hierChild4" presStyleCnt="0"/>
      <dgm:spPr/>
    </dgm:pt>
    <dgm:pt modelId="{1F23E71D-EE1A-44BB-ABA5-FB501AF466CD}" type="pres">
      <dgm:prSet presAssocID="{28FE05B5-EB7A-426C-81AD-07EC0662149B}" presName="hierChild5" presStyleCnt="0"/>
      <dgm:spPr/>
    </dgm:pt>
    <dgm:pt modelId="{579E2699-2A0A-40F0-9F1A-C31E972A41C4}" type="pres">
      <dgm:prSet presAssocID="{CC29F644-1A69-4C56-A363-FB14B31054B1}" presName="Name37" presStyleLbl="parChTrans1D3" presStyleIdx="6" presStyleCnt="9"/>
      <dgm:spPr/>
    </dgm:pt>
    <dgm:pt modelId="{23AE7EC9-BBDA-44B2-8297-F1FEBA71716F}" type="pres">
      <dgm:prSet presAssocID="{E3B79A41-7EB1-4BC8-9AF1-9876A3A878D7}" presName="hierRoot2" presStyleCnt="0">
        <dgm:presLayoutVars>
          <dgm:hierBranch val="init"/>
        </dgm:presLayoutVars>
      </dgm:prSet>
      <dgm:spPr/>
    </dgm:pt>
    <dgm:pt modelId="{BB6BBDF2-40F3-4F73-8A14-72C48F50ADC6}" type="pres">
      <dgm:prSet presAssocID="{E3B79A41-7EB1-4BC8-9AF1-9876A3A878D7}" presName="rootComposite" presStyleCnt="0"/>
      <dgm:spPr/>
    </dgm:pt>
    <dgm:pt modelId="{3974F7C6-EF2E-48A7-BA04-C36D74305D90}" type="pres">
      <dgm:prSet presAssocID="{E3B79A41-7EB1-4BC8-9AF1-9876A3A878D7}" presName="rootText" presStyleLbl="node3" presStyleIdx="6" presStyleCnt="9">
        <dgm:presLayoutVars>
          <dgm:chPref val="3"/>
        </dgm:presLayoutVars>
      </dgm:prSet>
      <dgm:spPr>
        <a:xfrm>
          <a:off x="6858770" y="4020614"/>
          <a:ext cx="1415413" cy="707706"/>
        </a:xfrm>
        <a:prstGeom prst="rect">
          <a:avLst/>
        </a:prstGeom>
      </dgm:spPr>
    </dgm:pt>
    <dgm:pt modelId="{5C4B67A1-04CD-4BE1-ABB8-5C726FEAC56F}" type="pres">
      <dgm:prSet presAssocID="{E3B79A41-7EB1-4BC8-9AF1-9876A3A878D7}" presName="rootConnector" presStyleLbl="node3" presStyleIdx="6" presStyleCnt="9"/>
      <dgm:spPr/>
    </dgm:pt>
    <dgm:pt modelId="{FB6E36AB-95F3-49EF-8185-4D2DF9FE2DAA}" type="pres">
      <dgm:prSet presAssocID="{E3B79A41-7EB1-4BC8-9AF1-9876A3A878D7}" presName="hierChild4" presStyleCnt="0"/>
      <dgm:spPr/>
    </dgm:pt>
    <dgm:pt modelId="{CC329263-7AC4-4D06-B28B-C50861565338}" type="pres">
      <dgm:prSet presAssocID="{E3B79A41-7EB1-4BC8-9AF1-9876A3A878D7}" presName="hierChild5" presStyleCnt="0"/>
      <dgm:spPr/>
    </dgm:pt>
    <dgm:pt modelId="{C9211D7B-9551-4D56-9D96-E006EDB1C483}" type="pres">
      <dgm:prSet presAssocID="{D73F0D8C-1F71-41FF-9C69-A599BF95E5CB}" presName="hierChild5" presStyleCnt="0"/>
      <dgm:spPr/>
    </dgm:pt>
    <dgm:pt modelId="{FDC5DE45-3323-435A-B0F6-7DC10FBA9A29}" type="pres">
      <dgm:prSet presAssocID="{8D6A3DD3-D177-4D80-B279-215514BBF1A9}" presName="Name37" presStyleLbl="parChTrans1D2" presStyleIdx="4" presStyleCnt="7"/>
      <dgm:spPr/>
    </dgm:pt>
    <dgm:pt modelId="{C8F06AE6-B362-4968-B289-2D809B7A0A91}" type="pres">
      <dgm:prSet presAssocID="{723955BF-3EAF-45EE-A15F-1F3D8959CA0D}" presName="hierRoot2" presStyleCnt="0">
        <dgm:presLayoutVars>
          <dgm:hierBranch val="init"/>
        </dgm:presLayoutVars>
      </dgm:prSet>
      <dgm:spPr/>
    </dgm:pt>
    <dgm:pt modelId="{E8FC68A6-E111-48B7-B925-5CB03799E0BB}" type="pres">
      <dgm:prSet presAssocID="{723955BF-3EAF-45EE-A15F-1F3D8959CA0D}" presName="rootComposite" presStyleCnt="0"/>
      <dgm:spPr/>
    </dgm:pt>
    <dgm:pt modelId="{1F1C0226-DF33-47F4-9200-86ADE7715ED2}" type="pres">
      <dgm:prSet presAssocID="{723955BF-3EAF-45EE-A15F-1F3D8959CA0D}" presName="rootText" presStyleLbl="node2" presStyleIdx="4" presStyleCnt="5">
        <dgm:presLayoutVars>
          <dgm:chPref val="3"/>
        </dgm:presLayoutVars>
      </dgm:prSet>
      <dgm:spPr>
        <a:xfrm>
          <a:off x="8217567" y="2010727"/>
          <a:ext cx="1415413" cy="707706"/>
        </a:xfrm>
        <a:prstGeom prst="rect">
          <a:avLst/>
        </a:prstGeom>
      </dgm:spPr>
    </dgm:pt>
    <dgm:pt modelId="{768D53FE-9556-4A9B-B93E-A8C4B88A0508}" type="pres">
      <dgm:prSet presAssocID="{723955BF-3EAF-45EE-A15F-1F3D8959CA0D}" presName="rootConnector" presStyleLbl="node2" presStyleIdx="4" presStyleCnt="5"/>
      <dgm:spPr/>
    </dgm:pt>
    <dgm:pt modelId="{FAC07C1C-BEBF-4107-96E4-2AA753A2D69E}" type="pres">
      <dgm:prSet presAssocID="{723955BF-3EAF-45EE-A15F-1F3D8959CA0D}" presName="hierChild4" presStyleCnt="0"/>
      <dgm:spPr/>
    </dgm:pt>
    <dgm:pt modelId="{7B195D23-7AB9-4529-9C25-AE322C38FE62}" type="pres">
      <dgm:prSet presAssocID="{23727A78-D726-4B56-A842-DECADF8A4CC8}" presName="Name37" presStyleLbl="parChTrans1D3" presStyleIdx="7" presStyleCnt="9"/>
      <dgm:spPr/>
    </dgm:pt>
    <dgm:pt modelId="{E9B64AB6-0E6A-4F38-B2D6-FDBA8264F42E}" type="pres">
      <dgm:prSet presAssocID="{A88B2E64-8BC9-4CBE-9653-3F55C4C7DC13}" presName="hierRoot2" presStyleCnt="0">
        <dgm:presLayoutVars>
          <dgm:hierBranch val="init"/>
        </dgm:presLayoutVars>
      </dgm:prSet>
      <dgm:spPr/>
    </dgm:pt>
    <dgm:pt modelId="{D51628B2-99E8-466C-B4F0-DE117650161D}" type="pres">
      <dgm:prSet presAssocID="{A88B2E64-8BC9-4CBE-9653-3F55C4C7DC13}" presName="rootComposite" presStyleCnt="0"/>
      <dgm:spPr/>
    </dgm:pt>
    <dgm:pt modelId="{1FFE0E36-CD64-4505-9A1F-DDC8D080E445}" type="pres">
      <dgm:prSet presAssocID="{A88B2E64-8BC9-4CBE-9653-3F55C4C7DC13}" presName="rootText" presStyleLbl="node3" presStyleIdx="7" presStyleCnt="9">
        <dgm:presLayoutVars>
          <dgm:chPref val="3"/>
        </dgm:presLayoutVars>
      </dgm:prSet>
      <dgm:spPr/>
    </dgm:pt>
    <dgm:pt modelId="{38B8F37D-34D0-4A96-871B-6A1B29625697}" type="pres">
      <dgm:prSet presAssocID="{A88B2E64-8BC9-4CBE-9653-3F55C4C7DC13}" presName="rootConnector" presStyleLbl="node3" presStyleIdx="7" presStyleCnt="9"/>
      <dgm:spPr/>
    </dgm:pt>
    <dgm:pt modelId="{BB644F40-6CCE-426B-96C8-73CD857FB41A}" type="pres">
      <dgm:prSet presAssocID="{A88B2E64-8BC9-4CBE-9653-3F55C4C7DC13}" presName="hierChild4" presStyleCnt="0"/>
      <dgm:spPr/>
    </dgm:pt>
    <dgm:pt modelId="{1B9FAAD4-1848-481E-BAB1-155F5E418591}" type="pres">
      <dgm:prSet presAssocID="{A88B2E64-8BC9-4CBE-9653-3F55C4C7DC13}" presName="hierChild5" presStyleCnt="0"/>
      <dgm:spPr/>
    </dgm:pt>
    <dgm:pt modelId="{02D8690C-4E6E-4584-853D-211468C36305}" type="pres">
      <dgm:prSet presAssocID="{995C48C2-2944-40E4-B6C1-754D42009192}" presName="Name37" presStyleLbl="parChTrans1D3" presStyleIdx="8" presStyleCnt="9"/>
      <dgm:spPr/>
    </dgm:pt>
    <dgm:pt modelId="{5BDD89D5-A5AC-4048-AF8D-A203A90DCE71}" type="pres">
      <dgm:prSet presAssocID="{2ACFFB6B-F0EC-4310-9B82-F563301F6077}" presName="hierRoot2" presStyleCnt="0">
        <dgm:presLayoutVars>
          <dgm:hierBranch val="init"/>
        </dgm:presLayoutVars>
      </dgm:prSet>
      <dgm:spPr/>
    </dgm:pt>
    <dgm:pt modelId="{3708797A-7B46-433B-B2D2-9DD04778F089}" type="pres">
      <dgm:prSet presAssocID="{2ACFFB6B-F0EC-4310-9B82-F563301F6077}" presName="rootComposite" presStyleCnt="0"/>
      <dgm:spPr/>
    </dgm:pt>
    <dgm:pt modelId="{5A3069B6-69A9-4FFA-86B2-30F4593B5C55}" type="pres">
      <dgm:prSet presAssocID="{2ACFFB6B-F0EC-4310-9B82-F563301F6077}" presName="rootText" presStyleLbl="node3" presStyleIdx="8" presStyleCnt="9">
        <dgm:presLayoutVars>
          <dgm:chPref val="3"/>
        </dgm:presLayoutVars>
      </dgm:prSet>
      <dgm:spPr>
        <a:xfrm>
          <a:off x="8571420" y="4020614"/>
          <a:ext cx="1415413" cy="707706"/>
        </a:xfrm>
        <a:prstGeom prst="rect">
          <a:avLst/>
        </a:prstGeom>
      </dgm:spPr>
    </dgm:pt>
    <dgm:pt modelId="{644A0C53-4CEF-42A3-9D5C-FA12DFE4EFC0}" type="pres">
      <dgm:prSet presAssocID="{2ACFFB6B-F0EC-4310-9B82-F563301F6077}" presName="rootConnector" presStyleLbl="node3" presStyleIdx="8" presStyleCnt="9"/>
      <dgm:spPr/>
    </dgm:pt>
    <dgm:pt modelId="{2C4DEC90-E231-4008-ADDE-350ED4DB2AA1}" type="pres">
      <dgm:prSet presAssocID="{2ACFFB6B-F0EC-4310-9B82-F563301F6077}" presName="hierChild4" presStyleCnt="0"/>
      <dgm:spPr/>
    </dgm:pt>
    <dgm:pt modelId="{A0C10A09-447A-4C54-9353-1791DD2A4006}" type="pres">
      <dgm:prSet presAssocID="{2ACFFB6B-F0EC-4310-9B82-F563301F6077}" presName="hierChild5" presStyleCnt="0"/>
      <dgm:spPr/>
    </dgm:pt>
    <dgm:pt modelId="{CDB05E98-B343-493A-820E-73D00510962B}" type="pres">
      <dgm:prSet presAssocID="{723955BF-3EAF-45EE-A15F-1F3D8959CA0D}" presName="hierChild5" presStyleCnt="0"/>
      <dgm:spPr/>
    </dgm:pt>
    <dgm:pt modelId="{A8414F8C-05F7-42D9-AFA6-07E2B02D93CD}" type="pres">
      <dgm:prSet presAssocID="{0143E5DF-8087-49EA-BD81-DB611EC06A47}" presName="hierChild3" presStyleCnt="0"/>
      <dgm:spPr/>
    </dgm:pt>
    <dgm:pt modelId="{F10E0A9F-D1F4-42FD-B911-64DCC30F8CE9}" type="pres">
      <dgm:prSet presAssocID="{9AA102E6-96D1-4301-98BD-840826230693}" presName="Name111" presStyleLbl="parChTrans1D2" presStyleIdx="5" presStyleCnt="7"/>
      <dgm:spPr/>
    </dgm:pt>
    <dgm:pt modelId="{6B5CEA17-239B-4AF1-918A-71308EB24D64}" type="pres">
      <dgm:prSet presAssocID="{0F1721E4-7EB8-4216-95BF-7CA7EDEC3F6C}" presName="hierRoot3" presStyleCnt="0">
        <dgm:presLayoutVars>
          <dgm:hierBranch val="init"/>
        </dgm:presLayoutVars>
      </dgm:prSet>
      <dgm:spPr/>
    </dgm:pt>
    <dgm:pt modelId="{B8DD137E-0595-46DD-886F-147CBE4126AC}" type="pres">
      <dgm:prSet presAssocID="{0F1721E4-7EB8-4216-95BF-7CA7EDEC3F6C}" presName="rootComposite3" presStyleCnt="0"/>
      <dgm:spPr/>
    </dgm:pt>
    <dgm:pt modelId="{88508F02-80E6-4AF8-9EC4-0F8FF1BE78E6}" type="pres">
      <dgm:prSet presAssocID="{0F1721E4-7EB8-4216-95BF-7CA7EDEC3F6C}" presName="rootText3" presStyleLbl="asst1" presStyleIdx="0" presStyleCnt="2">
        <dgm:presLayoutVars>
          <dgm:chPref val="3"/>
        </dgm:presLayoutVars>
      </dgm:prSet>
      <dgm:spPr/>
    </dgm:pt>
    <dgm:pt modelId="{A9A6DCDC-7D86-4C82-A48D-D60354925F09}" type="pres">
      <dgm:prSet presAssocID="{0F1721E4-7EB8-4216-95BF-7CA7EDEC3F6C}" presName="rootConnector3" presStyleLbl="asst1" presStyleIdx="0" presStyleCnt="2"/>
      <dgm:spPr/>
    </dgm:pt>
    <dgm:pt modelId="{43184A79-A70A-4B4C-9808-F436724A5466}" type="pres">
      <dgm:prSet presAssocID="{0F1721E4-7EB8-4216-95BF-7CA7EDEC3F6C}" presName="hierChild6" presStyleCnt="0"/>
      <dgm:spPr/>
    </dgm:pt>
    <dgm:pt modelId="{EB1058D7-78CD-4C17-8A51-1E734088F811}" type="pres">
      <dgm:prSet presAssocID="{0F1721E4-7EB8-4216-95BF-7CA7EDEC3F6C}" presName="hierChild7" presStyleCnt="0"/>
      <dgm:spPr/>
    </dgm:pt>
    <dgm:pt modelId="{2624DE50-578D-44CA-AACD-ECD244EECD20}" type="pres">
      <dgm:prSet presAssocID="{A09A3497-7DED-4C4F-9C6D-E0F60FA32E11}" presName="Name111" presStyleLbl="parChTrans1D2" presStyleIdx="6" presStyleCnt="7"/>
      <dgm:spPr/>
    </dgm:pt>
    <dgm:pt modelId="{588904A0-57F7-4B7E-9677-79AB8705DCB2}" type="pres">
      <dgm:prSet presAssocID="{D7907DAA-3033-4DE9-BC66-08DCA1A5CC7B}" presName="hierRoot3" presStyleCnt="0">
        <dgm:presLayoutVars>
          <dgm:hierBranch val="init"/>
        </dgm:presLayoutVars>
      </dgm:prSet>
      <dgm:spPr/>
    </dgm:pt>
    <dgm:pt modelId="{139BF546-1AF7-4E36-9300-58947CC64356}" type="pres">
      <dgm:prSet presAssocID="{D7907DAA-3033-4DE9-BC66-08DCA1A5CC7B}" presName="rootComposite3" presStyleCnt="0"/>
      <dgm:spPr/>
    </dgm:pt>
    <dgm:pt modelId="{080C23F2-56B9-42F9-A011-BB56F05F9DD3}" type="pres">
      <dgm:prSet presAssocID="{D7907DAA-3033-4DE9-BC66-08DCA1A5CC7B}" presName="rootText3" presStyleLbl="asst1" presStyleIdx="1" presStyleCnt="2">
        <dgm:presLayoutVars>
          <dgm:chPref val="3"/>
        </dgm:presLayoutVars>
      </dgm:prSet>
      <dgm:spPr/>
    </dgm:pt>
    <dgm:pt modelId="{2972BE4E-5EEC-4353-A77A-C70F4452C27B}" type="pres">
      <dgm:prSet presAssocID="{D7907DAA-3033-4DE9-BC66-08DCA1A5CC7B}" presName="rootConnector3" presStyleLbl="asst1" presStyleIdx="1" presStyleCnt="2"/>
      <dgm:spPr/>
    </dgm:pt>
    <dgm:pt modelId="{36A9766C-5FB4-44F8-A0C7-3D911EB923E9}" type="pres">
      <dgm:prSet presAssocID="{D7907DAA-3033-4DE9-BC66-08DCA1A5CC7B}" presName="hierChild6" presStyleCnt="0"/>
      <dgm:spPr/>
    </dgm:pt>
    <dgm:pt modelId="{FD9E5F0A-6246-48EC-A0A0-470E97ECF866}" type="pres">
      <dgm:prSet presAssocID="{D7907DAA-3033-4DE9-BC66-08DCA1A5CC7B}" presName="hierChild7" presStyleCnt="0"/>
      <dgm:spPr/>
    </dgm:pt>
  </dgm:ptLst>
  <dgm:cxnLst>
    <dgm:cxn modelId="{314E6A01-2011-445C-AFF8-6EA7B6920971}" type="presOf" srcId="{46AB73EC-5EA5-4ADD-95AE-BADBC072DAE9}" destId="{E8F247AC-0CD8-4F19-A4F6-539A7D984E7C}" srcOrd="0" destOrd="0" presId="urn:microsoft.com/office/officeart/2005/8/layout/orgChart1"/>
    <dgm:cxn modelId="{6CD64A02-C742-4EAC-BE95-ABD0F5EB94B5}" type="presOf" srcId="{F8A50A9B-4878-4E15-85E9-D5794B3F2198}" destId="{79348734-C14F-466B-BC11-5D3F47D4EB92}" srcOrd="0" destOrd="0" presId="urn:microsoft.com/office/officeart/2005/8/layout/orgChart1"/>
    <dgm:cxn modelId="{CAF2FC04-15F9-4B64-8241-26DDBAE516E2}" type="presOf" srcId="{2ACFFB6B-F0EC-4310-9B82-F563301F6077}" destId="{5A3069B6-69A9-4FFA-86B2-30F4593B5C55}" srcOrd="0" destOrd="0" presId="urn:microsoft.com/office/officeart/2005/8/layout/orgChart1"/>
    <dgm:cxn modelId="{694F8A09-8D54-4C02-AE2B-2A074F308A1E}" srcId="{0143E5DF-8087-49EA-BD81-DB611EC06A47}" destId="{D7907DAA-3033-4DE9-BC66-08DCA1A5CC7B}" srcOrd="1" destOrd="0" parTransId="{A09A3497-7DED-4C4F-9C6D-E0F60FA32E11}" sibTransId="{997B53AE-13C0-4551-9BAE-B6CBBC5CB41E}"/>
    <dgm:cxn modelId="{DC7ED10E-D205-4BBE-A787-A60D417C0CE2}" srcId="{0143E5DF-8087-49EA-BD81-DB611EC06A47}" destId="{0F1721E4-7EB8-4216-95BF-7CA7EDEC3F6C}" srcOrd="0" destOrd="0" parTransId="{9AA102E6-96D1-4301-98BD-840826230693}" sibTransId="{61C27078-A59E-40B8-B28F-772106D111F4}"/>
    <dgm:cxn modelId="{3C0B6C19-F696-41C0-BB89-CBD75CF0C4FC}" type="presOf" srcId="{4E406464-B261-4CCF-A2C0-53FAF2E5AA21}" destId="{927FB171-0E3A-4FE1-8452-49A4CF7C274C}" srcOrd="0" destOrd="0" presId="urn:microsoft.com/office/officeart/2005/8/layout/orgChart1"/>
    <dgm:cxn modelId="{3F0E3D1B-0EC7-4DD9-A597-4ED849C556F3}" type="presOf" srcId="{E3B79A41-7EB1-4BC8-9AF1-9876A3A878D7}" destId="{3974F7C6-EF2E-48A7-BA04-C36D74305D90}" srcOrd="0" destOrd="0" presId="urn:microsoft.com/office/officeart/2005/8/layout/orgChart1"/>
    <dgm:cxn modelId="{69D56E24-AF43-4DD9-84A2-6A5DFB4EC1BD}" srcId="{0143E5DF-8087-49EA-BD81-DB611EC06A47}" destId="{723955BF-3EAF-45EE-A15F-1F3D8959CA0D}" srcOrd="6" destOrd="0" parTransId="{8D6A3DD3-D177-4D80-B279-215514BBF1A9}" sibTransId="{7C672541-90D8-45BB-83BA-77C7C6367A71}"/>
    <dgm:cxn modelId="{098FB024-E10B-4984-8E19-51F81D896216}" type="presOf" srcId="{977364B1-ACC7-4BF2-A4E6-C5C2C4FFC9E5}" destId="{49A9F0D8-5CBF-4B53-BABD-8764408F406B}" srcOrd="1" destOrd="0" presId="urn:microsoft.com/office/officeart/2005/8/layout/orgChart1"/>
    <dgm:cxn modelId="{4DD4042D-2C37-49A6-AFCF-843D85364195}" type="presOf" srcId="{93E2F0B9-2817-454D-9ADE-73F701956CED}" destId="{6415E3AC-0BF3-4443-9248-02C0959AC817}" srcOrd="0" destOrd="0" presId="urn:microsoft.com/office/officeart/2005/8/layout/orgChart1"/>
    <dgm:cxn modelId="{36B3B12E-3D7C-478F-95EC-979CC38DD006}" srcId="{977364B1-ACC7-4BF2-A4E6-C5C2C4FFC9E5}" destId="{B44A5AAA-2AA5-42D1-A443-68BD7CB2C9FE}" srcOrd="0" destOrd="0" parTransId="{93E2F0B9-2817-454D-9ADE-73F701956CED}" sibTransId="{5A4AD953-5A9A-4DD8-B044-61C87F524E0C}"/>
    <dgm:cxn modelId="{67BC952F-DE9E-4F84-B923-51D1DE3B54A1}" srcId="{46AB73EC-5EA5-4ADD-95AE-BADBC072DAE9}" destId="{F8A50A9B-4878-4E15-85E9-D5794B3F2198}" srcOrd="0" destOrd="0" parTransId="{D37927CC-73EF-492F-8F11-3331C88E0891}" sibTransId="{6B1ED146-006B-4172-A83D-EB8E0D1A1BD0}"/>
    <dgm:cxn modelId="{00D84D30-9CCF-4847-A87D-FDD7EAC5F3B6}" type="presOf" srcId="{723955BF-3EAF-45EE-A15F-1F3D8959CA0D}" destId="{768D53FE-9556-4A9B-B93E-A8C4B88A0508}" srcOrd="1" destOrd="0" presId="urn:microsoft.com/office/officeart/2005/8/layout/orgChart1"/>
    <dgm:cxn modelId="{720DEF38-E6BA-4B85-8E78-4BBDEEEA7E48}" srcId="{0143E5DF-8087-49EA-BD81-DB611EC06A47}" destId="{977364B1-ACC7-4BF2-A4E6-C5C2C4FFC9E5}" srcOrd="4" destOrd="0" parTransId="{30AB178F-6399-4828-8A09-C03F7F9D0DEA}" sibTransId="{1AF51532-02E4-4BDA-8CC2-DD727EC70C59}"/>
    <dgm:cxn modelId="{62098139-F88B-40AA-8BC3-BC6FE5F5E8FD}" srcId="{723955BF-3EAF-45EE-A15F-1F3D8959CA0D}" destId="{A88B2E64-8BC9-4CBE-9653-3F55C4C7DC13}" srcOrd="0" destOrd="0" parTransId="{23727A78-D726-4B56-A842-DECADF8A4CC8}" sibTransId="{9598D8BD-DE5F-48D1-9223-8BB65AB1E4C7}"/>
    <dgm:cxn modelId="{25BA855E-A980-487B-A918-298A5BA8B4F1}" type="presOf" srcId="{23727A78-D726-4B56-A842-DECADF8A4CC8}" destId="{7B195D23-7AB9-4529-9C25-AE322C38FE62}" srcOrd="0" destOrd="0" presId="urn:microsoft.com/office/officeart/2005/8/layout/orgChart1"/>
    <dgm:cxn modelId="{EB5D945E-002D-438D-896F-F5B040D18610}" type="presOf" srcId="{0143E5DF-8087-49EA-BD81-DB611EC06A47}" destId="{3C67610A-6381-4257-BD30-7E26B7916EE9}" srcOrd="1" destOrd="0" presId="urn:microsoft.com/office/officeart/2005/8/layout/orgChart1"/>
    <dgm:cxn modelId="{4081B260-5FC0-4821-9D6E-DCDC08562293}" type="presOf" srcId="{995C48C2-2944-40E4-B6C1-754D42009192}" destId="{02D8690C-4E6E-4584-853D-211468C36305}" srcOrd="0" destOrd="0" presId="urn:microsoft.com/office/officeart/2005/8/layout/orgChart1"/>
    <dgm:cxn modelId="{C674D260-2D45-48F3-9986-A07DCEB526B1}" type="presOf" srcId="{F1C2EC2A-C2D1-4B10-8BD9-581FD72D4D0B}" destId="{0F17D720-1192-4D86-B2DB-9466042D96A7}" srcOrd="1" destOrd="0" presId="urn:microsoft.com/office/officeart/2005/8/layout/orgChart1"/>
    <dgm:cxn modelId="{496E1E62-14F7-482C-9B49-05B0318643BC}" type="presOf" srcId="{46AB73EC-5EA5-4ADD-95AE-BADBC072DAE9}" destId="{F51CB9D4-18FB-47F1-9652-AA30A5E5E840}" srcOrd="1" destOrd="0" presId="urn:microsoft.com/office/officeart/2005/8/layout/orgChart1"/>
    <dgm:cxn modelId="{FD5B2442-C0EB-45C6-A097-3C0EA0200678}" srcId="{F1C2EC2A-C2D1-4B10-8BD9-581FD72D4D0B}" destId="{1D3F78E6-DFEE-4543-85D1-BC917AE66982}" srcOrd="0" destOrd="0" parTransId="{7ED89542-699A-4043-AC4E-09EEFB9829B8}" sibTransId="{E42494D5-92A6-43AA-8BA2-C1E670D3D6B1}"/>
    <dgm:cxn modelId="{B4B6C044-C307-4A8A-B06A-6C4534C6F176}" type="presOf" srcId="{4E406464-B261-4CCF-A2C0-53FAF2E5AA21}" destId="{1FAF3B9D-10A9-48D2-97FF-847B32E7DDFC}" srcOrd="1" destOrd="0" presId="urn:microsoft.com/office/officeart/2005/8/layout/orgChart1"/>
    <dgm:cxn modelId="{57A91D67-2D91-4747-A030-80B1A833A033}" type="presOf" srcId="{28FE05B5-EB7A-426C-81AD-07EC0662149B}" destId="{70989C98-C67A-453F-B7C1-6CBFF821D516}" srcOrd="0" destOrd="0" presId="urn:microsoft.com/office/officeart/2005/8/layout/orgChart1"/>
    <dgm:cxn modelId="{BC97A268-F4A9-4DDF-B4AA-32ACFAED25A3}" type="presOf" srcId="{B44A5AAA-2AA5-42D1-A443-68BD7CB2C9FE}" destId="{C8F4C878-B018-4CE3-85AA-840BF9C239D4}" srcOrd="1" destOrd="0" presId="urn:microsoft.com/office/officeart/2005/8/layout/orgChart1"/>
    <dgm:cxn modelId="{36473D69-44C8-408D-BF11-DBA4B83CAC63}" type="presOf" srcId="{88165411-E336-40FC-9A6A-3603457B5B64}" destId="{33B23414-4625-438C-9A9C-D5E894240E5D}" srcOrd="0" destOrd="0" presId="urn:microsoft.com/office/officeart/2005/8/layout/orgChart1"/>
    <dgm:cxn modelId="{0AE17E69-F9F2-4F34-A6FE-0C1F2BB457A7}" type="presOf" srcId="{9AA102E6-96D1-4301-98BD-840826230693}" destId="{F10E0A9F-D1F4-42FD-B911-64DCC30F8CE9}" srcOrd="0" destOrd="0" presId="urn:microsoft.com/office/officeart/2005/8/layout/orgChart1"/>
    <dgm:cxn modelId="{E493F949-A04A-4E45-92AA-58BBE15D9F98}" type="presOf" srcId="{977364B1-ACC7-4BF2-A4E6-C5C2C4FFC9E5}" destId="{2466FF56-31B7-40EE-9E10-C04D7E208139}" srcOrd="0" destOrd="0" presId="urn:microsoft.com/office/officeart/2005/8/layout/orgChart1"/>
    <dgm:cxn modelId="{8233476A-FF19-4910-9ABF-B253191CDAFD}" type="presOf" srcId="{A88B2E64-8BC9-4CBE-9653-3F55C4C7DC13}" destId="{1FFE0E36-CD64-4505-9A1F-DDC8D080E445}" srcOrd="0" destOrd="0" presId="urn:microsoft.com/office/officeart/2005/8/layout/orgChart1"/>
    <dgm:cxn modelId="{8219646C-7CE8-454C-934C-B3ED632E2539}" type="presOf" srcId="{28FE05B5-EB7A-426C-81AD-07EC0662149B}" destId="{8076EB97-599C-4BB4-ACE3-7E28B103E8CD}" srcOrd="1" destOrd="0" presId="urn:microsoft.com/office/officeart/2005/8/layout/orgChart1"/>
    <dgm:cxn modelId="{56793B6F-BE18-4519-8382-6729BEE43E5B}" type="presOf" srcId="{0F1721E4-7EB8-4216-95BF-7CA7EDEC3F6C}" destId="{A9A6DCDC-7D86-4C82-A48D-D60354925F09}" srcOrd="1" destOrd="0" presId="urn:microsoft.com/office/officeart/2005/8/layout/orgChart1"/>
    <dgm:cxn modelId="{1CD16B52-69B1-4A5B-848B-A6DFBE66CEEA}" srcId="{D73F0D8C-1F71-41FF-9C69-A599BF95E5CB}" destId="{E3B79A41-7EB1-4BC8-9AF1-9876A3A878D7}" srcOrd="1" destOrd="0" parTransId="{CC29F644-1A69-4C56-A363-FB14B31054B1}" sibTransId="{A4284171-8060-43E6-8132-B72BA1AF5957}"/>
    <dgm:cxn modelId="{BBDDA755-3476-4C75-8016-2212CBADDCFF}" type="presOf" srcId="{F1C2EC2A-C2D1-4B10-8BD9-581FD72D4D0B}" destId="{A336AC47-C8DB-4913-B166-DDC21F5A15E5}" srcOrd="0" destOrd="0" presId="urn:microsoft.com/office/officeart/2005/8/layout/orgChart1"/>
    <dgm:cxn modelId="{00821659-344F-4140-9279-9BFAF776CEA2}" type="presOf" srcId="{30AB178F-6399-4828-8A09-C03F7F9D0DEA}" destId="{AAF708CF-CA03-4CB9-9FCE-CCF48080EBCA}" srcOrd="0" destOrd="0" presId="urn:microsoft.com/office/officeart/2005/8/layout/orgChart1"/>
    <dgm:cxn modelId="{EC0B5E59-1A6F-4BBE-BB0D-7A01442598A1}" type="presOf" srcId="{1892EB85-AE6E-43AA-A794-3AD2CD6FCFF7}" destId="{8FD6A0A1-CC69-4703-B8CF-838DB4CD4A15}" srcOrd="0" destOrd="0" presId="urn:microsoft.com/office/officeart/2005/8/layout/orgChart1"/>
    <dgm:cxn modelId="{4B8ED17A-FAA9-4F80-B995-A457611276F2}" type="presOf" srcId="{0F1721E4-7EB8-4216-95BF-7CA7EDEC3F6C}" destId="{88508F02-80E6-4AF8-9EC4-0F8FF1BE78E6}" srcOrd="0" destOrd="0" presId="urn:microsoft.com/office/officeart/2005/8/layout/orgChart1"/>
    <dgm:cxn modelId="{A072517E-99E5-4AB3-8271-6EE32F014030}" srcId="{723955BF-3EAF-45EE-A15F-1F3D8959CA0D}" destId="{2ACFFB6B-F0EC-4310-9B82-F563301F6077}" srcOrd="1" destOrd="0" parTransId="{995C48C2-2944-40E4-B6C1-754D42009192}" sibTransId="{4678584F-7CF4-4977-BE77-1E79FBD0AE7C}"/>
    <dgm:cxn modelId="{90EA7D83-99B2-44E9-8D63-EB66D2A3DA00}" type="presOf" srcId="{CC29F644-1A69-4C56-A363-FB14B31054B1}" destId="{579E2699-2A0A-40F0-9F1A-C31E972A41C4}" srcOrd="0" destOrd="0" presId="urn:microsoft.com/office/officeart/2005/8/layout/orgChart1"/>
    <dgm:cxn modelId="{ECF5B583-3D54-4CA0-9042-A5715CA0E4CE}" type="presOf" srcId="{D73F0D8C-1F71-41FF-9C69-A599BF95E5CB}" destId="{A84F0184-B782-4418-B7D9-69DBDE95CD0F}" srcOrd="1" destOrd="0" presId="urn:microsoft.com/office/officeart/2005/8/layout/orgChart1"/>
    <dgm:cxn modelId="{6C5B3384-7043-43EB-8FBD-BE5043CD9179}" srcId="{0143E5DF-8087-49EA-BD81-DB611EC06A47}" destId="{46AB73EC-5EA5-4ADD-95AE-BADBC072DAE9}" srcOrd="3" destOrd="0" parTransId="{B33F5D45-D79D-4361-9139-4A3E6A921576}" sibTransId="{F2919DB7-E6DF-4FC9-90C4-B0D297C706C1}"/>
    <dgm:cxn modelId="{9A5A7C84-019B-4450-A0B3-FC3DE66B0A43}" type="presOf" srcId="{F8A50A9B-4878-4E15-85E9-D5794B3F2198}" destId="{64593343-621F-4471-8665-5B58728C0658}" srcOrd="1" destOrd="0" presId="urn:microsoft.com/office/officeart/2005/8/layout/orgChart1"/>
    <dgm:cxn modelId="{0A012E86-200E-4369-9086-146AFDE4F776}" type="presOf" srcId="{1D3F78E6-DFEE-4543-85D1-BC917AE66982}" destId="{581CB4AA-915E-4E4B-B8D2-E71E05F910FC}" srcOrd="0" destOrd="0" presId="urn:microsoft.com/office/officeart/2005/8/layout/orgChart1"/>
    <dgm:cxn modelId="{B13B278E-93D5-47C2-A55D-30C18013BA54}" type="presOf" srcId="{F76241B7-22C9-49B4-B669-51BFFD222443}" destId="{156A90C8-3416-42AA-B3A5-5F200A5E7204}" srcOrd="0" destOrd="0" presId="urn:microsoft.com/office/officeart/2005/8/layout/orgChart1"/>
    <dgm:cxn modelId="{C429528E-EFA5-4B66-BBB2-3C860D7CB05C}" type="presOf" srcId="{9DD0B445-2DC1-4541-AD3C-8A20FAF59267}" destId="{F5AB29D3-D5BA-4896-A351-53F5C3187A83}" srcOrd="0" destOrd="0" presId="urn:microsoft.com/office/officeart/2005/8/layout/orgChart1"/>
    <dgm:cxn modelId="{5B15C88E-1AF6-4990-844B-5FDE8C372B00}" type="presOf" srcId="{8D6A3DD3-D177-4D80-B279-215514BBF1A9}" destId="{FDC5DE45-3323-435A-B0F6-7DC10FBA9A29}" srcOrd="0" destOrd="0" presId="urn:microsoft.com/office/officeart/2005/8/layout/orgChart1"/>
    <dgm:cxn modelId="{89A7EB96-0A2A-43C7-BDD9-60CA9647D09B}" type="presOf" srcId="{A88B2E64-8BC9-4CBE-9653-3F55C4C7DC13}" destId="{38B8F37D-34D0-4A96-871B-6A1B29625697}" srcOrd="1" destOrd="0" presId="urn:microsoft.com/office/officeart/2005/8/layout/orgChart1"/>
    <dgm:cxn modelId="{A4BA619C-8318-4799-9DA9-815BBF3CF014}" type="presOf" srcId="{7ED89542-699A-4043-AC4E-09EEFB9829B8}" destId="{D9B28F73-2BDA-4689-9FE4-24C89887510E}" srcOrd="0" destOrd="0" presId="urn:microsoft.com/office/officeart/2005/8/layout/orgChart1"/>
    <dgm:cxn modelId="{88A2C3B5-F766-4BCB-B54D-01282AAAAB48}" srcId="{0143E5DF-8087-49EA-BD81-DB611EC06A47}" destId="{F1C2EC2A-C2D1-4B10-8BD9-581FD72D4D0B}" srcOrd="2" destOrd="0" parTransId="{8EBC1979-47E6-41EA-8647-BDC47589B365}" sibTransId="{521E5ED4-5353-4BF3-8D4A-13FE69F9495C}"/>
    <dgm:cxn modelId="{8B8025B9-C47B-4FDA-95E5-02FC4A357B57}" type="presOf" srcId="{8EBC1979-47E6-41EA-8647-BDC47589B365}" destId="{C5F3A3D3-09BE-49C6-8A98-4B9457D89D78}" srcOrd="0" destOrd="0" presId="urn:microsoft.com/office/officeart/2005/8/layout/orgChart1"/>
    <dgm:cxn modelId="{688E7ABA-F00A-459E-B3B8-04E0D5EA29BE}" type="presOf" srcId="{E3408310-2742-445B-8A14-A3CFBA74FAD0}" destId="{AE6D0AC4-076A-4EA4-ACC6-D77BB1C65F40}" srcOrd="0" destOrd="0" presId="urn:microsoft.com/office/officeart/2005/8/layout/orgChart1"/>
    <dgm:cxn modelId="{DAE9EFBC-8DE0-4F1D-9F45-64A2D5CC70BD}" type="presOf" srcId="{B44A5AAA-2AA5-42D1-A443-68BD7CB2C9FE}" destId="{D86AB9D8-CC91-4CC2-A032-4FD4023B57B2}" srcOrd="0" destOrd="0" presId="urn:microsoft.com/office/officeart/2005/8/layout/orgChart1"/>
    <dgm:cxn modelId="{758EB5C0-D8EA-4857-8877-DE0178313405}" srcId="{F1C2EC2A-C2D1-4B10-8BD9-581FD72D4D0B}" destId="{4E406464-B261-4CCF-A2C0-53FAF2E5AA21}" srcOrd="1" destOrd="0" parTransId="{88165411-E336-40FC-9A6A-3603457B5B64}" sibTransId="{008DACE0-023B-4FC5-B18F-F5474EB23522}"/>
    <dgm:cxn modelId="{F831E5C8-FA31-464D-9B50-B8D6429E6BCF}" type="presOf" srcId="{1892EB85-AE6E-43AA-A794-3AD2CD6FCFF7}" destId="{478033D1-EECE-466F-9B73-67DDC1FAC6B5}" srcOrd="1" destOrd="0" presId="urn:microsoft.com/office/officeart/2005/8/layout/orgChart1"/>
    <dgm:cxn modelId="{5FF21ECB-1220-44EF-94DF-F3B54A85ADB7}" type="presOf" srcId="{2ACFFB6B-F0EC-4310-9B82-F563301F6077}" destId="{644A0C53-4CEF-42A3-9D5C-FA12DFE4EFC0}" srcOrd="1" destOrd="0" presId="urn:microsoft.com/office/officeart/2005/8/layout/orgChart1"/>
    <dgm:cxn modelId="{95FC74CD-E223-4BFF-A80F-A826C6007F31}" type="presOf" srcId="{E3B79A41-7EB1-4BC8-9AF1-9876A3A878D7}" destId="{5C4B67A1-04CD-4BE1-ABB8-5C726FEAC56F}" srcOrd="1" destOrd="0" presId="urn:microsoft.com/office/officeart/2005/8/layout/orgChart1"/>
    <dgm:cxn modelId="{12A0BDCD-F672-4671-8863-226F9D1DA4F0}" srcId="{F76241B7-22C9-49B4-B669-51BFFD222443}" destId="{0143E5DF-8087-49EA-BD81-DB611EC06A47}" srcOrd="0" destOrd="0" parTransId="{C2BF12C5-E869-47FB-8CB2-487A412BB6A9}" sibTransId="{E25A9E58-3AD6-4AE4-9DFE-06A4D49C6DB0}"/>
    <dgm:cxn modelId="{648CCAD9-F359-41D8-825E-71401263C450}" type="presOf" srcId="{D73F0D8C-1F71-41FF-9C69-A599BF95E5CB}" destId="{868DA4F8-B905-4D4A-B8CC-41814247EF1A}" srcOrd="0" destOrd="0" presId="urn:microsoft.com/office/officeart/2005/8/layout/orgChart1"/>
    <dgm:cxn modelId="{A68C02DB-2990-4D4A-BAAB-E7A0301F4DE9}" srcId="{D73F0D8C-1F71-41FF-9C69-A599BF95E5CB}" destId="{28FE05B5-EB7A-426C-81AD-07EC0662149B}" srcOrd="0" destOrd="0" parTransId="{E3408310-2742-445B-8A14-A3CFBA74FAD0}" sibTransId="{D92B0791-E013-4309-A60A-990BA5675AE0}"/>
    <dgm:cxn modelId="{39CD98DB-8916-4002-A483-F7A8181C568C}" type="presOf" srcId="{D7907DAA-3033-4DE9-BC66-08DCA1A5CC7B}" destId="{2972BE4E-5EEC-4353-A77A-C70F4452C27B}" srcOrd="1" destOrd="0" presId="urn:microsoft.com/office/officeart/2005/8/layout/orgChart1"/>
    <dgm:cxn modelId="{11A316DE-7B72-41D7-8623-F13D2CE88006}" srcId="{977364B1-ACC7-4BF2-A4E6-C5C2C4FFC9E5}" destId="{1892EB85-AE6E-43AA-A794-3AD2CD6FCFF7}" srcOrd="1" destOrd="0" parTransId="{0E115DCD-756D-47F3-A510-2ADD07ACFDD7}" sibTransId="{1E68E812-7E23-4939-BBDB-541FA58FE1F7}"/>
    <dgm:cxn modelId="{B74F89E0-0DFB-4E93-B2A9-B70745A8E54C}" type="presOf" srcId="{723955BF-3EAF-45EE-A15F-1F3D8959CA0D}" destId="{1F1C0226-DF33-47F4-9200-86ADE7715ED2}" srcOrd="0" destOrd="0" presId="urn:microsoft.com/office/officeart/2005/8/layout/orgChart1"/>
    <dgm:cxn modelId="{941F33E5-09FA-4458-8598-A621BC843BF9}" type="presOf" srcId="{B33F5D45-D79D-4361-9139-4A3E6A921576}" destId="{79C4E30F-5482-4943-B7CB-AB58FD4C2D9B}" srcOrd="0" destOrd="0" presId="urn:microsoft.com/office/officeart/2005/8/layout/orgChart1"/>
    <dgm:cxn modelId="{A2F776E7-5177-486E-BE55-49E74DB5B467}" type="presOf" srcId="{D7907DAA-3033-4DE9-BC66-08DCA1A5CC7B}" destId="{080C23F2-56B9-42F9-A011-BB56F05F9DD3}" srcOrd="0" destOrd="0" presId="urn:microsoft.com/office/officeart/2005/8/layout/orgChart1"/>
    <dgm:cxn modelId="{53E500EB-D89C-469A-B256-E092EBAB51E7}" type="presOf" srcId="{1D3F78E6-DFEE-4543-85D1-BC917AE66982}" destId="{6FE95F60-E64A-4E66-9444-F80336E0344A}" srcOrd="1" destOrd="0" presId="urn:microsoft.com/office/officeart/2005/8/layout/orgChart1"/>
    <dgm:cxn modelId="{F6ED44EB-5D10-4BE2-97C0-17CC81700A15}" type="presOf" srcId="{D37927CC-73EF-492F-8F11-3331C88E0891}" destId="{5CAC62B1-9C68-4B89-8876-EE1AC18FD456}" srcOrd="0" destOrd="0" presId="urn:microsoft.com/office/officeart/2005/8/layout/orgChart1"/>
    <dgm:cxn modelId="{BC560AEE-587A-4A7B-B63A-DBFDAEAB94FE}" type="presOf" srcId="{0143E5DF-8087-49EA-BD81-DB611EC06A47}" destId="{4014D9B2-76B3-44B8-BBBA-9F0CDD26C58F}" srcOrd="0" destOrd="0" presId="urn:microsoft.com/office/officeart/2005/8/layout/orgChart1"/>
    <dgm:cxn modelId="{792A5DEF-C2A9-4278-8328-DD9D34109493}" srcId="{0143E5DF-8087-49EA-BD81-DB611EC06A47}" destId="{D73F0D8C-1F71-41FF-9C69-A599BF95E5CB}" srcOrd="5" destOrd="0" parTransId="{9DD0B445-2DC1-4541-AD3C-8A20FAF59267}" sibTransId="{D81773B8-E640-430F-B003-E137CCCE29F7}"/>
    <dgm:cxn modelId="{ECD158F1-F755-4F8F-BD81-4D70CAD17D3B}" type="presOf" srcId="{0E115DCD-756D-47F3-A510-2ADD07ACFDD7}" destId="{11BCB56C-FF24-49F8-8342-D3E4992A3AC5}" srcOrd="0" destOrd="0" presId="urn:microsoft.com/office/officeart/2005/8/layout/orgChart1"/>
    <dgm:cxn modelId="{A618A9F5-57B0-47D1-B79C-A3D336713D49}" type="presOf" srcId="{A09A3497-7DED-4C4F-9C6D-E0F60FA32E11}" destId="{2624DE50-578D-44CA-AACD-ECD244EECD20}" srcOrd="0" destOrd="0" presId="urn:microsoft.com/office/officeart/2005/8/layout/orgChart1"/>
    <dgm:cxn modelId="{849439C9-DC3B-4FB4-9715-03320026AA56}" type="presParOf" srcId="{156A90C8-3416-42AA-B3A5-5F200A5E7204}" destId="{974809C6-65D7-430F-BE61-9413FAC3E5EF}" srcOrd="0" destOrd="0" presId="urn:microsoft.com/office/officeart/2005/8/layout/orgChart1"/>
    <dgm:cxn modelId="{D0B05CC3-2416-4321-B76C-62461C4B01F5}" type="presParOf" srcId="{974809C6-65D7-430F-BE61-9413FAC3E5EF}" destId="{2958D251-E864-4207-9F9D-A777DB6D10D7}" srcOrd="0" destOrd="0" presId="urn:microsoft.com/office/officeart/2005/8/layout/orgChart1"/>
    <dgm:cxn modelId="{01EFAF6C-C75D-4D8B-A90C-ACB91D058004}" type="presParOf" srcId="{2958D251-E864-4207-9F9D-A777DB6D10D7}" destId="{4014D9B2-76B3-44B8-BBBA-9F0CDD26C58F}" srcOrd="0" destOrd="0" presId="urn:microsoft.com/office/officeart/2005/8/layout/orgChart1"/>
    <dgm:cxn modelId="{65EADEDE-97ED-420F-8D75-94604A4D9DB3}" type="presParOf" srcId="{2958D251-E864-4207-9F9D-A777DB6D10D7}" destId="{3C67610A-6381-4257-BD30-7E26B7916EE9}" srcOrd="1" destOrd="0" presId="urn:microsoft.com/office/officeart/2005/8/layout/orgChart1"/>
    <dgm:cxn modelId="{612FE52B-4126-4CCD-85FB-DCB920A61890}" type="presParOf" srcId="{974809C6-65D7-430F-BE61-9413FAC3E5EF}" destId="{1346E98F-A7D3-4864-AC3A-41E6E643C836}" srcOrd="1" destOrd="0" presId="urn:microsoft.com/office/officeart/2005/8/layout/orgChart1"/>
    <dgm:cxn modelId="{1F4416F0-E675-489B-9AFC-A3D18E5B5F31}" type="presParOf" srcId="{1346E98F-A7D3-4864-AC3A-41E6E643C836}" destId="{C5F3A3D3-09BE-49C6-8A98-4B9457D89D78}" srcOrd="0" destOrd="0" presId="urn:microsoft.com/office/officeart/2005/8/layout/orgChart1"/>
    <dgm:cxn modelId="{E518B49C-6A47-41D7-B879-5440AC4B0C86}" type="presParOf" srcId="{1346E98F-A7D3-4864-AC3A-41E6E643C836}" destId="{7CD420D6-6CD9-4293-928C-5124717ACE6D}" srcOrd="1" destOrd="0" presId="urn:microsoft.com/office/officeart/2005/8/layout/orgChart1"/>
    <dgm:cxn modelId="{62F0A8C3-85E3-4BE6-94A5-9816F23A9C47}" type="presParOf" srcId="{7CD420D6-6CD9-4293-928C-5124717ACE6D}" destId="{896BEA97-8A5C-49AD-81C4-BB7032866747}" srcOrd="0" destOrd="0" presId="urn:microsoft.com/office/officeart/2005/8/layout/orgChart1"/>
    <dgm:cxn modelId="{C2D8204F-E59F-4450-A230-2EEF2DFEDFCD}" type="presParOf" srcId="{896BEA97-8A5C-49AD-81C4-BB7032866747}" destId="{A336AC47-C8DB-4913-B166-DDC21F5A15E5}" srcOrd="0" destOrd="0" presId="urn:microsoft.com/office/officeart/2005/8/layout/orgChart1"/>
    <dgm:cxn modelId="{C7155B5C-D001-4733-A57B-DFB8B74D859B}" type="presParOf" srcId="{896BEA97-8A5C-49AD-81C4-BB7032866747}" destId="{0F17D720-1192-4D86-B2DB-9466042D96A7}" srcOrd="1" destOrd="0" presId="urn:microsoft.com/office/officeart/2005/8/layout/orgChart1"/>
    <dgm:cxn modelId="{02F50CAE-6E77-42D1-BA8C-8F497EEA7287}" type="presParOf" srcId="{7CD420D6-6CD9-4293-928C-5124717ACE6D}" destId="{E1816748-235F-4DEF-B408-6069A409A569}" srcOrd="1" destOrd="0" presId="urn:microsoft.com/office/officeart/2005/8/layout/orgChart1"/>
    <dgm:cxn modelId="{C2F6BF0D-5CA5-4E9E-A67B-55DD842DD1B8}" type="presParOf" srcId="{E1816748-235F-4DEF-B408-6069A409A569}" destId="{D9B28F73-2BDA-4689-9FE4-24C89887510E}" srcOrd="0" destOrd="0" presId="urn:microsoft.com/office/officeart/2005/8/layout/orgChart1"/>
    <dgm:cxn modelId="{AB956CE9-4F2E-444B-AE9E-1B80152778F2}" type="presParOf" srcId="{E1816748-235F-4DEF-B408-6069A409A569}" destId="{E6D159A7-616C-4FC9-87BD-B2DDADBEB10C}" srcOrd="1" destOrd="0" presId="urn:microsoft.com/office/officeart/2005/8/layout/orgChart1"/>
    <dgm:cxn modelId="{76934A96-5AF1-4897-B986-E4D30E8417C0}" type="presParOf" srcId="{E6D159A7-616C-4FC9-87BD-B2DDADBEB10C}" destId="{07A8495C-25B5-4ECB-88B3-4095C1ACEB73}" srcOrd="0" destOrd="0" presId="urn:microsoft.com/office/officeart/2005/8/layout/orgChart1"/>
    <dgm:cxn modelId="{5B783B43-2D0F-41BE-A050-4659E2CCA9C1}" type="presParOf" srcId="{07A8495C-25B5-4ECB-88B3-4095C1ACEB73}" destId="{581CB4AA-915E-4E4B-B8D2-E71E05F910FC}" srcOrd="0" destOrd="0" presId="urn:microsoft.com/office/officeart/2005/8/layout/orgChart1"/>
    <dgm:cxn modelId="{5B820728-1971-4042-8A86-C68F698BC20E}" type="presParOf" srcId="{07A8495C-25B5-4ECB-88B3-4095C1ACEB73}" destId="{6FE95F60-E64A-4E66-9444-F80336E0344A}" srcOrd="1" destOrd="0" presId="urn:microsoft.com/office/officeart/2005/8/layout/orgChart1"/>
    <dgm:cxn modelId="{210A8874-C42D-446C-92BD-0AF0043D78CE}" type="presParOf" srcId="{E6D159A7-616C-4FC9-87BD-B2DDADBEB10C}" destId="{D4C3936A-D7FA-4E4B-B362-399D3AC08A17}" srcOrd="1" destOrd="0" presId="urn:microsoft.com/office/officeart/2005/8/layout/orgChart1"/>
    <dgm:cxn modelId="{9EC6FDD3-7AB9-48F8-B95B-3067797D11C7}" type="presParOf" srcId="{E6D159A7-616C-4FC9-87BD-B2DDADBEB10C}" destId="{6B878568-DF71-4043-BE74-1D2F95AEB75A}" srcOrd="2" destOrd="0" presId="urn:microsoft.com/office/officeart/2005/8/layout/orgChart1"/>
    <dgm:cxn modelId="{2483CD28-F8A8-4A35-83AB-C36A6FEE501A}" type="presParOf" srcId="{E1816748-235F-4DEF-B408-6069A409A569}" destId="{33B23414-4625-438C-9A9C-D5E894240E5D}" srcOrd="2" destOrd="0" presId="urn:microsoft.com/office/officeart/2005/8/layout/orgChart1"/>
    <dgm:cxn modelId="{06CF2F03-F8F0-4429-BFCB-EFFD98820284}" type="presParOf" srcId="{E1816748-235F-4DEF-B408-6069A409A569}" destId="{8EEE81A4-41DD-49FC-AEB6-9BD5C73847F2}" srcOrd="3" destOrd="0" presId="urn:microsoft.com/office/officeart/2005/8/layout/orgChart1"/>
    <dgm:cxn modelId="{B9A2D614-36F8-46D1-9324-78626BD4F9C2}" type="presParOf" srcId="{8EEE81A4-41DD-49FC-AEB6-9BD5C73847F2}" destId="{DE731A80-40F4-4180-B35E-79633209715F}" srcOrd="0" destOrd="0" presId="urn:microsoft.com/office/officeart/2005/8/layout/orgChart1"/>
    <dgm:cxn modelId="{D50053DD-BE0B-4EEB-B240-81A9AA3B0CDA}" type="presParOf" srcId="{DE731A80-40F4-4180-B35E-79633209715F}" destId="{927FB171-0E3A-4FE1-8452-49A4CF7C274C}" srcOrd="0" destOrd="0" presId="urn:microsoft.com/office/officeart/2005/8/layout/orgChart1"/>
    <dgm:cxn modelId="{37DB44EC-71A3-4B2A-A2E6-7BCB095F486D}" type="presParOf" srcId="{DE731A80-40F4-4180-B35E-79633209715F}" destId="{1FAF3B9D-10A9-48D2-97FF-847B32E7DDFC}" srcOrd="1" destOrd="0" presId="urn:microsoft.com/office/officeart/2005/8/layout/orgChart1"/>
    <dgm:cxn modelId="{E640F7FC-764B-415F-9FCE-B2246BBEA464}" type="presParOf" srcId="{8EEE81A4-41DD-49FC-AEB6-9BD5C73847F2}" destId="{200C07DD-3CF0-40D3-8D51-2767071693D5}" srcOrd="1" destOrd="0" presId="urn:microsoft.com/office/officeart/2005/8/layout/orgChart1"/>
    <dgm:cxn modelId="{E0D7FE3C-D392-40E2-97B9-1242D0000CD1}" type="presParOf" srcId="{8EEE81A4-41DD-49FC-AEB6-9BD5C73847F2}" destId="{99401E46-B2DE-4CE9-80B7-27B981EDDD1D}" srcOrd="2" destOrd="0" presId="urn:microsoft.com/office/officeart/2005/8/layout/orgChart1"/>
    <dgm:cxn modelId="{77E81C26-60F0-4786-BB16-C9195B24EE6A}" type="presParOf" srcId="{7CD420D6-6CD9-4293-928C-5124717ACE6D}" destId="{1F69444E-0E44-406C-BD77-6E82BF67FC0A}" srcOrd="2" destOrd="0" presId="urn:microsoft.com/office/officeart/2005/8/layout/orgChart1"/>
    <dgm:cxn modelId="{08F2F65D-8AB1-4A56-9524-DF5D61CCAB04}" type="presParOf" srcId="{1346E98F-A7D3-4864-AC3A-41E6E643C836}" destId="{79C4E30F-5482-4943-B7CB-AB58FD4C2D9B}" srcOrd="2" destOrd="0" presId="urn:microsoft.com/office/officeart/2005/8/layout/orgChart1"/>
    <dgm:cxn modelId="{B2600D3F-73D8-4235-8A0A-017A45E3580E}" type="presParOf" srcId="{1346E98F-A7D3-4864-AC3A-41E6E643C836}" destId="{590BEE06-4C7C-4844-9D29-D2D3B987899B}" srcOrd="3" destOrd="0" presId="urn:microsoft.com/office/officeart/2005/8/layout/orgChart1"/>
    <dgm:cxn modelId="{3F85C889-81A9-4070-B5D9-BE2165D0071D}" type="presParOf" srcId="{590BEE06-4C7C-4844-9D29-D2D3B987899B}" destId="{B3DD39CB-1DB5-4DCC-AA12-DCC5DD8FC2E6}" srcOrd="0" destOrd="0" presId="urn:microsoft.com/office/officeart/2005/8/layout/orgChart1"/>
    <dgm:cxn modelId="{5A75F85B-0B01-48C9-87B3-3A468ADC3952}" type="presParOf" srcId="{B3DD39CB-1DB5-4DCC-AA12-DCC5DD8FC2E6}" destId="{E8F247AC-0CD8-4F19-A4F6-539A7D984E7C}" srcOrd="0" destOrd="0" presId="urn:microsoft.com/office/officeart/2005/8/layout/orgChart1"/>
    <dgm:cxn modelId="{C54BA262-90E0-4F65-97E5-FF79F2087E56}" type="presParOf" srcId="{B3DD39CB-1DB5-4DCC-AA12-DCC5DD8FC2E6}" destId="{F51CB9D4-18FB-47F1-9652-AA30A5E5E840}" srcOrd="1" destOrd="0" presId="urn:microsoft.com/office/officeart/2005/8/layout/orgChart1"/>
    <dgm:cxn modelId="{2068D3BF-7BE2-41FD-9FF0-020622A49EFA}" type="presParOf" srcId="{590BEE06-4C7C-4844-9D29-D2D3B987899B}" destId="{70A53D06-5EFE-4566-9789-4E0639B66AA3}" srcOrd="1" destOrd="0" presId="urn:microsoft.com/office/officeart/2005/8/layout/orgChart1"/>
    <dgm:cxn modelId="{E37269B3-8590-48B1-8083-9ACD57A7BAB4}" type="presParOf" srcId="{70A53D06-5EFE-4566-9789-4E0639B66AA3}" destId="{5CAC62B1-9C68-4B89-8876-EE1AC18FD456}" srcOrd="0" destOrd="0" presId="urn:microsoft.com/office/officeart/2005/8/layout/orgChart1"/>
    <dgm:cxn modelId="{AAFF8064-65CB-4026-BC1A-7F0171D516C7}" type="presParOf" srcId="{70A53D06-5EFE-4566-9789-4E0639B66AA3}" destId="{D463868A-9500-4BFD-98EE-26F123D2DFBE}" srcOrd="1" destOrd="0" presId="urn:microsoft.com/office/officeart/2005/8/layout/orgChart1"/>
    <dgm:cxn modelId="{E6C29A16-F91A-4584-AA42-1552673C3DC8}" type="presParOf" srcId="{D463868A-9500-4BFD-98EE-26F123D2DFBE}" destId="{0A9CA09B-2227-4C5C-B416-10AC50890B84}" srcOrd="0" destOrd="0" presId="urn:microsoft.com/office/officeart/2005/8/layout/orgChart1"/>
    <dgm:cxn modelId="{EF70BB6F-6B4B-434B-822E-EA9FBE34FA49}" type="presParOf" srcId="{0A9CA09B-2227-4C5C-B416-10AC50890B84}" destId="{79348734-C14F-466B-BC11-5D3F47D4EB92}" srcOrd="0" destOrd="0" presId="urn:microsoft.com/office/officeart/2005/8/layout/orgChart1"/>
    <dgm:cxn modelId="{1B4C60A7-94E6-49BD-9FF9-17BE2CF6E24C}" type="presParOf" srcId="{0A9CA09B-2227-4C5C-B416-10AC50890B84}" destId="{64593343-621F-4471-8665-5B58728C0658}" srcOrd="1" destOrd="0" presId="urn:microsoft.com/office/officeart/2005/8/layout/orgChart1"/>
    <dgm:cxn modelId="{63E5A466-5D77-4D26-A356-E1CB0212C607}" type="presParOf" srcId="{D463868A-9500-4BFD-98EE-26F123D2DFBE}" destId="{A06209FD-4903-46C6-AEF8-5484124F4B49}" srcOrd="1" destOrd="0" presId="urn:microsoft.com/office/officeart/2005/8/layout/orgChart1"/>
    <dgm:cxn modelId="{CCD46804-7479-4419-AEBB-C2C579DA0A4E}" type="presParOf" srcId="{D463868A-9500-4BFD-98EE-26F123D2DFBE}" destId="{038CB0E1-DC78-466F-AF42-5724D5CB2AF1}" srcOrd="2" destOrd="0" presId="urn:microsoft.com/office/officeart/2005/8/layout/orgChart1"/>
    <dgm:cxn modelId="{9E76A141-ADF2-4491-A04C-1D2E5A12D554}" type="presParOf" srcId="{590BEE06-4C7C-4844-9D29-D2D3B987899B}" destId="{2DCBDBAA-3B11-4757-80BC-595B78C52613}" srcOrd="2" destOrd="0" presId="urn:microsoft.com/office/officeart/2005/8/layout/orgChart1"/>
    <dgm:cxn modelId="{3476353F-DB27-4C9E-ADFD-5FA2099C1DA2}" type="presParOf" srcId="{1346E98F-A7D3-4864-AC3A-41E6E643C836}" destId="{AAF708CF-CA03-4CB9-9FCE-CCF48080EBCA}" srcOrd="4" destOrd="0" presId="urn:microsoft.com/office/officeart/2005/8/layout/orgChart1"/>
    <dgm:cxn modelId="{08836E7E-4297-41BB-83D9-A1546A455783}" type="presParOf" srcId="{1346E98F-A7D3-4864-AC3A-41E6E643C836}" destId="{1FECADB8-25F8-4AF8-8029-83733A9E7EE8}" srcOrd="5" destOrd="0" presId="urn:microsoft.com/office/officeart/2005/8/layout/orgChart1"/>
    <dgm:cxn modelId="{00C54BA6-B866-4EBD-ABEF-1506E36EDE69}" type="presParOf" srcId="{1FECADB8-25F8-4AF8-8029-83733A9E7EE8}" destId="{ADB12EE5-BF8D-48D7-ADA3-B81C2A1541E1}" srcOrd="0" destOrd="0" presId="urn:microsoft.com/office/officeart/2005/8/layout/orgChart1"/>
    <dgm:cxn modelId="{6C29E75C-9EA8-49EE-AAE7-B16565E0A8BB}" type="presParOf" srcId="{ADB12EE5-BF8D-48D7-ADA3-B81C2A1541E1}" destId="{2466FF56-31B7-40EE-9E10-C04D7E208139}" srcOrd="0" destOrd="0" presId="urn:microsoft.com/office/officeart/2005/8/layout/orgChart1"/>
    <dgm:cxn modelId="{E039AA20-D8C8-453E-86C3-153E17068AD2}" type="presParOf" srcId="{ADB12EE5-BF8D-48D7-ADA3-B81C2A1541E1}" destId="{49A9F0D8-5CBF-4B53-BABD-8764408F406B}" srcOrd="1" destOrd="0" presId="urn:microsoft.com/office/officeart/2005/8/layout/orgChart1"/>
    <dgm:cxn modelId="{5A168F57-BB41-405A-A548-55224180F1DE}" type="presParOf" srcId="{1FECADB8-25F8-4AF8-8029-83733A9E7EE8}" destId="{2DA57394-774A-470E-8649-4EFC8755BD45}" srcOrd="1" destOrd="0" presId="urn:microsoft.com/office/officeart/2005/8/layout/orgChart1"/>
    <dgm:cxn modelId="{7FC9E168-BC92-4702-9F72-38DE31BF1F68}" type="presParOf" srcId="{2DA57394-774A-470E-8649-4EFC8755BD45}" destId="{6415E3AC-0BF3-4443-9248-02C0959AC817}" srcOrd="0" destOrd="0" presId="urn:microsoft.com/office/officeart/2005/8/layout/orgChart1"/>
    <dgm:cxn modelId="{4226F704-565D-4A33-9570-AA962C5C3B95}" type="presParOf" srcId="{2DA57394-774A-470E-8649-4EFC8755BD45}" destId="{93578441-5B78-4521-917E-1024E8D45BF3}" srcOrd="1" destOrd="0" presId="urn:microsoft.com/office/officeart/2005/8/layout/orgChart1"/>
    <dgm:cxn modelId="{C0C319EB-6932-4B76-B848-69BD1A1D8F0E}" type="presParOf" srcId="{93578441-5B78-4521-917E-1024E8D45BF3}" destId="{46C6B60F-43A2-494B-84E9-8F344B2CA3EA}" srcOrd="0" destOrd="0" presId="urn:microsoft.com/office/officeart/2005/8/layout/orgChart1"/>
    <dgm:cxn modelId="{6E129E5F-DC27-4932-A2CA-B1E2A0CF07D5}" type="presParOf" srcId="{46C6B60F-43A2-494B-84E9-8F344B2CA3EA}" destId="{D86AB9D8-CC91-4CC2-A032-4FD4023B57B2}" srcOrd="0" destOrd="0" presId="urn:microsoft.com/office/officeart/2005/8/layout/orgChart1"/>
    <dgm:cxn modelId="{D752BFE8-60B4-422E-B561-CAF045675F28}" type="presParOf" srcId="{46C6B60F-43A2-494B-84E9-8F344B2CA3EA}" destId="{C8F4C878-B018-4CE3-85AA-840BF9C239D4}" srcOrd="1" destOrd="0" presId="urn:microsoft.com/office/officeart/2005/8/layout/orgChart1"/>
    <dgm:cxn modelId="{6FF92414-D548-4D6F-B616-923331980BF1}" type="presParOf" srcId="{93578441-5B78-4521-917E-1024E8D45BF3}" destId="{AA518D6A-E4F3-4556-B6D5-0B5E825EAED3}" srcOrd="1" destOrd="0" presId="urn:microsoft.com/office/officeart/2005/8/layout/orgChart1"/>
    <dgm:cxn modelId="{6BACFCA5-3273-44E1-83C8-3CCE38565E68}" type="presParOf" srcId="{93578441-5B78-4521-917E-1024E8D45BF3}" destId="{5AE8FDC9-5DE7-4F37-ADFB-8DC462C17FBB}" srcOrd="2" destOrd="0" presId="urn:microsoft.com/office/officeart/2005/8/layout/orgChart1"/>
    <dgm:cxn modelId="{214B8FA3-80B6-4C5C-B734-041DACAE6BA2}" type="presParOf" srcId="{2DA57394-774A-470E-8649-4EFC8755BD45}" destId="{11BCB56C-FF24-49F8-8342-D3E4992A3AC5}" srcOrd="2" destOrd="0" presId="urn:microsoft.com/office/officeart/2005/8/layout/orgChart1"/>
    <dgm:cxn modelId="{87B68FCD-A718-4F28-B8D1-2F3A6FCA615A}" type="presParOf" srcId="{2DA57394-774A-470E-8649-4EFC8755BD45}" destId="{FEFA52F0-C92D-4CE4-B245-C745F8E5368A}" srcOrd="3" destOrd="0" presId="urn:microsoft.com/office/officeart/2005/8/layout/orgChart1"/>
    <dgm:cxn modelId="{09288FB4-A46B-41AA-9947-B5B9554F7DE1}" type="presParOf" srcId="{FEFA52F0-C92D-4CE4-B245-C745F8E5368A}" destId="{4A31B891-D461-4610-AD56-B9A18814CB3F}" srcOrd="0" destOrd="0" presId="urn:microsoft.com/office/officeart/2005/8/layout/orgChart1"/>
    <dgm:cxn modelId="{283F5CC8-0313-44C9-99EF-EEF138DDE8BC}" type="presParOf" srcId="{4A31B891-D461-4610-AD56-B9A18814CB3F}" destId="{8FD6A0A1-CC69-4703-B8CF-838DB4CD4A15}" srcOrd="0" destOrd="0" presId="urn:microsoft.com/office/officeart/2005/8/layout/orgChart1"/>
    <dgm:cxn modelId="{BCE784D2-A7DA-422C-AD86-D0E0831F4F3C}" type="presParOf" srcId="{4A31B891-D461-4610-AD56-B9A18814CB3F}" destId="{478033D1-EECE-466F-9B73-67DDC1FAC6B5}" srcOrd="1" destOrd="0" presId="urn:microsoft.com/office/officeart/2005/8/layout/orgChart1"/>
    <dgm:cxn modelId="{4F447C62-A09F-4A77-B431-C417E3F8492A}" type="presParOf" srcId="{FEFA52F0-C92D-4CE4-B245-C745F8E5368A}" destId="{9BB1DBE8-8CEA-4379-9804-33138FA7C8FB}" srcOrd="1" destOrd="0" presId="urn:microsoft.com/office/officeart/2005/8/layout/orgChart1"/>
    <dgm:cxn modelId="{3019DD75-3ECA-4B0A-BD02-302BB795986D}" type="presParOf" srcId="{FEFA52F0-C92D-4CE4-B245-C745F8E5368A}" destId="{393CE89D-D582-4F72-B1EC-CA7D0B10BB65}" srcOrd="2" destOrd="0" presId="urn:microsoft.com/office/officeart/2005/8/layout/orgChart1"/>
    <dgm:cxn modelId="{B96F6BC5-63F0-4818-BCF9-FBB0AD5944A9}" type="presParOf" srcId="{1FECADB8-25F8-4AF8-8029-83733A9E7EE8}" destId="{2166888A-7BA2-44A7-9F77-1EA33CB041F3}" srcOrd="2" destOrd="0" presId="urn:microsoft.com/office/officeart/2005/8/layout/orgChart1"/>
    <dgm:cxn modelId="{FDA51398-A01D-4777-B892-CD5663D9EDDB}" type="presParOf" srcId="{1346E98F-A7D3-4864-AC3A-41E6E643C836}" destId="{F5AB29D3-D5BA-4896-A351-53F5C3187A83}" srcOrd="6" destOrd="0" presId="urn:microsoft.com/office/officeart/2005/8/layout/orgChart1"/>
    <dgm:cxn modelId="{A9742609-3DE2-4EA4-9206-E06AB7798625}" type="presParOf" srcId="{1346E98F-A7D3-4864-AC3A-41E6E643C836}" destId="{26C15DCD-E816-459A-8A61-EAC8408756A8}" srcOrd="7" destOrd="0" presId="urn:microsoft.com/office/officeart/2005/8/layout/orgChart1"/>
    <dgm:cxn modelId="{6E94BCFF-538C-42CF-88CF-FAF6408173C7}" type="presParOf" srcId="{26C15DCD-E816-459A-8A61-EAC8408756A8}" destId="{68CC6262-81A0-4703-B633-B37DC520C44F}" srcOrd="0" destOrd="0" presId="urn:microsoft.com/office/officeart/2005/8/layout/orgChart1"/>
    <dgm:cxn modelId="{4B5908AD-64C4-43FA-9F17-916655188B5C}" type="presParOf" srcId="{68CC6262-81A0-4703-B633-B37DC520C44F}" destId="{868DA4F8-B905-4D4A-B8CC-41814247EF1A}" srcOrd="0" destOrd="0" presId="urn:microsoft.com/office/officeart/2005/8/layout/orgChart1"/>
    <dgm:cxn modelId="{DFB039BF-DC4B-45A4-88BD-0AE438F48BC5}" type="presParOf" srcId="{68CC6262-81A0-4703-B633-B37DC520C44F}" destId="{A84F0184-B782-4418-B7D9-69DBDE95CD0F}" srcOrd="1" destOrd="0" presId="urn:microsoft.com/office/officeart/2005/8/layout/orgChart1"/>
    <dgm:cxn modelId="{EB0CFB27-4F78-4C1C-8BC8-31EC6BD5187A}" type="presParOf" srcId="{26C15DCD-E816-459A-8A61-EAC8408756A8}" destId="{8C129936-7E59-4A62-93C2-0E58EA2281FD}" srcOrd="1" destOrd="0" presId="urn:microsoft.com/office/officeart/2005/8/layout/orgChart1"/>
    <dgm:cxn modelId="{DAF6D79F-B569-4B07-90D2-85626B19A1E3}" type="presParOf" srcId="{8C129936-7E59-4A62-93C2-0E58EA2281FD}" destId="{AE6D0AC4-076A-4EA4-ACC6-D77BB1C65F40}" srcOrd="0" destOrd="0" presId="urn:microsoft.com/office/officeart/2005/8/layout/orgChart1"/>
    <dgm:cxn modelId="{2C208753-E021-45F2-BFF7-97D06CD9CAE6}" type="presParOf" srcId="{8C129936-7E59-4A62-93C2-0E58EA2281FD}" destId="{4005552A-FC4D-45A7-83CA-BE6AFD131800}" srcOrd="1" destOrd="0" presId="urn:microsoft.com/office/officeart/2005/8/layout/orgChart1"/>
    <dgm:cxn modelId="{D2F478E8-0772-4FC7-92D9-ED13C714F18B}" type="presParOf" srcId="{4005552A-FC4D-45A7-83CA-BE6AFD131800}" destId="{36FEF3C9-D14E-4567-AFD6-15E272FF8907}" srcOrd="0" destOrd="0" presId="urn:microsoft.com/office/officeart/2005/8/layout/orgChart1"/>
    <dgm:cxn modelId="{3D71A700-79DF-4867-B6EF-4B5AD65ECBDA}" type="presParOf" srcId="{36FEF3C9-D14E-4567-AFD6-15E272FF8907}" destId="{70989C98-C67A-453F-B7C1-6CBFF821D516}" srcOrd="0" destOrd="0" presId="urn:microsoft.com/office/officeart/2005/8/layout/orgChart1"/>
    <dgm:cxn modelId="{FED84D21-5E11-43DA-B1D9-9736EC52079F}" type="presParOf" srcId="{36FEF3C9-D14E-4567-AFD6-15E272FF8907}" destId="{8076EB97-599C-4BB4-ACE3-7E28B103E8CD}" srcOrd="1" destOrd="0" presId="urn:microsoft.com/office/officeart/2005/8/layout/orgChart1"/>
    <dgm:cxn modelId="{1F67C690-0C62-4F00-AF64-D45DBE1B09E4}" type="presParOf" srcId="{4005552A-FC4D-45A7-83CA-BE6AFD131800}" destId="{84BACFDC-4B9D-47E5-8469-C5EE08DA8212}" srcOrd="1" destOrd="0" presId="urn:microsoft.com/office/officeart/2005/8/layout/orgChart1"/>
    <dgm:cxn modelId="{557F2628-6A17-4540-B299-FB76C9D36363}" type="presParOf" srcId="{4005552A-FC4D-45A7-83CA-BE6AFD131800}" destId="{1F23E71D-EE1A-44BB-ABA5-FB501AF466CD}" srcOrd="2" destOrd="0" presId="urn:microsoft.com/office/officeart/2005/8/layout/orgChart1"/>
    <dgm:cxn modelId="{24B2236D-80D4-45F7-9D27-FDD300DA4E0E}" type="presParOf" srcId="{8C129936-7E59-4A62-93C2-0E58EA2281FD}" destId="{579E2699-2A0A-40F0-9F1A-C31E972A41C4}" srcOrd="2" destOrd="0" presId="urn:microsoft.com/office/officeart/2005/8/layout/orgChart1"/>
    <dgm:cxn modelId="{6ACECA1C-ABE6-4EE4-AA4C-8A35DFCE54B1}" type="presParOf" srcId="{8C129936-7E59-4A62-93C2-0E58EA2281FD}" destId="{23AE7EC9-BBDA-44B2-8297-F1FEBA71716F}" srcOrd="3" destOrd="0" presId="urn:microsoft.com/office/officeart/2005/8/layout/orgChart1"/>
    <dgm:cxn modelId="{F42D019C-12C0-45C7-91EF-6BBC82EBE02B}" type="presParOf" srcId="{23AE7EC9-BBDA-44B2-8297-F1FEBA71716F}" destId="{BB6BBDF2-40F3-4F73-8A14-72C48F50ADC6}" srcOrd="0" destOrd="0" presId="urn:microsoft.com/office/officeart/2005/8/layout/orgChart1"/>
    <dgm:cxn modelId="{A1635B54-C77A-4A87-8EBC-BAB2AC34B0A9}" type="presParOf" srcId="{BB6BBDF2-40F3-4F73-8A14-72C48F50ADC6}" destId="{3974F7C6-EF2E-48A7-BA04-C36D74305D90}" srcOrd="0" destOrd="0" presId="urn:microsoft.com/office/officeart/2005/8/layout/orgChart1"/>
    <dgm:cxn modelId="{2BCB5521-DD93-4010-84F0-587E17A5DD3D}" type="presParOf" srcId="{BB6BBDF2-40F3-4F73-8A14-72C48F50ADC6}" destId="{5C4B67A1-04CD-4BE1-ABB8-5C726FEAC56F}" srcOrd="1" destOrd="0" presId="urn:microsoft.com/office/officeart/2005/8/layout/orgChart1"/>
    <dgm:cxn modelId="{D51A310D-69A8-427D-9C71-25E522163F97}" type="presParOf" srcId="{23AE7EC9-BBDA-44B2-8297-F1FEBA71716F}" destId="{FB6E36AB-95F3-49EF-8185-4D2DF9FE2DAA}" srcOrd="1" destOrd="0" presId="urn:microsoft.com/office/officeart/2005/8/layout/orgChart1"/>
    <dgm:cxn modelId="{1F535198-89F8-4E20-8208-EDCA447A22BB}" type="presParOf" srcId="{23AE7EC9-BBDA-44B2-8297-F1FEBA71716F}" destId="{CC329263-7AC4-4D06-B28B-C50861565338}" srcOrd="2" destOrd="0" presId="urn:microsoft.com/office/officeart/2005/8/layout/orgChart1"/>
    <dgm:cxn modelId="{311C9FAF-D861-4D9F-9FE5-14819A896A4E}" type="presParOf" srcId="{26C15DCD-E816-459A-8A61-EAC8408756A8}" destId="{C9211D7B-9551-4D56-9D96-E006EDB1C483}" srcOrd="2" destOrd="0" presId="urn:microsoft.com/office/officeart/2005/8/layout/orgChart1"/>
    <dgm:cxn modelId="{3E408005-BA08-4256-A154-BEF8B301D18E}" type="presParOf" srcId="{1346E98F-A7D3-4864-AC3A-41E6E643C836}" destId="{FDC5DE45-3323-435A-B0F6-7DC10FBA9A29}" srcOrd="8" destOrd="0" presId="urn:microsoft.com/office/officeart/2005/8/layout/orgChart1"/>
    <dgm:cxn modelId="{1F41394D-E257-45C2-A235-9E6BA33B1A0A}" type="presParOf" srcId="{1346E98F-A7D3-4864-AC3A-41E6E643C836}" destId="{C8F06AE6-B362-4968-B289-2D809B7A0A91}" srcOrd="9" destOrd="0" presId="urn:microsoft.com/office/officeart/2005/8/layout/orgChart1"/>
    <dgm:cxn modelId="{45AB544C-AB59-4D1E-A065-58971C894884}" type="presParOf" srcId="{C8F06AE6-B362-4968-B289-2D809B7A0A91}" destId="{E8FC68A6-E111-48B7-B925-5CB03799E0BB}" srcOrd="0" destOrd="0" presId="urn:microsoft.com/office/officeart/2005/8/layout/orgChart1"/>
    <dgm:cxn modelId="{0F298D15-73FC-4148-819A-7D9DCC8BCCC0}" type="presParOf" srcId="{E8FC68A6-E111-48B7-B925-5CB03799E0BB}" destId="{1F1C0226-DF33-47F4-9200-86ADE7715ED2}" srcOrd="0" destOrd="0" presId="urn:microsoft.com/office/officeart/2005/8/layout/orgChart1"/>
    <dgm:cxn modelId="{51B2BC8F-F4BB-4A99-A156-0D6C84DCEF13}" type="presParOf" srcId="{E8FC68A6-E111-48B7-B925-5CB03799E0BB}" destId="{768D53FE-9556-4A9B-B93E-A8C4B88A0508}" srcOrd="1" destOrd="0" presId="urn:microsoft.com/office/officeart/2005/8/layout/orgChart1"/>
    <dgm:cxn modelId="{3207BB84-F4C3-43C4-9CFC-A8D3986670C9}" type="presParOf" srcId="{C8F06AE6-B362-4968-B289-2D809B7A0A91}" destId="{FAC07C1C-BEBF-4107-96E4-2AA753A2D69E}" srcOrd="1" destOrd="0" presId="urn:microsoft.com/office/officeart/2005/8/layout/orgChart1"/>
    <dgm:cxn modelId="{6D2B421A-C3D4-4D5B-AF04-7A9DC0CAD26D}" type="presParOf" srcId="{FAC07C1C-BEBF-4107-96E4-2AA753A2D69E}" destId="{7B195D23-7AB9-4529-9C25-AE322C38FE62}" srcOrd="0" destOrd="0" presId="urn:microsoft.com/office/officeart/2005/8/layout/orgChart1"/>
    <dgm:cxn modelId="{2864E71D-FF77-41B3-833D-1A80CF746320}" type="presParOf" srcId="{FAC07C1C-BEBF-4107-96E4-2AA753A2D69E}" destId="{E9B64AB6-0E6A-4F38-B2D6-FDBA8264F42E}" srcOrd="1" destOrd="0" presId="urn:microsoft.com/office/officeart/2005/8/layout/orgChart1"/>
    <dgm:cxn modelId="{4963CDF0-205A-44ED-B0BF-E68189793472}" type="presParOf" srcId="{E9B64AB6-0E6A-4F38-B2D6-FDBA8264F42E}" destId="{D51628B2-99E8-466C-B4F0-DE117650161D}" srcOrd="0" destOrd="0" presId="urn:microsoft.com/office/officeart/2005/8/layout/orgChart1"/>
    <dgm:cxn modelId="{8B725A65-A485-4ACF-A344-85D3B6262C6F}" type="presParOf" srcId="{D51628B2-99E8-466C-B4F0-DE117650161D}" destId="{1FFE0E36-CD64-4505-9A1F-DDC8D080E445}" srcOrd="0" destOrd="0" presId="urn:microsoft.com/office/officeart/2005/8/layout/orgChart1"/>
    <dgm:cxn modelId="{EBEA4277-21F7-49F6-B0B1-B6F535F2736A}" type="presParOf" srcId="{D51628B2-99E8-466C-B4F0-DE117650161D}" destId="{38B8F37D-34D0-4A96-871B-6A1B29625697}" srcOrd="1" destOrd="0" presId="urn:microsoft.com/office/officeart/2005/8/layout/orgChart1"/>
    <dgm:cxn modelId="{EC9FD7BF-BF3D-4260-BFC1-CC9B030AFB96}" type="presParOf" srcId="{E9B64AB6-0E6A-4F38-B2D6-FDBA8264F42E}" destId="{BB644F40-6CCE-426B-96C8-73CD857FB41A}" srcOrd="1" destOrd="0" presId="urn:microsoft.com/office/officeart/2005/8/layout/orgChart1"/>
    <dgm:cxn modelId="{D83E40D9-3E81-49CB-B3A0-99015502234D}" type="presParOf" srcId="{E9B64AB6-0E6A-4F38-B2D6-FDBA8264F42E}" destId="{1B9FAAD4-1848-481E-BAB1-155F5E418591}" srcOrd="2" destOrd="0" presId="urn:microsoft.com/office/officeart/2005/8/layout/orgChart1"/>
    <dgm:cxn modelId="{A5B25A38-7A9F-4A87-A1AE-CFA23E3E2116}" type="presParOf" srcId="{FAC07C1C-BEBF-4107-96E4-2AA753A2D69E}" destId="{02D8690C-4E6E-4584-853D-211468C36305}" srcOrd="2" destOrd="0" presId="urn:microsoft.com/office/officeart/2005/8/layout/orgChart1"/>
    <dgm:cxn modelId="{F0108EAF-D559-405A-9393-7C61141E8E5D}" type="presParOf" srcId="{FAC07C1C-BEBF-4107-96E4-2AA753A2D69E}" destId="{5BDD89D5-A5AC-4048-AF8D-A203A90DCE71}" srcOrd="3" destOrd="0" presId="urn:microsoft.com/office/officeart/2005/8/layout/orgChart1"/>
    <dgm:cxn modelId="{C19F7EC3-3267-4B3A-AC31-246FD9545486}" type="presParOf" srcId="{5BDD89D5-A5AC-4048-AF8D-A203A90DCE71}" destId="{3708797A-7B46-433B-B2D2-9DD04778F089}" srcOrd="0" destOrd="0" presId="urn:microsoft.com/office/officeart/2005/8/layout/orgChart1"/>
    <dgm:cxn modelId="{891BCF95-F225-4FE7-A857-0458227D2CF9}" type="presParOf" srcId="{3708797A-7B46-433B-B2D2-9DD04778F089}" destId="{5A3069B6-69A9-4FFA-86B2-30F4593B5C55}" srcOrd="0" destOrd="0" presId="urn:microsoft.com/office/officeart/2005/8/layout/orgChart1"/>
    <dgm:cxn modelId="{67DFA478-FF6E-4558-ACD6-40343BD75A5F}" type="presParOf" srcId="{3708797A-7B46-433B-B2D2-9DD04778F089}" destId="{644A0C53-4CEF-42A3-9D5C-FA12DFE4EFC0}" srcOrd="1" destOrd="0" presId="urn:microsoft.com/office/officeart/2005/8/layout/orgChart1"/>
    <dgm:cxn modelId="{F0F4E774-CBE3-49C8-A14C-CD4D003EDF69}" type="presParOf" srcId="{5BDD89D5-A5AC-4048-AF8D-A203A90DCE71}" destId="{2C4DEC90-E231-4008-ADDE-350ED4DB2AA1}" srcOrd="1" destOrd="0" presId="urn:microsoft.com/office/officeart/2005/8/layout/orgChart1"/>
    <dgm:cxn modelId="{A8B63A88-35C3-4638-8BAA-EF3B851FF16A}" type="presParOf" srcId="{5BDD89D5-A5AC-4048-AF8D-A203A90DCE71}" destId="{A0C10A09-447A-4C54-9353-1791DD2A4006}" srcOrd="2" destOrd="0" presId="urn:microsoft.com/office/officeart/2005/8/layout/orgChart1"/>
    <dgm:cxn modelId="{0D304AF9-922C-485F-AC82-BADAB902318E}" type="presParOf" srcId="{C8F06AE6-B362-4968-B289-2D809B7A0A91}" destId="{CDB05E98-B343-493A-820E-73D00510962B}" srcOrd="2" destOrd="0" presId="urn:microsoft.com/office/officeart/2005/8/layout/orgChart1"/>
    <dgm:cxn modelId="{164D722E-20CD-46DC-A215-C48B6C33BB58}" type="presParOf" srcId="{974809C6-65D7-430F-BE61-9413FAC3E5EF}" destId="{A8414F8C-05F7-42D9-AFA6-07E2B02D93CD}" srcOrd="2" destOrd="0" presId="urn:microsoft.com/office/officeart/2005/8/layout/orgChart1"/>
    <dgm:cxn modelId="{0530246E-C001-4F6E-B150-C59C7DCAA4E4}" type="presParOf" srcId="{A8414F8C-05F7-42D9-AFA6-07E2B02D93CD}" destId="{F10E0A9F-D1F4-42FD-B911-64DCC30F8CE9}" srcOrd="0" destOrd="0" presId="urn:microsoft.com/office/officeart/2005/8/layout/orgChart1"/>
    <dgm:cxn modelId="{578EAABA-8A98-41E4-918C-8A863C983431}" type="presParOf" srcId="{A8414F8C-05F7-42D9-AFA6-07E2B02D93CD}" destId="{6B5CEA17-239B-4AF1-918A-71308EB24D64}" srcOrd="1" destOrd="0" presId="urn:microsoft.com/office/officeart/2005/8/layout/orgChart1"/>
    <dgm:cxn modelId="{366FCF85-C2EC-450F-BAA1-7EF0042FFEE9}" type="presParOf" srcId="{6B5CEA17-239B-4AF1-918A-71308EB24D64}" destId="{B8DD137E-0595-46DD-886F-147CBE4126AC}" srcOrd="0" destOrd="0" presId="urn:microsoft.com/office/officeart/2005/8/layout/orgChart1"/>
    <dgm:cxn modelId="{60AEE331-4D60-4952-B779-CD040C2C9488}" type="presParOf" srcId="{B8DD137E-0595-46DD-886F-147CBE4126AC}" destId="{88508F02-80E6-4AF8-9EC4-0F8FF1BE78E6}" srcOrd="0" destOrd="0" presId="urn:microsoft.com/office/officeart/2005/8/layout/orgChart1"/>
    <dgm:cxn modelId="{D7B5BED3-53B4-49E0-861F-F8C012B9F2DE}" type="presParOf" srcId="{B8DD137E-0595-46DD-886F-147CBE4126AC}" destId="{A9A6DCDC-7D86-4C82-A48D-D60354925F09}" srcOrd="1" destOrd="0" presId="urn:microsoft.com/office/officeart/2005/8/layout/orgChart1"/>
    <dgm:cxn modelId="{E7899EA7-AFA1-4AFE-9594-E1E46FE34FF2}" type="presParOf" srcId="{6B5CEA17-239B-4AF1-918A-71308EB24D64}" destId="{43184A79-A70A-4B4C-9808-F436724A5466}" srcOrd="1" destOrd="0" presId="urn:microsoft.com/office/officeart/2005/8/layout/orgChart1"/>
    <dgm:cxn modelId="{9AF92274-BABB-4A6C-AF06-D8ACC97DC991}" type="presParOf" srcId="{6B5CEA17-239B-4AF1-918A-71308EB24D64}" destId="{EB1058D7-78CD-4C17-8A51-1E734088F811}" srcOrd="2" destOrd="0" presId="urn:microsoft.com/office/officeart/2005/8/layout/orgChart1"/>
    <dgm:cxn modelId="{DE008AB0-8FC6-44A7-B7DC-E24201C254C1}" type="presParOf" srcId="{A8414F8C-05F7-42D9-AFA6-07E2B02D93CD}" destId="{2624DE50-578D-44CA-AACD-ECD244EECD20}" srcOrd="2" destOrd="0" presId="urn:microsoft.com/office/officeart/2005/8/layout/orgChart1"/>
    <dgm:cxn modelId="{6D1E90C0-C450-4976-AE67-ACBF0EE4E3F0}" type="presParOf" srcId="{A8414F8C-05F7-42D9-AFA6-07E2B02D93CD}" destId="{588904A0-57F7-4B7E-9677-79AB8705DCB2}" srcOrd="3" destOrd="0" presId="urn:microsoft.com/office/officeart/2005/8/layout/orgChart1"/>
    <dgm:cxn modelId="{AECD5842-BFAA-49A5-B5E6-3AF261770B00}" type="presParOf" srcId="{588904A0-57F7-4B7E-9677-79AB8705DCB2}" destId="{139BF546-1AF7-4E36-9300-58947CC64356}" srcOrd="0" destOrd="0" presId="urn:microsoft.com/office/officeart/2005/8/layout/orgChart1"/>
    <dgm:cxn modelId="{F78C81DD-3D24-4773-AEBB-A44FF78C8934}" type="presParOf" srcId="{139BF546-1AF7-4E36-9300-58947CC64356}" destId="{080C23F2-56B9-42F9-A011-BB56F05F9DD3}" srcOrd="0" destOrd="0" presId="urn:microsoft.com/office/officeart/2005/8/layout/orgChart1"/>
    <dgm:cxn modelId="{7BAEC3FB-B600-4AB2-A4D1-87FE923F4654}" type="presParOf" srcId="{139BF546-1AF7-4E36-9300-58947CC64356}" destId="{2972BE4E-5EEC-4353-A77A-C70F4452C27B}" srcOrd="1" destOrd="0" presId="urn:microsoft.com/office/officeart/2005/8/layout/orgChart1"/>
    <dgm:cxn modelId="{753256E5-5794-4D12-8981-E52B8665AA76}" type="presParOf" srcId="{588904A0-57F7-4B7E-9677-79AB8705DCB2}" destId="{36A9766C-5FB4-44F8-A0C7-3D911EB923E9}" srcOrd="1" destOrd="0" presId="urn:microsoft.com/office/officeart/2005/8/layout/orgChart1"/>
    <dgm:cxn modelId="{E4CFAF90-2CEB-474F-A9A7-0AB7E03E94B0}" type="presParOf" srcId="{588904A0-57F7-4B7E-9677-79AB8705DCB2}" destId="{FD9E5F0A-6246-48EC-A0A0-470E97ECF866}" srcOrd="2" destOrd="0" presId="urn:microsoft.com/office/officeart/2005/8/layout/orgChart1"/>
  </dgm:cxnLst>
  <dgm:bg>
    <a:effectLst/>
  </dgm:bg>
  <dgm:whole>
    <a:ln>
      <a:noFill/>
    </a:ln>
    <a:effectLst/>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4DE50-578D-44CA-AACD-ECD244EECD20}">
      <dsp:nvSpPr>
        <dsp:cNvPr id="0" name=""/>
        <dsp:cNvSpPr/>
      </dsp:nvSpPr>
      <dsp:spPr>
        <a:xfrm>
          <a:off x="5499973" y="708547"/>
          <a:ext cx="148618" cy="651090"/>
        </a:xfrm>
        <a:custGeom>
          <a:avLst/>
          <a:gdLst/>
          <a:ahLst/>
          <a:cxnLst/>
          <a:rect l="0" t="0" r="0" b="0"/>
          <a:pathLst>
            <a:path>
              <a:moveTo>
                <a:pt x="0" y="0"/>
              </a:moveTo>
              <a:lnTo>
                <a:pt x="0" y="651090"/>
              </a:lnTo>
              <a:lnTo>
                <a:pt x="148618" y="65109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0E0A9F-D1F4-42FD-B911-64DCC30F8CE9}">
      <dsp:nvSpPr>
        <dsp:cNvPr id="0" name=""/>
        <dsp:cNvSpPr/>
      </dsp:nvSpPr>
      <dsp:spPr>
        <a:xfrm>
          <a:off x="5351354" y="708547"/>
          <a:ext cx="148618" cy="651090"/>
        </a:xfrm>
        <a:custGeom>
          <a:avLst/>
          <a:gdLst/>
          <a:ahLst/>
          <a:cxnLst/>
          <a:rect l="0" t="0" r="0" b="0"/>
          <a:pathLst>
            <a:path>
              <a:moveTo>
                <a:pt x="148618" y="0"/>
              </a:moveTo>
              <a:lnTo>
                <a:pt x="148618" y="651090"/>
              </a:lnTo>
              <a:lnTo>
                <a:pt x="0" y="65109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D8690C-4E6E-4584-853D-211468C36305}">
      <dsp:nvSpPr>
        <dsp:cNvPr id="0" name=""/>
        <dsp:cNvSpPr/>
      </dsp:nvSpPr>
      <dsp:spPr>
        <a:xfrm>
          <a:off x="8359108" y="2718434"/>
          <a:ext cx="212312" cy="1656033"/>
        </a:xfrm>
        <a:custGeom>
          <a:avLst/>
          <a:gdLst/>
          <a:ahLst/>
          <a:cxnLst/>
          <a:rect l="0" t="0" r="0" b="0"/>
          <a:pathLst>
            <a:path>
              <a:moveTo>
                <a:pt x="0" y="0"/>
              </a:moveTo>
              <a:lnTo>
                <a:pt x="0" y="1656033"/>
              </a:lnTo>
              <a:lnTo>
                <a:pt x="212312" y="16560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195D23-7AB9-4529-9C25-AE322C38FE62}">
      <dsp:nvSpPr>
        <dsp:cNvPr id="0" name=""/>
        <dsp:cNvSpPr/>
      </dsp:nvSpPr>
      <dsp:spPr>
        <a:xfrm>
          <a:off x="8359108" y="2718434"/>
          <a:ext cx="212312" cy="651090"/>
        </a:xfrm>
        <a:custGeom>
          <a:avLst/>
          <a:gdLst/>
          <a:ahLst/>
          <a:cxnLst/>
          <a:rect l="0" t="0" r="0" b="0"/>
          <a:pathLst>
            <a:path>
              <a:moveTo>
                <a:pt x="0" y="0"/>
              </a:moveTo>
              <a:lnTo>
                <a:pt x="0" y="651090"/>
              </a:lnTo>
              <a:lnTo>
                <a:pt x="212312" y="6510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C5DE45-3323-435A-B0F6-7DC10FBA9A29}">
      <dsp:nvSpPr>
        <dsp:cNvPr id="0" name=""/>
        <dsp:cNvSpPr/>
      </dsp:nvSpPr>
      <dsp:spPr>
        <a:xfrm>
          <a:off x="5499973" y="708547"/>
          <a:ext cx="3425300" cy="1302180"/>
        </a:xfrm>
        <a:custGeom>
          <a:avLst/>
          <a:gdLst/>
          <a:ahLst/>
          <a:cxnLst/>
          <a:rect l="0" t="0" r="0" b="0"/>
          <a:pathLst>
            <a:path>
              <a:moveTo>
                <a:pt x="0" y="0"/>
              </a:moveTo>
              <a:lnTo>
                <a:pt x="0" y="1153562"/>
              </a:lnTo>
              <a:lnTo>
                <a:pt x="3425300" y="1153562"/>
              </a:lnTo>
              <a:lnTo>
                <a:pt x="3425300" y="130218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9E2699-2A0A-40F0-9F1A-C31E972A41C4}">
      <dsp:nvSpPr>
        <dsp:cNvPr id="0" name=""/>
        <dsp:cNvSpPr/>
      </dsp:nvSpPr>
      <dsp:spPr>
        <a:xfrm>
          <a:off x="6646458" y="2718434"/>
          <a:ext cx="212312" cy="1656033"/>
        </a:xfrm>
        <a:custGeom>
          <a:avLst/>
          <a:gdLst/>
          <a:ahLst/>
          <a:cxnLst/>
          <a:rect l="0" t="0" r="0" b="0"/>
          <a:pathLst>
            <a:path>
              <a:moveTo>
                <a:pt x="0" y="0"/>
              </a:moveTo>
              <a:lnTo>
                <a:pt x="0" y="1656033"/>
              </a:lnTo>
              <a:lnTo>
                <a:pt x="212312" y="16560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D0AC4-076A-4EA4-ACC6-D77BB1C65F40}">
      <dsp:nvSpPr>
        <dsp:cNvPr id="0" name=""/>
        <dsp:cNvSpPr/>
      </dsp:nvSpPr>
      <dsp:spPr>
        <a:xfrm>
          <a:off x="6646458" y="2718434"/>
          <a:ext cx="212312" cy="651090"/>
        </a:xfrm>
        <a:custGeom>
          <a:avLst/>
          <a:gdLst/>
          <a:ahLst/>
          <a:cxnLst/>
          <a:rect l="0" t="0" r="0" b="0"/>
          <a:pathLst>
            <a:path>
              <a:moveTo>
                <a:pt x="0" y="0"/>
              </a:moveTo>
              <a:lnTo>
                <a:pt x="0" y="651090"/>
              </a:lnTo>
              <a:lnTo>
                <a:pt x="212312" y="6510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AB29D3-D5BA-4896-A351-53F5C3187A83}">
      <dsp:nvSpPr>
        <dsp:cNvPr id="0" name=""/>
        <dsp:cNvSpPr/>
      </dsp:nvSpPr>
      <dsp:spPr>
        <a:xfrm>
          <a:off x="5499973" y="708547"/>
          <a:ext cx="1712650" cy="1302180"/>
        </a:xfrm>
        <a:custGeom>
          <a:avLst/>
          <a:gdLst/>
          <a:ahLst/>
          <a:cxnLst/>
          <a:rect l="0" t="0" r="0" b="0"/>
          <a:pathLst>
            <a:path>
              <a:moveTo>
                <a:pt x="0" y="0"/>
              </a:moveTo>
              <a:lnTo>
                <a:pt x="0" y="1153562"/>
              </a:lnTo>
              <a:lnTo>
                <a:pt x="1712650" y="1153562"/>
              </a:lnTo>
              <a:lnTo>
                <a:pt x="1712650" y="130218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BCB56C-FF24-49F8-8342-D3E4992A3AC5}">
      <dsp:nvSpPr>
        <dsp:cNvPr id="0" name=""/>
        <dsp:cNvSpPr/>
      </dsp:nvSpPr>
      <dsp:spPr>
        <a:xfrm>
          <a:off x="4933807" y="2718434"/>
          <a:ext cx="212312" cy="1656033"/>
        </a:xfrm>
        <a:custGeom>
          <a:avLst/>
          <a:gdLst/>
          <a:ahLst/>
          <a:cxnLst/>
          <a:rect l="0" t="0" r="0" b="0"/>
          <a:pathLst>
            <a:path>
              <a:moveTo>
                <a:pt x="0" y="0"/>
              </a:moveTo>
              <a:lnTo>
                <a:pt x="0" y="1656033"/>
              </a:lnTo>
              <a:lnTo>
                <a:pt x="212312" y="16560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15E3AC-0BF3-4443-9248-02C0959AC817}">
      <dsp:nvSpPr>
        <dsp:cNvPr id="0" name=""/>
        <dsp:cNvSpPr/>
      </dsp:nvSpPr>
      <dsp:spPr>
        <a:xfrm>
          <a:off x="4933807" y="2718434"/>
          <a:ext cx="212312" cy="651090"/>
        </a:xfrm>
        <a:custGeom>
          <a:avLst/>
          <a:gdLst/>
          <a:ahLst/>
          <a:cxnLst/>
          <a:rect l="0" t="0" r="0" b="0"/>
          <a:pathLst>
            <a:path>
              <a:moveTo>
                <a:pt x="0" y="0"/>
              </a:moveTo>
              <a:lnTo>
                <a:pt x="0" y="651090"/>
              </a:lnTo>
              <a:lnTo>
                <a:pt x="212312" y="6510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F708CF-CA03-4CB9-9FCE-CCF48080EBCA}">
      <dsp:nvSpPr>
        <dsp:cNvPr id="0" name=""/>
        <dsp:cNvSpPr/>
      </dsp:nvSpPr>
      <dsp:spPr>
        <a:xfrm>
          <a:off x="5454253" y="708547"/>
          <a:ext cx="91440" cy="1302180"/>
        </a:xfrm>
        <a:custGeom>
          <a:avLst/>
          <a:gdLst/>
          <a:ahLst/>
          <a:cxnLst/>
          <a:rect l="0" t="0" r="0" b="0"/>
          <a:pathLst>
            <a:path>
              <a:moveTo>
                <a:pt x="45720" y="0"/>
              </a:moveTo>
              <a:lnTo>
                <a:pt x="45720" y="130218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AC62B1-9C68-4B89-8876-EE1AC18FD456}">
      <dsp:nvSpPr>
        <dsp:cNvPr id="0" name=""/>
        <dsp:cNvSpPr/>
      </dsp:nvSpPr>
      <dsp:spPr>
        <a:xfrm>
          <a:off x="3221157" y="2718434"/>
          <a:ext cx="212312" cy="651090"/>
        </a:xfrm>
        <a:custGeom>
          <a:avLst/>
          <a:gdLst/>
          <a:ahLst/>
          <a:cxnLst/>
          <a:rect l="0" t="0" r="0" b="0"/>
          <a:pathLst>
            <a:path>
              <a:moveTo>
                <a:pt x="0" y="0"/>
              </a:moveTo>
              <a:lnTo>
                <a:pt x="0" y="651090"/>
              </a:lnTo>
              <a:lnTo>
                <a:pt x="212312" y="6510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C4E30F-5482-4943-B7CB-AB58FD4C2D9B}">
      <dsp:nvSpPr>
        <dsp:cNvPr id="0" name=""/>
        <dsp:cNvSpPr/>
      </dsp:nvSpPr>
      <dsp:spPr>
        <a:xfrm>
          <a:off x="3787322" y="708547"/>
          <a:ext cx="1712650" cy="1302180"/>
        </a:xfrm>
        <a:custGeom>
          <a:avLst/>
          <a:gdLst/>
          <a:ahLst/>
          <a:cxnLst/>
          <a:rect l="0" t="0" r="0" b="0"/>
          <a:pathLst>
            <a:path>
              <a:moveTo>
                <a:pt x="1712650" y="0"/>
              </a:moveTo>
              <a:lnTo>
                <a:pt x="1712650" y="1153562"/>
              </a:lnTo>
              <a:lnTo>
                <a:pt x="0" y="1153562"/>
              </a:lnTo>
              <a:lnTo>
                <a:pt x="0" y="130218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B23414-4625-438C-9A9C-D5E894240E5D}">
      <dsp:nvSpPr>
        <dsp:cNvPr id="0" name=""/>
        <dsp:cNvSpPr/>
      </dsp:nvSpPr>
      <dsp:spPr>
        <a:xfrm>
          <a:off x="1508506" y="2718434"/>
          <a:ext cx="212312" cy="1656033"/>
        </a:xfrm>
        <a:custGeom>
          <a:avLst/>
          <a:gdLst/>
          <a:ahLst/>
          <a:cxnLst/>
          <a:rect l="0" t="0" r="0" b="0"/>
          <a:pathLst>
            <a:path>
              <a:moveTo>
                <a:pt x="0" y="0"/>
              </a:moveTo>
              <a:lnTo>
                <a:pt x="0" y="1656033"/>
              </a:lnTo>
              <a:lnTo>
                <a:pt x="212312" y="1656033"/>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B28F73-2BDA-4689-9FE4-24C89887510E}">
      <dsp:nvSpPr>
        <dsp:cNvPr id="0" name=""/>
        <dsp:cNvSpPr/>
      </dsp:nvSpPr>
      <dsp:spPr>
        <a:xfrm>
          <a:off x="1508506" y="2718434"/>
          <a:ext cx="212312" cy="651090"/>
        </a:xfrm>
        <a:custGeom>
          <a:avLst/>
          <a:gdLst/>
          <a:ahLst/>
          <a:cxnLst/>
          <a:rect l="0" t="0" r="0" b="0"/>
          <a:pathLst>
            <a:path>
              <a:moveTo>
                <a:pt x="0" y="0"/>
              </a:moveTo>
              <a:lnTo>
                <a:pt x="0" y="651090"/>
              </a:lnTo>
              <a:lnTo>
                <a:pt x="212312" y="65109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F3A3D3-09BE-49C6-8A98-4B9457D89D78}">
      <dsp:nvSpPr>
        <dsp:cNvPr id="0" name=""/>
        <dsp:cNvSpPr/>
      </dsp:nvSpPr>
      <dsp:spPr>
        <a:xfrm>
          <a:off x="2074672" y="708547"/>
          <a:ext cx="3425300" cy="1302180"/>
        </a:xfrm>
        <a:custGeom>
          <a:avLst/>
          <a:gdLst/>
          <a:ahLst/>
          <a:cxnLst/>
          <a:rect l="0" t="0" r="0" b="0"/>
          <a:pathLst>
            <a:path>
              <a:moveTo>
                <a:pt x="3425300" y="0"/>
              </a:moveTo>
              <a:lnTo>
                <a:pt x="3425300" y="1153562"/>
              </a:lnTo>
              <a:lnTo>
                <a:pt x="0" y="1153562"/>
              </a:lnTo>
              <a:lnTo>
                <a:pt x="0" y="130218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14D9B2-76B3-44B8-BBBA-9F0CDD26C58F}">
      <dsp:nvSpPr>
        <dsp:cNvPr id="0" name=""/>
        <dsp:cNvSpPr/>
      </dsp:nvSpPr>
      <dsp:spPr>
        <a:xfrm>
          <a:off x="4792266" y="840"/>
          <a:ext cx="1415413" cy="7077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bg2"/>
              </a:solidFill>
              <a:latin typeface="Arial" panose="020B0604020202020204" pitchFamily="34" charset="0"/>
              <a:cs typeface="Arial" panose="020B0604020202020204" pitchFamily="34" charset="0"/>
            </a:rPr>
            <a:t>LOREM IPSUM</a:t>
          </a:r>
          <a:br>
            <a:rPr lang="en-US" sz="1200" b="1" kern="1200" dirty="0">
              <a:solidFill>
                <a:schemeClr val="bg2"/>
              </a:solidFill>
              <a:latin typeface="Arial" panose="020B0604020202020204" pitchFamily="34" charset="0"/>
              <a:cs typeface="Arial" panose="020B0604020202020204" pitchFamily="34" charset="0"/>
            </a:rPr>
          </a:br>
          <a:r>
            <a:rPr lang="da-DK" sz="1200" i="1" kern="1200" dirty="0" err="1">
              <a:solidFill>
                <a:schemeClr val="bg2"/>
              </a:solidFill>
              <a:latin typeface="Arial"/>
              <a:cs typeface="Arial"/>
            </a:rPr>
            <a:t>Lorem</a:t>
          </a:r>
          <a:r>
            <a:rPr lang="da-DK" sz="1200" i="1" kern="1200" spc="90" dirty="0">
              <a:solidFill>
                <a:schemeClr val="bg2"/>
              </a:solidFill>
              <a:latin typeface="Arial"/>
              <a:cs typeface="Arial"/>
            </a:rPr>
            <a:t> </a:t>
          </a:r>
          <a:r>
            <a:rPr lang="da-DK" sz="1200" i="1" kern="1200" dirty="0" err="1">
              <a:solidFill>
                <a:schemeClr val="bg2"/>
              </a:solidFill>
              <a:latin typeface="Arial"/>
              <a:cs typeface="Arial"/>
            </a:rPr>
            <a:t>ipsum</a:t>
          </a:r>
          <a:r>
            <a:rPr lang="da-DK" sz="1200" i="1" kern="1200" spc="95" dirty="0">
              <a:solidFill>
                <a:schemeClr val="bg2"/>
              </a:solidFill>
              <a:latin typeface="Arial"/>
              <a:cs typeface="Arial"/>
            </a:rPr>
            <a:t> </a:t>
          </a:r>
          <a:r>
            <a:rPr lang="da-DK" sz="1200" i="1" kern="1200" spc="-25" dirty="0">
              <a:solidFill>
                <a:schemeClr val="bg2"/>
              </a:solidFill>
              <a:latin typeface="Arial"/>
              <a:cs typeface="Arial"/>
            </a:rPr>
            <a:t>sit </a:t>
          </a:r>
          <a:r>
            <a:rPr lang="da-DK" sz="1200" i="1" kern="1200" dirty="0" err="1">
              <a:solidFill>
                <a:schemeClr val="bg2"/>
              </a:solidFill>
              <a:latin typeface="Arial"/>
              <a:cs typeface="Arial"/>
            </a:rPr>
            <a:t>amet</a:t>
          </a:r>
          <a:r>
            <a:rPr lang="da-DK" sz="1200" i="1" kern="1200" spc="75" dirty="0">
              <a:solidFill>
                <a:schemeClr val="bg2"/>
              </a:solidFill>
              <a:latin typeface="Arial"/>
              <a:cs typeface="Arial"/>
            </a:rPr>
            <a:t> </a:t>
          </a:r>
          <a:r>
            <a:rPr lang="da-DK" sz="1200" i="1" kern="1200" spc="-10" dirty="0" err="1">
              <a:solidFill>
                <a:schemeClr val="bg2"/>
              </a:solidFill>
              <a:latin typeface="Arial"/>
              <a:cs typeface="Arial"/>
            </a:rPr>
            <a:t>dolo</a:t>
          </a:r>
          <a:endParaRPr lang="en-US" sz="1200" i="1" kern="1200" dirty="0">
            <a:solidFill>
              <a:schemeClr val="bg2"/>
            </a:solidFill>
            <a:latin typeface="Arial"/>
            <a:cs typeface="Arial"/>
          </a:endParaRPr>
        </a:p>
      </dsp:txBody>
      <dsp:txXfrm>
        <a:off x="4792266" y="840"/>
        <a:ext cx="1415413" cy="707706"/>
      </dsp:txXfrm>
    </dsp:sp>
    <dsp:sp modelId="{A336AC47-C8DB-4913-B166-DDC21F5A15E5}">
      <dsp:nvSpPr>
        <dsp:cNvPr id="0" name=""/>
        <dsp:cNvSpPr/>
      </dsp:nvSpPr>
      <dsp:spPr>
        <a:xfrm>
          <a:off x="1366965" y="2010727"/>
          <a:ext cx="1415413" cy="707706"/>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1366965" y="2010727"/>
        <a:ext cx="1415413" cy="707706"/>
      </dsp:txXfrm>
    </dsp:sp>
    <dsp:sp modelId="{581CB4AA-915E-4E4B-B8D2-E71E05F910FC}">
      <dsp:nvSpPr>
        <dsp:cNvPr id="0" name=""/>
        <dsp:cNvSpPr/>
      </dsp:nvSpPr>
      <dsp:spPr>
        <a:xfrm>
          <a:off x="1720818" y="3015671"/>
          <a:ext cx="1415413" cy="707706"/>
        </a:xfrm>
        <a:prstGeom prst="rect">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1720818" y="3015671"/>
        <a:ext cx="1415413" cy="707706"/>
      </dsp:txXfrm>
    </dsp:sp>
    <dsp:sp modelId="{927FB171-0E3A-4FE1-8452-49A4CF7C274C}">
      <dsp:nvSpPr>
        <dsp:cNvPr id="0" name=""/>
        <dsp:cNvSpPr/>
      </dsp:nvSpPr>
      <dsp:spPr>
        <a:xfrm>
          <a:off x="1720818" y="4020614"/>
          <a:ext cx="1415413" cy="707706"/>
        </a:xfrm>
        <a:prstGeom prst="rect">
          <a:avLst/>
        </a:prstGeom>
        <a:solidFill>
          <a:schemeClr val="accent5"/>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cs typeface="Arial" panose="020B0604020202020204" pitchFamily="34" charset="0"/>
            </a:rPr>
            <a:t>LOREM IPSUM</a:t>
          </a:r>
          <a:br>
            <a:rPr lang="en-US" sz="1200" b="1" kern="1200">
              <a:solidFill>
                <a:schemeClr val="accent2"/>
              </a:solidFill>
              <a:latin typeface="Arial" panose="020B0604020202020204" pitchFamily="34" charset="0"/>
              <a:cs typeface="Arial" panose="020B0604020202020204" pitchFamily="34" charset="0"/>
            </a:rPr>
          </a:br>
          <a:r>
            <a:rPr lang="da-DK" sz="1200" i="1" kern="1200">
              <a:solidFill>
                <a:schemeClr val="accent2"/>
              </a:solidFill>
              <a:latin typeface="Arial"/>
              <a:cs typeface="Arial"/>
            </a:rPr>
            <a:t>Lorem</a:t>
          </a:r>
          <a:r>
            <a:rPr lang="da-DK" sz="1200" i="1" kern="1200" spc="90">
              <a:solidFill>
                <a:schemeClr val="accent2"/>
              </a:solidFill>
              <a:latin typeface="Arial"/>
              <a:cs typeface="Arial"/>
            </a:rPr>
            <a:t> </a:t>
          </a:r>
          <a:r>
            <a:rPr lang="da-DK" sz="1200" i="1" kern="1200">
              <a:solidFill>
                <a:schemeClr val="accent2"/>
              </a:solidFill>
              <a:latin typeface="Arial"/>
              <a:cs typeface="Arial"/>
            </a:rPr>
            <a:t>ipsum</a:t>
          </a:r>
          <a:r>
            <a:rPr lang="da-DK" sz="1200" i="1" kern="1200" spc="95">
              <a:solidFill>
                <a:schemeClr val="accent2"/>
              </a:solidFill>
              <a:latin typeface="Arial"/>
              <a:cs typeface="Arial"/>
            </a:rPr>
            <a:t> </a:t>
          </a:r>
          <a:r>
            <a:rPr lang="da-DK" sz="1200" i="1" kern="1200" spc="-25">
              <a:solidFill>
                <a:schemeClr val="accent2"/>
              </a:solidFill>
              <a:latin typeface="Arial"/>
              <a:cs typeface="Arial"/>
            </a:rPr>
            <a:t>sit </a:t>
          </a:r>
          <a:r>
            <a:rPr lang="da-DK" sz="1200" i="1" kern="1200">
              <a:solidFill>
                <a:schemeClr val="accent2"/>
              </a:solidFill>
              <a:latin typeface="Arial"/>
              <a:cs typeface="Arial"/>
            </a:rPr>
            <a:t>amet</a:t>
          </a:r>
          <a:r>
            <a:rPr lang="da-DK" sz="1200" i="1" kern="1200" spc="75">
              <a:solidFill>
                <a:schemeClr val="accent2"/>
              </a:solidFill>
              <a:latin typeface="Arial"/>
              <a:cs typeface="Arial"/>
            </a:rPr>
            <a:t> </a:t>
          </a:r>
          <a:r>
            <a:rPr lang="da-DK" sz="1200" i="1" kern="1200" spc="-10">
              <a:solidFill>
                <a:schemeClr val="accent2"/>
              </a:solidFill>
              <a:latin typeface="Arial"/>
              <a:cs typeface="Arial"/>
            </a:rPr>
            <a:t>dolo</a:t>
          </a:r>
          <a:endParaRPr lang="en-US" sz="1200" b="1" kern="1200" dirty="0">
            <a:solidFill>
              <a:schemeClr val="accent2"/>
            </a:solidFill>
            <a:latin typeface="Arial" panose="020B0604020202020204" pitchFamily="34" charset="0"/>
            <a:cs typeface="Arial" panose="020B0604020202020204" pitchFamily="34" charset="0"/>
          </a:endParaRPr>
        </a:p>
      </dsp:txBody>
      <dsp:txXfrm>
        <a:off x="1720818" y="4020614"/>
        <a:ext cx="1415413" cy="707706"/>
      </dsp:txXfrm>
    </dsp:sp>
    <dsp:sp modelId="{E8F247AC-0CD8-4F19-A4F6-539A7D984E7C}">
      <dsp:nvSpPr>
        <dsp:cNvPr id="0" name=""/>
        <dsp:cNvSpPr/>
      </dsp:nvSpPr>
      <dsp:spPr>
        <a:xfrm>
          <a:off x="3079616" y="2010727"/>
          <a:ext cx="1415413" cy="707706"/>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a:t>
          </a:r>
          <a:r>
            <a:rPr lang="en-US" sz="1200" b="1" kern="1200">
              <a:solidFill>
                <a:schemeClr val="bg2"/>
              </a:solidFill>
              <a:latin typeface="Arial" panose="020B0604020202020204" pitchFamily="34" charset="0"/>
              <a:ea typeface="+mn-ea"/>
              <a:cs typeface="Arial" panose="020B0604020202020204" pitchFamily="34" charset="0"/>
            </a:rPr>
            <a:t>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3079616" y="2010727"/>
        <a:ext cx="1415413" cy="707706"/>
      </dsp:txXfrm>
    </dsp:sp>
    <dsp:sp modelId="{79348734-C14F-466B-BC11-5D3F47D4EB92}">
      <dsp:nvSpPr>
        <dsp:cNvPr id="0" name=""/>
        <dsp:cNvSpPr/>
      </dsp:nvSpPr>
      <dsp:spPr>
        <a:xfrm>
          <a:off x="3433469" y="3015671"/>
          <a:ext cx="1415413" cy="707706"/>
        </a:xfrm>
        <a:prstGeom prst="rect">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3433469" y="3015671"/>
        <a:ext cx="1415413" cy="707706"/>
      </dsp:txXfrm>
    </dsp:sp>
    <dsp:sp modelId="{2466FF56-31B7-40EE-9E10-C04D7E208139}">
      <dsp:nvSpPr>
        <dsp:cNvPr id="0" name=""/>
        <dsp:cNvSpPr/>
      </dsp:nvSpPr>
      <dsp:spPr>
        <a:xfrm>
          <a:off x="4792266" y="2010727"/>
          <a:ext cx="1415413" cy="707706"/>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ea typeface="+mn-ea"/>
              <a:cs typeface="Arial" panose="020B0604020202020204" pitchFamily="34" charset="0"/>
            </a:rPr>
            <a:t>LOREM IPSUM</a:t>
          </a:r>
          <a:br>
            <a:rPr lang="en-US" sz="1200" b="1" kern="1200">
              <a:solidFill>
                <a:schemeClr val="bg2"/>
              </a:solidFill>
              <a:latin typeface="Arial" panose="020B0604020202020204" pitchFamily="34" charset="0"/>
              <a:ea typeface="+mn-ea"/>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sp:txBody>
      <dsp:txXfrm>
        <a:off x="4792266" y="2010727"/>
        <a:ext cx="1415413" cy="707706"/>
      </dsp:txXfrm>
    </dsp:sp>
    <dsp:sp modelId="{D86AB9D8-CC91-4CC2-A032-4FD4023B57B2}">
      <dsp:nvSpPr>
        <dsp:cNvPr id="0" name=""/>
        <dsp:cNvSpPr/>
      </dsp:nvSpPr>
      <dsp:spPr>
        <a:xfrm>
          <a:off x="5146119" y="3015671"/>
          <a:ext cx="1415413" cy="707706"/>
        </a:xfrm>
        <a:prstGeom prst="rect">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5146119" y="3015671"/>
        <a:ext cx="1415413" cy="707706"/>
      </dsp:txXfrm>
    </dsp:sp>
    <dsp:sp modelId="{8FD6A0A1-CC69-4703-B8CF-838DB4CD4A15}">
      <dsp:nvSpPr>
        <dsp:cNvPr id="0" name=""/>
        <dsp:cNvSpPr/>
      </dsp:nvSpPr>
      <dsp:spPr>
        <a:xfrm>
          <a:off x="5146119" y="4020614"/>
          <a:ext cx="1415413" cy="707706"/>
        </a:xfrm>
        <a:prstGeom prst="rect">
          <a:avLst/>
        </a:prstGeom>
        <a:solidFill>
          <a:srgbClr val="CEE0D8"/>
        </a:solidFill>
        <a:ln w="19050" cap="flat" cmpd="sng" algn="ctr">
          <a:solidFill>
            <a:srgbClr val="FFF9EB">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sp:txBody>
      <dsp:txXfrm>
        <a:off x="5146119" y="4020614"/>
        <a:ext cx="1415413" cy="707706"/>
      </dsp:txXfrm>
    </dsp:sp>
    <dsp:sp modelId="{868DA4F8-B905-4D4A-B8CC-41814247EF1A}">
      <dsp:nvSpPr>
        <dsp:cNvPr id="0" name=""/>
        <dsp:cNvSpPr/>
      </dsp:nvSpPr>
      <dsp:spPr>
        <a:xfrm>
          <a:off x="6504916" y="2010727"/>
          <a:ext cx="1415413" cy="707706"/>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ea typeface="+mn-ea"/>
              <a:cs typeface="Arial" panose="020B0604020202020204" pitchFamily="34" charset="0"/>
            </a:rPr>
            <a:t>LOREM IPSUM</a:t>
          </a:r>
          <a:br>
            <a:rPr lang="en-US" sz="1200" b="1" kern="1200">
              <a:solidFill>
                <a:schemeClr val="bg2"/>
              </a:solidFill>
              <a:latin typeface="Arial" panose="020B0604020202020204" pitchFamily="34" charset="0"/>
              <a:ea typeface="+mn-ea"/>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sp:txBody>
      <dsp:txXfrm>
        <a:off x="6504916" y="2010727"/>
        <a:ext cx="1415413" cy="707706"/>
      </dsp:txXfrm>
    </dsp:sp>
    <dsp:sp modelId="{70989C98-C67A-453F-B7C1-6CBFF821D516}">
      <dsp:nvSpPr>
        <dsp:cNvPr id="0" name=""/>
        <dsp:cNvSpPr/>
      </dsp:nvSpPr>
      <dsp:spPr>
        <a:xfrm>
          <a:off x="6858770" y="3015671"/>
          <a:ext cx="1415413" cy="707706"/>
        </a:xfrm>
        <a:prstGeom prst="rect">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6858770" y="3015671"/>
        <a:ext cx="1415413" cy="707706"/>
      </dsp:txXfrm>
    </dsp:sp>
    <dsp:sp modelId="{3974F7C6-EF2E-48A7-BA04-C36D74305D90}">
      <dsp:nvSpPr>
        <dsp:cNvPr id="0" name=""/>
        <dsp:cNvSpPr/>
      </dsp:nvSpPr>
      <dsp:spPr>
        <a:xfrm>
          <a:off x="6858770" y="4020614"/>
          <a:ext cx="1415413" cy="707706"/>
        </a:xfrm>
        <a:prstGeom prst="rect">
          <a:avLst/>
        </a:prstGeom>
        <a:solidFill>
          <a:srgbClr val="CEE0D8"/>
        </a:solidFill>
        <a:ln w="19050" cap="flat" cmpd="sng" algn="ctr">
          <a:solidFill>
            <a:srgbClr val="FFF9EB">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sp:txBody>
      <dsp:txXfrm>
        <a:off x="6858770" y="4020614"/>
        <a:ext cx="1415413" cy="707706"/>
      </dsp:txXfrm>
    </dsp:sp>
    <dsp:sp modelId="{1F1C0226-DF33-47F4-9200-86ADE7715ED2}">
      <dsp:nvSpPr>
        <dsp:cNvPr id="0" name=""/>
        <dsp:cNvSpPr/>
      </dsp:nvSpPr>
      <dsp:spPr>
        <a:xfrm>
          <a:off x="8217567" y="2010727"/>
          <a:ext cx="1415413" cy="707706"/>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ea typeface="+mn-ea"/>
              <a:cs typeface="Arial"/>
            </a:rPr>
            <a:t>Lorem ipsum sit amet dolo</a:t>
          </a:r>
          <a:endParaRPr lang="en-US" sz="1200" i="1" kern="1200" dirty="0">
            <a:solidFill>
              <a:schemeClr val="bg2"/>
            </a:solidFill>
            <a:latin typeface="Arial"/>
            <a:ea typeface="+mn-ea"/>
            <a:cs typeface="Arial"/>
          </a:endParaRPr>
        </a:p>
      </dsp:txBody>
      <dsp:txXfrm>
        <a:off x="8217567" y="2010727"/>
        <a:ext cx="1415413" cy="707706"/>
      </dsp:txXfrm>
    </dsp:sp>
    <dsp:sp modelId="{1FFE0E36-CD64-4505-9A1F-DDC8D080E445}">
      <dsp:nvSpPr>
        <dsp:cNvPr id="0" name=""/>
        <dsp:cNvSpPr/>
      </dsp:nvSpPr>
      <dsp:spPr>
        <a:xfrm>
          <a:off x="8571420" y="3015671"/>
          <a:ext cx="1415413" cy="707706"/>
        </a:xfrm>
        <a:prstGeom prst="rect">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8571420" y="3015671"/>
        <a:ext cx="1415413" cy="707706"/>
      </dsp:txXfrm>
    </dsp:sp>
    <dsp:sp modelId="{5A3069B6-69A9-4FFA-86B2-30F4593B5C55}">
      <dsp:nvSpPr>
        <dsp:cNvPr id="0" name=""/>
        <dsp:cNvSpPr/>
      </dsp:nvSpPr>
      <dsp:spPr>
        <a:xfrm>
          <a:off x="8571420" y="4020614"/>
          <a:ext cx="1415413" cy="707706"/>
        </a:xfrm>
        <a:prstGeom prst="rect">
          <a:avLst/>
        </a:prstGeom>
        <a:solidFill>
          <a:srgbClr val="CEE0D8"/>
        </a:solidFill>
        <a:ln w="19050" cap="flat" cmpd="sng" algn="ctr">
          <a:solidFill>
            <a:srgbClr val="FFF9EB">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accent2"/>
              </a:solidFill>
              <a:latin typeface="Arial" panose="020B0604020202020204" pitchFamily="34" charset="0"/>
              <a:ea typeface="+mn-ea"/>
              <a:cs typeface="Arial" panose="020B0604020202020204" pitchFamily="34" charset="0"/>
            </a:rPr>
            <a:t>LOREM IPSUM</a:t>
          </a:r>
          <a:br>
            <a:rPr lang="en-US" sz="1200" b="1" kern="1200">
              <a:solidFill>
                <a:schemeClr val="accent2"/>
              </a:solidFill>
              <a:latin typeface="Arial" panose="020B0604020202020204" pitchFamily="34" charset="0"/>
              <a:ea typeface="+mn-ea"/>
              <a:cs typeface="Arial" panose="020B0604020202020204" pitchFamily="34" charset="0"/>
            </a:rPr>
          </a:br>
          <a:r>
            <a:rPr lang="da-DK" sz="1200" b="0" i="1" kern="1200">
              <a:solidFill>
                <a:schemeClr val="accent2"/>
              </a:solidFill>
              <a:latin typeface="Arial" panose="020B0604020202020204" pitchFamily="34" charset="0"/>
              <a:ea typeface="+mn-ea"/>
              <a:cs typeface="Arial" panose="020B0604020202020204" pitchFamily="34" charset="0"/>
            </a:rPr>
            <a:t>Lorem ipsum sit amet dolo</a:t>
          </a:r>
          <a:endParaRPr lang="en-US" sz="1200" b="0" i="1" kern="1200" dirty="0">
            <a:solidFill>
              <a:schemeClr val="accent2"/>
            </a:solidFill>
            <a:latin typeface="Arial" panose="020B0604020202020204" pitchFamily="34" charset="0"/>
            <a:ea typeface="+mn-ea"/>
            <a:cs typeface="Arial" panose="020B0604020202020204" pitchFamily="34" charset="0"/>
          </a:endParaRPr>
        </a:p>
      </dsp:txBody>
      <dsp:txXfrm>
        <a:off x="8571420" y="4020614"/>
        <a:ext cx="1415413" cy="707706"/>
      </dsp:txXfrm>
    </dsp:sp>
    <dsp:sp modelId="{88508F02-80E6-4AF8-9EC4-0F8FF1BE78E6}">
      <dsp:nvSpPr>
        <dsp:cNvPr id="0" name=""/>
        <dsp:cNvSpPr/>
      </dsp:nvSpPr>
      <dsp:spPr>
        <a:xfrm>
          <a:off x="3935941" y="1005783"/>
          <a:ext cx="1415413" cy="707706"/>
        </a:xfrm>
        <a:prstGeom prst="rect">
          <a:avLst/>
        </a:prstGeom>
        <a:solidFill>
          <a:schemeClr val="accent2">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3935941" y="1005783"/>
        <a:ext cx="1415413" cy="707706"/>
      </dsp:txXfrm>
    </dsp:sp>
    <dsp:sp modelId="{080C23F2-56B9-42F9-A011-BB56F05F9DD3}">
      <dsp:nvSpPr>
        <dsp:cNvPr id="0" name=""/>
        <dsp:cNvSpPr/>
      </dsp:nvSpPr>
      <dsp:spPr>
        <a:xfrm>
          <a:off x="5648591" y="1005783"/>
          <a:ext cx="1415413" cy="707706"/>
        </a:xfrm>
        <a:prstGeom prst="rect">
          <a:avLst/>
        </a:prstGeom>
        <a:solidFill>
          <a:schemeClr val="accent2">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bg2"/>
              </a:solidFill>
              <a:latin typeface="Arial" panose="020B0604020202020204" pitchFamily="34" charset="0"/>
              <a:cs typeface="Arial" panose="020B0604020202020204" pitchFamily="34" charset="0"/>
            </a:rPr>
            <a:t>LOREM IPSUM</a:t>
          </a:r>
          <a:br>
            <a:rPr lang="en-US" sz="1200" b="1" kern="1200">
              <a:solidFill>
                <a:schemeClr val="bg2"/>
              </a:solidFill>
              <a:latin typeface="Arial" panose="020B0604020202020204" pitchFamily="34" charset="0"/>
              <a:cs typeface="Arial" panose="020B0604020202020204" pitchFamily="34" charset="0"/>
            </a:rPr>
          </a:br>
          <a:r>
            <a:rPr lang="da-DK" sz="1200" i="1" kern="1200">
              <a:solidFill>
                <a:schemeClr val="bg2"/>
              </a:solidFill>
              <a:latin typeface="Arial"/>
              <a:cs typeface="Arial"/>
            </a:rPr>
            <a:t>Lorem</a:t>
          </a:r>
          <a:r>
            <a:rPr lang="da-DK" sz="1200" i="1" kern="1200" spc="90">
              <a:solidFill>
                <a:schemeClr val="bg2"/>
              </a:solidFill>
              <a:latin typeface="Arial"/>
              <a:cs typeface="Arial"/>
            </a:rPr>
            <a:t> </a:t>
          </a:r>
          <a:r>
            <a:rPr lang="da-DK" sz="1200" i="1" kern="1200">
              <a:solidFill>
                <a:schemeClr val="bg2"/>
              </a:solidFill>
              <a:latin typeface="Arial"/>
              <a:cs typeface="Arial"/>
            </a:rPr>
            <a:t>ipsum</a:t>
          </a:r>
          <a:r>
            <a:rPr lang="da-DK" sz="1200" i="1" kern="1200" spc="95">
              <a:solidFill>
                <a:schemeClr val="bg2"/>
              </a:solidFill>
              <a:latin typeface="Arial"/>
              <a:cs typeface="Arial"/>
            </a:rPr>
            <a:t> </a:t>
          </a:r>
          <a:r>
            <a:rPr lang="da-DK" sz="1200" i="1" kern="1200" spc="-25">
              <a:solidFill>
                <a:schemeClr val="bg2"/>
              </a:solidFill>
              <a:latin typeface="Arial"/>
              <a:cs typeface="Arial"/>
            </a:rPr>
            <a:t>sit </a:t>
          </a:r>
          <a:r>
            <a:rPr lang="da-DK" sz="1200" i="1" kern="1200">
              <a:solidFill>
                <a:schemeClr val="bg2"/>
              </a:solidFill>
              <a:latin typeface="Arial"/>
              <a:cs typeface="Arial"/>
            </a:rPr>
            <a:t>amet</a:t>
          </a:r>
          <a:r>
            <a:rPr lang="da-DK" sz="1200" i="1" kern="1200" spc="75">
              <a:solidFill>
                <a:schemeClr val="bg2"/>
              </a:solidFill>
              <a:latin typeface="Arial"/>
              <a:cs typeface="Arial"/>
            </a:rPr>
            <a:t> </a:t>
          </a:r>
          <a:r>
            <a:rPr lang="da-DK" sz="1200" i="1" kern="1200" spc="-10">
              <a:solidFill>
                <a:schemeClr val="bg2"/>
              </a:solidFill>
              <a:latin typeface="Arial"/>
              <a:cs typeface="Arial"/>
            </a:rPr>
            <a:t>dolo</a:t>
          </a:r>
          <a:endParaRPr lang="en-US" sz="1200" b="1" kern="1200" dirty="0">
            <a:solidFill>
              <a:schemeClr val="bg2"/>
            </a:solidFill>
            <a:latin typeface="Arial" panose="020B0604020202020204" pitchFamily="34" charset="0"/>
            <a:cs typeface="Arial" panose="020B0604020202020204" pitchFamily="34" charset="0"/>
          </a:endParaRPr>
        </a:p>
      </dsp:txBody>
      <dsp:txXfrm>
        <a:off x="5648591" y="1005783"/>
        <a:ext cx="1415413" cy="70770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756923-0F5E-5BFF-34A3-95FD98BC8E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ABED901-C3AB-1109-ADFD-8BC1B82068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7A6649-392F-AD45-8EBD-89E1E70FE27D}" type="datetimeFigureOut">
              <a:rPr lang="en-US" smtClean="0"/>
              <a:t>4/9/2026</a:t>
            </a:fld>
            <a:endParaRPr lang="en-US"/>
          </a:p>
        </p:txBody>
      </p:sp>
      <p:sp>
        <p:nvSpPr>
          <p:cNvPr id="4" name="Footer Placeholder 3">
            <a:extLst>
              <a:ext uri="{FF2B5EF4-FFF2-40B4-BE49-F238E27FC236}">
                <a16:creationId xmlns:a16="http://schemas.microsoft.com/office/drawing/2014/main" id="{119E7D8C-9F81-CB27-09E3-48FB038081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F7439FC-7152-AE0A-1B8B-F3890B3180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765D1F-D1FF-974B-811F-F71D4AF639B0}" type="slidenum">
              <a:rPr lang="en-US" smtClean="0"/>
              <a:t>‹Nº›</a:t>
            </a:fld>
            <a:endParaRPr lang="en-US"/>
          </a:p>
        </p:txBody>
      </p:sp>
    </p:spTree>
    <p:extLst>
      <p:ext uri="{BB962C8B-B14F-4D97-AF65-F5344CB8AC3E}">
        <p14:creationId xmlns:p14="http://schemas.microsoft.com/office/powerpoint/2010/main" val="875365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E80F6-E302-44C4-9ECF-EADC60373CA6}"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0320B-8DFE-463C-AD63-313D0A12F653}" type="slidenum">
              <a:rPr lang="en-US" smtClean="0"/>
              <a:t>‹Nº›</a:t>
            </a:fld>
            <a:endParaRPr lang="en-US"/>
          </a:p>
        </p:txBody>
      </p:sp>
    </p:spTree>
    <p:extLst>
      <p:ext uri="{BB962C8B-B14F-4D97-AF65-F5344CB8AC3E}">
        <p14:creationId xmlns:p14="http://schemas.microsoft.com/office/powerpoint/2010/main" val="3920038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90320B-8DFE-463C-AD63-313D0A12F653}" type="slidenum">
              <a:rPr lang="en-US" smtClean="0"/>
              <a:t>1</a:t>
            </a:fld>
            <a:endParaRPr lang="en-US"/>
          </a:p>
        </p:txBody>
      </p:sp>
    </p:spTree>
    <p:extLst>
      <p:ext uri="{BB962C8B-B14F-4D97-AF65-F5344CB8AC3E}">
        <p14:creationId xmlns:p14="http://schemas.microsoft.com/office/powerpoint/2010/main" val="2511021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90320B-8DFE-463C-AD63-313D0A12F653}" type="slidenum">
              <a:rPr lang="en-US" smtClean="0"/>
              <a:t>2</a:t>
            </a:fld>
            <a:endParaRPr lang="en-US"/>
          </a:p>
        </p:txBody>
      </p:sp>
    </p:spTree>
    <p:extLst>
      <p:ext uri="{BB962C8B-B14F-4D97-AF65-F5344CB8AC3E}">
        <p14:creationId xmlns:p14="http://schemas.microsoft.com/office/powerpoint/2010/main" val="102880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190320B-8DFE-463C-AD63-313D0A12F653}" type="slidenum">
              <a:rPr lang="en-US" smtClean="0"/>
              <a:t>49</a:t>
            </a:fld>
            <a:endParaRPr lang="en-US"/>
          </a:p>
        </p:txBody>
      </p:sp>
    </p:spTree>
    <p:extLst>
      <p:ext uri="{BB962C8B-B14F-4D97-AF65-F5344CB8AC3E}">
        <p14:creationId xmlns:p14="http://schemas.microsoft.com/office/powerpoint/2010/main" val="24450947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1.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2.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4.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5.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6.jpe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9.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30.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32.svg"/><Relationship Id="rId4" Type="http://schemas.openxmlformats.org/officeDocument/2006/relationships/image" Target="../media/image3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3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 Plum">
    <p:bg>
      <p:bgPr>
        <a:solidFill>
          <a:schemeClr val="accent1"/>
        </a:solidFill>
        <a:effectLst/>
      </p:bgPr>
    </p:bg>
    <p:spTree>
      <p:nvGrpSpPr>
        <p:cNvPr id="1" name=""/>
        <p:cNvGrpSpPr/>
        <p:nvPr/>
      </p:nvGrpSpPr>
      <p:grpSpPr>
        <a:xfrm>
          <a:off x="0" y="0"/>
          <a:ext cx="0" cy="0"/>
          <a:chOff x="0" y="0"/>
          <a:chExt cx="0" cy="0"/>
        </a:xfrm>
      </p:grpSpPr>
      <p:grpSp>
        <p:nvGrpSpPr>
          <p:cNvPr id="7" name="Graphic 205">
            <a:extLst>
              <a:ext uri="{FF2B5EF4-FFF2-40B4-BE49-F238E27FC236}">
                <a16:creationId xmlns:a16="http://schemas.microsoft.com/office/drawing/2014/main" id="{187FC288-41D4-5FCE-A39B-CBDA7C1DC9EB}"/>
              </a:ext>
            </a:extLst>
          </p:cNvPr>
          <p:cNvGrpSpPr/>
          <p:nvPr userDrawn="1"/>
        </p:nvGrpSpPr>
        <p:grpSpPr>
          <a:xfrm>
            <a:off x="6646414" y="554927"/>
            <a:ext cx="5545584" cy="6303073"/>
            <a:chOff x="6638891" y="552450"/>
            <a:chExt cx="5545584" cy="6303073"/>
          </a:xfrm>
          <a:solidFill>
            <a:srgbClr val="601F5B"/>
          </a:solidFill>
        </p:grpSpPr>
        <p:sp>
          <p:nvSpPr>
            <p:cNvPr id="8" name="Freeform: Shape 7">
              <a:extLst>
                <a:ext uri="{FF2B5EF4-FFF2-40B4-BE49-F238E27FC236}">
                  <a16:creationId xmlns:a16="http://schemas.microsoft.com/office/drawing/2014/main" id="{8C884B96-ADCF-5996-0D33-380FB7E7164A}"/>
                </a:ext>
              </a:extLst>
            </p:cNvPr>
            <p:cNvSpPr/>
            <p:nvPr/>
          </p:nvSpPr>
          <p:spPr>
            <a:xfrm>
              <a:off x="7549610" y="1498091"/>
              <a:ext cx="707897" cy="1027271"/>
            </a:xfrm>
            <a:custGeom>
              <a:avLst/>
              <a:gdLst>
                <a:gd name="connsiteX0" fmla="*/ 190 w 707897"/>
                <a:gd name="connsiteY0" fmla="*/ 566738 h 1027271"/>
                <a:gd name="connsiteX1" fmla="*/ 251174 w 707897"/>
                <a:gd name="connsiteY1" fmla="*/ 966407 h 1027271"/>
                <a:gd name="connsiteX2" fmla="*/ 354044 w 707897"/>
                <a:gd name="connsiteY2" fmla="*/ 1027271 h 1027271"/>
                <a:gd name="connsiteX3" fmla="*/ 456914 w 707897"/>
                <a:gd name="connsiteY3" fmla="*/ 966407 h 1027271"/>
                <a:gd name="connsiteX4" fmla="*/ 707898 w 707897"/>
                <a:gd name="connsiteY4" fmla="*/ 566738 h 1027271"/>
                <a:gd name="connsiteX5" fmla="*/ 353949 w 707897"/>
                <a:gd name="connsiteY5" fmla="*/ 0 h 1027271"/>
                <a:gd name="connsiteX6" fmla="*/ 0 w 707897"/>
                <a:gd name="connsiteY6" fmla="*/ 566738 h 102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897" h="1027271">
                  <a:moveTo>
                    <a:pt x="190" y="566738"/>
                  </a:moveTo>
                  <a:lnTo>
                    <a:pt x="251174" y="966407"/>
                  </a:lnTo>
                  <a:cubicBezTo>
                    <a:pt x="275463" y="1006030"/>
                    <a:pt x="314611" y="1026224"/>
                    <a:pt x="354044" y="1027271"/>
                  </a:cubicBezTo>
                  <a:cubicBezTo>
                    <a:pt x="393573" y="1026224"/>
                    <a:pt x="432721" y="1006030"/>
                    <a:pt x="456914" y="966407"/>
                  </a:cubicBezTo>
                  <a:lnTo>
                    <a:pt x="707898" y="566738"/>
                  </a:lnTo>
                  <a:lnTo>
                    <a:pt x="353949" y="0"/>
                  </a:lnTo>
                  <a:lnTo>
                    <a:pt x="0" y="566738"/>
                  </a:lnTo>
                  <a:close/>
                </a:path>
              </a:pathLst>
            </a:custGeom>
            <a:solidFill>
              <a:srgbClr val="601F5B"/>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C2B288C-1AFF-4ACA-668F-3B2D208A3B76}"/>
                </a:ext>
              </a:extLst>
            </p:cNvPr>
            <p:cNvSpPr/>
            <p:nvPr/>
          </p:nvSpPr>
          <p:spPr>
            <a:xfrm>
              <a:off x="6638891" y="552450"/>
              <a:ext cx="1192372" cy="1396650"/>
            </a:xfrm>
            <a:custGeom>
              <a:avLst/>
              <a:gdLst>
                <a:gd name="connsiteX0" fmla="*/ 693644 w 1192372"/>
                <a:gd name="connsiteY0" fmla="*/ 31242 h 1396650"/>
                <a:gd name="connsiteX1" fmla="*/ 637256 w 1192372"/>
                <a:gd name="connsiteY1" fmla="*/ 0 h 1396650"/>
                <a:gd name="connsiteX2" fmla="*/ 48611 w 1192372"/>
                <a:gd name="connsiteY2" fmla="*/ 0 h 1396650"/>
                <a:gd name="connsiteX3" fmla="*/ 7463 w 1192372"/>
                <a:gd name="connsiteY3" fmla="*/ 73819 h 1396650"/>
                <a:gd name="connsiteX4" fmla="*/ 838233 w 1192372"/>
                <a:gd name="connsiteY4" fmla="*/ 1396651 h 1396650"/>
                <a:gd name="connsiteX5" fmla="*/ 1192373 w 1192372"/>
                <a:gd name="connsiteY5" fmla="*/ 829628 h 1396650"/>
                <a:gd name="connsiteX6" fmla="*/ 693644 w 1192372"/>
                <a:gd name="connsiteY6" fmla="*/ 31242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372" h="1396650">
                  <a:moveTo>
                    <a:pt x="693644" y="31242"/>
                  </a:moveTo>
                  <a:cubicBezTo>
                    <a:pt x="681547" y="11811"/>
                    <a:pt x="660211" y="0"/>
                    <a:pt x="637256" y="0"/>
                  </a:cubicBezTo>
                  <a:lnTo>
                    <a:pt x="48611" y="0"/>
                  </a:lnTo>
                  <a:cubicBezTo>
                    <a:pt x="10415" y="0"/>
                    <a:pt x="-12730" y="41624"/>
                    <a:pt x="7463" y="73819"/>
                  </a:cubicBezTo>
                  <a:lnTo>
                    <a:pt x="838233" y="1396651"/>
                  </a:lnTo>
                  <a:lnTo>
                    <a:pt x="1192373" y="829628"/>
                  </a:lnTo>
                  <a:lnTo>
                    <a:pt x="693644" y="31242"/>
                  </a:lnTo>
                  <a:close/>
                </a:path>
              </a:pathLst>
            </a:custGeom>
            <a:solidFill>
              <a:srgbClr val="601F5B"/>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A4740D-1619-E644-7DF2-25FF9C197183}"/>
                </a:ext>
              </a:extLst>
            </p:cNvPr>
            <p:cNvSpPr/>
            <p:nvPr/>
          </p:nvSpPr>
          <p:spPr>
            <a:xfrm>
              <a:off x="7975949" y="552450"/>
              <a:ext cx="1192535" cy="1396650"/>
            </a:xfrm>
            <a:custGeom>
              <a:avLst/>
              <a:gdLst>
                <a:gd name="connsiteX0" fmla="*/ 1143857 w 1192535"/>
                <a:gd name="connsiteY0" fmla="*/ 0 h 1396650"/>
                <a:gd name="connsiteX1" fmla="*/ 555212 w 1192535"/>
                <a:gd name="connsiteY1" fmla="*/ 0 h 1396650"/>
                <a:gd name="connsiteX2" fmla="*/ 498729 w 1192535"/>
                <a:gd name="connsiteY2" fmla="*/ 31242 h 1396650"/>
                <a:gd name="connsiteX3" fmla="*/ 0 w 1192535"/>
                <a:gd name="connsiteY3" fmla="*/ 829628 h 1396650"/>
                <a:gd name="connsiteX4" fmla="*/ 354140 w 1192535"/>
                <a:gd name="connsiteY4" fmla="*/ 1396651 h 1396650"/>
                <a:gd name="connsiteX5" fmla="*/ 1185101 w 1192535"/>
                <a:gd name="connsiteY5" fmla="*/ 73819 h 1396650"/>
                <a:gd name="connsiteX6" fmla="*/ 1143953 w 1192535"/>
                <a:gd name="connsiteY6" fmla="*/ 0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535" h="1396650">
                  <a:moveTo>
                    <a:pt x="1143857" y="0"/>
                  </a:moveTo>
                  <a:lnTo>
                    <a:pt x="555212" y="0"/>
                  </a:lnTo>
                  <a:cubicBezTo>
                    <a:pt x="532257" y="0"/>
                    <a:pt x="510921" y="11811"/>
                    <a:pt x="498729" y="31242"/>
                  </a:cubicBezTo>
                  <a:lnTo>
                    <a:pt x="0" y="829628"/>
                  </a:lnTo>
                  <a:lnTo>
                    <a:pt x="354140" y="1396651"/>
                  </a:lnTo>
                  <a:lnTo>
                    <a:pt x="1185101" y="73819"/>
                  </a:lnTo>
                  <a:cubicBezTo>
                    <a:pt x="1205294" y="41720"/>
                    <a:pt x="1181957" y="0"/>
                    <a:pt x="1143953" y="0"/>
                  </a:cubicBezTo>
                </a:path>
              </a:pathLst>
            </a:custGeom>
            <a:solidFill>
              <a:srgbClr val="601F5B"/>
            </a:soli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2A46748-2E83-DA3D-26D1-E32237BC9B85}"/>
                </a:ext>
              </a:extLst>
            </p:cNvPr>
            <p:cNvSpPr/>
            <p:nvPr/>
          </p:nvSpPr>
          <p:spPr>
            <a:xfrm>
              <a:off x="7977568" y="552450"/>
              <a:ext cx="4206907" cy="6303073"/>
            </a:xfrm>
            <a:custGeom>
              <a:avLst/>
              <a:gdLst>
                <a:gd name="connsiteX0" fmla="*/ 1377506 w 4206907"/>
                <a:gd name="connsiteY0" fmla="*/ 0 h 6303073"/>
                <a:gd name="connsiteX1" fmla="*/ 0 w 4206907"/>
                <a:gd name="connsiteY1" fmla="*/ 2193512 h 6303073"/>
                <a:gd name="connsiteX2" fmla="*/ 2580799 w 4206907"/>
                <a:gd name="connsiteY2" fmla="*/ 6303074 h 6303073"/>
                <a:gd name="connsiteX3" fmla="*/ 4206907 w 4206907"/>
                <a:gd name="connsiteY3" fmla="*/ 6303074 h 6303073"/>
                <a:gd name="connsiteX4" fmla="*/ 4206907 w 4206907"/>
                <a:gd name="connsiteY4" fmla="*/ 0 h 6303073"/>
                <a:gd name="connsiteX5" fmla="*/ 1377506 w 4206907"/>
                <a:gd name="connsiteY5" fmla="*/ 0 h 630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6907" h="6303073">
                  <a:moveTo>
                    <a:pt x="1377506" y="0"/>
                  </a:moveTo>
                  <a:lnTo>
                    <a:pt x="0" y="2193512"/>
                  </a:lnTo>
                  <a:lnTo>
                    <a:pt x="2580799" y="6303074"/>
                  </a:lnTo>
                  <a:lnTo>
                    <a:pt x="4206907" y="6303074"/>
                  </a:lnTo>
                  <a:lnTo>
                    <a:pt x="4206907" y="0"/>
                  </a:lnTo>
                  <a:lnTo>
                    <a:pt x="1377506" y="0"/>
                  </a:lnTo>
                  <a:close/>
                </a:path>
              </a:pathLst>
            </a:custGeom>
            <a:solidFill>
              <a:srgbClr val="601F5B"/>
            </a:solidFill>
            <a:ln w="0" cap="flat">
              <a:noFill/>
              <a:prstDash val="solid"/>
              <a:miter/>
            </a:ln>
          </p:spPr>
          <p:txBody>
            <a:bodyPr rtlCol="0" anchor="ctr"/>
            <a:lstStyle/>
            <a:p>
              <a:endParaRPr lang="en-US" dirty="0"/>
            </a:p>
          </p:txBody>
        </p:sp>
      </p:grpSp>
      <p:pic>
        <p:nvPicPr>
          <p:cNvPr id="12" name="Graphic 11">
            <a:extLst>
              <a:ext uri="{FF2B5EF4-FFF2-40B4-BE49-F238E27FC236}">
                <a16:creationId xmlns:a16="http://schemas.microsoft.com/office/drawing/2014/main" id="{9B586788-B768-A67F-B5F0-704A3439CB58}"/>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1951" b="312"/>
          <a:stretch/>
        </p:blipFill>
        <p:spPr>
          <a:xfrm>
            <a:off x="9776517" y="1852516"/>
            <a:ext cx="2415483" cy="5005484"/>
          </a:xfrm>
          <a:prstGeom prst="rect">
            <a:avLst/>
          </a:prstGeom>
        </p:spPr>
      </p:pic>
      <p:sp>
        <p:nvSpPr>
          <p:cNvPr id="13" name="bg object 27">
            <a:extLst>
              <a:ext uri="{FF2B5EF4-FFF2-40B4-BE49-F238E27FC236}">
                <a16:creationId xmlns:a16="http://schemas.microsoft.com/office/drawing/2014/main" id="{A8C685AC-3DA4-58DD-CFB1-47301973E175}"/>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p>
        </p:txBody>
      </p:sp>
      <p:pic>
        <p:nvPicPr>
          <p:cNvPr id="14" name="Graphic 13">
            <a:extLst>
              <a:ext uri="{FF2B5EF4-FFF2-40B4-BE49-F238E27FC236}">
                <a16:creationId xmlns:a16="http://schemas.microsoft.com/office/drawing/2014/main" id="{C460EE6A-C75E-D599-3C94-9D7DFA5BA9E5}"/>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8460" y="636451"/>
            <a:ext cx="2480907" cy="486115"/>
          </a:xfrm>
          <a:prstGeom prst="rect">
            <a:avLst/>
          </a:prstGeom>
        </p:spPr>
      </p:pic>
      <p:sp>
        <p:nvSpPr>
          <p:cNvPr id="16" name="Text Placeholder 36">
            <a:extLst>
              <a:ext uri="{FF2B5EF4-FFF2-40B4-BE49-F238E27FC236}">
                <a16:creationId xmlns:a16="http://schemas.microsoft.com/office/drawing/2014/main" id="{4452FE1B-4C12-0598-52BD-DF4787D4EE57}"/>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7" name="Title 1">
            <a:extLst>
              <a:ext uri="{FF2B5EF4-FFF2-40B4-BE49-F238E27FC236}">
                <a16:creationId xmlns:a16="http://schemas.microsoft.com/office/drawing/2014/main" id="{B3A9D0E5-DB21-EB6F-1DEE-5FDD323EBE9B}"/>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2" name="Text Placeholder 5">
            <a:extLst>
              <a:ext uri="{FF2B5EF4-FFF2-40B4-BE49-F238E27FC236}">
                <a16:creationId xmlns:a16="http://schemas.microsoft.com/office/drawing/2014/main" id="{24901F21-0CEA-BB6A-7D58-FFAA0E9DE4FC}"/>
              </a:ext>
            </a:extLst>
          </p:cNvPr>
          <p:cNvSpPr>
            <a:spLocks noGrp="1"/>
          </p:cNvSpPr>
          <p:nvPr>
            <p:ph type="body" sz="quarter" idx="27" hasCustomPrompt="1"/>
          </p:nvPr>
        </p:nvSpPr>
        <p:spPr>
          <a:xfrm>
            <a:off x="526489" y="4778375"/>
            <a:ext cx="6686269" cy="988773"/>
          </a:xfrm>
        </p:spPr>
        <p:txBody>
          <a:bodyPr/>
          <a:lstStyle>
            <a:lvl1pPr>
              <a:defRPr b="1">
                <a:solidFill>
                  <a:schemeClr val="bg2"/>
                </a:solidFill>
              </a:defRPr>
            </a:lvl1pPr>
            <a:lvl2pPr>
              <a:defRPr b="1">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a:p>
            <a:pPr lvl="1"/>
            <a:endParaRPr lang="en-GB" dirty="0"/>
          </a:p>
        </p:txBody>
      </p:sp>
    </p:spTree>
    <p:extLst>
      <p:ext uri="{BB962C8B-B14F-4D97-AF65-F5344CB8AC3E}">
        <p14:creationId xmlns:p14="http://schemas.microsoft.com/office/powerpoint/2010/main" val="290259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 Image | Plum">
    <p:bg>
      <p:bgPr>
        <a:solidFill>
          <a:schemeClr val="accent1"/>
        </a:solidFill>
        <a:effectLst/>
      </p:bgPr>
    </p:bg>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36DAEF3F-6F49-9324-E874-CC864D6FBF52}"/>
              </a:ext>
            </a:extLst>
          </p:cNvPr>
          <p:cNvSpPr>
            <a:spLocks noGrp="1"/>
          </p:cNvSpPr>
          <p:nvPr>
            <p:ph type="pic" sz="quarter" idx="16"/>
          </p:nvPr>
        </p:nvSpPr>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
        <p:nvSpPr>
          <p:cNvPr id="4" name="bg object 27">
            <a:extLst>
              <a:ext uri="{FF2B5EF4-FFF2-40B4-BE49-F238E27FC236}">
                <a16:creationId xmlns:a16="http://schemas.microsoft.com/office/drawing/2014/main" id="{C0A7029D-FCA9-66F9-0815-48245FB47F06}"/>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5" name="Graphic 4">
            <a:extLst>
              <a:ext uri="{FF2B5EF4-FFF2-40B4-BE49-F238E27FC236}">
                <a16:creationId xmlns:a16="http://schemas.microsoft.com/office/drawing/2014/main" id="{3339A419-2AED-BE43-EB23-7B2E5D39272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sp>
        <p:nvSpPr>
          <p:cNvPr id="6" name="Title 1">
            <a:extLst>
              <a:ext uri="{FF2B5EF4-FFF2-40B4-BE49-F238E27FC236}">
                <a16:creationId xmlns:a16="http://schemas.microsoft.com/office/drawing/2014/main" id="{2399D099-A0E9-0F45-58CF-15552C178349}"/>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 name="Text Placeholder 36">
            <a:extLst>
              <a:ext uri="{FF2B5EF4-FFF2-40B4-BE49-F238E27FC236}">
                <a16:creationId xmlns:a16="http://schemas.microsoft.com/office/drawing/2014/main" id="{6B12F1A2-DCAD-0D37-0AFC-923CA270A7F8}"/>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1" name="Text Placeholder 5">
            <a:extLst>
              <a:ext uri="{FF2B5EF4-FFF2-40B4-BE49-F238E27FC236}">
                <a16:creationId xmlns:a16="http://schemas.microsoft.com/office/drawing/2014/main" id="{BB48EF84-6E11-B5C0-F747-9FAB65ADC3BD}"/>
              </a:ext>
            </a:extLst>
          </p:cNvPr>
          <p:cNvSpPr>
            <a:spLocks noGrp="1"/>
          </p:cNvSpPr>
          <p:nvPr>
            <p:ph type="body" sz="quarter" idx="28" hasCustomPrompt="1"/>
          </p:nvPr>
        </p:nvSpPr>
        <p:spPr>
          <a:xfrm>
            <a:off x="526489" y="4778375"/>
            <a:ext cx="6686269" cy="988773"/>
          </a:xfrm>
        </p:spPr>
        <p:txBody>
          <a:bodyPr/>
          <a:lstStyle>
            <a:lvl1pPr>
              <a:defRPr b="1">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p:txBody>
      </p:sp>
      <p:grpSp>
        <p:nvGrpSpPr>
          <p:cNvPr id="12" name="Group 11">
            <a:extLst>
              <a:ext uri="{FF2B5EF4-FFF2-40B4-BE49-F238E27FC236}">
                <a16:creationId xmlns:a16="http://schemas.microsoft.com/office/drawing/2014/main" id="{E472EDDE-7E25-2EDA-F2F1-2D11753C38F3}"/>
              </a:ext>
            </a:extLst>
          </p:cNvPr>
          <p:cNvGrpSpPr/>
          <p:nvPr userDrawn="1"/>
        </p:nvGrpSpPr>
        <p:grpSpPr bwMode="gray">
          <a:xfrm>
            <a:off x="12549167" y="1522816"/>
            <a:ext cx="2855330" cy="2906737"/>
            <a:chOff x="287522" y="320055"/>
            <a:chExt cx="2855330" cy="2906737"/>
          </a:xfrm>
        </p:grpSpPr>
        <p:sp>
          <p:nvSpPr>
            <p:cNvPr id="13" name="TextBox 12">
              <a:extLst>
                <a:ext uri="{FF2B5EF4-FFF2-40B4-BE49-F238E27FC236}">
                  <a16:creationId xmlns:a16="http://schemas.microsoft.com/office/drawing/2014/main" id="{343B9434-7C79-E4A6-BA8B-978D45D61A1A}"/>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4" name="Group 13">
              <a:extLst>
                <a:ext uri="{FF2B5EF4-FFF2-40B4-BE49-F238E27FC236}">
                  <a16:creationId xmlns:a16="http://schemas.microsoft.com/office/drawing/2014/main" id="{89DE43CE-D0D4-4E51-65D8-1B854104FFA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7" name="Oval 9">
                <a:extLst>
                  <a:ext uri="{FF2B5EF4-FFF2-40B4-BE49-F238E27FC236}">
                    <a16:creationId xmlns:a16="http://schemas.microsoft.com/office/drawing/2014/main" id="{0B5D6C80-DD02-F87A-CD24-5C27BA3DB62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0">
                <a:extLst>
                  <a:ext uri="{FF2B5EF4-FFF2-40B4-BE49-F238E27FC236}">
                    <a16:creationId xmlns:a16="http://schemas.microsoft.com/office/drawing/2014/main" id="{C41DE4F8-47DB-9455-F30C-150A88A68346}"/>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Donut 24">
              <a:extLst>
                <a:ext uri="{FF2B5EF4-FFF2-40B4-BE49-F238E27FC236}">
                  <a16:creationId xmlns:a16="http://schemas.microsoft.com/office/drawing/2014/main" id="{AEDA6D70-AD98-6A41-1EC7-20B9F864E3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Freeform 45">
              <a:extLst>
                <a:ext uri="{FF2B5EF4-FFF2-40B4-BE49-F238E27FC236}">
                  <a16:creationId xmlns:a16="http://schemas.microsoft.com/office/drawing/2014/main" id="{D2D3EB17-4719-5727-51C4-C67DD42FB8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01945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 Image | Patient">
    <p:bg>
      <p:bgPr>
        <a:solidFill>
          <a:schemeClr val="accent1"/>
        </a:solidFill>
        <a:effectLst/>
      </p:bgPr>
    </p:bg>
    <p:spTree>
      <p:nvGrpSpPr>
        <p:cNvPr id="1" name=""/>
        <p:cNvGrpSpPr/>
        <p:nvPr/>
      </p:nvGrpSpPr>
      <p:grpSpPr>
        <a:xfrm>
          <a:off x="0" y="0"/>
          <a:ext cx="0" cy="0"/>
          <a:chOff x="0" y="0"/>
          <a:chExt cx="0" cy="0"/>
        </a:xfrm>
      </p:grpSpPr>
      <p:sp>
        <p:nvSpPr>
          <p:cNvPr id="4" name="bg object 27">
            <a:extLst>
              <a:ext uri="{FF2B5EF4-FFF2-40B4-BE49-F238E27FC236}">
                <a16:creationId xmlns:a16="http://schemas.microsoft.com/office/drawing/2014/main" id="{C0A7029D-FCA9-66F9-0815-48245FB47F06}"/>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5" name="Graphic 4">
            <a:extLst>
              <a:ext uri="{FF2B5EF4-FFF2-40B4-BE49-F238E27FC236}">
                <a16:creationId xmlns:a16="http://schemas.microsoft.com/office/drawing/2014/main" id="{3339A419-2AED-BE43-EB23-7B2E5D39272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sp>
        <p:nvSpPr>
          <p:cNvPr id="6" name="Title 1">
            <a:extLst>
              <a:ext uri="{FF2B5EF4-FFF2-40B4-BE49-F238E27FC236}">
                <a16:creationId xmlns:a16="http://schemas.microsoft.com/office/drawing/2014/main" id="{2399D099-A0E9-0F45-58CF-15552C178349}"/>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 name="Text Placeholder 36">
            <a:extLst>
              <a:ext uri="{FF2B5EF4-FFF2-40B4-BE49-F238E27FC236}">
                <a16:creationId xmlns:a16="http://schemas.microsoft.com/office/drawing/2014/main" id="{6B12F1A2-DCAD-0D37-0AFC-923CA270A7F8}"/>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1" name="Text Placeholder 5">
            <a:extLst>
              <a:ext uri="{FF2B5EF4-FFF2-40B4-BE49-F238E27FC236}">
                <a16:creationId xmlns:a16="http://schemas.microsoft.com/office/drawing/2014/main" id="{BB48EF84-6E11-B5C0-F747-9FAB65ADC3BD}"/>
              </a:ext>
            </a:extLst>
          </p:cNvPr>
          <p:cNvSpPr>
            <a:spLocks noGrp="1"/>
          </p:cNvSpPr>
          <p:nvPr>
            <p:ph type="body" sz="quarter" idx="28" hasCustomPrompt="1"/>
          </p:nvPr>
        </p:nvSpPr>
        <p:spPr>
          <a:xfrm>
            <a:off x="526489" y="4778375"/>
            <a:ext cx="6686269" cy="988773"/>
          </a:xfrm>
        </p:spPr>
        <p:txBody>
          <a:bodyPr/>
          <a:lstStyle>
            <a:lvl1pPr>
              <a:defRPr b="1">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p:txBody>
      </p:sp>
      <p:grpSp>
        <p:nvGrpSpPr>
          <p:cNvPr id="12" name="Group 11">
            <a:extLst>
              <a:ext uri="{FF2B5EF4-FFF2-40B4-BE49-F238E27FC236}">
                <a16:creationId xmlns:a16="http://schemas.microsoft.com/office/drawing/2014/main" id="{E472EDDE-7E25-2EDA-F2F1-2D11753C38F3}"/>
              </a:ext>
            </a:extLst>
          </p:cNvPr>
          <p:cNvGrpSpPr/>
          <p:nvPr userDrawn="1"/>
        </p:nvGrpSpPr>
        <p:grpSpPr bwMode="gray">
          <a:xfrm>
            <a:off x="12549167" y="1522816"/>
            <a:ext cx="2855330" cy="2906737"/>
            <a:chOff x="287522" y="320055"/>
            <a:chExt cx="2855330" cy="2906737"/>
          </a:xfrm>
        </p:grpSpPr>
        <p:sp>
          <p:nvSpPr>
            <p:cNvPr id="13" name="TextBox 12">
              <a:extLst>
                <a:ext uri="{FF2B5EF4-FFF2-40B4-BE49-F238E27FC236}">
                  <a16:creationId xmlns:a16="http://schemas.microsoft.com/office/drawing/2014/main" id="{343B9434-7C79-E4A6-BA8B-978D45D61A1A}"/>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4" name="Group 13">
              <a:extLst>
                <a:ext uri="{FF2B5EF4-FFF2-40B4-BE49-F238E27FC236}">
                  <a16:creationId xmlns:a16="http://schemas.microsoft.com/office/drawing/2014/main" id="{89DE43CE-D0D4-4E51-65D8-1B854104FFA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7" name="Oval 9">
                <a:extLst>
                  <a:ext uri="{FF2B5EF4-FFF2-40B4-BE49-F238E27FC236}">
                    <a16:creationId xmlns:a16="http://schemas.microsoft.com/office/drawing/2014/main" id="{0B5D6C80-DD02-F87A-CD24-5C27BA3DB62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0">
                <a:extLst>
                  <a:ext uri="{FF2B5EF4-FFF2-40B4-BE49-F238E27FC236}">
                    <a16:creationId xmlns:a16="http://schemas.microsoft.com/office/drawing/2014/main" id="{C41DE4F8-47DB-9455-F30C-150A88A68346}"/>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Donut 24">
              <a:extLst>
                <a:ext uri="{FF2B5EF4-FFF2-40B4-BE49-F238E27FC236}">
                  <a16:creationId xmlns:a16="http://schemas.microsoft.com/office/drawing/2014/main" id="{AEDA6D70-AD98-6A41-1EC7-20B9F864E3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Freeform 45">
              <a:extLst>
                <a:ext uri="{FF2B5EF4-FFF2-40B4-BE49-F238E27FC236}">
                  <a16:creationId xmlns:a16="http://schemas.microsoft.com/office/drawing/2014/main" id="{D2D3EB17-4719-5727-51C4-C67DD42FB8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0" name="Picture 19">
            <a:extLst>
              <a:ext uri="{FF2B5EF4-FFF2-40B4-BE49-F238E27FC236}">
                <a16:creationId xmlns:a16="http://schemas.microsoft.com/office/drawing/2014/main" id="{05CD3450-BBAA-B492-29F5-D2D3820362B6}"/>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a:fillRect/>
          </a:stretch>
        </p:blipFill>
        <p:spPr>
          <a:xfrm>
            <a:off x="7747000" y="607292"/>
            <a:ext cx="4445000" cy="5422392"/>
          </a:xfrm>
          <a:custGeom>
            <a:avLst/>
            <a:gdLst>
              <a:gd name="connsiteX0" fmla="*/ 90519 w 4445000"/>
              <a:gd name="connsiteY0" fmla="*/ 0 h 5422392"/>
              <a:gd name="connsiteX1" fmla="*/ 4445000 w 4445000"/>
              <a:gd name="connsiteY1" fmla="*/ 0 h 5422392"/>
              <a:gd name="connsiteX2" fmla="*/ 4445000 w 4445000"/>
              <a:gd name="connsiteY2" fmla="*/ 5422392 h 5422392"/>
              <a:gd name="connsiteX3" fmla="*/ 90519 w 4445000"/>
              <a:gd name="connsiteY3" fmla="*/ 5422392 h 5422392"/>
              <a:gd name="connsiteX4" fmla="*/ 0 w 4445000"/>
              <a:gd name="connsiteY4" fmla="*/ 5331720 h 5422392"/>
              <a:gd name="connsiteX5" fmla="*/ 0 w 4445000"/>
              <a:gd name="connsiteY5" fmla="*/ 90673 h 5422392"/>
              <a:gd name="connsiteX6" fmla="*/ 90519 w 4445000"/>
              <a:gd name="connsiteY6" fmla="*/ 0 h 542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000" h="5422392">
                <a:moveTo>
                  <a:pt x="90519" y="0"/>
                </a:moveTo>
                <a:lnTo>
                  <a:pt x="4445000" y="0"/>
                </a:lnTo>
                <a:lnTo>
                  <a:pt x="4445000" y="5422392"/>
                </a:lnTo>
                <a:lnTo>
                  <a:pt x="90519" y="5422392"/>
                </a:lnTo>
                <a:cubicBezTo>
                  <a:pt x="40527" y="5422392"/>
                  <a:pt x="0" y="5381796"/>
                  <a:pt x="0" y="5331720"/>
                </a:cubicBezTo>
                <a:lnTo>
                  <a:pt x="0" y="90673"/>
                </a:lnTo>
                <a:cubicBezTo>
                  <a:pt x="0" y="40596"/>
                  <a:pt x="40527" y="0"/>
                  <a:pt x="90519" y="0"/>
                </a:cubicBezTo>
                <a:close/>
              </a:path>
            </a:pathLst>
          </a:custGeom>
        </p:spPr>
      </p:pic>
    </p:spTree>
    <p:extLst>
      <p:ext uri="{BB962C8B-B14F-4D97-AF65-F5344CB8AC3E}">
        <p14:creationId xmlns:p14="http://schemas.microsoft.com/office/powerpoint/2010/main" val="1603186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 Image | Vantive">
    <p:bg>
      <p:bgPr>
        <a:solidFill>
          <a:schemeClr val="accent1"/>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1A0FB91-AC4C-9EE8-2D65-BB7889C5DFC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7747000" y="609748"/>
            <a:ext cx="4445000" cy="5417991"/>
          </a:xfrm>
          <a:custGeom>
            <a:avLst/>
            <a:gdLst>
              <a:gd name="connsiteX0" fmla="*/ 90599 w 4445000"/>
              <a:gd name="connsiteY0" fmla="*/ 0 h 5417991"/>
              <a:gd name="connsiteX1" fmla="*/ 4445000 w 4445000"/>
              <a:gd name="connsiteY1" fmla="*/ 0 h 5417991"/>
              <a:gd name="connsiteX2" fmla="*/ 4445000 w 4445000"/>
              <a:gd name="connsiteY2" fmla="*/ 5417991 h 5417991"/>
              <a:gd name="connsiteX3" fmla="*/ 90599 w 4445000"/>
              <a:gd name="connsiteY3" fmla="*/ 5417991 h 5417991"/>
              <a:gd name="connsiteX4" fmla="*/ 0 w 4445000"/>
              <a:gd name="connsiteY4" fmla="*/ 5327392 h 5417991"/>
              <a:gd name="connsiteX5" fmla="*/ 0 w 4445000"/>
              <a:gd name="connsiteY5" fmla="*/ 90599 h 5417991"/>
              <a:gd name="connsiteX6" fmla="*/ 90599 w 444500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000" h="5417991">
                <a:moveTo>
                  <a:pt x="90599" y="0"/>
                </a:moveTo>
                <a:lnTo>
                  <a:pt x="4445000" y="0"/>
                </a:lnTo>
                <a:lnTo>
                  <a:pt x="4445000" y="5417991"/>
                </a:lnTo>
                <a:lnTo>
                  <a:pt x="90599" y="5417991"/>
                </a:lnTo>
                <a:cubicBezTo>
                  <a:pt x="40563" y="5417991"/>
                  <a:pt x="0" y="5377428"/>
                  <a:pt x="0" y="5327392"/>
                </a:cubicBezTo>
                <a:lnTo>
                  <a:pt x="0" y="90599"/>
                </a:lnTo>
                <a:cubicBezTo>
                  <a:pt x="0" y="40563"/>
                  <a:pt x="40563" y="0"/>
                  <a:pt x="90599" y="0"/>
                </a:cubicBezTo>
                <a:close/>
              </a:path>
            </a:pathLst>
          </a:custGeom>
        </p:spPr>
      </p:pic>
      <p:sp>
        <p:nvSpPr>
          <p:cNvPr id="4" name="bg object 27">
            <a:extLst>
              <a:ext uri="{FF2B5EF4-FFF2-40B4-BE49-F238E27FC236}">
                <a16:creationId xmlns:a16="http://schemas.microsoft.com/office/drawing/2014/main" id="{C0A7029D-FCA9-66F9-0815-48245FB47F06}"/>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5" name="Graphic 4">
            <a:extLst>
              <a:ext uri="{FF2B5EF4-FFF2-40B4-BE49-F238E27FC236}">
                <a16:creationId xmlns:a16="http://schemas.microsoft.com/office/drawing/2014/main" id="{3339A419-2AED-BE43-EB23-7B2E5D392724}"/>
              </a:ext>
            </a:extLst>
          </p:cNvPr>
          <p:cNvPicPr>
            <a:picLocks noChangeAspect="1"/>
          </p:cNvPicPr>
          <p:nvPr userDrawn="1"/>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8460" y="636451"/>
            <a:ext cx="2480907" cy="486115"/>
          </a:xfrm>
          <a:prstGeom prst="rect">
            <a:avLst/>
          </a:prstGeom>
        </p:spPr>
      </p:pic>
      <p:sp>
        <p:nvSpPr>
          <p:cNvPr id="6" name="Title 1">
            <a:extLst>
              <a:ext uri="{FF2B5EF4-FFF2-40B4-BE49-F238E27FC236}">
                <a16:creationId xmlns:a16="http://schemas.microsoft.com/office/drawing/2014/main" id="{2399D099-A0E9-0F45-58CF-15552C178349}"/>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 name="Text Placeholder 36">
            <a:extLst>
              <a:ext uri="{FF2B5EF4-FFF2-40B4-BE49-F238E27FC236}">
                <a16:creationId xmlns:a16="http://schemas.microsoft.com/office/drawing/2014/main" id="{6B12F1A2-DCAD-0D37-0AFC-923CA270A7F8}"/>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1" name="Text Placeholder 5">
            <a:extLst>
              <a:ext uri="{FF2B5EF4-FFF2-40B4-BE49-F238E27FC236}">
                <a16:creationId xmlns:a16="http://schemas.microsoft.com/office/drawing/2014/main" id="{BB48EF84-6E11-B5C0-F747-9FAB65ADC3BD}"/>
              </a:ext>
            </a:extLst>
          </p:cNvPr>
          <p:cNvSpPr>
            <a:spLocks noGrp="1"/>
          </p:cNvSpPr>
          <p:nvPr>
            <p:ph type="body" sz="quarter" idx="28" hasCustomPrompt="1"/>
          </p:nvPr>
        </p:nvSpPr>
        <p:spPr>
          <a:xfrm>
            <a:off x="526489" y="4778375"/>
            <a:ext cx="6686269" cy="988773"/>
          </a:xfrm>
        </p:spPr>
        <p:txBody>
          <a:bodyPr/>
          <a:lstStyle>
            <a:lvl1pPr>
              <a:defRPr b="1">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p:txBody>
      </p:sp>
      <p:grpSp>
        <p:nvGrpSpPr>
          <p:cNvPr id="12" name="Group 11">
            <a:extLst>
              <a:ext uri="{FF2B5EF4-FFF2-40B4-BE49-F238E27FC236}">
                <a16:creationId xmlns:a16="http://schemas.microsoft.com/office/drawing/2014/main" id="{E472EDDE-7E25-2EDA-F2F1-2D11753C38F3}"/>
              </a:ext>
            </a:extLst>
          </p:cNvPr>
          <p:cNvGrpSpPr/>
          <p:nvPr userDrawn="1"/>
        </p:nvGrpSpPr>
        <p:grpSpPr bwMode="gray">
          <a:xfrm>
            <a:off x="12549167" y="1522816"/>
            <a:ext cx="2855330" cy="2906737"/>
            <a:chOff x="287522" y="320055"/>
            <a:chExt cx="2855330" cy="2906737"/>
          </a:xfrm>
        </p:grpSpPr>
        <p:sp>
          <p:nvSpPr>
            <p:cNvPr id="13" name="TextBox 12">
              <a:extLst>
                <a:ext uri="{FF2B5EF4-FFF2-40B4-BE49-F238E27FC236}">
                  <a16:creationId xmlns:a16="http://schemas.microsoft.com/office/drawing/2014/main" id="{343B9434-7C79-E4A6-BA8B-978D45D61A1A}"/>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4" name="Group 13">
              <a:extLst>
                <a:ext uri="{FF2B5EF4-FFF2-40B4-BE49-F238E27FC236}">
                  <a16:creationId xmlns:a16="http://schemas.microsoft.com/office/drawing/2014/main" id="{89DE43CE-D0D4-4E51-65D8-1B854104FFA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7" name="Oval 9">
                <a:extLst>
                  <a:ext uri="{FF2B5EF4-FFF2-40B4-BE49-F238E27FC236}">
                    <a16:creationId xmlns:a16="http://schemas.microsoft.com/office/drawing/2014/main" id="{0B5D6C80-DD02-F87A-CD24-5C27BA3DB62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0">
                <a:extLst>
                  <a:ext uri="{FF2B5EF4-FFF2-40B4-BE49-F238E27FC236}">
                    <a16:creationId xmlns:a16="http://schemas.microsoft.com/office/drawing/2014/main" id="{C41DE4F8-47DB-9455-F30C-150A88A68346}"/>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Donut 24">
              <a:extLst>
                <a:ext uri="{FF2B5EF4-FFF2-40B4-BE49-F238E27FC236}">
                  <a16:creationId xmlns:a16="http://schemas.microsoft.com/office/drawing/2014/main" id="{AEDA6D70-AD98-6A41-1EC7-20B9F864E3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Freeform 45">
              <a:extLst>
                <a:ext uri="{FF2B5EF4-FFF2-40B4-BE49-F238E27FC236}">
                  <a16:creationId xmlns:a16="http://schemas.microsoft.com/office/drawing/2014/main" id="{D2D3EB17-4719-5727-51C4-C67DD42FB8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27735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 Image | Vantive Rep">
    <p:bg>
      <p:bgPr>
        <a:solidFill>
          <a:schemeClr val="accent1"/>
        </a:solidFill>
        <a:effectLst/>
      </p:bgPr>
    </p:bg>
    <p:spTree>
      <p:nvGrpSpPr>
        <p:cNvPr id="1" name=""/>
        <p:cNvGrpSpPr/>
        <p:nvPr/>
      </p:nvGrpSpPr>
      <p:grpSpPr>
        <a:xfrm>
          <a:off x="0" y="0"/>
          <a:ext cx="0" cy="0"/>
          <a:chOff x="0" y="0"/>
          <a:chExt cx="0" cy="0"/>
        </a:xfrm>
      </p:grpSpPr>
      <p:sp>
        <p:nvSpPr>
          <p:cNvPr id="4" name="bg object 27">
            <a:extLst>
              <a:ext uri="{FF2B5EF4-FFF2-40B4-BE49-F238E27FC236}">
                <a16:creationId xmlns:a16="http://schemas.microsoft.com/office/drawing/2014/main" id="{C0A7029D-FCA9-66F9-0815-48245FB47F06}"/>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5" name="Graphic 4">
            <a:extLst>
              <a:ext uri="{FF2B5EF4-FFF2-40B4-BE49-F238E27FC236}">
                <a16:creationId xmlns:a16="http://schemas.microsoft.com/office/drawing/2014/main" id="{3339A419-2AED-BE43-EB23-7B2E5D39272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sp>
        <p:nvSpPr>
          <p:cNvPr id="6" name="Title 1">
            <a:extLst>
              <a:ext uri="{FF2B5EF4-FFF2-40B4-BE49-F238E27FC236}">
                <a16:creationId xmlns:a16="http://schemas.microsoft.com/office/drawing/2014/main" id="{2399D099-A0E9-0F45-58CF-15552C178349}"/>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 name="Text Placeholder 36">
            <a:extLst>
              <a:ext uri="{FF2B5EF4-FFF2-40B4-BE49-F238E27FC236}">
                <a16:creationId xmlns:a16="http://schemas.microsoft.com/office/drawing/2014/main" id="{6B12F1A2-DCAD-0D37-0AFC-923CA270A7F8}"/>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1" name="Text Placeholder 5">
            <a:extLst>
              <a:ext uri="{FF2B5EF4-FFF2-40B4-BE49-F238E27FC236}">
                <a16:creationId xmlns:a16="http://schemas.microsoft.com/office/drawing/2014/main" id="{BB48EF84-6E11-B5C0-F747-9FAB65ADC3BD}"/>
              </a:ext>
            </a:extLst>
          </p:cNvPr>
          <p:cNvSpPr>
            <a:spLocks noGrp="1"/>
          </p:cNvSpPr>
          <p:nvPr>
            <p:ph type="body" sz="quarter" idx="28" hasCustomPrompt="1"/>
          </p:nvPr>
        </p:nvSpPr>
        <p:spPr>
          <a:xfrm>
            <a:off x="526489" y="4778375"/>
            <a:ext cx="6686269" cy="988773"/>
          </a:xfrm>
        </p:spPr>
        <p:txBody>
          <a:bodyPr/>
          <a:lstStyle>
            <a:lvl1pPr>
              <a:defRPr b="1">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p:txBody>
      </p:sp>
      <p:grpSp>
        <p:nvGrpSpPr>
          <p:cNvPr id="12" name="Group 11">
            <a:extLst>
              <a:ext uri="{FF2B5EF4-FFF2-40B4-BE49-F238E27FC236}">
                <a16:creationId xmlns:a16="http://schemas.microsoft.com/office/drawing/2014/main" id="{E472EDDE-7E25-2EDA-F2F1-2D11753C38F3}"/>
              </a:ext>
            </a:extLst>
          </p:cNvPr>
          <p:cNvGrpSpPr/>
          <p:nvPr userDrawn="1"/>
        </p:nvGrpSpPr>
        <p:grpSpPr bwMode="gray">
          <a:xfrm>
            <a:off x="12549167" y="1522816"/>
            <a:ext cx="2855330" cy="2906737"/>
            <a:chOff x="287522" y="320055"/>
            <a:chExt cx="2855330" cy="2906737"/>
          </a:xfrm>
        </p:grpSpPr>
        <p:sp>
          <p:nvSpPr>
            <p:cNvPr id="13" name="TextBox 12">
              <a:extLst>
                <a:ext uri="{FF2B5EF4-FFF2-40B4-BE49-F238E27FC236}">
                  <a16:creationId xmlns:a16="http://schemas.microsoft.com/office/drawing/2014/main" id="{343B9434-7C79-E4A6-BA8B-978D45D61A1A}"/>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4" name="Group 13">
              <a:extLst>
                <a:ext uri="{FF2B5EF4-FFF2-40B4-BE49-F238E27FC236}">
                  <a16:creationId xmlns:a16="http://schemas.microsoft.com/office/drawing/2014/main" id="{89DE43CE-D0D4-4E51-65D8-1B854104FFA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7" name="Oval 9">
                <a:extLst>
                  <a:ext uri="{FF2B5EF4-FFF2-40B4-BE49-F238E27FC236}">
                    <a16:creationId xmlns:a16="http://schemas.microsoft.com/office/drawing/2014/main" id="{0B5D6C80-DD02-F87A-CD24-5C27BA3DB62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0">
                <a:extLst>
                  <a:ext uri="{FF2B5EF4-FFF2-40B4-BE49-F238E27FC236}">
                    <a16:creationId xmlns:a16="http://schemas.microsoft.com/office/drawing/2014/main" id="{C41DE4F8-47DB-9455-F30C-150A88A68346}"/>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Donut 24">
              <a:extLst>
                <a:ext uri="{FF2B5EF4-FFF2-40B4-BE49-F238E27FC236}">
                  <a16:creationId xmlns:a16="http://schemas.microsoft.com/office/drawing/2014/main" id="{AEDA6D70-AD98-6A41-1EC7-20B9F864E3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Freeform 45">
              <a:extLst>
                <a:ext uri="{FF2B5EF4-FFF2-40B4-BE49-F238E27FC236}">
                  <a16:creationId xmlns:a16="http://schemas.microsoft.com/office/drawing/2014/main" id="{D2D3EB17-4719-5727-51C4-C67DD42FB8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0" name="Picture 19">
            <a:extLst>
              <a:ext uri="{FF2B5EF4-FFF2-40B4-BE49-F238E27FC236}">
                <a16:creationId xmlns:a16="http://schemas.microsoft.com/office/drawing/2014/main" id="{FFAD5F2F-28A7-EDB8-14FC-FE5B1856B379}"/>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b="91"/>
          <a:stretch>
            <a:fillRect/>
          </a:stretch>
        </p:blipFill>
        <p:spPr>
          <a:xfrm>
            <a:off x="7747000" y="609748"/>
            <a:ext cx="4445000" cy="5417991"/>
          </a:xfrm>
          <a:custGeom>
            <a:avLst/>
            <a:gdLst>
              <a:gd name="connsiteX0" fmla="*/ 90599 w 4445000"/>
              <a:gd name="connsiteY0" fmla="*/ 0 h 5417991"/>
              <a:gd name="connsiteX1" fmla="*/ 4445000 w 4445000"/>
              <a:gd name="connsiteY1" fmla="*/ 0 h 5417991"/>
              <a:gd name="connsiteX2" fmla="*/ 4445000 w 4445000"/>
              <a:gd name="connsiteY2" fmla="*/ 5417991 h 5417991"/>
              <a:gd name="connsiteX3" fmla="*/ 90599 w 4445000"/>
              <a:gd name="connsiteY3" fmla="*/ 5417991 h 5417991"/>
              <a:gd name="connsiteX4" fmla="*/ 0 w 4445000"/>
              <a:gd name="connsiteY4" fmla="*/ 5327392 h 5417991"/>
              <a:gd name="connsiteX5" fmla="*/ 0 w 4445000"/>
              <a:gd name="connsiteY5" fmla="*/ 90599 h 5417991"/>
              <a:gd name="connsiteX6" fmla="*/ 90599 w 444500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000" h="5417991">
                <a:moveTo>
                  <a:pt x="90599" y="0"/>
                </a:moveTo>
                <a:lnTo>
                  <a:pt x="4445000" y="0"/>
                </a:lnTo>
                <a:lnTo>
                  <a:pt x="444500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96116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Slide + Image | Clinician">
    <p:bg>
      <p:bgPr>
        <a:solidFill>
          <a:schemeClr val="accent1"/>
        </a:solidFill>
        <a:effectLst/>
      </p:bgPr>
    </p:bg>
    <p:spTree>
      <p:nvGrpSpPr>
        <p:cNvPr id="1" name=""/>
        <p:cNvGrpSpPr/>
        <p:nvPr/>
      </p:nvGrpSpPr>
      <p:grpSpPr>
        <a:xfrm>
          <a:off x="0" y="0"/>
          <a:ext cx="0" cy="0"/>
          <a:chOff x="0" y="0"/>
          <a:chExt cx="0" cy="0"/>
        </a:xfrm>
      </p:grpSpPr>
      <p:sp>
        <p:nvSpPr>
          <p:cNvPr id="4" name="bg object 27">
            <a:extLst>
              <a:ext uri="{FF2B5EF4-FFF2-40B4-BE49-F238E27FC236}">
                <a16:creationId xmlns:a16="http://schemas.microsoft.com/office/drawing/2014/main" id="{C0A7029D-FCA9-66F9-0815-48245FB47F06}"/>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5" name="Graphic 4">
            <a:extLst>
              <a:ext uri="{FF2B5EF4-FFF2-40B4-BE49-F238E27FC236}">
                <a16:creationId xmlns:a16="http://schemas.microsoft.com/office/drawing/2014/main" id="{3339A419-2AED-BE43-EB23-7B2E5D39272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sp>
        <p:nvSpPr>
          <p:cNvPr id="6" name="Title 1">
            <a:extLst>
              <a:ext uri="{FF2B5EF4-FFF2-40B4-BE49-F238E27FC236}">
                <a16:creationId xmlns:a16="http://schemas.microsoft.com/office/drawing/2014/main" id="{2399D099-A0E9-0F45-58CF-15552C178349}"/>
              </a:ext>
            </a:extLst>
          </p:cNvPr>
          <p:cNvSpPr>
            <a:spLocks noGrp="1"/>
          </p:cNvSpPr>
          <p:nvPr>
            <p:ph type="ctrTitle" hasCustomPrompt="1"/>
          </p:nvPr>
        </p:nvSpPr>
        <p:spPr>
          <a:xfrm>
            <a:off x="526489" y="2251057"/>
            <a:ext cx="6686269" cy="2387600"/>
          </a:xfrm>
        </p:spPr>
        <p:txBody>
          <a:bodyPr anchor="ctr">
            <a:noAutofit/>
          </a:bodyPr>
          <a:lstStyle>
            <a:lvl1pPr marL="0" indent="0" algn="l">
              <a:lnSpc>
                <a:spcPct val="100000"/>
              </a:lnSpc>
              <a:buFont typeface="Arial" panose="020B0604020202020204" pitchFamily="34" charset="0"/>
              <a:buNone/>
              <a:defRPr sz="2800">
                <a:solidFill>
                  <a:schemeClr val="accent5"/>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2" name="Text Placeholder 36">
            <a:extLst>
              <a:ext uri="{FF2B5EF4-FFF2-40B4-BE49-F238E27FC236}">
                <a16:creationId xmlns:a16="http://schemas.microsoft.com/office/drawing/2014/main" id="{6B12F1A2-DCAD-0D37-0AFC-923CA270A7F8}"/>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5"/>
                </a:solidFill>
              </a:defRPr>
            </a:lvl1pPr>
          </a:lstStyle>
          <a:p>
            <a:pPr lvl="0"/>
            <a:r>
              <a:rPr lang="en-US" dirty="0"/>
              <a:t>Speaker First Last Name | Month Day, 202X</a:t>
            </a:r>
          </a:p>
        </p:txBody>
      </p:sp>
      <p:sp>
        <p:nvSpPr>
          <p:cNvPr id="11" name="Text Placeholder 5">
            <a:extLst>
              <a:ext uri="{FF2B5EF4-FFF2-40B4-BE49-F238E27FC236}">
                <a16:creationId xmlns:a16="http://schemas.microsoft.com/office/drawing/2014/main" id="{BB48EF84-6E11-B5C0-F747-9FAB65ADC3BD}"/>
              </a:ext>
            </a:extLst>
          </p:cNvPr>
          <p:cNvSpPr>
            <a:spLocks noGrp="1"/>
          </p:cNvSpPr>
          <p:nvPr>
            <p:ph type="body" sz="quarter" idx="28" hasCustomPrompt="1"/>
          </p:nvPr>
        </p:nvSpPr>
        <p:spPr>
          <a:xfrm>
            <a:off x="526489" y="4778375"/>
            <a:ext cx="6686269" cy="988773"/>
          </a:xfrm>
        </p:spPr>
        <p:txBody>
          <a:bodyPr/>
          <a:lstStyle>
            <a:lvl1pPr>
              <a:defRPr b="1">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subtitle</a:t>
            </a:r>
          </a:p>
        </p:txBody>
      </p:sp>
      <p:grpSp>
        <p:nvGrpSpPr>
          <p:cNvPr id="12" name="Group 11">
            <a:extLst>
              <a:ext uri="{FF2B5EF4-FFF2-40B4-BE49-F238E27FC236}">
                <a16:creationId xmlns:a16="http://schemas.microsoft.com/office/drawing/2014/main" id="{E472EDDE-7E25-2EDA-F2F1-2D11753C38F3}"/>
              </a:ext>
            </a:extLst>
          </p:cNvPr>
          <p:cNvGrpSpPr/>
          <p:nvPr userDrawn="1"/>
        </p:nvGrpSpPr>
        <p:grpSpPr bwMode="gray">
          <a:xfrm>
            <a:off x="12549167" y="1522816"/>
            <a:ext cx="2855330" cy="2906737"/>
            <a:chOff x="287522" y="320055"/>
            <a:chExt cx="2855330" cy="2906737"/>
          </a:xfrm>
        </p:grpSpPr>
        <p:sp>
          <p:nvSpPr>
            <p:cNvPr id="13" name="TextBox 12">
              <a:extLst>
                <a:ext uri="{FF2B5EF4-FFF2-40B4-BE49-F238E27FC236}">
                  <a16:creationId xmlns:a16="http://schemas.microsoft.com/office/drawing/2014/main" id="{343B9434-7C79-E4A6-BA8B-978D45D61A1A}"/>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4" name="Group 13">
              <a:extLst>
                <a:ext uri="{FF2B5EF4-FFF2-40B4-BE49-F238E27FC236}">
                  <a16:creationId xmlns:a16="http://schemas.microsoft.com/office/drawing/2014/main" id="{89DE43CE-D0D4-4E51-65D8-1B854104FFA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7" name="Oval 9">
                <a:extLst>
                  <a:ext uri="{FF2B5EF4-FFF2-40B4-BE49-F238E27FC236}">
                    <a16:creationId xmlns:a16="http://schemas.microsoft.com/office/drawing/2014/main" id="{0B5D6C80-DD02-F87A-CD24-5C27BA3DB62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0">
                <a:extLst>
                  <a:ext uri="{FF2B5EF4-FFF2-40B4-BE49-F238E27FC236}">
                    <a16:creationId xmlns:a16="http://schemas.microsoft.com/office/drawing/2014/main" id="{C41DE4F8-47DB-9455-F30C-150A88A68346}"/>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5" name="Donut 24">
              <a:extLst>
                <a:ext uri="{FF2B5EF4-FFF2-40B4-BE49-F238E27FC236}">
                  <a16:creationId xmlns:a16="http://schemas.microsoft.com/office/drawing/2014/main" id="{AEDA6D70-AD98-6A41-1EC7-20B9F864E3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Freeform 45">
              <a:extLst>
                <a:ext uri="{FF2B5EF4-FFF2-40B4-BE49-F238E27FC236}">
                  <a16:creationId xmlns:a16="http://schemas.microsoft.com/office/drawing/2014/main" id="{D2D3EB17-4719-5727-51C4-C67DD42FB8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0" name="Picture 19">
            <a:extLst>
              <a:ext uri="{FF2B5EF4-FFF2-40B4-BE49-F238E27FC236}">
                <a16:creationId xmlns:a16="http://schemas.microsoft.com/office/drawing/2014/main" id="{9309463E-EFB2-8F49-3B25-26AFAD19C013}"/>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b="91"/>
          <a:stretch>
            <a:fillRect/>
          </a:stretch>
        </p:blipFill>
        <p:spPr>
          <a:xfrm>
            <a:off x="7747000" y="609748"/>
            <a:ext cx="4445000" cy="5417991"/>
          </a:xfrm>
          <a:custGeom>
            <a:avLst/>
            <a:gdLst>
              <a:gd name="connsiteX0" fmla="*/ 90599 w 4445000"/>
              <a:gd name="connsiteY0" fmla="*/ 0 h 5417991"/>
              <a:gd name="connsiteX1" fmla="*/ 4445000 w 4445000"/>
              <a:gd name="connsiteY1" fmla="*/ 0 h 5417991"/>
              <a:gd name="connsiteX2" fmla="*/ 4445000 w 4445000"/>
              <a:gd name="connsiteY2" fmla="*/ 5417991 h 5417991"/>
              <a:gd name="connsiteX3" fmla="*/ 90599 w 4445000"/>
              <a:gd name="connsiteY3" fmla="*/ 5417991 h 5417991"/>
              <a:gd name="connsiteX4" fmla="*/ 0 w 4445000"/>
              <a:gd name="connsiteY4" fmla="*/ 5327392 h 5417991"/>
              <a:gd name="connsiteX5" fmla="*/ 0 w 4445000"/>
              <a:gd name="connsiteY5" fmla="*/ 90599 h 5417991"/>
              <a:gd name="connsiteX6" fmla="*/ 90599 w 444500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000" h="5417991">
                <a:moveTo>
                  <a:pt x="90599" y="0"/>
                </a:moveTo>
                <a:lnTo>
                  <a:pt x="4445000" y="0"/>
                </a:lnTo>
                <a:lnTo>
                  <a:pt x="444500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843799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Slide | Cream">
    <p:spTree>
      <p:nvGrpSpPr>
        <p:cNvPr id="1" name=""/>
        <p:cNvGrpSpPr/>
        <p:nvPr/>
      </p:nvGrpSpPr>
      <p:grpSpPr>
        <a:xfrm>
          <a:off x="0" y="0"/>
          <a:ext cx="0" cy="0"/>
          <a:chOff x="0" y="0"/>
          <a:chExt cx="0" cy="0"/>
        </a:xfrm>
      </p:grpSpPr>
      <p:sp>
        <p:nvSpPr>
          <p:cNvPr id="3" name="bg object 27">
            <a:extLst>
              <a:ext uri="{FF2B5EF4-FFF2-40B4-BE49-F238E27FC236}">
                <a16:creationId xmlns:a16="http://schemas.microsoft.com/office/drawing/2014/main" id="{D6A79067-2D6E-B144-3884-C8D1D75A31B1}"/>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3">
              <a:lumMod val="20000"/>
              <a:lumOff val="80000"/>
            </a:schemeClr>
          </a:solidFill>
        </p:spPr>
        <p:txBody>
          <a:bodyPr wrap="square" lIns="0" tIns="0" rIns="0" bIns="0" rtlCol="0"/>
          <a:lstStyle/>
          <a:p>
            <a:endParaRPr/>
          </a:p>
        </p:txBody>
      </p:sp>
      <p:pic>
        <p:nvPicPr>
          <p:cNvPr id="4" name="Graphic 3">
            <a:extLst>
              <a:ext uri="{FF2B5EF4-FFF2-40B4-BE49-F238E27FC236}">
                <a16:creationId xmlns:a16="http://schemas.microsoft.com/office/drawing/2014/main" id="{B4049E49-E2B0-CF67-DAF3-6DBB5DD813AE}"/>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pic>
        <p:nvPicPr>
          <p:cNvPr id="5" name="Graphic 4">
            <a:extLst>
              <a:ext uri="{FF2B5EF4-FFF2-40B4-BE49-F238E27FC236}">
                <a16:creationId xmlns:a16="http://schemas.microsoft.com/office/drawing/2014/main" id="{CDABC82E-5C39-DFA4-811F-560927FDAD3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83511" y="1949099"/>
            <a:ext cx="2408487" cy="4908899"/>
          </a:xfrm>
          <a:prstGeom prst="rect">
            <a:avLst/>
          </a:prstGeom>
        </p:spPr>
      </p:pic>
      <p:grpSp>
        <p:nvGrpSpPr>
          <p:cNvPr id="7" name="Graphic 205">
            <a:extLst>
              <a:ext uri="{FF2B5EF4-FFF2-40B4-BE49-F238E27FC236}">
                <a16:creationId xmlns:a16="http://schemas.microsoft.com/office/drawing/2014/main" id="{311F80E6-1B4D-B308-288E-7342645E5D33}"/>
              </a:ext>
            </a:extLst>
          </p:cNvPr>
          <p:cNvGrpSpPr/>
          <p:nvPr userDrawn="1"/>
        </p:nvGrpSpPr>
        <p:grpSpPr>
          <a:xfrm>
            <a:off x="6646414" y="554927"/>
            <a:ext cx="5545584" cy="6303073"/>
            <a:chOff x="6638891" y="552450"/>
            <a:chExt cx="5545584" cy="6303073"/>
          </a:xfrm>
          <a:solidFill>
            <a:schemeClr val="accent3">
              <a:lumMod val="20000"/>
              <a:lumOff val="80000"/>
            </a:schemeClr>
          </a:solidFill>
        </p:grpSpPr>
        <p:sp>
          <p:nvSpPr>
            <p:cNvPr id="8" name="Freeform: Shape 207">
              <a:extLst>
                <a:ext uri="{FF2B5EF4-FFF2-40B4-BE49-F238E27FC236}">
                  <a16:creationId xmlns:a16="http://schemas.microsoft.com/office/drawing/2014/main" id="{2DB69BDA-3C92-5297-0DBC-42F5331B0B6C}"/>
                </a:ext>
              </a:extLst>
            </p:cNvPr>
            <p:cNvSpPr/>
            <p:nvPr/>
          </p:nvSpPr>
          <p:spPr>
            <a:xfrm>
              <a:off x="7549610" y="1498091"/>
              <a:ext cx="707897" cy="1027271"/>
            </a:xfrm>
            <a:custGeom>
              <a:avLst/>
              <a:gdLst>
                <a:gd name="connsiteX0" fmla="*/ 190 w 707897"/>
                <a:gd name="connsiteY0" fmla="*/ 566738 h 1027271"/>
                <a:gd name="connsiteX1" fmla="*/ 251174 w 707897"/>
                <a:gd name="connsiteY1" fmla="*/ 966407 h 1027271"/>
                <a:gd name="connsiteX2" fmla="*/ 354044 w 707897"/>
                <a:gd name="connsiteY2" fmla="*/ 1027271 h 1027271"/>
                <a:gd name="connsiteX3" fmla="*/ 456914 w 707897"/>
                <a:gd name="connsiteY3" fmla="*/ 966407 h 1027271"/>
                <a:gd name="connsiteX4" fmla="*/ 707898 w 707897"/>
                <a:gd name="connsiteY4" fmla="*/ 566738 h 1027271"/>
                <a:gd name="connsiteX5" fmla="*/ 353949 w 707897"/>
                <a:gd name="connsiteY5" fmla="*/ 0 h 1027271"/>
                <a:gd name="connsiteX6" fmla="*/ 0 w 707897"/>
                <a:gd name="connsiteY6" fmla="*/ 566738 h 102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897" h="1027271">
                  <a:moveTo>
                    <a:pt x="190" y="566738"/>
                  </a:moveTo>
                  <a:lnTo>
                    <a:pt x="251174" y="966407"/>
                  </a:lnTo>
                  <a:cubicBezTo>
                    <a:pt x="275463" y="1006030"/>
                    <a:pt x="314611" y="1026224"/>
                    <a:pt x="354044" y="1027271"/>
                  </a:cubicBezTo>
                  <a:cubicBezTo>
                    <a:pt x="393573" y="1026224"/>
                    <a:pt x="432721" y="1006030"/>
                    <a:pt x="456914" y="966407"/>
                  </a:cubicBezTo>
                  <a:lnTo>
                    <a:pt x="707898" y="566738"/>
                  </a:lnTo>
                  <a:lnTo>
                    <a:pt x="353949" y="0"/>
                  </a:lnTo>
                  <a:lnTo>
                    <a:pt x="0" y="566738"/>
                  </a:lnTo>
                  <a:close/>
                </a:path>
              </a:pathLst>
            </a:custGeom>
            <a:grpFill/>
            <a:ln w="0" cap="flat">
              <a:noFill/>
              <a:prstDash val="solid"/>
              <a:miter/>
            </a:ln>
          </p:spPr>
          <p:txBody>
            <a:bodyPr rtlCol="0" anchor="ctr"/>
            <a:lstStyle/>
            <a:p>
              <a:endParaRPr lang="en-US"/>
            </a:p>
          </p:txBody>
        </p:sp>
        <p:sp>
          <p:nvSpPr>
            <p:cNvPr id="9" name="Freeform: Shape 208">
              <a:extLst>
                <a:ext uri="{FF2B5EF4-FFF2-40B4-BE49-F238E27FC236}">
                  <a16:creationId xmlns:a16="http://schemas.microsoft.com/office/drawing/2014/main" id="{1F078714-2E9B-7434-D9E1-2DF416780D6A}"/>
                </a:ext>
              </a:extLst>
            </p:cNvPr>
            <p:cNvSpPr/>
            <p:nvPr/>
          </p:nvSpPr>
          <p:spPr>
            <a:xfrm>
              <a:off x="6638891" y="552450"/>
              <a:ext cx="1192372" cy="1396650"/>
            </a:xfrm>
            <a:custGeom>
              <a:avLst/>
              <a:gdLst>
                <a:gd name="connsiteX0" fmla="*/ 693644 w 1192372"/>
                <a:gd name="connsiteY0" fmla="*/ 31242 h 1396650"/>
                <a:gd name="connsiteX1" fmla="*/ 637256 w 1192372"/>
                <a:gd name="connsiteY1" fmla="*/ 0 h 1396650"/>
                <a:gd name="connsiteX2" fmla="*/ 48611 w 1192372"/>
                <a:gd name="connsiteY2" fmla="*/ 0 h 1396650"/>
                <a:gd name="connsiteX3" fmla="*/ 7463 w 1192372"/>
                <a:gd name="connsiteY3" fmla="*/ 73819 h 1396650"/>
                <a:gd name="connsiteX4" fmla="*/ 838233 w 1192372"/>
                <a:gd name="connsiteY4" fmla="*/ 1396651 h 1396650"/>
                <a:gd name="connsiteX5" fmla="*/ 1192373 w 1192372"/>
                <a:gd name="connsiteY5" fmla="*/ 829628 h 1396650"/>
                <a:gd name="connsiteX6" fmla="*/ 693644 w 1192372"/>
                <a:gd name="connsiteY6" fmla="*/ 31242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372" h="1396650">
                  <a:moveTo>
                    <a:pt x="693644" y="31242"/>
                  </a:moveTo>
                  <a:cubicBezTo>
                    <a:pt x="681547" y="11811"/>
                    <a:pt x="660211" y="0"/>
                    <a:pt x="637256" y="0"/>
                  </a:cubicBezTo>
                  <a:lnTo>
                    <a:pt x="48611" y="0"/>
                  </a:lnTo>
                  <a:cubicBezTo>
                    <a:pt x="10415" y="0"/>
                    <a:pt x="-12730" y="41624"/>
                    <a:pt x="7463" y="73819"/>
                  </a:cubicBezTo>
                  <a:lnTo>
                    <a:pt x="838233" y="1396651"/>
                  </a:lnTo>
                  <a:lnTo>
                    <a:pt x="1192373" y="829628"/>
                  </a:lnTo>
                  <a:lnTo>
                    <a:pt x="693644" y="31242"/>
                  </a:lnTo>
                  <a:close/>
                </a:path>
              </a:pathLst>
            </a:custGeom>
            <a:grpFill/>
            <a:ln w="0" cap="flat">
              <a:noFill/>
              <a:prstDash val="solid"/>
              <a:miter/>
            </a:ln>
          </p:spPr>
          <p:txBody>
            <a:bodyPr rtlCol="0" anchor="ctr"/>
            <a:lstStyle/>
            <a:p>
              <a:endParaRPr lang="en-US"/>
            </a:p>
          </p:txBody>
        </p:sp>
        <p:sp>
          <p:nvSpPr>
            <p:cNvPr id="10" name="Freeform: Shape 209">
              <a:extLst>
                <a:ext uri="{FF2B5EF4-FFF2-40B4-BE49-F238E27FC236}">
                  <a16:creationId xmlns:a16="http://schemas.microsoft.com/office/drawing/2014/main" id="{5E3451E8-D408-CF05-985E-E1CEDBF5C419}"/>
                </a:ext>
              </a:extLst>
            </p:cNvPr>
            <p:cNvSpPr/>
            <p:nvPr/>
          </p:nvSpPr>
          <p:spPr>
            <a:xfrm>
              <a:off x="7975949" y="552450"/>
              <a:ext cx="1192535" cy="1396650"/>
            </a:xfrm>
            <a:custGeom>
              <a:avLst/>
              <a:gdLst>
                <a:gd name="connsiteX0" fmla="*/ 1143857 w 1192535"/>
                <a:gd name="connsiteY0" fmla="*/ 0 h 1396650"/>
                <a:gd name="connsiteX1" fmla="*/ 555212 w 1192535"/>
                <a:gd name="connsiteY1" fmla="*/ 0 h 1396650"/>
                <a:gd name="connsiteX2" fmla="*/ 498729 w 1192535"/>
                <a:gd name="connsiteY2" fmla="*/ 31242 h 1396650"/>
                <a:gd name="connsiteX3" fmla="*/ 0 w 1192535"/>
                <a:gd name="connsiteY3" fmla="*/ 829628 h 1396650"/>
                <a:gd name="connsiteX4" fmla="*/ 354140 w 1192535"/>
                <a:gd name="connsiteY4" fmla="*/ 1396651 h 1396650"/>
                <a:gd name="connsiteX5" fmla="*/ 1185101 w 1192535"/>
                <a:gd name="connsiteY5" fmla="*/ 73819 h 1396650"/>
                <a:gd name="connsiteX6" fmla="*/ 1143953 w 1192535"/>
                <a:gd name="connsiteY6" fmla="*/ 0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535" h="1396650">
                  <a:moveTo>
                    <a:pt x="1143857" y="0"/>
                  </a:moveTo>
                  <a:lnTo>
                    <a:pt x="555212" y="0"/>
                  </a:lnTo>
                  <a:cubicBezTo>
                    <a:pt x="532257" y="0"/>
                    <a:pt x="510921" y="11811"/>
                    <a:pt x="498729" y="31242"/>
                  </a:cubicBezTo>
                  <a:lnTo>
                    <a:pt x="0" y="829628"/>
                  </a:lnTo>
                  <a:lnTo>
                    <a:pt x="354140" y="1396651"/>
                  </a:lnTo>
                  <a:lnTo>
                    <a:pt x="1185101" y="73819"/>
                  </a:lnTo>
                  <a:cubicBezTo>
                    <a:pt x="1205294" y="41720"/>
                    <a:pt x="1181957" y="0"/>
                    <a:pt x="1143953" y="0"/>
                  </a:cubicBezTo>
                </a:path>
              </a:pathLst>
            </a:custGeom>
            <a:grpFill/>
            <a:ln w="0" cap="flat">
              <a:noFill/>
              <a:prstDash val="solid"/>
              <a:miter/>
            </a:ln>
          </p:spPr>
          <p:txBody>
            <a:bodyPr rtlCol="0" anchor="ctr"/>
            <a:lstStyle/>
            <a:p>
              <a:endParaRPr lang="en-US"/>
            </a:p>
          </p:txBody>
        </p:sp>
        <p:sp>
          <p:nvSpPr>
            <p:cNvPr id="11" name="Freeform: Shape 210">
              <a:extLst>
                <a:ext uri="{FF2B5EF4-FFF2-40B4-BE49-F238E27FC236}">
                  <a16:creationId xmlns:a16="http://schemas.microsoft.com/office/drawing/2014/main" id="{178A34DE-764D-FE5C-0C77-213A9EFA2CC9}"/>
                </a:ext>
              </a:extLst>
            </p:cNvPr>
            <p:cNvSpPr/>
            <p:nvPr/>
          </p:nvSpPr>
          <p:spPr>
            <a:xfrm>
              <a:off x="7977568" y="552450"/>
              <a:ext cx="4206907" cy="6303073"/>
            </a:xfrm>
            <a:custGeom>
              <a:avLst/>
              <a:gdLst>
                <a:gd name="connsiteX0" fmla="*/ 1377506 w 4206907"/>
                <a:gd name="connsiteY0" fmla="*/ 0 h 6303073"/>
                <a:gd name="connsiteX1" fmla="*/ 0 w 4206907"/>
                <a:gd name="connsiteY1" fmla="*/ 2193512 h 6303073"/>
                <a:gd name="connsiteX2" fmla="*/ 2580799 w 4206907"/>
                <a:gd name="connsiteY2" fmla="*/ 6303074 h 6303073"/>
                <a:gd name="connsiteX3" fmla="*/ 4206907 w 4206907"/>
                <a:gd name="connsiteY3" fmla="*/ 6303074 h 6303073"/>
                <a:gd name="connsiteX4" fmla="*/ 4206907 w 4206907"/>
                <a:gd name="connsiteY4" fmla="*/ 0 h 6303073"/>
                <a:gd name="connsiteX5" fmla="*/ 1377506 w 4206907"/>
                <a:gd name="connsiteY5" fmla="*/ 0 h 630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6907" h="6303073">
                  <a:moveTo>
                    <a:pt x="1377506" y="0"/>
                  </a:moveTo>
                  <a:lnTo>
                    <a:pt x="0" y="2193512"/>
                  </a:lnTo>
                  <a:lnTo>
                    <a:pt x="2580799" y="6303074"/>
                  </a:lnTo>
                  <a:lnTo>
                    <a:pt x="4206907" y="6303074"/>
                  </a:lnTo>
                  <a:lnTo>
                    <a:pt x="4206907" y="0"/>
                  </a:lnTo>
                  <a:lnTo>
                    <a:pt x="1377506" y="0"/>
                  </a:lnTo>
                  <a:close/>
                </a:path>
              </a:pathLst>
            </a:custGeom>
            <a:grpFill/>
            <a:ln w="0" cap="flat">
              <a:noFill/>
              <a:prstDash val="solid"/>
              <a:miter/>
            </a:ln>
          </p:spPr>
          <p:txBody>
            <a:bodyPr rtlCol="0" anchor="ctr"/>
            <a:lstStyle/>
            <a:p>
              <a:endParaRPr lang="en-US" dirty="0">
                <a:solidFill>
                  <a:schemeClr val="tx1"/>
                </a:solidFill>
              </a:endParaRPr>
            </a:p>
          </p:txBody>
        </p:sp>
      </p:grpSp>
      <p:pic>
        <p:nvPicPr>
          <p:cNvPr id="12" name="Graphic 11">
            <a:extLst>
              <a:ext uri="{FF2B5EF4-FFF2-40B4-BE49-F238E27FC236}">
                <a16:creationId xmlns:a16="http://schemas.microsoft.com/office/drawing/2014/main" id="{631203BD-907B-BB96-EA1F-9C3A96548E70}"/>
              </a:ext>
            </a:extLst>
          </p:cNvPr>
          <p:cNvPicPr>
            <a:picLocks noChangeAspect="1"/>
          </p:cNvPicPr>
          <p:nvPr userDrawn="1"/>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r="1951" b="312"/>
          <a:stretch/>
        </p:blipFill>
        <p:spPr>
          <a:xfrm>
            <a:off x="9776517" y="1852516"/>
            <a:ext cx="2415483" cy="5005484"/>
          </a:xfrm>
          <a:prstGeom prst="rect">
            <a:avLst/>
          </a:prstGeom>
        </p:spPr>
      </p:pic>
      <p:sp>
        <p:nvSpPr>
          <p:cNvPr id="13" name="Title 1">
            <a:extLst>
              <a:ext uri="{FF2B5EF4-FFF2-40B4-BE49-F238E27FC236}">
                <a16:creationId xmlns:a16="http://schemas.microsoft.com/office/drawing/2014/main" id="{E0AE884F-B60F-5B31-567A-A3622B9FEDA0}"/>
              </a:ext>
            </a:extLst>
          </p:cNvPr>
          <p:cNvSpPr>
            <a:spLocks noGrp="1"/>
          </p:cNvSpPr>
          <p:nvPr>
            <p:ph type="ctrTitle" hasCustomPrompt="1"/>
          </p:nvPr>
        </p:nvSpPr>
        <p:spPr>
          <a:xfrm>
            <a:off x="526489" y="2251057"/>
            <a:ext cx="6686269" cy="2387600"/>
          </a:xfrm>
          <a:noFill/>
        </p:spPr>
        <p:txBody>
          <a:bodyPr anchor="ctr">
            <a:noAutofit/>
          </a:bodyPr>
          <a:lstStyle>
            <a:lvl1pPr algn="l">
              <a:lnSpc>
                <a:spcPct val="100000"/>
              </a:lnSpc>
              <a:defRPr sz="2800">
                <a:solidFill>
                  <a:schemeClr val="accent1"/>
                </a:solidFill>
              </a:defRPr>
            </a:lvl1pPr>
          </a:lstStyle>
          <a:p>
            <a:pPr marL="0" marR="0">
              <a:lnSpc>
                <a:spcPct val="107000"/>
              </a:lnSpc>
              <a:spcBef>
                <a:spcPts val="0"/>
              </a:spcBef>
              <a:spcAft>
                <a:spcPts val="800"/>
              </a:spcAft>
            </a:pPr>
            <a:r>
              <a:rPr lang="en-US" dirty="0"/>
              <a:t>Click to edit title</a:t>
            </a:r>
            <a:endParaRPr lang="en-US" dirty="0">
              <a:solidFill>
                <a:schemeClr val="accent4">
                  <a:lumMod val="20000"/>
                  <a:lumOff val="80000"/>
                </a:schemeClr>
              </a:solidFill>
            </a:endParaRPr>
          </a:p>
        </p:txBody>
      </p:sp>
      <p:sp>
        <p:nvSpPr>
          <p:cNvPr id="15" name="Text Placeholder 36">
            <a:extLst>
              <a:ext uri="{FF2B5EF4-FFF2-40B4-BE49-F238E27FC236}">
                <a16:creationId xmlns:a16="http://schemas.microsoft.com/office/drawing/2014/main" id="{1F92AE88-FD3D-C483-4E95-24B6818D4ACB}"/>
              </a:ext>
            </a:extLst>
          </p:cNvPr>
          <p:cNvSpPr>
            <a:spLocks noGrp="1"/>
          </p:cNvSpPr>
          <p:nvPr>
            <p:ph type="body" sz="quarter" idx="11" hasCustomPrompt="1"/>
          </p:nvPr>
        </p:nvSpPr>
        <p:spPr>
          <a:xfrm>
            <a:off x="526489" y="6027738"/>
            <a:ext cx="3721046" cy="310362"/>
          </a:xfrm>
          <a:prstGeom prst="rect">
            <a:avLst/>
          </a:prstGeom>
        </p:spPr>
        <p:txBody>
          <a:bodyPr>
            <a:noAutofit/>
          </a:bodyPr>
          <a:lstStyle>
            <a:lvl1pPr marL="0" indent="0">
              <a:buNone/>
              <a:defRPr sz="1400">
                <a:solidFill>
                  <a:schemeClr val="accent1"/>
                </a:solidFill>
              </a:defRPr>
            </a:lvl1pPr>
          </a:lstStyle>
          <a:p>
            <a:pPr lvl="0"/>
            <a:r>
              <a:rPr lang="en-US" dirty="0"/>
              <a:t>Speaker First Last Name | Month Day, 202X</a:t>
            </a:r>
          </a:p>
        </p:txBody>
      </p:sp>
      <p:sp>
        <p:nvSpPr>
          <p:cNvPr id="17" name="Text Placeholder 9">
            <a:extLst>
              <a:ext uri="{FF2B5EF4-FFF2-40B4-BE49-F238E27FC236}">
                <a16:creationId xmlns:a16="http://schemas.microsoft.com/office/drawing/2014/main" id="{D559507C-75A6-79A8-E201-3209F7AF9835}"/>
              </a:ext>
            </a:extLst>
          </p:cNvPr>
          <p:cNvSpPr>
            <a:spLocks noGrp="1"/>
          </p:cNvSpPr>
          <p:nvPr>
            <p:ph type="body" sz="quarter" idx="24" hasCustomPrompt="1"/>
          </p:nvPr>
        </p:nvSpPr>
        <p:spPr>
          <a:xfrm>
            <a:off x="526490" y="4781960"/>
            <a:ext cx="6693544" cy="985188"/>
          </a:xfrm>
          <a:prstGeom prst="rect">
            <a:avLst/>
          </a:prstGeom>
        </p:spPr>
        <p:txBody>
          <a:bodyPr>
            <a:noAutofit/>
          </a:bodyPr>
          <a:lstStyle>
            <a:lvl1pPr marL="171450" indent="-171450">
              <a:spcBef>
                <a:spcPts val="0"/>
              </a:spcBef>
              <a:spcAft>
                <a:spcPts val="600"/>
              </a:spcAft>
              <a:buFont typeface="System Font Regular"/>
              <a:buChar char="&gt;"/>
              <a:defRPr sz="1400" b="1"/>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subtitle</a:t>
            </a:r>
          </a:p>
        </p:txBody>
      </p:sp>
    </p:spTree>
    <p:extLst>
      <p:ext uri="{BB962C8B-B14F-4D97-AF65-F5344CB8AC3E}">
        <p14:creationId xmlns:p14="http://schemas.microsoft.com/office/powerpoint/2010/main" val="2677743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4" name="Graphic 205">
            <a:extLst>
              <a:ext uri="{FF2B5EF4-FFF2-40B4-BE49-F238E27FC236}">
                <a16:creationId xmlns:a16="http://schemas.microsoft.com/office/drawing/2014/main" id="{1B8E31E4-AE58-B493-3F73-A8843CC026F8}"/>
              </a:ext>
            </a:extLst>
          </p:cNvPr>
          <p:cNvGrpSpPr/>
          <p:nvPr userDrawn="1"/>
        </p:nvGrpSpPr>
        <p:grpSpPr>
          <a:xfrm>
            <a:off x="6646414" y="554927"/>
            <a:ext cx="5545584" cy="6303073"/>
            <a:chOff x="6638891" y="552450"/>
            <a:chExt cx="5545584" cy="6303073"/>
          </a:xfrm>
          <a:solidFill>
            <a:schemeClr val="accent3">
              <a:lumMod val="20000"/>
              <a:lumOff val="80000"/>
            </a:schemeClr>
          </a:solidFill>
        </p:grpSpPr>
        <p:sp>
          <p:nvSpPr>
            <p:cNvPr id="5" name="Freeform: Shape 207">
              <a:extLst>
                <a:ext uri="{FF2B5EF4-FFF2-40B4-BE49-F238E27FC236}">
                  <a16:creationId xmlns:a16="http://schemas.microsoft.com/office/drawing/2014/main" id="{A4944173-0779-5125-2D38-E641B65A113A}"/>
                </a:ext>
              </a:extLst>
            </p:cNvPr>
            <p:cNvSpPr/>
            <p:nvPr/>
          </p:nvSpPr>
          <p:spPr>
            <a:xfrm>
              <a:off x="7549610" y="1498091"/>
              <a:ext cx="707897" cy="1027271"/>
            </a:xfrm>
            <a:custGeom>
              <a:avLst/>
              <a:gdLst>
                <a:gd name="connsiteX0" fmla="*/ 190 w 707897"/>
                <a:gd name="connsiteY0" fmla="*/ 566738 h 1027271"/>
                <a:gd name="connsiteX1" fmla="*/ 251174 w 707897"/>
                <a:gd name="connsiteY1" fmla="*/ 966407 h 1027271"/>
                <a:gd name="connsiteX2" fmla="*/ 354044 w 707897"/>
                <a:gd name="connsiteY2" fmla="*/ 1027271 h 1027271"/>
                <a:gd name="connsiteX3" fmla="*/ 456914 w 707897"/>
                <a:gd name="connsiteY3" fmla="*/ 966407 h 1027271"/>
                <a:gd name="connsiteX4" fmla="*/ 707898 w 707897"/>
                <a:gd name="connsiteY4" fmla="*/ 566738 h 1027271"/>
                <a:gd name="connsiteX5" fmla="*/ 353949 w 707897"/>
                <a:gd name="connsiteY5" fmla="*/ 0 h 1027271"/>
                <a:gd name="connsiteX6" fmla="*/ 0 w 707897"/>
                <a:gd name="connsiteY6" fmla="*/ 566738 h 102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897" h="1027271">
                  <a:moveTo>
                    <a:pt x="190" y="566738"/>
                  </a:moveTo>
                  <a:lnTo>
                    <a:pt x="251174" y="966407"/>
                  </a:lnTo>
                  <a:cubicBezTo>
                    <a:pt x="275463" y="1006030"/>
                    <a:pt x="314611" y="1026224"/>
                    <a:pt x="354044" y="1027271"/>
                  </a:cubicBezTo>
                  <a:cubicBezTo>
                    <a:pt x="393573" y="1026224"/>
                    <a:pt x="432721" y="1006030"/>
                    <a:pt x="456914" y="966407"/>
                  </a:cubicBezTo>
                  <a:lnTo>
                    <a:pt x="707898" y="566738"/>
                  </a:lnTo>
                  <a:lnTo>
                    <a:pt x="353949" y="0"/>
                  </a:lnTo>
                  <a:lnTo>
                    <a:pt x="0" y="566738"/>
                  </a:lnTo>
                  <a:close/>
                </a:path>
              </a:pathLst>
            </a:custGeom>
            <a:grpFill/>
            <a:ln w="0" cap="flat">
              <a:noFill/>
              <a:prstDash val="solid"/>
              <a:miter/>
            </a:ln>
          </p:spPr>
          <p:txBody>
            <a:bodyPr rtlCol="0" anchor="ctr"/>
            <a:lstStyle/>
            <a:p>
              <a:endParaRPr lang="en-US"/>
            </a:p>
          </p:txBody>
        </p:sp>
        <p:sp>
          <p:nvSpPr>
            <p:cNvPr id="6" name="Freeform: Shape 208">
              <a:extLst>
                <a:ext uri="{FF2B5EF4-FFF2-40B4-BE49-F238E27FC236}">
                  <a16:creationId xmlns:a16="http://schemas.microsoft.com/office/drawing/2014/main" id="{CFCE16BD-503A-5991-34BF-A24AF58C4E39}"/>
                </a:ext>
              </a:extLst>
            </p:cNvPr>
            <p:cNvSpPr/>
            <p:nvPr/>
          </p:nvSpPr>
          <p:spPr>
            <a:xfrm>
              <a:off x="6638891" y="552450"/>
              <a:ext cx="1192372" cy="1396650"/>
            </a:xfrm>
            <a:custGeom>
              <a:avLst/>
              <a:gdLst>
                <a:gd name="connsiteX0" fmla="*/ 693644 w 1192372"/>
                <a:gd name="connsiteY0" fmla="*/ 31242 h 1396650"/>
                <a:gd name="connsiteX1" fmla="*/ 637256 w 1192372"/>
                <a:gd name="connsiteY1" fmla="*/ 0 h 1396650"/>
                <a:gd name="connsiteX2" fmla="*/ 48611 w 1192372"/>
                <a:gd name="connsiteY2" fmla="*/ 0 h 1396650"/>
                <a:gd name="connsiteX3" fmla="*/ 7463 w 1192372"/>
                <a:gd name="connsiteY3" fmla="*/ 73819 h 1396650"/>
                <a:gd name="connsiteX4" fmla="*/ 838233 w 1192372"/>
                <a:gd name="connsiteY4" fmla="*/ 1396651 h 1396650"/>
                <a:gd name="connsiteX5" fmla="*/ 1192373 w 1192372"/>
                <a:gd name="connsiteY5" fmla="*/ 829628 h 1396650"/>
                <a:gd name="connsiteX6" fmla="*/ 693644 w 1192372"/>
                <a:gd name="connsiteY6" fmla="*/ 31242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372" h="1396650">
                  <a:moveTo>
                    <a:pt x="693644" y="31242"/>
                  </a:moveTo>
                  <a:cubicBezTo>
                    <a:pt x="681547" y="11811"/>
                    <a:pt x="660211" y="0"/>
                    <a:pt x="637256" y="0"/>
                  </a:cubicBezTo>
                  <a:lnTo>
                    <a:pt x="48611" y="0"/>
                  </a:lnTo>
                  <a:cubicBezTo>
                    <a:pt x="10415" y="0"/>
                    <a:pt x="-12730" y="41624"/>
                    <a:pt x="7463" y="73819"/>
                  </a:cubicBezTo>
                  <a:lnTo>
                    <a:pt x="838233" y="1396651"/>
                  </a:lnTo>
                  <a:lnTo>
                    <a:pt x="1192373" y="829628"/>
                  </a:lnTo>
                  <a:lnTo>
                    <a:pt x="693644" y="31242"/>
                  </a:lnTo>
                  <a:close/>
                </a:path>
              </a:pathLst>
            </a:custGeom>
            <a:grpFill/>
            <a:ln w="0" cap="flat">
              <a:noFill/>
              <a:prstDash val="solid"/>
              <a:miter/>
            </a:ln>
          </p:spPr>
          <p:txBody>
            <a:bodyPr rtlCol="0" anchor="ctr"/>
            <a:lstStyle/>
            <a:p>
              <a:endParaRPr lang="en-US"/>
            </a:p>
          </p:txBody>
        </p:sp>
        <p:sp>
          <p:nvSpPr>
            <p:cNvPr id="7" name="Freeform: Shape 209">
              <a:extLst>
                <a:ext uri="{FF2B5EF4-FFF2-40B4-BE49-F238E27FC236}">
                  <a16:creationId xmlns:a16="http://schemas.microsoft.com/office/drawing/2014/main" id="{CB115724-A1F8-0333-AD78-A1D2D2360CDA}"/>
                </a:ext>
              </a:extLst>
            </p:cNvPr>
            <p:cNvSpPr/>
            <p:nvPr/>
          </p:nvSpPr>
          <p:spPr>
            <a:xfrm>
              <a:off x="7975949" y="552450"/>
              <a:ext cx="1192535" cy="1396650"/>
            </a:xfrm>
            <a:custGeom>
              <a:avLst/>
              <a:gdLst>
                <a:gd name="connsiteX0" fmla="*/ 1143857 w 1192535"/>
                <a:gd name="connsiteY0" fmla="*/ 0 h 1396650"/>
                <a:gd name="connsiteX1" fmla="*/ 555212 w 1192535"/>
                <a:gd name="connsiteY1" fmla="*/ 0 h 1396650"/>
                <a:gd name="connsiteX2" fmla="*/ 498729 w 1192535"/>
                <a:gd name="connsiteY2" fmla="*/ 31242 h 1396650"/>
                <a:gd name="connsiteX3" fmla="*/ 0 w 1192535"/>
                <a:gd name="connsiteY3" fmla="*/ 829628 h 1396650"/>
                <a:gd name="connsiteX4" fmla="*/ 354140 w 1192535"/>
                <a:gd name="connsiteY4" fmla="*/ 1396651 h 1396650"/>
                <a:gd name="connsiteX5" fmla="*/ 1185101 w 1192535"/>
                <a:gd name="connsiteY5" fmla="*/ 73819 h 1396650"/>
                <a:gd name="connsiteX6" fmla="*/ 1143953 w 1192535"/>
                <a:gd name="connsiteY6" fmla="*/ 0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535" h="1396650">
                  <a:moveTo>
                    <a:pt x="1143857" y="0"/>
                  </a:moveTo>
                  <a:lnTo>
                    <a:pt x="555212" y="0"/>
                  </a:lnTo>
                  <a:cubicBezTo>
                    <a:pt x="532257" y="0"/>
                    <a:pt x="510921" y="11811"/>
                    <a:pt x="498729" y="31242"/>
                  </a:cubicBezTo>
                  <a:lnTo>
                    <a:pt x="0" y="829628"/>
                  </a:lnTo>
                  <a:lnTo>
                    <a:pt x="354140" y="1396651"/>
                  </a:lnTo>
                  <a:lnTo>
                    <a:pt x="1185101" y="73819"/>
                  </a:lnTo>
                  <a:cubicBezTo>
                    <a:pt x="1205294" y="41720"/>
                    <a:pt x="1181957" y="0"/>
                    <a:pt x="1143953" y="0"/>
                  </a:cubicBezTo>
                </a:path>
              </a:pathLst>
            </a:custGeom>
            <a:grpFill/>
            <a:ln w="0" cap="flat">
              <a:noFill/>
              <a:prstDash val="solid"/>
              <a:miter/>
            </a:ln>
          </p:spPr>
          <p:txBody>
            <a:bodyPr rtlCol="0" anchor="ctr"/>
            <a:lstStyle/>
            <a:p>
              <a:endParaRPr lang="en-US"/>
            </a:p>
          </p:txBody>
        </p:sp>
        <p:sp>
          <p:nvSpPr>
            <p:cNvPr id="8" name="Freeform: Shape 210">
              <a:extLst>
                <a:ext uri="{FF2B5EF4-FFF2-40B4-BE49-F238E27FC236}">
                  <a16:creationId xmlns:a16="http://schemas.microsoft.com/office/drawing/2014/main" id="{0E0B9209-3879-645E-2F4F-24FC65971D0E}"/>
                </a:ext>
              </a:extLst>
            </p:cNvPr>
            <p:cNvSpPr/>
            <p:nvPr/>
          </p:nvSpPr>
          <p:spPr>
            <a:xfrm>
              <a:off x="7977568" y="552450"/>
              <a:ext cx="4206907" cy="6303073"/>
            </a:xfrm>
            <a:custGeom>
              <a:avLst/>
              <a:gdLst>
                <a:gd name="connsiteX0" fmla="*/ 1377506 w 4206907"/>
                <a:gd name="connsiteY0" fmla="*/ 0 h 6303073"/>
                <a:gd name="connsiteX1" fmla="*/ 0 w 4206907"/>
                <a:gd name="connsiteY1" fmla="*/ 2193512 h 6303073"/>
                <a:gd name="connsiteX2" fmla="*/ 2580799 w 4206907"/>
                <a:gd name="connsiteY2" fmla="*/ 6303074 h 6303073"/>
                <a:gd name="connsiteX3" fmla="*/ 4206907 w 4206907"/>
                <a:gd name="connsiteY3" fmla="*/ 6303074 h 6303073"/>
                <a:gd name="connsiteX4" fmla="*/ 4206907 w 4206907"/>
                <a:gd name="connsiteY4" fmla="*/ 0 h 6303073"/>
                <a:gd name="connsiteX5" fmla="*/ 1377506 w 4206907"/>
                <a:gd name="connsiteY5" fmla="*/ 0 h 630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6907" h="6303073">
                  <a:moveTo>
                    <a:pt x="1377506" y="0"/>
                  </a:moveTo>
                  <a:lnTo>
                    <a:pt x="0" y="2193512"/>
                  </a:lnTo>
                  <a:lnTo>
                    <a:pt x="2580799" y="6303074"/>
                  </a:lnTo>
                  <a:lnTo>
                    <a:pt x="4206907" y="6303074"/>
                  </a:lnTo>
                  <a:lnTo>
                    <a:pt x="4206907" y="0"/>
                  </a:lnTo>
                  <a:lnTo>
                    <a:pt x="1377506" y="0"/>
                  </a:lnTo>
                  <a:close/>
                </a:path>
              </a:pathLst>
            </a:custGeom>
            <a:grpFill/>
            <a:ln w="0" cap="flat">
              <a:noFill/>
              <a:prstDash val="solid"/>
              <a:miter/>
            </a:ln>
          </p:spPr>
          <p:txBody>
            <a:bodyPr rtlCol="0" anchor="ctr"/>
            <a:lstStyle/>
            <a:p>
              <a:endParaRPr lang="en-US" dirty="0">
                <a:solidFill>
                  <a:schemeClr val="tx1"/>
                </a:solidFill>
              </a:endParaRPr>
            </a:p>
          </p:txBody>
        </p:sp>
      </p:grpSp>
      <p:pic>
        <p:nvPicPr>
          <p:cNvPr id="9" name="Graphic 8">
            <a:extLst>
              <a:ext uri="{FF2B5EF4-FFF2-40B4-BE49-F238E27FC236}">
                <a16:creationId xmlns:a16="http://schemas.microsoft.com/office/drawing/2014/main" id="{53A09F1F-B621-44AF-4CD2-F3FBDD9DCB9C}"/>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1951" b="312"/>
          <a:stretch/>
        </p:blipFill>
        <p:spPr>
          <a:xfrm>
            <a:off x="9776517" y="1852516"/>
            <a:ext cx="2415483" cy="5005484"/>
          </a:xfrm>
          <a:prstGeom prst="rect">
            <a:avLst/>
          </a:prstGeom>
        </p:spPr>
      </p:pic>
      <p:sp>
        <p:nvSpPr>
          <p:cNvPr id="2" name="Rectangle 1">
            <a:extLst>
              <a:ext uri="{FF2B5EF4-FFF2-40B4-BE49-F238E27FC236}">
                <a16:creationId xmlns:a16="http://schemas.microsoft.com/office/drawing/2014/main" id="{B7E5DF7C-0384-D617-A8E1-F326FD3E7F48}"/>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0A251D17-F691-1206-0E8D-90637FEEAA55}"/>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22004" y="6514027"/>
            <a:ext cx="956930" cy="187503"/>
          </a:xfrm>
          <a:prstGeom prst="rect">
            <a:avLst/>
          </a:prstGeom>
        </p:spPr>
      </p:pic>
      <p:sp>
        <p:nvSpPr>
          <p:cNvPr id="11" name="Slide Number Placeholder 4">
            <a:extLst>
              <a:ext uri="{FF2B5EF4-FFF2-40B4-BE49-F238E27FC236}">
                <a16:creationId xmlns:a16="http://schemas.microsoft.com/office/drawing/2014/main" id="{CF976871-BFDA-D77E-D55E-F8D15D08DE31}"/>
              </a:ext>
            </a:extLst>
          </p:cNvPr>
          <p:cNvSpPr txBox="1">
            <a:spLocks/>
          </p:cNvSpPr>
          <p:nvPr userDrawn="1"/>
        </p:nvSpPr>
        <p:spPr>
          <a:xfrm>
            <a:off x="10971094" y="6425216"/>
            <a:ext cx="535106" cy="365125"/>
          </a:xfrm>
          <a:prstGeom prst="rect">
            <a:avLst/>
          </a:prstGeom>
        </p:spPr>
        <p:txBody>
          <a:bodyPr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C2F429-E0F4-4B5A-B937-872CECCA6F51}" type="slidenum">
              <a:rPr lang="en-US" smtClean="0">
                <a:solidFill>
                  <a:schemeClr val="bg2"/>
                </a:solidFill>
              </a:rPr>
              <a:pPr/>
              <a:t>‹Nº›</a:t>
            </a:fld>
            <a:endParaRPr lang="en-US" dirty="0">
              <a:solidFill>
                <a:schemeClr val="bg2"/>
              </a:solidFill>
            </a:endParaRPr>
          </a:p>
        </p:txBody>
      </p:sp>
      <p:sp>
        <p:nvSpPr>
          <p:cNvPr id="12" name="Title 11">
            <a:extLst>
              <a:ext uri="{FF2B5EF4-FFF2-40B4-BE49-F238E27FC236}">
                <a16:creationId xmlns:a16="http://schemas.microsoft.com/office/drawing/2014/main" id="{DC8D029B-0905-8595-592F-F76CF218E49C}"/>
              </a:ext>
            </a:extLst>
          </p:cNvPr>
          <p:cNvSpPr>
            <a:spLocks noGrp="1"/>
          </p:cNvSpPr>
          <p:nvPr>
            <p:ph type="title" hasCustomPrompt="1"/>
          </p:nvPr>
        </p:nvSpPr>
        <p:spPr>
          <a:xfrm>
            <a:off x="495754" y="993913"/>
            <a:ext cx="6834685" cy="696775"/>
          </a:xfrm>
        </p:spPr>
        <p:txBody>
          <a:bodyPr/>
          <a:lstStyle/>
          <a:p>
            <a:r>
              <a:rPr lang="en-US" sz="2800" b="1" dirty="0">
                <a:solidFill>
                  <a:schemeClr val="accent1"/>
                </a:solidFill>
              </a:rPr>
              <a:t>Today’s Agenda</a:t>
            </a:r>
          </a:p>
        </p:txBody>
      </p:sp>
      <p:sp>
        <p:nvSpPr>
          <p:cNvPr id="17" name="Footer Placeholder 16">
            <a:extLst>
              <a:ext uri="{FF2B5EF4-FFF2-40B4-BE49-F238E27FC236}">
                <a16:creationId xmlns:a16="http://schemas.microsoft.com/office/drawing/2014/main" id="{0FF2E88D-9DF3-B1BC-8AC1-F67FD56D4599}"/>
              </a:ext>
            </a:extLst>
          </p:cNvPr>
          <p:cNvSpPr>
            <a:spLocks noGrp="1"/>
          </p:cNvSpPr>
          <p:nvPr>
            <p:ph type="ftr" sz="quarter" idx="22"/>
          </p:nvPr>
        </p:nvSpPr>
        <p:spPr/>
        <p:txBody>
          <a:bodyPr/>
          <a:lstStyle>
            <a:lvl1pPr>
              <a:defRPr>
                <a:solidFill>
                  <a:schemeClr val="bg2"/>
                </a:solidFill>
              </a:defRPr>
            </a:lvl1pPr>
          </a:lstStyle>
          <a:p>
            <a:r>
              <a:rPr lang="en-US"/>
              <a:t>Vantive Confidential – Internal Use Only</a:t>
            </a:r>
            <a:endParaRPr lang="en-US" dirty="0"/>
          </a:p>
        </p:txBody>
      </p:sp>
      <p:sp>
        <p:nvSpPr>
          <p:cNvPr id="18" name="Slide Number Placeholder 17">
            <a:extLst>
              <a:ext uri="{FF2B5EF4-FFF2-40B4-BE49-F238E27FC236}">
                <a16:creationId xmlns:a16="http://schemas.microsoft.com/office/drawing/2014/main" id="{A7DD8AE0-34CB-9A0A-B221-E7A0B5D42ED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19" name="Text Placeholder 14">
            <a:extLst>
              <a:ext uri="{FF2B5EF4-FFF2-40B4-BE49-F238E27FC236}">
                <a16:creationId xmlns:a16="http://schemas.microsoft.com/office/drawing/2014/main" id="{FC065B7B-9D8F-1424-61FE-8FD4C00983BB}"/>
              </a:ext>
            </a:extLst>
          </p:cNvPr>
          <p:cNvSpPr>
            <a:spLocks noGrp="1"/>
          </p:cNvSpPr>
          <p:nvPr>
            <p:ph type="body" sz="quarter" idx="25" hasCustomPrompt="1"/>
          </p:nvPr>
        </p:nvSpPr>
        <p:spPr>
          <a:xfrm>
            <a:off x="495300" y="1803400"/>
            <a:ext cx="6834188" cy="4060825"/>
          </a:xfrm>
        </p:spPr>
        <p:txBody>
          <a:bodyPr/>
          <a:lstStyle>
            <a:lvl1pPr marL="285750" indent="-285750">
              <a:lnSpc>
                <a:spcPct val="100000"/>
              </a:lnSpc>
              <a:buFont typeface="System Font Regular"/>
              <a:buChar char="&gt;"/>
              <a:defRPr b="0"/>
            </a:lvl1pPr>
          </a:lstStyle>
          <a:p>
            <a:pPr marL="285750" marR="0" lvl="0" indent="-285750" algn="l" defTabSz="914400" rtl="0" eaLnBrk="1" fontAlgn="auto" latinLnBrk="0" hangingPunct="1">
              <a:lnSpc>
                <a:spcPct val="90000"/>
              </a:lnSpc>
              <a:spcBef>
                <a:spcPts val="500"/>
              </a:spcBef>
              <a:spcAft>
                <a:spcPts val="0"/>
              </a:spcAft>
              <a:buClrTx/>
              <a:buSzTx/>
              <a:tabLst/>
              <a:defRPr/>
            </a:pPr>
            <a:r>
              <a:rPr lang="en-US" dirty="0"/>
              <a:t>Click to edit text</a:t>
            </a:r>
            <a:br>
              <a:rPr lang="en-US" dirty="0"/>
            </a:br>
            <a:r>
              <a:rPr lang="en-US" dirty="0"/>
              <a:t>XX:XX–XX:XX a.m./</a:t>
            </a:r>
            <a:r>
              <a:rPr lang="en-US" dirty="0" err="1"/>
              <a:t>p.m</a:t>
            </a:r>
            <a:br>
              <a:rPr lang="en-US" dirty="0"/>
            </a:br>
            <a:r>
              <a:rPr lang="en-US" dirty="0"/>
              <a:t>Presenter Name / Description</a:t>
            </a:r>
            <a:br>
              <a:rPr lang="en-US" dirty="0"/>
            </a:br>
            <a:br>
              <a:rPr lang="en-US" dirty="0"/>
            </a:br>
            <a:r>
              <a:rPr lang="en-US" dirty="0"/>
              <a:t>Click to edit text</a:t>
            </a:r>
            <a:br>
              <a:rPr lang="en-US" dirty="0"/>
            </a:br>
            <a:r>
              <a:rPr lang="en-US" dirty="0"/>
              <a:t>XX:XX–XX:XX a.m./</a:t>
            </a:r>
            <a:r>
              <a:rPr lang="en-US" dirty="0" err="1"/>
              <a:t>p.m</a:t>
            </a:r>
            <a:br>
              <a:rPr lang="en-US" dirty="0"/>
            </a:br>
            <a:r>
              <a:rPr lang="en-US" dirty="0"/>
              <a:t>Presenter Name / Description</a:t>
            </a:r>
            <a:br>
              <a:rPr lang="en-US" dirty="0"/>
            </a:br>
            <a:br>
              <a:rPr lang="en-US" dirty="0"/>
            </a:br>
            <a:r>
              <a:rPr lang="en-US" dirty="0"/>
              <a:t>Click to edit text</a:t>
            </a:r>
            <a:br>
              <a:rPr lang="en-US" dirty="0"/>
            </a:br>
            <a:r>
              <a:rPr lang="en-US" dirty="0"/>
              <a:t>XX:XX–XX:XX a.m./</a:t>
            </a:r>
            <a:r>
              <a:rPr lang="en-US" dirty="0" err="1"/>
              <a:t>p.m</a:t>
            </a:r>
            <a:br>
              <a:rPr lang="en-US" dirty="0"/>
            </a:br>
            <a:r>
              <a:rPr lang="en-US" dirty="0"/>
              <a:t>Presenter Name / Description</a:t>
            </a:r>
            <a:br>
              <a:rPr lang="en-US" dirty="0"/>
            </a:br>
            <a:br>
              <a:rPr lang="en-US" dirty="0"/>
            </a:br>
            <a:r>
              <a:rPr lang="en-US" dirty="0"/>
              <a:t>Click to edit text</a:t>
            </a:r>
            <a:br>
              <a:rPr lang="en-US" dirty="0"/>
            </a:br>
            <a:r>
              <a:rPr lang="en-US" dirty="0"/>
              <a:t>XX:XX–XX:XX a.m./</a:t>
            </a:r>
            <a:r>
              <a:rPr lang="en-US" dirty="0" err="1"/>
              <a:t>p.m</a:t>
            </a:r>
            <a:br>
              <a:rPr lang="en-US" dirty="0"/>
            </a:br>
            <a:r>
              <a:rPr lang="en-US" dirty="0"/>
              <a:t>Presenter Name / Description</a:t>
            </a:r>
          </a:p>
        </p:txBody>
      </p:sp>
    </p:spTree>
    <p:extLst>
      <p:ext uri="{BB962C8B-B14F-4D97-AF65-F5344CB8AC3E}">
        <p14:creationId xmlns:p14="http://schemas.microsoft.com/office/powerpoint/2010/main" val="24035843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A57D4E9-6C1E-4F17-19DF-8A7E0412540C}"/>
              </a:ext>
            </a:extLst>
          </p:cNvPr>
          <p:cNvSpPr>
            <a:spLocks noGrp="1"/>
          </p:cNvSpPr>
          <p:nvPr>
            <p:ph type="ctrTitle" hasCustomPrompt="1"/>
          </p:nvPr>
        </p:nvSpPr>
        <p:spPr>
          <a:xfrm>
            <a:off x="1524000" y="1122363"/>
            <a:ext cx="9144000" cy="2387600"/>
          </a:xfrm>
        </p:spPr>
        <p:txBody>
          <a:bodyPr anchor="ctr">
            <a:normAutofit/>
          </a:bodyPr>
          <a:lstStyle>
            <a:lvl1pPr algn="ctr">
              <a:defRPr sz="2800">
                <a:solidFill>
                  <a:schemeClr val="accent1"/>
                </a:solidFill>
              </a:defRPr>
            </a:lvl1pPr>
          </a:lstStyle>
          <a:p>
            <a:r>
              <a:rPr lang="en-US" dirty="0"/>
              <a:t>Click to edit title</a:t>
            </a:r>
          </a:p>
        </p:txBody>
      </p:sp>
      <p:sp>
        <p:nvSpPr>
          <p:cNvPr id="6" name="Rectangle 5">
            <a:extLst>
              <a:ext uri="{FF2B5EF4-FFF2-40B4-BE49-F238E27FC236}">
                <a16:creationId xmlns:a16="http://schemas.microsoft.com/office/drawing/2014/main" id="{AAFAD068-A457-A426-007A-217BAC0AD2DA}"/>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CCF3050-8377-8F4F-F404-B61C56290C0F}"/>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5" name="Footer Placeholder 4">
            <a:extLst>
              <a:ext uri="{FF2B5EF4-FFF2-40B4-BE49-F238E27FC236}">
                <a16:creationId xmlns:a16="http://schemas.microsoft.com/office/drawing/2014/main" id="{334F70C6-2F2B-5EEF-10D7-69971FA27E77}"/>
              </a:ext>
            </a:extLst>
          </p:cNvPr>
          <p:cNvSpPr>
            <a:spLocks noGrp="1"/>
          </p:cNvSpPr>
          <p:nvPr>
            <p:ph type="ftr" sz="quarter" idx="11"/>
          </p:nvPr>
        </p:nvSpPr>
        <p:spPr/>
        <p:txBody>
          <a:bodyPr/>
          <a:lstStyle>
            <a:lvl1pPr>
              <a:defRPr>
                <a:solidFill>
                  <a:schemeClr val="bg2"/>
                </a:solidFill>
              </a:defRPr>
            </a:lvl1pPr>
          </a:lstStyle>
          <a:p>
            <a:r>
              <a:rPr lang="en-US"/>
              <a:t>Vantive Confidential – Internal Use Only</a:t>
            </a:r>
            <a:endParaRPr lang="en-US" dirty="0"/>
          </a:p>
        </p:txBody>
      </p:sp>
      <p:sp>
        <p:nvSpPr>
          <p:cNvPr id="13" name="Slide Number Placeholder 12">
            <a:extLst>
              <a:ext uri="{FF2B5EF4-FFF2-40B4-BE49-F238E27FC236}">
                <a16:creationId xmlns:a16="http://schemas.microsoft.com/office/drawing/2014/main" id="{6F902F23-F028-0ED4-CF84-0C2902052278}"/>
              </a:ext>
            </a:extLst>
          </p:cNvPr>
          <p:cNvSpPr>
            <a:spLocks noGrp="1"/>
          </p:cNvSpPr>
          <p:nvPr>
            <p:ph type="sldNum" sz="quarter" idx="12"/>
          </p:nvPr>
        </p:nvSpPr>
        <p:spPr/>
        <p:txBody>
          <a:bodyPr/>
          <a:lstStyle/>
          <a:p>
            <a:fld id="{4413DBDE-1217-486F-B764-076DBBFEB98C}" type="slidenum">
              <a:rPr lang="en-GB" smtClean="0"/>
              <a:pPr/>
              <a:t>‹Nº›</a:t>
            </a:fld>
            <a:endParaRPr lang="en-GB" dirty="0"/>
          </a:p>
        </p:txBody>
      </p:sp>
      <p:sp>
        <p:nvSpPr>
          <p:cNvPr id="15" name="Text Placeholder 14">
            <a:extLst>
              <a:ext uri="{FF2B5EF4-FFF2-40B4-BE49-F238E27FC236}">
                <a16:creationId xmlns:a16="http://schemas.microsoft.com/office/drawing/2014/main" id="{C435438B-AED1-192C-9ED1-CB5E777588A3}"/>
              </a:ext>
            </a:extLst>
          </p:cNvPr>
          <p:cNvSpPr>
            <a:spLocks noGrp="1"/>
          </p:cNvSpPr>
          <p:nvPr>
            <p:ph type="body" sz="quarter" idx="13" hasCustomPrompt="1"/>
          </p:nvPr>
        </p:nvSpPr>
        <p:spPr>
          <a:xfrm>
            <a:off x="1524000" y="3602039"/>
            <a:ext cx="9144000" cy="1655762"/>
          </a:xfrm>
        </p:spPr>
        <p:txBody>
          <a:bodyPr/>
          <a:lstStyle>
            <a:lvl1pPr marL="0" indent="0" algn="ctr">
              <a:buNone/>
              <a:defRPr b="1"/>
            </a:lvl1pPr>
            <a:lvl2pPr marL="0" indent="0" algn="ctr">
              <a:buNone/>
              <a:defRPr/>
            </a:lvl2pPr>
            <a:lvl3pPr marL="0" indent="0" algn="ctr">
              <a:buNone/>
              <a:defRPr/>
            </a:lvl3pPr>
            <a:lvl4pPr marL="0" indent="0" algn="ctr">
              <a:buNone/>
              <a:defRPr/>
            </a:lvl4pPr>
            <a:lvl5pPr marL="0" indent="0" algn="ctr">
              <a:buNone/>
              <a:defRPr/>
            </a:lvl5pPr>
            <a:lvl6pPr marL="0" indent="0" algn="ctr">
              <a:buNone/>
              <a:defRPr/>
            </a:lvl6pPr>
            <a:lvl7pPr marL="0" indent="0" algn="ctr">
              <a:buNone/>
              <a:defRPr/>
            </a:lvl7pPr>
            <a:lvl8pPr marL="0" indent="0" algn="ctr">
              <a:buNone/>
              <a:defRPr/>
            </a:lvl8pPr>
            <a:lvl9pPr marL="0" indent="0" algn="ctr">
              <a:buNone/>
              <a:defRPr/>
            </a:lvl9pPr>
          </a:lstStyle>
          <a:p>
            <a:pPr lvl="0"/>
            <a:r>
              <a:rPr lang="en-US" dirty="0"/>
              <a:t>Click to edit subtitle</a:t>
            </a:r>
          </a:p>
        </p:txBody>
      </p:sp>
    </p:spTree>
    <p:extLst>
      <p:ext uri="{BB962C8B-B14F-4D97-AF65-F5344CB8AC3E}">
        <p14:creationId xmlns:p14="http://schemas.microsoft.com/office/powerpoint/2010/main" val="728677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B63FBB3E-AB5F-B850-3BD9-FC491F5DF156}"/>
              </a:ext>
            </a:extLst>
          </p:cNvPr>
          <p:cNvSpPr/>
          <p:nvPr userDrawn="1"/>
        </p:nvSpPr>
        <p:spPr>
          <a:xfrm>
            <a:off x="1" y="499213"/>
            <a:ext cx="8338317" cy="5859284"/>
          </a:xfrm>
          <a:custGeom>
            <a:avLst/>
            <a:gdLst>
              <a:gd name="connsiteX0" fmla="*/ 0 w 8338317"/>
              <a:gd name="connsiteY0" fmla="*/ 0 h 5859284"/>
              <a:gd name="connsiteX1" fmla="*/ 4629154 w 8338317"/>
              <a:gd name="connsiteY1" fmla="*/ 0 h 5859284"/>
              <a:gd name="connsiteX2" fmla="*/ 4778531 w 8338317"/>
              <a:gd name="connsiteY2" fmla="*/ 82493 h 5859284"/>
              <a:gd name="connsiteX3" fmla="*/ 8325699 w 8338317"/>
              <a:gd name="connsiteY3" fmla="*/ 5776791 h 5859284"/>
              <a:gd name="connsiteX4" fmla="*/ 8280237 w 8338317"/>
              <a:gd name="connsiteY4" fmla="*/ 5859284 h 5859284"/>
              <a:gd name="connsiteX5" fmla="*/ 0 w 8338317"/>
              <a:gd name="connsiteY5" fmla="*/ 5859284 h 585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8317" h="5859284">
                <a:moveTo>
                  <a:pt x="0" y="0"/>
                </a:moveTo>
                <a:lnTo>
                  <a:pt x="4629154" y="0"/>
                </a:lnTo>
                <a:cubicBezTo>
                  <a:pt x="4683275" y="0"/>
                  <a:pt x="4749304" y="36906"/>
                  <a:pt x="4778531" y="82493"/>
                </a:cubicBezTo>
                <a:lnTo>
                  <a:pt x="8325699" y="5776791"/>
                </a:lnTo>
                <a:cubicBezTo>
                  <a:pt x="8353842" y="5822378"/>
                  <a:pt x="8333276" y="5859284"/>
                  <a:pt x="8280237" y="5859284"/>
                </a:cubicBezTo>
                <a:lnTo>
                  <a:pt x="0" y="585928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2" name="bg object 27">
            <a:extLst>
              <a:ext uri="{FF2B5EF4-FFF2-40B4-BE49-F238E27FC236}">
                <a16:creationId xmlns:a16="http://schemas.microsoft.com/office/drawing/2014/main" id="{33A64FD4-A550-5F90-1712-0B8B005DCFEC}"/>
              </a:ext>
            </a:extLst>
          </p:cNvPr>
          <p:cNvSpPr/>
          <p:nvPr userDrawn="1"/>
        </p:nvSpPr>
        <p:spPr>
          <a:xfrm>
            <a:off x="0" y="5257705"/>
            <a:ext cx="687629" cy="1099853"/>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47" name="Picture 46">
            <a:extLst>
              <a:ext uri="{FF2B5EF4-FFF2-40B4-BE49-F238E27FC236}">
                <a16:creationId xmlns:a16="http://schemas.microsoft.com/office/drawing/2014/main" id="{C7C8114A-26D4-4026-C555-9374B37FF598}"/>
              </a:ext>
            </a:extLst>
          </p:cNvPr>
          <p:cNvPicPr>
            <a:picLocks noChangeAspect="1"/>
          </p:cNvPicPr>
          <p:nvPr userDrawn="1"/>
        </p:nvPicPr>
        <p:blipFill rotWithShape="1">
          <a:blip r:embed="rId2" cstate="hqprint">
            <a:alphaModFix amt="5000"/>
            <a:extLst>
              <a:ext uri="{28A0092B-C50C-407E-A947-70E740481C1C}">
                <a14:useLocalDpi xmlns:a14="http://schemas.microsoft.com/office/drawing/2010/main" val="0"/>
              </a:ext>
            </a:extLst>
          </a:blip>
          <a:srcRect/>
          <a:stretch/>
        </p:blipFill>
        <p:spPr>
          <a:xfrm flipH="1">
            <a:off x="3764246" y="2580894"/>
            <a:ext cx="4617214" cy="3777604"/>
          </a:xfrm>
          <a:prstGeom prst="triangle">
            <a:avLst/>
          </a:prstGeom>
        </p:spPr>
      </p:pic>
      <p:sp>
        <p:nvSpPr>
          <p:cNvPr id="22" name="Picture Placeholder 21">
            <a:extLst>
              <a:ext uri="{FF2B5EF4-FFF2-40B4-BE49-F238E27FC236}">
                <a16:creationId xmlns:a16="http://schemas.microsoft.com/office/drawing/2014/main" id="{230B19D5-3563-64C4-132E-64B88AFB3C3C}"/>
              </a:ext>
            </a:extLst>
          </p:cNvPr>
          <p:cNvSpPr>
            <a:spLocks noGrp="1"/>
          </p:cNvSpPr>
          <p:nvPr>
            <p:ph type="pic" sz="quarter" idx="28"/>
          </p:nvPr>
        </p:nvSpPr>
        <p:spPr>
          <a:xfrm>
            <a:off x="4902994" y="500443"/>
            <a:ext cx="7289006" cy="5857114"/>
          </a:xfrm>
          <a:custGeom>
            <a:avLst/>
            <a:gdLst>
              <a:gd name="connsiteX0" fmla="*/ 1167095 w 7289006"/>
              <a:gd name="connsiteY0" fmla="*/ 879218 h 5857114"/>
              <a:gd name="connsiteX1" fmla="*/ 1492910 w 7289006"/>
              <a:gd name="connsiteY1" fmla="*/ 1405663 h 5857114"/>
              <a:gd name="connsiteX2" fmla="*/ 1261268 w 7289006"/>
              <a:gd name="connsiteY2" fmla="*/ 1776889 h 5857114"/>
              <a:gd name="connsiteX3" fmla="*/ 1166013 w 7289006"/>
              <a:gd name="connsiteY3" fmla="*/ 1833335 h 5857114"/>
              <a:gd name="connsiteX4" fmla="*/ 1070757 w 7289006"/>
              <a:gd name="connsiteY4" fmla="*/ 1776889 h 5857114"/>
              <a:gd name="connsiteX5" fmla="*/ 839116 w 7289006"/>
              <a:gd name="connsiteY5" fmla="*/ 1405663 h 5857114"/>
              <a:gd name="connsiteX6" fmla="*/ 841280 w 7289006"/>
              <a:gd name="connsiteY6" fmla="*/ 1405663 h 5857114"/>
              <a:gd name="connsiteX7" fmla="*/ 2601335 w 7289006"/>
              <a:gd name="connsiteY7" fmla="*/ 0 h 5857114"/>
              <a:gd name="connsiteX8" fmla="*/ 7289006 w 7289006"/>
              <a:gd name="connsiteY8" fmla="*/ 0 h 5857114"/>
              <a:gd name="connsiteX9" fmla="*/ 7289006 w 7289006"/>
              <a:gd name="connsiteY9" fmla="*/ 5857114 h 5857114"/>
              <a:gd name="connsiteX10" fmla="*/ 3710838 w 7289006"/>
              <a:gd name="connsiteY10" fmla="*/ 5857114 h 5857114"/>
              <a:gd name="connsiteX11" fmla="*/ 3561462 w 7289006"/>
              <a:gd name="connsiteY11" fmla="*/ 5774621 h 5857114"/>
              <a:gd name="connsiteX12" fmla="*/ 1285082 w 7289006"/>
              <a:gd name="connsiteY12" fmla="*/ 2120979 h 5857114"/>
              <a:gd name="connsiteX13" fmla="*/ 1285082 w 7289006"/>
              <a:gd name="connsiteY13" fmla="*/ 1954905 h 5857114"/>
              <a:gd name="connsiteX14" fmla="*/ 2451956 w 7289006"/>
              <a:gd name="connsiteY14" fmla="*/ 82493 h 5857114"/>
              <a:gd name="connsiteX15" fmla="*/ 2601335 w 7289006"/>
              <a:gd name="connsiteY15" fmla="*/ 0 h 5857114"/>
              <a:gd name="connsiteX16" fmla="*/ 1745119 w 7289006"/>
              <a:gd name="connsiteY16" fmla="*/ 0 h 5857114"/>
              <a:gd name="connsiteX17" fmla="*/ 2287425 w 7289006"/>
              <a:gd name="connsiteY17" fmla="*/ 0 h 5857114"/>
              <a:gd name="connsiteX18" fmla="*/ 2325311 w 7289006"/>
              <a:gd name="connsiteY18" fmla="*/ 68384 h 5857114"/>
              <a:gd name="connsiteX19" fmla="*/ 1560022 w 7289006"/>
              <a:gd name="connsiteY19" fmla="*/ 1298204 h 5857114"/>
              <a:gd name="connsiteX20" fmla="*/ 1233125 w 7289006"/>
              <a:gd name="connsiteY20" fmla="*/ 771758 h 5857114"/>
              <a:gd name="connsiteX21" fmla="*/ 1693164 w 7289006"/>
              <a:gd name="connsiteY21" fmla="*/ 29309 h 5857114"/>
              <a:gd name="connsiteX22" fmla="*/ 1745119 w 7289006"/>
              <a:gd name="connsiteY22" fmla="*/ 0 h 5857114"/>
              <a:gd name="connsiteX23" fmla="*/ 44600 w 7289006"/>
              <a:gd name="connsiteY23" fmla="*/ 0 h 5857114"/>
              <a:gd name="connsiteX24" fmla="*/ 586906 w 7289006"/>
              <a:gd name="connsiteY24" fmla="*/ 0 h 5857114"/>
              <a:gd name="connsiteX25" fmla="*/ 638863 w 7289006"/>
              <a:gd name="connsiteY25" fmla="*/ 29309 h 5857114"/>
              <a:gd name="connsiteX26" fmla="*/ 1099984 w 7289006"/>
              <a:gd name="connsiteY26" fmla="*/ 771758 h 5857114"/>
              <a:gd name="connsiteX27" fmla="*/ 773086 w 7289006"/>
              <a:gd name="connsiteY27" fmla="*/ 1298204 h 5857114"/>
              <a:gd name="connsiteX28" fmla="*/ 6715 w 7289006"/>
              <a:gd name="connsiteY28" fmla="*/ 68384 h 5857114"/>
              <a:gd name="connsiteX29" fmla="*/ 44600 w 7289006"/>
              <a:gd name="connsiteY29" fmla="*/ 0 h 58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89006" h="5857114">
                <a:moveTo>
                  <a:pt x="1167095" y="879218"/>
                </a:moveTo>
                <a:lnTo>
                  <a:pt x="1492910" y="1405663"/>
                </a:lnTo>
                <a:lnTo>
                  <a:pt x="1261268" y="1776889"/>
                </a:lnTo>
                <a:cubicBezTo>
                  <a:pt x="1238537" y="1813795"/>
                  <a:pt x="1202817" y="1833335"/>
                  <a:pt x="1166013" y="1833335"/>
                </a:cubicBezTo>
                <a:cubicBezTo>
                  <a:pt x="1129210" y="1832248"/>
                  <a:pt x="1093490" y="1813795"/>
                  <a:pt x="1070757" y="1776889"/>
                </a:cubicBezTo>
                <a:lnTo>
                  <a:pt x="839116" y="1405663"/>
                </a:lnTo>
                <a:lnTo>
                  <a:pt x="841280" y="1405663"/>
                </a:lnTo>
                <a:close/>
                <a:moveTo>
                  <a:pt x="2601335" y="0"/>
                </a:moveTo>
                <a:lnTo>
                  <a:pt x="7289006" y="0"/>
                </a:lnTo>
                <a:lnTo>
                  <a:pt x="7289006" y="5857114"/>
                </a:lnTo>
                <a:lnTo>
                  <a:pt x="3710838" y="5857114"/>
                </a:lnTo>
                <a:cubicBezTo>
                  <a:pt x="3656714" y="5857114"/>
                  <a:pt x="3589605" y="5820209"/>
                  <a:pt x="3561462" y="5774621"/>
                </a:cubicBezTo>
                <a:lnTo>
                  <a:pt x="1285082" y="2120979"/>
                </a:lnTo>
                <a:cubicBezTo>
                  <a:pt x="1256938" y="2075392"/>
                  <a:pt x="1256938" y="2000493"/>
                  <a:pt x="1285082" y="1954905"/>
                </a:cubicBezTo>
                <a:lnTo>
                  <a:pt x="2451956" y="82493"/>
                </a:lnTo>
                <a:cubicBezTo>
                  <a:pt x="2481182" y="36906"/>
                  <a:pt x="2547211" y="0"/>
                  <a:pt x="2601335" y="0"/>
                </a:cubicBezTo>
                <a:close/>
                <a:moveTo>
                  <a:pt x="1745119" y="0"/>
                </a:moveTo>
                <a:lnTo>
                  <a:pt x="2287425" y="0"/>
                </a:lnTo>
                <a:cubicBezTo>
                  <a:pt x="2322064" y="0"/>
                  <a:pt x="2343711" y="39077"/>
                  <a:pt x="2325311" y="68384"/>
                </a:cubicBezTo>
                <a:lnTo>
                  <a:pt x="1560022" y="1298204"/>
                </a:lnTo>
                <a:lnTo>
                  <a:pt x="1233125" y="771758"/>
                </a:lnTo>
                <a:lnTo>
                  <a:pt x="1693164" y="29309"/>
                </a:lnTo>
                <a:cubicBezTo>
                  <a:pt x="1703988" y="10856"/>
                  <a:pt x="1723472" y="0"/>
                  <a:pt x="1745119" y="0"/>
                </a:cubicBezTo>
                <a:close/>
                <a:moveTo>
                  <a:pt x="44600" y="0"/>
                </a:moveTo>
                <a:lnTo>
                  <a:pt x="586906" y="0"/>
                </a:lnTo>
                <a:cubicBezTo>
                  <a:pt x="607472" y="0"/>
                  <a:pt x="628038" y="10856"/>
                  <a:pt x="638863" y="29309"/>
                </a:cubicBezTo>
                <a:lnTo>
                  <a:pt x="1099984" y="771758"/>
                </a:lnTo>
                <a:lnTo>
                  <a:pt x="773086" y="1298204"/>
                </a:lnTo>
                <a:lnTo>
                  <a:pt x="6715" y="68384"/>
                </a:lnTo>
                <a:cubicBezTo>
                  <a:pt x="-11686" y="39077"/>
                  <a:pt x="9962" y="0"/>
                  <a:pt x="44600" y="0"/>
                </a:cubicBezTo>
                <a:close/>
              </a:path>
            </a:pathLst>
          </a:custGeom>
          <a:solidFill>
            <a:schemeClr val="bg2"/>
          </a:solidFill>
        </p:spPr>
        <p:txBody>
          <a:bodyPr wrap="square">
            <a:noAutofit/>
          </a:bodyPr>
          <a:lstStyle/>
          <a:p>
            <a:endParaRPr lang="en-US"/>
          </a:p>
        </p:txBody>
      </p:sp>
      <p:sp>
        <p:nvSpPr>
          <p:cNvPr id="30" name="Title 3">
            <a:extLst>
              <a:ext uri="{FF2B5EF4-FFF2-40B4-BE49-F238E27FC236}">
                <a16:creationId xmlns:a16="http://schemas.microsoft.com/office/drawing/2014/main" id="{DD131145-F531-C645-E0B8-B074FBAA79E4}"/>
              </a:ext>
            </a:extLst>
          </p:cNvPr>
          <p:cNvSpPr>
            <a:spLocks noGrp="1"/>
          </p:cNvSpPr>
          <p:nvPr>
            <p:ph type="title" hasCustomPrompt="1"/>
          </p:nvPr>
        </p:nvSpPr>
        <p:spPr>
          <a:xfrm>
            <a:off x="543599" y="947909"/>
            <a:ext cx="5195463" cy="4961893"/>
          </a:xfrm>
        </p:spPr>
        <p:txBody>
          <a:bodyPr/>
          <a:lstStyle>
            <a:lvl1pPr>
              <a:defRPr>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2744805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 Patient">
    <p:bg>
      <p:bgPr>
        <a:solidFill>
          <a:schemeClr val="accent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B63FBB3E-AB5F-B850-3BD9-FC491F5DF156}"/>
              </a:ext>
            </a:extLst>
          </p:cNvPr>
          <p:cNvSpPr/>
          <p:nvPr userDrawn="1"/>
        </p:nvSpPr>
        <p:spPr>
          <a:xfrm>
            <a:off x="1" y="499213"/>
            <a:ext cx="8338317" cy="5859284"/>
          </a:xfrm>
          <a:custGeom>
            <a:avLst/>
            <a:gdLst>
              <a:gd name="connsiteX0" fmla="*/ 0 w 8338317"/>
              <a:gd name="connsiteY0" fmla="*/ 0 h 5859284"/>
              <a:gd name="connsiteX1" fmla="*/ 4629154 w 8338317"/>
              <a:gd name="connsiteY1" fmla="*/ 0 h 5859284"/>
              <a:gd name="connsiteX2" fmla="*/ 4778531 w 8338317"/>
              <a:gd name="connsiteY2" fmla="*/ 82493 h 5859284"/>
              <a:gd name="connsiteX3" fmla="*/ 8325699 w 8338317"/>
              <a:gd name="connsiteY3" fmla="*/ 5776791 h 5859284"/>
              <a:gd name="connsiteX4" fmla="*/ 8280237 w 8338317"/>
              <a:gd name="connsiteY4" fmla="*/ 5859284 h 5859284"/>
              <a:gd name="connsiteX5" fmla="*/ 0 w 8338317"/>
              <a:gd name="connsiteY5" fmla="*/ 5859284 h 585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8317" h="5859284">
                <a:moveTo>
                  <a:pt x="0" y="0"/>
                </a:moveTo>
                <a:lnTo>
                  <a:pt x="4629154" y="0"/>
                </a:lnTo>
                <a:cubicBezTo>
                  <a:pt x="4683275" y="0"/>
                  <a:pt x="4749304" y="36906"/>
                  <a:pt x="4778531" y="82493"/>
                </a:cubicBezTo>
                <a:lnTo>
                  <a:pt x="8325699" y="5776791"/>
                </a:lnTo>
                <a:cubicBezTo>
                  <a:pt x="8353842" y="5822378"/>
                  <a:pt x="8333276" y="5859284"/>
                  <a:pt x="8280237" y="5859284"/>
                </a:cubicBezTo>
                <a:lnTo>
                  <a:pt x="0" y="585928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2" name="bg object 27">
            <a:extLst>
              <a:ext uri="{FF2B5EF4-FFF2-40B4-BE49-F238E27FC236}">
                <a16:creationId xmlns:a16="http://schemas.microsoft.com/office/drawing/2014/main" id="{33A64FD4-A550-5F90-1712-0B8B005DCFEC}"/>
              </a:ext>
            </a:extLst>
          </p:cNvPr>
          <p:cNvSpPr/>
          <p:nvPr userDrawn="1"/>
        </p:nvSpPr>
        <p:spPr>
          <a:xfrm>
            <a:off x="0" y="5257705"/>
            <a:ext cx="687629" cy="1099853"/>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47" name="Picture 46">
            <a:extLst>
              <a:ext uri="{FF2B5EF4-FFF2-40B4-BE49-F238E27FC236}">
                <a16:creationId xmlns:a16="http://schemas.microsoft.com/office/drawing/2014/main" id="{C7C8114A-26D4-4026-C555-9374B37FF598}"/>
              </a:ext>
            </a:extLst>
          </p:cNvPr>
          <p:cNvPicPr>
            <a:picLocks noChangeAspect="1"/>
          </p:cNvPicPr>
          <p:nvPr userDrawn="1"/>
        </p:nvPicPr>
        <p:blipFill rotWithShape="1">
          <a:blip r:embed="rId2" cstate="hqprint">
            <a:alphaModFix amt="5000"/>
            <a:extLst>
              <a:ext uri="{28A0092B-C50C-407E-A947-70E740481C1C}">
                <a14:useLocalDpi xmlns:a14="http://schemas.microsoft.com/office/drawing/2010/main" val="0"/>
              </a:ext>
            </a:extLst>
          </a:blip>
          <a:srcRect/>
          <a:stretch/>
        </p:blipFill>
        <p:spPr>
          <a:xfrm flipH="1">
            <a:off x="3764246" y="2580894"/>
            <a:ext cx="4617214" cy="3777604"/>
          </a:xfrm>
          <a:prstGeom prst="triangle">
            <a:avLst/>
          </a:prstGeom>
        </p:spPr>
      </p:pic>
      <p:pic>
        <p:nvPicPr>
          <p:cNvPr id="4" name="Picture 3">
            <a:extLst>
              <a:ext uri="{FF2B5EF4-FFF2-40B4-BE49-F238E27FC236}">
                <a16:creationId xmlns:a16="http://schemas.microsoft.com/office/drawing/2014/main" id="{999A121A-7162-3355-052E-16ACF5D8CF0B}"/>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a:fillRect/>
          </a:stretch>
        </p:blipFill>
        <p:spPr>
          <a:xfrm>
            <a:off x="4902994" y="500443"/>
            <a:ext cx="7289006" cy="5857114"/>
          </a:xfrm>
          <a:custGeom>
            <a:avLst/>
            <a:gdLst>
              <a:gd name="connsiteX0" fmla="*/ 1167095 w 7289006"/>
              <a:gd name="connsiteY0" fmla="*/ 879218 h 5857114"/>
              <a:gd name="connsiteX1" fmla="*/ 1492910 w 7289006"/>
              <a:gd name="connsiteY1" fmla="*/ 1405663 h 5857114"/>
              <a:gd name="connsiteX2" fmla="*/ 1261268 w 7289006"/>
              <a:gd name="connsiteY2" fmla="*/ 1776889 h 5857114"/>
              <a:gd name="connsiteX3" fmla="*/ 1166013 w 7289006"/>
              <a:gd name="connsiteY3" fmla="*/ 1833335 h 5857114"/>
              <a:gd name="connsiteX4" fmla="*/ 1070757 w 7289006"/>
              <a:gd name="connsiteY4" fmla="*/ 1776889 h 5857114"/>
              <a:gd name="connsiteX5" fmla="*/ 839116 w 7289006"/>
              <a:gd name="connsiteY5" fmla="*/ 1405663 h 5857114"/>
              <a:gd name="connsiteX6" fmla="*/ 841280 w 7289006"/>
              <a:gd name="connsiteY6" fmla="*/ 1405663 h 5857114"/>
              <a:gd name="connsiteX7" fmla="*/ 2601335 w 7289006"/>
              <a:gd name="connsiteY7" fmla="*/ 0 h 5857114"/>
              <a:gd name="connsiteX8" fmla="*/ 7289006 w 7289006"/>
              <a:gd name="connsiteY8" fmla="*/ 0 h 5857114"/>
              <a:gd name="connsiteX9" fmla="*/ 7289006 w 7289006"/>
              <a:gd name="connsiteY9" fmla="*/ 5857114 h 5857114"/>
              <a:gd name="connsiteX10" fmla="*/ 3710838 w 7289006"/>
              <a:gd name="connsiteY10" fmla="*/ 5857114 h 5857114"/>
              <a:gd name="connsiteX11" fmla="*/ 3561462 w 7289006"/>
              <a:gd name="connsiteY11" fmla="*/ 5774621 h 5857114"/>
              <a:gd name="connsiteX12" fmla="*/ 1285082 w 7289006"/>
              <a:gd name="connsiteY12" fmla="*/ 2120979 h 5857114"/>
              <a:gd name="connsiteX13" fmla="*/ 1285082 w 7289006"/>
              <a:gd name="connsiteY13" fmla="*/ 1954905 h 5857114"/>
              <a:gd name="connsiteX14" fmla="*/ 2451956 w 7289006"/>
              <a:gd name="connsiteY14" fmla="*/ 82493 h 5857114"/>
              <a:gd name="connsiteX15" fmla="*/ 2601335 w 7289006"/>
              <a:gd name="connsiteY15" fmla="*/ 0 h 5857114"/>
              <a:gd name="connsiteX16" fmla="*/ 1745119 w 7289006"/>
              <a:gd name="connsiteY16" fmla="*/ 0 h 5857114"/>
              <a:gd name="connsiteX17" fmla="*/ 2287425 w 7289006"/>
              <a:gd name="connsiteY17" fmla="*/ 0 h 5857114"/>
              <a:gd name="connsiteX18" fmla="*/ 2325311 w 7289006"/>
              <a:gd name="connsiteY18" fmla="*/ 68384 h 5857114"/>
              <a:gd name="connsiteX19" fmla="*/ 1560022 w 7289006"/>
              <a:gd name="connsiteY19" fmla="*/ 1298204 h 5857114"/>
              <a:gd name="connsiteX20" fmla="*/ 1233125 w 7289006"/>
              <a:gd name="connsiteY20" fmla="*/ 771758 h 5857114"/>
              <a:gd name="connsiteX21" fmla="*/ 1693164 w 7289006"/>
              <a:gd name="connsiteY21" fmla="*/ 29309 h 5857114"/>
              <a:gd name="connsiteX22" fmla="*/ 1745119 w 7289006"/>
              <a:gd name="connsiteY22" fmla="*/ 0 h 5857114"/>
              <a:gd name="connsiteX23" fmla="*/ 44600 w 7289006"/>
              <a:gd name="connsiteY23" fmla="*/ 0 h 5857114"/>
              <a:gd name="connsiteX24" fmla="*/ 586906 w 7289006"/>
              <a:gd name="connsiteY24" fmla="*/ 0 h 5857114"/>
              <a:gd name="connsiteX25" fmla="*/ 638863 w 7289006"/>
              <a:gd name="connsiteY25" fmla="*/ 29309 h 5857114"/>
              <a:gd name="connsiteX26" fmla="*/ 1099984 w 7289006"/>
              <a:gd name="connsiteY26" fmla="*/ 771758 h 5857114"/>
              <a:gd name="connsiteX27" fmla="*/ 773086 w 7289006"/>
              <a:gd name="connsiteY27" fmla="*/ 1298204 h 5857114"/>
              <a:gd name="connsiteX28" fmla="*/ 6715 w 7289006"/>
              <a:gd name="connsiteY28" fmla="*/ 68384 h 5857114"/>
              <a:gd name="connsiteX29" fmla="*/ 44600 w 7289006"/>
              <a:gd name="connsiteY29" fmla="*/ 0 h 58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89006" h="5857114">
                <a:moveTo>
                  <a:pt x="1167095" y="879218"/>
                </a:moveTo>
                <a:lnTo>
                  <a:pt x="1492910" y="1405663"/>
                </a:lnTo>
                <a:lnTo>
                  <a:pt x="1261268" y="1776889"/>
                </a:lnTo>
                <a:cubicBezTo>
                  <a:pt x="1238537" y="1813795"/>
                  <a:pt x="1202817" y="1833335"/>
                  <a:pt x="1166013" y="1833335"/>
                </a:cubicBezTo>
                <a:cubicBezTo>
                  <a:pt x="1129210" y="1832248"/>
                  <a:pt x="1093490" y="1813795"/>
                  <a:pt x="1070757" y="1776889"/>
                </a:cubicBezTo>
                <a:lnTo>
                  <a:pt x="839116" y="1405663"/>
                </a:lnTo>
                <a:lnTo>
                  <a:pt x="841280" y="1405663"/>
                </a:lnTo>
                <a:close/>
                <a:moveTo>
                  <a:pt x="2601335" y="0"/>
                </a:moveTo>
                <a:lnTo>
                  <a:pt x="7289006" y="0"/>
                </a:lnTo>
                <a:lnTo>
                  <a:pt x="7289006" y="5857114"/>
                </a:lnTo>
                <a:lnTo>
                  <a:pt x="3710838" y="5857114"/>
                </a:lnTo>
                <a:cubicBezTo>
                  <a:pt x="3656714" y="5857114"/>
                  <a:pt x="3589605" y="5820209"/>
                  <a:pt x="3561462" y="5774621"/>
                </a:cubicBezTo>
                <a:lnTo>
                  <a:pt x="1285082" y="2120979"/>
                </a:lnTo>
                <a:cubicBezTo>
                  <a:pt x="1256938" y="2075392"/>
                  <a:pt x="1256938" y="2000493"/>
                  <a:pt x="1285082" y="1954905"/>
                </a:cubicBezTo>
                <a:lnTo>
                  <a:pt x="2451956" y="82493"/>
                </a:lnTo>
                <a:cubicBezTo>
                  <a:pt x="2481182" y="36906"/>
                  <a:pt x="2547211" y="0"/>
                  <a:pt x="2601335" y="0"/>
                </a:cubicBezTo>
                <a:close/>
                <a:moveTo>
                  <a:pt x="1745119" y="0"/>
                </a:moveTo>
                <a:lnTo>
                  <a:pt x="2287425" y="0"/>
                </a:lnTo>
                <a:cubicBezTo>
                  <a:pt x="2322064" y="0"/>
                  <a:pt x="2343711" y="39077"/>
                  <a:pt x="2325311" y="68384"/>
                </a:cubicBezTo>
                <a:lnTo>
                  <a:pt x="1560022" y="1298204"/>
                </a:lnTo>
                <a:lnTo>
                  <a:pt x="1233125" y="771758"/>
                </a:lnTo>
                <a:lnTo>
                  <a:pt x="1693164" y="29309"/>
                </a:lnTo>
                <a:cubicBezTo>
                  <a:pt x="1703988" y="10856"/>
                  <a:pt x="1723472" y="0"/>
                  <a:pt x="1745119" y="0"/>
                </a:cubicBezTo>
                <a:close/>
                <a:moveTo>
                  <a:pt x="44600" y="0"/>
                </a:moveTo>
                <a:lnTo>
                  <a:pt x="586906" y="0"/>
                </a:lnTo>
                <a:cubicBezTo>
                  <a:pt x="607472" y="0"/>
                  <a:pt x="628038" y="10856"/>
                  <a:pt x="638863" y="29309"/>
                </a:cubicBezTo>
                <a:lnTo>
                  <a:pt x="1099984" y="771758"/>
                </a:lnTo>
                <a:lnTo>
                  <a:pt x="773086" y="1298204"/>
                </a:lnTo>
                <a:lnTo>
                  <a:pt x="6715" y="68384"/>
                </a:lnTo>
                <a:cubicBezTo>
                  <a:pt x="-11686" y="39077"/>
                  <a:pt x="9962" y="0"/>
                  <a:pt x="44600" y="0"/>
                </a:cubicBezTo>
                <a:close/>
              </a:path>
            </a:pathLst>
          </a:custGeom>
        </p:spPr>
      </p:pic>
      <p:sp>
        <p:nvSpPr>
          <p:cNvPr id="5" name="Title 3">
            <a:extLst>
              <a:ext uri="{FF2B5EF4-FFF2-40B4-BE49-F238E27FC236}">
                <a16:creationId xmlns:a16="http://schemas.microsoft.com/office/drawing/2014/main" id="{C6B77A8F-CA2D-C13E-8010-F2373903E45B}"/>
              </a:ext>
            </a:extLst>
          </p:cNvPr>
          <p:cNvSpPr>
            <a:spLocks noGrp="1"/>
          </p:cNvSpPr>
          <p:nvPr>
            <p:ph type="title" hasCustomPrompt="1"/>
          </p:nvPr>
        </p:nvSpPr>
        <p:spPr>
          <a:xfrm>
            <a:off x="543599" y="947909"/>
            <a:ext cx="5195463" cy="4961893"/>
          </a:xfrm>
        </p:spPr>
        <p:txBody>
          <a:bodyPr/>
          <a:lstStyle>
            <a:lvl1pPr>
              <a:defRPr>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204452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Clinician">
    <p:bg>
      <p:bgPr>
        <a:solidFill>
          <a:schemeClr val="accent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B63FBB3E-AB5F-B850-3BD9-FC491F5DF156}"/>
              </a:ext>
            </a:extLst>
          </p:cNvPr>
          <p:cNvSpPr/>
          <p:nvPr userDrawn="1"/>
        </p:nvSpPr>
        <p:spPr>
          <a:xfrm>
            <a:off x="1" y="499213"/>
            <a:ext cx="8338317" cy="5859284"/>
          </a:xfrm>
          <a:custGeom>
            <a:avLst/>
            <a:gdLst>
              <a:gd name="connsiteX0" fmla="*/ 0 w 8338317"/>
              <a:gd name="connsiteY0" fmla="*/ 0 h 5859284"/>
              <a:gd name="connsiteX1" fmla="*/ 4629154 w 8338317"/>
              <a:gd name="connsiteY1" fmla="*/ 0 h 5859284"/>
              <a:gd name="connsiteX2" fmla="*/ 4778531 w 8338317"/>
              <a:gd name="connsiteY2" fmla="*/ 82493 h 5859284"/>
              <a:gd name="connsiteX3" fmla="*/ 8325699 w 8338317"/>
              <a:gd name="connsiteY3" fmla="*/ 5776791 h 5859284"/>
              <a:gd name="connsiteX4" fmla="*/ 8280237 w 8338317"/>
              <a:gd name="connsiteY4" fmla="*/ 5859284 h 5859284"/>
              <a:gd name="connsiteX5" fmla="*/ 0 w 8338317"/>
              <a:gd name="connsiteY5" fmla="*/ 5859284 h 585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8317" h="5859284">
                <a:moveTo>
                  <a:pt x="0" y="0"/>
                </a:moveTo>
                <a:lnTo>
                  <a:pt x="4629154" y="0"/>
                </a:lnTo>
                <a:cubicBezTo>
                  <a:pt x="4683275" y="0"/>
                  <a:pt x="4749304" y="36906"/>
                  <a:pt x="4778531" y="82493"/>
                </a:cubicBezTo>
                <a:lnTo>
                  <a:pt x="8325699" y="5776791"/>
                </a:lnTo>
                <a:cubicBezTo>
                  <a:pt x="8353842" y="5822378"/>
                  <a:pt x="8333276" y="5859284"/>
                  <a:pt x="8280237" y="5859284"/>
                </a:cubicBezTo>
                <a:lnTo>
                  <a:pt x="0" y="585928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2" name="bg object 27">
            <a:extLst>
              <a:ext uri="{FF2B5EF4-FFF2-40B4-BE49-F238E27FC236}">
                <a16:creationId xmlns:a16="http://schemas.microsoft.com/office/drawing/2014/main" id="{33A64FD4-A550-5F90-1712-0B8B005DCFEC}"/>
              </a:ext>
            </a:extLst>
          </p:cNvPr>
          <p:cNvSpPr/>
          <p:nvPr userDrawn="1"/>
        </p:nvSpPr>
        <p:spPr>
          <a:xfrm>
            <a:off x="0" y="5257705"/>
            <a:ext cx="687629" cy="1099853"/>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47" name="Picture 46">
            <a:extLst>
              <a:ext uri="{FF2B5EF4-FFF2-40B4-BE49-F238E27FC236}">
                <a16:creationId xmlns:a16="http://schemas.microsoft.com/office/drawing/2014/main" id="{C7C8114A-26D4-4026-C555-9374B37FF598}"/>
              </a:ext>
            </a:extLst>
          </p:cNvPr>
          <p:cNvPicPr>
            <a:picLocks noChangeAspect="1"/>
          </p:cNvPicPr>
          <p:nvPr userDrawn="1"/>
        </p:nvPicPr>
        <p:blipFill rotWithShape="1">
          <a:blip r:embed="rId2" cstate="hqprint">
            <a:alphaModFix amt="5000"/>
            <a:extLst>
              <a:ext uri="{28A0092B-C50C-407E-A947-70E740481C1C}">
                <a14:useLocalDpi xmlns:a14="http://schemas.microsoft.com/office/drawing/2010/main" val="0"/>
              </a:ext>
            </a:extLst>
          </a:blip>
          <a:srcRect/>
          <a:stretch/>
        </p:blipFill>
        <p:spPr>
          <a:xfrm flipH="1">
            <a:off x="3764246" y="2580894"/>
            <a:ext cx="4617214" cy="3777604"/>
          </a:xfrm>
          <a:prstGeom prst="triangle">
            <a:avLst/>
          </a:prstGeom>
        </p:spPr>
      </p:pic>
      <p:pic>
        <p:nvPicPr>
          <p:cNvPr id="3" name="Picture 2">
            <a:extLst>
              <a:ext uri="{FF2B5EF4-FFF2-40B4-BE49-F238E27FC236}">
                <a16:creationId xmlns:a16="http://schemas.microsoft.com/office/drawing/2014/main" id="{2FA01A57-61CA-9ED3-33A0-2441130FF6A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902994" y="500443"/>
            <a:ext cx="7289006" cy="5857114"/>
          </a:xfrm>
          <a:custGeom>
            <a:avLst/>
            <a:gdLst>
              <a:gd name="connsiteX0" fmla="*/ 1167095 w 7289006"/>
              <a:gd name="connsiteY0" fmla="*/ 879218 h 5857114"/>
              <a:gd name="connsiteX1" fmla="*/ 1492910 w 7289006"/>
              <a:gd name="connsiteY1" fmla="*/ 1405663 h 5857114"/>
              <a:gd name="connsiteX2" fmla="*/ 1261268 w 7289006"/>
              <a:gd name="connsiteY2" fmla="*/ 1776889 h 5857114"/>
              <a:gd name="connsiteX3" fmla="*/ 1166013 w 7289006"/>
              <a:gd name="connsiteY3" fmla="*/ 1833335 h 5857114"/>
              <a:gd name="connsiteX4" fmla="*/ 1070757 w 7289006"/>
              <a:gd name="connsiteY4" fmla="*/ 1776889 h 5857114"/>
              <a:gd name="connsiteX5" fmla="*/ 839116 w 7289006"/>
              <a:gd name="connsiteY5" fmla="*/ 1405663 h 5857114"/>
              <a:gd name="connsiteX6" fmla="*/ 841280 w 7289006"/>
              <a:gd name="connsiteY6" fmla="*/ 1405663 h 5857114"/>
              <a:gd name="connsiteX7" fmla="*/ 2601335 w 7289006"/>
              <a:gd name="connsiteY7" fmla="*/ 0 h 5857114"/>
              <a:gd name="connsiteX8" fmla="*/ 7289006 w 7289006"/>
              <a:gd name="connsiteY8" fmla="*/ 0 h 5857114"/>
              <a:gd name="connsiteX9" fmla="*/ 7289006 w 7289006"/>
              <a:gd name="connsiteY9" fmla="*/ 5857114 h 5857114"/>
              <a:gd name="connsiteX10" fmla="*/ 3710838 w 7289006"/>
              <a:gd name="connsiteY10" fmla="*/ 5857114 h 5857114"/>
              <a:gd name="connsiteX11" fmla="*/ 3561462 w 7289006"/>
              <a:gd name="connsiteY11" fmla="*/ 5774621 h 5857114"/>
              <a:gd name="connsiteX12" fmla="*/ 1285082 w 7289006"/>
              <a:gd name="connsiteY12" fmla="*/ 2120979 h 5857114"/>
              <a:gd name="connsiteX13" fmla="*/ 1285082 w 7289006"/>
              <a:gd name="connsiteY13" fmla="*/ 1954905 h 5857114"/>
              <a:gd name="connsiteX14" fmla="*/ 2451956 w 7289006"/>
              <a:gd name="connsiteY14" fmla="*/ 82493 h 5857114"/>
              <a:gd name="connsiteX15" fmla="*/ 2601335 w 7289006"/>
              <a:gd name="connsiteY15" fmla="*/ 0 h 5857114"/>
              <a:gd name="connsiteX16" fmla="*/ 1745119 w 7289006"/>
              <a:gd name="connsiteY16" fmla="*/ 0 h 5857114"/>
              <a:gd name="connsiteX17" fmla="*/ 2287425 w 7289006"/>
              <a:gd name="connsiteY17" fmla="*/ 0 h 5857114"/>
              <a:gd name="connsiteX18" fmla="*/ 2325311 w 7289006"/>
              <a:gd name="connsiteY18" fmla="*/ 68384 h 5857114"/>
              <a:gd name="connsiteX19" fmla="*/ 1560022 w 7289006"/>
              <a:gd name="connsiteY19" fmla="*/ 1298204 h 5857114"/>
              <a:gd name="connsiteX20" fmla="*/ 1233125 w 7289006"/>
              <a:gd name="connsiteY20" fmla="*/ 771758 h 5857114"/>
              <a:gd name="connsiteX21" fmla="*/ 1693164 w 7289006"/>
              <a:gd name="connsiteY21" fmla="*/ 29309 h 5857114"/>
              <a:gd name="connsiteX22" fmla="*/ 1745119 w 7289006"/>
              <a:gd name="connsiteY22" fmla="*/ 0 h 5857114"/>
              <a:gd name="connsiteX23" fmla="*/ 44600 w 7289006"/>
              <a:gd name="connsiteY23" fmla="*/ 0 h 5857114"/>
              <a:gd name="connsiteX24" fmla="*/ 586906 w 7289006"/>
              <a:gd name="connsiteY24" fmla="*/ 0 h 5857114"/>
              <a:gd name="connsiteX25" fmla="*/ 638863 w 7289006"/>
              <a:gd name="connsiteY25" fmla="*/ 29309 h 5857114"/>
              <a:gd name="connsiteX26" fmla="*/ 1099984 w 7289006"/>
              <a:gd name="connsiteY26" fmla="*/ 771758 h 5857114"/>
              <a:gd name="connsiteX27" fmla="*/ 773086 w 7289006"/>
              <a:gd name="connsiteY27" fmla="*/ 1298204 h 5857114"/>
              <a:gd name="connsiteX28" fmla="*/ 6715 w 7289006"/>
              <a:gd name="connsiteY28" fmla="*/ 68384 h 5857114"/>
              <a:gd name="connsiteX29" fmla="*/ 44600 w 7289006"/>
              <a:gd name="connsiteY29" fmla="*/ 0 h 58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89006" h="5857114">
                <a:moveTo>
                  <a:pt x="1167095" y="879218"/>
                </a:moveTo>
                <a:lnTo>
                  <a:pt x="1492910" y="1405663"/>
                </a:lnTo>
                <a:lnTo>
                  <a:pt x="1261268" y="1776889"/>
                </a:lnTo>
                <a:cubicBezTo>
                  <a:pt x="1238537" y="1813795"/>
                  <a:pt x="1202817" y="1833335"/>
                  <a:pt x="1166013" y="1833335"/>
                </a:cubicBezTo>
                <a:cubicBezTo>
                  <a:pt x="1129210" y="1832248"/>
                  <a:pt x="1093490" y="1813795"/>
                  <a:pt x="1070757" y="1776889"/>
                </a:cubicBezTo>
                <a:lnTo>
                  <a:pt x="839116" y="1405663"/>
                </a:lnTo>
                <a:lnTo>
                  <a:pt x="841280" y="1405663"/>
                </a:lnTo>
                <a:close/>
                <a:moveTo>
                  <a:pt x="2601335" y="0"/>
                </a:moveTo>
                <a:lnTo>
                  <a:pt x="7289006" y="0"/>
                </a:lnTo>
                <a:lnTo>
                  <a:pt x="7289006" y="5857114"/>
                </a:lnTo>
                <a:lnTo>
                  <a:pt x="3710838" y="5857114"/>
                </a:lnTo>
                <a:cubicBezTo>
                  <a:pt x="3656714" y="5857114"/>
                  <a:pt x="3589605" y="5820209"/>
                  <a:pt x="3561462" y="5774621"/>
                </a:cubicBezTo>
                <a:lnTo>
                  <a:pt x="1285082" y="2120979"/>
                </a:lnTo>
                <a:cubicBezTo>
                  <a:pt x="1256938" y="2075392"/>
                  <a:pt x="1256938" y="2000493"/>
                  <a:pt x="1285082" y="1954905"/>
                </a:cubicBezTo>
                <a:lnTo>
                  <a:pt x="2451956" y="82493"/>
                </a:lnTo>
                <a:cubicBezTo>
                  <a:pt x="2481182" y="36906"/>
                  <a:pt x="2547211" y="0"/>
                  <a:pt x="2601335" y="0"/>
                </a:cubicBezTo>
                <a:close/>
                <a:moveTo>
                  <a:pt x="1745119" y="0"/>
                </a:moveTo>
                <a:lnTo>
                  <a:pt x="2287425" y="0"/>
                </a:lnTo>
                <a:cubicBezTo>
                  <a:pt x="2322064" y="0"/>
                  <a:pt x="2343711" y="39077"/>
                  <a:pt x="2325311" y="68384"/>
                </a:cubicBezTo>
                <a:lnTo>
                  <a:pt x="1560022" y="1298204"/>
                </a:lnTo>
                <a:lnTo>
                  <a:pt x="1233125" y="771758"/>
                </a:lnTo>
                <a:lnTo>
                  <a:pt x="1693164" y="29309"/>
                </a:lnTo>
                <a:cubicBezTo>
                  <a:pt x="1703988" y="10856"/>
                  <a:pt x="1723472" y="0"/>
                  <a:pt x="1745119" y="0"/>
                </a:cubicBezTo>
                <a:close/>
                <a:moveTo>
                  <a:pt x="44600" y="0"/>
                </a:moveTo>
                <a:lnTo>
                  <a:pt x="586906" y="0"/>
                </a:lnTo>
                <a:cubicBezTo>
                  <a:pt x="607472" y="0"/>
                  <a:pt x="628038" y="10856"/>
                  <a:pt x="638863" y="29309"/>
                </a:cubicBezTo>
                <a:lnTo>
                  <a:pt x="1099984" y="771758"/>
                </a:lnTo>
                <a:lnTo>
                  <a:pt x="773086" y="1298204"/>
                </a:lnTo>
                <a:lnTo>
                  <a:pt x="6715" y="68384"/>
                </a:lnTo>
                <a:cubicBezTo>
                  <a:pt x="-11686" y="39077"/>
                  <a:pt x="9962" y="0"/>
                  <a:pt x="44600" y="0"/>
                </a:cubicBezTo>
                <a:close/>
              </a:path>
            </a:pathLst>
          </a:custGeom>
        </p:spPr>
      </p:pic>
      <p:sp>
        <p:nvSpPr>
          <p:cNvPr id="4" name="Title 3">
            <a:extLst>
              <a:ext uri="{FF2B5EF4-FFF2-40B4-BE49-F238E27FC236}">
                <a16:creationId xmlns:a16="http://schemas.microsoft.com/office/drawing/2014/main" id="{9BB4AD49-8892-9C29-B50A-7F2095C65FAE}"/>
              </a:ext>
            </a:extLst>
          </p:cNvPr>
          <p:cNvSpPr>
            <a:spLocks noGrp="1"/>
          </p:cNvSpPr>
          <p:nvPr>
            <p:ph type="title" hasCustomPrompt="1"/>
          </p:nvPr>
        </p:nvSpPr>
        <p:spPr>
          <a:xfrm>
            <a:off x="543599" y="947909"/>
            <a:ext cx="5195463" cy="4961893"/>
          </a:xfrm>
        </p:spPr>
        <p:txBody>
          <a:bodyPr/>
          <a:lstStyle>
            <a:lvl1pPr>
              <a:defRPr>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2138068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 Vantive Rep">
    <p:bg>
      <p:bgPr>
        <a:solidFill>
          <a:schemeClr val="accent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B63FBB3E-AB5F-B850-3BD9-FC491F5DF156}"/>
              </a:ext>
            </a:extLst>
          </p:cNvPr>
          <p:cNvSpPr/>
          <p:nvPr userDrawn="1"/>
        </p:nvSpPr>
        <p:spPr>
          <a:xfrm>
            <a:off x="1" y="499213"/>
            <a:ext cx="8338317" cy="5859284"/>
          </a:xfrm>
          <a:custGeom>
            <a:avLst/>
            <a:gdLst>
              <a:gd name="connsiteX0" fmla="*/ 0 w 8338317"/>
              <a:gd name="connsiteY0" fmla="*/ 0 h 5859284"/>
              <a:gd name="connsiteX1" fmla="*/ 4629154 w 8338317"/>
              <a:gd name="connsiteY1" fmla="*/ 0 h 5859284"/>
              <a:gd name="connsiteX2" fmla="*/ 4778531 w 8338317"/>
              <a:gd name="connsiteY2" fmla="*/ 82493 h 5859284"/>
              <a:gd name="connsiteX3" fmla="*/ 8325699 w 8338317"/>
              <a:gd name="connsiteY3" fmla="*/ 5776791 h 5859284"/>
              <a:gd name="connsiteX4" fmla="*/ 8280237 w 8338317"/>
              <a:gd name="connsiteY4" fmla="*/ 5859284 h 5859284"/>
              <a:gd name="connsiteX5" fmla="*/ 0 w 8338317"/>
              <a:gd name="connsiteY5" fmla="*/ 5859284 h 585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8317" h="5859284">
                <a:moveTo>
                  <a:pt x="0" y="0"/>
                </a:moveTo>
                <a:lnTo>
                  <a:pt x="4629154" y="0"/>
                </a:lnTo>
                <a:cubicBezTo>
                  <a:pt x="4683275" y="0"/>
                  <a:pt x="4749304" y="36906"/>
                  <a:pt x="4778531" y="82493"/>
                </a:cubicBezTo>
                <a:lnTo>
                  <a:pt x="8325699" y="5776791"/>
                </a:lnTo>
                <a:cubicBezTo>
                  <a:pt x="8353842" y="5822378"/>
                  <a:pt x="8333276" y="5859284"/>
                  <a:pt x="8280237" y="5859284"/>
                </a:cubicBezTo>
                <a:lnTo>
                  <a:pt x="0" y="585928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2" name="bg object 27">
            <a:extLst>
              <a:ext uri="{FF2B5EF4-FFF2-40B4-BE49-F238E27FC236}">
                <a16:creationId xmlns:a16="http://schemas.microsoft.com/office/drawing/2014/main" id="{33A64FD4-A550-5F90-1712-0B8B005DCFEC}"/>
              </a:ext>
            </a:extLst>
          </p:cNvPr>
          <p:cNvSpPr/>
          <p:nvPr userDrawn="1"/>
        </p:nvSpPr>
        <p:spPr>
          <a:xfrm>
            <a:off x="0" y="5257705"/>
            <a:ext cx="687629" cy="1099853"/>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47" name="Picture 46">
            <a:extLst>
              <a:ext uri="{FF2B5EF4-FFF2-40B4-BE49-F238E27FC236}">
                <a16:creationId xmlns:a16="http://schemas.microsoft.com/office/drawing/2014/main" id="{C7C8114A-26D4-4026-C555-9374B37FF598}"/>
              </a:ext>
            </a:extLst>
          </p:cNvPr>
          <p:cNvPicPr>
            <a:picLocks noChangeAspect="1"/>
          </p:cNvPicPr>
          <p:nvPr userDrawn="1"/>
        </p:nvPicPr>
        <p:blipFill rotWithShape="1">
          <a:blip r:embed="rId2" cstate="hqprint">
            <a:alphaModFix amt="5000"/>
            <a:extLst>
              <a:ext uri="{28A0092B-C50C-407E-A947-70E740481C1C}">
                <a14:useLocalDpi xmlns:a14="http://schemas.microsoft.com/office/drawing/2010/main" val="0"/>
              </a:ext>
            </a:extLst>
          </a:blip>
          <a:srcRect/>
          <a:stretch/>
        </p:blipFill>
        <p:spPr>
          <a:xfrm flipH="1">
            <a:off x="3764246" y="2580894"/>
            <a:ext cx="4617214" cy="3777604"/>
          </a:xfrm>
          <a:prstGeom prst="triangle">
            <a:avLst/>
          </a:prstGeom>
        </p:spPr>
      </p:pic>
      <p:pic>
        <p:nvPicPr>
          <p:cNvPr id="4" name="Picture 3">
            <a:extLst>
              <a:ext uri="{FF2B5EF4-FFF2-40B4-BE49-F238E27FC236}">
                <a16:creationId xmlns:a16="http://schemas.microsoft.com/office/drawing/2014/main" id="{853F1C72-A386-6E6F-A46B-6B93707E6768}"/>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902994" y="500443"/>
            <a:ext cx="7289006" cy="5857114"/>
          </a:xfrm>
          <a:custGeom>
            <a:avLst/>
            <a:gdLst>
              <a:gd name="connsiteX0" fmla="*/ 1167095 w 7289006"/>
              <a:gd name="connsiteY0" fmla="*/ 879218 h 5857114"/>
              <a:gd name="connsiteX1" fmla="*/ 1492910 w 7289006"/>
              <a:gd name="connsiteY1" fmla="*/ 1405663 h 5857114"/>
              <a:gd name="connsiteX2" fmla="*/ 1261268 w 7289006"/>
              <a:gd name="connsiteY2" fmla="*/ 1776889 h 5857114"/>
              <a:gd name="connsiteX3" fmla="*/ 1166013 w 7289006"/>
              <a:gd name="connsiteY3" fmla="*/ 1833335 h 5857114"/>
              <a:gd name="connsiteX4" fmla="*/ 1070757 w 7289006"/>
              <a:gd name="connsiteY4" fmla="*/ 1776889 h 5857114"/>
              <a:gd name="connsiteX5" fmla="*/ 839116 w 7289006"/>
              <a:gd name="connsiteY5" fmla="*/ 1405663 h 5857114"/>
              <a:gd name="connsiteX6" fmla="*/ 841280 w 7289006"/>
              <a:gd name="connsiteY6" fmla="*/ 1405663 h 5857114"/>
              <a:gd name="connsiteX7" fmla="*/ 2601335 w 7289006"/>
              <a:gd name="connsiteY7" fmla="*/ 0 h 5857114"/>
              <a:gd name="connsiteX8" fmla="*/ 7289006 w 7289006"/>
              <a:gd name="connsiteY8" fmla="*/ 0 h 5857114"/>
              <a:gd name="connsiteX9" fmla="*/ 7289006 w 7289006"/>
              <a:gd name="connsiteY9" fmla="*/ 5857114 h 5857114"/>
              <a:gd name="connsiteX10" fmla="*/ 3710838 w 7289006"/>
              <a:gd name="connsiteY10" fmla="*/ 5857114 h 5857114"/>
              <a:gd name="connsiteX11" fmla="*/ 3561462 w 7289006"/>
              <a:gd name="connsiteY11" fmla="*/ 5774621 h 5857114"/>
              <a:gd name="connsiteX12" fmla="*/ 1285082 w 7289006"/>
              <a:gd name="connsiteY12" fmla="*/ 2120979 h 5857114"/>
              <a:gd name="connsiteX13" fmla="*/ 1285082 w 7289006"/>
              <a:gd name="connsiteY13" fmla="*/ 1954905 h 5857114"/>
              <a:gd name="connsiteX14" fmla="*/ 2451956 w 7289006"/>
              <a:gd name="connsiteY14" fmla="*/ 82493 h 5857114"/>
              <a:gd name="connsiteX15" fmla="*/ 2601335 w 7289006"/>
              <a:gd name="connsiteY15" fmla="*/ 0 h 5857114"/>
              <a:gd name="connsiteX16" fmla="*/ 1745119 w 7289006"/>
              <a:gd name="connsiteY16" fmla="*/ 0 h 5857114"/>
              <a:gd name="connsiteX17" fmla="*/ 2287425 w 7289006"/>
              <a:gd name="connsiteY17" fmla="*/ 0 h 5857114"/>
              <a:gd name="connsiteX18" fmla="*/ 2325311 w 7289006"/>
              <a:gd name="connsiteY18" fmla="*/ 68384 h 5857114"/>
              <a:gd name="connsiteX19" fmla="*/ 1560022 w 7289006"/>
              <a:gd name="connsiteY19" fmla="*/ 1298204 h 5857114"/>
              <a:gd name="connsiteX20" fmla="*/ 1233125 w 7289006"/>
              <a:gd name="connsiteY20" fmla="*/ 771758 h 5857114"/>
              <a:gd name="connsiteX21" fmla="*/ 1693164 w 7289006"/>
              <a:gd name="connsiteY21" fmla="*/ 29309 h 5857114"/>
              <a:gd name="connsiteX22" fmla="*/ 1745119 w 7289006"/>
              <a:gd name="connsiteY22" fmla="*/ 0 h 5857114"/>
              <a:gd name="connsiteX23" fmla="*/ 44600 w 7289006"/>
              <a:gd name="connsiteY23" fmla="*/ 0 h 5857114"/>
              <a:gd name="connsiteX24" fmla="*/ 586906 w 7289006"/>
              <a:gd name="connsiteY24" fmla="*/ 0 h 5857114"/>
              <a:gd name="connsiteX25" fmla="*/ 638863 w 7289006"/>
              <a:gd name="connsiteY25" fmla="*/ 29309 h 5857114"/>
              <a:gd name="connsiteX26" fmla="*/ 1099984 w 7289006"/>
              <a:gd name="connsiteY26" fmla="*/ 771758 h 5857114"/>
              <a:gd name="connsiteX27" fmla="*/ 773086 w 7289006"/>
              <a:gd name="connsiteY27" fmla="*/ 1298204 h 5857114"/>
              <a:gd name="connsiteX28" fmla="*/ 6715 w 7289006"/>
              <a:gd name="connsiteY28" fmla="*/ 68384 h 5857114"/>
              <a:gd name="connsiteX29" fmla="*/ 44600 w 7289006"/>
              <a:gd name="connsiteY29" fmla="*/ 0 h 58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89006" h="5857114">
                <a:moveTo>
                  <a:pt x="1167095" y="879218"/>
                </a:moveTo>
                <a:lnTo>
                  <a:pt x="1492910" y="1405663"/>
                </a:lnTo>
                <a:lnTo>
                  <a:pt x="1261268" y="1776889"/>
                </a:lnTo>
                <a:cubicBezTo>
                  <a:pt x="1238537" y="1813795"/>
                  <a:pt x="1202817" y="1833335"/>
                  <a:pt x="1166013" y="1833335"/>
                </a:cubicBezTo>
                <a:cubicBezTo>
                  <a:pt x="1129210" y="1832248"/>
                  <a:pt x="1093490" y="1813795"/>
                  <a:pt x="1070757" y="1776889"/>
                </a:cubicBezTo>
                <a:lnTo>
                  <a:pt x="839116" y="1405663"/>
                </a:lnTo>
                <a:lnTo>
                  <a:pt x="841280" y="1405663"/>
                </a:lnTo>
                <a:close/>
                <a:moveTo>
                  <a:pt x="2601335" y="0"/>
                </a:moveTo>
                <a:lnTo>
                  <a:pt x="7289006" y="0"/>
                </a:lnTo>
                <a:lnTo>
                  <a:pt x="7289006" y="5857114"/>
                </a:lnTo>
                <a:lnTo>
                  <a:pt x="3710838" y="5857114"/>
                </a:lnTo>
                <a:cubicBezTo>
                  <a:pt x="3656714" y="5857114"/>
                  <a:pt x="3589605" y="5820209"/>
                  <a:pt x="3561462" y="5774621"/>
                </a:cubicBezTo>
                <a:lnTo>
                  <a:pt x="1285082" y="2120979"/>
                </a:lnTo>
                <a:cubicBezTo>
                  <a:pt x="1256938" y="2075392"/>
                  <a:pt x="1256938" y="2000493"/>
                  <a:pt x="1285082" y="1954905"/>
                </a:cubicBezTo>
                <a:lnTo>
                  <a:pt x="2451956" y="82493"/>
                </a:lnTo>
                <a:cubicBezTo>
                  <a:pt x="2481182" y="36906"/>
                  <a:pt x="2547211" y="0"/>
                  <a:pt x="2601335" y="0"/>
                </a:cubicBezTo>
                <a:close/>
                <a:moveTo>
                  <a:pt x="1745119" y="0"/>
                </a:moveTo>
                <a:lnTo>
                  <a:pt x="2287425" y="0"/>
                </a:lnTo>
                <a:cubicBezTo>
                  <a:pt x="2322064" y="0"/>
                  <a:pt x="2343711" y="39077"/>
                  <a:pt x="2325311" y="68384"/>
                </a:cubicBezTo>
                <a:lnTo>
                  <a:pt x="1560022" y="1298204"/>
                </a:lnTo>
                <a:lnTo>
                  <a:pt x="1233125" y="771758"/>
                </a:lnTo>
                <a:lnTo>
                  <a:pt x="1693164" y="29309"/>
                </a:lnTo>
                <a:cubicBezTo>
                  <a:pt x="1703988" y="10856"/>
                  <a:pt x="1723472" y="0"/>
                  <a:pt x="1745119" y="0"/>
                </a:cubicBezTo>
                <a:close/>
                <a:moveTo>
                  <a:pt x="44600" y="0"/>
                </a:moveTo>
                <a:lnTo>
                  <a:pt x="586906" y="0"/>
                </a:lnTo>
                <a:cubicBezTo>
                  <a:pt x="607472" y="0"/>
                  <a:pt x="628038" y="10856"/>
                  <a:pt x="638863" y="29309"/>
                </a:cubicBezTo>
                <a:lnTo>
                  <a:pt x="1099984" y="771758"/>
                </a:lnTo>
                <a:lnTo>
                  <a:pt x="773086" y="1298204"/>
                </a:lnTo>
                <a:lnTo>
                  <a:pt x="6715" y="68384"/>
                </a:lnTo>
                <a:cubicBezTo>
                  <a:pt x="-11686" y="39077"/>
                  <a:pt x="9962" y="0"/>
                  <a:pt x="44600" y="0"/>
                </a:cubicBezTo>
                <a:close/>
              </a:path>
            </a:pathLst>
          </a:custGeom>
        </p:spPr>
      </p:pic>
      <p:sp>
        <p:nvSpPr>
          <p:cNvPr id="5" name="Title 3">
            <a:extLst>
              <a:ext uri="{FF2B5EF4-FFF2-40B4-BE49-F238E27FC236}">
                <a16:creationId xmlns:a16="http://schemas.microsoft.com/office/drawing/2014/main" id="{4153DBD1-3865-CDC4-CA83-76F9A3DD293B}"/>
              </a:ext>
            </a:extLst>
          </p:cNvPr>
          <p:cNvSpPr>
            <a:spLocks noGrp="1"/>
          </p:cNvSpPr>
          <p:nvPr>
            <p:ph type="title" hasCustomPrompt="1"/>
          </p:nvPr>
        </p:nvSpPr>
        <p:spPr>
          <a:xfrm>
            <a:off x="543599" y="947909"/>
            <a:ext cx="5195463" cy="4961893"/>
          </a:xfrm>
        </p:spPr>
        <p:txBody>
          <a:bodyPr/>
          <a:lstStyle>
            <a:lvl1pPr>
              <a:defRPr>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1247700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 Team">
    <p:bg>
      <p:bgPr>
        <a:solidFill>
          <a:schemeClr val="accent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B63FBB3E-AB5F-B850-3BD9-FC491F5DF156}"/>
              </a:ext>
            </a:extLst>
          </p:cNvPr>
          <p:cNvSpPr/>
          <p:nvPr userDrawn="1"/>
        </p:nvSpPr>
        <p:spPr>
          <a:xfrm>
            <a:off x="1" y="499213"/>
            <a:ext cx="8338317" cy="5859284"/>
          </a:xfrm>
          <a:custGeom>
            <a:avLst/>
            <a:gdLst>
              <a:gd name="connsiteX0" fmla="*/ 0 w 8338317"/>
              <a:gd name="connsiteY0" fmla="*/ 0 h 5859284"/>
              <a:gd name="connsiteX1" fmla="*/ 4629154 w 8338317"/>
              <a:gd name="connsiteY1" fmla="*/ 0 h 5859284"/>
              <a:gd name="connsiteX2" fmla="*/ 4778531 w 8338317"/>
              <a:gd name="connsiteY2" fmla="*/ 82493 h 5859284"/>
              <a:gd name="connsiteX3" fmla="*/ 8325699 w 8338317"/>
              <a:gd name="connsiteY3" fmla="*/ 5776791 h 5859284"/>
              <a:gd name="connsiteX4" fmla="*/ 8280237 w 8338317"/>
              <a:gd name="connsiteY4" fmla="*/ 5859284 h 5859284"/>
              <a:gd name="connsiteX5" fmla="*/ 0 w 8338317"/>
              <a:gd name="connsiteY5" fmla="*/ 5859284 h 585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38317" h="5859284">
                <a:moveTo>
                  <a:pt x="0" y="0"/>
                </a:moveTo>
                <a:lnTo>
                  <a:pt x="4629154" y="0"/>
                </a:lnTo>
                <a:cubicBezTo>
                  <a:pt x="4683275" y="0"/>
                  <a:pt x="4749304" y="36906"/>
                  <a:pt x="4778531" y="82493"/>
                </a:cubicBezTo>
                <a:lnTo>
                  <a:pt x="8325699" y="5776791"/>
                </a:lnTo>
                <a:cubicBezTo>
                  <a:pt x="8353842" y="5822378"/>
                  <a:pt x="8333276" y="5859284"/>
                  <a:pt x="8280237" y="5859284"/>
                </a:cubicBezTo>
                <a:lnTo>
                  <a:pt x="0" y="585928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2" name="bg object 27">
            <a:extLst>
              <a:ext uri="{FF2B5EF4-FFF2-40B4-BE49-F238E27FC236}">
                <a16:creationId xmlns:a16="http://schemas.microsoft.com/office/drawing/2014/main" id="{33A64FD4-A550-5F90-1712-0B8B005DCFEC}"/>
              </a:ext>
            </a:extLst>
          </p:cNvPr>
          <p:cNvSpPr/>
          <p:nvPr userDrawn="1"/>
        </p:nvSpPr>
        <p:spPr>
          <a:xfrm>
            <a:off x="0" y="5257705"/>
            <a:ext cx="687629" cy="1099853"/>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accent5"/>
              </a:solidFill>
            </a:endParaRPr>
          </a:p>
        </p:txBody>
      </p:sp>
      <p:pic>
        <p:nvPicPr>
          <p:cNvPr id="47" name="Picture 46">
            <a:extLst>
              <a:ext uri="{FF2B5EF4-FFF2-40B4-BE49-F238E27FC236}">
                <a16:creationId xmlns:a16="http://schemas.microsoft.com/office/drawing/2014/main" id="{C7C8114A-26D4-4026-C555-9374B37FF598}"/>
              </a:ext>
            </a:extLst>
          </p:cNvPr>
          <p:cNvPicPr>
            <a:picLocks noChangeAspect="1"/>
          </p:cNvPicPr>
          <p:nvPr userDrawn="1"/>
        </p:nvPicPr>
        <p:blipFill rotWithShape="1">
          <a:blip r:embed="rId2" cstate="hqprint">
            <a:alphaModFix amt="5000"/>
            <a:extLst>
              <a:ext uri="{28A0092B-C50C-407E-A947-70E740481C1C}">
                <a14:useLocalDpi xmlns:a14="http://schemas.microsoft.com/office/drawing/2010/main" val="0"/>
              </a:ext>
            </a:extLst>
          </a:blip>
          <a:srcRect/>
          <a:stretch/>
        </p:blipFill>
        <p:spPr>
          <a:xfrm flipH="1">
            <a:off x="3764246" y="2580894"/>
            <a:ext cx="4617214" cy="3777604"/>
          </a:xfrm>
          <a:prstGeom prst="triangle">
            <a:avLst/>
          </a:prstGeom>
        </p:spPr>
      </p:pic>
      <p:pic>
        <p:nvPicPr>
          <p:cNvPr id="3" name="Picture 2">
            <a:extLst>
              <a:ext uri="{FF2B5EF4-FFF2-40B4-BE49-F238E27FC236}">
                <a16:creationId xmlns:a16="http://schemas.microsoft.com/office/drawing/2014/main" id="{D88547FA-2660-4860-2C49-3ACD117333E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4902994" y="500443"/>
            <a:ext cx="7289006" cy="5857114"/>
          </a:xfrm>
          <a:custGeom>
            <a:avLst/>
            <a:gdLst>
              <a:gd name="connsiteX0" fmla="*/ 1167095 w 7289006"/>
              <a:gd name="connsiteY0" fmla="*/ 879218 h 5857114"/>
              <a:gd name="connsiteX1" fmla="*/ 1492910 w 7289006"/>
              <a:gd name="connsiteY1" fmla="*/ 1405663 h 5857114"/>
              <a:gd name="connsiteX2" fmla="*/ 1261268 w 7289006"/>
              <a:gd name="connsiteY2" fmla="*/ 1776889 h 5857114"/>
              <a:gd name="connsiteX3" fmla="*/ 1166013 w 7289006"/>
              <a:gd name="connsiteY3" fmla="*/ 1833335 h 5857114"/>
              <a:gd name="connsiteX4" fmla="*/ 1070757 w 7289006"/>
              <a:gd name="connsiteY4" fmla="*/ 1776889 h 5857114"/>
              <a:gd name="connsiteX5" fmla="*/ 839116 w 7289006"/>
              <a:gd name="connsiteY5" fmla="*/ 1405663 h 5857114"/>
              <a:gd name="connsiteX6" fmla="*/ 841280 w 7289006"/>
              <a:gd name="connsiteY6" fmla="*/ 1405663 h 5857114"/>
              <a:gd name="connsiteX7" fmla="*/ 2601335 w 7289006"/>
              <a:gd name="connsiteY7" fmla="*/ 0 h 5857114"/>
              <a:gd name="connsiteX8" fmla="*/ 7289006 w 7289006"/>
              <a:gd name="connsiteY8" fmla="*/ 0 h 5857114"/>
              <a:gd name="connsiteX9" fmla="*/ 7289006 w 7289006"/>
              <a:gd name="connsiteY9" fmla="*/ 5857114 h 5857114"/>
              <a:gd name="connsiteX10" fmla="*/ 3710838 w 7289006"/>
              <a:gd name="connsiteY10" fmla="*/ 5857114 h 5857114"/>
              <a:gd name="connsiteX11" fmla="*/ 3561462 w 7289006"/>
              <a:gd name="connsiteY11" fmla="*/ 5774621 h 5857114"/>
              <a:gd name="connsiteX12" fmla="*/ 1285082 w 7289006"/>
              <a:gd name="connsiteY12" fmla="*/ 2120979 h 5857114"/>
              <a:gd name="connsiteX13" fmla="*/ 1285082 w 7289006"/>
              <a:gd name="connsiteY13" fmla="*/ 1954905 h 5857114"/>
              <a:gd name="connsiteX14" fmla="*/ 2451956 w 7289006"/>
              <a:gd name="connsiteY14" fmla="*/ 82493 h 5857114"/>
              <a:gd name="connsiteX15" fmla="*/ 2601335 w 7289006"/>
              <a:gd name="connsiteY15" fmla="*/ 0 h 5857114"/>
              <a:gd name="connsiteX16" fmla="*/ 1745119 w 7289006"/>
              <a:gd name="connsiteY16" fmla="*/ 0 h 5857114"/>
              <a:gd name="connsiteX17" fmla="*/ 2287425 w 7289006"/>
              <a:gd name="connsiteY17" fmla="*/ 0 h 5857114"/>
              <a:gd name="connsiteX18" fmla="*/ 2325311 w 7289006"/>
              <a:gd name="connsiteY18" fmla="*/ 68384 h 5857114"/>
              <a:gd name="connsiteX19" fmla="*/ 1560022 w 7289006"/>
              <a:gd name="connsiteY19" fmla="*/ 1298204 h 5857114"/>
              <a:gd name="connsiteX20" fmla="*/ 1233125 w 7289006"/>
              <a:gd name="connsiteY20" fmla="*/ 771758 h 5857114"/>
              <a:gd name="connsiteX21" fmla="*/ 1693164 w 7289006"/>
              <a:gd name="connsiteY21" fmla="*/ 29309 h 5857114"/>
              <a:gd name="connsiteX22" fmla="*/ 1745119 w 7289006"/>
              <a:gd name="connsiteY22" fmla="*/ 0 h 5857114"/>
              <a:gd name="connsiteX23" fmla="*/ 44600 w 7289006"/>
              <a:gd name="connsiteY23" fmla="*/ 0 h 5857114"/>
              <a:gd name="connsiteX24" fmla="*/ 586906 w 7289006"/>
              <a:gd name="connsiteY24" fmla="*/ 0 h 5857114"/>
              <a:gd name="connsiteX25" fmla="*/ 638863 w 7289006"/>
              <a:gd name="connsiteY25" fmla="*/ 29309 h 5857114"/>
              <a:gd name="connsiteX26" fmla="*/ 1099984 w 7289006"/>
              <a:gd name="connsiteY26" fmla="*/ 771758 h 5857114"/>
              <a:gd name="connsiteX27" fmla="*/ 773086 w 7289006"/>
              <a:gd name="connsiteY27" fmla="*/ 1298204 h 5857114"/>
              <a:gd name="connsiteX28" fmla="*/ 6715 w 7289006"/>
              <a:gd name="connsiteY28" fmla="*/ 68384 h 5857114"/>
              <a:gd name="connsiteX29" fmla="*/ 44600 w 7289006"/>
              <a:gd name="connsiteY29" fmla="*/ 0 h 585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89006" h="5857114">
                <a:moveTo>
                  <a:pt x="1167095" y="879218"/>
                </a:moveTo>
                <a:lnTo>
                  <a:pt x="1492910" y="1405663"/>
                </a:lnTo>
                <a:lnTo>
                  <a:pt x="1261268" y="1776889"/>
                </a:lnTo>
                <a:cubicBezTo>
                  <a:pt x="1238537" y="1813795"/>
                  <a:pt x="1202817" y="1833335"/>
                  <a:pt x="1166013" y="1833335"/>
                </a:cubicBezTo>
                <a:cubicBezTo>
                  <a:pt x="1129210" y="1832248"/>
                  <a:pt x="1093490" y="1813795"/>
                  <a:pt x="1070757" y="1776889"/>
                </a:cubicBezTo>
                <a:lnTo>
                  <a:pt x="839116" y="1405663"/>
                </a:lnTo>
                <a:lnTo>
                  <a:pt x="841280" y="1405663"/>
                </a:lnTo>
                <a:close/>
                <a:moveTo>
                  <a:pt x="2601335" y="0"/>
                </a:moveTo>
                <a:lnTo>
                  <a:pt x="7289006" y="0"/>
                </a:lnTo>
                <a:lnTo>
                  <a:pt x="7289006" y="5857114"/>
                </a:lnTo>
                <a:lnTo>
                  <a:pt x="3710838" y="5857114"/>
                </a:lnTo>
                <a:cubicBezTo>
                  <a:pt x="3656714" y="5857114"/>
                  <a:pt x="3589605" y="5820209"/>
                  <a:pt x="3561462" y="5774621"/>
                </a:cubicBezTo>
                <a:lnTo>
                  <a:pt x="1285082" y="2120979"/>
                </a:lnTo>
                <a:cubicBezTo>
                  <a:pt x="1256938" y="2075392"/>
                  <a:pt x="1256938" y="2000493"/>
                  <a:pt x="1285082" y="1954905"/>
                </a:cubicBezTo>
                <a:lnTo>
                  <a:pt x="2451956" y="82493"/>
                </a:lnTo>
                <a:cubicBezTo>
                  <a:pt x="2481182" y="36906"/>
                  <a:pt x="2547211" y="0"/>
                  <a:pt x="2601335" y="0"/>
                </a:cubicBezTo>
                <a:close/>
                <a:moveTo>
                  <a:pt x="1745119" y="0"/>
                </a:moveTo>
                <a:lnTo>
                  <a:pt x="2287425" y="0"/>
                </a:lnTo>
                <a:cubicBezTo>
                  <a:pt x="2322064" y="0"/>
                  <a:pt x="2343711" y="39077"/>
                  <a:pt x="2325311" y="68384"/>
                </a:cubicBezTo>
                <a:lnTo>
                  <a:pt x="1560022" y="1298204"/>
                </a:lnTo>
                <a:lnTo>
                  <a:pt x="1233125" y="771758"/>
                </a:lnTo>
                <a:lnTo>
                  <a:pt x="1693164" y="29309"/>
                </a:lnTo>
                <a:cubicBezTo>
                  <a:pt x="1703988" y="10856"/>
                  <a:pt x="1723472" y="0"/>
                  <a:pt x="1745119" y="0"/>
                </a:cubicBezTo>
                <a:close/>
                <a:moveTo>
                  <a:pt x="44600" y="0"/>
                </a:moveTo>
                <a:lnTo>
                  <a:pt x="586906" y="0"/>
                </a:lnTo>
                <a:cubicBezTo>
                  <a:pt x="607472" y="0"/>
                  <a:pt x="628038" y="10856"/>
                  <a:pt x="638863" y="29309"/>
                </a:cubicBezTo>
                <a:lnTo>
                  <a:pt x="1099984" y="771758"/>
                </a:lnTo>
                <a:lnTo>
                  <a:pt x="773086" y="1298204"/>
                </a:lnTo>
                <a:lnTo>
                  <a:pt x="6715" y="68384"/>
                </a:lnTo>
                <a:cubicBezTo>
                  <a:pt x="-11686" y="39077"/>
                  <a:pt x="9962" y="0"/>
                  <a:pt x="44600" y="0"/>
                </a:cubicBezTo>
                <a:close/>
              </a:path>
            </a:pathLst>
          </a:custGeom>
        </p:spPr>
      </p:pic>
      <p:sp>
        <p:nvSpPr>
          <p:cNvPr id="4" name="Title 3">
            <a:extLst>
              <a:ext uri="{FF2B5EF4-FFF2-40B4-BE49-F238E27FC236}">
                <a16:creationId xmlns:a16="http://schemas.microsoft.com/office/drawing/2014/main" id="{1B034C80-47C7-D117-A464-FB0F931FC581}"/>
              </a:ext>
            </a:extLst>
          </p:cNvPr>
          <p:cNvSpPr>
            <a:spLocks noGrp="1"/>
          </p:cNvSpPr>
          <p:nvPr>
            <p:ph type="title" hasCustomPrompt="1"/>
          </p:nvPr>
        </p:nvSpPr>
        <p:spPr>
          <a:xfrm>
            <a:off x="543599" y="947909"/>
            <a:ext cx="5195463" cy="4961893"/>
          </a:xfrm>
        </p:spPr>
        <p:txBody>
          <a:bodyPr/>
          <a:lstStyle>
            <a:lvl1pPr>
              <a:defRPr>
                <a:solidFill>
                  <a:schemeClr val="accent1"/>
                </a:solidFill>
              </a:defRPr>
            </a:lvl1pPr>
          </a:lstStyle>
          <a:p>
            <a:r>
              <a:rPr lang="en-US" dirty="0"/>
              <a:t>Click to edit title</a:t>
            </a:r>
            <a:endParaRPr lang="en-GB" dirty="0"/>
          </a:p>
        </p:txBody>
      </p:sp>
    </p:spTree>
    <p:extLst>
      <p:ext uri="{BB962C8B-B14F-4D97-AF65-F5344CB8AC3E}">
        <p14:creationId xmlns:p14="http://schemas.microsoft.com/office/powerpoint/2010/main" val="239075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 Text">
    <p:bg>
      <p:bgPr>
        <a:solidFill>
          <a:schemeClr val="accent1"/>
        </a:solidFill>
        <a:effectLst/>
      </p:bgPr>
    </p:bg>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0DE7CEB3-250A-CA8E-1E82-4234541DDE56}"/>
              </a:ext>
            </a:extLst>
          </p:cNvPr>
          <p:cNvSpPr>
            <a:spLocks noGrp="1"/>
          </p:cNvSpPr>
          <p:nvPr>
            <p:ph type="pic" sz="quarter" idx="26" hasCustomPrompt="1"/>
          </p:nvPr>
        </p:nvSpPr>
        <p:spPr>
          <a:xfrm>
            <a:off x="0" y="-1"/>
            <a:ext cx="12192000" cy="6357600"/>
          </a:xfrm>
          <a:custGeom>
            <a:avLst/>
            <a:gdLst>
              <a:gd name="connsiteX0" fmla="*/ 0 w 12192000"/>
              <a:gd name="connsiteY0" fmla="*/ 0 h 6357600"/>
              <a:gd name="connsiteX1" fmla="*/ 12192000 w 12192000"/>
              <a:gd name="connsiteY1" fmla="*/ 0 h 6357600"/>
              <a:gd name="connsiteX2" fmla="*/ 12192000 w 12192000"/>
              <a:gd name="connsiteY2" fmla="*/ 6357600 h 6357600"/>
              <a:gd name="connsiteX3" fmla="*/ 0 w 12192000"/>
              <a:gd name="connsiteY3" fmla="*/ 6357600 h 6357600"/>
              <a:gd name="connsiteX4" fmla="*/ 0 w 12192000"/>
              <a:gd name="connsiteY4" fmla="*/ 6094545 h 6357600"/>
              <a:gd name="connsiteX5" fmla="*/ 5759765 w 12192000"/>
              <a:gd name="connsiteY5" fmla="*/ 6094545 h 6357600"/>
              <a:gd name="connsiteX6" fmla="*/ 5858577 w 12192000"/>
              <a:gd name="connsiteY6" fmla="*/ 5995733 h 6357600"/>
              <a:gd name="connsiteX7" fmla="*/ 5858577 w 12192000"/>
              <a:gd name="connsiteY7" fmla="*/ 441779 h 6357600"/>
              <a:gd name="connsiteX8" fmla="*/ 5759765 w 12192000"/>
              <a:gd name="connsiteY8" fmla="*/ 342967 h 6357600"/>
              <a:gd name="connsiteX9" fmla="*/ 0 w 12192000"/>
              <a:gd name="connsiteY9" fmla="*/ 342967 h 63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357600">
                <a:moveTo>
                  <a:pt x="0" y="0"/>
                </a:moveTo>
                <a:lnTo>
                  <a:pt x="12192000" y="0"/>
                </a:lnTo>
                <a:lnTo>
                  <a:pt x="12192000" y="6357600"/>
                </a:lnTo>
                <a:lnTo>
                  <a:pt x="0" y="6357600"/>
                </a:lnTo>
                <a:lnTo>
                  <a:pt x="0" y="6094545"/>
                </a:lnTo>
                <a:lnTo>
                  <a:pt x="5759765" y="6094545"/>
                </a:lnTo>
                <a:cubicBezTo>
                  <a:pt x="5814337" y="6094545"/>
                  <a:pt x="5858577" y="6050305"/>
                  <a:pt x="5858577" y="5995733"/>
                </a:cubicBezTo>
                <a:lnTo>
                  <a:pt x="5858577" y="441779"/>
                </a:lnTo>
                <a:cubicBezTo>
                  <a:pt x="5858577" y="387207"/>
                  <a:pt x="5814337" y="342967"/>
                  <a:pt x="5759765" y="342967"/>
                </a:cubicBezTo>
                <a:lnTo>
                  <a:pt x="0" y="342967"/>
                </a:lnTo>
                <a:close/>
              </a:path>
            </a:pathLst>
          </a:custGeom>
          <a:pattFill prst="dkHorz">
            <a:fgClr>
              <a:schemeClr val="accent4">
                <a:lumMod val="20000"/>
                <a:lumOff val="80000"/>
              </a:schemeClr>
            </a:fgClr>
            <a:bgClr>
              <a:schemeClr val="accent3">
                <a:lumMod val="20000"/>
                <a:lumOff val="80000"/>
              </a:schemeClr>
            </a:bgClr>
          </a:pattFill>
        </p:spPr>
        <p:txBody>
          <a:bodyPr wrap="square" rIns="3780000" anchor="ctr">
            <a:noAutofit/>
          </a:bodyPr>
          <a:lstStyle>
            <a:lvl1pPr marL="0" indent="0" algn="r">
              <a:buNone/>
              <a:defRPr>
                <a:solidFill>
                  <a:schemeClr val="tx2"/>
                </a:solidFill>
              </a:defRPr>
            </a:lvl1pPr>
          </a:lstStyle>
          <a:p>
            <a:r>
              <a:rPr lang="en-GB" dirty="0"/>
              <a:t> &lt; Click icon to add picture</a:t>
            </a:r>
          </a:p>
        </p:txBody>
      </p:sp>
      <p:sp>
        <p:nvSpPr>
          <p:cNvPr id="9" name="Rectangle 8">
            <a:extLst>
              <a:ext uri="{FF2B5EF4-FFF2-40B4-BE49-F238E27FC236}">
                <a16:creationId xmlns:a16="http://schemas.microsoft.com/office/drawing/2014/main" id="{19E8B10E-0ABB-04B6-A58B-58ADAD44A2A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9AB3737-6065-529E-0073-84C20DA87F8C}"/>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5DE46F7A-6311-58D1-BCEE-A4AF4B93195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Title 3">
            <a:extLst>
              <a:ext uri="{FF2B5EF4-FFF2-40B4-BE49-F238E27FC236}">
                <a16:creationId xmlns:a16="http://schemas.microsoft.com/office/drawing/2014/main" id="{BBDF49FD-3F47-4EB9-5F43-F0580DE0067C}"/>
              </a:ext>
            </a:extLst>
          </p:cNvPr>
          <p:cNvSpPr>
            <a:spLocks noGrp="1"/>
          </p:cNvSpPr>
          <p:nvPr>
            <p:ph type="title" hasCustomPrompt="1"/>
          </p:nvPr>
        </p:nvSpPr>
        <p:spPr>
          <a:xfrm>
            <a:off x="543600" y="854456"/>
            <a:ext cx="4874400" cy="1359106"/>
          </a:xfrm>
        </p:spPr>
        <p:txBody>
          <a:bodyPr/>
          <a:lstStyle>
            <a:lvl1pPr>
              <a:defRPr>
                <a:solidFill>
                  <a:schemeClr val="bg2"/>
                </a:solidFill>
              </a:defRPr>
            </a:lvl1pPr>
          </a:lstStyle>
          <a:p>
            <a:r>
              <a:rPr lang="en-US" dirty="0"/>
              <a:t>Click to edit title</a:t>
            </a:r>
            <a:endParaRPr lang="en-GB" dirty="0"/>
          </a:p>
        </p:txBody>
      </p:sp>
      <p:sp>
        <p:nvSpPr>
          <p:cNvPr id="6" name="Text Placeholder 5">
            <a:extLst>
              <a:ext uri="{FF2B5EF4-FFF2-40B4-BE49-F238E27FC236}">
                <a16:creationId xmlns:a16="http://schemas.microsoft.com/office/drawing/2014/main" id="{7F5F21E0-9B49-358F-FD0F-B440FD67FFE1}"/>
              </a:ext>
            </a:extLst>
          </p:cNvPr>
          <p:cNvSpPr>
            <a:spLocks noGrp="1"/>
          </p:cNvSpPr>
          <p:nvPr>
            <p:ph type="body" sz="quarter" idx="23" hasCustomPrompt="1"/>
          </p:nvPr>
        </p:nvSpPr>
        <p:spPr>
          <a:xfrm>
            <a:off x="543600" y="2221742"/>
            <a:ext cx="4874153" cy="3510842"/>
          </a:xfrm>
        </p:spPr>
        <p:txBody>
          <a:bodyPr/>
          <a:lstStyle>
            <a:lvl1pPr>
              <a:defRPr>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text</a:t>
            </a:r>
          </a:p>
          <a:p>
            <a:pPr lvl="1"/>
            <a:endParaRPr lang="en-GB" dirty="0"/>
          </a:p>
        </p:txBody>
      </p:sp>
      <p:sp>
        <p:nvSpPr>
          <p:cNvPr id="7" name="Slide Number Placeholder 6">
            <a:extLst>
              <a:ext uri="{FF2B5EF4-FFF2-40B4-BE49-F238E27FC236}">
                <a16:creationId xmlns:a16="http://schemas.microsoft.com/office/drawing/2014/main" id="{D9372DF9-6328-659A-7997-5A980C153AF6}"/>
              </a:ext>
            </a:extLst>
          </p:cNvPr>
          <p:cNvSpPr>
            <a:spLocks noGrp="1"/>
          </p:cNvSpPr>
          <p:nvPr>
            <p:ph type="sldNum" sz="quarter" idx="25"/>
          </p:nvPr>
        </p:nvSpPr>
        <p:spPr/>
        <p:txBody>
          <a:bodyPr/>
          <a:lstStyle/>
          <a:p>
            <a:fld id="{4413DBDE-1217-486F-B764-076DBBFEB98C}" type="slidenum">
              <a:rPr lang="en-GB" smtClean="0"/>
              <a:pPr/>
              <a:t>‹Nº›</a:t>
            </a:fld>
            <a:endParaRPr lang="en-GB" dirty="0"/>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980602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 Text | Patient">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E8B10E-0ABB-04B6-A58B-58ADAD44A2A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9AB3737-6065-529E-0073-84C20DA87F8C}"/>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5DE46F7A-6311-58D1-BCEE-A4AF4B93195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D9372DF9-6328-659A-7997-5A980C153AF6}"/>
              </a:ext>
            </a:extLst>
          </p:cNvPr>
          <p:cNvSpPr>
            <a:spLocks noGrp="1"/>
          </p:cNvSpPr>
          <p:nvPr>
            <p:ph type="sldNum" sz="quarter" idx="25"/>
          </p:nvPr>
        </p:nvSpPr>
        <p:spPr/>
        <p:txBody>
          <a:bodyPr/>
          <a:lstStyle/>
          <a:p>
            <a:fld id="{4413DBDE-1217-486F-B764-076DBBFEB98C}" type="slidenum">
              <a:rPr lang="en-GB" smtClean="0"/>
              <a:pPr/>
              <a:t>‹Nº›</a:t>
            </a:fld>
            <a:endParaRPr lang="en-GB" dirty="0"/>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1" name="Picture 10">
            <a:extLst>
              <a:ext uri="{FF2B5EF4-FFF2-40B4-BE49-F238E27FC236}">
                <a16:creationId xmlns:a16="http://schemas.microsoft.com/office/drawing/2014/main" id="{AE569599-6911-1D24-5CE7-16ACA3E7FDB2}"/>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1523" y="0"/>
            <a:ext cx="12190477" cy="6355079"/>
          </a:xfrm>
          <a:custGeom>
            <a:avLst/>
            <a:gdLst>
              <a:gd name="connsiteX0" fmla="*/ 0 w 12190477"/>
              <a:gd name="connsiteY0" fmla="*/ 0 h 6355079"/>
              <a:gd name="connsiteX1" fmla="*/ 12190477 w 12190477"/>
              <a:gd name="connsiteY1" fmla="*/ 0 h 6355079"/>
              <a:gd name="connsiteX2" fmla="*/ 12190477 w 12190477"/>
              <a:gd name="connsiteY2" fmla="*/ 6355079 h 6355079"/>
              <a:gd name="connsiteX3" fmla="*/ 0 w 12190477"/>
              <a:gd name="connsiteY3" fmla="*/ 6355079 h 6355079"/>
              <a:gd name="connsiteX4" fmla="*/ 0 w 12190477"/>
              <a:gd name="connsiteY4" fmla="*/ 6092129 h 6355079"/>
              <a:gd name="connsiteX5" fmla="*/ 5758242 w 12190477"/>
              <a:gd name="connsiteY5" fmla="*/ 6092129 h 6355079"/>
              <a:gd name="connsiteX6" fmla="*/ 5857054 w 12190477"/>
              <a:gd name="connsiteY6" fmla="*/ 5993356 h 6355079"/>
              <a:gd name="connsiteX7" fmla="*/ 5857054 w 12190477"/>
              <a:gd name="connsiteY7" fmla="*/ 441603 h 6355079"/>
              <a:gd name="connsiteX8" fmla="*/ 5758242 w 12190477"/>
              <a:gd name="connsiteY8" fmla="*/ 342830 h 6355079"/>
              <a:gd name="connsiteX9" fmla="*/ 0 w 12190477"/>
              <a:gd name="connsiteY9" fmla="*/ 342830 h 63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77" h="6355079">
                <a:moveTo>
                  <a:pt x="0" y="0"/>
                </a:moveTo>
                <a:lnTo>
                  <a:pt x="12190477" y="0"/>
                </a:lnTo>
                <a:lnTo>
                  <a:pt x="12190477" y="6355079"/>
                </a:lnTo>
                <a:lnTo>
                  <a:pt x="0" y="6355079"/>
                </a:lnTo>
                <a:lnTo>
                  <a:pt x="0" y="6092129"/>
                </a:lnTo>
                <a:lnTo>
                  <a:pt x="5758242" y="6092129"/>
                </a:lnTo>
                <a:cubicBezTo>
                  <a:pt x="5812814" y="6092129"/>
                  <a:pt x="5857054" y="6047906"/>
                  <a:pt x="5857054" y="5993356"/>
                </a:cubicBezTo>
                <a:lnTo>
                  <a:pt x="5857054" y="441603"/>
                </a:lnTo>
                <a:cubicBezTo>
                  <a:pt x="5857054" y="387053"/>
                  <a:pt x="5812814" y="342830"/>
                  <a:pt x="5758242" y="342830"/>
                </a:cubicBezTo>
                <a:lnTo>
                  <a:pt x="0" y="342830"/>
                </a:lnTo>
                <a:close/>
              </a:path>
            </a:pathLst>
          </a:custGeom>
        </p:spPr>
      </p:pic>
      <p:sp>
        <p:nvSpPr>
          <p:cNvPr id="12" name="Title 3">
            <a:extLst>
              <a:ext uri="{FF2B5EF4-FFF2-40B4-BE49-F238E27FC236}">
                <a16:creationId xmlns:a16="http://schemas.microsoft.com/office/drawing/2014/main" id="{7EB6EA61-B079-D42A-485C-F894E3C86F76}"/>
              </a:ext>
            </a:extLst>
          </p:cNvPr>
          <p:cNvSpPr>
            <a:spLocks noGrp="1"/>
          </p:cNvSpPr>
          <p:nvPr>
            <p:ph type="title" hasCustomPrompt="1"/>
          </p:nvPr>
        </p:nvSpPr>
        <p:spPr>
          <a:xfrm>
            <a:off x="543600" y="854456"/>
            <a:ext cx="4874400" cy="1359106"/>
          </a:xfrm>
        </p:spPr>
        <p:txBody>
          <a:bodyPr/>
          <a:lstStyle>
            <a:lvl1pPr>
              <a:defRPr>
                <a:solidFill>
                  <a:schemeClr val="bg2"/>
                </a:solidFill>
              </a:defRPr>
            </a:lvl1pPr>
          </a:lstStyle>
          <a:p>
            <a:r>
              <a:rPr lang="en-US" dirty="0"/>
              <a:t>Click to edit title</a:t>
            </a:r>
            <a:endParaRPr lang="en-GB" dirty="0"/>
          </a:p>
        </p:txBody>
      </p:sp>
      <p:sp>
        <p:nvSpPr>
          <p:cNvPr id="14" name="Text Placeholder 5">
            <a:extLst>
              <a:ext uri="{FF2B5EF4-FFF2-40B4-BE49-F238E27FC236}">
                <a16:creationId xmlns:a16="http://schemas.microsoft.com/office/drawing/2014/main" id="{A104A760-0643-D530-58BD-6951483D9972}"/>
              </a:ext>
            </a:extLst>
          </p:cNvPr>
          <p:cNvSpPr>
            <a:spLocks noGrp="1"/>
          </p:cNvSpPr>
          <p:nvPr>
            <p:ph type="body" sz="quarter" idx="23" hasCustomPrompt="1"/>
          </p:nvPr>
        </p:nvSpPr>
        <p:spPr>
          <a:xfrm>
            <a:off x="543600" y="2221742"/>
            <a:ext cx="4874153" cy="3510842"/>
          </a:xfrm>
        </p:spPr>
        <p:txBody>
          <a:bodyPr/>
          <a:lstStyle>
            <a:lvl1pPr>
              <a:defRPr>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text</a:t>
            </a:r>
          </a:p>
          <a:p>
            <a:pPr lvl="1"/>
            <a:endParaRPr lang="en-GB" dirty="0"/>
          </a:p>
        </p:txBody>
      </p:sp>
    </p:spTree>
    <p:extLst>
      <p:ext uri="{BB962C8B-B14F-4D97-AF65-F5344CB8AC3E}">
        <p14:creationId xmlns:p14="http://schemas.microsoft.com/office/powerpoint/2010/main" val="2953274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Text | Clinician">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E8B10E-0ABB-04B6-A58B-58ADAD44A2A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9AB3737-6065-529E-0073-84C20DA87F8C}"/>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5DE46F7A-6311-58D1-BCEE-A4AF4B93195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D9372DF9-6328-659A-7997-5A980C153AF6}"/>
              </a:ext>
            </a:extLst>
          </p:cNvPr>
          <p:cNvSpPr>
            <a:spLocks noGrp="1"/>
          </p:cNvSpPr>
          <p:nvPr>
            <p:ph type="sldNum" sz="quarter" idx="25"/>
          </p:nvPr>
        </p:nvSpPr>
        <p:spPr/>
        <p:txBody>
          <a:bodyPr/>
          <a:lstStyle/>
          <a:p>
            <a:fld id="{4413DBDE-1217-486F-B764-076DBBFEB98C}" type="slidenum">
              <a:rPr lang="en-GB" smtClean="0"/>
              <a:pPr/>
              <a:t>‹Nº›</a:t>
            </a:fld>
            <a:endParaRPr lang="en-GB" dirty="0"/>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3" name="Picture 2">
            <a:extLst>
              <a:ext uri="{FF2B5EF4-FFF2-40B4-BE49-F238E27FC236}">
                <a16:creationId xmlns:a16="http://schemas.microsoft.com/office/drawing/2014/main" id="{8E2BCF76-0C61-C0E2-614F-1292761D9F06}"/>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a:fillRect/>
          </a:stretch>
        </p:blipFill>
        <p:spPr>
          <a:xfrm>
            <a:off x="1523" y="1"/>
            <a:ext cx="12190477" cy="6355079"/>
          </a:xfrm>
          <a:custGeom>
            <a:avLst/>
            <a:gdLst>
              <a:gd name="connsiteX0" fmla="*/ 0 w 12190477"/>
              <a:gd name="connsiteY0" fmla="*/ 0 h 6355079"/>
              <a:gd name="connsiteX1" fmla="*/ 12190477 w 12190477"/>
              <a:gd name="connsiteY1" fmla="*/ 0 h 6355079"/>
              <a:gd name="connsiteX2" fmla="*/ 12190477 w 12190477"/>
              <a:gd name="connsiteY2" fmla="*/ 6355079 h 6355079"/>
              <a:gd name="connsiteX3" fmla="*/ 0 w 12190477"/>
              <a:gd name="connsiteY3" fmla="*/ 6355079 h 6355079"/>
              <a:gd name="connsiteX4" fmla="*/ 0 w 12190477"/>
              <a:gd name="connsiteY4" fmla="*/ 6092129 h 6355079"/>
              <a:gd name="connsiteX5" fmla="*/ 5758242 w 12190477"/>
              <a:gd name="connsiteY5" fmla="*/ 6092129 h 6355079"/>
              <a:gd name="connsiteX6" fmla="*/ 5857054 w 12190477"/>
              <a:gd name="connsiteY6" fmla="*/ 5993356 h 6355079"/>
              <a:gd name="connsiteX7" fmla="*/ 5857054 w 12190477"/>
              <a:gd name="connsiteY7" fmla="*/ 441603 h 6355079"/>
              <a:gd name="connsiteX8" fmla="*/ 5758242 w 12190477"/>
              <a:gd name="connsiteY8" fmla="*/ 342830 h 6355079"/>
              <a:gd name="connsiteX9" fmla="*/ 0 w 12190477"/>
              <a:gd name="connsiteY9" fmla="*/ 342830 h 63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77" h="6355079">
                <a:moveTo>
                  <a:pt x="0" y="0"/>
                </a:moveTo>
                <a:lnTo>
                  <a:pt x="12190477" y="0"/>
                </a:lnTo>
                <a:lnTo>
                  <a:pt x="12190477" y="6355079"/>
                </a:lnTo>
                <a:lnTo>
                  <a:pt x="0" y="6355079"/>
                </a:lnTo>
                <a:lnTo>
                  <a:pt x="0" y="6092129"/>
                </a:lnTo>
                <a:lnTo>
                  <a:pt x="5758242" y="6092129"/>
                </a:lnTo>
                <a:cubicBezTo>
                  <a:pt x="5812814" y="6092129"/>
                  <a:pt x="5857054" y="6047906"/>
                  <a:pt x="5857054" y="5993356"/>
                </a:cubicBezTo>
                <a:lnTo>
                  <a:pt x="5857054" y="441603"/>
                </a:lnTo>
                <a:cubicBezTo>
                  <a:pt x="5857054" y="387053"/>
                  <a:pt x="5812814" y="342830"/>
                  <a:pt x="5758242" y="342830"/>
                </a:cubicBezTo>
                <a:lnTo>
                  <a:pt x="0" y="342830"/>
                </a:lnTo>
                <a:close/>
              </a:path>
            </a:pathLst>
          </a:custGeom>
        </p:spPr>
      </p:pic>
      <p:sp>
        <p:nvSpPr>
          <p:cNvPr id="4" name="Title 3">
            <a:extLst>
              <a:ext uri="{FF2B5EF4-FFF2-40B4-BE49-F238E27FC236}">
                <a16:creationId xmlns:a16="http://schemas.microsoft.com/office/drawing/2014/main" id="{3E7515D6-BB97-7317-BF62-160AA2F3CA2F}"/>
              </a:ext>
            </a:extLst>
          </p:cNvPr>
          <p:cNvSpPr>
            <a:spLocks noGrp="1"/>
          </p:cNvSpPr>
          <p:nvPr>
            <p:ph type="title" hasCustomPrompt="1"/>
          </p:nvPr>
        </p:nvSpPr>
        <p:spPr>
          <a:xfrm>
            <a:off x="543600" y="854456"/>
            <a:ext cx="4874400" cy="1359106"/>
          </a:xfrm>
        </p:spPr>
        <p:txBody>
          <a:bodyPr/>
          <a:lstStyle>
            <a:lvl1pPr>
              <a:defRPr>
                <a:solidFill>
                  <a:schemeClr val="bg2"/>
                </a:solidFill>
              </a:defRPr>
            </a:lvl1pPr>
          </a:lstStyle>
          <a:p>
            <a:r>
              <a:rPr lang="en-US" dirty="0"/>
              <a:t>Click to edit title</a:t>
            </a:r>
            <a:endParaRPr lang="en-GB" dirty="0"/>
          </a:p>
        </p:txBody>
      </p:sp>
      <p:sp>
        <p:nvSpPr>
          <p:cNvPr id="5" name="Text Placeholder 5">
            <a:extLst>
              <a:ext uri="{FF2B5EF4-FFF2-40B4-BE49-F238E27FC236}">
                <a16:creationId xmlns:a16="http://schemas.microsoft.com/office/drawing/2014/main" id="{C37095FD-5355-4F74-3A77-ABA3F7D116EC}"/>
              </a:ext>
            </a:extLst>
          </p:cNvPr>
          <p:cNvSpPr>
            <a:spLocks noGrp="1"/>
          </p:cNvSpPr>
          <p:nvPr>
            <p:ph type="body" sz="quarter" idx="23" hasCustomPrompt="1"/>
          </p:nvPr>
        </p:nvSpPr>
        <p:spPr>
          <a:xfrm>
            <a:off x="543600" y="2221742"/>
            <a:ext cx="4874153" cy="3510842"/>
          </a:xfrm>
        </p:spPr>
        <p:txBody>
          <a:bodyPr/>
          <a:lstStyle>
            <a:lvl1pPr>
              <a:defRPr>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text</a:t>
            </a:r>
          </a:p>
          <a:p>
            <a:pPr lvl="1"/>
            <a:endParaRPr lang="en-GB" dirty="0"/>
          </a:p>
        </p:txBody>
      </p:sp>
    </p:spTree>
    <p:extLst>
      <p:ext uri="{BB962C8B-B14F-4D97-AF65-F5344CB8AC3E}">
        <p14:creationId xmlns:p14="http://schemas.microsoft.com/office/powerpoint/2010/main" val="4079530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Text | Nurs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E8B10E-0ABB-04B6-A58B-58ADAD44A2A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9AB3737-6065-529E-0073-84C20DA87F8C}"/>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5DE46F7A-6311-58D1-BCEE-A4AF4B93195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D9372DF9-6328-659A-7997-5A980C153AF6}"/>
              </a:ext>
            </a:extLst>
          </p:cNvPr>
          <p:cNvSpPr>
            <a:spLocks noGrp="1"/>
          </p:cNvSpPr>
          <p:nvPr>
            <p:ph type="sldNum" sz="quarter" idx="25"/>
          </p:nvPr>
        </p:nvSpPr>
        <p:spPr/>
        <p:txBody>
          <a:bodyPr/>
          <a:lstStyle/>
          <a:p>
            <a:fld id="{4413DBDE-1217-486F-B764-076DBBFEB98C}" type="slidenum">
              <a:rPr lang="en-GB" smtClean="0"/>
              <a:pPr/>
              <a:t>‹Nº›</a:t>
            </a:fld>
            <a:endParaRPr lang="en-GB" dirty="0"/>
          </a:p>
        </p:txBody>
      </p:sp>
      <p:grpSp>
        <p:nvGrpSpPr>
          <p:cNvPr id="23" name="Group 22">
            <a:extLst>
              <a:ext uri="{FF2B5EF4-FFF2-40B4-BE49-F238E27FC236}">
                <a16:creationId xmlns:a16="http://schemas.microsoft.com/office/drawing/2014/main" id="{30AD5D29-0255-1C5F-9819-C58FB07EA89F}"/>
              </a:ext>
            </a:extLst>
          </p:cNvPr>
          <p:cNvGrpSpPr/>
          <p:nvPr userDrawn="1"/>
        </p:nvGrpSpPr>
        <p:grpSpPr bwMode="gray">
          <a:xfrm>
            <a:off x="12549167" y="1522816"/>
            <a:ext cx="2855330" cy="2906737"/>
            <a:chOff x="287522" y="320055"/>
            <a:chExt cx="2855330" cy="2906737"/>
          </a:xfrm>
        </p:grpSpPr>
        <p:sp>
          <p:nvSpPr>
            <p:cNvPr id="24" name="TextBox 23">
              <a:extLst>
                <a:ext uri="{FF2B5EF4-FFF2-40B4-BE49-F238E27FC236}">
                  <a16:creationId xmlns:a16="http://schemas.microsoft.com/office/drawing/2014/main" id="{5BBE66CE-9C6F-AC11-204F-E8195C38B3E0}"/>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25" name="Group 24">
              <a:extLst>
                <a:ext uri="{FF2B5EF4-FFF2-40B4-BE49-F238E27FC236}">
                  <a16:creationId xmlns:a16="http://schemas.microsoft.com/office/drawing/2014/main" id="{4DB613FA-233A-FA5E-2D82-E1D9CF2CE72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323CB5F1-32EC-47FE-3F90-B85F3EAE373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EEB14056-616A-D73A-C7B0-B0BBDD0BA6F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603BE4BA-F899-238F-D3BC-6208B84E91A6}"/>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3127C0BE-15FD-BC4E-E359-F20D090543E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5" name="Picture 4">
            <a:extLst>
              <a:ext uri="{FF2B5EF4-FFF2-40B4-BE49-F238E27FC236}">
                <a16:creationId xmlns:a16="http://schemas.microsoft.com/office/drawing/2014/main" id="{B96B0860-4DBD-16E1-6771-A8915189A13A}"/>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1523" y="0"/>
            <a:ext cx="12190477" cy="6355079"/>
          </a:xfrm>
          <a:custGeom>
            <a:avLst/>
            <a:gdLst>
              <a:gd name="connsiteX0" fmla="*/ 0 w 12190477"/>
              <a:gd name="connsiteY0" fmla="*/ 0 h 6355079"/>
              <a:gd name="connsiteX1" fmla="*/ 12190477 w 12190477"/>
              <a:gd name="connsiteY1" fmla="*/ 0 h 6355079"/>
              <a:gd name="connsiteX2" fmla="*/ 12190477 w 12190477"/>
              <a:gd name="connsiteY2" fmla="*/ 6355079 h 6355079"/>
              <a:gd name="connsiteX3" fmla="*/ 0 w 12190477"/>
              <a:gd name="connsiteY3" fmla="*/ 6355079 h 6355079"/>
              <a:gd name="connsiteX4" fmla="*/ 0 w 12190477"/>
              <a:gd name="connsiteY4" fmla="*/ 6092129 h 6355079"/>
              <a:gd name="connsiteX5" fmla="*/ 5758242 w 12190477"/>
              <a:gd name="connsiteY5" fmla="*/ 6092129 h 6355079"/>
              <a:gd name="connsiteX6" fmla="*/ 5857054 w 12190477"/>
              <a:gd name="connsiteY6" fmla="*/ 5993356 h 6355079"/>
              <a:gd name="connsiteX7" fmla="*/ 5857054 w 12190477"/>
              <a:gd name="connsiteY7" fmla="*/ 441603 h 6355079"/>
              <a:gd name="connsiteX8" fmla="*/ 5758242 w 12190477"/>
              <a:gd name="connsiteY8" fmla="*/ 342830 h 6355079"/>
              <a:gd name="connsiteX9" fmla="*/ 0 w 12190477"/>
              <a:gd name="connsiteY9" fmla="*/ 342830 h 63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77" h="6355079">
                <a:moveTo>
                  <a:pt x="0" y="0"/>
                </a:moveTo>
                <a:lnTo>
                  <a:pt x="12190477" y="0"/>
                </a:lnTo>
                <a:lnTo>
                  <a:pt x="12190477" y="6355079"/>
                </a:lnTo>
                <a:lnTo>
                  <a:pt x="0" y="6355079"/>
                </a:lnTo>
                <a:lnTo>
                  <a:pt x="0" y="6092129"/>
                </a:lnTo>
                <a:lnTo>
                  <a:pt x="5758242" y="6092129"/>
                </a:lnTo>
                <a:cubicBezTo>
                  <a:pt x="5812814" y="6092129"/>
                  <a:pt x="5857054" y="6047906"/>
                  <a:pt x="5857054" y="5993356"/>
                </a:cubicBezTo>
                <a:lnTo>
                  <a:pt x="5857054" y="441603"/>
                </a:lnTo>
                <a:cubicBezTo>
                  <a:pt x="5857054" y="387053"/>
                  <a:pt x="5812814" y="342830"/>
                  <a:pt x="5758242" y="342830"/>
                </a:cubicBezTo>
                <a:lnTo>
                  <a:pt x="0" y="342830"/>
                </a:lnTo>
                <a:close/>
              </a:path>
            </a:pathLst>
          </a:custGeom>
        </p:spPr>
      </p:pic>
      <p:sp>
        <p:nvSpPr>
          <p:cNvPr id="6" name="Title 3">
            <a:extLst>
              <a:ext uri="{FF2B5EF4-FFF2-40B4-BE49-F238E27FC236}">
                <a16:creationId xmlns:a16="http://schemas.microsoft.com/office/drawing/2014/main" id="{97EA4AC1-D53C-B71D-99CE-F34C167FD382}"/>
              </a:ext>
            </a:extLst>
          </p:cNvPr>
          <p:cNvSpPr>
            <a:spLocks noGrp="1"/>
          </p:cNvSpPr>
          <p:nvPr>
            <p:ph type="title" hasCustomPrompt="1"/>
          </p:nvPr>
        </p:nvSpPr>
        <p:spPr>
          <a:xfrm>
            <a:off x="543600" y="854456"/>
            <a:ext cx="4874400" cy="1359106"/>
          </a:xfrm>
        </p:spPr>
        <p:txBody>
          <a:bodyPr/>
          <a:lstStyle>
            <a:lvl1pPr>
              <a:defRPr>
                <a:solidFill>
                  <a:schemeClr val="bg2"/>
                </a:solidFill>
              </a:defRPr>
            </a:lvl1pPr>
          </a:lstStyle>
          <a:p>
            <a:r>
              <a:rPr lang="en-US" dirty="0"/>
              <a:t>Click to edit title</a:t>
            </a:r>
            <a:endParaRPr lang="en-GB" dirty="0"/>
          </a:p>
        </p:txBody>
      </p:sp>
      <p:sp>
        <p:nvSpPr>
          <p:cNvPr id="8" name="Text Placeholder 5">
            <a:extLst>
              <a:ext uri="{FF2B5EF4-FFF2-40B4-BE49-F238E27FC236}">
                <a16:creationId xmlns:a16="http://schemas.microsoft.com/office/drawing/2014/main" id="{2E62D6F5-B3C2-7473-E07F-7C8F1E7E888C}"/>
              </a:ext>
            </a:extLst>
          </p:cNvPr>
          <p:cNvSpPr>
            <a:spLocks noGrp="1"/>
          </p:cNvSpPr>
          <p:nvPr>
            <p:ph type="body" sz="quarter" idx="23" hasCustomPrompt="1"/>
          </p:nvPr>
        </p:nvSpPr>
        <p:spPr>
          <a:xfrm>
            <a:off x="543600" y="2221742"/>
            <a:ext cx="4874153" cy="3510842"/>
          </a:xfrm>
        </p:spPr>
        <p:txBody>
          <a:bodyPr/>
          <a:lstStyle>
            <a:lvl1pPr>
              <a:defRPr>
                <a:solidFill>
                  <a:schemeClr val="bg2"/>
                </a:solidFill>
              </a:defRPr>
            </a:lvl1pPr>
            <a:lvl2pPr>
              <a:defRPr>
                <a:solidFill>
                  <a:schemeClr val="bg2"/>
                </a:solidFill>
              </a:defRPr>
            </a:lvl2pPr>
            <a:lvl3pPr>
              <a:defRPr>
                <a:solidFill>
                  <a:schemeClr val="bg2"/>
                </a:solidFill>
              </a:defRPr>
            </a:lvl3pPr>
            <a:lvl4pPr>
              <a:buClr>
                <a:schemeClr val="bg2"/>
              </a:buClr>
              <a:defRPr>
                <a:solidFill>
                  <a:schemeClr val="bg2"/>
                </a:solidFill>
              </a:defRPr>
            </a:lvl4pPr>
            <a:lvl5pPr>
              <a:buClr>
                <a:schemeClr val="bg2"/>
              </a:buCl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text</a:t>
            </a:r>
          </a:p>
          <a:p>
            <a:pPr lvl="1"/>
            <a:endParaRPr lang="en-GB" dirty="0"/>
          </a:p>
        </p:txBody>
      </p:sp>
    </p:spTree>
    <p:extLst>
      <p:ext uri="{BB962C8B-B14F-4D97-AF65-F5344CB8AC3E}">
        <p14:creationId xmlns:p14="http://schemas.microsoft.com/office/powerpoint/2010/main" val="34231997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troduction | Single Speake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58592F-5D77-9D36-7D67-1F181B4C4633}"/>
              </a:ext>
            </a:extLst>
          </p:cNvPr>
          <p:cNvSpPr>
            <a:spLocks noGrp="1"/>
          </p:cNvSpPr>
          <p:nvPr>
            <p:ph type="title" hasCustomPrompt="1"/>
          </p:nvPr>
        </p:nvSpPr>
        <p:spPr>
          <a:xfrm>
            <a:off x="544285" y="2345635"/>
            <a:ext cx="6967728" cy="669881"/>
          </a:xfrm>
        </p:spPr>
        <p:txBody>
          <a:bodyPr anchor="b" anchorCtr="0">
            <a:noAutofit/>
          </a:bodyPr>
          <a:lstStyle>
            <a:lvl1pPr algn="ctr">
              <a:defRPr sz="2800">
                <a:solidFill>
                  <a:schemeClr val="accent1"/>
                </a:solidFill>
              </a:defRPr>
            </a:lvl1pPr>
          </a:lstStyle>
          <a:p>
            <a:r>
              <a:rPr lang="en-US" dirty="0"/>
              <a:t>First Name Last Name</a:t>
            </a:r>
          </a:p>
        </p:txBody>
      </p:sp>
      <p:sp>
        <p:nvSpPr>
          <p:cNvPr id="6" name="Picture Placeholder 3">
            <a:extLst>
              <a:ext uri="{FF2B5EF4-FFF2-40B4-BE49-F238E27FC236}">
                <a16:creationId xmlns:a16="http://schemas.microsoft.com/office/drawing/2014/main" id="{9D982EE1-2308-4F06-C47C-226F908038E0}"/>
              </a:ext>
            </a:extLst>
          </p:cNvPr>
          <p:cNvSpPr>
            <a:spLocks noGrp="1"/>
          </p:cNvSpPr>
          <p:nvPr>
            <p:ph type="pic" sz="quarter" idx="15"/>
          </p:nvPr>
        </p:nvSpPr>
        <p:spPr>
          <a:xfrm>
            <a:off x="7757328" y="684753"/>
            <a:ext cx="4434673" cy="5277801"/>
          </a:xfrm>
          <a:custGeom>
            <a:avLst/>
            <a:gdLst>
              <a:gd name="connsiteX0" fmla="*/ 144088 w 4434673"/>
              <a:gd name="connsiteY0" fmla="*/ 0 h 5277801"/>
              <a:gd name="connsiteX1" fmla="*/ 4417094 w 4434673"/>
              <a:gd name="connsiteY1" fmla="*/ 0 h 5277801"/>
              <a:gd name="connsiteX2" fmla="*/ 4434673 w 4434673"/>
              <a:gd name="connsiteY2" fmla="*/ 3549 h 5277801"/>
              <a:gd name="connsiteX3" fmla="*/ 4434673 w 4434673"/>
              <a:gd name="connsiteY3" fmla="*/ 5274252 h 5277801"/>
              <a:gd name="connsiteX4" fmla="*/ 4417094 w 4434673"/>
              <a:gd name="connsiteY4" fmla="*/ 5277801 h 5277801"/>
              <a:gd name="connsiteX5" fmla="*/ 144088 w 4434673"/>
              <a:gd name="connsiteY5" fmla="*/ 5277801 h 5277801"/>
              <a:gd name="connsiteX6" fmla="*/ 0 w 4434673"/>
              <a:gd name="connsiteY6" fmla="*/ 5133713 h 5277801"/>
              <a:gd name="connsiteX7" fmla="*/ 0 w 4434673"/>
              <a:gd name="connsiteY7" fmla="*/ 144088 h 5277801"/>
              <a:gd name="connsiteX8" fmla="*/ 144088 w 4434673"/>
              <a:gd name="connsiteY8" fmla="*/ 0 h 5277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34673" h="5277801">
                <a:moveTo>
                  <a:pt x="144088" y="0"/>
                </a:moveTo>
                <a:lnTo>
                  <a:pt x="4417094" y="0"/>
                </a:lnTo>
                <a:lnTo>
                  <a:pt x="4434673" y="3549"/>
                </a:lnTo>
                <a:lnTo>
                  <a:pt x="4434673" y="5274252"/>
                </a:lnTo>
                <a:lnTo>
                  <a:pt x="4417094" y="5277801"/>
                </a:lnTo>
                <a:lnTo>
                  <a:pt x="144088" y="5277801"/>
                </a:lnTo>
                <a:cubicBezTo>
                  <a:pt x="64510" y="5277801"/>
                  <a:pt x="0" y="5213291"/>
                  <a:pt x="0" y="5133713"/>
                </a:cubicBezTo>
                <a:lnTo>
                  <a:pt x="0" y="144088"/>
                </a:lnTo>
                <a:cubicBezTo>
                  <a:pt x="0" y="64510"/>
                  <a:pt x="64510" y="0"/>
                  <a:pt x="144088"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lgn="ctr">
              <a:buFontTx/>
              <a:buNone/>
              <a:defRPr lang="en-US" sz="1400" b="0" dirty="0">
                <a:solidFill>
                  <a:schemeClr val="tx2"/>
                </a:solidFill>
              </a:defRPr>
            </a:lvl1pPr>
          </a:lstStyle>
          <a:p>
            <a:pPr lvl="0" algn="ctr"/>
            <a:r>
              <a:rPr lang="en-US" dirty="0"/>
              <a:t>Click icon to add picture</a:t>
            </a:r>
          </a:p>
        </p:txBody>
      </p:sp>
      <p:sp>
        <p:nvSpPr>
          <p:cNvPr id="9" name="Rectangle 8">
            <a:extLst>
              <a:ext uri="{FF2B5EF4-FFF2-40B4-BE49-F238E27FC236}">
                <a16:creationId xmlns:a16="http://schemas.microsoft.com/office/drawing/2014/main" id="{ED902CE2-4A64-CFEE-C0F8-79D384B606E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A72B4E7-3092-4D85-8EFA-C5328CD04BE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6E97FF72-4C33-849E-45ED-E9585AA4B2AD}"/>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03FDD9FF-E709-BCF1-66C1-EFC14A0FA55E}"/>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8" name="Text Placeholder 9">
            <a:extLst>
              <a:ext uri="{FF2B5EF4-FFF2-40B4-BE49-F238E27FC236}">
                <a16:creationId xmlns:a16="http://schemas.microsoft.com/office/drawing/2014/main" id="{533BC077-9911-112C-8F96-B38664D60826}"/>
              </a:ext>
            </a:extLst>
          </p:cNvPr>
          <p:cNvSpPr>
            <a:spLocks noGrp="1"/>
          </p:cNvSpPr>
          <p:nvPr>
            <p:ph type="body" sz="quarter" idx="24" hasCustomPrompt="1"/>
          </p:nvPr>
        </p:nvSpPr>
        <p:spPr>
          <a:xfrm>
            <a:off x="544514" y="3672734"/>
            <a:ext cx="6965950" cy="2289080"/>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6" name="Text Placeholder 14">
            <a:extLst>
              <a:ext uri="{FF2B5EF4-FFF2-40B4-BE49-F238E27FC236}">
                <a16:creationId xmlns:a16="http://schemas.microsoft.com/office/drawing/2014/main" id="{13564357-0DE3-B8BD-EA56-38851AF15CC2}"/>
              </a:ext>
            </a:extLst>
          </p:cNvPr>
          <p:cNvSpPr>
            <a:spLocks noGrp="1"/>
          </p:cNvSpPr>
          <p:nvPr>
            <p:ph type="body" sz="quarter" idx="14" hasCustomPrompt="1"/>
          </p:nvPr>
        </p:nvSpPr>
        <p:spPr>
          <a:xfrm>
            <a:off x="544285" y="3033982"/>
            <a:ext cx="6965950" cy="286232"/>
          </a:xfrm>
        </p:spPr>
        <p:txBody>
          <a:bodyPr/>
          <a:lstStyle>
            <a:lvl1pPr marL="0" indent="0" algn="ctr">
              <a:buNone/>
              <a:defRPr b="1"/>
            </a:lvl1pPr>
            <a:lvl2pPr marL="0" indent="0" algn="ctr">
              <a:buNone/>
              <a:defRPr b="1"/>
            </a:lvl2pPr>
            <a:lvl3pPr marL="0" indent="0" algn="ctr">
              <a:buNone/>
              <a:defRPr/>
            </a:lvl3pPr>
            <a:lvl4pPr marL="0" indent="0" algn="ctr">
              <a:buNone/>
              <a:defRPr/>
            </a:lvl4pPr>
            <a:lvl5pPr marL="0" indent="0" algn="ctr">
              <a:buNone/>
              <a:defRPr/>
            </a:lvl5pPr>
            <a:lvl6pPr marL="0" indent="0" algn="ctr">
              <a:buNone/>
              <a:defRPr/>
            </a:lvl6pPr>
            <a:lvl7pPr marL="0" indent="0" algn="ctr">
              <a:buNone/>
              <a:defRPr/>
            </a:lvl7pPr>
            <a:lvl8pPr marL="0" indent="0" algn="ctr">
              <a:buNone/>
              <a:defRPr/>
            </a:lvl8pPr>
            <a:lvl9pPr marL="0" indent="0" algn="ctr">
              <a:buNone/>
              <a:defRPr/>
            </a:lvl9pPr>
          </a:lstStyle>
          <a:p>
            <a:pPr lvl="0"/>
            <a:r>
              <a:rPr lang="en-GB" dirty="0"/>
              <a:t>Click to edit title/descriptor</a:t>
            </a:r>
          </a:p>
          <a:p>
            <a:pPr lvl="1"/>
            <a:endParaRPr lang="en-GB" dirty="0"/>
          </a:p>
        </p:txBody>
      </p:sp>
      <p:grpSp>
        <p:nvGrpSpPr>
          <p:cNvPr id="10" name="Group 9">
            <a:extLst>
              <a:ext uri="{FF2B5EF4-FFF2-40B4-BE49-F238E27FC236}">
                <a16:creationId xmlns:a16="http://schemas.microsoft.com/office/drawing/2014/main" id="{6590C519-87E6-8A77-7044-59E98C1A41E6}"/>
              </a:ext>
            </a:extLst>
          </p:cNvPr>
          <p:cNvGrpSpPr/>
          <p:nvPr userDrawn="1"/>
        </p:nvGrpSpPr>
        <p:grpSpPr bwMode="gray">
          <a:xfrm>
            <a:off x="12549167" y="1522816"/>
            <a:ext cx="2855330" cy="2906737"/>
            <a:chOff x="287522" y="320055"/>
            <a:chExt cx="2855330" cy="2906737"/>
          </a:xfrm>
        </p:grpSpPr>
        <p:sp>
          <p:nvSpPr>
            <p:cNvPr id="14" name="TextBox 13">
              <a:extLst>
                <a:ext uri="{FF2B5EF4-FFF2-40B4-BE49-F238E27FC236}">
                  <a16:creationId xmlns:a16="http://schemas.microsoft.com/office/drawing/2014/main" id="{52E44098-E05A-9FF1-ECFC-C417CD02ED02}"/>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15" name="Group 14">
              <a:extLst>
                <a:ext uri="{FF2B5EF4-FFF2-40B4-BE49-F238E27FC236}">
                  <a16:creationId xmlns:a16="http://schemas.microsoft.com/office/drawing/2014/main" id="{61CC0396-3304-27A8-DDC0-CA56967780FD}"/>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9" name="Oval 9">
                <a:extLst>
                  <a:ext uri="{FF2B5EF4-FFF2-40B4-BE49-F238E27FC236}">
                    <a16:creationId xmlns:a16="http://schemas.microsoft.com/office/drawing/2014/main" id="{9F94BAE4-D0D1-5112-26E8-32C776CCF4F9}"/>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0">
                <a:extLst>
                  <a:ext uri="{FF2B5EF4-FFF2-40B4-BE49-F238E27FC236}">
                    <a16:creationId xmlns:a16="http://schemas.microsoft.com/office/drawing/2014/main" id="{29F34323-C669-0D36-FF85-B10A6AA569ED}"/>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7" name="Donut 24">
              <a:extLst>
                <a:ext uri="{FF2B5EF4-FFF2-40B4-BE49-F238E27FC236}">
                  <a16:creationId xmlns:a16="http://schemas.microsoft.com/office/drawing/2014/main" id="{375C7019-8039-AE21-B889-62C42D8152A3}"/>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Freeform 45">
              <a:extLst>
                <a:ext uri="{FF2B5EF4-FFF2-40B4-BE49-F238E27FC236}">
                  <a16:creationId xmlns:a16="http://schemas.microsoft.com/office/drawing/2014/main" id="{845B58DB-2F2C-F366-E178-65B2EE74CBC6}"/>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266591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troduction | Multiple People">
    <p:spTree>
      <p:nvGrpSpPr>
        <p:cNvPr id="1" name=""/>
        <p:cNvGrpSpPr/>
        <p:nvPr/>
      </p:nvGrpSpPr>
      <p:grpSpPr>
        <a:xfrm>
          <a:off x="0" y="0"/>
          <a:ext cx="0" cy="0"/>
          <a:chOff x="0" y="0"/>
          <a:chExt cx="0" cy="0"/>
        </a:xfrm>
      </p:grpSpPr>
      <p:sp>
        <p:nvSpPr>
          <p:cNvPr id="26" name="Text Placeholder 9">
            <a:extLst>
              <a:ext uri="{FF2B5EF4-FFF2-40B4-BE49-F238E27FC236}">
                <a16:creationId xmlns:a16="http://schemas.microsoft.com/office/drawing/2014/main" id="{0341EC3F-62F3-0BD4-F1ED-B8771FA22400}"/>
              </a:ext>
            </a:extLst>
          </p:cNvPr>
          <p:cNvSpPr>
            <a:spLocks noGrp="1"/>
          </p:cNvSpPr>
          <p:nvPr>
            <p:ph type="body" sz="quarter" idx="24" hasCustomPrompt="1"/>
          </p:nvPr>
        </p:nvSpPr>
        <p:spPr>
          <a:xfrm>
            <a:off x="419099" y="2920246"/>
            <a:ext cx="2120901" cy="3218618"/>
          </a:xfrm>
          <a:prstGeom prst="roundRect">
            <a:avLst>
              <a:gd name="adj" fmla="val 3414"/>
            </a:avLst>
          </a:prstGeom>
          <a:solidFill>
            <a:schemeClr val="accent3">
              <a:lumMod val="20000"/>
              <a:lumOff val="80000"/>
            </a:schemeClr>
          </a:solidFill>
        </p:spPr>
        <p:txBody>
          <a:bodyPr tIns="547200" bIns="1800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27" name="Text Placeholder 9">
            <a:extLst>
              <a:ext uri="{FF2B5EF4-FFF2-40B4-BE49-F238E27FC236}">
                <a16:creationId xmlns:a16="http://schemas.microsoft.com/office/drawing/2014/main" id="{2304D427-357B-5785-A7CD-4E272E4EC28D}"/>
              </a:ext>
            </a:extLst>
          </p:cNvPr>
          <p:cNvSpPr>
            <a:spLocks noGrp="1"/>
          </p:cNvSpPr>
          <p:nvPr>
            <p:ph type="body" sz="quarter" idx="55" hasCustomPrompt="1"/>
          </p:nvPr>
        </p:nvSpPr>
        <p:spPr>
          <a:xfrm>
            <a:off x="2727323" y="2920246"/>
            <a:ext cx="2120901" cy="3218618"/>
          </a:xfrm>
          <a:prstGeom prst="roundRect">
            <a:avLst>
              <a:gd name="adj" fmla="val 3414"/>
            </a:avLst>
          </a:prstGeom>
          <a:solidFill>
            <a:schemeClr val="accent3">
              <a:lumMod val="20000"/>
              <a:lumOff val="80000"/>
            </a:schemeClr>
          </a:solidFill>
        </p:spPr>
        <p:txBody>
          <a:bodyPr tIns="547200" bIns="1800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28" name="Text Placeholder 9">
            <a:extLst>
              <a:ext uri="{FF2B5EF4-FFF2-40B4-BE49-F238E27FC236}">
                <a16:creationId xmlns:a16="http://schemas.microsoft.com/office/drawing/2014/main" id="{769253D1-5F23-865C-E48C-F735E34AB980}"/>
              </a:ext>
            </a:extLst>
          </p:cNvPr>
          <p:cNvSpPr>
            <a:spLocks noGrp="1"/>
          </p:cNvSpPr>
          <p:nvPr>
            <p:ph type="body" sz="quarter" idx="56" hasCustomPrompt="1"/>
          </p:nvPr>
        </p:nvSpPr>
        <p:spPr>
          <a:xfrm>
            <a:off x="5035548" y="2920246"/>
            <a:ext cx="2120901" cy="3218618"/>
          </a:xfrm>
          <a:prstGeom prst="roundRect">
            <a:avLst>
              <a:gd name="adj" fmla="val 3414"/>
            </a:avLst>
          </a:prstGeom>
          <a:solidFill>
            <a:schemeClr val="accent3">
              <a:lumMod val="20000"/>
              <a:lumOff val="80000"/>
            </a:schemeClr>
          </a:solidFill>
        </p:spPr>
        <p:txBody>
          <a:bodyPr tIns="547200" bIns="1800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29" name="Text Placeholder 9">
            <a:extLst>
              <a:ext uri="{FF2B5EF4-FFF2-40B4-BE49-F238E27FC236}">
                <a16:creationId xmlns:a16="http://schemas.microsoft.com/office/drawing/2014/main" id="{8B83F3B8-857F-3525-23C4-1C53BC60DB39}"/>
              </a:ext>
            </a:extLst>
          </p:cNvPr>
          <p:cNvSpPr>
            <a:spLocks noGrp="1"/>
          </p:cNvSpPr>
          <p:nvPr>
            <p:ph type="body" sz="quarter" idx="57" hasCustomPrompt="1"/>
          </p:nvPr>
        </p:nvSpPr>
        <p:spPr>
          <a:xfrm>
            <a:off x="7343773" y="2920246"/>
            <a:ext cx="2120901" cy="3218618"/>
          </a:xfrm>
          <a:prstGeom prst="roundRect">
            <a:avLst>
              <a:gd name="adj" fmla="val 3414"/>
            </a:avLst>
          </a:prstGeom>
          <a:solidFill>
            <a:schemeClr val="accent3">
              <a:lumMod val="20000"/>
              <a:lumOff val="80000"/>
            </a:schemeClr>
          </a:solidFill>
        </p:spPr>
        <p:txBody>
          <a:bodyPr tIns="547200" bIns="1800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30" name="Text Placeholder 9">
            <a:extLst>
              <a:ext uri="{FF2B5EF4-FFF2-40B4-BE49-F238E27FC236}">
                <a16:creationId xmlns:a16="http://schemas.microsoft.com/office/drawing/2014/main" id="{C6304E6D-D9F4-2194-74FB-3A3938046D12}"/>
              </a:ext>
            </a:extLst>
          </p:cNvPr>
          <p:cNvSpPr>
            <a:spLocks noGrp="1"/>
          </p:cNvSpPr>
          <p:nvPr>
            <p:ph type="body" sz="quarter" idx="58" hasCustomPrompt="1"/>
          </p:nvPr>
        </p:nvSpPr>
        <p:spPr>
          <a:xfrm>
            <a:off x="9651997" y="2920246"/>
            <a:ext cx="2120901" cy="3218618"/>
          </a:xfrm>
          <a:prstGeom prst="roundRect">
            <a:avLst>
              <a:gd name="adj" fmla="val 3414"/>
            </a:avLst>
          </a:prstGeom>
          <a:solidFill>
            <a:schemeClr val="accent3">
              <a:lumMod val="20000"/>
              <a:lumOff val="80000"/>
            </a:schemeClr>
          </a:solidFill>
        </p:spPr>
        <p:txBody>
          <a:bodyPr tIns="547200" bIns="1800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5" name="Title 1">
            <a:extLst>
              <a:ext uri="{FF2B5EF4-FFF2-40B4-BE49-F238E27FC236}">
                <a16:creationId xmlns:a16="http://schemas.microsoft.com/office/drawing/2014/main" id="{85AC7B50-5769-2A30-2DE7-2E43A5D3A65A}"/>
              </a:ext>
            </a:extLst>
          </p:cNvPr>
          <p:cNvSpPr>
            <a:spLocks noGrp="1"/>
          </p:cNvSpPr>
          <p:nvPr>
            <p:ph type="title" hasCustomPrompt="1"/>
          </p:nvPr>
        </p:nvSpPr>
        <p:spPr>
          <a:xfrm>
            <a:off x="419100" y="502285"/>
            <a:ext cx="11353800" cy="549275"/>
          </a:xfrm>
        </p:spPr>
        <p:txBody>
          <a:bodyPr anchor="ctr" anchorCtr="0">
            <a:normAutofit/>
          </a:bodyPr>
          <a:lstStyle>
            <a:lvl1pPr algn="l">
              <a:defRPr sz="2800">
                <a:solidFill>
                  <a:schemeClr val="accent1"/>
                </a:solidFill>
              </a:defRPr>
            </a:lvl1pPr>
          </a:lstStyle>
          <a:p>
            <a:r>
              <a:rPr lang="en-US" dirty="0"/>
              <a:t>Click to edit title</a:t>
            </a:r>
          </a:p>
        </p:txBody>
      </p:sp>
      <p:sp>
        <p:nvSpPr>
          <p:cNvPr id="11" name="Picture Placeholder 27">
            <a:extLst>
              <a:ext uri="{FF2B5EF4-FFF2-40B4-BE49-F238E27FC236}">
                <a16:creationId xmlns:a16="http://schemas.microsoft.com/office/drawing/2014/main" id="{6B8C6FB6-8946-D607-1CC8-D367937CF121}"/>
              </a:ext>
            </a:extLst>
          </p:cNvPr>
          <p:cNvSpPr>
            <a:spLocks noGrp="1"/>
          </p:cNvSpPr>
          <p:nvPr>
            <p:ph type="pic" sz="quarter" idx="39" hasCustomPrompt="1"/>
          </p:nvPr>
        </p:nvSpPr>
        <p:spPr>
          <a:xfrm>
            <a:off x="10016813" y="1967865"/>
            <a:ext cx="1391271" cy="1392237"/>
          </a:xfrm>
          <a:prstGeom prst="roundRect">
            <a:avLst>
              <a:gd name="adj" fmla="val 6322"/>
            </a:avLst>
          </a:pr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a:t>
            </a:r>
            <a:br>
              <a:rPr lang="en-US" dirty="0"/>
            </a:br>
            <a:r>
              <a:rPr lang="en-US" dirty="0"/>
              <a:t>add picture</a:t>
            </a:r>
          </a:p>
        </p:txBody>
      </p:sp>
      <p:sp>
        <p:nvSpPr>
          <p:cNvPr id="3" name="Rectangle 2">
            <a:extLst>
              <a:ext uri="{FF2B5EF4-FFF2-40B4-BE49-F238E27FC236}">
                <a16:creationId xmlns:a16="http://schemas.microsoft.com/office/drawing/2014/main" id="{810F297A-C41A-C250-FC19-45D44367F12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092C9176-DA7A-DD60-1D5B-7D2988585F9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9" name="Footer Placeholder 14">
            <a:extLst>
              <a:ext uri="{FF2B5EF4-FFF2-40B4-BE49-F238E27FC236}">
                <a16:creationId xmlns:a16="http://schemas.microsoft.com/office/drawing/2014/main" id="{02763CE5-A71F-C05E-7FD6-4B9C58D58489}"/>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10" name="Slide Number Placeholder 9">
            <a:extLst>
              <a:ext uri="{FF2B5EF4-FFF2-40B4-BE49-F238E27FC236}">
                <a16:creationId xmlns:a16="http://schemas.microsoft.com/office/drawing/2014/main" id="{0BF3EF18-6A60-F0D5-D24D-7CF0827C5628}"/>
              </a:ext>
            </a:extLst>
          </p:cNvPr>
          <p:cNvSpPr>
            <a:spLocks noGrp="1"/>
          </p:cNvSpPr>
          <p:nvPr>
            <p:ph type="sldNum" sz="quarter" idx="49"/>
          </p:nvPr>
        </p:nvSpPr>
        <p:spPr/>
        <p:txBody>
          <a:bodyPr/>
          <a:lstStyle/>
          <a:p>
            <a:fld id="{4413DBDE-1217-486F-B764-076DBBFEB98C}" type="slidenum">
              <a:rPr lang="en-GB" smtClean="0"/>
              <a:pPr/>
              <a:t>‹Nº›</a:t>
            </a:fld>
            <a:endParaRPr lang="en-GB" dirty="0"/>
          </a:p>
        </p:txBody>
      </p:sp>
      <p:sp>
        <p:nvSpPr>
          <p:cNvPr id="16" name="Picture Placeholder 15">
            <a:extLst>
              <a:ext uri="{FF2B5EF4-FFF2-40B4-BE49-F238E27FC236}">
                <a16:creationId xmlns:a16="http://schemas.microsoft.com/office/drawing/2014/main" id="{8C39D211-CB4E-03F4-E444-8502EACC56D1}"/>
              </a:ext>
            </a:extLst>
          </p:cNvPr>
          <p:cNvSpPr>
            <a:spLocks noGrp="1"/>
          </p:cNvSpPr>
          <p:nvPr>
            <p:ph type="pic" sz="quarter" idx="50"/>
          </p:nvPr>
        </p:nvSpPr>
        <p:spPr>
          <a:xfrm>
            <a:off x="784225" y="1968500"/>
            <a:ext cx="1390650" cy="1392238"/>
          </a:xfrm>
          <a:prstGeom prst="roundRect">
            <a:avLst>
              <a:gd name="adj" fmla="val 5972"/>
            </a:avLst>
          </a:prstGeom>
          <a:pattFill prst="dkHorz">
            <a:fgClr>
              <a:schemeClr val="accent4">
                <a:lumMod val="20000"/>
                <a:lumOff val="80000"/>
              </a:schemeClr>
            </a:fgClr>
            <a:bgClr>
              <a:schemeClr val="accent3">
                <a:lumMod val="20000"/>
                <a:lumOff val="80000"/>
              </a:schemeClr>
            </a:bgClr>
          </a:pattFill>
        </p:spPr>
        <p:txBody>
          <a:bodyPr tIns="108000"/>
          <a:lstStyle>
            <a:lvl1pPr marL="0" indent="0" algn="ctr">
              <a:buNone/>
              <a:defRPr>
                <a:solidFill>
                  <a:schemeClr val="tx2"/>
                </a:solidFill>
              </a:defRPr>
            </a:lvl1pPr>
          </a:lstStyle>
          <a:p>
            <a:r>
              <a:rPr lang="en-GB" dirty="0"/>
              <a:t>Click icon to add picture</a:t>
            </a:r>
          </a:p>
        </p:txBody>
      </p:sp>
      <p:sp>
        <p:nvSpPr>
          <p:cNvPr id="17" name="Picture Placeholder 15">
            <a:extLst>
              <a:ext uri="{FF2B5EF4-FFF2-40B4-BE49-F238E27FC236}">
                <a16:creationId xmlns:a16="http://schemas.microsoft.com/office/drawing/2014/main" id="{24976DEC-8968-67EA-C6BC-80AEC45BEFC1}"/>
              </a:ext>
            </a:extLst>
          </p:cNvPr>
          <p:cNvSpPr>
            <a:spLocks noGrp="1"/>
          </p:cNvSpPr>
          <p:nvPr>
            <p:ph type="pic" sz="quarter" idx="51"/>
          </p:nvPr>
        </p:nvSpPr>
        <p:spPr>
          <a:xfrm>
            <a:off x="3092760" y="1968500"/>
            <a:ext cx="1390650" cy="1392238"/>
          </a:xfrm>
          <a:prstGeom prst="roundRect">
            <a:avLst>
              <a:gd name="adj" fmla="val 5972"/>
            </a:avLst>
          </a:prstGeom>
          <a:pattFill prst="dkHorz">
            <a:fgClr>
              <a:schemeClr val="accent4">
                <a:lumMod val="20000"/>
                <a:lumOff val="80000"/>
              </a:schemeClr>
            </a:fgClr>
            <a:bgClr>
              <a:schemeClr val="accent3">
                <a:lumMod val="20000"/>
                <a:lumOff val="80000"/>
              </a:schemeClr>
            </a:bgClr>
          </a:pattFill>
        </p:spPr>
        <p:txBody>
          <a:bodyPr tIns="108000"/>
          <a:lstStyle>
            <a:lvl1pPr marL="0" indent="0" algn="ctr">
              <a:buNone/>
              <a:defRPr>
                <a:solidFill>
                  <a:schemeClr val="tx2"/>
                </a:solidFill>
              </a:defRPr>
            </a:lvl1pPr>
          </a:lstStyle>
          <a:p>
            <a:r>
              <a:rPr lang="en-GB" dirty="0"/>
              <a:t>Click icon to add picture</a:t>
            </a:r>
          </a:p>
        </p:txBody>
      </p:sp>
      <p:sp>
        <p:nvSpPr>
          <p:cNvPr id="24" name="Picture Placeholder 15">
            <a:extLst>
              <a:ext uri="{FF2B5EF4-FFF2-40B4-BE49-F238E27FC236}">
                <a16:creationId xmlns:a16="http://schemas.microsoft.com/office/drawing/2014/main" id="{5EC4C02D-6DDC-2618-101D-1D29A22E65CA}"/>
              </a:ext>
            </a:extLst>
          </p:cNvPr>
          <p:cNvSpPr>
            <a:spLocks noGrp="1"/>
          </p:cNvSpPr>
          <p:nvPr>
            <p:ph type="pic" sz="quarter" idx="53"/>
          </p:nvPr>
        </p:nvSpPr>
        <p:spPr>
          <a:xfrm>
            <a:off x="5400985" y="1968500"/>
            <a:ext cx="1390650" cy="1392238"/>
          </a:xfrm>
          <a:prstGeom prst="roundRect">
            <a:avLst>
              <a:gd name="adj" fmla="val 5972"/>
            </a:avLst>
          </a:prstGeom>
          <a:pattFill prst="dkHorz">
            <a:fgClr>
              <a:schemeClr val="accent4">
                <a:lumMod val="20000"/>
                <a:lumOff val="80000"/>
              </a:schemeClr>
            </a:fgClr>
            <a:bgClr>
              <a:schemeClr val="accent3">
                <a:lumMod val="20000"/>
                <a:lumOff val="80000"/>
              </a:schemeClr>
            </a:bgClr>
          </a:pattFill>
        </p:spPr>
        <p:txBody>
          <a:bodyPr tIns="108000"/>
          <a:lstStyle>
            <a:lvl1pPr marL="0" indent="0" algn="ctr">
              <a:buNone/>
              <a:defRPr>
                <a:solidFill>
                  <a:schemeClr val="tx2"/>
                </a:solidFill>
              </a:defRPr>
            </a:lvl1pPr>
          </a:lstStyle>
          <a:p>
            <a:r>
              <a:rPr lang="en-GB" dirty="0"/>
              <a:t>Click icon to add picture</a:t>
            </a:r>
          </a:p>
        </p:txBody>
      </p:sp>
      <p:sp>
        <p:nvSpPr>
          <p:cNvPr id="25" name="Picture Placeholder 15">
            <a:extLst>
              <a:ext uri="{FF2B5EF4-FFF2-40B4-BE49-F238E27FC236}">
                <a16:creationId xmlns:a16="http://schemas.microsoft.com/office/drawing/2014/main" id="{9393536A-A092-8282-8F85-0F4BA6279384}"/>
              </a:ext>
            </a:extLst>
          </p:cNvPr>
          <p:cNvSpPr>
            <a:spLocks noGrp="1"/>
          </p:cNvSpPr>
          <p:nvPr>
            <p:ph type="pic" sz="quarter" idx="54"/>
          </p:nvPr>
        </p:nvSpPr>
        <p:spPr>
          <a:xfrm>
            <a:off x="7709210" y="1968500"/>
            <a:ext cx="1390650" cy="1392238"/>
          </a:xfrm>
          <a:prstGeom prst="roundRect">
            <a:avLst>
              <a:gd name="adj" fmla="val 5972"/>
            </a:avLst>
          </a:prstGeom>
          <a:pattFill prst="dkHorz">
            <a:fgClr>
              <a:schemeClr val="accent4">
                <a:lumMod val="20000"/>
                <a:lumOff val="80000"/>
              </a:schemeClr>
            </a:fgClr>
            <a:bgClr>
              <a:schemeClr val="accent3">
                <a:lumMod val="20000"/>
                <a:lumOff val="80000"/>
              </a:schemeClr>
            </a:bgClr>
          </a:pattFill>
        </p:spPr>
        <p:txBody>
          <a:bodyPr tIns="108000"/>
          <a:lstStyle>
            <a:lvl1pPr marL="0" indent="0" algn="ctr">
              <a:buNone/>
              <a:defRPr>
                <a:solidFill>
                  <a:schemeClr val="tx2"/>
                </a:solidFill>
              </a:defRPr>
            </a:lvl1pPr>
          </a:lstStyle>
          <a:p>
            <a:r>
              <a:rPr lang="en-GB" dirty="0"/>
              <a:t>Click icon to add picture</a:t>
            </a:r>
          </a:p>
        </p:txBody>
      </p:sp>
      <p:sp>
        <p:nvSpPr>
          <p:cNvPr id="31" name="Text Placeholder 14">
            <a:extLst>
              <a:ext uri="{FF2B5EF4-FFF2-40B4-BE49-F238E27FC236}">
                <a16:creationId xmlns:a16="http://schemas.microsoft.com/office/drawing/2014/main" id="{7FD0A395-7DB8-2D55-A858-05D6194B9B44}"/>
              </a:ext>
            </a:extLst>
          </p:cNvPr>
          <p:cNvSpPr>
            <a:spLocks noGrp="1"/>
          </p:cNvSpPr>
          <p:nvPr>
            <p:ph type="body" sz="quarter" idx="59" hasCustomPrompt="1"/>
          </p:nvPr>
        </p:nvSpPr>
        <p:spPr>
          <a:xfrm>
            <a:off x="419098" y="1235075"/>
            <a:ext cx="11353799" cy="576320"/>
          </a:xfrm>
        </p:spPr>
        <p:txBody>
          <a:bodyPr>
            <a:noAutofit/>
          </a:bodyPr>
          <a:lstStyle>
            <a:lvl1pPr marL="0" indent="0" algn="l">
              <a:buNone/>
              <a:defRPr b="1"/>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grpSp>
        <p:nvGrpSpPr>
          <p:cNvPr id="34" name="Group 33">
            <a:extLst>
              <a:ext uri="{FF2B5EF4-FFF2-40B4-BE49-F238E27FC236}">
                <a16:creationId xmlns:a16="http://schemas.microsoft.com/office/drawing/2014/main" id="{16EE2BB0-B46F-3CF7-36DA-439AF5DB383C}"/>
              </a:ext>
            </a:extLst>
          </p:cNvPr>
          <p:cNvGrpSpPr/>
          <p:nvPr userDrawn="1"/>
        </p:nvGrpSpPr>
        <p:grpSpPr bwMode="gray">
          <a:xfrm>
            <a:off x="12549167" y="1522816"/>
            <a:ext cx="2855330" cy="2906737"/>
            <a:chOff x="287522" y="320055"/>
            <a:chExt cx="2855330" cy="2906737"/>
          </a:xfrm>
        </p:grpSpPr>
        <p:sp>
          <p:nvSpPr>
            <p:cNvPr id="35" name="TextBox 34">
              <a:extLst>
                <a:ext uri="{FF2B5EF4-FFF2-40B4-BE49-F238E27FC236}">
                  <a16:creationId xmlns:a16="http://schemas.microsoft.com/office/drawing/2014/main" id="{30661CF6-7A88-CD1D-9741-CB5B8C231D9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36" name="Group 35">
              <a:extLst>
                <a:ext uri="{FF2B5EF4-FFF2-40B4-BE49-F238E27FC236}">
                  <a16:creationId xmlns:a16="http://schemas.microsoft.com/office/drawing/2014/main" id="{96779DC4-0FF4-20F5-29A2-5F184360250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39" name="Oval 9">
                <a:extLst>
                  <a:ext uri="{FF2B5EF4-FFF2-40B4-BE49-F238E27FC236}">
                    <a16:creationId xmlns:a16="http://schemas.microsoft.com/office/drawing/2014/main" id="{211AB54C-2E89-0A58-1DD8-A5723911FA8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0">
                <a:extLst>
                  <a:ext uri="{FF2B5EF4-FFF2-40B4-BE49-F238E27FC236}">
                    <a16:creationId xmlns:a16="http://schemas.microsoft.com/office/drawing/2014/main" id="{DFB9C899-02F4-CCC3-26DD-906E412A7EA0}"/>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7" name="Donut 24">
              <a:extLst>
                <a:ext uri="{FF2B5EF4-FFF2-40B4-BE49-F238E27FC236}">
                  <a16:creationId xmlns:a16="http://schemas.microsoft.com/office/drawing/2014/main" id="{C243064D-DDF6-95EC-B74B-11E6FB905F6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8" name="Freeform 45">
              <a:extLst>
                <a:ext uri="{FF2B5EF4-FFF2-40B4-BE49-F238E27FC236}">
                  <a16:creationId xmlns:a16="http://schemas.microsoft.com/office/drawing/2014/main" id="{C8911775-E703-1400-7D47-1656C1067DAE}"/>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094474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C31F039-904F-2C55-BA07-4D90B8873E84}"/>
              </a:ext>
            </a:extLst>
          </p:cNvPr>
          <p:cNvSpPr>
            <a:spLocks noGrp="1"/>
          </p:cNvSpPr>
          <p:nvPr>
            <p:ph type="title" hasCustomPrompt="1"/>
          </p:nvPr>
        </p:nvSpPr>
        <p:spPr>
          <a:xfrm>
            <a:off x="419100" y="502285"/>
            <a:ext cx="11353800" cy="549275"/>
          </a:xfrm>
        </p:spPr>
        <p:txBody>
          <a:bodyPr anchor="ctr" anchorCtr="0">
            <a:normAutofit/>
          </a:bodyPr>
          <a:lstStyle>
            <a:lvl1pPr algn="l">
              <a:defRPr sz="2800">
                <a:solidFill>
                  <a:schemeClr val="accent1"/>
                </a:solidFill>
              </a:defRPr>
            </a:lvl1pPr>
          </a:lstStyle>
          <a:p>
            <a:r>
              <a:rPr lang="en-US" dirty="0"/>
              <a:t>Click to edit title</a:t>
            </a:r>
          </a:p>
        </p:txBody>
      </p:sp>
      <p:sp>
        <p:nvSpPr>
          <p:cNvPr id="14" name="Rectangle 13">
            <a:extLst>
              <a:ext uri="{FF2B5EF4-FFF2-40B4-BE49-F238E27FC236}">
                <a16:creationId xmlns:a16="http://schemas.microsoft.com/office/drawing/2014/main" id="{01369CD8-8A84-8BDE-FEC2-E4CE42ED23C8}"/>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093202A9-281E-DFD0-EDAB-7864A176B8A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040F6260-630B-673C-0326-1EDF6ACA0D03}"/>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DC4DA3A6-43CB-35A4-77EF-55620F0A98FD}"/>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7" name="Text Placeholder 14">
            <a:extLst>
              <a:ext uri="{FF2B5EF4-FFF2-40B4-BE49-F238E27FC236}">
                <a16:creationId xmlns:a16="http://schemas.microsoft.com/office/drawing/2014/main" id="{892D03D6-DA65-DB6B-68CE-1D61B92A32BB}"/>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lvl1pPr>
            <a:lvl2pPr marL="0" indent="0" algn="l">
              <a:buNone/>
              <a:defRPr b="1"/>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
        <p:nvSpPr>
          <p:cNvPr id="9" name="Text Placeholder 9">
            <a:extLst>
              <a:ext uri="{FF2B5EF4-FFF2-40B4-BE49-F238E27FC236}">
                <a16:creationId xmlns:a16="http://schemas.microsoft.com/office/drawing/2014/main" id="{22271398-D8A3-7353-8451-5D1CB278EE5E}"/>
              </a:ext>
            </a:extLst>
          </p:cNvPr>
          <p:cNvSpPr>
            <a:spLocks noGrp="1"/>
          </p:cNvSpPr>
          <p:nvPr>
            <p:ph type="body" sz="quarter" idx="15" hasCustomPrompt="1"/>
          </p:nvPr>
        </p:nvSpPr>
        <p:spPr>
          <a:xfrm>
            <a:off x="419099" y="1967863"/>
            <a:ext cx="11353799" cy="4098565"/>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Tree>
    <p:extLst>
      <p:ext uri="{BB962C8B-B14F-4D97-AF65-F5344CB8AC3E}">
        <p14:creationId xmlns:p14="http://schemas.microsoft.com/office/powerpoint/2010/main" val="1684098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BA2EB06-CA0E-C900-4CE2-53AE752A6646}"/>
              </a:ext>
            </a:extLst>
          </p:cNvPr>
          <p:cNvSpPr>
            <a:spLocks noGrp="1"/>
          </p:cNvSpPr>
          <p:nvPr>
            <p:ph type="pic" sz="quarter" idx="10"/>
          </p:nvPr>
        </p:nvSpPr>
        <p:spPr>
          <a:xfrm>
            <a:off x="0" y="0"/>
            <a:ext cx="12192000" cy="6357938"/>
          </a:xfrm>
          <a:prstGeom prst="rect">
            <a:avLst/>
          </a:pr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
        <p:nvSpPr>
          <p:cNvPr id="13" name="Rectangle 12">
            <a:extLst>
              <a:ext uri="{FF2B5EF4-FFF2-40B4-BE49-F238E27FC236}">
                <a16:creationId xmlns:a16="http://schemas.microsoft.com/office/drawing/2014/main" id="{EFEA97CD-5E44-AC87-9EF3-C64FCB89532B}"/>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827F1342-43FD-2538-4484-8DBA2801F83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6" name="Footer Placeholder 14">
            <a:extLst>
              <a:ext uri="{FF2B5EF4-FFF2-40B4-BE49-F238E27FC236}">
                <a16:creationId xmlns:a16="http://schemas.microsoft.com/office/drawing/2014/main" id="{58F9DC33-E68D-7F78-43FD-A70C8A6ADF71}"/>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F81F1914-C963-FFEC-C2FE-7949500BF1BD}"/>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4A7C1BC8-972B-E600-D6D3-AAB27969629F}"/>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65FF58F6-EE84-F083-1081-3157F17D056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09661DB7-1093-38D5-12D2-9FDC7E989058}"/>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1" name="Oval 9">
                <a:extLst>
                  <a:ext uri="{FF2B5EF4-FFF2-40B4-BE49-F238E27FC236}">
                    <a16:creationId xmlns:a16="http://schemas.microsoft.com/office/drawing/2014/main" id="{704BBF34-9F9A-82B4-B0BF-70EB09B7265F}"/>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10">
                <a:extLst>
                  <a:ext uri="{FF2B5EF4-FFF2-40B4-BE49-F238E27FC236}">
                    <a16:creationId xmlns:a16="http://schemas.microsoft.com/office/drawing/2014/main" id="{8EC94DB5-EA4D-F94C-18FF-03F122D73E5F}"/>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40343FC1-7F45-BFB3-4336-7DEAC2EDDEA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Freeform 45">
              <a:extLst>
                <a:ext uri="{FF2B5EF4-FFF2-40B4-BE49-F238E27FC236}">
                  <a16:creationId xmlns:a16="http://schemas.microsoft.com/office/drawing/2014/main" id="{33FED6E4-B082-F548-82F3-F2CA1868BDE7}"/>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55626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 Portrait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8" name="Picture Placeholder 7">
            <a:extLst>
              <a:ext uri="{FF2B5EF4-FFF2-40B4-BE49-F238E27FC236}">
                <a16:creationId xmlns:a16="http://schemas.microsoft.com/office/drawing/2014/main" id="{FA57FD1A-96BE-8884-79A1-7669AC2CE452}"/>
              </a:ext>
            </a:extLst>
          </p:cNvPr>
          <p:cNvSpPr>
            <a:spLocks noGrp="1"/>
          </p:cNvSpPr>
          <p:nvPr>
            <p:ph type="pic" sz="quarter" idx="16"/>
          </p:nvPr>
        </p:nvSpPr>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Tree>
    <p:extLst>
      <p:ext uri="{BB962C8B-B14F-4D97-AF65-F5344CB8AC3E}">
        <p14:creationId xmlns:p14="http://schemas.microsoft.com/office/powerpoint/2010/main" val="13444894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 Portrait Image | Pati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0" name="Picture 19">
            <a:extLst>
              <a:ext uri="{FF2B5EF4-FFF2-40B4-BE49-F238E27FC236}">
                <a16:creationId xmlns:a16="http://schemas.microsoft.com/office/drawing/2014/main" id="{267DCBCA-D31A-DEED-5AFA-5D378412A8BA}"/>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7734930" y="609748"/>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29634850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 Portrait Image | Clinicia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8BADEDFB-4514-1950-B321-08C31B00E83D}"/>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39765274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Portrait Image | Vantive Rep">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D91538EC-295F-5D65-6C85-7B8EB0C8BD1B}"/>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39221429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 Portrait Image | Nurs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6C4D4030-0D35-7406-0AEB-03D0DAF7177C}"/>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29067125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 Landscape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68F50FD4-0C1C-CA1C-64ED-86F361E7CCBC}"/>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22" name="Picture Placeholder 21">
            <a:extLst>
              <a:ext uri="{FF2B5EF4-FFF2-40B4-BE49-F238E27FC236}">
                <a16:creationId xmlns:a16="http://schemas.microsoft.com/office/drawing/2014/main" id="{2FFB2463-B7D0-A17B-2557-E851A66F039A}"/>
              </a:ext>
            </a:extLst>
          </p:cNvPr>
          <p:cNvSpPr>
            <a:spLocks noGrp="1"/>
          </p:cNvSpPr>
          <p:nvPr>
            <p:ph type="pic" sz="quarter" idx="16"/>
          </p:nvPr>
        </p:nvSpPr>
        <p:spPr>
          <a:xfrm>
            <a:off x="5800344" y="609747"/>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Tree>
    <p:extLst>
      <p:ext uri="{BB962C8B-B14F-4D97-AF65-F5344CB8AC3E}">
        <p14:creationId xmlns:p14="http://schemas.microsoft.com/office/powerpoint/2010/main" val="3447131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Landscape Image | Pati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68F50FD4-0C1C-CA1C-64ED-86F361E7CCBC}"/>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9" name="Picture 18">
            <a:extLst>
              <a:ext uri="{FF2B5EF4-FFF2-40B4-BE49-F238E27FC236}">
                <a16:creationId xmlns:a16="http://schemas.microsoft.com/office/drawing/2014/main" id="{434FE8CF-1A05-2C92-7CBC-18B392A64F9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5800345" y="609747"/>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1667514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Landscape Image | Clinicia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68F50FD4-0C1C-CA1C-64ED-86F361E7CCBC}"/>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43500D31-3FD2-7504-4263-D4BF5BD04182}"/>
              </a:ext>
            </a:extLst>
          </p:cNvPr>
          <p:cNvPicPr>
            <a:picLocks noChangeAspect="1"/>
          </p:cNvPicPr>
          <p:nvPr userDrawn="1"/>
        </p:nvPicPr>
        <p:blipFill rotWithShape="1">
          <a:blip r:embed="rId4" cstate="hqprint">
            <a:extLst>
              <a:ext uri="{28A0092B-C50C-407E-A947-70E740481C1C}">
                <a14:useLocalDpi xmlns:a14="http://schemas.microsoft.com/office/drawing/2010/main" val="0"/>
              </a:ext>
            </a:extLst>
          </a:blip>
          <a:srcRect l="4956"/>
          <a:stretch/>
        </p:blipFill>
        <p:spPr>
          <a:xfrm>
            <a:off x="5800344" y="609747"/>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30427958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 Landscape Image | Team">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68F50FD4-0C1C-CA1C-64ED-86F361E7CCBC}"/>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DD387CB5-41FA-04DE-947C-6ADDEE66526C}"/>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5800345" y="609748"/>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2870917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 Landscape Image | Vantive Rep">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68F50FD4-0C1C-CA1C-64ED-86F361E7CCBC}"/>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2" name="Picture 1">
            <a:extLst>
              <a:ext uri="{FF2B5EF4-FFF2-40B4-BE49-F238E27FC236}">
                <a16:creationId xmlns:a16="http://schemas.microsoft.com/office/drawing/2014/main" id="{D284BFC3-0341-E37D-5CE4-578371116632}"/>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5800344" y="609747"/>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p:spPr>
      </p:pic>
    </p:spTree>
    <p:extLst>
      <p:ext uri="{BB962C8B-B14F-4D97-AF65-F5344CB8AC3E}">
        <p14:creationId xmlns:p14="http://schemas.microsoft.com/office/powerpoint/2010/main" val="15947397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 Ladnscape Whitespac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369CD8-8A84-8BDE-FEC2-E4CE42ED23C8}"/>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093202A9-281E-DFD0-EDAB-7864A176B8A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040F6260-630B-673C-0326-1EDF6ACA0D03}"/>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DC4DA3A6-43CB-35A4-77EF-55620F0A98FD}"/>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2" name="Title 1">
            <a:extLst>
              <a:ext uri="{FF2B5EF4-FFF2-40B4-BE49-F238E27FC236}">
                <a16:creationId xmlns:a16="http://schemas.microsoft.com/office/drawing/2014/main" id="{1D59F395-DC1A-96F8-AAA4-22308A59E26D}"/>
              </a:ext>
            </a:extLst>
          </p:cNvPr>
          <p:cNvSpPr>
            <a:spLocks noGrp="1"/>
          </p:cNvSpPr>
          <p:nvPr>
            <p:ph type="title" hasCustomPrompt="1"/>
          </p:nvPr>
        </p:nvSpPr>
        <p:spPr>
          <a:xfrm>
            <a:off x="419100" y="502285"/>
            <a:ext cx="11353800" cy="549275"/>
          </a:xfrm>
        </p:spPr>
        <p:txBody>
          <a:bodyPr anchor="ctr" anchorCtr="0">
            <a:normAutofit/>
          </a:bodyPr>
          <a:lstStyle>
            <a:lvl1pPr algn="l">
              <a:defRPr sz="2800">
                <a:solidFill>
                  <a:schemeClr val="accent1"/>
                </a:solidFill>
              </a:defRPr>
            </a:lvl1pPr>
          </a:lstStyle>
          <a:p>
            <a:r>
              <a:rPr lang="en-US" dirty="0"/>
              <a:t>Click to edit title</a:t>
            </a:r>
          </a:p>
        </p:txBody>
      </p:sp>
      <p:sp>
        <p:nvSpPr>
          <p:cNvPr id="5" name="Text Placeholder 14">
            <a:extLst>
              <a:ext uri="{FF2B5EF4-FFF2-40B4-BE49-F238E27FC236}">
                <a16:creationId xmlns:a16="http://schemas.microsoft.com/office/drawing/2014/main" id="{CF73BE27-E789-1738-4B38-EC4488EEFC26}"/>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lvl1pPr>
            <a:lvl2pPr marL="0" indent="0" algn="l">
              <a:buNone/>
              <a:defRPr b="1"/>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
        <p:nvSpPr>
          <p:cNvPr id="8" name="Text Placeholder 9">
            <a:extLst>
              <a:ext uri="{FF2B5EF4-FFF2-40B4-BE49-F238E27FC236}">
                <a16:creationId xmlns:a16="http://schemas.microsoft.com/office/drawing/2014/main" id="{2F99130A-32DC-84DA-E13E-7E3462E3BD32}"/>
              </a:ext>
            </a:extLst>
          </p:cNvPr>
          <p:cNvSpPr>
            <a:spLocks noGrp="1"/>
          </p:cNvSpPr>
          <p:nvPr>
            <p:ph type="body" sz="quarter" idx="15" hasCustomPrompt="1"/>
          </p:nvPr>
        </p:nvSpPr>
        <p:spPr>
          <a:xfrm>
            <a:off x="419099" y="1967863"/>
            <a:ext cx="11353799" cy="4098565"/>
          </a:xfrm>
          <a:prstGeom prst="rect">
            <a:avLst/>
          </a:prstGeom>
        </p:spPr>
        <p:txBody>
          <a:bodyPr>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Tree>
    <p:extLst>
      <p:ext uri="{BB962C8B-B14F-4D97-AF65-F5344CB8AC3E}">
        <p14:creationId xmlns:p14="http://schemas.microsoft.com/office/powerpoint/2010/main" val="5272384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CC26F3-4EEA-F517-AABB-E0CFC7EC7C98}"/>
              </a:ext>
            </a:extLst>
          </p:cNvPr>
          <p:cNvSpPr>
            <a:spLocks noGrp="1" noChangeAspect="1"/>
          </p:cNvSpPr>
          <p:nvPr>
            <p:ph type="body" sz="quarter" idx="20" hasCustomPrompt="1"/>
          </p:nvPr>
        </p:nvSpPr>
        <p:spPr>
          <a:xfrm>
            <a:off x="1" y="349136"/>
            <a:ext cx="5858577" cy="5751576"/>
          </a:xfrm>
          <a:custGeom>
            <a:avLst/>
            <a:gdLst>
              <a:gd name="connsiteX0" fmla="*/ 0 w 5861538"/>
              <a:gd name="connsiteY0" fmla="*/ 0 h 5754483"/>
              <a:gd name="connsiteX1" fmla="*/ 5763136 w 5861538"/>
              <a:gd name="connsiteY1" fmla="*/ 0 h 5754483"/>
              <a:gd name="connsiteX2" fmla="*/ 5861538 w 5861538"/>
              <a:gd name="connsiteY2" fmla="*/ 98402 h 5754483"/>
              <a:gd name="connsiteX3" fmla="*/ 5861538 w 5861538"/>
              <a:gd name="connsiteY3" fmla="*/ 5656081 h 5754483"/>
              <a:gd name="connsiteX4" fmla="*/ 5763136 w 5861538"/>
              <a:gd name="connsiteY4" fmla="*/ 5754483 h 5754483"/>
              <a:gd name="connsiteX5" fmla="*/ 0 w 5861538"/>
              <a:gd name="connsiteY5" fmla="*/ 5754483 h 575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61538" h="5754483">
                <a:moveTo>
                  <a:pt x="0" y="0"/>
                </a:moveTo>
                <a:lnTo>
                  <a:pt x="5763136" y="0"/>
                </a:lnTo>
                <a:cubicBezTo>
                  <a:pt x="5817482" y="0"/>
                  <a:pt x="5861538" y="44056"/>
                  <a:pt x="5861538" y="98402"/>
                </a:cubicBezTo>
                <a:lnTo>
                  <a:pt x="5861538" y="5656081"/>
                </a:lnTo>
                <a:cubicBezTo>
                  <a:pt x="5861538" y="5710427"/>
                  <a:pt x="5817482" y="5754483"/>
                  <a:pt x="5763136" y="5754483"/>
                </a:cubicBezTo>
                <a:lnTo>
                  <a:pt x="0" y="5754483"/>
                </a:lnTo>
                <a:close/>
              </a:path>
            </a:pathLst>
          </a:custGeom>
          <a:solidFill>
            <a:schemeClr val="accent1"/>
          </a:solidFill>
          <a:ln>
            <a:noFill/>
          </a:ln>
        </p:spPr>
        <p:txBody>
          <a:bodyPr wrap="square" lIns="91440" tIns="457200" rIns="274320" bIns="4297680" anchor="ctr" anchorCtr="0">
            <a:noAutofit/>
          </a:bodyPr>
          <a:lstStyle>
            <a:lvl1pPr marL="457200" indent="0">
              <a:lnSpc>
                <a:spcPct val="100000"/>
              </a:lnSpc>
              <a:buNone/>
              <a:tabLst>
                <a:tab pos="5251450" algn="l"/>
                <a:tab pos="5651500" algn="l"/>
              </a:tabLst>
              <a:defRPr sz="2800" b="1">
                <a:solidFill>
                  <a:schemeClr val="bg2"/>
                </a:solidFill>
              </a:defRPr>
            </a:lvl1pPr>
            <a:lvl2pPr>
              <a:defRPr sz="1400"/>
            </a:lvl2pPr>
            <a:lvl3pPr>
              <a:defRPr sz="1400"/>
            </a:lvl3pPr>
            <a:lvl4pPr>
              <a:defRPr sz="1400"/>
            </a:lvl4pPr>
            <a:lvl5pPr>
              <a:defRPr sz="1400"/>
            </a:lvl5pPr>
          </a:lstStyle>
          <a:p>
            <a:pPr lvl="0"/>
            <a:r>
              <a:rPr lang="en-US" dirty="0"/>
              <a:t> </a:t>
            </a:r>
          </a:p>
        </p:txBody>
      </p:sp>
      <p:sp>
        <p:nvSpPr>
          <p:cNvPr id="4" name="Chart Placeholder 28">
            <a:extLst>
              <a:ext uri="{FF2B5EF4-FFF2-40B4-BE49-F238E27FC236}">
                <a16:creationId xmlns:a16="http://schemas.microsoft.com/office/drawing/2014/main" id="{F18A4230-7924-0062-0117-2876AB8BD342}"/>
              </a:ext>
            </a:extLst>
          </p:cNvPr>
          <p:cNvSpPr>
            <a:spLocks noGrp="1"/>
          </p:cNvSpPr>
          <p:nvPr>
            <p:ph type="chart" sz="quarter" idx="11"/>
          </p:nvPr>
        </p:nvSpPr>
        <p:spPr>
          <a:xfrm>
            <a:off x="6333424" y="1531504"/>
            <a:ext cx="5314063" cy="4201080"/>
          </a:xfrm>
          <a:prstGeom prst="rect">
            <a:avLst/>
          </a:prstGeom>
        </p:spPr>
        <p:txBody>
          <a:bodyPr bIns="684000" anchor="ctr">
            <a:normAutofit/>
          </a:bodyPr>
          <a:lstStyle>
            <a:lvl1pPr marL="0" indent="0" algn="ctr">
              <a:buNone/>
              <a:defRPr sz="1400">
                <a:solidFill>
                  <a:schemeClr val="tx2"/>
                </a:solidFill>
              </a:defRPr>
            </a:lvl1pPr>
          </a:lstStyle>
          <a:p>
            <a:r>
              <a:rPr lang="en-US" dirty="0"/>
              <a:t>Click icon to add chart</a:t>
            </a:r>
          </a:p>
        </p:txBody>
      </p:sp>
      <p:sp>
        <p:nvSpPr>
          <p:cNvPr id="15" name="Rectangle 14">
            <a:extLst>
              <a:ext uri="{FF2B5EF4-FFF2-40B4-BE49-F238E27FC236}">
                <a16:creationId xmlns:a16="http://schemas.microsoft.com/office/drawing/2014/main" id="{7C3CF8AF-B34C-990B-B395-1EC57A3C7C8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22773CD-ECE6-41D0-D6F7-50400091E086}"/>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8" name="Footer Placeholder 14">
            <a:extLst>
              <a:ext uri="{FF2B5EF4-FFF2-40B4-BE49-F238E27FC236}">
                <a16:creationId xmlns:a16="http://schemas.microsoft.com/office/drawing/2014/main" id="{643DD9FE-E98E-8D15-AB55-420C3B407E32}"/>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6" name="Title 5">
            <a:extLst>
              <a:ext uri="{FF2B5EF4-FFF2-40B4-BE49-F238E27FC236}">
                <a16:creationId xmlns:a16="http://schemas.microsoft.com/office/drawing/2014/main" id="{DAF64EC2-8574-C796-616C-2EC8B8BA11BD}"/>
              </a:ext>
            </a:extLst>
          </p:cNvPr>
          <p:cNvSpPr>
            <a:spLocks noGrp="1"/>
          </p:cNvSpPr>
          <p:nvPr>
            <p:ph type="title" hasCustomPrompt="1"/>
          </p:nvPr>
        </p:nvSpPr>
        <p:spPr>
          <a:xfrm>
            <a:off x="419099" y="507600"/>
            <a:ext cx="4874400" cy="1325563"/>
          </a:xfrm>
        </p:spPr>
        <p:txBody>
          <a:bodyPr>
            <a:noAutofit/>
          </a:bodyPr>
          <a:lstStyle>
            <a:lvl1pPr>
              <a:defRPr>
                <a:solidFill>
                  <a:schemeClr val="bg2"/>
                </a:solidFill>
              </a:defRPr>
            </a:lvl1pPr>
          </a:lstStyle>
          <a:p>
            <a:r>
              <a:rPr lang="en-US" dirty="0"/>
              <a:t>Click to edit title</a:t>
            </a:r>
            <a:endParaRPr lang="en-GB" dirty="0"/>
          </a:p>
        </p:txBody>
      </p:sp>
      <p:sp>
        <p:nvSpPr>
          <p:cNvPr id="9" name="Text Placeholder 5">
            <a:extLst>
              <a:ext uri="{FF2B5EF4-FFF2-40B4-BE49-F238E27FC236}">
                <a16:creationId xmlns:a16="http://schemas.microsoft.com/office/drawing/2014/main" id="{8D05F151-0423-B9CE-2651-5E390A6E9F13}"/>
              </a:ext>
            </a:extLst>
          </p:cNvPr>
          <p:cNvSpPr>
            <a:spLocks noGrp="1"/>
          </p:cNvSpPr>
          <p:nvPr>
            <p:ph type="body" sz="quarter" idx="24" hasCustomPrompt="1"/>
          </p:nvPr>
        </p:nvSpPr>
        <p:spPr>
          <a:xfrm>
            <a:off x="419099" y="2221742"/>
            <a:ext cx="4874153" cy="3510842"/>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vl6pPr>
              <a:buClr>
                <a:schemeClr val="bg2"/>
              </a:buClr>
              <a:defRPr>
                <a:solidFill>
                  <a:schemeClr val="bg2"/>
                </a:solidFill>
              </a:defRPr>
            </a:lvl6pPr>
            <a:lvl7pPr>
              <a:buClr>
                <a:schemeClr val="bg2"/>
              </a:buClr>
              <a:defRPr>
                <a:solidFill>
                  <a:schemeClr val="bg2"/>
                </a:solidFill>
              </a:defRPr>
            </a:lvl7pPr>
            <a:lvl8pPr>
              <a:buClr>
                <a:schemeClr val="bg2"/>
              </a:buClr>
              <a:defRPr>
                <a:solidFill>
                  <a:schemeClr val="bg2"/>
                </a:solidFill>
              </a:defRPr>
            </a:lvl8pPr>
            <a:lvl9pPr>
              <a:buClr>
                <a:schemeClr val="bg2"/>
              </a:buClr>
              <a:defRPr>
                <a:solidFill>
                  <a:schemeClr val="bg2"/>
                </a:solidFill>
              </a:defRPr>
            </a:lvl9pPr>
          </a:lstStyle>
          <a:p>
            <a:pPr lvl="0"/>
            <a:r>
              <a:rPr lang="en-US" dirty="0"/>
              <a:t>Click to edit text</a:t>
            </a:r>
          </a:p>
          <a:p>
            <a:pPr lvl="1"/>
            <a:endParaRPr lang="en-GB" dirty="0"/>
          </a:p>
        </p:txBody>
      </p:sp>
      <p:sp>
        <p:nvSpPr>
          <p:cNvPr id="7" name="Slide Number Placeholder 6">
            <a:extLst>
              <a:ext uri="{FF2B5EF4-FFF2-40B4-BE49-F238E27FC236}">
                <a16:creationId xmlns:a16="http://schemas.microsoft.com/office/drawing/2014/main" id="{9AFE5B58-7EF1-956F-FCD4-AB6B788F47FC}"/>
              </a:ext>
            </a:extLst>
          </p:cNvPr>
          <p:cNvSpPr>
            <a:spLocks noGrp="1"/>
          </p:cNvSpPr>
          <p:nvPr>
            <p:ph type="sldNum" sz="quarter" idx="26"/>
          </p:nvPr>
        </p:nvSpPr>
        <p:spPr/>
        <p:txBody>
          <a:bodyPr/>
          <a:lstStyle/>
          <a:p>
            <a:fld id="{4413DBDE-1217-486F-B764-076DBBFEB98C}" type="slidenum">
              <a:rPr lang="en-GB" smtClean="0"/>
              <a:pPr/>
              <a:t>‹Nº›</a:t>
            </a:fld>
            <a:endParaRPr lang="en-GB" dirty="0"/>
          </a:p>
        </p:txBody>
      </p:sp>
      <p:sp>
        <p:nvSpPr>
          <p:cNvPr id="31" name="Text Placeholder 14">
            <a:extLst>
              <a:ext uri="{FF2B5EF4-FFF2-40B4-BE49-F238E27FC236}">
                <a16:creationId xmlns:a16="http://schemas.microsoft.com/office/drawing/2014/main" id="{A48EE52E-E44E-9CAA-78EC-B344BD1953FA}"/>
              </a:ext>
            </a:extLst>
          </p:cNvPr>
          <p:cNvSpPr>
            <a:spLocks noGrp="1"/>
          </p:cNvSpPr>
          <p:nvPr>
            <p:ph type="body" sz="quarter" idx="67" hasCustomPrompt="1"/>
          </p:nvPr>
        </p:nvSpPr>
        <p:spPr>
          <a:xfrm>
            <a:off x="6332938" y="777122"/>
            <a:ext cx="5314062" cy="500442"/>
          </a:xfrm>
          <a:solidFill>
            <a:schemeClr val="accent2"/>
          </a:solidFill>
        </p:spPr>
        <p:txBody>
          <a:bodyPr anchor="ctr">
            <a:normAutofit/>
          </a:bodyPr>
          <a:lstStyle>
            <a:lvl1pPr marL="0" indent="0" algn="ctr">
              <a:buNone/>
              <a:defRPr b="1">
                <a:solidFill>
                  <a:schemeClr val="bg2"/>
                </a:solidFill>
              </a:defRPr>
            </a:lvl1pPr>
            <a:lvl2pPr marL="0" indent="0" algn="ctr">
              <a:buNone/>
              <a:defRPr b="1">
                <a:solidFill>
                  <a:schemeClr val="bg2"/>
                </a:solidFill>
              </a:defRPr>
            </a:lvl2pPr>
            <a:lvl3pPr marL="0" indent="0" algn="ctr">
              <a:buNone/>
              <a:defRPr b="1">
                <a:solidFill>
                  <a:schemeClr val="bg2"/>
                </a:solidFill>
              </a:defRPr>
            </a:lvl3pPr>
            <a:lvl4pPr marL="0" indent="0" algn="ctr">
              <a:buNone/>
              <a:defRPr b="1">
                <a:solidFill>
                  <a:schemeClr val="bg2"/>
                </a:solidFill>
              </a:defRPr>
            </a:lvl4pPr>
            <a:lvl5pPr marL="0" indent="0" algn="ctr">
              <a:buNone/>
              <a:defRPr b="1">
                <a:solidFill>
                  <a:schemeClr val="bg2"/>
                </a:solidFill>
              </a:defRPr>
            </a:lvl5pPr>
            <a:lvl6pPr marL="0" indent="0" algn="ctr">
              <a:buNone/>
              <a:defRPr b="1">
                <a:solidFill>
                  <a:schemeClr val="bg2"/>
                </a:solidFill>
              </a:defRPr>
            </a:lvl6pPr>
            <a:lvl7pPr marL="0" indent="0" algn="ctr">
              <a:buNone/>
              <a:defRPr b="1">
                <a:solidFill>
                  <a:schemeClr val="bg2"/>
                </a:solidFill>
              </a:defRPr>
            </a:lvl7pPr>
            <a:lvl8pPr marL="0" indent="0" algn="ctr">
              <a:buNone/>
              <a:defRPr b="1">
                <a:solidFill>
                  <a:schemeClr val="bg2"/>
                </a:solidFill>
              </a:defRPr>
            </a:lvl8pPr>
            <a:lvl9pPr marL="0" indent="0" algn="ctr">
              <a:buNone/>
              <a:defRPr b="1">
                <a:solidFill>
                  <a:schemeClr val="bg2"/>
                </a:solidFill>
              </a:defRPr>
            </a:lvl9pPr>
          </a:lstStyle>
          <a:p>
            <a:pPr lvl="0"/>
            <a:r>
              <a:rPr lang="en-US" dirty="0"/>
              <a:t>Click to edit chart title</a:t>
            </a:r>
            <a:endParaRPr lang="en-GB" dirty="0"/>
          </a:p>
        </p:txBody>
      </p:sp>
    </p:spTree>
    <p:extLst>
      <p:ext uri="{BB962C8B-B14F-4D97-AF65-F5344CB8AC3E}">
        <p14:creationId xmlns:p14="http://schemas.microsoft.com/office/powerpoint/2010/main" val="10485978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 1 Chart">
    <p:spTree>
      <p:nvGrpSpPr>
        <p:cNvPr id="1" name=""/>
        <p:cNvGrpSpPr/>
        <p:nvPr/>
      </p:nvGrpSpPr>
      <p:grpSpPr>
        <a:xfrm>
          <a:off x="0" y="0"/>
          <a:ext cx="0" cy="0"/>
          <a:chOff x="0" y="0"/>
          <a:chExt cx="0" cy="0"/>
        </a:xfrm>
      </p:grpSpPr>
      <p:sp>
        <p:nvSpPr>
          <p:cNvPr id="5" name="Chart Placeholder 18">
            <a:extLst>
              <a:ext uri="{FF2B5EF4-FFF2-40B4-BE49-F238E27FC236}">
                <a16:creationId xmlns:a16="http://schemas.microsoft.com/office/drawing/2014/main" id="{DAC8BF0F-4B10-6D86-D286-21C499EFDD56}"/>
              </a:ext>
            </a:extLst>
          </p:cNvPr>
          <p:cNvSpPr>
            <a:spLocks noGrp="1"/>
          </p:cNvSpPr>
          <p:nvPr>
            <p:ph type="chart" sz="quarter" idx="19"/>
          </p:nvPr>
        </p:nvSpPr>
        <p:spPr>
          <a:xfrm>
            <a:off x="5320651" y="2246058"/>
            <a:ext cx="6316663" cy="3716489"/>
          </a:xfrm>
          <a:prstGeom prst="rect">
            <a:avLst/>
          </a:prstGeom>
        </p:spPr>
        <p:txBody>
          <a:bodyPr bIns="684000" anchor="ctr">
            <a:normAutofit/>
          </a:bodyPr>
          <a:lstStyle>
            <a:lvl1pPr marL="0" indent="0" algn="ctr">
              <a:buNone/>
              <a:defRPr sz="1400">
                <a:solidFill>
                  <a:schemeClr val="tx2"/>
                </a:solidFill>
              </a:defRPr>
            </a:lvl1pPr>
          </a:lstStyle>
          <a:p>
            <a:r>
              <a:rPr lang="en-US" dirty="0"/>
              <a:t>Click icon to add chart</a:t>
            </a:r>
          </a:p>
        </p:txBody>
      </p:sp>
      <p:sp>
        <p:nvSpPr>
          <p:cNvPr id="6" name="Title 1">
            <a:extLst>
              <a:ext uri="{FF2B5EF4-FFF2-40B4-BE49-F238E27FC236}">
                <a16:creationId xmlns:a16="http://schemas.microsoft.com/office/drawing/2014/main" id="{BF490C15-377A-C2C1-89A3-2B577F6EF3E9}"/>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2" name="Rectangle 11">
            <a:extLst>
              <a:ext uri="{FF2B5EF4-FFF2-40B4-BE49-F238E27FC236}">
                <a16:creationId xmlns:a16="http://schemas.microsoft.com/office/drawing/2014/main" id="{CDA525CE-8F2A-1569-3DF6-6CB34B7A0EFF}"/>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13C6EA6-C134-0E73-A806-E2D2EC093C8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4DD0444F-E1D2-98B3-BCC3-49330FEB2F19}"/>
              </a:ext>
            </a:extLst>
          </p:cNvPr>
          <p:cNvSpPr>
            <a:spLocks noGrp="1"/>
          </p:cNvSpPr>
          <p:nvPr>
            <p:ph type="ftr" sz="quarter" idx="22"/>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AF8298C6-8EFE-F168-6AD3-3AEFFCAD9BA4}"/>
              </a:ext>
            </a:extLst>
          </p:cNvPr>
          <p:cNvSpPr>
            <a:spLocks noGrp="1"/>
          </p:cNvSpPr>
          <p:nvPr>
            <p:ph type="sldNum" sz="quarter" idx="24"/>
          </p:nvPr>
        </p:nvSpPr>
        <p:spPr/>
        <p:txBody>
          <a:bodyPr/>
          <a:lstStyle/>
          <a:p>
            <a:fld id="{4413DBDE-1217-486F-B764-076DBBFEB98C}" type="slidenum">
              <a:rPr lang="en-GB" smtClean="0"/>
              <a:pPr/>
              <a:t>‹Nº›</a:t>
            </a:fld>
            <a:endParaRPr lang="en-GB" dirty="0"/>
          </a:p>
        </p:txBody>
      </p:sp>
      <p:sp>
        <p:nvSpPr>
          <p:cNvPr id="7" name="Text Placeholder 6">
            <a:extLst>
              <a:ext uri="{FF2B5EF4-FFF2-40B4-BE49-F238E27FC236}">
                <a16:creationId xmlns:a16="http://schemas.microsoft.com/office/drawing/2014/main" id="{1498400A-CB33-6E1C-835B-462B8D862A04}"/>
              </a:ext>
            </a:extLst>
          </p:cNvPr>
          <p:cNvSpPr>
            <a:spLocks noGrp="1"/>
          </p:cNvSpPr>
          <p:nvPr>
            <p:ph type="body" sz="quarter" idx="25" hasCustomPrompt="1"/>
          </p:nvPr>
        </p:nvSpPr>
        <p:spPr>
          <a:xfrm>
            <a:off x="419100" y="1398588"/>
            <a:ext cx="4567238" cy="4564062"/>
          </a:xfrm>
        </p:spPr>
        <p:txBody>
          <a:bodyPr/>
          <a:lstStyle>
            <a:lvl1pPr>
              <a:defRPr/>
            </a:lvl1pPr>
          </a:lstStyle>
          <a:p>
            <a:pPr lvl="0"/>
            <a:r>
              <a:rPr lang="en-US" dirty="0"/>
              <a:t>Click to edit text</a:t>
            </a:r>
          </a:p>
        </p:txBody>
      </p:sp>
      <p:sp>
        <p:nvSpPr>
          <p:cNvPr id="10" name="Text Placeholder 14">
            <a:extLst>
              <a:ext uri="{FF2B5EF4-FFF2-40B4-BE49-F238E27FC236}">
                <a16:creationId xmlns:a16="http://schemas.microsoft.com/office/drawing/2014/main" id="{89BE2D9B-4670-F1F4-A2EF-531A1188AB65}"/>
              </a:ext>
            </a:extLst>
          </p:cNvPr>
          <p:cNvSpPr>
            <a:spLocks noGrp="1"/>
          </p:cNvSpPr>
          <p:nvPr>
            <p:ph type="body" sz="quarter" idx="67" hasCustomPrompt="1"/>
          </p:nvPr>
        </p:nvSpPr>
        <p:spPr>
          <a:xfrm>
            <a:off x="5320651" y="1398588"/>
            <a:ext cx="6316663" cy="500442"/>
          </a:xfrm>
          <a:solidFill>
            <a:schemeClr val="accent2"/>
          </a:solidFill>
        </p:spPr>
        <p:txBody>
          <a:bodyPr anchor="ctr">
            <a:normAutofit/>
          </a:bodyPr>
          <a:lstStyle>
            <a:lvl1pPr marL="0" indent="0" algn="ctr">
              <a:buNone/>
              <a:defRPr b="1">
                <a:solidFill>
                  <a:schemeClr val="bg2"/>
                </a:solidFill>
              </a:defRPr>
            </a:lvl1pPr>
            <a:lvl2pPr marL="0" indent="0" algn="ctr">
              <a:buNone/>
              <a:defRPr b="1">
                <a:solidFill>
                  <a:schemeClr val="bg2"/>
                </a:solidFill>
              </a:defRPr>
            </a:lvl2pPr>
            <a:lvl3pPr marL="0" indent="0" algn="ctr">
              <a:buNone/>
              <a:defRPr b="1">
                <a:solidFill>
                  <a:schemeClr val="bg2"/>
                </a:solidFill>
              </a:defRPr>
            </a:lvl3pPr>
            <a:lvl4pPr marL="0" indent="0" algn="ctr">
              <a:buNone/>
              <a:defRPr b="1">
                <a:solidFill>
                  <a:schemeClr val="bg2"/>
                </a:solidFill>
              </a:defRPr>
            </a:lvl4pPr>
            <a:lvl5pPr marL="0" indent="0" algn="ctr">
              <a:buNone/>
              <a:defRPr b="1">
                <a:solidFill>
                  <a:schemeClr val="bg2"/>
                </a:solidFill>
              </a:defRPr>
            </a:lvl5pPr>
            <a:lvl6pPr marL="0" indent="0" algn="ctr">
              <a:buNone/>
              <a:defRPr b="1">
                <a:solidFill>
                  <a:schemeClr val="bg2"/>
                </a:solidFill>
              </a:defRPr>
            </a:lvl6pPr>
            <a:lvl7pPr marL="0" indent="0" algn="ctr">
              <a:buNone/>
              <a:defRPr b="1">
                <a:solidFill>
                  <a:schemeClr val="bg2"/>
                </a:solidFill>
              </a:defRPr>
            </a:lvl7pPr>
            <a:lvl8pPr marL="0" indent="0" algn="ctr">
              <a:buNone/>
              <a:defRPr b="1">
                <a:solidFill>
                  <a:schemeClr val="bg2"/>
                </a:solidFill>
              </a:defRPr>
            </a:lvl8pPr>
            <a:lvl9pPr marL="0" indent="0" algn="ctr">
              <a:buNone/>
              <a:defRPr b="1">
                <a:solidFill>
                  <a:schemeClr val="bg2"/>
                </a:solidFill>
              </a:defRPr>
            </a:lvl9pPr>
          </a:lstStyle>
          <a:p>
            <a:pPr lvl="0"/>
            <a:r>
              <a:rPr lang="en-US" dirty="0"/>
              <a:t>Click to edit chart title</a:t>
            </a:r>
            <a:endParaRPr lang="en-GB" dirty="0"/>
          </a:p>
        </p:txBody>
      </p:sp>
    </p:spTree>
    <p:extLst>
      <p:ext uri="{BB962C8B-B14F-4D97-AF65-F5344CB8AC3E}">
        <p14:creationId xmlns:p14="http://schemas.microsoft.com/office/powerpoint/2010/main" val="31359317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 Full Width">
    <p:spTree>
      <p:nvGrpSpPr>
        <p:cNvPr id="1" name=""/>
        <p:cNvGrpSpPr/>
        <p:nvPr/>
      </p:nvGrpSpPr>
      <p:grpSpPr>
        <a:xfrm>
          <a:off x="0" y="0"/>
          <a:ext cx="0" cy="0"/>
          <a:chOff x="0" y="0"/>
          <a:chExt cx="0" cy="0"/>
        </a:xfrm>
      </p:grpSpPr>
      <p:sp>
        <p:nvSpPr>
          <p:cNvPr id="3" name="Table Placeholder 12">
            <a:extLst>
              <a:ext uri="{FF2B5EF4-FFF2-40B4-BE49-F238E27FC236}">
                <a16:creationId xmlns:a16="http://schemas.microsoft.com/office/drawing/2014/main" id="{A87F6B98-2F94-6E6A-55D8-91D9445D91B0}"/>
              </a:ext>
            </a:extLst>
          </p:cNvPr>
          <p:cNvSpPr>
            <a:spLocks noGrp="1"/>
          </p:cNvSpPr>
          <p:nvPr>
            <p:ph type="tbl" sz="quarter" idx="16" hasCustomPrompt="1"/>
          </p:nvPr>
        </p:nvSpPr>
        <p:spPr>
          <a:xfrm>
            <a:off x="419099" y="1967865"/>
            <a:ext cx="11353799" cy="3926749"/>
          </a:xfrm>
          <a:prstGeom prst="rect">
            <a:avLst/>
          </a:prstGeom>
        </p:spPr>
        <p:txBody>
          <a:bodyPr bIns="684000" anchor="ctr">
            <a:normAutofit/>
          </a:bodyPr>
          <a:lstStyle>
            <a:lvl1pPr marL="0" indent="0" algn="ctr">
              <a:buNone/>
              <a:defRPr sz="1400">
                <a:solidFill>
                  <a:schemeClr val="tx2"/>
                </a:solidFill>
              </a:defRPr>
            </a:lvl1pPr>
          </a:lstStyle>
          <a:p>
            <a:r>
              <a:rPr lang="en-US" dirty="0"/>
              <a:t>Click icon to add Table</a:t>
            </a:r>
          </a:p>
        </p:txBody>
      </p:sp>
      <p:sp>
        <p:nvSpPr>
          <p:cNvPr id="4" name="Title 1">
            <a:extLst>
              <a:ext uri="{FF2B5EF4-FFF2-40B4-BE49-F238E27FC236}">
                <a16:creationId xmlns:a16="http://schemas.microsoft.com/office/drawing/2014/main" id="{3A6F88D0-99A1-C80E-953F-27D8EA6E0E2C}"/>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5" name="Rectangle 14">
            <a:extLst>
              <a:ext uri="{FF2B5EF4-FFF2-40B4-BE49-F238E27FC236}">
                <a16:creationId xmlns:a16="http://schemas.microsoft.com/office/drawing/2014/main" id="{44163BCA-2390-CA96-A07E-596D71CEBB12}"/>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D475548B-805A-D6E5-7783-994522233C19}"/>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8" name="Footer Placeholder 14">
            <a:extLst>
              <a:ext uri="{FF2B5EF4-FFF2-40B4-BE49-F238E27FC236}">
                <a16:creationId xmlns:a16="http://schemas.microsoft.com/office/drawing/2014/main" id="{6403B759-FB80-C683-E2B1-2D35D725A5B1}"/>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6B5D8E06-3C61-AD03-F2B7-41CB720C550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9" name="Text Placeholder 14">
            <a:extLst>
              <a:ext uri="{FF2B5EF4-FFF2-40B4-BE49-F238E27FC236}">
                <a16:creationId xmlns:a16="http://schemas.microsoft.com/office/drawing/2014/main" id="{EF11A03B-E815-329B-D9D1-5A1E067A4AD3}"/>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lvl1pPr>
            <a:lvl2pPr marL="0" indent="0" algn="l">
              <a:buNone/>
              <a:defRPr b="1"/>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Tree>
    <p:extLst>
      <p:ext uri="{BB962C8B-B14F-4D97-AF65-F5344CB8AC3E}">
        <p14:creationId xmlns:p14="http://schemas.microsoft.com/office/powerpoint/2010/main" val="25320848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martArt | Full Width">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19466C92-6FE9-6020-7DB1-43B3C289FB09}"/>
              </a:ext>
            </a:extLst>
          </p:cNvPr>
          <p:cNvSpPr>
            <a:spLocks noGrp="1"/>
          </p:cNvSpPr>
          <p:nvPr>
            <p:ph type="dgm" sz="quarter" idx="10"/>
          </p:nvPr>
        </p:nvSpPr>
        <p:spPr>
          <a:xfrm>
            <a:off x="414868" y="1316038"/>
            <a:ext cx="11353800" cy="4729162"/>
          </a:xfrm>
          <a:prstGeom prst="rect">
            <a:avLst/>
          </a:prstGeom>
        </p:spPr>
        <p:txBody>
          <a:bodyPr bIns="684000" anchor="ctr">
            <a:normAutofit/>
          </a:bodyPr>
          <a:lstStyle>
            <a:lvl1pPr marL="0" indent="0" algn="ctr">
              <a:buNone/>
              <a:defRPr sz="1400">
                <a:solidFill>
                  <a:schemeClr val="tx2"/>
                </a:solidFill>
              </a:defRPr>
            </a:lvl1pPr>
          </a:lstStyle>
          <a:p>
            <a:r>
              <a:rPr lang="en-US" dirty="0"/>
              <a:t>Click icon to add SmartArt graphic</a:t>
            </a:r>
          </a:p>
        </p:txBody>
      </p:sp>
      <p:sp>
        <p:nvSpPr>
          <p:cNvPr id="4" name="Title 1">
            <a:extLst>
              <a:ext uri="{FF2B5EF4-FFF2-40B4-BE49-F238E27FC236}">
                <a16:creationId xmlns:a16="http://schemas.microsoft.com/office/drawing/2014/main" id="{C3B40C7C-4936-D5C8-5017-05AF2B5F0211}"/>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4" name="Rectangle 13">
            <a:extLst>
              <a:ext uri="{FF2B5EF4-FFF2-40B4-BE49-F238E27FC236}">
                <a16:creationId xmlns:a16="http://schemas.microsoft.com/office/drawing/2014/main" id="{D38C5E92-C293-E514-A756-420FEB324FBE}"/>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B0D8AA-FD6D-56C0-897C-2D33B8440CDF}"/>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8A15AA53-2F80-53EA-BC65-A6FFD63942D1}"/>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F9374F74-E853-8FD6-E938-72B425E3414F}"/>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Tree>
    <p:extLst>
      <p:ext uri="{BB962C8B-B14F-4D97-AF65-F5344CB8AC3E}">
        <p14:creationId xmlns:p14="http://schemas.microsoft.com/office/powerpoint/2010/main" val="2616790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3" name="Chart Placeholder 31">
            <a:extLst>
              <a:ext uri="{FF2B5EF4-FFF2-40B4-BE49-F238E27FC236}">
                <a16:creationId xmlns:a16="http://schemas.microsoft.com/office/drawing/2014/main" id="{C57F9CDD-C5FD-8D80-0ECA-432B96933553}"/>
              </a:ext>
            </a:extLst>
          </p:cNvPr>
          <p:cNvSpPr>
            <a:spLocks noGrp="1"/>
          </p:cNvSpPr>
          <p:nvPr>
            <p:ph type="chart" sz="quarter" idx="15"/>
          </p:nvPr>
        </p:nvSpPr>
        <p:spPr>
          <a:xfrm>
            <a:off x="419098" y="2094040"/>
            <a:ext cx="3310128" cy="2997505"/>
          </a:xfrm>
          <a:prstGeom prst="rect">
            <a:avLst/>
          </a:prstGeom>
        </p:spPr>
        <p:txBody>
          <a:bodyPr bIns="684000" anchor="ctr">
            <a:noAutofit/>
          </a:bodyPr>
          <a:lstStyle>
            <a:lvl1pPr marL="0" indent="0" algn="ctr">
              <a:buNone/>
              <a:defRPr sz="1400">
                <a:solidFill>
                  <a:schemeClr val="tx2"/>
                </a:solidFill>
              </a:defRPr>
            </a:lvl1pPr>
          </a:lstStyle>
          <a:p>
            <a:r>
              <a:rPr lang="en-US" dirty="0"/>
              <a:t>Click icon to add chart</a:t>
            </a:r>
          </a:p>
        </p:txBody>
      </p:sp>
      <p:sp>
        <p:nvSpPr>
          <p:cNvPr id="5" name="Title 1">
            <a:extLst>
              <a:ext uri="{FF2B5EF4-FFF2-40B4-BE49-F238E27FC236}">
                <a16:creationId xmlns:a16="http://schemas.microsoft.com/office/drawing/2014/main" id="{7DAA740A-D134-25E5-EBC2-AE9B6E9FE753}"/>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7" name="Chart Placeholder 31">
            <a:extLst>
              <a:ext uri="{FF2B5EF4-FFF2-40B4-BE49-F238E27FC236}">
                <a16:creationId xmlns:a16="http://schemas.microsoft.com/office/drawing/2014/main" id="{9FFAC1E3-6A3C-5D08-2D00-74146BB73B36}"/>
              </a:ext>
            </a:extLst>
          </p:cNvPr>
          <p:cNvSpPr>
            <a:spLocks noGrp="1"/>
          </p:cNvSpPr>
          <p:nvPr>
            <p:ph type="chart" sz="quarter" idx="19"/>
          </p:nvPr>
        </p:nvSpPr>
        <p:spPr>
          <a:xfrm>
            <a:off x="4440936" y="2094040"/>
            <a:ext cx="3310128" cy="2997505"/>
          </a:xfrm>
          <a:prstGeom prst="rect">
            <a:avLst/>
          </a:prstGeom>
        </p:spPr>
        <p:txBody>
          <a:bodyPr bIns="684000" anchor="ctr">
            <a:noAutofit/>
          </a:bodyPr>
          <a:lstStyle>
            <a:lvl1pPr marL="0" indent="0" algn="ctr">
              <a:buNone/>
              <a:defRPr sz="1400">
                <a:solidFill>
                  <a:schemeClr val="tx2"/>
                </a:solidFill>
              </a:defRPr>
            </a:lvl1pPr>
          </a:lstStyle>
          <a:p>
            <a:r>
              <a:rPr lang="en-US" dirty="0"/>
              <a:t>Click icon to add chart</a:t>
            </a:r>
          </a:p>
        </p:txBody>
      </p:sp>
      <p:sp>
        <p:nvSpPr>
          <p:cNvPr id="9" name="Chart Placeholder 31">
            <a:extLst>
              <a:ext uri="{FF2B5EF4-FFF2-40B4-BE49-F238E27FC236}">
                <a16:creationId xmlns:a16="http://schemas.microsoft.com/office/drawing/2014/main" id="{1A032FAE-D9A0-C5E6-EA99-F812168D3AC8}"/>
              </a:ext>
            </a:extLst>
          </p:cNvPr>
          <p:cNvSpPr>
            <a:spLocks noGrp="1"/>
          </p:cNvSpPr>
          <p:nvPr>
            <p:ph type="chart" sz="quarter" idx="21"/>
          </p:nvPr>
        </p:nvSpPr>
        <p:spPr>
          <a:xfrm>
            <a:off x="8462770" y="2094040"/>
            <a:ext cx="3310128" cy="2997505"/>
          </a:xfrm>
          <a:prstGeom prst="rect">
            <a:avLst/>
          </a:prstGeom>
        </p:spPr>
        <p:txBody>
          <a:bodyPr bIns="684000" anchor="ctr">
            <a:noAutofit/>
          </a:bodyPr>
          <a:lstStyle>
            <a:lvl1pPr marL="0" indent="0" algn="ctr">
              <a:buNone/>
              <a:defRPr sz="1400">
                <a:solidFill>
                  <a:schemeClr val="tx2"/>
                </a:solidFill>
              </a:defRPr>
            </a:lvl1pPr>
          </a:lstStyle>
          <a:p>
            <a:r>
              <a:rPr lang="en-US" dirty="0"/>
              <a:t>Click icon to add chart</a:t>
            </a:r>
          </a:p>
        </p:txBody>
      </p:sp>
      <p:sp>
        <p:nvSpPr>
          <p:cNvPr id="19" name="Rectangle 18">
            <a:extLst>
              <a:ext uri="{FF2B5EF4-FFF2-40B4-BE49-F238E27FC236}">
                <a16:creationId xmlns:a16="http://schemas.microsoft.com/office/drawing/2014/main" id="{3C0FE9DC-E583-F669-D6BF-76306D40C713}"/>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416A3984-998F-20D0-662D-EA62E4AE619F}"/>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22" name="Footer Placeholder 14">
            <a:extLst>
              <a:ext uri="{FF2B5EF4-FFF2-40B4-BE49-F238E27FC236}">
                <a16:creationId xmlns:a16="http://schemas.microsoft.com/office/drawing/2014/main" id="{EBBAF3AF-396A-6DB9-36D5-EA0AC4C993C7}"/>
              </a:ext>
            </a:extLst>
          </p:cNvPr>
          <p:cNvSpPr>
            <a:spLocks noGrp="1"/>
          </p:cNvSpPr>
          <p:nvPr>
            <p:ph type="ftr" sz="quarter" idx="25"/>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6" name="Slide Number Placeholder 5">
            <a:extLst>
              <a:ext uri="{FF2B5EF4-FFF2-40B4-BE49-F238E27FC236}">
                <a16:creationId xmlns:a16="http://schemas.microsoft.com/office/drawing/2014/main" id="{2DCBCBDF-D601-EC49-7E29-C001469CF902}"/>
              </a:ext>
            </a:extLst>
          </p:cNvPr>
          <p:cNvSpPr>
            <a:spLocks noGrp="1"/>
          </p:cNvSpPr>
          <p:nvPr>
            <p:ph type="sldNum" sz="quarter" idx="27"/>
          </p:nvPr>
        </p:nvSpPr>
        <p:spPr/>
        <p:txBody>
          <a:bodyPr/>
          <a:lstStyle/>
          <a:p>
            <a:fld id="{4413DBDE-1217-486F-B764-076DBBFEB98C}" type="slidenum">
              <a:rPr lang="en-GB" smtClean="0"/>
              <a:pPr/>
              <a:t>‹Nº›</a:t>
            </a:fld>
            <a:endParaRPr lang="en-GB" dirty="0"/>
          </a:p>
        </p:txBody>
      </p:sp>
      <p:sp>
        <p:nvSpPr>
          <p:cNvPr id="12" name="Text Placeholder 11">
            <a:extLst>
              <a:ext uri="{FF2B5EF4-FFF2-40B4-BE49-F238E27FC236}">
                <a16:creationId xmlns:a16="http://schemas.microsoft.com/office/drawing/2014/main" id="{C50FC8E1-01ED-0346-B44A-616229487053}"/>
              </a:ext>
            </a:extLst>
          </p:cNvPr>
          <p:cNvSpPr>
            <a:spLocks noGrp="1"/>
          </p:cNvSpPr>
          <p:nvPr>
            <p:ph type="body" sz="quarter" idx="63" hasCustomPrompt="1"/>
          </p:nvPr>
        </p:nvSpPr>
        <p:spPr>
          <a:xfrm>
            <a:off x="419098" y="5232400"/>
            <a:ext cx="3312000" cy="889000"/>
          </a:xfrm>
        </p:spPr>
        <p:txBody>
          <a:bodyPr/>
          <a:lstStyle>
            <a:lvl1pPr>
              <a:defRPr/>
            </a:lvl1pPr>
          </a:lstStyle>
          <a:p>
            <a:pPr lvl="0"/>
            <a:r>
              <a:rPr lang="en-US" dirty="0"/>
              <a:t>Click to edit text</a:t>
            </a:r>
          </a:p>
        </p:txBody>
      </p:sp>
      <p:sp>
        <p:nvSpPr>
          <p:cNvPr id="13" name="Text Placeholder 11">
            <a:extLst>
              <a:ext uri="{FF2B5EF4-FFF2-40B4-BE49-F238E27FC236}">
                <a16:creationId xmlns:a16="http://schemas.microsoft.com/office/drawing/2014/main" id="{6541B837-9CB5-0DA6-1074-87AFAAF13D8E}"/>
              </a:ext>
            </a:extLst>
          </p:cNvPr>
          <p:cNvSpPr>
            <a:spLocks noGrp="1"/>
          </p:cNvSpPr>
          <p:nvPr>
            <p:ph type="body" sz="quarter" idx="64" hasCustomPrompt="1"/>
          </p:nvPr>
        </p:nvSpPr>
        <p:spPr>
          <a:xfrm>
            <a:off x="4439064" y="5232400"/>
            <a:ext cx="3312000" cy="889000"/>
          </a:xfrm>
        </p:spPr>
        <p:txBody>
          <a:bodyPr/>
          <a:lstStyle>
            <a:lvl1pPr>
              <a:defRPr/>
            </a:lvl1pPr>
          </a:lstStyle>
          <a:p>
            <a:pPr lvl="0"/>
            <a:r>
              <a:rPr lang="en-US" dirty="0"/>
              <a:t>Click to edit text</a:t>
            </a:r>
          </a:p>
        </p:txBody>
      </p:sp>
      <p:sp>
        <p:nvSpPr>
          <p:cNvPr id="17" name="Text Placeholder 11">
            <a:extLst>
              <a:ext uri="{FF2B5EF4-FFF2-40B4-BE49-F238E27FC236}">
                <a16:creationId xmlns:a16="http://schemas.microsoft.com/office/drawing/2014/main" id="{82E5EC81-5443-00B9-CD8D-8CE9213ABCB3}"/>
              </a:ext>
            </a:extLst>
          </p:cNvPr>
          <p:cNvSpPr>
            <a:spLocks noGrp="1"/>
          </p:cNvSpPr>
          <p:nvPr>
            <p:ph type="body" sz="quarter" idx="65" hasCustomPrompt="1"/>
          </p:nvPr>
        </p:nvSpPr>
        <p:spPr>
          <a:xfrm>
            <a:off x="8460898" y="5232400"/>
            <a:ext cx="3312000" cy="889000"/>
          </a:xfrm>
        </p:spPr>
        <p:txBody>
          <a:bodyPr/>
          <a:lstStyle>
            <a:lvl1pPr>
              <a:defRPr/>
            </a:lvl1pPr>
          </a:lstStyle>
          <a:p>
            <a:pPr lvl="0"/>
            <a:r>
              <a:rPr lang="en-US" dirty="0"/>
              <a:t>Click to edit text</a:t>
            </a:r>
          </a:p>
          <a:p>
            <a:pPr lvl="1"/>
            <a:endParaRPr lang="en-GB" dirty="0"/>
          </a:p>
        </p:txBody>
      </p:sp>
      <p:sp>
        <p:nvSpPr>
          <p:cNvPr id="4" name="Text Placeholder 14">
            <a:extLst>
              <a:ext uri="{FF2B5EF4-FFF2-40B4-BE49-F238E27FC236}">
                <a16:creationId xmlns:a16="http://schemas.microsoft.com/office/drawing/2014/main" id="{4638B7C4-8CEE-E81E-F9FD-1B7433E17C87}"/>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lvl1pPr>
            <a:lvl2pPr marL="0" indent="0" algn="l">
              <a:buNone/>
              <a:defRPr b="1"/>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Tree>
    <p:extLst>
      <p:ext uri="{BB962C8B-B14F-4D97-AF65-F5344CB8AC3E}">
        <p14:creationId xmlns:p14="http://schemas.microsoft.com/office/powerpoint/2010/main" val="6820951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lumn Chart">
    <p:spTree>
      <p:nvGrpSpPr>
        <p:cNvPr id="1" name=""/>
        <p:cNvGrpSpPr/>
        <p:nvPr/>
      </p:nvGrpSpPr>
      <p:grpSpPr>
        <a:xfrm>
          <a:off x="0" y="0"/>
          <a:ext cx="0" cy="0"/>
          <a:chOff x="0" y="0"/>
          <a:chExt cx="0" cy="0"/>
        </a:xfrm>
      </p:grpSpPr>
      <p:sp>
        <p:nvSpPr>
          <p:cNvPr id="33" name="Text Placeholder 9">
            <a:extLst>
              <a:ext uri="{FF2B5EF4-FFF2-40B4-BE49-F238E27FC236}">
                <a16:creationId xmlns:a16="http://schemas.microsoft.com/office/drawing/2014/main" id="{D788F092-460E-90A0-8BB7-C403C765225F}"/>
              </a:ext>
            </a:extLst>
          </p:cNvPr>
          <p:cNvSpPr>
            <a:spLocks noGrp="1"/>
          </p:cNvSpPr>
          <p:nvPr>
            <p:ph type="body" sz="quarter" idx="60" hasCustomPrompt="1"/>
          </p:nvPr>
        </p:nvSpPr>
        <p:spPr>
          <a:xfrm>
            <a:off x="419099" y="2368062"/>
            <a:ext cx="2676527" cy="3770800"/>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5" name="Text Placeholder 9">
            <a:extLst>
              <a:ext uri="{FF2B5EF4-FFF2-40B4-BE49-F238E27FC236}">
                <a16:creationId xmlns:a16="http://schemas.microsoft.com/office/drawing/2014/main" id="{08429D2A-ADC6-85A6-B49B-FE1041FD7D8C}"/>
              </a:ext>
            </a:extLst>
          </p:cNvPr>
          <p:cNvSpPr>
            <a:spLocks noGrp="1"/>
          </p:cNvSpPr>
          <p:nvPr>
            <p:ph type="body" sz="quarter" idx="63" hasCustomPrompt="1"/>
          </p:nvPr>
        </p:nvSpPr>
        <p:spPr>
          <a:xfrm>
            <a:off x="3311523" y="2368062"/>
            <a:ext cx="2676527" cy="3770800"/>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6" name="Text Placeholder 9">
            <a:extLst>
              <a:ext uri="{FF2B5EF4-FFF2-40B4-BE49-F238E27FC236}">
                <a16:creationId xmlns:a16="http://schemas.microsoft.com/office/drawing/2014/main" id="{FC0151E6-D573-04EB-F5EC-92D56075F639}"/>
              </a:ext>
            </a:extLst>
          </p:cNvPr>
          <p:cNvSpPr>
            <a:spLocks noGrp="1"/>
          </p:cNvSpPr>
          <p:nvPr>
            <p:ph type="body" sz="quarter" idx="64" hasCustomPrompt="1"/>
          </p:nvPr>
        </p:nvSpPr>
        <p:spPr>
          <a:xfrm>
            <a:off x="6201833" y="2368062"/>
            <a:ext cx="2676527" cy="3770800"/>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8" name="Text Placeholder 9">
            <a:extLst>
              <a:ext uri="{FF2B5EF4-FFF2-40B4-BE49-F238E27FC236}">
                <a16:creationId xmlns:a16="http://schemas.microsoft.com/office/drawing/2014/main" id="{812AE73F-14DE-84E2-6594-4CB9AD3353B6}"/>
              </a:ext>
            </a:extLst>
          </p:cNvPr>
          <p:cNvSpPr>
            <a:spLocks noGrp="1"/>
          </p:cNvSpPr>
          <p:nvPr>
            <p:ph type="body" sz="quarter" idx="65" hasCustomPrompt="1"/>
          </p:nvPr>
        </p:nvSpPr>
        <p:spPr>
          <a:xfrm>
            <a:off x="9096371" y="2368062"/>
            <a:ext cx="2676527" cy="3770800"/>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3" name="Title 1">
            <a:extLst>
              <a:ext uri="{FF2B5EF4-FFF2-40B4-BE49-F238E27FC236}">
                <a16:creationId xmlns:a16="http://schemas.microsoft.com/office/drawing/2014/main" id="{338EB772-F062-87FE-9F15-E9A0392D0EB1}"/>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1" name="Rectangle 10">
            <a:extLst>
              <a:ext uri="{FF2B5EF4-FFF2-40B4-BE49-F238E27FC236}">
                <a16:creationId xmlns:a16="http://schemas.microsoft.com/office/drawing/2014/main" id="{54D69B4C-0D12-4864-D8CC-1295D94C679B}"/>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5EC58373-D8A2-14B6-9552-5438BD45E4A8}"/>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4" name="Footer Placeholder 14">
            <a:extLst>
              <a:ext uri="{FF2B5EF4-FFF2-40B4-BE49-F238E27FC236}">
                <a16:creationId xmlns:a16="http://schemas.microsoft.com/office/drawing/2014/main" id="{DFDB8445-71B9-2E99-00D1-2474A610E90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B2EC2661-837A-A33C-058C-D895F7159296}"/>
              </a:ext>
            </a:extLst>
          </p:cNvPr>
          <p:cNvSpPr>
            <a:spLocks noGrp="1"/>
          </p:cNvSpPr>
          <p:nvPr>
            <p:ph type="sldNum" sz="quarter" idx="48"/>
          </p:nvPr>
        </p:nvSpPr>
        <p:spPr/>
        <p:txBody>
          <a:bodyPr/>
          <a:lstStyle/>
          <a:p>
            <a:fld id="{4413DBDE-1217-486F-B764-076DBBFEB98C}" type="slidenum">
              <a:rPr lang="en-GB" smtClean="0"/>
              <a:pPr/>
              <a:t>‹Nº›</a:t>
            </a:fld>
            <a:endParaRPr lang="en-GB" dirty="0"/>
          </a:p>
        </p:txBody>
      </p:sp>
      <p:sp>
        <p:nvSpPr>
          <p:cNvPr id="7" name="Text Placeholder 14">
            <a:extLst>
              <a:ext uri="{FF2B5EF4-FFF2-40B4-BE49-F238E27FC236}">
                <a16:creationId xmlns:a16="http://schemas.microsoft.com/office/drawing/2014/main" id="{DBA65ABF-807B-D2CC-F754-669C42ABCC9C}"/>
              </a:ext>
            </a:extLst>
          </p:cNvPr>
          <p:cNvSpPr>
            <a:spLocks noGrp="1"/>
          </p:cNvSpPr>
          <p:nvPr>
            <p:ph type="body" sz="quarter" idx="62" hasCustomPrompt="1"/>
          </p:nvPr>
        </p:nvSpPr>
        <p:spPr>
          <a:xfrm>
            <a:off x="419099" y="1235075"/>
            <a:ext cx="11353799" cy="549274"/>
          </a:xfrm>
        </p:spPr>
        <p:txBody>
          <a:bodyPr>
            <a:noAutofit/>
          </a:bodyPr>
          <a:lstStyle>
            <a:lvl1pPr marL="0" indent="0" algn="l">
              <a:buNone/>
              <a:defRPr b="1"/>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p:txBody>
      </p:sp>
      <p:sp>
        <p:nvSpPr>
          <p:cNvPr id="9" name="Text Placeholder 14">
            <a:extLst>
              <a:ext uri="{FF2B5EF4-FFF2-40B4-BE49-F238E27FC236}">
                <a16:creationId xmlns:a16="http://schemas.microsoft.com/office/drawing/2014/main" id="{3E227AE4-35D1-5610-57AA-7DD5DB549C35}"/>
              </a:ext>
            </a:extLst>
          </p:cNvPr>
          <p:cNvSpPr>
            <a:spLocks noGrp="1"/>
          </p:cNvSpPr>
          <p:nvPr>
            <p:ph type="body" sz="quarter" idx="66" hasCustomPrompt="1"/>
          </p:nvPr>
        </p:nvSpPr>
        <p:spPr>
          <a:xfrm>
            <a:off x="419099" y="1969559"/>
            <a:ext cx="2676526" cy="257800"/>
          </a:xfrm>
        </p:spPr>
        <p:txBody>
          <a:bodyPr>
            <a:noAutofit/>
          </a:bodyPr>
          <a:lstStyle>
            <a:lvl1pPr marL="0" indent="0" algn="l">
              <a:buNone/>
              <a:defRPr b="0"/>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0" name="Text Placeholder 14">
            <a:extLst>
              <a:ext uri="{FF2B5EF4-FFF2-40B4-BE49-F238E27FC236}">
                <a16:creationId xmlns:a16="http://schemas.microsoft.com/office/drawing/2014/main" id="{277797C4-4D2F-3841-C702-1F3207ECA2A7}"/>
              </a:ext>
            </a:extLst>
          </p:cNvPr>
          <p:cNvSpPr>
            <a:spLocks noGrp="1"/>
          </p:cNvSpPr>
          <p:nvPr>
            <p:ph type="body" sz="quarter" idx="67" hasCustomPrompt="1"/>
          </p:nvPr>
        </p:nvSpPr>
        <p:spPr>
          <a:xfrm>
            <a:off x="3306233" y="1969559"/>
            <a:ext cx="2676526" cy="257800"/>
          </a:xfrm>
        </p:spPr>
        <p:txBody>
          <a:bodyPr>
            <a:noAutofit/>
          </a:bodyPr>
          <a:lstStyle>
            <a:lvl1pPr marL="0" indent="0" algn="l">
              <a:buNone/>
              <a:defRPr b="0"/>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3" name="Text Placeholder 14">
            <a:extLst>
              <a:ext uri="{FF2B5EF4-FFF2-40B4-BE49-F238E27FC236}">
                <a16:creationId xmlns:a16="http://schemas.microsoft.com/office/drawing/2014/main" id="{B90B2ACE-708E-2052-DEA6-495E07B3B8EC}"/>
              </a:ext>
            </a:extLst>
          </p:cNvPr>
          <p:cNvSpPr>
            <a:spLocks noGrp="1"/>
          </p:cNvSpPr>
          <p:nvPr>
            <p:ph type="body" sz="quarter" idx="68" hasCustomPrompt="1"/>
          </p:nvPr>
        </p:nvSpPr>
        <p:spPr>
          <a:xfrm>
            <a:off x="6201833" y="1969559"/>
            <a:ext cx="2676526" cy="257800"/>
          </a:xfrm>
        </p:spPr>
        <p:txBody>
          <a:bodyPr>
            <a:noAutofit/>
          </a:bodyPr>
          <a:lstStyle>
            <a:lvl1pPr marL="0" indent="0" algn="l">
              <a:buNone/>
              <a:defRPr b="0"/>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5" name="Text Placeholder 14">
            <a:extLst>
              <a:ext uri="{FF2B5EF4-FFF2-40B4-BE49-F238E27FC236}">
                <a16:creationId xmlns:a16="http://schemas.microsoft.com/office/drawing/2014/main" id="{B8B0F2C1-92C9-AE02-03AC-2D8AC5C109E0}"/>
              </a:ext>
            </a:extLst>
          </p:cNvPr>
          <p:cNvSpPr>
            <a:spLocks noGrp="1"/>
          </p:cNvSpPr>
          <p:nvPr>
            <p:ph type="body" sz="quarter" idx="69" hasCustomPrompt="1"/>
          </p:nvPr>
        </p:nvSpPr>
        <p:spPr>
          <a:xfrm>
            <a:off x="9096372" y="1969559"/>
            <a:ext cx="2676526" cy="257800"/>
          </a:xfrm>
        </p:spPr>
        <p:txBody>
          <a:bodyPr>
            <a:noAutofit/>
          </a:bodyPr>
          <a:lstStyle>
            <a:lvl1pPr marL="0" indent="0" algn="l">
              <a:buNone/>
              <a:defRPr b="0"/>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Tree>
    <p:extLst>
      <p:ext uri="{BB962C8B-B14F-4D97-AF65-F5344CB8AC3E}">
        <p14:creationId xmlns:p14="http://schemas.microsoft.com/office/powerpoint/2010/main" val="21857123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lumn Chart + Icons">
    <p:spTree>
      <p:nvGrpSpPr>
        <p:cNvPr id="1" name=""/>
        <p:cNvGrpSpPr/>
        <p:nvPr/>
      </p:nvGrpSpPr>
      <p:grpSpPr>
        <a:xfrm>
          <a:off x="0" y="0"/>
          <a:ext cx="0" cy="0"/>
          <a:chOff x="0" y="0"/>
          <a:chExt cx="0" cy="0"/>
        </a:xfrm>
      </p:grpSpPr>
      <p:sp>
        <p:nvSpPr>
          <p:cNvPr id="33" name="Text Placeholder 9">
            <a:extLst>
              <a:ext uri="{FF2B5EF4-FFF2-40B4-BE49-F238E27FC236}">
                <a16:creationId xmlns:a16="http://schemas.microsoft.com/office/drawing/2014/main" id="{D788F092-460E-90A0-8BB7-C403C765225F}"/>
              </a:ext>
            </a:extLst>
          </p:cNvPr>
          <p:cNvSpPr>
            <a:spLocks noGrp="1"/>
          </p:cNvSpPr>
          <p:nvPr>
            <p:ph type="body" sz="quarter" idx="60" hasCustomPrompt="1"/>
          </p:nvPr>
        </p:nvSpPr>
        <p:spPr>
          <a:xfrm>
            <a:off x="419099" y="1235075"/>
            <a:ext cx="2676527" cy="4903787"/>
          </a:xfrm>
          <a:prstGeom prst="roundRect">
            <a:avLst>
              <a:gd name="adj" fmla="val 3414"/>
            </a:avLst>
          </a:prstGeom>
          <a:solidFill>
            <a:schemeClr val="accent3">
              <a:lumMod val="20000"/>
              <a:lumOff val="80000"/>
            </a:schemeClr>
          </a:solidFill>
        </p:spPr>
        <p:txBody>
          <a:bodyPr tIns="237744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5" name="Text Placeholder 9">
            <a:extLst>
              <a:ext uri="{FF2B5EF4-FFF2-40B4-BE49-F238E27FC236}">
                <a16:creationId xmlns:a16="http://schemas.microsoft.com/office/drawing/2014/main" id="{08429D2A-ADC6-85A6-B49B-FE1041FD7D8C}"/>
              </a:ext>
            </a:extLst>
          </p:cNvPr>
          <p:cNvSpPr>
            <a:spLocks noGrp="1"/>
          </p:cNvSpPr>
          <p:nvPr>
            <p:ph type="body" sz="quarter" idx="63" hasCustomPrompt="1"/>
          </p:nvPr>
        </p:nvSpPr>
        <p:spPr>
          <a:xfrm>
            <a:off x="3311523" y="1235075"/>
            <a:ext cx="2676527" cy="4903787"/>
          </a:xfrm>
          <a:prstGeom prst="roundRect">
            <a:avLst>
              <a:gd name="adj" fmla="val 3414"/>
            </a:avLst>
          </a:prstGeom>
          <a:solidFill>
            <a:schemeClr val="accent3">
              <a:lumMod val="20000"/>
              <a:lumOff val="80000"/>
            </a:schemeClr>
          </a:solidFill>
        </p:spPr>
        <p:txBody>
          <a:bodyPr tIns="237744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6" name="Text Placeholder 9">
            <a:extLst>
              <a:ext uri="{FF2B5EF4-FFF2-40B4-BE49-F238E27FC236}">
                <a16:creationId xmlns:a16="http://schemas.microsoft.com/office/drawing/2014/main" id="{FC0151E6-D573-04EB-F5EC-92D56075F639}"/>
              </a:ext>
            </a:extLst>
          </p:cNvPr>
          <p:cNvSpPr>
            <a:spLocks noGrp="1"/>
          </p:cNvSpPr>
          <p:nvPr>
            <p:ph type="body" sz="quarter" idx="64" hasCustomPrompt="1"/>
          </p:nvPr>
        </p:nvSpPr>
        <p:spPr>
          <a:xfrm>
            <a:off x="6201833" y="1235075"/>
            <a:ext cx="2676527" cy="4903787"/>
          </a:xfrm>
          <a:prstGeom prst="roundRect">
            <a:avLst>
              <a:gd name="adj" fmla="val 3414"/>
            </a:avLst>
          </a:prstGeom>
          <a:solidFill>
            <a:schemeClr val="accent3">
              <a:lumMod val="20000"/>
              <a:lumOff val="80000"/>
            </a:schemeClr>
          </a:solidFill>
        </p:spPr>
        <p:txBody>
          <a:bodyPr tIns="237744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8" name="Text Placeholder 9">
            <a:extLst>
              <a:ext uri="{FF2B5EF4-FFF2-40B4-BE49-F238E27FC236}">
                <a16:creationId xmlns:a16="http://schemas.microsoft.com/office/drawing/2014/main" id="{812AE73F-14DE-84E2-6594-4CB9AD3353B6}"/>
              </a:ext>
            </a:extLst>
          </p:cNvPr>
          <p:cNvSpPr>
            <a:spLocks noGrp="1"/>
          </p:cNvSpPr>
          <p:nvPr>
            <p:ph type="body" sz="quarter" idx="65" hasCustomPrompt="1"/>
          </p:nvPr>
        </p:nvSpPr>
        <p:spPr>
          <a:xfrm>
            <a:off x="9096371" y="1235075"/>
            <a:ext cx="2676527" cy="4903787"/>
          </a:xfrm>
          <a:prstGeom prst="roundRect">
            <a:avLst>
              <a:gd name="adj" fmla="val 3414"/>
            </a:avLst>
          </a:prstGeom>
          <a:solidFill>
            <a:schemeClr val="accent3">
              <a:lumMod val="20000"/>
              <a:lumOff val="80000"/>
            </a:schemeClr>
          </a:solidFill>
        </p:spPr>
        <p:txBody>
          <a:bodyPr tIns="237744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3" name="Title 1">
            <a:extLst>
              <a:ext uri="{FF2B5EF4-FFF2-40B4-BE49-F238E27FC236}">
                <a16:creationId xmlns:a16="http://schemas.microsoft.com/office/drawing/2014/main" id="{338EB772-F062-87FE-9F15-E9A0392D0EB1}"/>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1" name="Rectangle 10">
            <a:extLst>
              <a:ext uri="{FF2B5EF4-FFF2-40B4-BE49-F238E27FC236}">
                <a16:creationId xmlns:a16="http://schemas.microsoft.com/office/drawing/2014/main" id="{54D69B4C-0D12-4864-D8CC-1295D94C679B}"/>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5EC58373-D8A2-14B6-9552-5438BD45E4A8}"/>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4" name="Footer Placeholder 14">
            <a:extLst>
              <a:ext uri="{FF2B5EF4-FFF2-40B4-BE49-F238E27FC236}">
                <a16:creationId xmlns:a16="http://schemas.microsoft.com/office/drawing/2014/main" id="{DFDB8445-71B9-2E99-00D1-2474A610E90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B2EC2661-837A-A33C-058C-D895F7159296}"/>
              </a:ext>
            </a:extLst>
          </p:cNvPr>
          <p:cNvSpPr>
            <a:spLocks noGrp="1"/>
          </p:cNvSpPr>
          <p:nvPr>
            <p:ph type="sldNum" sz="quarter" idx="48"/>
          </p:nvPr>
        </p:nvSpPr>
        <p:spPr/>
        <p:txBody>
          <a:bodyPr/>
          <a:lstStyle/>
          <a:p>
            <a:fld id="{4413DBDE-1217-486F-B764-076DBBFEB98C}" type="slidenum">
              <a:rPr lang="en-GB" smtClean="0"/>
              <a:pPr/>
              <a:t>‹Nº›</a:t>
            </a:fld>
            <a:endParaRPr lang="en-GB" dirty="0"/>
          </a:p>
        </p:txBody>
      </p:sp>
      <p:sp>
        <p:nvSpPr>
          <p:cNvPr id="9" name="Text Placeholder 14">
            <a:extLst>
              <a:ext uri="{FF2B5EF4-FFF2-40B4-BE49-F238E27FC236}">
                <a16:creationId xmlns:a16="http://schemas.microsoft.com/office/drawing/2014/main" id="{3E227AE4-35D1-5610-57AA-7DD5DB549C35}"/>
              </a:ext>
            </a:extLst>
          </p:cNvPr>
          <p:cNvSpPr>
            <a:spLocks noGrp="1"/>
          </p:cNvSpPr>
          <p:nvPr>
            <p:ph type="body" sz="quarter" idx="66" hasCustomPrompt="1"/>
          </p:nvPr>
        </p:nvSpPr>
        <p:spPr>
          <a:xfrm>
            <a:off x="614362"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0" name="Text Placeholder 14">
            <a:extLst>
              <a:ext uri="{FF2B5EF4-FFF2-40B4-BE49-F238E27FC236}">
                <a16:creationId xmlns:a16="http://schemas.microsoft.com/office/drawing/2014/main" id="{277797C4-4D2F-3841-C702-1F3207ECA2A7}"/>
              </a:ext>
            </a:extLst>
          </p:cNvPr>
          <p:cNvSpPr>
            <a:spLocks noGrp="1"/>
          </p:cNvSpPr>
          <p:nvPr>
            <p:ph type="body" sz="quarter" idx="67" hasCustomPrompt="1"/>
          </p:nvPr>
        </p:nvSpPr>
        <p:spPr>
          <a:xfrm>
            <a:off x="3506786"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3" name="Text Placeholder 14">
            <a:extLst>
              <a:ext uri="{FF2B5EF4-FFF2-40B4-BE49-F238E27FC236}">
                <a16:creationId xmlns:a16="http://schemas.microsoft.com/office/drawing/2014/main" id="{B90B2ACE-708E-2052-DEA6-495E07B3B8EC}"/>
              </a:ext>
            </a:extLst>
          </p:cNvPr>
          <p:cNvSpPr>
            <a:spLocks noGrp="1"/>
          </p:cNvSpPr>
          <p:nvPr>
            <p:ph type="body" sz="quarter" idx="68" hasCustomPrompt="1"/>
          </p:nvPr>
        </p:nvSpPr>
        <p:spPr>
          <a:xfrm>
            <a:off x="6399210"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5" name="Text Placeholder 14">
            <a:extLst>
              <a:ext uri="{FF2B5EF4-FFF2-40B4-BE49-F238E27FC236}">
                <a16:creationId xmlns:a16="http://schemas.microsoft.com/office/drawing/2014/main" id="{B8B0F2C1-92C9-AE02-03AC-2D8AC5C109E0}"/>
              </a:ext>
            </a:extLst>
          </p:cNvPr>
          <p:cNvSpPr>
            <a:spLocks noGrp="1"/>
          </p:cNvSpPr>
          <p:nvPr>
            <p:ph type="body" sz="quarter" idx="69" hasCustomPrompt="1"/>
          </p:nvPr>
        </p:nvSpPr>
        <p:spPr>
          <a:xfrm>
            <a:off x="9291634"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21" name="Picture Placeholder 15">
            <a:extLst>
              <a:ext uri="{FF2B5EF4-FFF2-40B4-BE49-F238E27FC236}">
                <a16:creationId xmlns:a16="http://schemas.microsoft.com/office/drawing/2014/main" id="{9AA01C9F-ABCC-D02D-4E6A-A1D60B258797}"/>
              </a:ext>
            </a:extLst>
          </p:cNvPr>
          <p:cNvSpPr>
            <a:spLocks noGrp="1"/>
          </p:cNvSpPr>
          <p:nvPr>
            <p:ph type="pic" sz="quarter" idx="50"/>
          </p:nvPr>
        </p:nvSpPr>
        <p:spPr>
          <a:xfrm>
            <a:off x="1062037"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2" name="Picture Placeholder 15">
            <a:extLst>
              <a:ext uri="{FF2B5EF4-FFF2-40B4-BE49-F238E27FC236}">
                <a16:creationId xmlns:a16="http://schemas.microsoft.com/office/drawing/2014/main" id="{7B88941D-20C2-6452-8D6D-53380C208E89}"/>
              </a:ext>
            </a:extLst>
          </p:cNvPr>
          <p:cNvSpPr>
            <a:spLocks noGrp="1"/>
          </p:cNvSpPr>
          <p:nvPr>
            <p:ph type="pic" sz="quarter" idx="51"/>
          </p:nvPr>
        </p:nvSpPr>
        <p:spPr>
          <a:xfrm>
            <a:off x="3954461"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3" name="Picture Placeholder 15">
            <a:extLst>
              <a:ext uri="{FF2B5EF4-FFF2-40B4-BE49-F238E27FC236}">
                <a16:creationId xmlns:a16="http://schemas.microsoft.com/office/drawing/2014/main" id="{9B9573CD-7222-E7F2-F468-8E434AE35F21}"/>
              </a:ext>
            </a:extLst>
          </p:cNvPr>
          <p:cNvSpPr>
            <a:spLocks noGrp="1"/>
          </p:cNvSpPr>
          <p:nvPr>
            <p:ph type="pic" sz="quarter" idx="53"/>
          </p:nvPr>
        </p:nvSpPr>
        <p:spPr>
          <a:xfrm>
            <a:off x="6846885"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4" name="Picture Placeholder 15">
            <a:extLst>
              <a:ext uri="{FF2B5EF4-FFF2-40B4-BE49-F238E27FC236}">
                <a16:creationId xmlns:a16="http://schemas.microsoft.com/office/drawing/2014/main" id="{5813636D-0033-EF43-955D-CAE97972A9FC}"/>
              </a:ext>
            </a:extLst>
          </p:cNvPr>
          <p:cNvSpPr>
            <a:spLocks noGrp="1"/>
          </p:cNvSpPr>
          <p:nvPr>
            <p:ph type="pic" sz="quarter" idx="54"/>
          </p:nvPr>
        </p:nvSpPr>
        <p:spPr>
          <a:xfrm>
            <a:off x="9739309"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Tree>
    <p:extLst>
      <p:ext uri="{BB962C8B-B14F-4D97-AF65-F5344CB8AC3E}">
        <p14:creationId xmlns:p14="http://schemas.microsoft.com/office/powerpoint/2010/main" val="10969013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low Char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DCDC24F-4715-1DC8-4111-B1D726458A1E}"/>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24" name="Rectangle 23">
            <a:extLst>
              <a:ext uri="{FF2B5EF4-FFF2-40B4-BE49-F238E27FC236}">
                <a16:creationId xmlns:a16="http://schemas.microsoft.com/office/drawing/2014/main" id="{51D693A0-4751-34F7-895F-8F89326156A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9AADEED8-8493-74DE-260D-78341079DB6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27" name="Footer Placeholder 14">
            <a:extLst>
              <a:ext uri="{FF2B5EF4-FFF2-40B4-BE49-F238E27FC236}">
                <a16:creationId xmlns:a16="http://schemas.microsoft.com/office/drawing/2014/main" id="{6F5EEC62-26A3-6ABB-28C8-8D0DC8A7575B}"/>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13" name="Slide Number Placeholder 12">
            <a:extLst>
              <a:ext uri="{FF2B5EF4-FFF2-40B4-BE49-F238E27FC236}">
                <a16:creationId xmlns:a16="http://schemas.microsoft.com/office/drawing/2014/main" id="{8677900B-553A-E0C0-797A-52CBF7FA36C3}"/>
              </a:ext>
            </a:extLst>
          </p:cNvPr>
          <p:cNvSpPr>
            <a:spLocks noGrp="1"/>
          </p:cNvSpPr>
          <p:nvPr>
            <p:ph type="sldNum" sz="quarter" idx="48"/>
          </p:nvPr>
        </p:nvSpPr>
        <p:spPr/>
        <p:txBody>
          <a:bodyPr/>
          <a:lstStyle/>
          <a:p>
            <a:fld id="{4413DBDE-1217-486F-B764-076DBBFEB98C}" type="slidenum">
              <a:rPr lang="en-GB" smtClean="0"/>
              <a:pPr/>
              <a:t>‹Nº›</a:t>
            </a:fld>
            <a:endParaRPr lang="en-GB" dirty="0"/>
          </a:p>
        </p:txBody>
      </p:sp>
      <p:sp>
        <p:nvSpPr>
          <p:cNvPr id="14" name="Text Placeholder 9">
            <a:extLst>
              <a:ext uri="{FF2B5EF4-FFF2-40B4-BE49-F238E27FC236}">
                <a16:creationId xmlns:a16="http://schemas.microsoft.com/office/drawing/2014/main" id="{2E134D9C-AF4E-6E02-49EF-ECA118552019}"/>
              </a:ext>
            </a:extLst>
          </p:cNvPr>
          <p:cNvSpPr>
            <a:spLocks noGrp="1"/>
          </p:cNvSpPr>
          <p:nvPr>
            <p:ph type="body" sz="quarter" idx="66" hasCustomPrompt="1"/>
          </p:nvPr>
        </p:nvSpPr>
        <p:spPr>
          <a:xfrm>
            <a:off x="419100" y="1968500"/>
            <a:ext cx="2389187" cy="4170363"/>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5" name="Text Placeholder 9">
            <a:extLst>
              <a:ext uri="{FF2B5EF4-FFF2-40B4-BE49-F238E27FC236}">
                <a16:creationId xmlns:a16="http://schemas.microsoft.com/office/drawing/2014/main" id="{0B544FB1-C883-CBFF-865F-0A38B28C787F}"/>
              </a:ext>
            </a:extLst>
          </p:cNvPr>
          <p:cNvSpPr>
            <a:spLocks noGrp="1"/>
          </p:cNvSpPr>
          <p:nvPr>
            <p:ph type="body" sz="quarter" idx="67" hasCustomPrompt="1"/>
          </p:nvPr>
        </p:nvSpPr>
        <p:spPr>
          <a:xfrm>
            <a:off x="3407304" y="1968500"/>
            <a:ext cx="2389187" cy="4170363"/>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6" name="Text Placeholder 9">
            <a:extLst>
              <a:ext uri="{FF2B5EF4-FFF2-40B4-BE49-F238E27FC236}">
                <a16:creationId xmlns:a16="http://schemas.microsoft.com/office/drawing/2014/main" id="{CD815AC6-B8E1-F17A-2509-C3A2E6767B32}"/>
              </a:ext>
            </a:extLst>
          </p:cNvPr>
          <p:cNvSpPr>
            <a:spLocks noGrp="1"/>
          </p:cNvSpPr>
          <p:nvPr>
            <p:ph type="body" sz="quarter" idx="68" hasCustomPrompt="1"/>
          </p:nvPr>
        </p:nvSpPr>
        <p:spPr>
          <a:xfrm>
            <a:off x="6395507" y="1968500"/>
            <a:ext cx="2389187" cy="4170363"/>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7" name="Text Placeholder 9">
            <a:extLst>
              <a:ext uri="{FF2B5EF4-FFF2-40B4-BE49-F238E27FC236}">
                <a16:creationId xmlns:a16="http://schemas.microsoft.com/office/drawing/2014/main" id="{BA6C474C-1FFD-0A1E-EEAF-B1F0536B7828}"/>
              </a:ext>
            </a:extLst>
          </p:cNvPr>
          <p:cNvSpPr>
            <a:spLocks noGrp="1"/>
          </p:cNvSpPr>
          <p:nvPr>
            <p:ph type="body" sz="quarter" idx="69" hasCustomPrompt="1"/>
          </p:nvPr>
        </p:nvSpPr>
        <p:spPr>
          <a:xfrm>
            <a:off x="9383711" y="1968500"/>
            <a:ext cx="2389187" cy="4170363"/>
          </a:xfrm>
          <a:prstGeom prst="roundRect">
            <a:avLst>
              <a:gd name="adj" fmla="val 3414"/>
            </a:avLst>
          </a:prstGeom>
          <a:solidFill>
            <a:schemeClr val="accent3">
              <a:lumMod val="20000"/>
              <a:lumOff val="80000"/>
            </a:schemeClr>
          </a:solidFill>
        </p:spPr>
        <p:txBody>
          <a:bodyPr tIns="273600" bIns="273600">
            <a:noAutofit/>
          </a:bodyPr>
          <a:lstStyle>
            <a:lvl1pPr marL="171450" indent="-171450">
              <a:spcBef>
                <a:spcPts val="0"/>
              </a:spcBef>
              <a:spcAft>
                <a:spcPts val="600"/>
              </a:spcAft>
              <a:buFont typeface="System Font Regular"/>
              <a:buChar char="&gt;"/>
              <a:defRPr sz="1400"/>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21" name="Text Placeholder 20">
            <a:extLst>
              <a:ext uri="{FF2B5EF4-FFF2-40B4-BE49-F238E27FC236}">
                <a16:creationId xmlns:a16="http://schemas.microsoft.com/office/drawing/2014/main" id="{E90190BC-D753-A072-0B84-F0A234D057B6}"/>
              </a:ext>
            </a:extLst>
          </p:cNvPr>
          <p:cNvSpPr>
            <a:spLocks noGrp="1"/>
          </p:cNvSpPr>
          <p:nvPr>
            <p:ph type="body" sz="quarter" idx="70" hasCustomPrompt="1"/>
          </p:nvPr>
        </p:nvSpPr>
        <p:spPr>
          <a:xfrm>
            <a:off x="2874433" y="3813777"/>
            <a:ext cx="466725" cy="433010"/>
          </a:xfrm>
          <a:blipFill dpi="0"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anchor="ctr"/>
          <a:lstStyle>
            <a:lvl1pPr marL="0" indent="0" algn="ctr">
              <a:buNone/>
              <a:defRPr/>
            </a:lvl1pPr>
          </a:lstStyle>
          <a:p>
            <a:pPr lvl="0"/>
            <a:r>
              <a:rPr lang="en-US" dirty="0"/>
              <a:t> </a:t>
            </a:r>
            <a:endParaRPr lang="en-GB" dirty="0"/>
          </a:p>
        </p:txBody>
      </p:sp>
      <p:pic>
        <p:nvPicPr>
          <p:cNvPr id="23" name="Graphic 22" hidden="1">
            <a:extLst>
              <a:ext uri="{FF2B5EF4-FFF2-40B4-BE49-F238E27FC236}">
                <a16:creationId xmlns:a16="http://schemas.microsoft.com/office/drawing/2014/main" id="{A626E2B4-F6C3-9249-E8ED-1C78EFA3D2A6}"/>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873904" y="3813777"/>
            <a:ext cx="466106" cy="433010"/>
          </a:xfrm>
          <a:prstGeom prst="rect">
            <a:avLst/>
          </a:prstGeom>
        </p:spPr>
      </p:pic>
      <p:sp>
        <p:nvSpPr>
          <p:cNvPr id="31" name="Text Placeholder 20">
            <a:extLst>
              <a:ext uri="{FF2B5EF4-FFF2-40B4-BE49-F238E27FC236}">
                <a16:creationId xmlns:a16="http://schemas.microsoft.com/office/drawing/2014/main" id="{9F29F90C-B0E8-3159-7FDA-4C515FC8B7A3}"/>
              </a:ext>
            </a:extLst>
          </p:cNvPr>
          <p:cNvSpPr>
            <a:spLocks noGrp="1"/>
          </p:cNvSpPr>
          <p:nvPr>
            <p:ph type="body" sz="quarter" idx="71" hasCustomPrompt="1"/>
          </p:nvPr>
        </p:nvSpPr>
        <p:spPr>
          <a:xfrm>
            <a:off x="5862636" y="3813777"/>
            <a:ext cx="466725" cy="433010"/>
          </a:xfrm>
          <a:blipFill dpi="0"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anchor="ctr"/>
          <a:lstStyle>
            <a:lvl1pPr marL="0" indent="0" algn="ctr">
              <a:buNone/>
              <a:defRPr/>
            </a:lvl1pPr>
          </a:lstStyle>
          <a:p>
            <a:pPr lvl="0"/>
            <a:r>
              <a:rPr lang="en-US" dirty="0"/>
              <a:t> </a:t>
            </a:r>
            <a:endParaRPr lang="en-GB" dirty="0"/>
          </a:p>
        </p:txBody>
      </p:sp>
      <p:sp>
        <p:nvSpPr>
          <p:cNvPr id="37" name="Text Placeholder 20">
            <a:extLst>
              <a:ext uri="{FF2B5EF4-FFF2-40B4-BE49-F238E27FC236}">
                <a16:creationId xmlns:a16="http://schemas.microsoft.com/office/drawing/2014/main" id="{F9A835B8-AA88-2E15-FABB-4C05CFEA5964}"/>
              </a:ext>
            </a:extLst>
          </p:cNvPr>
          <p:cNvSpPr>
            <a:spLocks noGrp="1"/>
          </p:cNvSpPr>
          <p:nvPr>
            <p:ph type="body" sz="quarter" idx="72" hasCustomPrompt="1"/>
          </p:nvPr>
        </p:nvSpPr>
        <p:spPr>
          <a:xfrm>
            <a:off x="8850840" y="3813777"/>
            <a:ext cx="466725" cy="433010"/>
          </a:xfrm>
          <a:blipFill dpi="0"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anchor="ctr"/>
          <a:lstStyle>
            <a:lvl1pPr marL="0" indent="0" algn="ctr">
              <a:buNone/>
              <a:defRPr/>
            </a:lvl1pPr>
          </a:lstStyle>
          <a:p>
            <a:pPr lvl="0"/>
            <a:r>
              <a:rPr lang="en-US" dirty="0"/>
              <a:t> </a:t>
            </a:r>
            <a:endParaRPr lang="en-GB" dirty="0"/>
          </a:p>
        </p:txBody>
      </p:sp>
      <p:sp>
        <p:nvSpPr>
          <p:cNvPr id="3" name="Text Placeholder 14">
            <a:extLst>
              <a:ext uri="{FF2B5EF4-FFF2-40B4-BE49-F238E27FC236}">
                <a16:creationId xmlns:a16="http://schemas.microsoft.com/office/drawing/2014/main" id="{F20312DA-EF58-9B97-C679-55C90562167F}"/>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lvl1pPr>
            <a:lvl2pPr marL="0" indent="0" algn="l">
              <a:buNone/>
              <a:defRPr b="1"/>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Tree>
    <p:extLst>
      <p:ext uri="{BB962C8B-B14F-4D97-AF65-F5344CB8AC3E}">
        <p14:creationId xmlns:p14="http://schemas.microsoft.com/office/powerpoint/2010/main" val="8376509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D42A2-8A20-4F97-92B5-2678F31EA556}"/>
              </a:ext>
            </a:extLst>
          </p:cNvPr>
          <p:cNvSpPr>
            <a:spLocks noGrp="1"/>
          </p:cNvSpPr>
          <p:nvPr>
            <p:ph type="title" hasCustomPrompt="1"/>
          </p:nvPr>
        </p:nvSpPr>
        <p:spPr>
          <a:xfrm>
            <a:off x="419100" y="502285"/>
            <a:ext cx="11353800" cy="549275"/>
          </a:xfrm>
        </p:spPr>
        <p:txBody>
          <a:bodyPr anchor="ctr" anchorCtr="0">
            <a:normAutofit/>
          </a:bodyPr>
          <a:lstStyle>
            <a:lvl1pPr algn="l">
              <a:defRPr sz="2800">
                <a:solidFill>
                  <a:schemeClr val="accent1"/>
                </a:solidFill>
              </a:defRPr>
            </a:lvl1pPr>
          </a:lstStyle>
          <a:p>
            <a:r>
              <a:rPr lang="en-US" dirty="0"/>
              <a:t>Click to edit title</a:t>
            </a:r>
          </a:p>
        </p:txBody>
      </p:sp>
      <p:sp>
        <p:nvSpPr>
          <p:cNvPr id="5" name="Freeform 10">
            <a:extLst>
              <a:ext uri="{FF2B5EF4-FFF2-40B4-BE49-F238E27FC236}">
                <a16:creationId xmlns:a16="http://schemas.microsoft.com/office/drawing/2014/main" id="{A7A39D0B-3079-7878-0966-FA5C5376393C}"/>
              </a:ext>
            </a:extLst>
          </p:cNvPr>
          <p:cNvSpPr/>
          <p:nvPr userDrawn="1"/>
        </p:nvSpPr>
        <p:spPr>
          <a:xfrm>
            <a:off x="0" y="1397000"/>
            <a:ext cx="3287336" cy="4460875"/>
          </a:xfrm>
          <a:custGeom>
            <a:avLst/>
            <a:gdLst>
              <a:gd name="connsiteX0" fmla="*/ 0 w 3287336"/>
              <a:gd name="connsiteY0" fmla="*/ 0 h 4460875"/>
              <a:gd name="connsiteX1" fmla="*/ 3188832 w 3287336"/>
              <a:gd name="connsiteY1" fmla="*/ 0 h 4460875"/>
              <a:gd name="connsiteX2" fmla="*/ 3287336 w 3287336"/>
              <a:gd name="connsiteY2" fmla="*/ 98504 h 4460875"/>
              <a:gd name="connsiteX3" fmla="*/ 3287336 w 3287336"/>
              <a:gd name="connsiteY3" fmla="*/ 4362371 h 4460875"/>
              <a:gd name="connsiteX4" fmla="*/ 3188832 w 3287336"/>
              <a:gd name="connsiteY4" fmla="*/ 4460875 h 4460875"/>
              <a:gd name="connsiteX5" fmla="*/ 0 w 3287336"/>
              <a:gd name="connsiteY5" fmla="*/ 4460875 h 4460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7336" h="4460875">
                <a:moveTo>
                  <a:pt x="0" y="0"/>
                </a:moveTo>
                <a:lnTo>
                  <a:pt x="3188832" y="0"/>
                </a:lnTo>
                <a:cubicBezTo>
                  <a:pt x="3243234" y="0"/>
                  <a:pt x="3287336" y="44102"/>
                  <a:pt x="3287336" y="98504"/>
                </a:cubicBezTo>
                <a:lnTo>
                  <a:pt x="3287336" y="4362371"/>
                </a:lnTo>
                <a:cubicBezTo>
                  <a:pt x="3287336" y="4416773"/>
                  <a:pt x="3243234" y="4460875"/>
                  <a:pt x="3188832" y="4460875"/>
                </a:cubicBezTo>
                <a:lnTo>
                  <a:pt x="0" y="446087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F476DAA2-F096-19D6-9F82-D9617E2F31CF}"/>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9E57EF92-7134-6C14-06C0-CB29EB610C3B}"/>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22" name="Footer Placeholder 14">
            <a:extLst>
              <a:ext uri="{FF2B5EF4-FFF2-40B4-BE49-F238E27FC236}">
                <a16:creationId xmlns:a16="http://schemas.microsoft.com/office/drawing/2014/main" id="{7A06E95D-AA27-C3A8-5937-905E02A91D1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8C35EE02-0636-B7E8-EC64-FEAE7748396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10" name="Text Placeholder 14">
            <a:extLst>
              <a:ext uri="{FF2B5EF4-FFF2-40B4-BE49-F238E27FC236}">
                <a16:creationId xmlns:a16="http://schemas.microsoft.com/office/drawing/2014/main" id="{37AD29D5-E311-04EA-AB72-B477773BB7A3}"/>
              </a:ext>
            </a:extLst>
          </p:cNvPr>
          <p:cNvSpPr>
            <a:spLocks noGrp="1"/>
          </p:cNvSpPr>
          <p:nvPr>
            <p:ph type="body" sz="quarter" idx="66" hasCustomPrompt="1"/>
          </p:nvPr>
        </p:nvSpPr>
        <p:spPr>
          <a:xfrm>
            <a:off x="518164" y="1837186"/>
            <a:ext cx="2183992" cy="1666874"/>
          </a:xfrm>
        </p:spPr>
        <p:txBody>
          <a:bodyPr>
            <a:noAutofit/>
          </a:bodyPr>
          <a:lstStyle>
            <a:lvl1pPr marL="0" indent="0" algn="l">
              <a:buNone/>
              <a:defRPr>
                <a:solidFill>
                  <a:schemeClr val="bg2"/>
                </a:solidFill>
              </a:defRPr>
            </a:lvl1pPr>
            <a:lvl2pPr marL="0" indent="0" algn="l">
              <a:buNone/>
              <a:defRPr>
                <a:solidFill>
                  <a:schemeClr val="bg2"/>
                </a:solidFill>
              </a:defRPr>
            </a:lvl2pPr>
            <a:lvl3pPr marL="0" indent="0" algn="l">
              <a:buNone/>
              <a:defRPr>
                <a:solidFill>
                  <a:schemeClr val="bg2"/>
                </a:solidFill>
              </a:defRPr>
            </a:lvl3pPr>
            <a:lvl4pPr marL="0" indent="0" algn="l">
              <a:buNone/>
              <a:defRPr>
                <a:solidFill>
                  <a:schemeClr val="bg2"/>
                </a:solidFill>
              </a:defRPr>
            </a:lvl4pPr>
            <a:lvl5pPr marL="0" indent="0" algn="l">
              <a:buNone/>
              <a:defRPr>
                <a:solidFill>
                  <a:schemeClr val="bg2"/>
                </a:solidFill>
              </a:defRPr>
            </a:lvl5pPr>
            <a:lvl6pPr marL="0" indent="0" algn="l">
              <a:buNone/>
              <a:defRPr>
                <a:solidFill>
                  <a:schemeClr val="bg2"/>
                </a:solidFill>
              </a:defRPr>
            </a:lvl6pPr>
            <a:lvl7pPr marL="0" indent="0" algn="l">
              <a:buNone/>
              <a:defRPr>
                <a:solidFill>
                  <a:schemeClr val="bg2"/>
                </a:solidFill>
              </a:defRPr>
            </a:lvl7pPr>
            <a:lvl8pPr marL="0" indent="0" algn="l">
              <a:buNone/>
              <a:defRPr>
                <a:solidFill>
                  <a:schemeClr val="bg2"/>
                </a:solidFill>
              </a:defRPr>
            </a:lvl8pPr>
            <a:lvl9pPr marL="0" indent="0" algn="l">
              <a:buNone/>
              <a:defRPr>
                <a:solidFill>
                  <a:schemeClr val="bg2"/>
                </a:solidFill>
              </a:defRPr>
            </a:lvl9pPr>
          </a:lstStyle>
          <a:p>
            <a:pPr lvl="0"/>
            <a:r>
              <a:rPr lang="en-US" dirty="0"/>
              <a:t>Click to edit text</a:t>
            </a:r>
          </a:p>
          <a:p>
            <a:pPr lvl="1"/>
            <a:endParaRPr lang="en-GB" dirty="0"/>
          </a:p>
        </p:txBody>
      </p:sp>
      <p:grpSp>
        <p:nvGrpSpPr>
          <p:cNvPr id="18" name="Group 17">
            <a:extLst>
              <a:ext uri="{FF2B5EF4-FFF2-40B4-BE49-F238E27FC236}">
                <a16:creationId xmlns:a16="http://schemas.microsoft.com/office/drawing/2014/main" id="{20514833-F883-2A81-F654-E91A5AC9DF35}"/>
              </a:ext>
            </a:extLst>
          </p:cNvPr>
          <p:cNvGrpSpPr/>
          <p:nvPr userDrawn="1"/>
        </p:nvGrpSpPr>
        <p:grpSpPr>
          <a:xfrm>
            <a:off x="12528462" y="1522816"/>
            <a:ext cx="2876035" cy="2719841"/>
            <a:chOff x="14367629" y="1956100"/>
            <a:chExt cx="2876035" cy="2719841"/>
          </a:xfrm>
        </p:grpSpPr>
        <p:sp>
          <p:nvSpPr>
            <p:cNvPr id="23" name="Donut 24">
              <a:extLst>
                <a:ext uri="{FF2B5EF4-FFF2-40B4-BE49-F238E27FC236}">
                  <a16:creationId xmlns:a16="http://schemas.microsoft.com/office/drawing/2014/main" id="{D5235EAA-8709-7280-A828-438ACEF19A1C}"/>
                </a:ext>
              </a:extLst>
            </p:cNvPr>
            <p:cNvSpPr/>
            <p:nvPr/>
          </p:nvSpPr>
          <p:spPr bwMode="gray">
            <a:xfrm>
              <a:off x="14379256" y="1956100"/>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24" name="Group 23">
              <a:extLst>
                <a:ext uri="{FF2B5EF4-FFF2-40B4-BE49-F238E27FC236}">
                  <a16:creationId xmlns:a16="http://schemas.microsoft.com/office/drawing/2014/main" id="{2391325C-1D12-B1FC-F796-7A1AB0A7B3DA}"/>
                </a:ext>
              </a:extLst>
            </p:cNvPr>
            <p:cNvGrpSpPr/>
            <p:nvPr/>
          </p:nvGrpSpPr>
          <p:grpSpPr>
            <a:xfrm>
              <a:off x="14388334" y="2106802"/>
              <a:ext cx="530982" cy="260892"/>
              <a:chOff x="14239879" y="2120900"/>
              <a:chExt cx="1705953" cy="838200"/>
            </a:xfrm>
            <a:solidFill>
              <a:schemeClr val="tx1">
                <a:lumMod val="50000"/>
                <a:lumOff val="50000"/>
              </a:schemeClr>
            </a:solidFill>
          </p:grpSpPr>
          <p:sp>
            <p:nvSpPr>
              <p:cNvPr id="27" name="Freeform 299">
                <a:extLst>
                  <a:ext uri="{FF2B5EF4-FFF2-40B4-BE49-F238E27FC236}">
                    <a16:creationId xmlns:a16="http://schemas.microsoft.com/office/drawing/2014/main" id="{60F9C2E4-4857-E462-F978-83557C736C43}"/>
                  </a:ext>
                </a:extLst>
              </p:cNvPr>
              <p:cNvSpPr>
                <a:spLocks noEditPoints="1"/>
              </p:cNvSpPr>
              <p:nvPr/>
            </p:nvSpPr>
            <p:spPr bwMode="auto">
              <a:xfrm>
                <a:off x="14239879" y="2222500"/>
                <a:ext cx="533400" cy="406400"/>
              </a:xfrm>
              <a:custGeom>
                <a:avLst/>
                <a:gdLst>
                  <a:gd name="T0" fmla="*/ 1127 w 1474"/>
                  <a:gd name="T1" fmla="*/ 1097 h 1122"/>
                  <a:gd name="T2" fmla="*/ 1056 w 1474"/>
                  <a:gd name="T3" fmla="*/ 949 h 1122"/>
                  <a:gd name="T4" fmla="*/ 929 w 1474"/>
                  <a:gd name="T5" fmla="*/ 874 h 1122"/>
                  <a:gd name="T6" fmla="*/ 1051 w 1474"/>
                  <a:gd name="T7" fmla="*/ 804 h 1122"/>
                  <a:gd name="T8" fmla="*/ 1139 w 1474"/>
                  <a:gd name="T9" fmla="*/ 815 h 1122"/>
                  <a:gd name="T10" fmla="*/ 1216 w 1474"/>
                  <a:gd name="T11" fmla="*/ 676 h 1122"/>
                  <a:gd name="T12" fmla="*/ 1348 w 1474"/>
                  <a:gd name="T13" fmla="*/ 576 h 1122"/>
                  <a:gd name="T14" fmla="*/ 1341 w 1474"/>
                  <a:gd name="T15" fmla="*/ 532 h 1122"/>
                  <a:gd name="T16" fmla="*/ 1433 w 1474"/>
                  <a:gd name="T17" fmla="*/ 483 h 1122"/>
                  <a:gd name="T18" fmla="*/ 1412 w 1474"/>
                  <a:gd name="T19" fmla="*/ 399 h 1122"/>
                  <a:gd name="T20" fmla="*/ 1323 w 1474"/>
                  <a:gd name="T21" fmla="*/ 349 h 1122"/>
                  <a:gd name="T22" fmla="*/ 1204 w 1474"/>
                  <a:gd name="T23" fmla="*/ 266 h 1122"/>
                  <a:gd name="T24" fmla="*/ 1170 w 1474"/>
                  <a:gd name="T25" fmla="*/ 454 h 1122"/>
                  <a:gd name="T26" fmla="*/ 1094 w 1474"/>
                  <a:gd name="T27" fmla="*/ 405 h 1122"/>
                  <a:gd name="T28" fmla="*/ 980 w 1474"/>
                  <a:gd name="T29" fmla="*/ 281 h 1122"/>
                  <a:gd name="T30" fmla="*/ 1057 w 1474"/>
                  <a:gd name="T31" fmla="*/ 221 h 1122"/>
                  <a:gd name="T32" fmla="*/ 1124 w 1474"/>
                  <a:gd name="T33" fmla="*/ 177 h 1122"/>
                  <a:gd name="T34" fmla="*/ 1088 w 1474"/>
                  <a:gd name="T35" fmla="*/ 131 h 1122"/>
                  <a:gd name="T36" fmla="*/ 1006 w 1474"/>
                  <a:gd name="T37" fmla="*/ 108 h 1122"/>
                  <a:gd name="T38" fmla="*/ 986 w 1474"/>
                  <a:gd name="T39" fmla="*/ 0 h 1122"/>
                  <a:gd name="T40" fmla="*/ 963 w 1474"/>
                  <a:gd name="T41" fmla="*/ 130 h 1122"/>
                  <a:gd name="T42" fmla="*/ 897 w 1474"/>
                  <a:gd name="T43" fmla="*/ 152 h 1122"/>
                  <a:gd name="T44" fmla="*/ 815 w 1474"/>
                  <a:gd name="T45" fmla="*/ 138 h 1122"/>
                  <a:gd name="T46" fmla="*/ 701 w 1474"/>
                  <a:gd name="T47" fmla="*/ 151 h 1122"/>
                  <a:gd name="T48" fmla="*/ 555 w 1474"/>
                  <a:gd name="T49" fmla="*/ 117 h 1122"/>
                  <a:gd name="T50" fmla="*/ 497 w 1474"/>
                  <a:gd name="T51" fmla="*/ 106 h 1122"/>
                  <a:gd name="T52" fmla="*/ 374 w 1474"/>
                  <a:gd name="T53" fmla="*/ 112 h 1122"/>
                  <a:gd name="T54" fmla="*/ 174 w 1474"/>
                  <a:gd name="T55" fmla="*/ 79 h 1122"/>
                  <a:gd name="T56" fmla="*/ 72 w 1474"/>
                  <a:gd name="T57" fmla="*/ 169 h 1122"/>
                  <a:gd name="T58" fmla="*/ 30 w 1474"/>
                  <a:gd name="T59" fmla="*/ 190 h 1122"/>
                  <a:gd name="T60" fmla="*/ 83 w 1474"/>
                  <a:gd name="T61" fmla="*/ 219 h 1122"/>
                  <a:gd name="T62" fmla="*/ 27 w 1474"/>
                  <a:gd name="T63" fmla="*/ 282 h 1122"/>
                  <a:gd name="T64" fmla="*/ 50 w 1474"/>
                  <a:gd name="T65" fmla="*/ 320 h 1122"/>
                  <a:gd name="T66" fmla="*/ 123 w 1474"/>
                  <a:gd name="T67" fmla="*/ 337 h 1122"/>
                  <a:gd name="T68" fmla="*/ 90 w 1474"/>
                  <a:gd name="T69" fmla="*/ 394 h 1122"/>
                  <a:gd name="T70" fmla="*/ 120 w 1474"/>
                  <a:gd name="T71" fmla="*/ 394 h 1122"/>
                  <a:gd name="T72" fmla="*/ 190 w 1474"/>
                  <a:gd name="T73" fmla="*/ 324 h 1122"/>
                  <a:gd name="T74" fmla="*/ 212 w 1474"/>
                  <a:gd name="T75" fmla="*/ 316 h 1122"/>
                  <a:gd name="T76" fmla="*/ 286 w 1474"/>
                  <a:gd name="T77" fmla="*/ 302 h 1122"/>
                  <a:gd name="T78" fmla="*/ 383 w 1474"/>
                  <a:gd name="T79" fmla="*/ 333 h 1122"/>
                  <a:gd name="T80" fmla="*/ 472 w 1474"/>
                  <a:gd name="T81" fmla="*/ 387 h 1122"/>
                  <a:gd name="T82" fmla="*/ 513 w 1474"/>
                  <a:gd name="T83" fmla="*/ 434 h 1122"/>
                  <a:gd name="T84" fmla="*/ 544 w 1474"/>
                  <a:gd name="T85" fmla="*/ 484 h 1122"/>
                  <a:gd name="T86" fmla="*/ 583 w 1474"/>
                  <a:gd name="T87" fmla="*/ 531 h 1122"/>
                  <a:gd name="T88" fmla="*/ 575 w 1474"/>
                  <a:gd name="T89" fmla="*/ 648 h 1122"/>
                  <a:gd name="T90" fmla="*/ 624 w 1474"/>
                  <a:gd name="T91" fmla="*/ 746 h 1122"/>
                  <a:gd name="T92" fmla="*/ 708 w 1474"/>
                  <a:gd name="T93" fmla="*/ 837 h 1122"/>
                  <a:gd name="T94" fmla="*/ 765 w 1474"/>
                  <a:gd name="T95" fmla="*/ 897 h 1122"/>
                  <a:gd name="T96" fmla="*/ 719 w 1474"/>
                  <a:gd name="T97" fmla="*/ 795 h 1122"/>
                  <a:gd name="T98" fmla="*/ 795 w 1474"/>
                  <a:gd name="T99" fmla="*/ 894 h 1122"/>
                  <a:gd name="T100" fmla="*/ 897 w 1474"/>
                  <a:gd name="T101" fmla="*/ 996 h 1122"/>
                  <a:gd name="T102" fmla="*/ 1057 w 1474"/>
                  <a:gd name="T103" fmla="*/ 1049 h 1122"/>
                  <a:gd name="T104" fmla="*/ 1133 w 1474"/>
                  <a:gd name="T105" fmla="*/ 1112 h 1122"/>
                  <a:gd name="T106" fmla="*/ 1142 w 1474"/>
                  <a:gd name="T107" fmla="*/ 587 h 1122"/>
                  <a:gd name="T108" fmla="*/ 1211 w 1474"/>
                  <a:gd name="T109" fmla="*/ 591 h 1122"/>
                  <a:gd name="T110" fmla="*/ 1089 w 1474"/>
                  <a:gd name="T111" fmla="*/ 575 h 1122"/>
                  <a:gd name="T112" fmla="*/ 1087 w 1474"/>
                  <a:gd name="T113" fmla="*/ 558 h 1122"/>
                  <a:gd name="T114" fmla="*/ 637 w 1474"/>
                  <a:gd name="T115" fmla="*/ 210 h 1122"/>
                  <a:gd name="T116" fmla="*/ 606 w 1474"/>
                  <a:gd name="T117" fmla="*/ 201 h 1122"/>
                  <a:gd name="T118" fmla="*/ 641 w 1474"/>
                  <a:gd name="T119" fmla="*/ 189 h 1122"/>
                  <a:gd name="T120" fmla="*/ 666 w 1474"/>
                  <a:gd name="T121" fmla="*/ 290 h 1122"/>
                  <a:gd name="T122" fmla="*/ 904 w 1474"/>
                  <a:gd name="T123" fmla="*/ 440 h 1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74" h="1122">
                    <a:moveTo>
                      <a:pt x="1141" y="1116"/>
                    </a:moveTo>
                    <a:cubicBezTo>
                      <a:pt x="1141" y="1117"/>
                      <a:pt x="1144" y="1119"/>
                      <a:pt x="1143" y="1120"/>
                    </a:cubicBezTo>
                    <a:cubicBezTo>
                      <a:pt x="1143" y="1121"/>
                      <a:pt x="1143" y="1121"/>
                      <a:pt x="1143" y="1122"/>
                    </a:cubicBezTo>
                    <a:cubicBezTo>
                      <a:pt x="1143" y="1122"/>
                      <a:pt x="1147" y="1122"/>
                      <a:pt x="1147" y="1122"/>
                    </a:cubicBezTo>
                    <a:cubicBezTo>
                      <a:pt x="1150" y="1122"/>
                      <a:pt x="1150" y="1122"/>
                      <a:pt x="1150" y="1122"/>
                    </a:cubicBezTo>
                    <a:cubicBezTo>
                      <a:pt x="1152" y="1121"/>
                      <a:pt x="1152" y="1121"/>
                      <a:pt x="1152" y="1121"/>
                    </a:cubicBezTo>
                    <a:cubicBezTo>
                      <a:pt x="1153" y="1118"/>
                      <a:pt x="1154" y="1117"/>
                      <a:pt x="1153" y="1117"/>
                    </a:cubicBezTo>
                    <a:cubicBezTo>
                      <a:pt x="1153" y="1116"/>
                      <a:pt x="1151" y="1114"/>
                      <a:pt x="1151" y="1114"/>
                    </a:cubicBezTo>
                    <a:cubicBezTo>
                      <a:pt x="1151" y="1113"/>
                      <a:pt x="1151" y="1110"/>
                      <a:pt x="1150" y="1110"/>
                    </a:cubicBezTo>
                    <a:cubicBezTo>
                      <a:pt x="1150" y="1110"/>
                      <a:pt x="1154" y="1108"/>
                      <a:pt x="1155" y="1108"/>
                    </a:cubicBezTo>
                    <a:cubicBezTo>
                      <a:pt x="1155" y="1108"/>
                      <a:pt x="1156" y="1108"/>
                      <a:pt x="1157" y="1106"/>
                    </a:cubicBezTo>
                    <a:cubicBezTo>
                      <a:pt x="1157" y="1104"/>
                      <a:pt x="1157" y="1104"/>
                      <a:pt x="1158" y="1104"/>
                    </a:cubicBezTo>
                    <a:cubicBezTo>
                      <a:pt x="1158" y="1103"/>
                      <a:pt x="1158" y="1102"/>
                      <a:pt x="1158" y="1101"/>
                    </a:cubicBezTo>
                    <a:cubicBezTo>
                      <a:pt x="1159" y="1101"/>
                      <a:pt x="1160" y="1100"/>
                      <a:pt x="1160" y="1100"/>
                    </a:cubicBezTo>
                    <a:cubicBezTo>
                      <a:pt x="1160" y="1100"/>
                      <a:pt x="1162" y="1099"/>
                      <a:pt x="1162" y="1099"/>
                    </a:cubicBezTo>
                    <a:cubicBezTo>
                      <a:pt x="1162" y="1100"/>
                      <a:pt x="1162" y="1102"/>
                      <a:pt x="1163" y="1103"/>
                    </a:cubicBezTo>
                    <a:cubicBezTo>
                      <a:pt x="1164" y="1104"/>
                      <a:pt x="1165" y="1103"/>
                      <a:pt x="1166" y="1102"/>
                    </a:cubicBezTo>
                    <a:cubicBezTo>
                      <a:pt x="1167" y="1101"/>
                      <a:pt x="1168" y="1100"/>
                      <a:pt x="1169" y="1100"/>
                    </a:cubicBezTo>
                    <a:cubicBezTo>
                      <a:pt x="1169" y="1100"/>
                      <a:pt x="1170" y="1099"/>
                      <a:pt x="1171" y="1100"/>
                    </a:cubicBezTo>
                    <a:cubicBezTo>
                      <a:pt x="1171" y="1100"/>
                      <a:pt x="1171" y="1100"/>
                      <a:pt x="1172" y="1101"/>
                    </a:cubicBezTo>
                    <a:cubicBezTo>
                      <a:pt x="1173" y="1103"/>
                      <a:pt x="1175" y="1102"/>
                      <a:pt x="1175" y="1103"/>
                    </a:cubicBezTo>
                    <a:cubicBezTo>
                      <a:pt x="1175" y="1103"/>
                      <a:pt x="1175" y="1104"/>
                      <a:pt x="1175" y="1104"/>
                    </a:cubicBezTo>
                    <a:cubicBezTo>
                      <a:pt x="1175" y="1104"/>
                      <a:pt x="1176" y="1104"/>
                      <a:pt x="1176" y="1105"/>
                    </a:cubicBezTo>
                    <a:cubicBezTo>
                      <a:pt x="1180" y="1109"/>
                      <a:pt x="1182" y="1108"/>
                      <a:pt x="1180" y="1109"/>
                    </a:cubicBezTo>
                    <a:cubicBezTo>
                      <a:pt x="1177" y="1109"/>
                      <a:pt x="1177" y="1108"/>
                      <a:pt x="1176" y="1109"/>
                    </a:cubicBezTo>
                    <a:cubicBezTo>
                      <a:pt x="1175" y="1110"/>
                      <a:pt x="1176" y="1112"/>
                      <a:pt x="1175" y="1113"/>
                    </a:cubicBezTo>
                    <a:cubicBezTo>
                      <a:pt x="1175" y="1114"/>
                      <a:pt x="1175" y="1113"/>
                      <a:pt x="1176" y="1115"/>
                    </a:cubicBezTo>
                    <a:cubicBezTo>
                      <a:pt x="1176" y="1116"/>
                      <a:pt x="1180" y="1119"/>
                      <a:pt x="1183" y="1122"/>
                    </a:cubicBezTo>
                    <a:cubicBezTo>
                      <a:pt x="1185" y="1120"/>
                      <a:pt x="1187" y="1118"/>
                      <a:pt x="1186" y="1115"/>
                    </a:cubicBezTo>
                    <a:cubicBezTo>
                      <a:pt x="1191" y="1116"/>
                      <a:pt x="1193" y="1113"/>
                      <a:pt x="1194" y="1110"/>
                    </a:cubicBezTo>
                    <a:cubicBezTo>
                      <a:pt x="1193" y="1109"/>
                      <a:pt x="1192" y="1108"/>
                      <a:pt x="1191" y="1107"/>
                    </a:cubicBezTo>
                    <a:cubicBezTo>
                      <a:pt x="1190" y="1106"/>
                      <a:pt x="1189" y="1106"/>
                      <a:pt x="1188" y="1105"/>
                    </a:cubicBezTo>
                    <a:cubicBezTo>
                      <a:pt x="1186" y="1104"/>
                      <a:pt x="1187" y="1101"/>
                      <a:pt x="1185" y="1100"/>
                    </a:cubicBezTo>
                    <a:cubicBezTo>
                      <a:pt x="1183" y="1099"/>
                      <a:pt x="1182" y="1096"/>
                      <a:pt x="1181" y="1096"/>
                    </a:cubicBezTo>
                    <a:cubicBezTo>
                      <a:pt x="1179" y="1096"/>
                      <a:pt x="1179" y="1094"/>
                      <a:pt x="1177" y="1093"/>
                    </a:cubicBezTo>
                    <a:cubicBezTo>
                      <a:pt x="1174" y="1093"/>
                      <a:pt x="1173" y="1093"/>
                      <a:pt x="1172" y="1093"/>
                    </a:cubicBezTo>
                    <a:cubicBezTo>
                      <a:pt x="1168" y="1091"/>
                      <a:pt x="1167" y="1090"/>
                      <a:pt x="1166" y="1090"/>
                    </a:cubicBezTo>
                    <a:cubicBezTo>
                      <a:pt x="1165" y="1091"/>
                      <a:pt x="1165" y="1086"/>
                      <a:pt x="1162" y="1090"/>
                    </a:cubicBezTo>
                    <a:cubicBezTo>
                      <a:pt x="1160" y="1093"/>
                      <a:pt x="1160" y="1088"/>
                      <a:pt x="1158" y="1092"/>
                    </a:cubicBezTo>
                    <a:cubicBezTo>
                      <a:pt x="1157" y="1096"/>
                      <a:pt x="1159" y="1095"/>
                      <a:pt x="1157" y="1096"/>
                    </a:cubicBezTo>
                    <a:cubicBezTo>
                      <a:pt x="1156" y="1097"/>
                      <a:pt x="1155" y="1096"/>
                      <a:pt x="1151" y="1098"/>
                    </a:cubicBezTo>
                    <a:cubicBezTo>
                      <a:pt x="1147" y="1099"/>
                      <a:pt x="1144" y="1099"/>
                      <a:pt x="1144" y="1099"/>
                    </a:cubicBezTo>
                    <a:cubicBezTo>
                      <a:pt x="1140" y="1099"/>
                      <a:pt x="1140" y="1099"/>
                      <a:pt x="1140" y="1099"/>
                    </a:cubicBezTo>
                    <a:cubicBezTo>
                      <a:pt x="1140" y="1099"/>
                      <a:pt x="1140" y="1100"/>
                      <a:pt x="1135" y="1100"/>
                    </a:cubicBezTo>
                    <a:cubicBezTo>
                      <a:pt x="1130" y="1100"/>
                      <a:pt x="1129" y="1099"/>
                      <a:pt x="1127" y="1097"/>
                    </a:cubicBezTo>
                    <a:cubicBezTo>
                      <a:pt x="1126" y="1096"/>
                      <a:pt x="1123" y="1095"/>
                      <a:pt x="1122" y="1094"/>
                    </a:cubicBezTo>
                    <a:cubicBezTo>
                      <a:pt x="1121" y="1093"/>
                      <a:pt x="1120" y="1092"/>
                      <a:pt x="1119" y="1091"/>
                    </a:cubicBezTo>
                    <a:cubicBezTo>
                      <a:pt x="1118" y="1090"/>
                      <a:pt x="1117" y="1089"/>
                      <a:pt x="1116" y="1087"/>
                    </a:cubicBezTo>
                    <a:cubicBezTo>
                      <a:pt x="1114" y="1085"/>
                      <a:pt x="1114" y="1084"/>
                      <a:pt x="1113" y="1081"/>
                    </a:cubicBezTo>
                    <a:cubicBezTo>
                      <a:pt x="1112" y="1079"/>
                      <a:pt x="1112" y="1078"/>
                      <a:pt x="1111" y="1078"/>
                    </a:cubicBezTo>
                    <a:cubicBezTo>
                      <a:pt x="1111" y="1077"/>
                      <a:pt x="1111" y="1077"/>
                      <a:pt x="1110" y="1076"/>
                    </a:cubicBezTo>
                    <a:cubicBezTo>
                      <a:pt x="1106" y="1071"/>
                      <a:pt x="1106" y="1070"/>
                      <a:pt x="1105" y="1070"/>
                    </a:cubicBezTo>
                    <a:cubicBezTo>
                      <a:pt x="1104" y="1069"/>
                      <a:pt x="1106" y="1066"/>
                      <a:pt x="1106" y="1065"/>
                    </a:cubicBezTo>
                    <a:cubicBezTo>
                      <a:pt x="1105" y="1063"/>
                      <a:pt x="1106" y="1061"/>
                      <a:pt x="1106" y="1058"/>
                    </a:cubicBezTo>
                    <a:cubicBezTo>
                      <a:pt x="1106" y="1055"/>
                      <a:pt x="1107" y="1055"/>
                      <a:pt x="1107" y="1052"/>
                    </a:cubicBezTo>
                    <a:cubicBezTo>
                      <a:pt x="1106" y="1049"/>
                      <a:pt x="1106" y="1047"/>
                      <a:pt x="1107" y="1045"/>
                    </a:cubicBezTo>
                    <a:cubicBezTo>
                      <a:pt x="1108" y="1044"/>
                      <a:pt x="1109" y="1045"/>
                      <a:pt x="1109" y="1042"/>
                    </a:cubicBezTo>
                    <a:cubicBezTo>
                      <a:pt x="1109" y="1038"/>
                      <a:pt x="1111" y="1034"/>
                      <a:pt x="1111" y="1033"/>
                    </a:cubicBezTo>
                    <a:cubicBezTo>
                      <a:pt x="1111" y="1032"/>
                      <a:pt x="1113" y="1028"/>
                      <a:pt x="1113" y="1027"/>
                    </a:cubicBezTo>
                    <a:cubicBezTo>
                      <a:pt x="1113" y="1025"/>
                      <a:pt x="1113" y="1024"/>
                      <a:pt x="1112" y="1023"/>
                    </a:cubicBezTo>
                    <a:cubicBezTo>
                      <a:pt x="1111" y="1021"/>
                      <a:pt x="1110" y="1022"/>
                      <a:pt x="1109" y="1020"/>
                    </a:cubicBezTo>
                    <a:cubicBezTo>
                      <a:pt x="1108" y="1019"/>
                      <a:pt x="1108" y="1019"/>
                      <a:pt x="1108" y="1019"/>
                    </a:cubicBezTo>
                    <a:cubicBezTo>
                      <a:pt x="1107" y="1017"/>
                      <a:pt x="1106" y="1016"/>
                      <a:pt x="1105" y="1015"/>
                    </a:cubicBezTo>
                    <a:cubicBezTo>
                      <a:pt x="1103" y="1011"/>
                      <a:pt x="1096" y="1009"/>
                      <a:pt x="1095" y="1008"/>
                    </a:cubicBezTo>
                    <a:cubicBezTo>
                      <a:pt x="1095" y="1007"/>
                      <a:pt x="1096" y="1006"/>
                      <a:pt x="1093" y="1005"/>
                    </a:cubicBezTo>
                    <a:cubicBezTo>
                      <a:pt x="1090" y="1005"/>
                      <a:pt x="1089" y="1003"/>
                      <a:pt x="1087" y="1004"/>
                    </a:cubicBezTo>
                    <a:cubicBezTo>
                      <a:pt x="1085" y="1004"/>
                      <a:pt x="1080" y="1005"/>
                      <a:pt x="1077" y="1006"/>
                    </a:cubicBezTo>
                    <a:cubicBezTo>
                      <a:pt x="1074" y="1006"/>
                      <a:pt x="1075" y="1007"/>
                      <a:pt x="1072" y="1007"/>
                    </a:cubicBezTo>
                    <a:cubicBezTo>
                      <a:pt x="1068" y="1008"/>
                      <a:pt x="1067" y="1005"/>
                      <a:pt x="1064" y="1006"/>
                    </a:cubicBezTo>
                    <a:cubicBezTo>
                      <a:pt x="1061" y="1006"/>
                      <a:pt x="1062" y="1004"/>
                      <a:pt x="1058" y="1005"/>
                    </a:cubicBezTo>
                    <a:cubicBezTo>
                      <a:pt x="1055" y="1006"/>
                      <a:pt x="1056" y="1004"/>
                      <a:pt x="1053" y="1006"/>
                    </a:cubicBezTo>
                    <a:cubicBezTo>
                      <a:pt x="1052" y="1006"/>
                      <a:pt x="1052" y="1006"/>
                      <a:pt x="1051" y="1006"/>
                    </a:cubicBezTo>
                    <a:cubicBezTo>
                      <a:pt x="1049" y="1006"/>
                      <a:pt x="1049" y="1006"/>
                      <a:pt x="1047" y="1007"/>
                    </a:cubicBezTo>
                    <a:cubicBezTo>
                      <a:pt x="1045" y="1009"/>
                      <a:pt x="1040" y="1014"/>
                      <a:pt x="1040" y="1008"/>
                    </a:cubicBezTo>
                    <a:cubicBezTo>
                      <a:pt x="1040" y="1008"/>
                      <a:pt x="1040" y="1007"/>
                      <a:pt x="1040" y="1007"/>
                    </a:cubicBezTo>
                    <a:cubicBezTo>
                      <a:pt x="1041" y="1003"/>
                      <a:pt x="1044" y="1000"/>
                      <a:pt x="1045" y="1000"/>
                    </a:cubicBezTo>
                    <a:cubicBezTo>
                      <a:pt x="1045" y="999"/>
                      <a:pt x="1048" y="998"/>
                      <a:pt x="1048" y="996"/>
                    </a:cubicBezTo>
                    <a:cubicBezTo>
                      <a:pt x="1048" y="995"/>
                      <a:pt x="1048" y="993"/>
                      <a:pt x="1048" y="992"/>
                    </a:cubicBezTo>
                    <a:cubicBezTo>
                      <a:pt x="1048" y="991"/>
                      <a:pt x="1048" y="987"/>
                      <a:pt x="1048" y="984"/>
                    </a:cubicBezTo>
                    <a:cubicBezTo>
                      <a:pt x="1048" y="981"/>
                      <a:pt x="1042" y="980"/>
                      <a:pt x="1047" y="979"/>
                    </a:cubicBezTo>
                    <a:cubicBezTo>
                      <a:pt x="1050" y="978"/>
                      <a:pt x="1050" y="977"/>
                      <a:pt x="1050" y="976"/>
                    </a:cubicBezTo>
                    <a:cubicBezTo>
                      <a:pt x="1050" y="975"/>
                      <a:pt x="1049" y="974"/>
                      <a:pt x="1049" y="973"/>
                    </a:cubicBezTo>
                    <a:cubicBezTo>
                      <a:pt x="1048" y="971"/>
                      <a:pt x="1046" y="969"/>
                      <a:pt x="1048" y="967"/>
                    </a:cubicBezTo>
                    <a:cubicBezTo>
                      <a:pt x="1049" y="966"/>
                      <a:pt x="1051" y="965"/>
                      <a:pt x="1051" y="967"/>
                    </a:cubicBezTo>
                    <a:cubicBezTo>
                      <a:pt x="1051" y="969"/>
                      <a:pt x="1052" y="973"/>
                      <a:pt x="1052" y="974"/>
                    </a:cubicBezTo>
                    <a:cubicBezTo>
                      <a:pt x="1052" y="974"/>
                      <a:pt x="1054" y="971"/>
                      <a:pt x="1054" y="970"/>
                    </a:cubicBezTo>
                    <a:cubicBezTo>
                      <a:pt x="1054" y="969"/>
                      <a:pt x="1054" y="967"/>
                      <a:pt x="1054" y="965"/>
                    </a:cubicBezTo>
                    <a:cubicBezTo>
                      <a:pt x="1055" y="963"/>
                      <a:pt x="1056" y="963"/>
                      <a:pt x="1056" y="961"/>
                    </a:cubicBezTo>
                    <a:cubicBezTo>
                      <a:pt x="1056" y="959"/>
                      <a:pt x="1056" y="960"/>
                      <a:pt x="1056" y="957"/>
                    </a:cubicBezTo>
                    <a:cubicBezTo>
                      <a:pt x="1055" y="954"/>
                      <a:pt x="1055" y="952"/>
                      <a:pt x="1056" y="949"/>
                    </a:cubicBezTo>
                    <a:cubicBezTo>
                      <a:pt x="1057" y="947"/>
                      <a:pt x="1055" y="949"/>
                      <a:pt x="1059" y="944"/>
                    </a:cubicBezTo>
                    <a:cubicBezTo>
                      <a:pt x="1064" y="940"/>
                      <a:pt x="1064" y="942"/>
                      <a:pt x="1065" y="939"/>
                    </a:cubicBezTo>
                    <a:cubicBezTo>
                      <a:pt x="1067" y="935"/>
                      <a:pt x="1070" y="936"/>
                      <a:pt x="1067" y="934"/>
                    </a:cubicBezTo>
                    <a:cubicBezTo>
                      <a:pt x="1064" y="931"/>
                      <a:pt x="1065" y="929"/>
                      <a:pt x="1062" y="929"/>
                    </a:cubicBezTo>
                    <a:cubicBezTo>
                      <a:pt x="1059" y="929"/>
                      <a:pt x="1060" y="927"/>
                      <a:pt x="1056" y="929"/>
                    </a:cubicBezTo>
                    <a:cubicBezTo>
                      <a:pt x="1053" y="931"/>
                      <a:pt x="1053" y="931"/>
                      <a:pt x="1051" y="931"/>
                    </a:cubicBezTo>
                    <a:cubicBezTo>
                      <a:pt x="1050" y="932"/>
                      <a:pt x="1044" y="930"/>
                      <a:pt x="1042" y="930"/>
                    </a:cubicBezTo>
                    <a:cubicBezTo>
                      <a:pt x="1041" y="929"/>
                      <a:pt x="1039" y="929"/>
                      <a:pt x="1038" y="930"/>
                    </a:cubicBezTo>
                    <a:cubicBezTo>
                      <a:pt x="1034" y="934"/>
                      <a:pt x="1028" y="934"/>
                      <a:pt x="1027" y="934"/>
                    </a:cubicBezTo>
                    <a:cubicBezTo>
                      <a:pt x="1024" y="933"/>
                      <a:pt x="1023" y="931"/>
                      <a:pt x="1022" y="934"/>
                    </a:cubicBezTo>
                    <a:cubicBezTo>
                      <a:pt x="1020" y="937"/>
                      <a:pt x="1024" y="932"/>
                      <a:pt x="1020" y="937"/>
                    </a:cubicBezTo>
                    <a:cubicBezTo>
                      <a:pt x="1016" y="941"/>
                      <a:pt x="1017" y="934"/>
                      <a:pt x="1016" y="944"/>
                    </a:cubicBezTo>
                    <a:cubicBezTo>
                      <a:pt x="1015" y="954"/>
                      <a:pt x="1016" y="954"/>
                      <a:pt x="1015" y="955"/>
                    </a:cubicBezTo>
                    <a:cubicBezTo>
                      <a:pt x="1013" y="957"/>
                      <a:pt x="1013" y="956"/>
                      <a:pt x="1013" y="958"/>
                    </a:cubicBezTo>
                    <a:cubicBezTo>
                      <a:pt x="1012" y="960"/>
                      <a:pt x="1013" y="961"/>
                      <a:pt x="1011" y="963"/>
                    </a:cubicBezTo>
                    <a:cubicBezTo>
                      <a:pt x="1009" y="965"/>
                      <a:pt x="1008" y="966"/>
                      <a:pt x="1007" y="966"/>
                    </a:cubicBezTo>
                    <a:cubicBezTo>
                      <a:pt x="1005" y="967"/>
                      <a:pt x="1007" y="968"/>
                      <a:pt x="1005" y="969"/>
                    </a:cubicBezTo>
                    <a:cubicBezTo>
                      <a:pt x="1000" y="971"/>
                      <a:pt x="1001" y="968"/>
                      <a:pt x="999" y="968"/>
                    </a:cubicBezTo>
                    <a:cubicBezTo>
                      <a:pt x="997" y="969"/>
                      <a:pt x="1000" y="966"/>
                      <a:pt x="996" y="967"/>
                    </a:cubicBezTo>
                    <a:cubicBezTo>
                      <a:pt x="992" y="969"/>
                      <a:pt x="989" y="971"/>
                      <a:pt x="989" y="971"/>
                    </a:cubicBezTo>
                    <a:cubicBezTo>
                      <a:pt x="989" y="971"/>
                      <a:pt x="989" y="971"/>
                      <a:pt x="986" y="972"/>
                    </a:cubicBezTo>
                    <a:cubicBezTo>
                      <a:pt x="983" y="973"/>
                      <a:pt x="980" y="972"/>
                      <a:pt x="979" y="973"/>
                    </a:cubicBezTo>
                    <a:cubicBezTo>
                      <a:pt x="977" y="973"/>
                      <a:pt x="979" y="970"/>
                      <a:pt x="974" y="972"/>
                    </a:cubicBezTo>
                    <a:cubicBezTo>
                      <a:pt x="970" y="974"/>
                      <a:pt x="973" y="972"/>
                      <a:pt x="970" y="974"/>
                    </a:cubicBezTo>
                    <a:cubicBezTo>
                      <a:pt x="968" y="976"/>
                      <a:pt x="966" y="976"/>
                      <a:pt x="965" y="976"/>
                    </a:cubicBezTo>
                    <a:cubicBezTo>
                      <a:pt x="964" y="976"/>
                      <a:pt x="965" y="974"/>
                      <a:pt x="962" y="973"/>
                    </a:cubicBezTo>
                    <a:cubicBezTo>
                      <a:pt x="959" y="972"/>
                      <a:pt x="961" y="969"/>
                      <a:pt x="958" y="969"/>
                    </a:cubicBezTo>
                    <a:cubicBezTo>
                      <a:pt x="955" y="969"/>
                      <a:pt x="958" y="970"/>
                      <a:pt x="955" y="969"/>
                    </a:cubicBezTo>
                    <a:cubicBezTo>
                      <a:pt x="951" y="969"/>
                      <a:pt x="950" y="968"/>
                      <a:pt x="949" y="968"/>
                    </a:cubicBezTo>
                    <a:cubicBezTo>
                      <a:pt x="946" y="966"/>
                      <a:pt x="946" y="966"/>
                      <a:pt x="946" y="965"/>
                    </a:cubicBezTo>
                    <a:cubicBezTo>
                      <a:pt x="946" y="964"/>
                      <a:pt x="944" y="958"/>
                      <a:pt x="943" y="958"/>
                    </a:cubicBezTo>
                    <a:cubicBezTo>
                      <a:pt x="941" y="957"/>
                      <a:pt x="942" y="951"/>
                      <a:pt x="940" y="952"/>
                    </a:cubicBezTo>
                    <a:cubicBezTo>
                      <a:pt x="939" y="952"/>
                      <a:pt x="938" y="950"/>
                      <a:pt x="936" y="947"/>
                    </a:cubicBezTo>
                    <a:cubicBezTo>
                      <a:pt x="934" y="945"/>
                      <a:pt x="933" y="947"/>
                      <a:pt x="931" y="942"/>
                    </a:cubicBezTo>
                    <a:cubicBezTo>
                      <a:pt x="930" y="936"/>
                      <a:pt x="934" y="947"/>
                      <a:pt x="930" y="936"/>
                    </a:cubicBezTo>
                    <a:cubicBezTo>
                      <a:pt x="925" y="926"/>
                      <a:pt x="925" y="930"/>
                      <a:pt x="924" y="929"/>
                    </a:cubicBezTo>
                    <a:cubicBezTo>
                      <a:pt x="923" y="927"/>
                      <a:pt x="921" y="926"/>
                      <a:pt x="921" y="922"/>
                    </a:cubicBezTo>
                    <a:cubicBezTo>
                      <a:pt x="921" y="918"/>
                      <a:pt x="920" y="914"/>
                      <a:pt x="921" y="912"/>
                    </a:cubicBezTo>
                    <a:cubicBezTo>
                      <a:pt x="922" y="910"/>
                      <a:pt x="923" y="910"/>
                      <a:pt x="923" y="908"/>
                    </a:cubicBezTo>
                    <a:cubicBezTo>
                      <a:pt x="923" y="906"/>
                      <a:pt x="923" y="903"/>
                      <a:pt x="922" y="902"/>
                    </a:cubicBezTo>
                    <a:cubicBezTo>
                      <a:pt x="922" y="901"/>
                      <a:pt x="921" y="899"/>
                      <a:pt x="922" y="898"/>
                    </a:cubicBezTo>
                    <a:cubicBezTo>
                      <a:pt x="922" y="898"/>
                      <a:pt x="926" y="895"/>
                      <a:pt x="926" y="894"/>
                    </a:cubicBezTo>
                    <a:cubicBezTo>
                      <a:pt x="925" y="893"/>
                      <a:pt x="922" y="885"/>
                      <a:pt x="923" y="884"/>
                    </a:cubicBezTo>
                    <a:cubicBezTo>
                      <a:pt x="924" y="883"/>
                      <a:pt x="928" y="879"/>
                      <a:pt x="928" y="877"/>
                    </a:cubicBezTo>
                    <a:cubicBezTo>
                      <a:pt x="928" y="877"/>
                      <a:pt x="929" y="876"/>
                      <a:pt x="929" y="874"/>
                    </a:cubicBezTo>
                    <a:cubicBezTo>
                      <a:pt x="929" y="874"/>
                      <a:pt x="929" y="874"/>
                      <a:pt x="929" y="874"/>
                    </a:cubicBezTo>
                    <a:cubicBezTo>
                      <a:pt x="929" y="873"/>
                      <a:pt x="930" y="872"/>
                      <a:pt x="930" y="870"/>
                    </a:cubicBezTo>
                    <a:cubicBezTo>
                      <a:pt x="930" y="866"/>
                      <a:pt x="930" y="867"/>
                      <a:pt x="929" y="863"/>
                    </a:cubicBezTo>
                    <a:cubicBezTo>
                      <a:pt x="929" y="860"/>
                      <a:pt x="930" y="859"/>
                      <a:pt x="927" y="856"/>
                    </a:cubicBezTo>
                    <a:cubicBezTo>
                      <a:pt x="925" y="853"/>
                      <a:pt x="923" y="853"/>
                      <a:pt x="924" y="851"/>
                    </a:cubicBezTo>
                    <a:cubicBezTo>
                      <a:pt x="925" y="848"/>
                      <a:pt x="925" y="846"/>
                      <a:pt x="926" y="845"/>
                    </a:cubicBezTo>
                    <a:cubicBezTo>
                      <a:pt x="927" y="844"/>
                      <a:pt x="930" y="842"/>
                      <a:pt x="930" y="842"/>
                    </a:cubicBezTo>
                    <a:cubicBezTo>
                      <a:pt x="932" y="839"/>
                      <a:pt x="931" y="836"/>
                      <a:pt x="933" y="835"/>
                    </a:cubicBezTo>
                    <a:cubicBezTo>
                      <a:pt x="935" y="835"/>
                      <a:pt x="935" y="835"/>
                      <a:pt x="936" y="835"/>
                    </a:cubicBezTo>
                    <a:cubicBezTo>
                      <a:pt x="937" y="834"/>
                      <a:pt x="938" y="831"/>
                      <a:pt x="939" y="831"/>
                    </a:cubicBezTo>
                    <a:cubicBezTo>
                      <a:pt x="943" y="831"/>
                      <a:pt x="941" y="832"/>
                      <a:pt x="944" y="831"/>
                    </a:cubicBezTo>
                    <a:cubicBezTo>
                      <a:pt x="947" y="830"/>
                      <a:pt x="953" y="829"/>
                      <a:pt x="953" y="828"/>
                    </a:cubicBezTo>
                    <a:cubicBezTo>
                      <a:pt x="953" y="827"/>
                      <a:pt x="953" y="827"/>
                      <a:pt x="955" y="825"/>
                    </a:cubicBezTo>
                    <a:cubicBezTo>
                      <a:pt x="957" y="824"/>
                      <a:pt x="959" y="825"/>
                      <a:pt x="959" y="822"/>
                    </a:cubicBezTo>
                    <a:cubicBezTo>
                      <a:pt x="959" y="819"/>
                      <a:pt x="960" y="821"/>
                      <a:pt x="959" y="819"/>
                    </a:cubicBezTo>
                    <a:cubicBezTo>
                      <a:pt x="959" y="817"/>
                      <a:pt x="960" y="817"/>
                      <a:pt x="963" y="817"/>
                    </a:cubicBezTo>
                    <a:cubicBezTo>
                      <a:pt x="966" y="818"/>
                      <a:pt x="969" y="818"/>
                      <a:pt x="969" y="818"/>
                    </a:cubicBezTo>
                    <a:cubicBezTo>
                      <a:pt x="973" y="814"/>
                      <a:pt x="977" y="812"/>
                      <a:pt x="979" y="813"/>
                    </a:cubicBezTo>
                    <a:cubicBezTo>
                      <a:pt x="981" y="813"/>
                      <a:pt x="981" y="814"/>
                      <a:pt x="983" y="815"/>
                    </a:cubicBezTo>
                    <a:cubicBezTo>
                      <a:pt x="985" y="816"/>
                      <a:pt x="983" y="815"/>
                      <a:pt x="988" y="816"/>
                    </a:cubicBezTo>
                    <a:cubicBezTo>
                      <a:pt x="993" y="817"/>
                      <a:pt x="993" y="817"/>
                      <a:pt x="994" y="817"/>
                    </a:cubicBezTo>
                    <a:cubicBezTo>
                      <a:pt x="995" y="817"/>
                      <a:pt x="997" y="816"/>
                      <a:pt x="998" y="816"/>
                    </a:cubicBezTo>
                    <a:cubicBezTo>
                      <a:pt x="1002" y="816"/>
                      <a:pt x="1004" y="817"/>
                      <a:pt x="1005" y="817"/>
                    </a:cubicBezTo>
                    <a:cubicBezTo>
                      <a:pt x="1008" y="819"/>
                      <a:pt x="1008" y="817"/>
                      <a:pt x="1010" y="819"/>
                    </a:cubicBezTo>
                    <a:cubicBezTo>
                      <a:pt x="1011" y="821"/>
                      <a:pt x="1010" y="821"/>
                      <a:pt x="1012" y="822"/>
                    </a:cubicBezTo>
                    <a:cubicBezTo>
                      <a:pt x="1014" y="824"/>
                      <a:pt x="1014" y="824"/>
                      <a:pt x="1016" y="823"/>
                    </a:cubicBezTo>
                    <a:cubicBezTo>
                      <a:pt x="1019" y="822"/>
                      <a:pt x="1017" y="822"/>
                      <a:pt x="1019" y="822"/>
                    </a:cubicBezTo>
                    <a:cubicBezTo>
                      <a:pt x="1020" y="822"/>
                      <a:pt x="1020" y="822"/>
                      <a:pt x="1020" y="822"/>
                    </a:cubicBezTo>
                    <a:cubicBezTo>
                      <a:pt x="1020" y="822"/>
                      <a:pt x="1017" y="824"/>
                      <a:pt x="1021" y="824"/>
                    </a:cubicBezTo>
                    <a:cubicBezTo>
                      <a:pt x="1025" y="824"/>
                      <a:pt x="1028" y="821"/>
                      <a:pt x="1026" y="820"/>
                    </a:cubicBezTo>
                    <a:cubicBezTo>
                      <a:pt x="1026" y="820"/>
                      <a:pt x="1029" y="819"/>
                      <a:pt x="1030" y="822"/>
                    </a:cubicBezTo>
                    <a:cubicBezTo>
                      <a:pt x="1030" y="824"/>
                      <a:pt x="1031" y="825"/>
                      <a:pt x="1033" y="824"/>
                    </a:cubicBezTo>
                    <a:cubicBezTo>
                      <a:pt x="1035" y="823"/>
                      <a:pt x="1037" y="822"/>
                      <a:pt x="1035" y="821"/>
                    </a:cubicBezTo>
                    <a:cubicBezTo>
                      <a:pt x="1034" y="820"/>
                      <a:pt x="1032" y="818"/>
                      <a:pt x="1032" y="816"/>
                    </a:cubicBezTo>
                    <a:cubicBezTo>
                      <a:pt x="1032" y="814"/>
                      <a:pt x="1032" y="813"/>
                      <a:pt x="1032" y="813"/>
                    </a:cubicBezTo>
                    <a:cubicBezTo>
                      <a:pt x="1029" y="811"/>
                      <a:pt x="1029" y="811"/>
                      <a:pt x="1029" y="811"/>
                    </a:cubicBezTo>
                    <a:cubicBezTo>
                      <a:pt x="1029" y="811"/>
                      <a:pt x="1030" y="809"/>
                      <a:pt x="1028" y="809"/>
                    </a:cubicBezTo>
                    <a:cubicBezTo>
                      <a:pt x="1025" y="809"/>
                      <a:pt x="1019" y="809"/>
                      <a:pt x="1021" y="808"/>
                    </a:cubicBezTo>
                    <a:cubicBezTo>
                      <a:pt x="1025" y="805"/>
                      <a:pt x="1025" y="806"/>
                      <a:pt x="1026" y="807"/>
                    </a:cubicBezTo>
                    <a:cubicBezTo>
                      <a:pt x="1028" y="808"/>
                      <a:pt x="1030" y="806"/>
                      <a:pt x="1032" y="807"/>
                    </a:cubicBezTo>
                    <a:cubicBezTo>
                      <a:pt x="1033" y="807"/>
                      <a:pt x="1032" y="807"/>
                      <a:pt x="1035" y="807"/>
                    </a:cubicBezTo>
                    <a:cubicBezTo>
                      <a:pt x="1038" y="806"/>
                      <a:pt x="1037" y="804"/>
                      <a:pt x="1040" y="806"/>
                    </a:cubicBezTo>
                    <a:cubicBezTo>
                      <a:pt x="1042" y="807"/>
                      <a:pt x="1047" y="809"/>
                      <a:pt x="1047" y="809"/>
                    </a:cubicBezTo>
                    <a:cubicBezTo>
                      <a:pt x="1047" y="809"/>
                      <a:pt x="1048" y="808"/>
                      <a:pt x="1049" y="807"/>
                    </a:cubicBezTo>
                    <a:cubicBezTo>
                      <a:pt x="1049" y="805"/>
                      <a:pt x="1050" y="803"/>
                      <a:pt x="1051" y="804"/>
                    </a:cubicBezTo>
                    <a:cubicBezTo>
                      <a:pt x="1054" y="808"/>
                      <a:pt x="1057" y="808"/>
                      <a:pt x="1058" y="807"/>
                    </a:cubicBezTo>
                    <a:cubicBezTo>
                      <a:pt x="1059" y="806"/>
                      <a:pt x="1060" y="805"/>
                      <a:pt x="1062" y="805"/>
                    </a:cubicBezTo>
                    <a:cubicBezTo>
                      <a:pt x="1063" y="805"/>
                      <a:pt x="1066" y="805"/>
                      <a:pt x="1067" y="805"/>
                    </a:cubicBezTo>
                    <a:cubicBezTo>
                      <a:pt x="1067" y="805"/>
                      <a:pt x="1074" y="806"/>
                      <a:pt x="1074" y="806"/>
                    </a:cubicBezTo>
                    <a:cubicBezTo>
                      <a:pt x="1079" y="807"/>
                      <a:pt x="1079" y="807"/>
                      <a:pt x="1079" y="807"/>
                    </a:cubicBezTo>
                    <a:cubicBezTo>
                      <a:pt x="1081" y="810"/>
                      <a:pt x="1081" y="810"/>
                      <a:pt x="1081" y="810"/>
                    </a:cubicBezTo>
                    <a:cubicBezTo>
                      <a:pt x="1081" y="810"/>
                      <a:pt x="1084" y="812"/>
                      <a:pt x="1084" y="813"/>
                    </a:cubicBezTo>
                    <a:cubicBezTo>
                      <a:pt x="1084" y="815"/>
                      <a:pt x="1088" y="816"/>
                      <a:pt x="1088" y="816"/>
                    </a:cubicBezTo>
                    <a:cubicBezTo>
                      <a:pt x="1091" y="815"/>
                      <a:pt x="1094" y="815"/>
                      <a:pt x="1095" y="814"/>
                    </a:cubicBezTo>
                    <a:cubicBezTo>
                      <a:pt x="1096" y="814"/>
                      <a:pt x="1099" y="812"/>
                      <a:pt x="1099" y="812"/>
                    </a:cubicBezTo>
                    <a:cubicBezTo>
                      <a:pt x="1104" y="811"/>
                      <a:pt x="1103" y="810"/>
                      <a:pt x="1104" y="812"/>
                    </a:cubicBezTo>
                    <a:cubicBezTo>
                      <a:pt x="1105" y="813"/>
                      <a:pt x="1105" y="813"/>
                      <a:pt x="1107" y="814"/>
                    </a:cubicBezTo>
                    <a:cubicBezTo>
                      <a:pt x="1108" y="815"/>
                      <a:pt x="1111" y="816"/>
                      <a:pt x="1111" y="817"/>
                    </a:cubicBezTo>
                    <a:cubicBezTo>
                      <a:pt x="1112" y="819"/>
                      <a:pt x="1114" y="819"/>
                      <a:pt x="1115" y="820"/>
                    </a:cubicBezTo>
                    <a:cubicBezTo>
                      <a:pt x="1116" y="822"/>
                      <a:pt x="1118" y="824"/>
                      <a:pt x="1118" y="825"/>
                    </a:cubicBezTo>
                    <a:cubicBezTo>
                      <a:pt x="1118" y="826"/>
                      <a:pt x="1120" y="829"/>
                      <a:pt x="1120" y="829"/>
                    </a:cubicBezTo>
                    <a:cubicBezTo>
                      <a:pt x="1121" y="832"/>
                      <a:pt x="1121" y="832"/>
                      <a:pt x="1121" y="832"/>
                    </a:cubicBezTo>
                    <a:cubicBezTo>
                      <a:pt x="1118" y="836"/>
                      <a:pt x="1119" y="838"/>
                      <a:pt x="1119" y="840"/>
                    </a:cubicBezTo>
                    <a:cubicBezTo>
                      <a:pt x="1119" y="842"/>
                      <a:pt x="1118" y="844"/>
                      <a:pt x="1118" y="845"/>
                    </a:cubicBezTo>
                    <a:cubicBezTo>
                      <a:pt x="1122" y="849"/>
                      <a:pt x="1121" y="850"/>
                      <a:pt x="1123" y="851"/>
                    </a:cubicBezTo>
                    <a:cubicBezTo>
                      <a:pt x="1126" y="852"/>
                      <a:pt x="1127" y="855"/>
                      <a:pt x="1127" y="855"/>
                    </a:cubicBezTo>
                    <a:cubicBezTo>
                      <a:pt x="1127" y="855"/>
                      <a:pt x="1128" y="857"/>
                      <a:pt x="1128" y="858"/>
                    </a:cubicBezTo>
                    <a:cubicBezTo>
                      <a:pt x="1129" y="859"/>
                      <a:pt x="1130" y="861"/>
                      <a:pt x="1130" y="862"/>
                    </a:cubicBezTo>
                    <a:cubicBezTo>
                      <a:pt x="1130" y="864"/>
                      <a:pt x="1128" y="867"/>
                      <a:pt x="1129" y="866"/>
                    </a:cubicBezTo>
                    <a:cubicBezTo>
                      <a:pt x="1133" y="871"/>
                      <a:pt x="1133" y="871"/>
                      <a:pt x="1133" y="871"/>
                    </a:cubicBezTo>
                    <a:cubicBezTo>
                      <a:pt x="1133" y="871"/>
                      <a:pt x="1135" y="871"/>
                      <a:pt x="1136" y="871"/>
                    </a:cubicBezTo>
                    <a:cubicBezTo>
                      <a:pt x="1137" y="871"/>
                      <a:pt x="1139" y="870"/>
                      <a:pt x="1139" y="872"/>
                    </a:cubicBezTo>
                    <a:cubicBezTo>
                      <a:pt x="1139" y="874"/>
                      <a:pt x="1140" y="878"/>
                      <a:pt x="1141" y="879"/>
                    </a:cubicBezTo>
                    <a:cubicBezTo>
                      <a:pt x="1141" y="879"/>
                      <a:pt x="1143" y="880"/>
                      <a:pt x="1144" y="880"/>
                    </a:cubicBezTo>
                    <a:cubicBezTo>
                      <a:pt x="1144" y="881"/>
                      <a:pt x="1147" y="881"/>
                      <a:pt x="1147" y="882"/>
                    </a:cubicBezTo>
                    <a:cubicBezTo>
                      <a:pt x="1150" y="878"/>
                      <a:pt x="1150" y="878"/>
                      <a:pt x="1150" y="878"/>
                    </a:cubicBezTo>
                    <a:cubicBezTo>
                      <a:pt x="1150" y="878"/>
                      <a:pt x="1151" y="877"/>
                      <a:pt x="1152" y="875"/>
                    </a:cubicBezTo>
                    <a:cubicBezTo>
                      <a:pt x="1152" y="873"/>
                      <a:pt x="1154" y="870"/>
                      <a:pt x="1154" y="870"/>
                    </a:cubicBezTo>
                    <a:cubicBezTo>
                      <a:pt x="1154" y="870"/>
                      <a:pt x="1156" y="866"/>
                      <a:pt x="1155" y="866"/>
                    </a:cubicBezTo>
                    <a:cubicBezTo>
                      <a:pt x="1154" y="866"/>
                      <a:pt x="1154" y="866"/>
                      <a:pt x="1154" y="861"/>
                    </a:cubicBezTo>
                    <a:cubicBezTo>
                      <a:pt x="1153" y="857"/>
                      <a:pt x="1153" y="857"/>
                      <a:pt x="1154" y="856"/>
                    </a:cubicBezTo>
                    <a:cubicBezTo>
                      <a:pt x="1154" y="854"/>
                      <a:pt x="1154" y="855"/>
                      <a:pt x="1154" y="853"/>
                    </a:cubicBezTo>
                    <a:cubicBezTo>
                      <a:pt x="1153" y="851"/>
                      <a:pt x="1154" y="852"/>
                      <a:pt x="1152" y="850"/>
                    </a:cubicBezTo>
                    <a:cubicBezTo>
                      <a:pt x="1150" y="848"/>
                      <a:pt x="1152" y="847"/>
                      <a:pt x="1150" y="845"/>
                    </a:cubicBezTo>
                    <a:cubicBezTo>
                      <a:pt x="1148" y="844"/>
                      <a:pt x="1149" y="844"/>
                      <a:pt x="1148" y="841"/>
                    </a:cubicBezTo>
                    <a:cubicBezTo>
                      <a:pt x="1147" y="838"/>
                      <a:pt x="1148" y="845"/>
                      <a:pt x="1147" y="838"/>
                    </a:cubicBezTo>
                    <a:cubicBezTo>
                      <a:pt x="1145" y="831"/>
                      <a:pt x="1144" y="832"/>
                      <a:pt x="1145" y="829"/>
                    </a:cubicBezTo>
                    <a:cubicBezTo>
                      <a:pt x="1147" y="826"/>
                      <a:pt x="1147" y="826"/>
                      <a:pt x="1147" y="824"/>
                    </a:cubicBezTo>
                    <a:cubicBezTo>
                      <a:pt x="1146" y="822"/>
                      <a:pt x="1144" y="821"/>
                      <a:pt x="1144" y="820"/>
                    </a:cubicBezTo>
                    <a:cubicBezTo>
                      <a:pt x="1143" y="818"/>
                      <a:pt x="1140" y="818"/>
                      <a:pt x="1139" y="815"/>
                    </a:cubicBezTo>
                    <a:cubicBezTo>
                      <a:pt x="1138" y="811"/>
                      <a:pt x="1138" y="811"/>
                      <a:pt x="1138" y="808"/>
                    </a:cubicBezTo>
                    <a:cubicBezTo>
                      <a:pt x="1137" y="806"/>
                      <a:pt x="1135" y="807"/>
                      <a:pt x="1137" y="803"/>
                    </a:cubicBezTo>
                    <a:cubicBezTo>
                      <a:pt x="1140" y="799"/>
                      <a:pt x="1138" y="802"/>
                      <a:pt x="1138" y="798"/>
                    </a:cubicBezTo>
                    <a:cubicBezTo>
                      <a:pt x="1137" y="793"/>
                      <a:pt x="1136" y="794"/>
                      <a:pt x="1138" y="791"/>
                    </a:cubicBezTo>
                    <a:cubicBezTo>
                      <a:pt x="1140" y="789"/>
                      <a:pt x="1142" y="787"/>
                      <a:pt x="1143" y="784"/>
                    </a:cubicBezTo>
                    <a:cubicBezTo>
                      <a:pt x="1144" y="781"/>
                      <a:pt x="1142" y="783"/>
                      <a:pt x="1146" y="779"/>
                    </a:cubicBezTo>
                    <a:cubicBezTo>
                      <a:pt x="1150" y="776"/>
                      <a:pt x="1155" y="772"/>
                      <a:pt x="1156" y="771"/>
                    </a:cubicBezTo>
                    <a:cubicBezTo>
                      <a:pt x="1161" y="768"/>
                      <a:pt x="1161" y="767"/>
                      <a:pt x="1162" y="766"/>
                    </a:cubicBezTo>
                    <a:cubicBezTo>
                      <a:pt x="1164" y="765"/>
                      <a:pt x="1165" y="764"/>
                      <a:pt x="1166" y="763"/>
                    </a:cubicBezTo>
                    <a:cubicBezTo>
                      <a:pt x="1167" y="761"/>
                      <a:pt x="1167" y="759"/>
                      <a:pt x="1170" y="758"/>
                    </a:cubicBezTo>
                    <a:cubicBezTo>
                      <a:pt x="1172" y="756"/>
                      <a:pt x="1171" y="754"/>
                      <a:pt x="1174" y="755"/>
                    </a:cubicBezTo>
                    <a:cubicBezTo>
                      <a:pt x="1177" y="756"/>
                      <a:pt x="1180" y="756"/>
                      <a:pt x="1181" y="755"/>
                    </a:cubicBezTo>
                    <a:cubicBezTo>
                      <a:pt x="1182" y="755"/>
                      <a:pt x="1180" y="758"/>
                      <a:pt x="1184" y="753"/>
                    </a:cubicBezTo>
                    <a:cubicBezTo>
                      <a:pt x="1188" y="747"/>
                      <a:pt x="1190" y="747"/>
                      <a:pt x="1191" y="746"/>
                    </a:cubicBezTo>
                    <a:cubicBezTo>
                      <a:pt x="1191" y="745"/>
                      <a:pt x="1196" y="742"/>
                      <a:pt x="1196" y="742"/>
                    </a:cubicBezTo>
                    <a:cubicBezTo>
                      <a:pt x="1197" y="743"/>
                      <a:pt x="1197" y="744"/>
                      <a:pt x="1199" y="743"/>
                    </a:cubicBezTo>
                    <a:cubicBezTo>
                      <a:pt x="1201" y="742"/>
                      <a:pt x="1204" y="740"/>
                      <a:pt x="1203" y="740"/>
                    </a:cubicBezTo>
                    <a:cubicBezTo>
                      <a:pt x="1198" y="737"/>
                      <a:pt x="1196" y="736"/>
                      <a:pt x="1197" y="735"/>
                    </a:cubicBezTo>
                    <a:cubicBezTo>
                      <a:pt x="1198" y="734"/>
                      <a:pt x="1196" y="733"/>
                      <a:pt x="1199" y="733"/>
                    </a:cubicBezTo>
                    <a:cubicBezTo>
                      <a:pt x="1203" y="732"/>
                      <a:pt x="1203" y="734"/>
                      <a:pt x="1204" y="733"/>
                    </a:cubicBezTo>
                    <a:cubicBezTo>
                      <a:pt x="1207" y="731"/>
                      <a:pt x="1210" y="729"/>
                      <a:pt x="1211" y="728"/>
                    </a:cubicBezTo>
                    <a:cubicBezTo>
                      <a:pt x="1211" y="727"/>
                      <a:pt x="1211" y="725"/>
                      <a:pt x="1211" y="725"/>
                    </a:cubicBezTo>
                    <a:cubicBezTo>
                      <a:pt x="1207" y="723"/>
                      <a:pt x="1206" y="724"/>
                      <a:pt x="1206" y="722"/>
                    </a:cubicBezTo>
                    <a:cubicBezTo>
                      <a:pt x="1206" y="720"/>
                      <a:pt x="1206" y="718"/>
                      <a:pt x="1206" y="718"/>
                    </a:cubicBezTo>
                    <a:cubicBezTo>
                      <a:pt x="1206" y="718"/>
                      <a:pt x="1209" y="719"/>
                      <a:pt x="1208" y="716"/>
                    </a:cubicBezTo>
                    <a:cubicBezTo>
                      <a:pt x="1208" y="713"/>
                      <a:pt x="1208" y="711"/>
                      <a:pt x="1208" y="710"/>
                    </a:cubicBezTo>
                    <a:cubicBezTo>
                      <a:pt x="1208" y="709"/>
                      <a:pt x="1208" y="707"/>
                      <a:pt x="1206" y="707"/>
                    </a:cubicBezTo>
                    <a:cubicBezTo>
                      <a:pt x="1203" y="708"/>
                      <a:pt x="1203" y="707"/>
                      <a:pt x="1201" y="705"/>
                    </a:cubicBezTo>
                    <a:cubicBezTo>
                      <a:pt x="1199" y="704"/>
                      <a:pt x="1196" y="703"/>
                      <a:pt x="1198" y="702"/>
                    </a:cubicBezTo>
                    <a:cubicBezTo>
                      <a:pt x="1200" y="701"/>
                      <a:pt x="1203" y="704"/>
                      <a:pt x="1203" y="701"/>
                    </a:cubicBezTo>
                    <a:cubicBezTo>
                      <a:pt x="1203" y="699"/>
                      <a:pt x="1201" y="698"/>
                      <a:pt x="1201" y="698"/>
                    </a:cubicBezTo>
                    <a:cubicBezTo>
                      <a:pt x="1201" y="698"/>
                      <a:pt x="1199" y="696"/>
                      <a:pt x="1198" y="693"/>
                    </a:cubicBezTo>
                    <a:cubicBezTo>
                      <a:pt x="1198" y="688"/>
                      <a:pt x="1195" y="687"/>
                      <a:pt x="1198" y="686"/>
                    </a:cubicBezTo>
                    <a:cubicBezTo>
                      <a:pt x="1201" y="685"/>
                      <a:pt x="1197" y="693"/>
                      <a:pt x="1202" y="685"/>
                    </a:cubicBezTo>
                    <a:cubicBezTo>
                      <a:pt x="1206" y="676"/>
                      <a:pt x="1204" y="673"/>
                      <a:pt x="1206" y="672"/>
                    </a:cubicBezTo>
                    <a:cubicBezTo>
                      <a:pt x="1209" y="671"/>
                      <a:pt x="1206" y="678"/>
                      <a:pt x="1206" y="683"/>
                    </a:cubicBezTo>
                    <a:cubicBezTo>
                      <a:pt x="1206" y="687"/>
                      <a:pt x="1205" y="684"/>
                      <a:pt x="1206" y="687"/>
                    </a:cubicBezTo>
                    <a:cubicBezTo>
                      <a:pt x="1208" y="690"/>
                      <a:pt x="1210" y="690"/>
                      <a:pt x="1210" y="692"/>
                    </a:cubicBezTo>
                    <a:cubicBezTo>
                      <a:pt x="1210" y="694"/>
                      <a:pt x="1206" y="696"/>
                      <a:pt x="1209" y="698"/>
                    </a:cubicBezTo>
                    <a:cubicBezTo>
                      <a:pt x="1211" y="700"/>
                      <a:pt x="1214" y="699"/>
                      <a:pt x="1214" y="696"/>
                    </a:cubicBezTo>
                    <a:cubicBezTo>
                      <a:pt x="1214" y="694"/>
                      <a:pt x="1214" y="693"/>
                      <a:pt x="1216" y="691"/>
                    </a:cubicBezTo>
                    <a:cubicBezTo>
                      <a:pt x="1218" y="690"/>
                      <a:pt x="1219" y="689"/>
                      <a:pt x="1219" y="688"/>
                    </a:cubicBezTo>
                    <a:cubicBezTo>
                      <a:pt x="1219" y="688"/>
                      <a:pt x="1220" y="686"/>
                      <a:pt x="1220" y="684"/>
                    </a:cubicBezTo>
                    <a:cubicBezTo>
                      <a:pt x="1219" y="682"/>
                      <a:pt x="1217" y="681"/>
                      <a:pt x="1217" y="679"/>
                    </a:cubicBezTo>
                    <a:cubicBezTo>
                      <a:pt x="1217" y="677"/>
                      <a:pt x="1216" y="680"/>
                      <a:pt x="1216" y="676"/>
                    </a:cubicBezTo>
                    <a:cubicBezTo>
                      <a:pt x="1216" y="674"/>
                      <a:pt x="1216" y="673"/>
                      <a:pt x="1216" y="672"/>
                    </a:cubicBezTo>
                    <a:cubicBezTo>
                      <a:pt x="1216" y="674"/>
                      <a:pt x="1218" y="676"/>
                      <a:pt x="1219" y="675"/>
                    </a:cubicBezTo>
                    <a:cubicBezTo>
                      <a:pt x="1221" y="675"/>
                      <a:pt x="1221" y="675"/>
                      <a:pt x="1222" y="675"/>
                    </a:cubicBezTo>
                    <a:cubicBezTo>
                      <a:pt x="1223" y="675"/>
                      <a:pt x="1223" y="676"/>
                      <a:pt x="1225" y="675"/>
                    </a:cubicBezTo>
                    <a:cubicBezTo>
                      <a:pt x="1227" y="673"/>
                      <a:pt x="1234" y="668"/>
                      <a:pt x="1233" y="666"/>
                    </a:cubicBezTo>
                    <a:cubicBezTo>
                      <a:pt x="1232" y="664"/>
                      <a:pt x="1233" y="663"/>
                      <a:pt x="1234" y="661"/>
                    </a:cubicBezTo>
                    <a:cubicBezTo>
                      <a:pt x="1234" y="659"/>
                      <a:pt x="1236" y="657"/>
                      <a:pt x="1235" y="656"/>
                    </a:cubicBezTo>
                    <a:cubicBezTo>
                      <a:pt x="1234" y="654"/>
                      <a:pt x="1231" y="655"/>
                      <a:pt x="1231" y="653"/>
                    </a:cubicBezTo>
                    <a:cubicBezTo>
                      <a:pt x="1231" y="650"/>
                      <a:pt x="1231" y="648"/>
                      <a:pt x="1232" y="647"/>
                    </a:cubicBezTo>
                    <a:cubicBezTo>
                      <a:pt x="1233" y="647"/>
                      <a:pt x="1236" y="646"/>
                      <a:pt x="1236" y="646"/>
                    </a:cubicBezTo>
                    <a:cubicBezTo>
                      <a:pt x="1235" y="652"/>
                      <a:pt x="1235" y="652"/>
                      <a:pt x="1235" y="652"/>
                    </a:cubicBezTo>
                    <a:cubicBezTo>
                      <a:pt x="1240" y="648"/>
                      <a:pt x="1240" y="648"/>
                      <a:pt x="1240" y="648"/>
                    </a:cubicBezTo>
                    <a:cubicBezTo>
                      <a:pt x="1240" y="648"/>
                      <a:pt x="1240" y="647"/>
                      <a:pt x="1242" y="647"/>
                    </a:cubicBezTo>
                    <a:cubicBezTo>
                      <a:pt x="1244" y="646"/>
                      <a:pt x="1244" y="644"/>
                      <a:pt x="1246" y="644"/>
                    </a:cubicBezTo>
                    <a:cubicBezTo>
                      <a:pt x="1248" y="644"/>
                      <a:pt x="1250" y="644"/>
                      <a:pt x="1252" y="644"/>
                    </a:cubicBezTo>
                    <a:cubicBezTo>
                      <a:pt x="1254" y="644"/>
                      <a:pt x="1250" y="647"/>
                      <a:pt x="1255" y="644"/>
                    </a:cubicBezTo>
                    <a:cubicBezTo>
                      <a:pt x="1261" y="640"/>
                      <a:pt x="1264" y="642"/>
                      <a:pt x="1265" y="642"/>
                    </a:cubicBezTo>
                    <a:cubicBezTo>
                      <a:pt x="1268" y="641"/>
                      <a:pt x="1266" y="642"/>
                      <a:pt x="1268" y="641"/>
                    </a:cubicBezTo>
                    <a:cubicBezTo>
                      <a:pt x="1269" y="640"/>
                      <a:pt x="1271" y="637"/>
                      <a:pt x="1271" y="637"/>
                    </a:cubicBezTo>
                    <a:cubicBezTo>
                      <a:pt x="1271" y="637"/>
                      <a:pt x="1273" y="637"/>
                      <a:pt x="1274" y="636"/>
                    </a:cubicBezTo>
                    <a:cubicBezTo>
                      <a:pt x="1275" y="635"/>
                      <a:pt x="1280" y="634"/>
                      <a:pt x="1279" y="632"/>
                    </a:cubicBezTo>
                    <a:cubicBezTo>
                      <a:pt x="1278" y="631"/>
                      <a:pt x="1278" y="630"/>
                      <a:pt x="1277" y="628"/>
                    </a:cubicBezTo>
                    <a:cubicBezTo>
                      <a:pt x="1275" y="626"/>
                      <a:pt x="1277" y="627"/>
                      <a:pt x="1276" y="624"/>
                    </a:cubicBezTo>
                    <a:cubicBezTo>
                      <a:pt x="1274" y="621"/>
                      <a:pt x="1273" y="625"/>
                      <a:pt x="1274" y="621"/>
                    </a:cubicBezTo>
                    <a:cubicBezTo>
                      <a:pt x="1276" y="617"/>
                      <a:pt x="1276" y="619"/>
                      <a:pt x="1276" y="615"/>
                    </a:cubicBezTo>
                    <a:cubicBezTo>
                      <a:pt x="1276" y="612"/>
                      <a:pt x="1276" y="610"/>
                      <a:pt x="1279" y="609"/>
                    </a:cubicBezTo>
                    <a:cubicBezTo>
                      <a:pt x="1282" y="607"/>
                      <a:pt x="1282" y="606"/>
                      <a:pt x="1285" y="603"/>
                    </a:cubicBezTo>
                    <a:cubicBezTo>
                      <a:pt x="1288" y="601"/>
                      <a:pt x="1282" y="601"/>
                      <a:pt x="1289" y="600"/>
                    </a:cubicBezTo>
                    <a:cubicBezTo>
                      <a:pt x="1295" y="598"/>
                      <a:pt x="1291" y="601"/>
                      <a:pt x="1293" y="600"/>
                    </a:cubicBezTo>
                    <a:cubicBezTo>
                      <a:pt x="1295" y="599"/>
                      <a:pt x="1299" y="600"/>
                      <a:pt x="1299" y="599"/>
                    </a:cubicBezTo>
                    <a:cubicBezTo>
                      <a:pt x="1299" y="598"/>
                      <a:pt x="1301" y="594"/>
                      <a:pt x="1301" y="594"/>
                    </a:cubicBezTo>
                    <a:cubicBezTo>
                      <a:pt x="1302" y="592"/>
                      <a:pt x="1305" y="592"/>
                      <a:pt x="1306" y="592"/>
                    </a:cubicBezTo>
                    <a:cubicBezTo>
                      <a:pt x="1307" y="592"/>
                      <a:pt x="1311" y="592"/>
                      <a:pt x="1311" y="592"/>
                    </a:cubicBezTo>
                    <a:cubicBezTo>
                      <a:pt x="1319" y="589"/>
                      <a:pt x="1319" y="589"/>
                      <a:pt x="1319" y="589"/>
                    </a:cubicBezTo>
                    <a:cubicBezTo>
                      <a:pt x="1319" y="589"/>
                      <a:pt x="1320" y="589"/>
                      <a:pt x="1321" y="588"/>
                    </a:cubicBezTo>
                    <a:cubicBezTo>
                      <a:pt x="1321" y="587"/>
                      <a:pt x="1322" y="585"/>
                      <a:pt x="1323" y="585"/>
                    </a:cubicBezTo>
                    <a:cubicBezTo>
                      <a:pt x="1324" y="586"/>
                      <a:pt x="1327" y="588"/>
                      <a:pt x="1327" y="585"/>
                    </a:cubicBezTo>
                    <a:cubicBezTo>
                      <a:pt x="1327" y="585"/>
                      <a:pt x="1327" y="585"/>
                      <a:pt x="1327" y="585"/>
                    </a:cubicBezTo>
                    <a:cubicBezTo>
                      <a:pt x="1328" y="580"/>
                      <a:pt x="1328" y="580"/>
                      <a:pt x="1327" y="580"/>
                    </a:cubicBezTo>
                    <a:cubicBezTo>
                      <a:pt x="1327" y="580"/>
                      <a:pt x="1327" y="580"/>
                      <a:pt x="1327" y="580"/>
                    </a:cubicBezTo>
                    <a:cubicBezTo>
                      <a:pt x="1327" y="580"/>
                      <a:pt x="1327" y="580"/>
                      <a:pt x="1327" y="580"/>
                    </a:cubicBezTo>
                    <a:cubicBezTo>
                      <a:pt x="1330" y="580"/>
                      <a:pt x="1333" y="581"/>
                      <a:pt x="1335" y="579"/>
                    </a:cubicBezTo>
                    <a:cubicBezTo>
                      <a:pt x="1337" y="576"/>
                      <a:pt x="1337" y="576"/>
                      <a:pt x="1337" y="576"/>
                    </a:cubicBezTo>
                    <a:cubicBezTo>
                      <a:pt x="1337" y="576"/>
                      <a:pt x="1340" y="579"/>
                      <a:pt x="1341" y="578"/>
                    </a:cubicBezTo>
                    <a:cubicBezTo>
                      <a:pt x="1342" y="578"/>
                      <a:pt x="1347" y="576"/>
                      <a:pt x="1348" y="576"/>
                    </a:cubicBezTo>
                    <a:cubicBezTo>
                      <a:pt x="1349" y="576"/>
                      <a:pt x="1352" y="575"/>
                      <a:pt x="1353" y="575"/>
                    </a:cubicBezTo>
                    <a:cubicBezTo>
                      <a:pt x="1354" y="574"/>
                      <a:pt x="1354" y="571"/>
                      <a:pt x="1355" y="571"/>
                    </a:cubicBezTo>
                    <a:cubicBezTo>
                      <a:pt x="1356" y="571"/>
                      <a:pt x="1355" y="572"/>
                      <a:pt x="1356" y="571"/>
                    </a:cubicBezTo>
                    <a:cubicBezTo>
                      <a:pt x="1358" y="571"/>
                      <a:pt x="1358" y="574"/>
                      <a:pt x="1358" y="574"/>
                    </a:cubicBezTo>
                    <a:cubicBezTo>
                      <a:pt x="1356" y="576"/>
                      <a:pt x="1357" y="578"/>
                      <a:pt x="1359" y="577"/>
                    </a:cubicBezTo>
                    <a:cubicBezTo>
                      <a:pt x="1361" y="576"/>
                      <a:pt x="1364" y="575"/>
                      <a:pt x="1366" y="575"/>
                    </a:cubicBezTo>
                    <a:cubicBezTo>
                      <a:pt x="1367" y="576"/>
                      <a:pt x="1369" y="577"/>
                      <a:pt x="1368" y="578"/>
                    </a:cubicBezTo>
                    <a:cubicBezTo>
                      <a:pt x="1368" y="580"/>
                      <a:pt x="1369" y="581"/>
                      <a:pt x="1366" y="581"/>
                    </a:cubicBezTo>
                    <a:cubicBezTo>
                      <a:pt x="1363" y="581"/>
                      <a:pt x="1367" y="577"/>
                      <a:pt x="1360" y="581"/>
                    </a:cubicBezTo>
                    <a:cubicBezTo>
                      <a:pt x="1353" y="584"/>
                      <a:pt x="1354" y="582"/>
                      <a:pt x="1353" y="583"/>
                    </a:cubicBezTo>
                    <a:cubicBezTo>
                      <a:pt x="1351" y="583"/>
                      <a:pt x="1353" y="581"/>
                      <a:pt x="1349" y="583"/>
                    </a:cubicBezTo>
                    <a:cubicBezTo>
                      <a:pt x="1345" y="586"/>
                      <a:pt x="1344" y="587"/>
                      <a:pt x="1341" y="590"/>
                    </a:cubicBezTo>
                    <a:cubicBezTo>
                      <a:pt x="1338" y="592"/>
                      <a:pt x="1338" y="594"/>
                      <a:pt x="1336" y="596"/>
                    </a:cubicBezTo>
                    <a:cubicBezTo>
                      <a:pt x="1334" y="597"/>
                      <a:pt x="1337" y="598"/>
                      <a:pt x="1336" y="600"/>
                    </a:cubicBezTo>
                    <a:cubicBezTo>
                      <a:pt x="1335" y="602"/>
                      <a:pt x="1335" y="604"/>
                      <a:pt x="1337" y="604"/>
                    </a:cubicBezTo>
                    <a:cubicBezTo>
                      <a:pt x="1339" y="604"/>
                      <a:pt x="1341" y="606"/>
                      <a:pt x="1343" y="605"/>
                    </a:cubicBezTo>
                    <a:cubicBezTo>
                      <a:pt x="1345" y="605"/>
                      <a:pt x="1350" y="604"/>
                      <a:pt x="1351" y="603"/>
                    </a:cubicBezTo>
                    <a:cubicBezTo>
                      <a:pt x="1353" y="601"/>
                      <a:pt x="1358" y="598"/>
                      <a:pt x="1359" y="596"/>
                    </a:cubicBezTo>
                    <a:cubicBezTo>
                      <a:pt x="1360" y="593"/>
                      <a:pt x="1361" y="591"/>
                      <a:pt x="1362" y="591"/>
                    </a:cubicBezTo>
                    <a:cubicBezTo>
                      <a:pt x="1363" y="591"/>
                      <a:pt x="1366" y="589"/>
                      <a:pt x="1369" y="589"/>
                    </a:cubicBezTo>
                    <a:cubicBezTo>
                      <a:pt x="1372" y="588"/>
                      <a:pt x="1377" y="587"/>
                      <a:pt x="1379" y="586"/>
                    </a:cubicBezTo>
                    <a:cubicBezTo>
                      <a:pt x="1381" y="586"/>
                      <a:pt x="1385" y="585"/>
                      <a:pt x="1388" y="584"/>
                    </a:cubicBezTo>
                    <a:cubicBezTo>
                      <a:pt x="1391" y="583"/>
                      <a:pt x="1397" y="581"/>
                      <a:pt x="1398" y="580"/>
                    </a:cubicBezTo>
                    <a:cubicBezTo>
                      <a:pt x="1399" y="579"/>
                      <a:pt x="1402" y="577"/>
                      <a:pt x="1402" y="577"/>
                    </a:cubicBezTo>
                    <a:cubicBezTo>
                      <a:pt x="1407" y="576"/>
                      <a:pt x="1407" y="576"/>
                      <a:pt x="1407" y="576"/>
                    </a:cubicBezTo>
                    <a:cubicBezTo>
                      <a:pt x="1407" y="576"/>
                      <a:pt x="1404" y="575"/>
                      <a:pt x="1403" y="573"/>
                    </a:cubicBezTo>
                    <a:cubicBezTo>
                      <a:pt x="1402" y="572"/>
                      <a:pt x="1404" y="568"/>
                      <a:pt x="1402" y="569"/>
                    </a:cubicBezTo>
                    <a:cubicBezTo>
                      <a:pt x="1401" y="569"/>
                      <a:pt x="1399" y="567"/>
                      <a:pt x="1396" y="569"/>
                    </a:cubicBezTo>
                    <a:cubicBezTo>
                      <a:pt x="1393" y="570"/>
                      <a:pt x="1392" y="571"/>
                      <a:pt x="1391" y="572"/>
                    </a:cubicBezTo>
                    <a:cubicBezTo>
                      <a:pt x="1390" y="573"/>
                      <a:pt x="1389" y="570"/>
                      <a:pt x="1387" y="570"/>
                    </a:cubicBezTo>
                    <a:cubicBezTo>
                      <a:pt x="1385" y="570"/>
                      <a:pt x="1381" y="572"/>
                      <a:pt x="1378" y="572"/>
                    </a:cubicBezTo>
                    <a:cubicBezTo>
                      <a:pt x="1376" y="572"/>
                      <a:pt x="1375" y="568"/>
                      <a:pt x="1375" y="568"/>
                    </a:cubicBezTo>
                    <a:cubicBezTo>
                      <a:pt x="1370" y="568"/>
                      <a:pt x="1370" y="568"/>
                      <a:pt x="1370" y="568"/>
                    </a:cubicBezTo>
                    <a:cubicBezTo>
                      <a:pt x="1367" y="567"/>
                      <a:pt x="1365" y="564"/>
                      <a:pt x="1365" y="564"/>
                    </a:cubicBezTo>
                    <a:cubicBezTo>
                      <a:pt x="1362" y="562"/>
                      <a:pt x="1361" y="562"/>
                      <a:pt x="1361" y="562"/>
                    </a:cubicBezTo>
                    <a:cubicBezTo>
                      <a:pt x="1361" y="562"/>
                      <a:pt x="1358" y="561"/>
                      <a:pt x="1358" y="560"/>
                    </a:cubicBezTo>
                    <a:cubicBezTo>
                      <a:pt x="1357" y="559"/>
                      <a:pt x="1358" y="557"/>
                      <a:pt x="1358" y="557"/>
                    </a:cubicBezTo>
                    <a:cubicBezTo>
                      <a:pt x="1358" y="557"/>
                      <a:pt x="1357" y="554"/>
                      <a:pt x="1356" y="554"/>
                    </a:cubicBezTo>
                    <a:cubicBezTo>
                      <a:pt x="1355" y="554"/>
                      <a:pt x="1353" y="551"/>
                      <a:pt x="1353" y="550"/>
                    </a:cubicBezTo>
                    <a:cubicBezTo>
                      <a:pt x="1351" y="548"/>
                      <a:pt x="1350" y="546"/>
                      <a:pt x="1350" y="546"/>
                    </a:cubicBezTo>
                    <a:cubicBezTo>
                      <a:pt x="1350" y="546"/>
                      <a:pt x="1356" y="541"/>
                      <a:pt x="1356" y="539"/>
                    </a:cubicBezTo>
                    <a:cubicBezTo>
                      <a:pt x="1355" y="537"/>
                      <a:pt x="1355" y="536"/>
                      <a:pt x="1353" y="535"/>
                    </a:cubicBezTo>
                    <a:cubicBezTo>
                      <a:pt x="1352" y="534"/>
                      <a:pt x="1345" y="538"/>
                      <a:pt x="1345" y="537"/>
                    </a:cubicBezTo>
                    <a:cubicBezTo>
                      <a:pt x="1345" y="536"/>
                      <a:pt x="1345" y="535"/>
                      <a:pt x="1344" y="534"/>
                    </a:cubicBezTo>
                    <a:cubicBezTo>
                      <a:pt x="1343" y="534"/>
                      <a:pt x="1341" y="532"/>
                      <a:pt x="1341" y="532"/>
                    </a:cubicBezTo>
                    <a:cubicBezTo>
                      <a:pt x="1341" y="532"/>
                      <a:pt x="1351" y="532"/>
                      <a:pt x="1353" y="531"/>
                    </a:cubicBezTo>
                    <a:cubicBezTo>
                      <a:pt x="1355" y="529"/>
                      <a:pt x="1357" y="529"/>
                      <a:pt x="1359" y="527"/>
                    </a:cubicBezTo>
                    <a:cubicBezTo>
                      <a:pt x="1361" y="525"/>
                      <a:pt x="1363" y="524"/>
                      <a:pt x="1364" y="522"/>
                    </a:cubicBezTo>
                    <a:cubicBezTo>
                      <a:pt x="1364" y="520"/>
                      <a:pt x="1360" y="519"/>
                      <a:pt x="1359" y="518"/>
                    </a:cubicBezTo>
                    <a:cubicBezTo>
                      <a:pt x="1358" y="516"/>
                      <a:pt x="1356" y="514"/>
                      <a:pt x="1354" y="513"/>
                    </a:cubicBezTo>
                    <a:cubicBezTo>
                      <a:pt x="1353" y="511"/>
                      <a:pt x="1346" y="511"/>
                      <a:pt x="1346" y="511"/>
                    </a:cubicBezTo>
                    <a:cubicBezTo>
                      <a:pt x="1346" y="511"/>
                      <a:pt x="1343" y="510"/>
                      <a:pt x="1342" y="511"/>
                    </a:cubicBezTo>
                    <a:cubicBezTo>
                      <a:pt x="1340" y="511"/>
                      <a:pt x="1334" y="512"/>
                      <a:pt x="1333" y="513"/>
                    </a:cubicBezTo>
                    <a:cubicBezTo>
                      <a:pt x="1332" y="513"/>
                      <a:pt x="1333" y="513"/>
                      <a:pt x="1330" y="514"/>
                    </a:cubicBezTo>
                    <a:cubicBezTo>
                      <a:pt x="1327" y="516"/>
                      <a:pt x="1326" y="516"/>
                      <a:pt x="1325" y="517"/>
                    </a:cubicBezTo>
                    <a:cubicBezTo>
                      <a:pt x="1323" y="517"/>
                      <a:pt x="1323" y="517"/>
                      <a:pt x="1319" y="518"/>
                    </a:cubicBezTo>
                    <a:cubicBezTo>
                      <a:pt x="1315" y="519"/>
                      <a:pt x="1314" y="519"/>
                      <a:pt x="1312" y="520"/>
                    </a:cubicBezTo>
                    <a:cubicBezTo>
                      <a:pt x="1311" y="521"/>
                      <a:pt x="1307" y="524"/>
                      <a:pt x="1304" y="525"/>
                    </a:cubicBezTo>
                    <a:cubicBezTo>
                      <a:pt x="1302" y="526"/>
                      <a:pt x="1304" y="526"/>
                      <a:pt x="1299" y="529"/>
                    </a:cubicBezTo>
                    <a:cubicBezTo>
                      <a:pt x="1295" y="531"/>
                      <a:pt x="1291" y="535"/>
                      <a:pt x="1289" y="537"/>
                    </a:cubicBezTo>
                    <a:cubicBezTo>
                      <a:pt x="1287" y="539"/>
                      <a:pt x="1291" y="535"/>
                      <a:pt x="1285" y="540"/>
                    </a:cubicBezTo>
                    <a:cubicBezTo>
                      <a:pt x="1278" y="545"/>
                      <a:pt x="1275" y="548"/>
                      <a:pt x="1275" y="548"/>
                    </a:cubicBezTo>
                    <a:cubicBezTo>
                      <a:pt x="1274" y="551"/>
                      <a:pt x="1278" y="542"/>
                      <a:pt x="1278" y="542"/>
                    </a:cubicBezTo>
                    <a:cubicBezTo>
                      <a:pt x="1278" y="542"/>
                      <a:pt x="1283" y="538"/>
                      <a:pt x="1284" y="537"/>
                    </a:cubicBezTo>
                    <a:cubicBezTo>
                      <a:pt x="1286" y="536"/>
                      <a:pt x="1289" y="533"/>
                      <a:pt x="1289" y="532"/>
                    </a:cubicBezTo>
                    <a:cubicBezTo>
                      <a:pt x="1290" y="531"/>
                      <a:pt x="1291" y="530"/>
                      <a:pt x="1292" y="528"/>
                    </a:cubicBezTo>
                    <a:cubicBezTo>
                      <a:pt x="1293" y="526"/>
                      <a:pt x="1293" y="526"/>
                      <a:pt x="1295" y="525"/>
                    </a:cubicBezTo>
                    <a:cubicBezTo>
                      <a:pt x="1297" y="524"/>
                      <a:pt x="1300" y="523"/>
                      <a:pt x="1301" y="522"/>
                    </a:cubicBezTo>
                    <a:cubicBezTo>
                      <a:pt x="1302" y="520"/>
                      <a:pt x="1304" y="517"/>
                      <a:pt x="1305" y="516"/>
                    </a:cubicBezTo>
                    <a:cubicBezTo>
                      <a:pt x="1306" y="516"/>
                      <a:pt x="1309" y="514"/>
                      <a:pt x="1309" y="514"/>
                    </a:cubicBezTo>
                    <a:cubicBezTo>
                      <a:pt x="1309" y="514"/>
                      <a:pt x="1310" y="513"/>
                      <a:pt x="1311" y="513"/>
                    </a:cubicBezTo>
                    <a:cubicBezTo>
                      <a:pt x="1312" y="513"/>
                      <a:pt x="1314" y="514"/>
                      <a:pt x="1315" y="513"/>
                    </a:cubicBezTo>
                    <a:cubicBezTo>
                      <a:pt x="1316" y="513"/>
                      <a:pt x="1321" y="510"/>
                      <a:pt x="1321" y="510"/>
                    </a:cubicBezTo>
                    <a:cubicBezTo>
                      <a:pt x="1325" y="506"/>
                      <a:pt x="1325" y="506"/>
                      <a:pt x="1325" y="506"/>
                    </a:cubicBezTo>
                    <a:cubicBezTo>
                      <a:pt x="1325" y="506"/>
                      <a:pt x="1329" y="500"/>
                      <a:pt x="1330" y="500"/>
                    </a:cubicBezTo>
                    <a:cubicBezTo>
                      <a:pt x="1331" y="500"/>
                      <a:pt x="1337" y="497"/>
                      <a:pt x="1337" y="497"/>
                    </a:cubicBezTo>
                    <a:cubicBezTo>
                      <a:pt x="1341" y="495"/>
                      <a:pt x="1341" y="495"/>
                      <a:pt x="1341" y="495"/>
                    </a:cubicBezTo>
                    <a:cubicBezTo>
                      <a:pt x="1341" y="495"/>
                      <a:pt x="1356" y="495"/>
                      <a:pt x="1357" y="495"/>
                    </a:cubicBezTo>
                    <a:cubicBezTo>
                      <a:pt x="1358" y="495"/>
                      <a:pt x="1360" y="494"/>
                      <a:pt x="1362" y="494"/>
                    </a:cubicBezTo>
                    <a:cubicBezTo>
                      <a:pt x="1364" y="494"/>
                      <a:pt x="1369" y="492"/>
                      <a:pt x="1370" y="493"/>
                    </a:cubicBezTo>
                    <a:cubicBezTo>
                      <a:pt x="1370" y="493"/>
                      <a:pt x="1371" y="494"/>
                      <a:pt x="1372" y="494"/>
                    </a:cubicBezTo>
                    <a:cubicBezTo>
                      <a:pt x="1373" y="495"/>
                      <a:pt x="1373" y="495"/>
                      <a:pt x="1374" y="495"/>
                    </a:cubicBezTo>
                    <a:cubicBezTo>
                      <a:pt x="1375" y="496"/>
                      <a:pt x="1378" y="495"/>
                      <a:pt x="1379" y="495"/>
                    </a:cubicBezTo>
                    <a:cubicBezTo>
                      <a:pt x="1380" y="496"/>
                      <a:pt x="1387" y="495"/>
                      <a:pt x="1387" y="495"/>
                    </a:cubicBezTo>
                    <a:cubicBezTo>
                      <a:pt x="1390" y="497"/>
                      <a:pt x="1390" y="497"/>
                      <a:pt x="1390" y="497"/>
                    </a:cubicBezTo>
                    <a:cubicBezTo>
                      <a:pt x="1401" y="497"/>
                      <a:pt x="1401" y="497"/>
                      <a:pt x="1401" y="497"/>
                    </a:cubicBezTo>
                    <a:cubicBezTo>
                      <a:pt x="1401" y="497"/>
                      <a:pt x="1406" y="495"/>
                      <a:pt x="1407" y="496"/>
                    </a:cubicBezTo>
                    <a:cubicBezTo>
                      <a:pt x="1409" y="496"/>
                      <a:pt x="1417" y="492"/>
                      <a:pt x="1417" y="491"/>
                    </a:cubicBezTo>
                    <a:cubicBezTo>
                      <a:pt x="1418" y="491"/>
                      <a:pt x="1421" y="492"/>
                      <a:pt x="1423" y="490"/>
                    </a:cubicBezTo>
                    <a:cubicBezTo>
                      <a:pt x="1425" y="487"/>
                      <a:pt x="1433" y="485"/>
                      <a:pt x="1433" y="483"/>
                    </a:cubicBezTo>
                    <a:cubicBezTo>
                      <a:pt x="1433" y="480"/>
                      <a:pt x="1437" y="478"/>
                      <a:pt x="1438" y="477"/>
                    </a:cubicBezTo>
                    <a:cubicBezTo>
                      <a:pt x="1438" y="476"/>
                      <a:pt x="1442" y="476"/>
                      <a:pt x="1443" y="476"/>
                    </a:cubicBezTo>
                    <a:cubicBezTo>
                      <a:pt x="1445" y="475"/>
                      <a:pt x="1449" y="476"/>
                      <a:pt x="1451" y="475"/>
                    </a:cubicBezTo>
                    <a:cubicBezTo>
                      <a:pt x="1453" y="473"/>
                      <a:pt x="1457" y="472"/>
                      <a:pt x="1458" y="472"/>
                    </a:cubicBezTo>
                    <a:cubicBezTo>
                      <a:pt x="1459" y="473"/>
                      <a:pt x="1466" y="470"/>
                      <a:pt x="1466" y="470"/>
                    </a:cubicBezTo>
                    <a:cubicBezTo>
                      <a:pt x="1471" y="466"/>
                      <a:pt x="1471" y="466"/>
                      <a:pt x="1471" y="466"/>
                    </a:cubicBezTo>
                    <a:cubicBezTo>
                      <a:pt x="1473" y="462"/>
                      <a:pt x="1473" y="462"/>
                      <a:pt x="1473" y="462"/>
                    </a:cubicBezTo>
                    <a:cubicBezTo>
                      <a:pt x="1469" y="457"/>
                      <a:pt x="1469" y="457"/>
                      <a:pt x="1469" y="457"/>
                    </a:cubicBezTo>
                    <a:cubicBezTo>
                      <a:pt x="1468" y="454"/>
                      <a:pt x="1468" y="454"/>
                      <a:pt x="1468" y="454"/>
                    </a:cubicBezTo>
                    <a:cubicBezTo>
                      <a:pt x="1469" y="450"/>
                      <a:pt x="1473" y="450"/>
                      <a:pt x="1472" y="447"/>
                    </a:cubicBezTo>
                    <a:cubicBezTo>
                      <a:pt x="1472" y="444"/>
                      <a:pt x="1470" y="444"/>
                      <a:pt x="1471" y="441"/>
                    </a:cubicBezTo>
                    <a:cubicBezTo>
                      <a:pt x="1471" y="439"/>
                      <a:pt x="1474" y="438"/>
                      <a:pt x="1471" y="436"/>
                    </a:cubicBezTo>
                    <a:cubicBezTo>
                      <a:pt x="1469" y="435"/>
                      <a:pt x="1465" y="433"/>
                      <a:pt x="1463" y="432"/>
                    </a:cubicBezTo>
                    <a:cubicBezTo>
                      <a:pt x="1461" y="431"/>
                      <a:pt x="1457" y="431"/>
                      <a:pt x="1455" y="431"/>
                    </a:cubicBezTo>
                    <a:cubicBezTo>
                      <a:pt x="1453" y="430"/>
                      <a:pt x="1452" y="433"/>
                      <a:pt x="1451" y="433"/>
                    </a:cubicBezTo>
                    <a:cubicBezTo>
                      <a:pt x="1451" y="434"/>
                      <a:pt x="1452" y="437"/>
                      <a:pt x="1450" y="437"/>
                    </a:cubicBezTo>
                    <a:cubicBezTo>
                      <a:pt x="1448" y="438"/>
                      <a:pt x="1450" y="436"/>
                      <a:pt x="1450" y="431"/>
                    </a:cubicBezTo>
                    <a:cubicBezTo>
                      <a:pt x="1449" y="426"/>
                      <a:pt x="1448" y="426"/>
                      <a:pt x="1446" y="426"/>
                    </a:cubicBezTo>
                    <a:cubicBezTo>
                      <a:pt x="1443" y="426"/>
                      <a:pt x="1439" y="427"/>
                      <a:pt x="1437" y="427"/>
                    </a:cubicBezTo>
                    <a:cubicBezTo>
                      <a:pt x="1436" y="428"/>
                      <a:pt x="1432" y="431"/>
                      <a:pt x="1432" y="431"/>
                    </a:cubicBezTo>
                    <a:cubicBezTo>
                      <a:pt x="1427" y="433"/>
                      <a:pt x="1427" y="433"/>
                      <a:pt x="1427" y="433"/>
                    </a:cubicBezTo>
                    <a:cubicBezTo>
                      <a:pt x="1427" y="433"/>
                      <a:pt x="1427" y="433"/>
                      <a:pt x="1424" y="435"/>
                    </a:cubicBezTo>
                    <a:cubicBezTo>
                      <a:pt x="1421" y="437"/>
                      <a:pt x="1417" y="439"/>
                      <a:pt x="1416" y="439"/>
                    </a:cubicBezTo>
                    <a:cubicBezTo>
                      <a:pt x="1415" y="439"/>
                      <a:pt x="1413" y="439"/>
                      <a:pt x="1412" y="438"/>
                    </a:cubicBezTo>
                    <a:cubicBezTo>
                      <a:pt x="1410" y="436"/>
                      <a:pt x="1410" y="434"/>
                      <a:pt x="1412" y="434"/>
                    </a:cubicBezTo>
                    <a:cubicBezTo>
                      <a:pt x="1413" y="434"/>
                      <a:pt x="1420" y="435"/>
                      <a:pt x="1421" y="433"/>
                    </a:cubicBezTo>
                    <a:cubicBezTo>
                      <a:pt x="1421" y="432"/>
                      <a:pt x="1425" y="431"/>
                      <a:pt x="1425" y="430"/>
                    </a:cubicBezTo>
                    <a:cubicBezTo>
                      <a:pt x="1425" y="429"/>
                      <a:pt x="1427" y="429"/>
                      <a:pt x="1428" y="428"/>
                    </a:cubicBezTo>
                    <a:cubicBezTo>
                      <a:pt x="1428" y="426"/>
                      <a:pt x="1430" y="425"/>
                      <a:pt x="1431" y="426"/>
                    </a:cubicBezTo>
                    <a:cubicBezTo>
                      <a:pt x="1432" y="426"/>
                      <a:pt x="1437" y="426"/>
                      <a:pt x="1438" y="425"/>
                    </a:cubicBezTo>
                    <a:cubicBezTo>
                      <a:pt x="1438" y="424"/>
                      <a:pt x="1443" y="424"/>
                      <a:pt x="1443" y="424"/>
                    </a:cubicBezTo>
                    <a:cubicBezTo>
                      <a:pt x="1448" y="422"/>
                      <a:pt x="1448" y="422"/>
                      <a:pt x="1448" y="422"/>
                    </a:cubicBezTo>
                    <a:cubicBezTo>
                      <a:pt x="1452" y="420"/>
                      <a:pt x="1452" y="420"/>
                      <a:pt x="1452" y="420"/>
                    </a:cubicBezTo>
                    <a:cubicBezTo>
                      <a:pt x="1452" y="420"/>
                      <a:pt x="1446" y="418"/>
                      <a:pt x="1446" y="417"/>
                    </a:cubicBezTo>
                    <a:cubicBezTo>
                      <a:pt x="1444" y="414"/>
                      <a:pt x="1446" y="411"/>
                      <a:pt x="1443" y="411"/>
                    </a:cubicBezTo>
                    <a:cubicBezTo>
                      <a:pt x="1440" y="412"/>
                      <a:pt x="1439" y="412"/>
                      <a:pt x="1436" y="413"/>
                    </a:cubicBezTo>
                    <a:cubicBezTo>
                      <a:pt x="1433" y="414"/>
                      <a:pt x="1433" y="416"/>
                      <a:pt x="1432" y="413"/>
                    </a:cubicBezTo>
                    <a:cubicBezTo>
                      <a:pt x="1430" y="411"/>
                      <a:pt x="1431" y="410"/>
                      <a:pt x="1430" y="409"/>
                    </a:cubicBezTo>
                    <a:cubicBezTo>
                      <a:pt x="1430" y="408"/>
                      <a:pt x="1428" y="405"/>
                      <a:pt x="1427" y="406"/>
                    </a:cubicBezTo>
                    <a:cubicBezTo>
                      <a:pt x="1425" y="408"/>
                      <a:pt x="1425" y="408"/>
                      <a:pt x="1423" y="410"/>
                    </a:cubicBezTo>
                    <a:cubicBezTo>
                      <a:pt x="1422" y="412"/>
                      <a:pt x="1419" y="412"/>
                      <a:pt x="1419" y="412"/>
                    </a:cubicBezTo>
                    <a:cubicBezTo>
                      <a:pt x="1419" y="412"/>
                      <a:pt x="1421" y="408"/>
                      <a:pt x="1421" y="408"/>
                    </a:cubicBezTo>
                    <a:cubicBezTo>
                      <a:pt x="1421" y="407"/>
                      <a:pt x="1418" y="406"/>
                      <a:pt x="1417" y="406"/>
                    </a:cubicBezTo>
                    <a:cubicBezTo>
                      <a:pt x="1415" y="406"/>
                      <a:pt x="1414" y="404"/>
                      <a:pt x="1413" y="405"/>
                    </a:cubicBezTo>
                    <a:cubicBezTo>
                      <a:pt x="1412" y="405"/>
                      <a:pt x="1412" y="399"/>
                      <a:pt x="1412" y="399"/>
                    </a:cubicBezTo>
                    <a:cubicBezTo>
                      <a:pt x="1412" y="399"/>
                      <a:pt x="1411" y="398"/>
                      <a:pt x="1409" y="396"/>
                    </a:cubicBezTo>
                    <a:cubicBezTo>
                      <a:pt x="1408" y="394"/>
                      <a:pt x="1410" y="395"/>
                      <a:pt x="1408" y="394"/>
                    </a:cubicBezTo>
                    <a:cubicBezTo>
                      <a:pt x="1406" y="393"/>
                      <a:pt x="1410" y="394"/>
                      <a:pt x="1406" y="393"/>
                    </a:cubicBezTo>
                    <a:cubicBezTo>
                      <a:pt x="1402" y="393"/>
                      <a:pt x="1406" y="395"/>
                      <a:pt x="1405" y="395"/>
                    </a:cubicBezTo>
                    <a:cubicBezTo>
                      <a:pt x="1404" y="395"/>
                      <a:pt x="1403" y="392"/>
                      <a:pt x="1401" y="391"/>
                    </a:cubicBezTo>
                    <a:cubicBezTo>
                      <a:pt x="1400" y="391"/>
                      <a:pt x="1399" y="387"/>
                      <a:pt x="1398" y="387"/>
                    </a:cubicBezTo>
                    <a:cubicBezTo>
                      <a:pt x="1397" y="387"/>
                      <a:pt x="1397" y="383"/>
                      <a:pt x="1395" y="384"/>
                    </a:cubicBezTo>
                    <a:cubicBezTo>
                      <a:pt x="1393" y="385"/>
                      <a:pt x="1392" y="382"/>
                      <a:pt x="1392" y="382"/>
                    </a:cubicBezTo>
                    <a:cubicBezTo>
                      <a:pt x="1392" y="382"/>
                      <a:pt x="1388" y="379"/>
                      <a:pt x="1392" y="379"/>
                    </a:cubicBezTo>
                    <a:cubicBezTo>
                      <a:pt x="1395" y="378"/>
                      <a:pt x="1397" y="378"/>
                      <a:pt x="1397" y="378"/>
                    </a:cubicBezTo>
                    <a:cubicBezTo>
                      <a:pt x="1397" y="378"/>
                      <a:pt x="1400" y="374"/>
                      <a:pt x="1398" y="374"/>
                    </a:cubicBezTo>
                    <a:cubicBezTo>
                      <a:pt x="1397" y="374"/>
                      <a:pt x="1397" y="369"/>
                      <a:pt x="1395" y="368"/>
                    </a:cubicBezTo>
                    <a:cubicBezTo>
                      <a:pt x="1394" y="367"/>
                      <a:pt x="1393" y="366"/>
                      <a:pt x="1392" y="364"/>
                    </a:cubicBezTo>
                    <a:cubicBezTo>
                      <a:pt x="1390" y="363"/>
                      <a:pt x="1390" y="361"/>
                      <a:pt x="1391" y="360"/>
                    </a:cubicBezTo>
                    <a:cubicBezTo>
                      <a:pt x="1392" y="360"/>
                      <a:pt x="1395" y="359"/>
                      <a:pt x="1393" y="357"/>
                    </a:cubicBezTo>
                    <a:cubicBezTo>
                      <a:pt x="1391" y="356"/>
                      <a:pt x="1389" y="354"/>
                      <a:pt x="1386" y="353"/>
                    </a:cubicBezTo>
                    <a:cubicBezTo>
                      <a:pt x="1384" y="352"/>
                      <a:pt x="1384" y="351"/>
                      <a:pt x="1382" y="351"/>
                    </a:cubicBezTo>
                    <a:cubicBezTo>
                      <a:pt x="1381" y="350"/>
                      <a:pt x="1382" y="349"/>
                      <a:pt x="1381" y="347"/>
                    </a:cubicBezTo>
                    <a:cubicBezTo>
                      <a:pt x="1379" y="345"/>
                      <a:pt x="1380" y="344"/>
                      <a:pt x="1378" y="344"/>
                    </a:cubicBezTo>
                    <a:cubicBezTo>
                      <a:pt x="1377" y="344"/>
                      <a:pt x="1376" y="345"/>
                      <a:pt x="1375" y="343"/>
                    </a:cubicBezTo>
                    <a:cubicBezTo>
                      <a:pt x="1373" y="341"/>
                      <a:pt x="1375" y="334"/>
                      <a:pt x="1374" y="334"/>
                    </a:cubicBezTo>
                    <a:cubicBezTo>
                      <a:pt x="1373" y="334"/>
                      <a:pt x="1373" y="334"/>
                      <a:pt x="1372" y="333"/>
                    </a:cubicBezTo>
                    <a:cubicBezTo>
                      <a:pt x="1372" y="333"/>
                      <a:pt x="1371" y="332"/>
                      <a:pt x="1369" y="330"/>
                    </a:cubicBezTo>
                    <a:cubicBezTo>
                      <a:pt x="1363" y="322"/>
                      <a:pt x="1368" y="328"/>
                      <a:pt x="1368" y="327"/>
                    </a:cubicBezTo>
                    <a:cubicBezTo>
                      <a:pt x="1368" y="326"/>
                      <a:pt x="1368" y="325"/>
                      <a:pt x="1367" y="324"/>
                    </a:cubicBezTo>
                    <a:cubicBezTo>
                      <a:pt x="1366" y="323"/>
                      <a:pt x="1364" y="323"/>
                      <a:pt x="1363" y="321"/>
                    </a:cubicBezTo>
                    <a:cubicBezTo>
                      <a:pt x="1361" y="320"/>
                      <a:pt x="1362" y="316"/>
                      <a:pt x="1360" y="316"/>
                    </a:cubicBezTo>
                    <a:cubicBezTo>
                      <a:pt x="1358" y="315"/>
                      <a:pt x="1358" y="314"/>
                      <a:pt x="1358" y="312"/>
                    </a:cubicBezTo>
                    <a:cubicBezTo>
                      <a:pt x="1357" y="310"/>
                      <a:pt x="1358" y="307"/>
                      <a:pt x="1356" y="308"/>
                    </a:cubicBezTo>
                    <a:cubicBezTo>
                      <a:pt x="1351" y="314"/>
                      <a:pt x="1352" y="314"/>
                      <a:pt x="1351" y="316"/>
                    </a:cubicBezTo>
                    <a:cubicBezTo>
                      <a:pt x="1349" y="318"/>
                      <a:pt x="1350" y="314"/>
                      <a:pt x="1349" y="318"/>
                    </a:cubicBezTo>
                    <a:cubicBezTo>
                      <a:pt x="1349" y="318"/>
                      <a:pt x="1349" y="318"/>
                      <a:pt x="1349" y="318"/>
                    </a:cubicBezTo>
                    <a:cubicBezTo>
                      <a:pt x="1349" y="322"/>
                      <a:pt x="1345" y="319"/>
                      <a:pt x="1344" y="321"/>
                    </a:cubicBezTo>
                    <a:cubicBezTo>
                      <a:pt x="1344" y="323"/>
                      <a:pt x="1345" y="323"/>
                      <a:pt x="1346" y="325"/>
                    </a:cubicBezTo>
                    <a:cubicBezTo>
                      <a:pt x="1347" y="327"/>
                      <a:pt x="1348" y="328"/>
                      <a:pt x="1347" y="329"/>
                    </a:cubicBezTo>
                    <a:cubicBezTo>
                      <a:pt x="1346" y="330"/>
                      <a:pt x="1343" y="327"/>
                      <a:pt x="1343" y="330"/>
                    </a:cubicBezTo>
                    <a:cubicBezTo>
                      <a:pt x="1343" y="333"/>
                      <a:pt x="1341" y="334"/>
                      <a:pt x="1341" y="335"/>
                    </a:cubicBezTo>
                    <a:cubicBezTo>
                      <a:pt x="1342" y="336"/>
                      <a:pt x="1348" y="333"/>
                      <a:pt x="1343" y="338"/>
                    </a:cubicBezTo>
                    <a:cubicBezTo>
                      <a:pt x="1338" y="342"/>
                      <a:pt x="1340" y="347"/>
                      <a:pt x="1338" y="346"/>
                    </a:cubicBezTo>
                    <a:cubicBezTo>
                      <a:pt x="1335" y="346"/>
                      <a:pt x="1335" y="340"/>
                      <a:pt x="1333" y="341"/>
                    </a:cubicBezTo>
                    <a:cubicBezTo>
                      <a:pt x="1331" y="342"/>
                      <a:pt x="1334" y="339"/>
                      <a:pt x="1331" y="342"/>
                    </a:cubicBezTo>
                    <a:cubicBezTo>
                      <a:pt x="1327" y="345"/>
                      <a:pt x="1330" y="342"/>
                      <a:pt x="1327" y="345"/>
                    </a:cubicBezTo>
                    <a:cubicBezTo>
                      <a:pt x="1327" y="346"/>
                      <a:pt x="1326" y="346"/>
                      <a:pt x="1326" y="346"/>
                    </a:cubicBezTo>
                    <a:cubicBezTo>
                      <a:pt x="1326" y="346"/>
                      <a:pt x="1326" y="346"/>
                      <a:pt x="1327" y="347"/>
                    </a:cubicBezTo>
                    <a:cubicBezTo>
                      <a:pt x="1327" y="349"/>
                      <a:pt x="1325" y="348"/>
                      <a:pt x="1323" y="349"/>
                    </a:cubicBezTo>
                    <a:cubicBezTo>
                      <a:pt x="1318" y="351"/>
                      <a:pt x="1320" y="349"/>
                      <a:pt x="1318" y="351"/>
                    </a:cubicBezTo>
                    <a:cubicBezTo>
                      <a:pt x="1315" y="354"/>
                      <a:pt x="1318" y="348"/>
                      <a:pt x="1316" y="348"/>
                    </a:cubicBezTo>
                    <a:cubicBezTo>
                      <a:pt x="1314" y="348"/>
                      <a:pt x="1316" y="346"/>
                      <a:pt x="1312" y="349"/>
                    </a:cubicBezTo>
                    <a:cubicBezTo>
                      <a:pt x="1309" y="352"/>
                      <a:pt x="1312" y="351"/>
                      <a:pt x="1309" y="352"/>
                    </a:cubicBezTo>
                    <a:cubicBezTo>
                      <a:pt x="1307" y="354"/>
                      <a:pt x="1304" y="352"/>
                      <a:pt x="1306" y="349"/>
                    </a:cubicBezTo>
                    <a:cubicBezTo>
                      <a:pt x="1308" y="346"/>
                      <a:pt x="1309" y="345"/>
                      <a:pt x="1309" y="344"/>
                    </a:cubicBezTo>
                    <a:cubicBezTo>
                      <a:pt x="1308" y="344"/>
                      <a:pt x="1309" y="340"/>
                      <a:pt x="1307" y="338"/>
                    </a:cubicBezTo>
                    <a:cubicBezTo>
                      <a:pt x="1304" y="336"/>
                      <a:pt x="1308" y="336"/>
                      <a:pt x="1304" y="336"/>
                    </a:cubicBezTo>
                    <a:cubicBezTo>
                      <a:pt x="1301" y="336"/>
                      <a:pt x="1295" y="340"/>
                      <a:pt x="1294" y="340"/>
                    </a:cubicBezTo>
                    <a:cubicBezTo>
                      <a:pt x="1290" y="342"/>
                      <a:pt x="1294" y="345"/>
                      <a:pt x="1290" y="342"/>
                    </a:cubicBezTo>
                    <a:cubicBezTo>
                      <a:pt x="1286" y="340"/>
                      <a:pt x="1285" y="335"/>
                      <a:pt x="1287" y="336"/>
                    </a:cubicBezTo>
                    <a:cubicBezTo>
                      <a:pt x="1289" y="336"/>
                      <a:pt x="1290" y="338"/>
                      <a:pt x="1292" y="337"/>
                    </a:cubicBezTo>
                    <a:cubicBezTo>
                      <a:pt x="1293" y="336"/>
                      <a:pt x="1294" y="337"/>
                      <a:pt x="1295" y="336"/>
                    </a:cubicBezTo>
                    <a:cubicBezTo>
                      <a:pt x="1295" y="335"/>
                      <a:pt x="1295" y="335"/>
                      <a:pt x="1295" y="336"/>
                    </a:cubicBezTo>
                    <a:cubicBezTo>
                      <a:pt x="1295" y="335"/>
                      <a:pt x="1295" y="335"/>
                      <a:pt x="1294" y="333"/>
                    </a:cubicBezTo>
                    <a:cubicBezTo>
                      <a:pt x="1293" y="328"/>
                      <a:pt x="1294" y="338"/>
                      <a:pt x="1293" y="331"/>
                    </a:cubicBezTo>
                    <a:cubicBezTo>
                      <a:pt x="1292" y="325"/>
                      <a:pt x="1289" y="325"/>
                      <a:pt x="1289" y="323"/>
                    </a:cubicBezTo>
                    <a:cubicBezTo>
                      <a:pt x="1289" y="321"/>
                      <a:pt x="1288" y="320"/>
                      <a:pt x="1288" y="320"/>
                    </a:cubicBezTo>
                    <a:cubicBezTo>
                      <a:pt x="1288" y="319"/>
                      <a:pt x="1290" y="318"/>
                      <a:pt x="1290" y="315"/>
                    </a:cubicBezTo>
                    <a:cubicBezTo>
                      <a:pt x="1290" y="312"/>
                      <a:pt x="1289" y="312"/>
                      <a:pt x="1289" y="310"/>
                    </a:cubicBezTo>
                    <a:cubicBezTo>
                      <a:pt x="1289" y="308"/>
                      <a:pt x="1285" y="311"/>
                      <a:pt x="1289" y="305"/>
                    </a:cubicBezTo>
                    <a:cubicBezTo>
                      <a:pt x="1293" y="300"/>
                      <a:pt x="1293" y="297"/>
                      <a:pt x="1293" y="297"/>
                    </a:cubicBezTo>
                    <a:cubicBezTo>
                      <a:pt x="1289" y="296"/>
                      <a:pt x="1290" y="296"/>
                      <a:pt x="1288" y="296"/>
                    </a:cubicBezTo>
                    <a:cubicBezTo>
                      <a:pt x="1286" y="296"/>
                      <a:pt x="1287" y="297"/>
                      <a:pt x="1283" y="297"/>
                    </a:cubicBezTo>
                    <a:cubicBezTo>
                      <a:pt x="1279" y="297"/>
                      <a:pt x="1281" y="294"/>
                      <a:pt x="1281" y="294"/>
                    </a:cubicBezTo>
                    <a:cubicBezTo>
                      <a:pt x="1280" y="295"/>
                      <a:pt x="1275" y="296"/>
                      <a:pt x="1275" y="296"/>
                    </a:cubicBezTo>
                    <a:cubicBezTo>
                      <a:pt x="1272" y="295"/>
                      <a:pt x="1272" y="295"/>
                      <a:pt x="1272" y="295"/>
                    </a:cubicBezTo>
                    <a:cubicBezTo>
                      <a:pt x="1269" y="293"/>
                      <a:pt x="1267" y="293"/>
                      <a:pt x="1266" y="293"/>
                    </a:cubicBezTo>
                    <a:cubicBezTo>
                      <a:pt x="1266" y="293"/>
                      <a:pt x="1264" y="290"/>
                      <a:pt x="1263" y="289"/>
                    </a:cubicBezTo>
                    <a:cubicBezTo>
                      <a:pt x="1263" y="286"/>
                      <a:pt x="1264" y="285"/>
                      <a:pt x="1262" y="284"/>
                    </a:cubicBezTo>
                    <a:cubicBezTo>
                      <a:pt x="1261" y="284"/>
                      <a:pt x="1260" y="281"/>
                      <a:pt x="1258" y="281"/>
                    </a:cubicBezTo>
                    <a:cubicBezTo>
                      <a:pt x="1256" y="281"/>
                      <a:pt x="1254" y="280"/>
                      <a:pt x="1253" y="280"/>
                    </a:cubicBezTo>
                    <a:cubicBezTo>
                      <a:pt x="1252" y="280"/>
                      <a:pt x="1252" y="278"/>
                      <a:pt x="1252" y="277"/>
                    </a:cubicBezTo>
                    <a:cubicBezTo>
                      <a:pt x="1251" y="276"/>
                      <a:pt x="1252" y="274"/>
                      <a:pt x="1249" y="273"/>
                    </a:cubicBezTo>
                    <a:cubicBezTo>
                      <a:pt x="1247" y="272"/>
                      <a:pt x="1250" y="269"/>
                      <a:pt x="1244" y="269"/>
                    </a:cubicBezTo>
                    <a:cubicBezTo>
                      <a:pt x="1238" y="269"/>
                      <a:pt x="1239" y="271"/>
                      <a:pt x="1239" y="271"/>
                    </a:cubicBezTo>
                    <a:cubicBezTo>
                      <a:pt x="1234" y="269"/>
                      <a:pt x="1232" y="269"/>
                      <a:pt x="1230" y="270"/>
                    </a:cubicBezTo>
                    <a:cubicBezTo>
                      <a:pt x="1228" y="271"/>
                      <a:pt x="1228" y="271"/>
                      <a:pt x="1226" y="272"/>
                    </a:cubicBezTo>
                    <a:cubicBezTo>
                      <a:pt x="1223" y="274"/>
                      <a:pt x="1225" y="275"/>
                      <a:pt x="1223" y="274"/>
                    </a:cubicBezTo>
                    <a:cubicBezTo>
                      <a:pt x="1221" y="272"/>
                      <a:pt x="1221" y="271"/>
                      <a:pt x="1219" y="271"/>
                    </a:cubicBezTo>
                    <a:cubicBezTo>
                      <a:pt x="1218" y="270"/>
                      <a:pt x="1217" y="269"/>
                      <a:pt x="1216" y="270"/>
                    </a:cubicBezTo>
                    <a:cubicBezTo>
                      <a:pt x="1214" y="271"/>
                      <a:pt x="1216" y="269"/>
                      <a:pt x="1213" y="271"/>
                    </a:cubicBezTo>
                    <a:cubicBezTo>
                      <a:pt x="1211" y="273"/>
                      <a:pt x="1211" y="273"/>
                      <a:pt x="1210" y="271"/>
                    </a:cubicBezTo>
                    <a:cubicBezTo>
                      <a:pt x="1209" y="269"/>
                      <a:pt x="1210" y="268"/>
                      <a:pt x="1208" y="267"/>
                    </a:cubicBezTo>
                    <a:cubicBezTo>
                      <a:pt x="1206" y="267"/>
                      <a:pt x="1209" y="264"/>
                      <a:pt x="1204" y="266"/>
                    </a:cubicBezTo>
                    <a:cubicBezTo>
                      <a:pt x="1199" y="268"/>
                      <a:pt x="1198" y="268"/>
                      <a:pt x="1196" y="267"/>
                    </a:cubicBezTo>
                    <a:cubicBezTo>
                      <a:pt x="1195" y="266"/>
                      <a:pt x="1194" y="263"/>
                      <a:pt x="1192" y="264"/>
                    </a:cubicBezTo>
                    <a:cubicBezTo>
                      <a:pt x="1190" y="265"/>
                      <a:pt x="1189" y="264"/>
                      <a:pt x="1187" y="266"/>
                    </a:cubicBezTo>
                    <a:cubicBezTo>
                      <a:pt x="1185" y="267"/>
                      <a:pt x="1182" y="267"/>
                      <a:pt x="1180" y="269"/>
                    </a:cubicBezTo>
                    <a:cubicBezTo>
                      <a:pt x="1179" y="271"/>
                      <a:pt x="1179" y="269"/>
                      <a:pt x="1179" y="273"/>
                    </a:cubicBezTo>
                    <a:cubicBezTo>
                      <a:pt x="1179" y="277"/>
                      <a:pt x="1181" y="276"/>
                      <a:pt x="1182" y="279"/>
                    </a:cubicBezTo>
                    <a:cubicBezTo>
                      <a:pt x="1182" y="283"/>
                      <a:pt x="1183" y="283"/>
                      <a:pt x="1184" y="286"/>
                    </a:cubicBezTo>
                    <a:cubicBezTo>
                      <a:pt x="1185" y="288"/>
                      <a:pt x="1187" y="285"/>
                      <a:pt x="1185" y="288"/>
                    </a:cubicBezTo>
                    <a:cubicBezTo>
                      <a:pt x="1183" y="291"/>
                      <a:pt x="1185" y="294"/>
                      <a:pt x="1184" y="296"/>
                    </a:cubicBezTo>
                    <a:cubicBezTo>
                      <a:pt x="1183" y="298"/>
                      <a:pt x="1183" y="299"/>
                      <a:pt x="1182" y="300"/>
                    </a:cubicBezTo>
                    <a:cubicBezTo>
                      <a:pt x="1182" y="302"/>
                      <a:pt x="1182" y="302"/>
                      <a:pt x="1183" y="304"/>
                    </a:cubicBezTo>
                    <a:cubicBezTo>
                      <a:pt x="1185" y="307"/>
                      <a:pt x="1187" y="308"/>
                      <a:pt x="1187" y="310"/>
                    </a:cubicBezTo>
                    <a:cubicBezTo>
                      <a:pt x="1187" y="313"/>
                      <a:pt x="1188" y="313"/>
                      <a:pt x="1187" y="315"/>
                    </a:cubicBezTo>
                    <a:cubicBezTo>
                      <a:pt x="1187" y="316"/>
                      <a:pt x="1189" y="318"/>
                      <a:pt x="1189" y="319"/>
                    </a:cubicBezTo>
                    <a:cubicBezTo>
                      <a:pt x="1190" y="320"/>
                      <a:pt x="1191" y="323"/>
                      <a:pt x="1190" y="324"/>
                    </a:cubicBezTo>
                    <a:cubicBezTo>
                      <a:pt x="1188" y="325"/>
                      <a:pt x="1185" y="325"/>
                      <a:pt x="1184" y="326"/>
                    </a:cubicBezTo>
                    <a:cubicBezTo>
                      <a:pt x="1183" y="331"/>
                      <a:pt x="1184" y="331"/>
                      <a:pt x="1182" y="333"/>
                    </a:cubicBezTo>
                    <a:cubicBezTo>
                      <a:pt x="1179" y="336"/>
                      <a:pt x="1177" y="336"/>
                      <a:pt x="1177" y="336"/>
                    </a:cubicBezTo>
                    <a:cubicBezTo>
                      <a:pt x="1177" y="336"/>
                      <a:pt x="1176" y="338"/>
                      <a:pt x="1175" y="340"/>
                    </a:cubicBezTo>
                    <a:cubicBezTo>
                      <a:pt x="1175" y="341"/>
                      <a:pt x="1170" y="345"/>
                      <a:pt x="1172" y="345"/>
                    </a:cubicBezTo>
                    <a:cubicBezTo>
                      <a:pt x="1174" y="345"/>
                      <a:pt x="1180" y="346"/>
                      <a:pt x="1183" y="349"/>
                    </a:cubicBezTo>
                    <a:cubicBezTo>
                      <a:pt x="1186" y="352"/>
                      <a:pt x="1191" y="351"/>
                      <a:pt x="1191" y="352"/>
                    </a:cubicBezTo>
                    <a:cubicBezTo>
                      <a:pt x="1191" y="354"/>
                      <a:pt x="1193" y="353"/>
                      <a:pt x="1194" y="356"/>
                    </a:cubicBezTo>
                    <a:cubicBezTo>
                      <a:pt x="1196" y="359"/>
                      <a:pt x="1198" y="361"/>
                      <a:pt x="1198" y="363"/>
                    </a:cubicBezTo>
                    <a:cubicBezTo>
                      <a:pt x="1199" y="365"/>
                      <a:pt x="1200" y="365"/>
                      <a:pt x="1200" y="366"/>
                    </a:cubicBezTo>
                    <a:cubicBezTo>
                      <a:pt x="1200" y="368"/>
                      <a:pt x="1200" y="366"/>
                      <a:pt x="1200" y="369"/>
                    </a:cubicBezTo>
                    <a:cubicBezTo>
                      <a:pt x="1200" y="372"/>
                      <a:pt x="1202" y="371"/>
                      <a:pt x="1199" y="377"/>
                    </a:cubicBezTo>
                    <a:cubicBezTo>
                      <a:pt x="1199" y="377"/>
                      <a:pt x="1198" y="382"/>
                      <a:pt x="1199" y="384"/>
                    </a:cubicBezTo>
                    <a:cubicBezTo>
                      <a:pt x="1199" y="386"/>
                      <a:pt x="1200" y="389"/>
                      <a:pt x="1200" y="389"/>
                    </a:cubicBezTo>
                    <a:cubicBezTo>
                      <a:pt x="1200" y="389"/>
                      <a:pt x="1200" y="392"/>
                      <a:pt x="1199" y="392"/>
                    </a:cubicBezTo>
                    <a:cubicBezTo>
                      <a:pt x="1198" y="393"/>
                      <a:pt x="1199" y="395"/>
                      <a:pt x="1195" y="398"/>
                    </a:cubicBezTo>
                    <a:cubicBezTo>
                      <a:pt x="1191" y="400"/>
                      <a:pt x="1188" y="400"/>
                      <a:pt x="1187" y="402"/>
                    </a:cubicBezTo>
                    <a:cubicBezTo>
                      <a:pt x="1185" y="404"/>
                      <a:pt x="1184" y="405"/>
                      <a:pt x="1182" y="407"/>
                    </a:cubicBezTo>
                    <a:cubicBezTo>
                      <a:pt x="1179" y="409"/>
                      <a:pt x="1180" y="408"/>
                      <a:pt x="1179" y="409"/>
                    </a:cubicBezTo>
                    <a:cubicBezTo>
                      <a:pt x="1178" y="410"/>
                      <a:pt x="1175" y="412"/>
                      <a:pt x="1174" y="412"/>
                    </a:cubicBezTo>
                    <a:cubicBezTo>
                      <a:pt x="1173" y="412"/>
                      <a:pt x="1170" y="412"/>
                      <a:pt x="1167" y="413"/>
                    </a:cubicBezTo>
                    <a:cubicBezTo>
                      <a:pt x="1165" y="413"/>
                      <a:pt x="1166" y="410"/>
                      <a:pt x="1163" y="412"/>
                    </a:cubicBezTo>
                    <a:cubicBezTo>
                      <a:pt x="1160" y="414"/>
                      <a:pt x="1160" y="413"/>
                      <a:pt x="1160" y="416"/>
                    </a:cubicBezTo>
                    <a:cubicBezTo>
                      <a:pt x="1160" y="418"/>
                      <a:pt x="1165" y="421"/>
                      <a:pt x="1165" y="422"/>
                    </a:cubicBezTo>
                    <a:cubicBezTo>
                      <a:pt x="1165" y="423"/>
                      <a:pt x="1165" y="422"/>
                      <a:pt x="1165" y="426"/>
                    </a:cubicBezTo>
                    <a:cubicBezTo>
                      <a:pt x="1165" y="429"/>
                      <a:pt x="1166" y="430"/>
                      <a:pt x="1166" y="431"/>
                    </a:cubicBezTo>
                    <a:cubicBezTo>
                      <a:pt x="1167" y="433"/>
                      <a:pt x="1171" y="433"/>
                      <a:pt x="1169" y="435"/>
                    </a:cubicBezTo>
                    <a:cubicBezTo>
                      <a:pt x="1168" y="437"/>
                      <a:pt x="1169" y="437"/>
                      <a:pt x="1168" y="440"/>
                    </a:cubicBezTo>
                    <a:cubicBezTo>
                      <a:pt x="1168" y="442"/>
                      <a:pt x="1169" y="443"/>
                      <a:pt x="1169" y="446"/>
                    </a:cubicBezTo>
                    <a:cubicBezTo>
                      <a:pt x="1169" y="449"/>
                      <a:pt x="1170" y="453"/>
                      <a:pt x="1170" y="454"/>
                    </a:cubicBezTo>
                    <a:cubicBezTo>
                      <a:pt x="1171" y="455"/>
                      <a:pt x="1174" y="453"/>
                      <a:pt x="1174" y="456"/>
                    </a:cubicBezTo>
                    <a:cubicBezTo>
                      <a:pt x="1174" y="459"/>
                      <a:pt x="1176" y="460"/>
                      <a:pt x="1176" y="461"/>
                    </a:cubicBezTo>
                    <a:cubicBezTo>
                      <a:pt x="1175" y="462"/>
                      <a:pt x="1174" y="462"/>
                      <a:pt x="1173" y="463"/>
                    </a:cubicBezTo>
                    <a:cubicBezTo>
                      <a:pt x="1172" y="464"/>
                      <a:pt x="1171" y="465"/>
                      <a:pt x="1170" y="467"/>
                    </a:cubicBezTo>
                    <a:cubicBezTo>
                      <a:pt x="1170" y="468"/>
                      <a:pt x="1168" y="469"/>
                      <a:pt x="1169" y="470"/>
                    </a:cubicBezTo>
                    <a:cubicBezTo>
                      <a:pt x="1172" y="472"/>
                      <a:pt x="1173" y="473"/>
                      <a:pt x="1173" y="474"/>
                    </a:cubicBezTo>
                    <a:cubicBezTo>
                      <a:pt x="1172" y="476"/>
                      <a:pt x="1170" y="480"/>
                      <a:pt x="1169" y="479"/>
                    </a:cubicBezTo>
                    <a:cubicBezTo>
                      <a:pt x="1169" y="477"/>
                      <a:pt x="1166" y="476"/>
                      <a:pt x="1165" y="476"/>
                    </a:cubicBezTo>
                    <a:cubicBezTo>
                      <a:pt x="1162" y="474"/>
                      <a:pt x="1163" y="473"/>
                      <a:pt x="1161" y="475"/>
                    </a:cubicBezTo>
                    <a:cubicBezTo>
                      <a:pt x="1159" y="478"/>
                      <a:pt x="1159" y="476"/>
                      <a:pt x="1159" y="479"/>
                    </a:cubicBezTo>
                    <a:cubicBezTo>
                      <a:pt x="1159" y="482"/>
                      <a:pt x="1160" y="481"/>
                      <a:pt x="1161" y="484"/>
                    </a:cubicBezTo>
                    <a:cubicBezTo>
                      <a:pt x="1162" y="487"/>
                      <a:pt x="1159" y="480"/>
                      <a:pt x="1156" y="479"/>
                    </a:cubicBezTo>
                    <a:cubicBezTo>
                      <a:pt x="1153" y="477"/>
                      <a:pt x="1151" y="478"/>
                      <a:pt x="1149" y="479"/>
                    </a:cubicBezTo>
                    <a:cubicBezTo>
                      <a:pt x="1145" y="481"/>
                      <a:pt x="1144" y="481"/>
                      <a:pt x="1143" y="482"/>
                    </a:cubicBezTo>
                    <a:cubicBezTo>
                      <a:pt x="1143" y="482"/>
                      <a:pt x="1143" y="481"/>
                      <a:pt x="1145" y="480"/>
                    </a:cubicBezTo>
                    <a:cubicBezTo>
                      <a:pt x="1147" y="478"/>
                      <a:pt x="1147" y="477"/>
                      <a:pt x="1147" y="477"/>
                    </a:cubicBezTo>
                    <a:cubicBezTo>
                      <a:pt x="1148" y="475"/>
                      <a:pt x="1148" y="477"/>
                      <a:pt x="1148" y="475"/>
                    </a:cubicBezTo>
                    <a:cubicBezTo>
                      <a:pt x="1148" y="472"/>
                      <a:pt x="1149" y="471"/>
                      <a:pt x="1148" y="470"/>
                    </a:cubicBezTo>
                    <a:cubicBezTo>
                      <a:pt x="1147" y="470"/>
                      <a:pt x="1146" y="469"/>
                      <a:pt x="1144" y="468"/>
                    </a:cubicBezTo>
                    <a:cubicBezTo>
                      <a:pt x="1143" y="467"/>
                      <a:pt x="1146" y="467"/>
                      <a:pt x="1142" y="466"/>
                    </a:cubicBezTo>
                    <a:cubicBezTo>
                      <a:pt x="1139" y="464"/>
                      <a:pt x="1138" y="462"/>
                      <a:pt x="1137" y="462"/>
                    </a:cubicBezTo>
                    <a:cubicBezTo>
                      <a:pt x="1133" y="462"/>
                      <a:pt x="1130" y="466"/>
                      <a:pt x="1133" y="462"/>
                    </a:cubicBezTo>
                    <a:cubicBezTo>
                      <a:pt x="1134" y="460"/>
                      <a:pt x="1136" y="459"/>
                      <a:pt x="1136" y="458"/>
                    </a:cubicBezTo>
                    <a:cubicBezTo>
                      <a:pt x="1137" y="459"/>
                      <a:pt x="1138" y="460"/>
                      <a:pt x="1136" y="458"/>
                    </a:cubicBezTo>
                    <a:cubicBezTo>
                      <a:pt x="1136" y="458"/>
                      <a:pt x="1136" y="458"/>
                      <a:pt x="1136" y="458"/>
                    </a:cubicBezTo>
                    <a:cubicBezTo>
                      <a:pt x="1132" y="455"/>
                      <a:pt x="1133" y="454"/>
                      <a:pt x="1131" y="454"/>
                    </a:cubicBezTo>
                    <a:cubicBezTo>
                      <a:pt x="1129" y="454"/>
                      <a:pt x="1130" y="453"/>
                      <a:pt x="1128" y="452"/>
                    </a:cubicBezTo>
                    <a:cubicBezTo>
                      <a:pt x="1126" y="452"/>
                      <a:pt x="1127" y="451"/>
                      <a:pt x="1126" y="449"/>
                    </a:cubicBezTo>
                    <a:cubicBezTo>
                      <a:pt x="1125" y="448"/>
                      <a:pt x="1124" y="448"/>
                      <a:pt x="1124" y="447"/>
                    </a:cubicBezTo>
                    <a:cubicBezTo>
                      <a:pt x="1125" y="446"/>
                      <a:pt x="1125" y="447"/>
                      <a:pt x="1126" y="444"/>
                    </a:cubicBezTo>
                    <a:cubicBezTo>
                      <a:pt x="1126" y="441"/>
                      <a:pt x="1126" y="441"/>
                      <a:pt x="1126" y="440"/>
                    </a:cubicBezTo>
                    <a:cubicBezTo>
                      <a:pt x="1126" y="439"/>
                      <a:pt x="1128" y="439"/>
                      <a:pt x="1126" y="436"/>
                    </a:cubicBezTo>
                    <a:cubicBezTo>
                      <a:pt x="1124" y="434"/>
                      <a:pt x="1124" y="431"/>
                      <a:pt x="1124" y="431"/>
                    </a:cubicBezTo>
                    <a:cubicBezTo>
                      <a:pt x="1124" y="427"/>
                      <a:pt x="1124" y="427"/>
                      <a:pt x="1124" y="427"/>
                    </a:cubicBezTo>
                    <a:cubicBezTo>
                      <a:pt x="1124" y="427"/>
                      <a:pt x="1122" y="426"/>
                      <a:pt x="1122" y="424"/>
                    </a:cubicBezTo>
                    <a:cubicBezTo>
                      <a:pt x="1122" y="423"/>
                      <a:pt x="1122" y="420"/>
                      <a:pt x="1123" y="420"/>
                    </a:cubicBezTo>
                    <a:cubicBezTo>
                      <a:pt x="1124" y="419"/>
                      <a:pt x="1125" y="417"/>
                      <a:pt x="1125" y="416"/>
                    </a:cubicBezTo>
                    <a:cubicBezTo>
                      <a:pt x="1126" y="415"/>
                      <a:pt x="1128" y="417"/>
                      <a:pt x="1124" y="412"/>
                    </a:cubicBezTo>
                    <a:cubicBezTo>
                      <a:pt x="1124" y="411"/>
                      <a:pt x="1123" y="411"/>
                      <a:pt x="1123" y="410"/>
                    </a:cubicBezTo>
                    <a:cubicBezTo>
                      <a:pt x="1123" y="409"/>
                      <a:pt x="1125" y="410"/>
                      <a:pt x="1123" y="408"/>
                    </a:cubicBezTo>
                    <a:cubicBezTo>
                      <a:pt x="1121" y="407"/>
                      <a:pt x="1118" y="406"/>
                      <a:pt x="1116" y="407"/>
                    </a:cubicBezTo>
                    <a:cubicBezTo>
                      <a:pt x="1115" y="407"/>
                      <a:pt x="1113" y="407"/>
                      <a:pt x="1111" y="408"/>
                    </a:cubicBezTo>
                    <a:cubicBezTo>
                      <a:pt x="1108" y="408"/>
                      <a:pt x="1104" y="408"/>
                      <a:pt x="1103" y="407"/>
                    </a:cubicBezTo>
                    <a:cubicBezTo>
                      <a:pt x="1101" y="406"/>
                      <a:pt x="1103" y="404"/>
                      <a:pt x="1100" y="404"/>
                    </a:cubicBezTo>
                    <a:cubicBezTo>
                      <a:pt x="1098" y="404"/>
                      <a:pt x="1097" y="404"/>
                      <a:pt x="1094" y="405"/>
                    </a:cubicBezTo>
                    <a:cubicBezTo>
                      <a:pt x="1091" y="405"/>
                      <a:pt x="1092" y="404"/>
                      <a:pt x="1089" y="405"/>
                    </a:cubicBezTo>
                    <a:cubicBezTo>
                      <a:pt x="1086" y="407"/>
                      <a:pt x="1089" y="406"/>
                      <a:pt x="1086" y="407"/>
                    </a:cubicBezTo>
                    <a:cubicBezTo>
                      <a:pt x="1082" y="401"/>
                      <a:pt x="1084" y="399"/>
                      <a:pt x="1079" y="399"/>
                    </a:cubicBezTo>
                    <a:cubicBezTo>
                      <a:pt x="1075" y="400"/>
                      <a:pt x="1075" y="399"/>
                      <a:pt x="1074" y="399"/>
                    </a:cubicBezTo>
                    <a:cubicBezTo>
                      <a:pt x="1071" y="397"/>
                      <a:pt x="1075" y="397"/>
                      <a:pt x="1069" y="395"/>
                    </a:cubicBezTo>
                    <a:cubicBezTo>
                      <a:pt x="1062" y="392"/>
                      <a:pt x="1062" y="392"/>
                      <a:pt x="1060" y="393"/>
                    </a:cubicBezTo>
                    <a:cubicBezTo>
                      <a:pt x="1059" y="393"/>
                      <a:pt x="1058" y="394"/>
                      <a:pt x="1057" y="392"/>
                    </a:cubicBezTo>
                    <a:cubicBezTo>
                      <a:pt x="1053" y="389"/>
                      <a:pt x="1057" y="388"/>
                      <a:pt x="1053" y="386"/>
                    </a:cubicBezTo>
                    <a:cubicBezTo>
                      <a:pt x="1048" y="384"/>
                      <a:pt x="1048" y="384"/>
                      <a:pt x="1048" y="383"/>
                    </a:cubicBezTo>
                    <a:cubicBezTo>
                      <a:pt x="1047" y="382"/>
                      <a:pt x="1045" y="381"/>
                      <a:pt x="1044" y="381"/>
                    </a:cubicBezTo>
                    <a:cubicBezTo>
                      <a:pt x="1043" y="380"/>
                      <a:pt x="1040" y="379"/>
                      <a:pt x="1040" y="379"/>
                    </a:cubicBezTo>
                    <a:cubicBezTo>
                      <a:pt x="1036" y="378"/>
                      <a:pt x="1036" y="378"/>
                      <a:pt x="1036" y="378"/>
                    </a:cubicBezTo>
                    <a:cubicBezTo>
                      <a:pt x="1033" y="377"/>
                      <a:pt x="1033" y="375"/>
                      <a:pt x="1031" y="375"/>
                    </a:cubicBezTo>
                    <a:cubicBezTo>
                      <a:pt x="1029" y="375"/>
                      <a:pt x="1029" y="373"/>
                      <a:pt x="1027" y="374"/>
                    </a:cubicBezTo>
                    <a:cubicBezTo>
                      <a:pt x="1025" y="374"/>
                      <a:pt x="1024" y="376"/>
                      <a:pt x="1023" y="374"/>
                    </a:cubicBezTo>
                    <a:cubicBezTo>
                      <a:pt x="1021" y="373"/>
                      <a:pt x="1022" y="372"/>
                      <a:pt x="1020" y="371"/>
                    </a:cubicBezTo>
                    <a:cubicBezTo>
                      <a:pt x="1018" y="369"/>
                      <a:pt x="1018" y="369"/>
                      <a:pt x="1016" y="369"/>
                    </a:cubicBezTo>
                    <a:cubicBezTo>
                      <a:pt x="1015" y="368"/>
                      <a:pt x="1020" y="367"/>
                      <a:pt x="1013" y="368"/>
                    </a:cubicBezTo>
                    <a:cubicBezTo>
                      <a:pt x="1005" y="370"/>
                      <a:pt x="1005" y="369"/>
                      <a:pt x="1002" y="370"/>
                    </a:cubicBezTo>
                    <a:cubicBezTo>
                      <a:pt x="1000" y="371"/>
                      <a:pt x="998" y="372"/>
                      <a:pt x="996" y="373"/>
                    </a:cubicBezTo>
                    <a:cubicBezTo>
                      <a:pt x="994" y="373"/>
                      <a:pt x="992" y="374"/>
                      <a:pt x="991" y="374"/>
                    </a:cubicBezTo>
                    <a:cubicBezTo>
                      <a:pt x="989" y="374"/>
                      <a:pt x="987" y="374"/>
                      <a:pt x="987" y="373"/>
                    </a:cubicBezTo>
                    <a:cubicBezTo>
                      <a:pt x="988" y="372"/>
                      <a:pt x="987" y="372"/>
                      <a:pt x="989" y="370"/>
                    </a:cubicBezTo>
                    <a:cubicBezTo>
                      <a:pt x="991" y="368"/>
                      <a:pt x="992" y="367"/>
                      <a:pt x="992" y="366"/>
                    </a:cubicBezTo>
                    <a:cubicBezTo>
                      <a:pt x="992" y="365"/>
                      <a:pt x="992" y="366"/>
                      <a:pt x="990" y="363"/>
                    </a:cubicBezTo>
                    <a:cubicBezTo>
                      <a:pt x="988" y="360"/>
                      <a:pt x="988" y="359"/>
                      <a:pt x="987" y="357"/>
                    </a:cubicBezTo>
                    <a:cubicBezTo>
                      <a:pt x="987" y="356"/>
                      <a:pt x="987" y="354"/>
                      <a:pt x="985" y="352"/>
                    </a:cubicBezTo>
                    <a:cubicBezTo>
                      <a:pt x="983" y="350"/>
                      <a:pt x="984" y="348"/>
                      <a:pt x="983" y="347"/>
                    </a:cubicBezTo>
                    <a:cubicBezTo>
                      <a:pt x="983" y="345"/>
                      <a:pt x="986" y="347"/>
                      <a:pt x="982" y="344"/>
                    </a:cubicBezTo>
                    <a:cubicBezTo>
                      <a:pt x="978" y="341"/>
                      <a:pt x="978" y="342"/>
                      <a:pt x="976" y="341"/>
                    </a:cubicBezTo>
                    <a:cubicBezTo>
                      <a:pt x="973" y="340"/>
                      <a:pt x="972" y="340"/>
                      <a:pt x="971" y="340"/>
                    </a:cubicBezTo>
                    <a:cubicBezTo>
                      <a:pt x="968" y="341"/>
                      <a:pt x="964" y="343"/>
                      <a:pt x="965" y="343"/>
                    </a:cubicBezTo>
                    <a:cubicBezTo>
                      <a:pt x="965" y="343"/>
                      <a:pt x="965" y="336"/>
                      <a:pt x="964" y="337"/>
                    </a:cubicBezTo>
                    <a:cubicBezTo>
                      <a:pt x="964" y="337"/>
                      <a:pt x="962" y="334"/>
                      <a:pt x="961" y="333"/>
                    </a:cubicBezTo>
                    <a:cubicBezTo>
                      <a:pt x="959" y="333"/>
                      <a:pt x="958" y="332"/>
                      <a:pt x="959" y="331"/>
                    </a:cubicBezTo>
                    <a:cubicBezTo>
                      <a:pt x="960" y="330"/>
                      <a:pt x="961" y="329"/>
                      <a:pt x="961" y="328"/>
                    </a:cubicBezTo>
                    <a:cubicBezTo>
                      <a:pt x="961" y="326"/>
                      <a:pt x="961" y="325"/>
                      <a:pt x="961" y="323"/>
                    </a:cubicBezTo>
                    <a:cubicBezTo>
                      <a:pt x="961" y="321"/>
                      <a:pt x="964" y="317"/>
                      <a:pt x="963" y="315"/>
                    </a:cubicBezTo>
                    <a:cubicBezTo>
                      <a:pt x="962" y="312"/>
                      <a:pt x="962" y="313"/>
                      <a:pt x="962" y="310"/>
                    </a:cubicBezTo>
                    <a:cubicBezTo>
                      <a:pt x="962" y="307"/>
                      <a:pt x="961" y="307"/>
                      <a:pt x="962" y="306"/>
                    </a:cubicBezTo>
                    <a:cubicBezTo>
                      <a:pt x="964" y="304"/>
                      <a:pt x="968" y="302"/>
                      <a:pt x="968" y="301"/>
                    </a:cubicBezTo>
                    <a:cubicBezTo>
                      <a:pt x="967" y="299"/>
                      <a:pt x="971" y="297"/>
                      <a:pt x="971" y="295"/>
                    </a:cubicBezTo>
                    <a:cubicBezTo>
                      <a:pt x="970" y="294"/>
                      <a:pt x="972" y="294"/>
                      <a:pt x="972" y="290"/>
                    </a:cubicBezTo>
                    <a:cubicBezTo>
                      <a:pt x="972" y="286"/>
                      <a:pt x="973" y="285"/>
                      <a:pt x="974" y="285"/>
                    </a:cubicBezTo>
                    <a:cubicBezTo>
                      <a:pt x="978" y="284"/>
                      <a:pt x="980" y="281"/>
                      <a:pt x="980" y="281"/>
                    </a:cubicBezTo>
                    <a:cubicBezTo>
                      <a:pt x="980" y="281"/>
                      <a:pt x="981" y="279"/>
                      <a:pt x="980" y="278"/>
                    </a:cubicBezTo>
                    <a:cubicBezTo>
                      <a:pt x="979" y="276"/>
                      <a:pt x="979" y="276"/>
                      <a:pt x="981" y="275"/>
                    </a:cubicBezTo>
                    <a:cubicBezTo>
                      <a:pt x="983" y="274"/>
                      <a:pt x="986" y="273"/>
                      <a:pt x="986" y="273"/>
                    </a:cubicBezTo>
                    <a:cubicBezTo>
                      <a:pt x="989" y="272"/>
                      <a:pt x="989" y="272"/>
                      <a:pt x="989" y="272"/>
                    </a:cubicBezTo>
                    <a:cubicBezTo>
                      <a:pt x="989" y="272"/>
                      <a:pt x="990" y="269"/>
                      <a:pt x="988" y="268"/>
                    </a:cubicBezTo>
                    <a:cubicBezTo>
                      <a:pt x="987" y="268"/>
                      <a:pt x="987" y="266"/>
                      <a:pt x="988" y="265"/>
                    </a:cubicBezTo>
                    <a:cubicBezTo>
                      <a:pt x="990" y="265"/>
                      <a:pt x="994" y="264"/>
                      <a:pt x="994" y="264"/>
                    </a:cubicBezTo>
                    <a:cubicBezTo>
                      <a:pt x="997" y="263"/>
                      <a:pt x="997" y="263"/>
                      <a:pt x="997" y="263"/>
                    </a:cubicBezTo>
                    <a:cubicBezTo>
                      <a:pt x="995" y="260"/>
                      <a:pt x="994" y="258"/>
                      <a:pt x="995" y="258"/>
                    </a:cubicBezTo>
                    <a:cubicBezTo>
                      <a:pt x="997" y="259"/>
                      <a:pt x="1000" y="258"/>
                      <a:pt x="1000" y="258"/>
                    </a:cubicBezTo>
                    <a:cubicBezTo>
                      <a:pt x="1000" y="258"/>
                      <a:pt x="1002" y="260"/>
                      <a:pt x="1003" y="260"/>
                    </a:cubicBezTo>
                    <a:cubicBezTo>
                      <a:pt x="1004" y="260"/>
                      <a:pt x="1008" y="259"/>
                      <a:pt x="1008" y="259"/>
                    </a:cubicBezTo>
                    <a:cubicBezTo>
                      <a:pt x="1010" y="256"/>
                      <a:pt x="1010" y="256"/>
                      <a:pt x="1010" y="256"/>
                    </a:cubicBezTo>
                    <a:cubicBezTo>
                      <a:pt x="1014" y="256"/>
                      <a:pt x="1014" y="256"/>
                      <a:pt x="1014" y="256"/>
                    </a:cubicBezTo>
                    <a:cubicBezTo>
                      <a:pt x="1014" y="256"/>
                      <a:pt x="1016" y="253"/>
                      <a:pt x="1015" y="253"/>
                    </a:cubicBezTo>
                    <a:cubicBezTo>
                      <a:pt x="1014" y="252"/>
                      <a:pt x="1011" y="251"/>
                      <a:pt x="1010" y="249"/>
                    </a:cubicBezTo>
                    <a:cubicBezTo>
                      <a:pt x="1010" y="248"/>
                      <a:pt x="1011" y="248"/>
                      <a:pt x="1008" y="246"/>
                    </a:cubicBezTo>
                    <a:cubicBezTo>
                      <a:pt x="1006" y="244"/>
                      <a:pt x="1005" y="243"/>
                      <a:pt x="1003" y="243"/>
                    </a:cubicBezTo>
                    <a:cubicBezTo>
                      <a:pt x="1001" y="244"/>
                      <a:pt x="1000" y="244"/>
                      <a:pt x="999" y="244"/>
                    </a:cubicBezTo>
                    <a:cubicBezTo>
                      <a:pt x="998" y="243"/>
                      <a:pt x="1000" y="240"/>
                      <a:pt x="997" y="240"/>
                    </a:cubicBezTo>
                    <a:cubicBezTo>
                      <a:pt x="994" y="241"/>
                      <a:pt x="992" y="243"/>
                      <a:pt x="992" y="242"/>
                    </a:cubicBezTo>
                    <a:cubicBezTo>
                      <a:pt x="991" y="241"/>
                      <a:pt x="991" y="239"/>
                      <a:pt x="991" y="239"/>
                    </a:cubicBezTo>
                    <a:cubicBezTo>
                      <a:pt x="991" y="239"/>
                      <a:pt x="990" y="238"/>
                      <a:pt x="987" y="238"/>
                    </a:cubicBezTo>
                    <a:cubicBezTo>
                      <a:pt x="984" y="237"/>
                      <a:pt x="982" y="234"/>
                      <a:pt x="984" y="235"/>
                    </a:cubicBezTo>
                    <a:cubicBezTo>
                      <a:pt x="985" y="236"/>
                      <a:pt x="994" y="238"/>
                      <a:pt x="994" y="238"/>
                    </a:cubicBezTo>
                    <a:cubicBezTo>
                      <a:pt x="994" y="238"/>
                      <a:pt x="993" y="239"/>
                      <a:pt x="994" y="240"/>
                    </a:cubicBezTo>
                    <a:cubicBezTo>
                      <a:pt x="994" y="240"/>
                      <a:pt x="995" y="239"/>
                      <a:pt x="997" y="239"/>
                    </a:cubicBezTo>
                    <a:cubicBezTo>
                      <a:pt x="1000" y="239"/>
                      <a:pt x="1001" y="240"/>
                      <a:pt x="1002" y="241"/>
                    </a:cubicBezTo>
                    <a:cubicBezTo>
                      <a:pt x="1002" y="242"/>
                      <a:pt x="1006" y="242"/>
                      <a:pt x="1007" y="242"/>
                    </a:cubicBezTo>
                    <a:cubicBezTo>
                      <a:pt x="1008" y="242"/>
                      <a:pt x="1011" y="244"/>
                      <a:pt x="1011" y="244"/>
                    </a:cubicBezTo>
                    <a:cubicBezTo>
                      <a:pt x="1015" y="245"/>
                      <a:pt x="1017" y="245"/>
                      <a:pt x="1019" y="244"/>
                    </a:cubicBezTo>
                    <a:cubicBezTo>
                      <a:pt x="1019" y="244"/>
                      <a:pt x="1018" y="243"/>
                      <a:pt x="1019" y="243"/>
                    </a:cubicBezTo>
                    <a:cubicBezTo>
                      <a:pt x="1020" y="243"/>
                      <a:pt x="1023" y="242"/>
                      <a:pt x="1023" y="242"/>
                    </a:cubicBezTo>
                    <a:cubicBezTo>
                      <a:pt x="1023" y="242"/>
                      <a:pt x="1023" y="239"/>
                      <a:pt x="1023" y="238"/>
                    </a:cubicBezTo>
                    <a:cubicBezTo>
                      <a:pt x="1023" y="237"/>
                      <a:pt x="1023" y="234"/>
                      <a:pt x="1023" y="234"/>
                    </a:cubicBezTo>
                    <a:cubicBezTo>
                      <a:pt x="1026" y="233"/>
                      <a:pt x="1027" y="235"/>
                      <a:pt x="1027" y="235"/>
                    </a:cubicBezTo>
                    <a:cubicBezTo>
                      <a:pt x="1031" y="237"/>
                      <a:pt x="1031" y="237"/>
                      <a:pt x="1031" y="237"/>
                    </a:cubicBezTo>
                    <a:cubicBezTo>
                      <a:pt x="1033" y="237"/>
                      <a:pt x="1033" y="237"/>
                      <a:pt x="1033" y="237"/>
                    </a:cubicBezTo>
                    <a:cubicBezTo>
                      <a:pt x="1033" y="237"/>
                      <a:pt x="1038" y="236"/>
                      <a:pt x="1038" y="237"/>
                    </a:cubicBezTo>
                    <a:cubicBezTo>
                      <a:pt x="1038" y="237"/>
                      <a:pt x="1041" y="236"/>
                      <a:pt x="1042" y="236"/>
                    </a:cubicBezTo>
                    <a:cubicBezTo>
                      <a:pt x="1047" y="232"/>
                      <a:pt x="1047" y="232"/>
                      <a:pt x="1047" y="232"/>
                    </a:cubicBezTo>
                    <a:cubicBezTo>
                      <a:pt x="1051" y="231"/>
                      <a:pt x="1051" y="231"/>
                      <a:pt x="1051" y="231"/>
                    </a:cubicBezTo>
                    <a:cubicBezTo>
                      <a:pt x="1051" y="231"/>
                      <a:pt x="1051" y="228"/>
                      <a:pt x="1052" y="227"/>
                    </a:cubicBezTo>
                    <a:cubicBezTo>
                      <a:pt x="1053" y="227"/>
                      <a:pt x="1056" y="223"/>
                      <a:pt x="1056" y="223"/>
                    </a:cubicBezTo>
                    <a:cubicBezTo>
                      <a:pt x="1057" y="221"/>
                      <a:pt x="1057" y="221"/>
                      <a:pt x="1057" y="221"/>
                    </a:cubicBezTo>
                    <a:cubicBezTo>
                      <a:pt x="1061" y="217"/>
                      <a:pt x="1061" y="217"/>
                      <a:pt x="1061" y="217"/>
                    </a:cubicBezTo>
                    <a:cubicBezTo>
                      <a:pt x="1062" y="215"/>
                      <a:pt x="1062" y="215"/>
                      <a:pt x="1062" y="215"/>
                    </a:cubicBezTo>
                    <a:cubicBezTo>
                      <a:pt x="1061" y="209"/>
                      <a:pt x="1061" y="209"/>
                      <a:pt x="1061" y="209"/>
                    </a:cubicBezTo>
                    <a:cubicBezTo>
                      <a:pt x="1058" y="209"/>
                      <a:pt x="1058" y="209"/>
                      <a:pt x="1058" y="209"/>
                    </a:cubicBezTo>
                    <a:cubicBezTo>
                      <a:pt x="1058" y="209"/>
                      <a:pt x="1056" y="208"/>
                      <a:pt x="1054" y="208"/>
                    </a:cubicBezTo>
                    <a:cubicBezTo>
                      <a:pt x="1053" y="208"/>
                      <a:pt x="1053" y="207"/>
                      <a:pt x="1053" y="207"/>
                    </a:cubicBezTo>
                    <a:cubicBezTo>
                      <a:pt x="1056" y="208"/>
                      <a:pt x="1059" y="207"/>
                      <a:pt x="1061" y="206"/>
                    </a:cubicBezTo>
                    <a:cubicBezTo>
                      <a:pt x="1062" y="204"/>
                      <a:pt x="1062" y="204"/>
                      <a:pt x="1064" y="202"/>
                    </a:cubicBezTo>
                    <a:cubicBezTo>
                      <a:pt x="1066" y="201"/>
                      <a:pt x="1067" y="200"/>
                      <a:pt x="1068" y="199"/>
                    </a:cubicBezTo>
                    <a:cubicBezTo>
                      <a:pt x="1071" y="197"/>
                      <a:pt x="1071" y="197"/>
                      <a:pt x="1072" y="196"/>
                    </a:cubicBezTo>
                    <a:cubicBezTo>
                      <a:pt x="1075" y="193"/>
                      <a:pt x="1074" y="193"/>
                      <a:pt x="1075" y="191"/>
                    </a:cubicBezTo>
                    <a:cubicBezTo>
                      <a:pt x="1077" y="190"/>
                      <a:pt x="1077" y="190"/>
                      <a:pt x="1077" y="190"/>
                    </a:cubicBezTo>
                    <a:cubicBezTo>
                      <a:pt x="1077" y="190"/>
                      <a:pt x="1074" y="186"/>
                      <a:pt x="1073" y="186"/>
                    </a:cubicBezTo>
                    <a:cubicBezTo>
                      <a:pt x="1072" y="186"/>
                      <a:pt x="1069" y="184"/>
                      <a:pt x="1069" y="184"/>
                    </a:cubicBezTo>
                    <a:cubicBezTo>
                      <a:pt x="1069" y="184"/>
                      <a:pt x="1069" y="182"/>
                      <a:pt x="1070" y="181"/>
                    </a:cubicBezTo>
                    <a:cubicBezTo>
                      <a:pt x="1071" y="181"/>
                      <a:pt x="1073" y="181"/>
                      <a:pt x="1073" y="181"/>
                    </a:cubicBezTo>
                    <a:cubicBezTo>
                      <a:pt x="1076" y="182"/>
                      <a:pt x="1078" y="182"/>
                      <a:pt x="1078" y="182"/>
                    </a:cubicBezTo>
                    <a:cubicBezTo>
                      <a:pt x="1080" y="181"/>
                      <a:pt x="1080" y="181"/>
                      <a:pt x="1080" y="181"/>
                    </a:cubicBezTo>
                    <a:cubicBezTo>
                      <a:pt x="1084" y="183"/>
                      <a:pt x="1084" y="183"/>
                      <a:pt x="1084" y="183"/>
                    </a:cubicBezTo>
                    <a:cubicBezTo>
                      <a:pt x="1085" y="187"/>
                      <a:pt x="1086" y="186"/>
                      <a:pt x="1087" y="188"/>
                    </a:cubicBezTo>
                    <a:cubicBezTo>
                      <a:pt x="1087" y="188"/>
                      <a:pt x="1090" y="189"/>
                      <a:pt x="1091" y="189"/>
                    </a:cubicBezTo>
                    <a:cubicBezTo>
                      <a:pt x="1091" y="189"/>
                      <a:pt x="1092" y="189"/>
                      <a:pt x="1093" y="188"/>
                    </a:cubicBezTo>
                    <a:cubicBezTo>
                      <a:pt x="1096" y="186"/>
                      <a:pt x="1096" y="186"/>
                      <a:pt x="1096" y="186"/>
                    </a:cubicBezTo>
                    <a:cubicBezTo>
                      <a:pt x="1096" y="186"/>
                      <a:pt x="1097" y="187"/>
                      <a:pt x="1099" y="186"/>
                    </a:cubicBezTo>
                    <a:cubicBezTo>
                      <a:pt x="1101" y="186"/>
                      <a:pt x="1102" y="187"/>
                      <a:pt x="1103" y="188"/>
                    </a:cubicBezTo>
                    <a:cubicBezTo>
                      <a:pt x="1106" y="188"/>
                      <a:pt x="1106" y="187"/>
                      <a:pt x="1106" y="186"/>
                    </a:cubicBezTo>
                    <a:cubicBezTo>
                      <a:pt x="1107" y="185"/>
                      <a:pt x="1104" y="182"/>
                      <a:pt x="1104" y="182"/>
                    </a:cubicBezTo>
                    <a:cubicBezTo>
                      <a:pt x="1102" y="179"/>
                      <a:pt x="1102" y="179"/>
                      <a:pt x="1102" y="179"/>
                    </a:cubicBezTo>
                    <a:cubicBezTo>
                      <a:pt x="1098" y="176"/>
                      <a:pt x="1098" y="176"/>
                      <a:pt x="1098" y="176"/>
                    </a:cubicBezTo>
                    <a:cubicBezTo>
                      <a:pt x="1095" y="174"/>
                      <a:pt x="1097" y="173"/>
                      <a:pt x="1094" y="174"/>
                    </a:cubicBezTo>
                    <a:cubicBezTo>
                      <a:pt x="1091" y="174"/>
                      <a:pt x="1089" y="173"/>
                      <a:pt x="1092" y="173"/>
                    </a:cubicBezTo>
                    <a:cubicBezTo>
                      <a:pt x="1095" y="172"/>
                      <a:pt x="1092" y="173"/>
                      <a:pt x="1095" y="172"/>
                    </a:cubicBezTo>
                    <a:cubicBezTo>
                      <a:pt x="1096" y="172"/>
                      <a:pt x="1096" y="172"/>
                      <a:pt x="1096" y="171"/>
                    </a:cubicBezTo>
                    <a:cubicBezTo>
                      <a:pt x="1096" y="171"/>
                      <a:pt x="1096" y="172"/>
                      <a:pt x="1096" y="172"/>
                    </a:cubicBezTo>
                    <a:cubicBezTo>
                      <a:pt x="1098" y="175"/>
                      <a:pt x="1098" y="174"/>
                      <a:pt x="1099" y="175"/>
                    </a:cubicBezTo>
                    <a:cubicBezTo>
                      <a:pt x="1100" y="175"/>
                      <a:pt x="1101" y="176"/>
                      <a:pt x="1102" y="176"/>
                    </a:cubicBezTo>
                    <a:cubicBezTo>
                      <a:pt x="1102" y="176"/>
                      <a:pt x="1105" y="179"/>
                      <a:pt x="1105" y="180"/>
                    </a:cubicBezTo>
                    <a:cubicBezTo>
                      <a:pt x="1105" y="181"/>
                      <a:pt x="1107" y="180"/>
                      <a:pt x="1108" y="182"/>
                    </a:cubicBezTo>
                    <a:cubicBezTo>
                      <a:pt x="1110" y="185"/>
                      <a:pt x="1111" y="185"/>
                      <a:pt x="1111" y="185"/>
                    </a:cubicBezTo>
                    <a:cubicBezTo>
                      <a:pt x="1113" y="187"/>
                      <a:pt x="1116" y="189"/>
                      <a:pt x="1116" y="189"/>
                    </a:cubicBezTo>
                    <a:cubicBezTo>
                      <a:pt x="1114" y="184"/>
                      <a:pt x="1113" y="186"/>
                      <a:pt x="1114" y="184"/>
                    </a:cubicBezTo>
                    <a:cubicBezTo>
                      <a:pt x="1114" y="182"/>
                      <a:pt x="1113" y="183"/>
                      <a:pt x="1114" y="182"/>
                    </a:cubicBezTo>
                    <a:cubicBezTo>
                      <a:pt x="1116" y="181"/>
                      <a:pt x="1111" y="182"/>
                      <a:pt x="1116" y="181"/>
                    </a:cubicBezTo>
                    <a:cubicBezTo>
                      <a:pt x="1121" y="181"/>
                      <a:pt x="1124" y="179"/>
                      <a:pt x="1124" y="179"/>
                    </a:cubicBezTo>
                    <a:cubicBezTo>
                      <a:pt x="1124" y="177"/>
                      <a:pt x="1121" y="177"/>
                      <a:pt x="1124" y="177"/>
                    </a:cubicBezTo>
                    <a:cubicBezTo>
                      <a:pt x="1127" y="176"/>
                      <a:pt x="1128" y="175"/>
                      <a:pt x="1128" y="175"/>
                    </a:cubicBezTo>
                    <a:cubicBezTo>
                      <a:pt x="1129" y="172"/>
                      <a:pt x="1129" y="172"/>
                      <a:pt x="1129" y="172"/>
                    </a:cubicBezTo>
                    <a:cubicBezTo>
                      <a:pt x="1129" y="172"/>
                      <a:pt x="1131" y="171"/>
                      <a:pt x="1132" y="171"/>
                    </a:cubicBezTo>
                    <a:cubicBezTo>
                      <a:pt x="1134" y="171"/>
                      <a:pt x="1134" y="170"/>
                      <a:pt x="1135" y="168"/>
                    </a:cubicBezTo>
                    <a:cubicBezTo>
                      <a:pt x="1137" y="166"/>
                      <a:pt x="1137" y="165"/>
                      <a:pt x="1137" y="164"/>
                    </a:cubicBezTo>
                    <a:cubicBezTo>
                      <a:pt x="1139" y="161"/>
                      <a:pt x="1140" y="159"/>
                      <a:pt x="1139" y="159"/>
                    </a:cubicBezTo>
                    <a:cubicBezTo>
                      <a:pt x="1137" y="158"/>
                      <a:pt x="1134" y="156"/>
                      <a:pt x="1134" y="156"/>
                    </a:cubicBezTo>
                    <a:cubicBezTo>
                      <a:pt x="1134" y="156"/>
                      <a:pt x="1132" y="154"/>
                      <a:pt x="1130" y="153"/>
                    </a:cubicBezTo>
                    <a:cubicBezTo>
                      <a:pt x="1128" y="151"/>
                      <a:pt x="1126" y="152"/>
                      <a:pt x="1126" y="149"/>
                    </a:cubicBezTo>
                    <a:cubicBezTo>
                      <a:pt x="1126" y="146"/>
                      <a:pt x="1129" y="150"/>
                      <a:pt x="1126" y="146"/>
                    </a:cubicBezTo>
                    <a:cubicBezTo>
                      <a:pt x="1123" y="142"/>
                      <a:pt x="1124" y="143"/>
                      <a:pt x="1123" y="142"/>
                    </a:cubicBezTo>
                    <a:cubicBezTo>
                      <a:pt x="1121" y="140"/>
                      <a:pt x="1120" y="142"/>
                      <a:pt x="1121" y="140"/>
                    </a:cubicBezTo>
                    <a:cubicBezTo>
                      <a:pt x="1123" y="138"/>
                      <a:pt x="1120" y="138"/>
                      <a:pt x="1123" y="138"/>
                    </a:cubicBezTo>
                    <a:cubicBezTo>
                      <a:pt x="1125" y="139"/>
                      <a:pt x="1126" y="137"/>
                      <a:pt x="1127" y="138"/>
                    </a:cubicBezTo>
                    <a:cubicBezTo>
                      <a:pt x="1128" y="139"/>
                      <a:pt x="1129" y="140"/>
                      <a:pt x="1130" y="139"/>
                    </a:cubicBezTo>
                    <a:cubicBezTo>
                      <a:pt x="1131" y="138"/>
                      <a:pt x="1130" y="137"/>
                      <a:pt x="1131" y="137"/>
                    </a:cubicBezTo>
                    <a:cubicBezTo>
                      <a:pt x="1131" y="136"/>
                      <a:pt x="1132" y="135"/>
                      <a:pt x="1133" y="135"/>
                    </a:cubicBezTo>
                    <a:cubicBezTo>
                      <a:pt x="1136" y="136"/>
                      <a:pt x="1137" y="135"/>
                      <a:pt x="1138" y="134"/>
                    </a:cubicBezTo>
                    <a:cubicBezTo>
                      <a:pt x="1138" y="134"/>
                      <a:pt x="1139" y="130"/>
                      <a:pt x="1139" y="131"/>
                    </a:cubicBezTo>
                    <a:cubicBezTo>
                      <a:pt x="1138" y="131"/>
                      <a:pt x="1136" y="129"/>
                      <a:pt x="1135" y="129"/>
                    </a:cubicBezTo>
                    <a:cubicBezTo>
                      <a:pt x="1134" y="130"/>
                      <a:pt x="1132" y="131"/>
                      <a:pt x="1132" y="129"/>
                    </a:cubicBezTo>
                    <a:cubicBezTo>
                      <a:pt x="1132" y="127"/>
                      <a:pt x="1128" y="128"/>
                      <a:pt x="1132" y="126"/>
                    </a:cubicBezTo>
                    <a:cubicBezTo>
                      <a:pt x="1136" y="124"/>
                      <a:pt x="1136" y="126"/>
                      <a:pt x="1136" y="124"/>
                    </a:cubicBezTo>
                    <a:cubicBezTo>
                      <a:pt x="1135" y="120"/>
                      <a:pt x="1135" y="120"/>
                      <a:pt x="1135" y="120"/>
                    </a:cubicBezTo>
                    <a:cubicBezTo>
                      <a:pt x="1131" y="118"/>
                      <a:pt x="1128" y="119"/>
                      <a:pt x="1126" y="118"/>
                    </a:cubicBezTo>
                    <a:cubicBezTo>
                      <a:pt x="1123" y="117"/>
                      <a:pt x="1124" y="119"/>
                      <a:pt x="1122" y="117"/>
                    </a:cubicBezTo>
                    <a:cubicBezTo>
                      <a:pt x="1121" y="116"/>
                      <a:pt x="1122" y="114"/>
                      <a:pt x="1121" y="114"/>
                    </a:cubicBezTo>
                    <a:cubicBezTo>
                      <a:pt x="1120" y="114"/>
                      <a:pt x="1115" y="115"/>
                      <a:pt x="1116" y="114"/>
                    </a:cubicBezTo>
                    <a:cubicBezTo>
                      <a:pt x="1117" y="113"/>
                      <a:pt x="1117" y="112"/>
                      <a:pt x="1119" y="112"/>
                    </a:cubicBezTo>
                    <a:cubicBezTo>
                      <a:pt x="1119" y="112"/>
                      <a:pt x="1120" y="109"/>
                      <a:pt x="1118" y="109"/>
                    </a:cubicBezTo>
                    <a:cubicBezTo>
                      <a:pt x="1117" y="109"/>
                      <a:pt x="1113" y="110"/>
                      <a:pt x="1113" y="110"/>
                    </a:cubicBezTo>
                    <a:cubicBezTo>
                      <a:pt x="1113" y="110"/>
                      <a:pt x="1111" y="111"/>
                      <a:pt x="1110" y="110"/>
                    </a:cubicBezTo>
                    <a:cubicBezTo>
                      <a:pt x="1109" y="110"/>
                      <a:pt x="1108" y="108"/>
                      <a:pt x="1106" y="108"/>
                    </a:cubicBezTo>
                    <a:cubicBezTo>
                      <a:pt x="1103" y="108"/>
                      <a:pt x="1101" y="107"/>
                      <a:pt x="1100" y="107"/>
                    </a:cubicBezTo>
                    <a:cubicBezTo>
                      <a:pt x="1099" y="107"/>
                      <a:pt x="1095" y="108"/>
                      <a:pt x="1095" y="108"/>
                    </a:cubicBezTo>
                    <a:cubicBezTo>
                      <a:pt x="1095" y="108"/>
                      <a:pt x="1091" y="106"/>
                      <a:pt x="1090" y="106"/>
                    </a:cubicBezTo>
                    <a:cubicBezTo>
                      <a:pt x="1090" y="107"/>
                      <a:pt x="1084" y="108"/>
                      <a:pt x="1084" y="108"/>
                    </a:cubicBezTo>
                    <a:cubicBezTo>
                      <a:pt x="1084" y="108"/>
                      <a:pt x="1084" y="104"/>
                      <a:pt x="1081" y="107"/>
                    </a:cubicBezTo>
                    <a:cubicBezTo>
                      <a:pt x="1078" y="110"/>
                      <a:pt x="1081" y="109"/>
                      <a:pt x="1082" y="109"/>
                    </a:cubicBezTo>
                    <a:cubicBezTo>
                      <a:pt x="1083" y="115"/>
                      <a:pt x="1083" y="115"/>
                      <a:pt x="1083" y="115"/>
                    </a:cubicBezTo>
                    <a:cubicBezTo>
                      <a:pt x="1083" y="118"/>
                      <a:pt x="1080" y="117"/>
                      <a:pt x="1083" y="118"/>
                    </a:cubicBezTo>
                    <a:cubicBezTo>
                      <a:pt x="1087" y="120"/>
                      <a:pt x="1087" y="116"/>
                      <a:pt x="1089" y="121"/>
                    </a:cubicBezTo>
                    <a:cubicBezTo>
                      <a:pt x="1091" y="125"/>
                      <a:pt x="1087" y="123"/>
                      <a:pt x="1091" y="125"/>
                    </a:cubicBezTo>
                    <a:cubicBezTo>
                      <a:pt x="1094" y="127"/>
                      <a:pt x="1097" y="124"/>
                      <a:pt x="1094" y="127"/>
                    </a:cubicBezTo>
                    <a:cubicBezTo>
                      <a:pt x="1091" y="130"/>
                      <a:pt x="1088" y="131"/>
                      <a:pt x="1088" y="131"/>
                    </a:cubicBezTo>
                    <a:cubicBezTo>
                      <a:pt x="1088" y="131"/>
                      <a:pt x="1087" y="130"/>
                      <a:pt x="1085" y="131"/>
                    </a:cubicBezTo>
                    <a:cubicBezTo>
                      <a:pt x="1084" y="133"/>
                      <a:pt x="1082" y="128"/>
                      <a:pt x="1081" y="132"/>
                    </a:cubicBezTo>
                    <a:cubicBezTo>
                      <a:pt x="1081" y="136"/>
                      <a:pt x="1081" y="137"/>
                      <a:pt x="1081" y="138"/>
                    </a:cubicBezTo>
                    <a:cubicBezTo>
                      <a:pt x="1078" y="141"/>
                      <a:pt x="1078" y="140"/>
                      <a:pt x="1078" y="143"/>
                    </a:cubicBezTo>
                    <a:cubicBezTo>
                      <a:pt x="1078" y="147"/>
                      <a:pt x="1080" y="148"/>
                      <a:pt x="1078" y="148"/>
                    </a:cubicBezTo>
                    <a:cubicBezTo>
                      <a:pt x="1075" y="149"/>
                      <a:pt x="1075" y="149"/>
                      <a:pt x="1075" y="149"/>
                    </a:cubicBezTo>
                    <a:cubicBezTo>
                      <a:pt x="1073" y="151"/>
                      <a:pt x="1073" y="151"/>
                      <a:pt x="1073" y="151"/>
                    </a:cubicBezTo>
                    <a:cubicBezTo>
                      <a:pt x="1070" y="153"/>
                      <a:pt x="1070" y="153"/>
                      <a:pt x="1069" y="155"/>
                    </a:cubicBezTo>
                    <a:cubicBezTo>
                      <a:pt x="1068" y="157"/>
                      <a:pt x="1068" y="156"/>
                      <a:pt x="1069" y="158"/>
                    </a:cubicBezTo>
                    <a:cubicBezTo>
                      <a:pt x="1069" y="160"/>
                      <a:pt x="1069" y="162"/>
                      <a:pt x="1069" y="162"/>
                    </a:cubicBezTo>
                    <a:cubicBezTo>
                      <a:pt x="1064" y="163"/>
                      <a:pt x="1064" y="163"/>
                      <a:pt x="1064" y="163"/>
                    </a:cubicBezTo>
                    <a:cubicBezTo>
                      <a:pt x="1060" y="165"/>
                      <a:pt x="1060" y="164"/>
                      <a:pt x="1059" y="166"/>
                    </a:cubicBezTo>
                    <a:cubicBezTo>
                      <a:pt x="1058" y="170"/>
                      <a:pt x="1058" y="171"/>
                      <a:pt x="1058" y="170"/>
                    </a:cubicBezTo>
                    <a:cubicBezTo>
                      <a:pt x="1057" y="168"/>
                      <a:pt x="1057" y="164"/>
                      <a:pt x="1057" y="164"/>
                    </a:cubicBezTo>
                    <a:cubicBezTo>
                      <a:pt x="1055" y="161"/>
                      <a:pt x="1053" y="160"/>
                      <a:pt x="1053" y="160"/>
                    </a:cubicBezTo>
                    <a:cubicBezTo>
                      <a:pt x="1053" y="160"/>
                      <a:pt x="1048" y="156"/>
                      <a:pt x="1048" y="155"/>
                    </a:cubicBezTo>
                    <a:cubicBezTo>
                      <a:pt x="1047" y="151"/>
                      <a:pt x="1047" y="150"/>
                      <a:pt x="1047" y="148"/>
                    </a:cubicBezTo>
                    <a:cubicBezTo>
                      <a:pt x="1046" y="146"/>
                      <a:pt x="1044" y="146"/>
                      <a:pt x="1046" y="144"/>
                    </a:cubicBezTo>
                    <a:cubicBezTo>
                      <a:pt x="1048" y="143"/>
                      <a:pt x="1048" y="140"/>
                      <a:pt x="1050" y="142"/>
                    </a:cubicBezTo>
                    <a:cubicBezTo>
                      <a:pt x="1052" y="143"/>
                      <a:pt x="1051" y="146"/>
                      <a:pt x="1052" y="143"/>
                    </a:cubicBezTo>
                    <a:cubicBezTo>
                      <a:pt x="1052" y="143"/>
                      <a:pt x="1053" y="141"/>
                      <a:pt x="1053" y="140"/>
                    </a:cubicBezTo>
                    <a:cubicBezTo>
                      <a:pt x="1053" y="138"/>
                      <a:pt x="1051" y="135"/>
                      <a:pt x="1051" y="135"/>
                    </a:cubicBezTo>
                    <a:cubicBezTo>
                      <a:pt x="1051" y="132"/>
                      <a:pt x="1051" y="132"/>
                      <a:pt x="1051" y="132"/>
                    </a:cubicBezTo>
                    <a:cubicBezTo>
                      <a:pt x="1049" y="128"/>
                      <a:pt x="1049" y="128"/>
                      <a:pt x="1049" y="128"/>
                    </a:cubicBezTo>
                    <a:cubicBezTo>
                      <a:pt x="1047" y="125"/>
                      <a:pt x="1047" y="125"/>
                      <a:pt x="1047" y="125"/>
                    </a:cubicBezTo>
                    <a:cubicBezTo>
                      <a:pt x="1044" y="126"/>
                      <a:pt x="1044" y="126"/>
                      <a:pt x="1044" y="126"/>
                    </a:cubicBezTo>
                    <a:cubicBezTo>
                      <a:pt x="1040" y="123"/>
                      <a:pt x="1040" y="123"/>
                      <a:pt x="1040" y="123"/>
                    </a:cubicBezTo>
                    <a:cubicBezTo>
                      <a:pt x="1036" y="122"/>
                      <a:pt x="1036" y="122"/>
                      <a:pt x="1036" y="122"/>
                    </a:cubicBezTo>
                    <a:cubicBezTo>
                      <a:pt x="1036" y="122"/>
                      <a:pt x="1036" y="122"/>
                      <a:pt x="1035" y="121"/>
                    </a:cubicBezTo>
                    <a:cubicBezTo>
                      <a:pt x="1034" y="120"/>
                      <a:pt x="1032" y="119"/>
                      <a:pt x="1030" y="121"/>
                    </a:cubicBezTo>
                    <a:cubicBezTo>
                      <a:pt x="1028" y="122"/>
                      <a:pt x="1027" y="123"/>
                      <a:pt x="1027" y="124"/>
                    </a:cubicBezTo>
                    <a:cubicBezTo>
                      <a:pt x="1026" y="126"/>
                      <a:pt x="1024" y="127"/>
                      <a:pt x="1024" y="127"/>
                    </a:cubicBezTo>
                    <a:cubicBezTo>
                      <a:pt x="1025" y="131"/>
                      <a:pt x="1024" y="129"/>
                      <a:pt x="1023" y="130"/>
                    </a:cubicBezTo>
                    <a:cubicBezTo>
                      <a:pt x="1019" y="134"/>
                      <a:pt x="1019" y="135"/>
                      <a:pt x="1018" y="136"/>
                    </a:cubicBezTo>
                    <a:cubicBezTo>
                      <a:pt x="1018" y="138"/>
                      <a:pt x="1018" y="140"/>
                      <a:pt x="1018" y="140"/>
                    </a:cubicBezTo>
                    <a:cubicBezTo>
                      <a:pt x="1018" y="140"/>
                      <a:pt x="1017" y="136"/>
                      <a:pt x="1017" y="133"/>
                    </a:cubicBezTo>
                    <a:cubicBezTo>
                      <a:pt x="1017" y="131"/>
                      <a:pt x="1017" y="129"/>
                      <a:pt x="1018" y="128"/>
                    </a:cubicBezTo>
                    <a:cubicBezTo>
                      <a:pt x="1018" y="127"/>
                      <a:pt x="1023" y="127"/>
                      <a:pt x="1018" y="125"/>
                    </a:cubicBezTo>
                    <a:cubicBezTo>
                      <a:pt x="1014" y="123"/>
                      <a:pt x="1013" y="124"/>
                      <a:pt x="1013" y="122"/>
                    </a:cubicBezTo>
                    <a:cubicBezTo>
                      <a:pt x="1013" y="119"/>
                      <a:pt x="1015" y="119"/>
                      <a:pt x="1016" y="119"/>
                    </a:cubicBezTo>
                    <a:cubicBezTo>
                      <a:pt x="1018" y="120"/>
                      <a:pt x="1020" y="121"/>
                      <a:pt x="1019" y="119"/>
                    </a:cubicBezTo>
                    <a:cubicBezTo>
                      <a:pt x="1018" y="116"/>
                      <a:pt x="1019" y="115"/>
                      <a:pt x="1017" y="114"/>
                    </a:cubicBezTo>
                    <a:cubicBezTo>
                      <a:pt x="1014" y="114"/>
                      <a:pt x="1014" y="112"/>
                      <a:pt x="1013" y="112"/>
                    </a:cubicBezTo>
                    <a:cubicBezTo>
                      <a:pt x="1012" y="113"/>
                      <a:pt x="1010" y="110"/>
                      <a:pt x="1009" y="110"/>
                    </a:cubicBezTo>
                    <a:cubicBezTo>
                      <a:pt x="1008" y="110"/>
                      <a:pt x="1007" y="108"/>
                      <a:pt x="1006" y="108"/>
                    </a:cubicBezTo>
                    <a:cubicBezTo>
                      <a:pt x="1005" y="107"/>
                      <a:pt x="1004" y="106"/>
                      <a:pt x="1002" y="107"/>
                    </a:cubicBezTo>
                    <a:cubicBezTo>
                      <a:pt x="1001" y="109"/>
                      <a:pt x="1004" y="110"/>
                      <a:pt x="1002" y="111"/>
                    </a:cubicBezTo>
                    <a:cubicBezTo>
                      <a:pt x="998" y="112"/>
                      <a:pt x="995" y="110"/>
                      <a:pt x="994" y="110"/>
                    </a:cubicBezTo>
                    <a:cubicBezTo>
                      <a:pt x="990" y="110"/>
                      <a:pt x="988" y="108"/>
                      <a:pt x="990" y="107"/>
                    </a:cubicBezTo>
                    <a:cubicBezTo>
                      <a:pt x="991" y="106"/>
                      <a:pt x="982" y="111"/>
                      <a:pt x="991" y="106"/>
                    </a:cubicBezTo>
                    <a:cubicBezTo>
                      <a:pt x="1000" y="100"/>
                      <a:pt x="1000" y="99"/>
                      <a:pt x="1001" y="100"/>
                    </a:cubicBezTo>
                    <a:cubicBezTo>
                      <a:pt x="1002" y="101"/>
                      <a:pt x="1004" y="101"/>
                      <a:pt x="1004" y="100"/>
                    </a:cubicBezTo>
                    <a:cubicBezTo>
                      <a:pt x="1004" y="99"/>
                      <a:pt x="1005" y="96"/>
                      <a:pt x="1003" y="95"/>
                    </a:cubicBezTo>
                    <a:cubicBezTo>
                      <a:pt x="1002" y="95"/>
                      <a:pt x="1002" y="93"/>
                      <a:pt x="1000" y="92"/>
                    </a:cubicBezTo>
                    <a:cubicBezTo>
                      <a:pt x="997" y="91"/>
                      <a:pt x="1000" y="93"/>
                      <a:pt x="997" y="91"/>
                    </a:cubicBezTo>
                    <a:cubicBezTo>
                      <a:pt x="994" y="90"/>
                      <a:pt x="994" y="89"/>
                      <a:pt x="992" y="87"/>
                    </a:cubicBezTo>
                    <a:cubicBezTo>
                      <a:pt x="990" y="85"/>
                      <a:pt x="988" y="83"/>
                      <a:pt x="988" y="82"/>
                    </a:cubicBezTo>
                    <a:cubicBezTo>
                      <a:pt x="988" y="81"/>
                      <a:pt x="986" y="82"/>
                      <a:pt x="986" y="81"/>
                    </a:cubicBezTo>
                    <a:cubicBezTo>
                      <a:pt x="984" y="78"/>
                      <a:pt x="985" y="76"/>
                      <a:pt x="985" y="75"/>
                    </a:cubicBezTo>
                    <a:cubicBezTo>
                      <a:pt x="985" y="73"/>
                      <a:pt x="986" y="74"/>
                      <a:pt x="984" y="72"/>
                    </a:cubicBezTo>
                    <a:cubicBezTo>
                      <a:pt x="983" y="69"/>
                      <a:pt x="981" y="67"/>
                      <a:pt x="980" y="67"/>
                    </a:cubicBezTo>
                    <a:cubicBezTo>
                      <a:pt x="979" y="66"/>
                      <a:pt x="975" y="60"/>
                      <a:pt x="974" y="60"/>
                    </a:cubicBezTo>
                    <a:cubicBezTo>
                      <a:pt x="974" y="60"/>
                      <a:pt x="973" y="60"/>
                      <a:pt x="971" y="60"/>
                    </a:cubicBezTo>
                    <a:cubicBezTo>
                      <a:pt x="970" y="60"/>
                      <a:pt x="967" y="58"/>
                      <a:pt x="966" y="59"/>
                    </a:cubicBezTo>
                    <a:cubicBezTo>
                      <a:pt x="965" y="59"/>
                      <a:pt x="964" y="57"/>
                      <a:pt x="964" y="58"/>
                    </a:cubicBezTo>
                    <a:cubicBezTo>
                      <a:pt x="963" y="58"/>
                      <a:pt x="962" y="56"/>
                      <a:pt x="962" y="56"/>
                    </a:cubicBezTo>
                    <a:cubicBezTo>
                      <a:pt x="962" y="56"/>
                      <a:pt x="966" y="55"/>
                      <a:pt x="967" y="55"/>
                    </a:cubicBezTo>
                    <a:cubicBezTo>
                      <a:pt x="971" y="55"/>
                      <a:pt x="974" y="52"/>
                      <a:pt x="974" y="52"/>
                    </a:cubicBezTo>
                    <a:cubicBezTo>
                      <a:pt x="975" y="48"/>
                      <a:pt x="975" y="48"/>
                      <a:pt x="975" y="48"/>
                    </a:cubicBezTo>
                    <a:cubicBezTo>
                      <a:pt x="979" y="44"/>
                      <a:pt x="979" y="44"/>
                      <a:pt x="979" y="44"/>
                    </a:cubicBezTo>
                    <a:cubicBezTo>
                      <a:pt x="977" y="42"/>
                      <a:pt x="977" y="42"/>
                      <a:pt x="977" y="42"/>
                    </a:cubicBezTo>
                    <a:cubicBezTo>
                      <a:pt x="977" y="42"/>
                      <a:pt x="978" y="42"/>
                      <a:pt x="977" y="40"/>
                    </a:cubicBezTo>
                    <a:cubicBezTo>
                      <a:pt x="976" y="38"/>
                      <a:pt x="977" y="40"/>
                      <a:pt x="976" y="38"/>
                    </a:cubicBezTo>
                    <a:cubicBezTo>
                      <a:pt x="976" y="38"/>
                      <a:pt x="979" y="37"/>
                      <a:pt x="980" y="37"/>
                    </a:cubicBezTo>
                    <a:cubicBezTo>
                      <a:pt x="982" y="37"/>
                      <a:pt x="988" y="36"/>
                      <a:pt x="988" y="36"/>
                    </a:cubicBezTo>
                    <a:cubicBezTo>
                      <a:pt x="988" y="36"/>
                      <a:pt x="991" y="35"/>
                      <a:pt x="992" y="36"/>
                    </a:cubicBezTo>
                    <a:cubicBezTo>
                      <a:pt x="995" y="38"/>
                      <a:pt x="1003" y="34"/>
                      <a:pt x="1002" y="34"/>
                    </a:cubicBezTo>
                    <a:cubicBezTo>
                      <a:pt x="1002" y="34"/>
                      <a:pt x="1004" y="34"/>
                      <a:pt x="1005" y="29"/>
                    </a:cubicBezTo>
                    <a:cubicBezTo>
                      <a:pt x="1005" y="25"/>
                      <a:pt x="1005" y="23"/>
                      <a:pt x="1006" y="24"/>
                    </a:cubicBezTo>
                    <a:cubicBezTo>
                      <a:pt x="1007" y="24"/>
                      <a:pt x="1009" y="23"/>
                      <a:pt x="1009" y="23"/>
                    </a:cubicBezTo>
                    <a:cubicBezTo>
                      <a:pt x="1009" y="23"/>
                      <a:pt x="1010" y="21"/>
                      <a:pt x="1011" y="20"/>
                    </a:cubicBezTo>
                    <a:cubicBezTo>
                      <a:pt x="1012" y="19"/>
                      <a:pt x="1014" y="18"/>
                      <a:pt x="1014" y="17"/>
                    </a:cubicBezTo>
                    <a:cubicBezTo>
                      <a:pt x="1015" y="16"/>
                      <a:pt x="1018" y="11"/>
                      <a:pt x="1018" y="10"/>
                    </a:cubicBezTo>
                    <a:cubicBezTo>
                      <a:pt x="1018" y="9"/>
                      <a:pt x="1017" y="6"/>
                      <a:pt x="1017" y="6"/>
                    </a:cubicBezTo>
                    <a:cubicBezTo>
                      <a:pt x="1017" y="6"/>
                      <a:pt x="1015" y="5"/>
                      <a:pt x="1014" y="5"/>
                    </a:cubicBezTo>
                    <a:cubicBezTo>
                      <a:pt x="1013" y="5"/>
                      <a:pt x="1010" y="3"/>
                      <a:pt x="1009" y="3"/>
                    </a:cubicBezTo>
                    <a:cubicBezTo>
                      <a:pt x="1007" y="4"/>
                      <a:pt x="1003" y="4"/>
                      <a:pt x="1001" y="4"/>
                    </a:cubicBezTo>
                    <a:cubicBezTo>
                      <a:pt x="997" y="3"/>
                      <a:pt x="994" y="4"/>
                      <a:pt x="994" y="4"/>
                    </a:cubicBezTo>
                    <a:cubicBezTo>
                      <a:pt x="994" y="4"/>
                      <a:pt x="993" y="2"/>
                      <a:pt x="990" y="2"/>
                    </a:cubicBezTo>
                    <a:cubicBezTo>
                      <a:pt x="988" y="2"/>
                      <a:pt x="989" y="0"/>
                      <a:pt x="986" y="0"/>
                    </a:cubicBezTo>
                    <a:cubicBezTo>
                      <a:pt x="983" y="0"/>
                      <a:pt x="982" y="1"/>
                      <a:pt x="979" y="1"/>
                    </a:cubicBezTo>
                    <a:cubicBezTo>
                      <a:pt x="977" y="1"/>
                      <a:pt x="974" y="1"/>
                      <a:pt x="972" y="1"/>
                    </a:cubicBezTo>
                    <a:cubicBezTo>
                      <a:pt x="970" y="1"/>
                      <a:pt x="967" y="0"/>
                      <a:pt x="965" y="1"/>
                    </a:cubicBezTo>
                    <a:cubicBezTo>
                      <a:pt x="963" y="1"/>
                      <a:pt x="962" y="0"/>
                      <a:pt x="959" y="2"/>
                    </a:cubicBezTo>
                    <a:cubicBezTo>
                      <a:pt x="956" y="3"/>
                      <a:pt x="957" y="3"/>
                      <a:pt x="955" y="4"/>
                    </a:cubicBezTo>
                    <a:cubicBezTo>
                      <a:pt x="954" y="6"/>
                      <a:pt x="953" y="3"/>
                      <a:pt x="954" y="6"/>
                    </a:cubicBezTo>
                    <a:cubicBezTo>
                      <a:pt x="955" y="9"/>
                      <a:pt x="955" y="12"/>
                      <a:pt x="955" y="12"/>
                    </a:cubicBezTo>
                    <a:cubicBezTo>
                      <a:pt x="955" y="12"/>
                      <a:pt x="954" y="9"/>
                      <a:pt x="952" y="10"/>
                    </a:cubicBezTo>
                    <a:cubicBezTo>
                      <a:pt x="951" y="11"/>
                      <a:pt x="950" y="9"/>
                      <a:pt x="949" y="11"/>
                    </a:cubicBezTo>
                    <a:cubicBezTo>
                      <a:pt x="949" y="12"/>
                      <a:pt x="949" y="12"/>
                      <a:pt x="949" y="15"/>
                    </a:cubicBezTo>
                    <a:cubicBezTo>
                      <a:pt x="948" y="18"/>
                      <a:pt x="948" y="16"/>
                      <a:pt x="948" y="18"/>
                    </a:cubicBezTo>
                    <a:cubicBezTo>
                      <a:pt x="948" y="20"/>
                      <a:pt x="949" y="22"/>
                      <a:pt x="948" y="25"/>
                    </a:cubicBezTo>
                    <a:cubicBezTo>
                      <a:pt x="947" y="28"/>
                      <a:pt x="947" y="29"/>
                      <a:pt x="947" y="30"/>
                    </a:cubicBezTo>
                    <a:cubicBezTo>
                      <a:pt x="947" y="31"/>
                      <a:pt x="946" y="33"/>
                      <a:pt x="947" y="34"/>
                    </a:cubicBezTo>
                    <a:cubicBezTo>
                      <a:pt x="948" y="35"/>
                      <a:pt x="947" y="34"/>
                      <a:pt x="949" y="37"/>
                    </a:cubicBezTo>
                    <a:cubicBezTo>
                      <a:pt x="952" y="39"/>
                      <a:pt x="951" y="40"/>
                      <a:pt x="952" y="42"/>
                    </a:cubicBezTo>
                    <a:cubicBezTo>
                      <a:pt x="953" y="43"/>
                      <a:pt x="953" y="44"/>
                      <a:pt x="953" y="46"/>
                    </a:cubicBezTo>
                    <a:cubicBezTo>
                      <a:pt x="954" y="47"/>
                      <a:pt x="952" y="49"/>
                      <a:pt x="952" y="52"/>
                    </a:cubicBezTo>
                    <a:cubicBezTo>
                      <a:pt x="952" y="54"/>
                      <a:pt x="953" y="55"/>
                      <a:pt x="953" y="55"/>
                    </a:cubicBezTo>
                    <a:cubicBezTo>
                      <a:pt x="953" y="59"/>
                      <a:pt x="954" y="56"/>
                      <a:pt x="953" y="59"/>
                    </a:cubicBezTo>
                    <a:cubicBezTo>
                      <a:pt x="951" y="61"/>
                      <a:pt x="949" y="60"/>
                      <a:pt x="948" y="61"/>
                    </a:cubicBezTo>
                    <a:cubicBezTo>
                      <a:pt x="946" y="65"/>
                      <a:pt x="947" y="63"/>
                      <a:pt x="948" y="65"/>
                    </a:cubicBezTo>
                    <a:cubicBezTo>
                      <a:pt x="950" y="66"/>
                      <a:pt x="951" y="68"/>
                      <a:pt x="950" y="68"/>
                    </a:cubicBezTo>
                    <a:cubicBezTo>
                      <a:pt x="947" y="69"/>
                      <a:pt x="943" y="68"/>
                      <a:pt x="943" y="68"/>
                    </a:cubicBezTo>
                    <a:cubicBezTo>
                      <a:pt x="943" y="68"/>
                      <a:pt x="942" y="68"/>
                      <a:pt x="941" y="70"/>
                    </a:cubicBezTo>
                    <a:cubicBezTo>
                      <a:pt x="939" y="71"/>
                      <a:pt x="938" y="73"/>
                      <a:pt x="937" y="75"/>
                    </a:cubicBezTo>
                    <a:cubicBezTo>
                      <a:pt x="936" y="77"/>
                      <a:pt x="936" y="76"/>
                      <a:pt x="936" y="78"/>
                    </a:cubicBezTo>
                    <a:cubicBezTo>
                      <a:pt x="936" y="80"/>
                      <a:pt x="935" y="83"/>
                      <a:pt x="936" y="85"/>
                    </a:cubicBezTo>
                    <a:cubicBezTo>
                      <a:pt x="937" y="86"/>
                      <a:pt x="936" y="86"/>
                      <a:pt x="939" y="87"/>
                    </a:cubicBezTo>
                    <a:cubicBezTo>
                      <a:pt x="941" y="88"/>
                      <a:pt x="941" y="88"/>
                      <a:pt x="943" y="89"/>
                    </a:cubicBezTo>
                    <a:cubicBezTo>
                      <a:pt x="944" y="89"/>
                      <a:pt x="940" y="92"/>
                      <a:pt x="939" y="93"/>
                    </a:cubicBezTo>
                    <a:cubicBezTo>
                      <a:pt x="939" y="95"/>
                      <a:pt x="938" y="97"/>
                      <a:pt x="938" y="98"/>
                    </a:cubicBezTo>
                    <a:cubicBezTo>
                      <a:pt x="939" y="102"/>
                      <a:pt x="941" y="104"/>
                      <a:pt x="941" y="105"/>
                    </a:cubicBezTo>
                    <a:cubicBezTo>
                      <a:pt x="942" y="106"/>
                      <a:pt x="944" y="107"/>
                      <a:pt x="945" y="108"/>
                    </a:cubicBezTo>
                    <a:cubicBezTo>
                      <a:pt x="945" y="109"/>
                      <a:pt x="948" y="108"/>
                      <a:pt x="948" y="108"/>
                    </a:cubicBezTo>
                    <a:cubicBezTo>
                      <a:pt x="951" y="109"/>
                      <a:pt x="951" y="109"/>
                      <a:pt x="951" y="109"/>
                    </a:cubicBezTo>
                    <a:cubicBezTo>
                      <a:pt x="956" y="110"/>
                      <a:pt x="956" y="110"/>
                      <a:pt x="956" y="110"/>
                    </a:cubicBezTo>
                    <a:cubicBezTo>
                      <a:pt x="958" y="113"/>
                      <a:pt x="963" y="114"/>
                      <a:pt x="963" y="114"/>
                    </a:cubicBezTo>
                    <a:cubicBezTo>
                      <a:pt x="967" y="114"/>
                      <a:pt x="967" y="114"/>
                      <a:pt x="967" y="114"/>
                    </a:cubicBezTo>
                    <a:cubicBezTo>
                      <a:pt x="967" y="114"/>
                      <a:pt x="968" y="116"/>
                      <a:pt x="969" y="116"/>
                    </a:cubicBezTo>
                    <a:cubicBezTo>
                      <a:pt x="969" y="116"/>
                      <a:pt x="968" y="116"/>
                      <a:pt x="968" y="117"/>
                    </a:cubicBezTo>
                    <a:cubicBezTo>
                      <a:pt x="966" y="121"/>
                      <a:pt x="966" y="118"/>
                      <a:pt x="966" y="121"/>
                    </a:cubicBezTo>
                    <a:cubicBezTo>
                      <a:pt x="967" y="123"/>
                      <a:pt x="969" y="123"/>
                      <a:pt x="969" y="124"/>
                    </a:cubicBezTo>
                    <a:cubicBezTo>
                      <a:pt x="969" y="125"/>
                      <a:pt x="966" y="127"/>
                      <a:pt x="966" y="127"/>
                    </a:cubicBezTo>
                    <a:cubicBezTo>
                      <a:pt x="966" y="127"/>
                      <a:pt x="962" y="130"/>
                      <a:pt x="963" y="130"/>
                    </a:cubicBezTo>
                    <a:cubicBezTo>
                      <a:pt x="967" y="131"/>
                      <a:pt x="969" y="131"/>
                      <a:pt x="970" y="130"/>
                    </a:cubicBezTo>
                    <a:cubicBezTo>
                      <a:pt x="971" y="129"/>
                      <a:pt x="971" y="129"/>
                      <a:pt x="972" y="127"/>
                    </a:cubicBezTo>
                    <a:cubicBezTo>
                      <a:pt x="973" y="126"/>
                      <a:pt x="974" y="124"/>
                      <a:pt x="974" y="124"/>
                    </a:cubicBezTo>
                    <a:cubicBezTo>
                      <a:pt x="974" y="124"/>
                      <a:pt x="976" y="127"/>
                      <a:pt x="975" y="128"/>
                    </a:cubicBezTo>
                    <a:cubicBezTo>
                      <a:pt x="975" y="129"/>
                      <a:pt x="975" y="131"/>
                      <a:pt x="975" y="132"/>
                    </a:cubicBezTo>
                    <a:cubicBezTo>
                      <a:pt x="974" y="135"/>
                      <a:pt x="976" y="134"/>
                      <a:pt x="974" y="136"/>
                    </a:cubicBezTo>
                    <a:cubicBezTo>
                      <a:pt x="972" y="138"/>
                      <a:pt x="968" y="142"/>
                      <a:pt x="968" y="142"/>
                    </a:cubicBezTo>
                    <a:cubicBezTo>
                      <a:pt x="968" y="142"/>
                      <a:pt x="966" y="141"/>
                      <a:pt x="965" y="143"/>
                    </a:cubicBezTo>
                    <a:cubicBezTo>
                      <a:pt x="964" y="145"/>
                      <a:pt x="963" y="145"/>
                      <a:pt x="961" y="145"/>
                    </a:cubicBezTo>
                    <a:cubicBezTo>
                      <a:pt x="958" y="146"/>
                      <a:pt x="960" y="144"/>
                      <a:pt x="957" y="146"/>
                    </a:cubicBezTo>
                    <a:cubicBezTo>
                      <a:pt x="954" y="147"/>
                      <a:pt x="956" y="145"/>
                      <a:pt x="953" y="147"/>
                    </a:cubicBezTo>
                    <a:cubicBezTo>
                      <a:pt x="950" y="149"/>
                      <a:pt x="951" y="144"/>
                      <a:pt x="950" y="149"/>
                    </a:cubicBezTo>
                    <a:cubicBezTo>
                      <a:pt x="949" y="154"/>
                      <a:pt x="946" y="153"/>
                      <a:pt x="948" y="155"/>
                    </a:cubicBezTo>
                    <a:cubicBezTo>
                      <a:pt x="949" y="156"/>
                      <a:pt x="951" y="155"/>
                      <a:pt x="951" y="158"/>
                    </a:cubicBezTo>
                    <a:cubicBezTo>
                      <a:pt x="952" y="161"/>
                      <a:pt x="952" y="161"/>
                      <a:pt x="953" y="163"/>
                    </a:cubicBezTo>
                    <a:cubicBezTo>
                      <a:pt x="953" y="166"/>
                      <a:pt x="954" y="165"/>
                      <a:pt x="953" y="168"/>
                    </a:cubicBezTo>
                    <a:cubicBezTo>
                      <a:pt x="952" y="170"/>
                      <a:pt x="951" y="171"/>
                      <a:pt x="951" y="172"/>
                    </a:cubicBezTo>
                    <a:cubicBezTo>
                      <a:pt x="951" y="171"/>
                      <a:pt x="951" y="171"/>
                      <a:pt x="951" y="170"/>
                    </a:cubicBezTo>
                    <a:cubicBezTo>
                      <a:pt x="950" y="165"/>
                      <a:pt x="950" y="163"/>
                      <a:pt x="949" y="163"/>
                    </a:cubicBezTo>
                    <a:cubicBezTo>
                      <a:pt x="948" y="163"/>
                      <a:pt x="946" y="163"/>
                      <a:pt x="945" y="163"/>
                    </a:cubicBezTo>
                    <a:cubicBezTo>
                      <a:pt x="942" y="162"/>
                      <a:pt x="941" y="161"/>
                      <a:pt x="940" y="160"/>
                    </a:cubicBezTo>
                    <a:cubicBezTo>
                      <a:pt x="940" y="158"/>
                      <a:pt x="938" y="157"/>
                      <a:pt x="940" y="156"/>
                    </a:cubicBezTo>
                    <a:cubicBezTo>
                      <a:pt x="943" y="155"/>
                      <a:pt x="944" y="154"/>
                      <a:pt x="944" y="153"/>
                    </a:cubicBezTo>
                    <a:cubicBezTo>
                      <a:pt x="944" y="152"/>
                      <a:pt x="944" y="150"/>
                      <a:pt x="944" y="149"/>
                    </a:cubicBezTo>
                    <a:cubicBezTo>
                      <a:pt x="944" y="148"/>
                      <a:pt x="945" y="146"/>
                      <a:pt x="945" y="146"/>
                    </a:cubicBezTo>
                    <a:cubicBezTo>
                      <a:pt x="943" y="144"/>
                      <a:pt x="944" y="142"/>
                      <a:pt x="943" y="142"/>
                    </a:cubicBezTo>
                    <a:cubicBezTo>
                      <a:pt x="939" y="144"/>
                      <a:pt x="939" y="142"/>
                      <a:pt x="939" y="144"/>
                    </a:cubicBezTo>
                    <a:cubicBezTo>
                      <a:pt x="937" y="142"/>
                      <a:pt x="937" y="142"/>
                      <a:pt x="937" y="142"/>
                    </a:cubicBezTo>
                    <a:cubicBezTo>
                      <a:pt x="934" y="143"/>
                      <a:pt x="936" y="142"/>
                      <a:pt x="934" y="143"/>
                    </a:cubicBezTo>
                    <a:cubicBezTo>
                      <a:pt x="930" y="142"/>
                      <a:pt x="930" y="142"/>
                      <a:pt x="930" y="140"/>
                    </a:cubicBezTo>
                    <a:cubicBezTo>
                      <a:pt x="929" y="139"/>
                      <a:pt x="930" y="137"/>
                      <a:pt x="928" y="137"/>
                    </a:cubicBezTo>
                    <a:cubicBezTo>
                      <a:pt x="925" y="136"/>
                      <a:pt x="929" y="136"/>
                      <a:pt x="925" y="136"/>
                    </a:cubicBezTo>
                    <a:cubicBezTo>
                      <a:pt x="922" y="137"/>
                      <a:pt x="921" y="135"/>
                      <a:pt x="920" y="137"/>
                    </a:cubicBezTo>
                    <a:cubicBezTo>
                      <a:pt x="919" y="139"/>
                      <a:pt x="922" y="138"/>
                      <a:pt x="919" y="139"/>
                    </a:cubicBezTo>
                    <a:cubicBezTo>
                      <a:pt x="916" y="140"/>
                      <a:pt x="915" y="141"/>
                      <a:pt x="915" y="141"/>
                    </a:cubicBezTo>
                    <a:cubicBezTo>
                      <a:pt x="914" y="140"/>
                      <a:pt x="913" y="139"/>
                      <a:pt x="912" y="140"/>
                    </a:cubicBezTo>
                    <a:cubicBezTo>
                      <a:pt x="908" y="141"/>
                      <a:pt x="907" y="139"/>
                      <a:pt x="908" y="141"/>
                    </a:cubicBezTo>
                    <a:cubicBezTo>
                      <a:pt x="910" y="143"/>
                      <a:pt x="911" y="142"/>
                      <a:pt x="911" y="144"/>
                    </a:cubicBezTo>
                    <a:cubicBezTo>
                      <a:pt x="911" y="145"/>
                      <a:pt x="911" y="146"/>
                      <a:pt x="911" y="147"/>
                    </a:cubicBezTo>
                    <a:cubicBezTo>
                      <a:pt x="911" y="147"/>
                      <a:pt x="910" y="147"/>
                      <a:pt x="909" y="148"/>
                    </a:cubicBezTo>
                    <a:cubicBezTo>
                      <a:pt x="909" y="148"/>
                      <a:pt x="908" y="149"/>
                      <a:pt x="909" y="152"/>
                    </a:cubicBezTo>
                    <a:cubicBezTo>
                      <a:pt x="909" y="155"/>
                      <a:pt x="907" y="155"/>
                      <a:pt x="906" y="155"/>
                    </a:cubicBezTo>
                    <a:cubicBezTo>
                      <a:pt x="905" y="155"/>
                      <a:pt x="903" y="153"/>
                      <a:pt x="903" y="153"/>
                    </a:cubicBezTo>
                    <a:cubicBezTo>
                      <a:pt x="903" y="153"/>
                      <a:pt x="906" y="149"/>
                      <a:pt x="901" y="151"/>
                    </a:cubicBezTo>
                    <a:cubicBezTo>
                      <a:pt x="896" y="153"/>
                      <a:pt x="897" y="152"/>
                      <a:pt x="897" y="152"/>
                    </a:cubicBezTo>
                    <a:cubicBezTo>
                      <a:pt x="897" y="152"/>
                      <a:pt x="894" y="152"/>
                      <a:pt x="892" y="152"/>
                    </a:cubicBezTo>
                    <a:cubicBezTo>
                      <a:pt x="890" y="152"/>
                      <a:pt x="887" y="152"/>
                      <a:pt x="886" y="152"/>
                    </a:cubicBezTo>
                    <a:cubicBezTo>
                      <a:pt x="882" y="153"/>
                      <a:pt x="880" y="154"/>
                      <a:pt x="880" y="154"/>
                    </a:cubicBezTo>
                    <a:cubicBezTo>
                      <a:pt x="880" y="154"/>
                      <a:pt x="877" y="154"/>
                      <a:pt x="876" y="154"/>
                    </a:cubicBezTo>
                    <a:cubicBezTo>
                      <a:pt x="872" y="155"/>
                      <a:pt x="871" y="155"/>
                      <a:pt x="870" y="155"/>
                    </a:cubicBezTo>
                    <a:cubicBezTo>
                      <a:pt x="869" y="156"/>
                      <a:pt x="867" y="157"/>
                      <a:pt x="867" y="156"/>
                    </a:cubicBezTo>
                    <a:cubicBezTo>
                      <a:pt x="866" y="155"/>
                      <a:pt x="867" y="153"/>
                      <a:pt x="866" y="153"/>
                    </a:cubicBezTo>
                    <a:cubicBezTo>
                      <a:pt x="863" y="153"/>
                      <a:pt x="861" y="153"/>
                      <a:pt x="860" y="153"/>
                    </a:cubicBezTo>
                    <a:cubicBezTo>
                      <a:pt x="859" y="153"/>
                      <a:pt x="863" y="154"/>
                      <a:pt x="859" y="153"/>
                    </a:cubicBezTo>
                    <a:cubicBezTo>
                      <a:pt x="855" y="152"/>
                      <a:pt x="855" y="152"/>
                      <a:pt x="854" y="150"/>
                    </a:cubicBezTo>
                    <a:cubicBezTo>
                      <a:pt x="851" y="147"/>
                      <a:pt x="853" y="146"/>
                      <a:pt x="850" y="147"/>
                    </a:cubicBezTo>
                    <a:cubicBezTo>
                      <a:pt x="847" y="147"/>
                      <a:pt x="848" y="145"/>
                      <a:pt x="846" y="146"/>
                    </a:cubicBezTo>
                    <a:cubicBezTo>
                      <a:pt x="844" y="148"/>
                      <a:pt x="843" y="146"/>
                      <a:pt x="841" y="147"/>
                    </a:cubicBezTo>
                    <a:cubicBezTo>
                      <a:pt x="839" y="148"/>
                      <a:pt x="838" y="149"/>
                      <a:pt x="837" y="148"/>
                    </a:cubicBezTo>
                    <a:cubicBezTo>
                      <a:pt x="834" y="145"/>
                      <a:pt x="834" y="145"/>
                      <a:pt x="834" y="145"/>
                    </a:cubicBezTo>
                    <a:cubicBezTo>
                      <a:pt x="831" y="144"/>
                      <a:pt x="831" y="143"/>
                      <a:pt x="830" y="142"/>
                    </a:cubicBezTo>
                    <a:cubicBezTo>
                      <a:pt x="830" y="142"/>
                      <a:pt x="831" y="142"/>
                      <a:pt x="828" y="141"/>
                    </a:cubicBezTo>
                    <a:cubicBezTo>
                      <a:pt x="824" y="140"/>
                      <a:pt x="823" y="141"/>
                      <a:pt x="822" y="139"/>
                    </a:cubicBezTo>
                    <a:cubicBezTo>
                      <a:pt x="821" y="136"/>
                      <a:pt x="821" y="138"/>
                      <a:pt x="821" y="136"/>
                    </a:cubicBezTo>
                    <a:cubicBezTo>
                      <a:pt x="821" y="134"/>
                      <a:pt x="822" y="136"/>
                      <a:pt x="821" y="134"/>
                    </a:cubicBezTo>
                    <a:cubicBezTo>
                      <a:pt x="819" y="132"/>
                      <a:pt x="820" y="132"/>
                      <a:pt x="818" y="130"/>
                    </a:cubicBezTo>
                    <a:cubicBezTo>
                      <a:pt x="817" y="128"/>
                      <a:pt x="818" y="127"/>
                      <a:pt x="816" y="127"/>
                    </a:cubicBezTo>
                    <a:cubicBezTo>
                      <a:pt x="814" y="127"/>
                      <a:pt x="814" y="126"/>
                      <a:pt x="812" y="126"/>
                    </a:cubicBezTo>
                    <a:cubicBezTo>
                      <a:pt x="810" y="127"/>
                      <a:pt x="814" y="125"/>
                      <a:pt x="810" y="127"/>
                    </a:cubicBezTo>
                    <a:cubicBezTo>
                      <a:pt x="807" y="128"/>
                      <a:pt x="807" y="128"/>
                      <a:pt x="805" y="129"/>
                    </a:cubicBezTo>
                    <a:cubicBezTo>
                      <a:pt x="802" y="130"/>
                      <a:pt x="805" y="129"/>
                      <a:pt x="802" y="130"/>
                    </a:cubicBezTo>
                    <a:cubicBezTo>
                      <a:pt x="799" y="131"/>
                      <a:pt x="796" y="131"/>
                      <a:pt x="795" y="132"/>
                    </a:cubicBezTo>
                    <a:cubicBezTo>
                      <a:pt x="794" y="133"/>
                      <a:pt x="790" y="133"/>
                      <a:pt x="788" y="133"/>
                    </a:cubicBezTo>
                    <a:cubicBezTo>
                      <a:pt x="786" y="134"/>
                      <a:pt x="784" y="134"/>
                      <a:pt x="783" y="135"/>
                    </a:cubicBezTo>
                    <a:cubicBezTo>
                      <a:pt x="782" y="135"/>
                      <a:pt x="782" y="134"/>
                      <a:pt x="780" y="136"/>
                    </a:cubicBezTo>
                    <a:cubicBezTo>
                      <a:pt x="778" y="137"/>
                      <a:pt x="777" y="139"/>
                      <a:pt x="776" y="140"/>
                    </a:cubicBezTo>
                    <a:cubicBezTo>
                      <a:pt x="776" y="140"/>
                      <a:pt x="775" y="142"/>
                      <a:pt x="775" y="142"/>
                    </a:cubicBezTo>
                    <a:cubicBezTo>
                      <a:pt x="775" y="142"/>
                      <a:pt x="778" y="145"/>
                      <a:pt x="779" y="146"/>
                    </a:cubicBezTo>
                    <a:cubicBezTo>
                      <a:pt x="781" y="146"/>
                      <a:pt x="780" y="146"/>
                      <a:pt x="783" y="145"/>
                    </a:cubicBezTo>
                    <a:cubicBezTo>
                      <a:pt x="786" y="145"/>
                      <a:pt x="787" y="146"/>
                      <a:pt x="787" y="146"/>
                    </a:cubicBezTo>
                    <a:cubicBezTo>
                      <a:pt x="787" y="146"/>
                      <a:pt x="789" y="144"/>
                      <a:pt x="790" y="144"/>
                    </a:cubicBezTo>
                    <a:cubicBezTo>
                      <a:pt x="791" y="144"/>
                      <a:pt x="791" y="144"/>
                      <a:pt x="791" y="144"/>
                    </a:cubicBezTo>
                    <a:cubicBezTo>
                      <a:pt x="791" y="144"/>
                      <a:pt x="790" y="142"/>
                      <a:pt x="792" y="142"/>
                    </a:cubicBezTo>
                    <a:cubicBezTo>
                      <a:pt x="794" y="142"/>
                      <a:pt x="797" y="141"/>
                      <a:pt x="797" y="141"/>
                    </a:cubicBezTo>
                    <a:cubicBezTo>
                      <a:pt x="797" y="141"/>
                      <a:pt x="798" y="142"/>
                      <a:pt x="800" y="142"/>
                    </a:cubicBezTo>
                    <a:cubicBezTo>
                      <a:pt x="801" y="141"/>
                      <a:pt x="802" y="140"/>
                      <a:pt x="803" y="140"/>
                    </a:cubicBezTo>
                    <a:cubicBezTo>
                      <a:pt x="803" y="140"/>
                      <a:pt x="807" y="138"/>
                      <a:pt x="808" y="138"/>
                    </a:cubicBezTo>
                    <a:cubicBezTo>
                      <a:pt x="809" y="138"/>
                      <a:pt x="810" y="138"/>
                      <a:pt x="811" y="137"/>
                    </a:cubicBezTo>
                    <a:cubicBezTo>
                      <a:pt x="811" y="137"/>
                      <a:pt x="813" y="135"/>
                      <a:pt x="814" y="135"/>
                    </a:cubicBezTo>
                    <a:cubicBezTo>
                      <a:pt x="814" y="135"/>
                      <a:pt x="816" y="136"/>
                      <a:pt x="815" y="138"/>
                    </a:cubicBezTo>
                    <a:cubicBezTo>
                      <a:pt x="814" y="140"/>
                      <a:pt x="813" y="140"/>
                      <a:pt x="812" y="140"/>
                    </a:cubicBezTo>
                    <a:cubicBezTo>
                      <a:pt x="811" y="141"/>
                      <a:pt x="808" y="141"/>
                      <a:pt x="808" y="141"/>
                    </a:cubicBezTo>
                    <a:cubicBezTo>
                      <a:pt x="804" y="144"/>
                      <a:pt x="802" y="145"/>
                      <a:pt x="802" y="145"/>
                    </a:cubicBezTo>
                    <a:cubicBezTo>
                      <a:pt x="802" y="145"/>
                      <a:pt x="800" y="144"/>
                      <a:pt x="799" y="145"/>
                    </a:cubicBezTo>
                    <a:cubicBezTo>
                      <a:pt x="798" y="146"/>
                      <a:pt x="798" y="145"/>
                      <a:pt x="796" y="146"/>
                    </a:cubicBezTo>
                    <a:cubicBezTo>
                      <a:pt x="792" y="149"/>
                      <a:pt x="792" y="148"/>
                      <a:pt x="791" y="149"/>
                    </a:cubicBezTo>
                    <a:cubicBezTo>
                      <a:pt x="791" y="149"/>
                      <a:pt x="788" y="149"/>
                      <a:pt x="788" y="152"/>
                    </a:cubicBezTo>
                    <a:cubicBezTo>
                      <a:pt x="787" y="155"/>
                      <a:pt x="785" y="153"/>
                      <a:pt x="787" y="155"/>
                    </a:cubicBezTo>
                    <a:cubicBezTo>
                      <a:pt x="789" y="156"/>
                      <a:pt x="789" y="157"/>
                      <a:pt x="790" y="158"/>
                    </a:cubicBezTo>
                    <a:cubicBezTo>
                      <a:pt x="791" y="160"/>
                      <a:pt x="792" y="162"/>
                      <a:pt x="792" y="162"/>
                    </a:cubicBezTo>
                    <a:cubicBezTo>
                      <a:pt x="794" y="165"/>
                      <a:pt x="795" y="165"/>
                      <a:pt x="796" y="166"/>
                    </a:cubicBezTo>
                    <a:cubicBezTo>
                      <a:pt x="796" y="167"/>
                      <a:pt x="796" y="167"/>
                      <a:pt x="797" y="169"/>
                    </a:cubicBezTo>
                    <a:cubicBezTo>
                      <a:pt x="797" y="172"/>
                      <a:pt x="798" y="173"/>
                      <a:pt x="798" y="173"/>
                    </a:cubicBezTo>
                    <a:cubicBezTo>
                      <a:pt x="798" y="173"/>
                      <a:pt x="796" y="170"/>
                      <a:pt x="794" y="171"/>
                    </a:cubicBezTo>
                    <a:cubicBezTo>
                      <a:pt x="792" y="172"/>
                      <a:pt x="790" y="170"/>
                      <a:pt x="791" y="171"/>
                    </a:cubicBezTo>
                    <a:cubicBezTo>
                      <a:pt x="792" y="174"/>
                      <a:pt x="793" y="177"/>
                      <a:pt x="793" y="178"/>
                    </a:cubicBezTo>
                    <a:cubicBezTo>
                      <a:pt x="793" y="179"/>
                      <a:pt x="794" y="178"/>
                      <a:pt x="794" y="181"/>
                    </a:cubicBezTo>
                    <a:cubicBezTo>
                      <a:pt x="794" y="181"/>
                      <a:pt x="790" y="175"/>
                      <a:pt x="788" y="175"/>
                    </a:cubicBezTo>
                    <a:cubicBezTo>
                      <a:pt x="787" y="175"/>
                      <a:pt x="785" y="175"/>
                      <a:pt x="784" y="174"/>
                    </a:cubicBezTo>
                    <a:cubicBezTo>
                      <a:pt x="783" y="173"/>
                      <a:pt x="782" y="172"/>
                      <a:pt x="783" y="171"/>
                    </a:cubicBezTo>
                    <a:cubicBezTo>
                      <a:pt x="787" y="169"/>
                      <a:pt x="788" y="167"/>
                      <a:pt x="788" y="167"/>
                    </a:cubicBezTo>
                    <a:cubicBezTo>
                      <a:pt x="788" y="167"/>
                      <a:pt x="789" y="163"/>
                      <a:pt x="788" y="164"/>
                    </a:cubicBezTo>
                    <a:cubicBezTo>
                      <a:pt x="787" y="165"/>
                      <a:pt x="788" y="162"/>
                      <a:pt x="786" y="161"/>
                    </a:cubicBezTo>
                    <a:cubicBezTo>
                      <a:pt x="785" y="161"/>
                      <a:pt x="783" y="160"/>
                      <a:pt x="782" y="160"/>
                    </a:cubicBezTo>
                    <a:cubicBezTo>
                      <a:pt x="779" y="161"/>
                      <a:pt x="778" y="162"/>
                      <a:pt x="777" y="161"/>
                    </a:cubicBezTo>
                    <a:cubicBezTo>
                      <a:pt x="775" y="159"/>
                      <a:pt x="774" y="156"/>
                      <a:pt x="774" y="156"/>
                    </a:cubicBezTo>
                    <a:cubicBezTo>
                      <a:pt x="774" y="154"/>
                      <a:pt x="774" y="154"/>
                      <a:pt x="774" y="154"/>
                    </a:cubicBezTo>
                    <a:cubicBezTo>
                      <a:pt x="770" y="153"/>
                      <a:pt x="767" y="152"/>
                      <a:pt x="766" y="152"/>
                    </a:cubicBezTo>
                    <a:cubicBezTo>
                      <a:pt x="762" y="150"/>
                      <a:pt x="762" y="148"/>
                      <a:pt x="762" y="148"/>
                    </a:cubicBezTo>
                    <a:cubicBezTo>
                      <a:pt x="760" y="147"/>
                      <a:pt x="757" y="148"/>
                      <a:pt x="755" y="149"/>
                    </a:cubicBezTo>
                    <a:cubicBezTo>
                      <a:pt x="754" y="150"/>
                      <a:pt x="752" y="150"/>
                      <a:pt x="751" y="150"/>
                    </a:cubicBezTo>
                    <a:cubicBezTo>
                      <a:pt x="749" y="149"/>
                      <a:pt x="748" y="147"/>
                      <a:pt x="747" y="150"/>
                    </a:cubicBezTo>
                    <a:cubicBezTo>
                      <a:pt x="746" y="152"/>
                      <a:pt x="745" y="154"/>
                      <a:pt x="745" y="154"/>
                    </a:cubicBezTo>
                    <a:cubicBezTo>
                      <a:pt x="745" y="154"/>
                      <a:pt x="741" y="154"/>
                      <a:pt x="740" y="154"/>
                    </a:cubicBezTo>
                    <a:cubicBezTo>
                      <a:pt x="740" y="155"/>
                      <a:pt x="739" y="154"/>
                      <a:pt x="737" y="154"/>
                    </a:cubicBezTo>
                    <a:cubicBezTo>
                      <a:pt x="734" y="155"/>
                      <a:pt x="733" y="154"/>
                      <a:pt x="732" y="155"/>
                    </a:cubicBezTo>
                    <a:cubicBezTo>
                      <a:pt x="731" y="155"/>
                      <a:pt x="730" y="154"/>
                      <a:pt x="729" y="155"/>
                    </a:cubicBezTo>
                    <a:cubicBezTo>
                      <a:pt x="727" y="155"/>
                      <a:pt x="727" y="153"/>
                      <a:pt x="725" y="155"/>
                    </a:cubicBezTo>
                    <a:cubicBezTo>
                      <a:pt x="723" y="156"/>
                      <a:pt x="721" y="157"/>
                      <a:pt x="721" y="157"/>
                    </a:cubicBezTo>
                    <a:cubicBezTo>
                      <a:pt x="721" y="157"/>
                      <a:pt x="720" y="156"/>
                      <a:pt x="718" y="156"/>
                    </a:cubicBezTo>
                    <a:cubicBezTo>
                      <a:pt x="716" y="156"/>
                      <a:pt x="716" y="154"/>
                      <a:pt x="714" y="155"/>
                    </a:cubicBezTo>
                    <a:cubicBezTo>
                      <a:pt x="712" y="155"/>
                      <a:pt x="712" y="154"/>
                      <a:pt x="711" y="155"/>
                    </a:cubicBezTo>
                    <a:cubicBezTo>
                      <a:pt x="709" y="155"/>
                      <a:pt x="708" y="156"/>
                      <a:pt x="707" y="155"/>
                    </a:cubicBezTo>
                    <a:cubicBezTo>
                      <a:pt x="705" y="152"/>
                      <a:pt x="707" y="153"/>
                      <a:pt x="705" y="152"/>
                    </a:cubicBezTo>
                    <a:cubicBezTo>
                      <a:pt x="703" y="152"/>
                      <a:pt x="704" y="150"/>
                      <a:pt x="701" y="151"/>
                    </a:cubicBezTo>
                    <a:cubicBezTo>
                      <a:pt x="699" y="152"/>
                      <a:pt x="699" y="151"/>
                      <a:pt x="698" y="151"/>
                    </a:cubicBezTo>
                    <a:cubicBezTo>
                      <a:pt x="696" y="152"/>
                      <a:pt x="696" y="150"/>
                      <a:pt x="695" y="150"/>
                    </a:cubicBezTo>
                    <a:cubicBezTo>
                      <a:pt x="693" y="151"/>
                      <a:pt x="693" y="149"/>
                      <a:pt x="693" y="149"/>
                    </a:cubicBezTo>
                    <a:cubicBezTo>
                      <a:pt x="693" y="149"/>
                      <a:pt x="693" y="148"/>
                      <a:pt x="696" y="147"/>
                    </a:cubicBezTo>
                    <a:cubicBezTo>
                      <a:pt x="699" y="145"/>
                      <a:pt x="696" y="145"/>
                      <a:pt x="699" y="144"/>
                    </a:cubicBezTo>
                    <a:cubicBezTo>
                      <a:pt x="703" y="143"/>
                      <a:pt x="703" y="142"/>
                      <a:pt x="705" y="142"/>
                    </a:cubicBezTo>
                    <a:cubicBezTo>
                      <a:pt x="708" y="143"/>
                      <a:pt x="708" y="141"/>
                      <a:pt x="708" y="141"/>
                    </a:cubicBezTo>
                    <a:cubicBezTo>
                      <a:pt x="708" y="141"/>
                      <a:pt x="710" y="139"/>
                      <a:pt x="709" y="139"/>
                    </a:cubicBezTo>
                    <a:cubicBezTo>
                      <a:pt x="708" y="138"/>
                      <a:pt x="702" y="133"/>
                      <a:pt x="701" y="132"/>
                    </a:cubicBezTo>
                    <a:cubicBezTo>
                      <a:pt x="701" y="131"/>
                      <a:pt x="694" y="130"/>
                      <a:pt x="694" y="129"/>
                    </a:cubicBezTo>
                    <a:cubicBezTo>
                      <a:pt x="693" y="128"/>
                      <a:pt x="691" y="127"/>
                      <a:pt x="689" y="126"/>
                    </a:cubicBezTo>
                    <a:cubicBezTo>
                      <a:pt x="687" y="126"/>
                      <a:pt x="684" y="125"/>
                      <a:pt x="682" y="126"/>
                    </a:cubicBezTo>
                    <a:cubicBezTo>
                      <a:pt x="680" y="126"/>
                      <a:pt x="679" y="127"/>
                      <a:pt x="677" y="128"/>
                    </a:cubicBezTo>
                    <a:cubicBezTo>
                      <a:pt x="674" y="130"/>
                      <a:pt x="675" y="128"/>
                      <a:pt x="671" y="128"/>
                    </a:cubicBezTo>
                    <a:cubicBezTo>
                      <a:pt x="667" y="128"/>
                      <a:pt x="665" y="128"/>
                      <a:pt x="664" y="128"/>
                    </a:cubicBezTo>
                    <a:cubicBezTo>
                      <a:pt x="658" y="125"/>
                      <a:pt x="661" y="126"/>
                      <a:pt x="658" y="125"/>
                    </a:cubicBezTo>
                    <a:cubicBezTo>
                      <a:pt x="654" y="124"/>
                      <a:pt x="653" y="125"/>
                      <a:pt x="652" y="124"/>
                    </a:cubicBezTo>
                    <a:cubicBezTo>
                      <a:pt x="650" y="122"/>
                      <a:pt x="651" y="122"/>
                      <a:pt x="648" y="121"/>
                    </a:cubicBezTo>
                    <a:cubicBezTo>
                      <a:pt x="646" y="119"/>
                      <a:pt x="647" y="119"/>
                      <a:pt x="643" y="119"/>
                    </a:cubicBezTo>
                    <a:cubicBezTo>
                      <a:pt x="640" y="119"/>
                      <a:pt x="638" y="118"/>
                      <a:pt x="636" y="118"/>
                    </a:cubicBezTo>
                    <a:cubicBezTo>
                      <a:pt x="634" y="118"/>
                      <a:pt x="634" y="119"/>
                      <a:pt x="632" y="118"/>
                    </a:cubicBezTo>
                    <a:cubicBezTo>
                      <a:pt x="629" y="118"/>
                      <a:pt x="630" y="117"/>
                      <a:pt x="628" y="115"/>
                    </a:cubicBezTo>
                    <a:cubicBezTo>
                      <a:pt x="626" y="114"/>
                      <a:pt x="626" y="111"/>
                      <a:pt x="623" y="112"/>
                    </a:cubicBezTo>
                    <a:cubicBezTo>
                      <a:pt x="620" y="112"/>
                      <a:pt x="612" y="109"/>
                      <a:pt x="612" y="109"/>
                    </a:cubicBezTo>
                    <a:cubicBezTo>
                      <a:pt x="612" y="109"/>
                      <a:pt x="610" y="109"/>
                      <a:pt x="608" y="108"/>
                    </a:cubicBezTo>
                    <a:cubicBezTo>
                      <a:pt x="607" y="108"/>
                      <a:pt x="603" y="106"/>
                      <a:pt x="601" y="107"/>
                    </a:cubicBezTo>
                    <a:cubicBezTo>
                      <a:pt x="600" y="107"/>
                      <a:pt x="596" y="106"/>
                      <a:pt x="593" y="106"/>
                    </a:cubicBezTo>
                    <a:cubicBezTo>
                      <a:pt x="591" y="106"/>
                      <a:pt x="589" y="106"/>
                      <a:pt x="587" y="108"/>
                    </a:cubicBezTo>
                    <a:cubicBezTo>
                      <a:pt x="585" y="109"/>
                      <a:pt x="587" y="107"/>
                      <a:pt x="585" y="110"/>
                    </a:cubicBezTo>
                    <a:cubicBezTo>
                      <a:pt x="584" y="114"/>
                      <a:pt x="584" y="114"/>
                      <a:pt x="582" y="115"/>
                    </a:cubicBezTo>
                    <a:cubicBezTo>
                      <a:pt x="581" y="115"/>
                      <a:pt x="579" y="117"/>
                      <a:pt x="577" y="116"/>
                    </a:cubicBezTo>
                    <a:cubicBezTo>
                      <a:pt x="576" y="116"/>
                      <a:pt x="573" y="117"/>
                      <a:pt x="573" y="115"/>
                    </a:cubicBezTo>
                    <a:cubicBezTo>
                      <a:pt x="573" y="113"/>
                      <a:pt x="572" y="115"/>
                      <a:pt x="573" y="113"/>
                    </a:cubicBezTo>
                    <a:cubicBezTo>
                      <a:pt x="575" y="110"/>
                      <a:pt x="575" y="110"/>
                      <a:pt x="575" y="110"/>
                    </a:cubicBezTo>
                    <a:cubicBezTo>
                      <a:pt x="575" y="110"/>
                      <a:pt x="573" y="110"/>
                      <a:pt x="572" y="110"/>
                    </a:cubicBezTo>
                    <a:cubicBezTo>
                      <a:pt x="571" y="109"/>
                      <a:pt x="571" y="107"/>
                      <a:pt x="571" y="106"/>
                    </a:cubicBezTo>
                    <a:cubicBezTo>
                      <a:pt x="572" y="104"/>
                      <a:pt x="572" y="103"/>
                      <a:pt x="572" y="101"/>
                    </a:cubicBezTo>
                    <a:cubicBezTo>
                      <a:pt x="571" y="100"/>
                      <a:pt x="573" y="98"/>
                      <a:pt x="571" y="98"/>
                    </a:cubicBezTo>
                    <a:cubicBezTo>
                      <a:pt x="568" y="99"/>
                      <a:pt x="566" y="98"/>
                      <a:pt x="565" y="99"/>
                    </a:cubicBezTo>
                    <a:cubicBezTo>
                      <a:pt x="561" y="103"/>
                      <a:pt x="560" y="101"/>
                      <a:pt x="561" y="103"/>
                    </a:cubicBezTo>
                    <a:cubicBezTo>
                      <a:pt x="562" y="104"/>
                      <a:pt x="562" y="101"/>
                      <a:pt x="563" y="104"/>
                    </a:cubicBezTo>
                    <a:cubicBezTo>
                      <a:pt x="564" y="106"/>
                      <a:pt x="564" y="109"/>
                      <a:pt x="562" y="109"/>
                    </a:cubicBezTo>
                    <a:cubicBezTo>
                      <a:pt x="561" y="110"/>
                      <a:pt x="561" y="106"/>
                      <a:pt x="559" y="109"/>
                    </a:cubicBezTo>
                    <a:cubicBezTo>
                      <a:pt x="558" y="111"/>
                      <a:pt x="558" y="112"/>
                      <a:pt x="558" y="114"/>
                    </a:cubicBezTo>
                    <a:cubicBezTo>
                      <a:pt x="557" y="116"/>
                      <a:pt x="555" y="117"/>
                      <a:pt x="555" y="117"/>
                    </a:cubicBezTo>
                    <a:cubicBezTo>
                      <a:pt x="555" y="117"/>
                      <a:pt x="552" y="113"/>
                      <a:pt x="551" y="113"/>
                    </a:cubicBezTo>
                    <a:cubicBezTo>
                      <a:pt x="550" y="113"/>
                      <a:pt x="547" y="112"/>
                      <a:pt x="546" y="111"/>
                    </a:cubicBezTo>
                    <a:cubicBezTo>
                      <a:pt x="545" y="111"/>
                      <a:pt x="544" y="110"/>
                      <a:pt x="543" y="108"/>
                    </a:cubicBezTo>
                    <a:cubicBezTo>
                      <a:pt x="541" y="106"/>
                      <a:pt x="542" y="103"/>
                      <a:pt x="539" y="102"/>
                    </a:cubicBezTo>
                    <a:cubicBezTo>
                      <a:pt x="537" y="101"/>
                      <a:pt x="538" y="99"/>
                      <a:pt x="537" y="98"/>
                    </a:cubicBezTo>
                    <a:cubicBezTo>
                      <a:pt x="536" y="96"/>
                      <a:pt x="534" y="96"/>
                      <a:pt x="533" y="93"/>
                    </a:cubicBezTo>
                    <a:cubicBezTo>
                      <a:pt x="531" y="91"/>
                      <a:pt x="532" y="90"/>
                      <a:pt x="529" y="89"/>
                    </a:cubicBezTo>
                    <a:cubicBezTo>
                      <a:pt x="526" y="88"/>
                      <a:pt x="526" y="88"/>
                      <a:pt x="524" y="87"/>
                    </a:cubicBezTo>
                    <a:cubicBezTo>
                      <a:pt x="522" y="87"/>
                      <a:pt x="525" y="86"/>
                      <a:pt x="522" y="87"/>
                    </a:cubicBezTo>
                    <a:cubicBezTo>
                      <a:pt x="522" y="87"/>
                      <a:pt x="521" y="87"/>
                      <a:pt x="521" y="87"/>
                    </a:cubicBezTo>
                    <a:cubicBezTo>
                      <a:pt x="522" y="91"/>
                      <a:pt x="522" y="92"/>
                      <a:pt x="523" y="94"/>
                    </a:cubicBezTo>
                    <a:cubicBezTo>
                      <a:pt x="523" y="96"/>
                      <a:pt x="526" y="97"/>
                      <a:pt x="525" y="98"/>
                    </a:cubicBezTo>
                    <a:cubicBezTo>
                      <a:pt x="524" y="99"/>
                      <a:pt x="522" y="98"/>
                      <a:pt x="521" y="99"/>
                    </a:cubicBezTo>
                    <a:cubicBezTo>
                      <a:pt x="518" y="104"/>
                      <a:pt x="520" y="101"/>
                      <a:pt x="518" y="104"/>
                    </a:cubicBezTo>
                    <a:cubicBezTo>
                      <a:pt x="516" y="107"/>
                      <a:pt x="515" y="106"/>
                      <a:pt x="514" y="106"/>
                    </a:cubicBezTo>
                    <a:cubicBezTo>
                      <a:pt x="511" y="109"/>
                      <a:pt x="510" y="106"/>
                      <a:pt x="510" y="106"/>
                    </a:cubicBezTo>
                    <a:cubicBezTo>
                      <a:pt x="506" y="106"/>
                      <a:pt x="502" y="106"/>
                      <a:pt x="501" y="106"/>
                    </a:cubicBezTo>
                    <a:cubicBezTo>
                      <a:pt x="500" y="107"/>
                      <a:pt x="502" y="106"/>
                      <a:pt x="499" y="108"/>
                    </a:cubicBezTo>
                    <a:cubicBezTo>
                      <a:pt x="495" y="110"/>
                      <a:pt x="495" y="110"/>
                      <a:pt x="493" y="111"/>
                    </a:cubicBezTo>
                    <a:cubicBezTo>
                      <a:pt x="491" y="113"/>
                      <a:pt x="496" y="109"/>
                      <a:pt x="491" y="113"/>
                    </a:cubicBezTo>
                    <a:cubicBezTo>
                      <a:pt x="486" y="118"/>
                      <a:pt x="484" y="118"/>
                      <a:pt x="484" y="118"/>
                    </a:cubicBezTo>
                    <a:cubicBezTo>
                      <a:pt x="484" y="118"/>
                      <a:pt x="484" y="116"/>
                      <a:pt x="481" y="116"/>
                    </a:cubicBezTo>
                    <a:cubicBezTo>
                      <a:pt x="478" y="116"/>
                      <a:pt x="478" y="114"/>
                      <a:pt x="476" y="115"/>
                    </a:cubicBezTo>
                    <a:cubicBezTo>
                      <a:pt x="475" y="116"/>
                      <a:pt x="474" y="116"/>
                      <a:pt x="473" y="117"/>
                    </a:cubicBezTo>
                    <a:cubicBezTo>
                      <a:pt x="471" y="119"/>
                      <a:pt x="471" y="119"/>
                      <a:pt x="470" y="120"/>
                    </a:cubicBezTo>
                    <a:cubicBezTo>
                      <a:pt x="469" y="121"/>
                      <a:pt x="468" y="119"/>
                      <a:pt x="466" y="120"/>
                    </a:cubicBezTo>
                    <a:cubicBezTo>
                      <a:pt x="465" y="121"/>
                      <a:pt x="464" y="122"/>
                      <a:pt x="463" y="123"/>
                    </a:cubicBezTo>
                    <a:cubicBezTo>
                      <a:pt x="463" y="123"/>
                      <a:pt x="461" y="124"/>
                      <a:pt x="462" y="126"/>
                    </a:cubicBezTo>
                    <a:cubicBezTo>
                      <a:pt x="463" y="127"/>
                      <a:pt x="462" y="129"/>
                      <a:pt x="462" y="129"/>
                    </a:cubicBezTo>
                    <a:cubicBezTo>
                      <a:pt x="459" y="130"/>
                      <a:pt x="459" y="130"/>
                      <a:pt x="459" y="130"/>
                    </a:cubicBezTo>
                    <a:cubicBezTo>
                      <a:pt x="458" y="132"/>
                      <a:pt x="463" y="134"/>
                      <a:pt x="458" y="132"/>
                    </a:cubicBezTo>
                    <a:cubicBezTo>
                      <a:pt x="452" y="130"/>
                      <a:pt x="450" y="128"/>
                      <a:pt x="452" y="127"/>
                    </a:cubicBezTo>
                    <a:cubicBezTo>
                      <a:pt x="454" y="127"/>
                      <a:pt x="451" y="127"/>
                      <a:pt x="454" y="127"/>
                    </a:cubicBezTo>
                    <a:cubicBezTo>
                      <a:pt x="454" y="126"/>
                      <a:pt x="455" y="126"/>
                      <a:pt x="454" y="126"/>
                    </a:cubicBezTo>
                    <a:cubicBezTo>
                      <a:pt x="455" y="126"/>
                      <a:pt x="455" y="126"/>
                      <a:pt x="455" y="126"/>
                    </a:cubicBezTo>
                    <a:cubicBezTo>
                      <a:pt x="458" y="125"/>
                      <a:pt x="458" y="124"/>
                      <a:pt x="460" y="123"/>
                    </a:cubicBezTo>
                    <a:cubicBezTo>
                      <a:pt x="461" y="122"/>
                      <a:pt x="463" y="121"/>
                      <a:pt x="463" y="121"/>
                    </a:cubicBezTo>
                    <a:cubicBezTo>
                      <a:pt x="463" y="121"/>
                      <a:pt x="463" y="120"/>
                      <a:pt x="465" y="119"/>
                    </a:cubicBezTo>
                    <a:cubicBezTo>
                      <a:pt x="468" y="117"/>
                      <a:pt x="468" y="117"/>
                      <a:pt x="470" y="117"/>
                    </a:cubicBezTo>
                    <a:cubicBezTo>
                      <a:pt x="472" y="116"/>
                      <a:pt x="469" y="118"/>
                      <a:pt x="472" y="116"/>
                    </a:cubicBezTo>
                    <a:cubicBezTo>
                      <a:pt x="475" y="114"/>
                      <a:pt x="471" y="114"/>
                      <a:pt x="476" y="113"/>
                    </a:cubicBezTo>
                    <a:cubicBezTo>
                      <a:pt x="481" y="112"/>
                      <a:pt x="478" y="112"/>
                      <a:pt x="482" y="112"/>
                    </a:cubicBezTo>
                    <a:cubicBezTo>
                      <a:pt x="487" y="111"/>
                      <a:pt x="489" y="110"/>
                      <a:pt x="489" y="110"/>
                    </a:cubicBezTo>
                    <a:cubicBezTo>
                      <a:pt x="490" y="110"/>
                      <a:pt x="493" y="109"/>
                      <a:pt x="493" y="109"/>
                    </a:cubicBezTo>
                    <a:cubicBezTo>
                      <a:pt x="493" y="109"/>
                      <a:pt x="496" y="107"/>
                      <a:pt x="497" y="106"/>
                    </a:cubicBezTo>
                    <a:cubicBezTo>
                      <a:pt x="504" y="101"/>
                      <a:pt x="504" y="101"/>
                      <a:pt x="504" y="101"/>
                    </a:cubicBezTo>
                    <a:cubicBezTo>
                      <a:pt x="504" y="101"/>
                      <a:pt x="507" y="97"/>
                      <a:pt x="505" y="98"/>
                    </a:cubicBezTo>
                    <a:cubicBezTo>
                      <a:pt x="503" y="98"/>
                      <a:pt x="503" y="96"/>
                      <a:pt x="501" y="98"/>
                    </a:cubicBezTo>
                    <a:cubicBezTo>
                      <a:pt x="499" y="99"/>
                      <a:pt x="498" y="98"/>
                      <a:pt x="496" y="99"/>
                    </a:cubicBezTo>
                    <a:cubicBezTo>
                      <a:pt x="494" y="101"/>
                      <a:pt x="493" y="100"/>
                      <a:pt x="492" y="100"/>
                    </a:cubicBezTo>
                    <a:cubicBezTo>
                      <a:pt x="491" y="100"/>
                      <a:pt x="492" y="98"/>
                      <a:pt x="489" y="100"/>
                    </a:cubicBezTo>
                    <a:cubicBezTo>
                      <a:pt x="486" y="101"/>
                      <a:pt x="485" y="101"/>
                      <a:pt x="483" y="103"/>
                    </a:cubicBezTo>
                    <a:cubicBezTo>
                      <a:pt x="481" y="104"/>
                      <a:pt x="483" y="103"/>
                      <a:pt x="481" y="104"/>
                    </a:cubicBezTo>
                    <a:cubicBezTo>
                      <a:pt x="478" y="106"/>
                      <a:pt x="477" y="104"/>
                      <a:pt x="475" y="105"/>
                    </a:cubicBezTo>
                    <a:cubicBezTo>
                      <a:pt x="474" y="106"/>
                      <a:pt x="473" y="106"/>
                      <a:pt x="471" y="108"/>
                    </a:cubicBezTo>
                    <a:cubicBezTo>
                      <a:pt x="470" y="109"/>
                      <a:pt x="470" y="108"/>
                      <a:pt x="468" y="108"/>
                    </a:cubicBezTo>
                    <a:cubicBezTo>
                      <a:pt x="466" y="109"/>
                      <a:pt x="465" y="107"/>
                      <a:pt x="462" y="109"/>
                    </a:cubicBezTo>
                    <a:cubicBezTo>
                      <a:pt x="460" y="111"/>
                      <a:pt x="459" y="110"/>
                      <a:pt x="458" y="112"/>
                    </a:cubicBezTo>
                    <a:cubicBezTo>
                      <a:pt x="457" y="114"/>
                      <a:pt x="458" y="113"/>
                      <a:pt x="456" y="115"/>
                    </a:cubicBezTo>
                    <a:cubicBezTo>
                      <a:pt x="455" y="117"/>
                      <a:pt x="454" y="116"/>
                      <a:pt x="453" y="116"/>
                    </a:cubicBezTo>
                    <a:cubicBezTo>
                      <a:pt x="451" y="117"/>
                      <a:pt x="451" y="114"/>
                      <a:pt x="449" y="116"/>
                    </a:cubicBezTo>
                    <a:cubicBezTo>
                      <a:pt x="447" y="118"/>
                      <a:pt x="445" y="118"/>
                      <a:pt x="446" y="118"/>
                    </a:cubicBezTo>
                    <a:cubicBezTo>
                      <a:pt x="448" y="114"/>
                      <a:pt x="449" y="114"/>
                      <a:pt x="448" y="114"/>
                    </a:cubicBezTo>
                    <a:cubicBezTo>
                      <a:pt x="447" y="114"/>
                      <a:pt x="446" y="112"/>
                      <a:pt x="445" y="112"/>
                    </a:cubicBezTo>
                    <a:cubicBezTo>
                      <a:pt x="443" y="112"/>
                      <a:pt x="443" y="111"/>
                      <a:pt x="441" y="111"/>
                    </a:cubicBezTo>
                    <a:cubicBezTo>
                      <a:pt x="440" y="111"/>
                      <a:pt x="439" y="109"/>
                      <a:pt x="438" y="112"/>
                    </a:cubicBezTo>
                    <a:cubicBezTo>
                      <a:pt x="437" y="114"/>
                      <a:pt x="440" y="112"/>
                      <a:pt x="437" y="114"/>
                    </a:cubicBezTo>
                    <a:cubicBezTo>
                      <a:pt x="434" y="116"/>
                      <a:pt x="437" y="116"/>
                      <a:pt x="434" y="116"/>
                    </a:cubicBezTo>
                    <a:cubicBezTo>
                      <a:pt x="431" y="116"/>
                      <a:pt x="427" y="116"/>
                      <a:pt x="425" y="117"/>
                    </a:cubicBezTo>
                    <a:cubicBezTo>
                      <a:pt x="424" y="118"/>
                      <a:pt x="424" y="117"/>
                      <a:pt x="422" y="119"/>
                    </a:cubicBezTo>
                    <a:cubicBezTo>
                      <a:pt x="419" y="122"/>
                      <a:pt x="419" y="119"/>
                      <a:pt x="419" y="122"/>
                    </a:cubicBezTo>
                    <a:cubicBezTo>
                      <a:pt x="419" y="125"/>
                      <a:pt x="419" y="124"/>
                      <a:pt x="420" y="125"/>
                    </a:cubicBezTo>
                    <a:cubicBezTo>
                      <a:pt x="422" y="127"/>
                      <a:pt x="424" y="126"/>
                      <a:pt x="425" y="127"/>
                    </a:cubicBezTo>
                    <a:cubicBezTo>
                      <a:pt x="426" y="129"/>
                      <a:pt x="425" y="129"/>
                      <a:pt x="427" y="131"/>
                    </a:cubicBezTo>
                    <a:cubicBezTo>
                      <a:pt x="421" y="128"/>
                      <a:pt x="421" y="128"/>
                      <a:pt x="421" y="128"/>
                    </a:cubicBezTo>
                    <a:cubicBezTo>
                      <a:pt x="421" y="128"/>
                      <a:pt x="417" y="126"/>
                      <a:pt x="415" y="126"/>
                    </a:cubicBezTo>
                    <a:cubicBezTo>
                      <a:pt x="415" y="126"/>
                      <a:pt x="415" y="126"/>
                      <a:pt x="415" y="126"/>
                    </a:cubicBezTo>
                    <a:cubicBezTo>
                      <a:pt x="415" y="126"/>
                      <a:pt x="415" y="126"/>
                      <a:pt x="415" y="126"/>
                    </a:cubicBezTo>
                    <a:cubicBezTo>
                      <a:pt x="413" y="126"/>
                      <a:pt x="409" y="126"/>
                      <a:pt x="408" y="126"/>
                    </a:cubicBezTo>
                    <a:cubicBezTo>
                      <a:pt x="407" y="126"/>
                      <a:pt x="403" y="127"/>
                      <a:pt x="402" y="127"/>
                    </a:cubicBezTo>
                    <a:cubicBezTo>
                      <a:pt x="400" y="126"/>
                      <a:pt x="396" y="126"/>
                      <a:pt x="394" y="125"/>
                    </a:cubicBezTo>
                    <a:cubicBezTo>
                      <a:pt x="393" y="124"/>
                      <a:pt x="394" y="123"/>
                      <a:pt x="390" y="121"/>
                    </a:cubicBezTo>
                    <a:cubicBezTo>
                      <a:pt x="387" y="120"/>
                      <a:pt x="387" y="120"/>
                      <a:pt x="384" y="118"/>
                    </a:cubicBezTo>
                    <a:cubicBezTo>
                      <a:pt x="381" y="116"/>
                      <a:pt x="382" y="116"/>
                      <a:pt x="381" y="115"/>
                    </a:cubicBezTo>
                    <a:cubicBezTo>
                      <a:pt x="380" y="115"/>
                      <a:pt x="380" y="115"/>
                      <a:pt x="380" y="115"/>
                    </a:cubicBezTo>
                    <a:cubicBezTo>
                      <a:pt x="380" y="111"/>
                      <a:pt x="380" y="111"/>
                      <a:pt x="380" y="111"/>
                    </a:cubicBezTo>
                    <a:cubicBezTo>
                      <a:pt x="380" y="111"/>
                      <a:pt x="377" y="110"/>
                      <a:pt x="376" y="111"/>
                    </a:cubicBezTo>
                    <a:cubicBezTo>
                      <a:pt x="376" y="111"/>
                      <a:pt x="376" y="111"/>
                      <a:pt x="376" y="111"/>
                    </a:cubicBezTo>
                    <a:cubicBezTo>
                      <a:pt x="376" y="111"/>
                      <a:pt x="376" y="111"/>
                      <a:pt x="376" y="111"/>
                    </a:cubicBezTo>
                    <a:cubicBezTo>
                      <a:pt x="375" y="111"/>
                      <a:pt x="375" y="111"/>
                      <a:pt x="374" y="112"/>
                    </a:cubicBezTo>
                    <a:cubicBezTo>
                      <a:pt x="374" y="112"/>
                      <a:pt x="373" y="112"/>
                      <a:pt x="372" y="112"/>
                    </a:cubicBezTo>
                    <a:cubicBezTo>
                      <a:pt x="370" y="113"/>
                      <a:pt x="367" y="111"/>
                      <a:pt x="365" y="111"/>
                    </a:cubicBezTo>
                    <a:cubicBezTo>
                      <a:pt x="363" y="112"/>
                      <a:pt x="361" y="111"/>
                      <a:pt x="358" y="112"/>
                    </a:cubicBezTo>
                    <a:cubicBezTo>
                      <a:pt x="356" y="112"/>
                      <a:pt x="355" y="112"/>
                      <a:pt x="354" y="112"/>
                    </a:cubicBezTo>
                    <a:cubicBezTo>
                      <a:pt x="354" y="112"/>
                      <a:pt x="354" y="112"/>
                      <a:pt x="354" y="112"/>
                    </a:cubicBezTo>
                    <a:cubicBezTo>
                      <a:pt x="354" y="112"/>
                      <a:pt x="354" y="112"/>
                      <a:pt x="353" y="112"/>
                    </a:cubicBezTo>
                    <a:cubicBezTo>
                      <a:pt x="353" y="112"/>
                      <a:pt x="353" y="112"/>
                      <a:pt x="353" y="112"/>
                    </a:cubicBezTo>
                    <a:cubicBezTo>
                      <a:pt x="352" y="112"/>
                      <a:pt x="352" y="112"/>
                      <a:pt x="350" y="111"/>
                    </a:cubicBezTo>
                    <a:cubicBezTo>
                      <a:pt x="349" y="110"/>
                      <a:pt x="349" y="110"/>
                      <a:pt x="347" y="109"/>
                    </a:cubicBezTo>
                    <a:cubicBezTo>
                      <a:pt x="345" y="107"/>
                      <a:pt x="345" y="107"/>
                      <a:pt x="343" y="106"/>
                    </a:cubicBezTo>
                    <a:cubicBezTo>
                      <a:pt x="341" y="106"/>
                      <a:pt x="342" y="104"/>
                      <a:pt x="340" y="104"/>
                    </a:cubicBezTo>
                    <a:cubicBezTo>
                      <a:pt x="340" y="104"/>
                      <a:pt x="340" y="104"/>
                      <a:pt x="335" y="102"/>
                    </a:cubicBezTo>
                    <a:cubicBezTo>
                      <a:pt x="325" y="100"/>
                      <a:pt x="327" y="101"/>
                      <a:pt x="327" y="101"/>
                    </a:cubicBezTo>
                    <a:cubicBezTo>
                      <a:pt x="327" y="101"/>
                      <a:pt x="323" y="99"/>
                      <a:pt x="321" y="99"/>
                    </a:cubicBezTo>
                    <a:cubicBezTo>
                      <a:pt x="318" y="99"/>
                      <a:pt x="312" y="101"/>
                      <a:pt x="312" y="101"/>
                    </a:cubicBezTo>
                    <a:cubicBezTo>
                      <a:pt x="312" y="101"/>
                      <a:pt x="311" y="101"/>
                      <a:pt x="309" y="102"/>
                    </a:cubicBezTo>
                    <a:cubicBezTo>
                      <a:pt x="307" y="103"/>
                      <a:pt x="305" y="102"/>
                      <a:pt x="303" y="102"/>
                    </a:cubicBezTo>
                    <a:cubicBezTo>
                      <a:pt x="301" y="102"/>
                      <a:pt x="297" y="102"/>
                      <a:pt x="296" y="101"/>
                    </a:cubicBezTo>
                    <a:cubicBezTo>
                      <a:pt x="295" y="101"/>
                      <a:pt x="296" y="100"/>
                      <a:pt x="294" y="99"/>
                    </a:cubicBezTo>
                    <a:cubicBezTo>
                      <a:pt x="292" y="99"/>
                      <a:pt x="292" y="98"/>
                      <a:pt x="290" y="97"/>
                    </a:cubicBezTo>
                    <a:cubicBezTo>
                      <a:pt x="289" y="96"/>
                      <a:pt x="291" y="94"/>
                      <a:pt x="286" y="95"/>
                    </a:cubicBezTo>
                    <a:cubicBezTo>
                      <a:pt x="281" y="96"/>
                      <a:pt x="279" y="97"/>
                      <a:pt x="277" y="97"/>
                    </a:cubicBezTo>
                    <a:cubicBezTo>
                      <a:pt x="275" y="97"/>
                      <a:pt x="275" y="97"/>
                      <a:pt x="273" y="98"/>
                    </a:cubicBezTo>
                    <a:cubicBezTo>
                      <a:pt x="270" y="99"/>
                      <a:pt x="269" y="99"/>
                      <a:pt x="268" y="99"/>
                    </a:cubicBezTo>
                    <a:cubicBezTo>
                      <a:pt x="263" y="96"/>
                      <a:pt x="261" y="94"/>
                      <a:pt x="261" y="94"/>
                    </a:cubicBezTo>
                    <a:cubicBezTo>
                      <a:pt x="261" y="94"/>
                      <a:pt x="257" y="94"/>
                      <a:pt x="257" y="93"/>
                    </a:cubicBezTo>
                    <a:cubicBezTo>
                      <a:pt x="256" y="93"/>
                      <a:pt x="253" y="92"/>
                      <a:pt x="252" y="92"/>
                    </a:cubicBezTo>
                    <a:cubicBezTo>
                      <a:pt x="251" y="92"/>
                      <a:pt x="251" y="92"/>
                      <a:pt x="249" y="91"/>
                    </a:cubicBezTo>
                    <a:cubicBezTo>
                      <a:pt x="244" y="91"/>
                      <a:pt x="244" y="91"/>
                      <a:pt x="241" y="91"/>
                    </a:cubicBezTo>
                    <a:cubicBezTo>
                      <a:pt x="239" y="91"/>
                      <a:pt x="236" y="91"/>
                      <a:pt x="236" y="91"/>
                    </a:cubicBezTo>
                    <a:cubicBezTo>
                      <a:pt x="233" y="92"/>
                      <a:pt x="231" y="92"/>
                      <a:pt x="230" y="92"/>
                    </a:cubicBezTo>
                    <a:cubicBezTo>
                      <a:pt x="229" y="92"/>
                      <a:pt x="226" y="92"/>
                      <a:pt x="226" y="92"/>
                    </a:cubicBezTo>
                    <a:cubicBezTo>
                      <a:pt x="226" y="92"/>
                      <a:pt x="226" y="88"/>
                      <a:pt x="223" y="91"/>
                    </a:cubicBezTo>
                    <a:cubicBezTo>
                      <a:pt x="219" y="93"/>
                      <a:pt x="219" y="92"/>
                      <a:pt x="217" y="93"/>
                    </a:cubicBezTo>
                    <a:cubicBezTo>
                      <a:pt x="215" y="93"/>
                      <a:pt x="216" y="95"/>
                      <a:pt x="215" y="93"/>
                    </a:cubicBezTo>
                    <a:cubicBezTo>
                      <a:pt x="214" y="92"/>
                      <a:pt x="215" y="93"/>
                      <a:pt x="214" y="92"/>
                    </a:cubicBezTo>
                    <a:cubicBezTo>
                      <a:pt x="212" y="90"/>
                      <a:pt x="211" y="88"/>
                      <a:pt x="211" y="88"/>
                    </a:cubicBezTo>
                    <a:cubicBezTo>
                      <a:pt x="208" y="88"/>
                      <a:pt x="206" y="90"/>
                      <a:pt x="204" y="89"/>
                    </a:cubicBezTo>
                    <a:cubicBezTo>
                      <a:pt x="202" y="86"/>
                      <a:pt x="205" y="84"/>
                      <a:pt x="204" y="84"/>
                    </a:cubicBezTo>
                    <a:cubicBezTo>
                      <a:pt x="201" y="82"/>
                      <a:pt x="201" y="81"/>
                      <a:pt x="198" y="81"/>
                    </a:cubicBezTo>
                    <a:cubicBezTo>
                      <a:pt x="196" y="81"/>
                      <a:pt x="196" y="78"/>
                      <a:pt x="193" y="79"/>
                    </a:cubicBezTo>
                    <a:cubicBezTo>
                      <a:pt x="189" y="80"/>
                      <a:pt x="189" y="82"/>
                      <a:pt x="185" y="82"/>
                    </a:cubicBezTo>
                    <a:cubicBezTo>
                      <a:pt x="182" y="82"/>
                      <a:pt x="183" y="80"/>
                      <a:pt x="180" y="81"/>
                    </a:cubicBezTo>
                    <a:cubicBezTo>
                      <a:pt x="177" y="83"/>
                      <a:pt x="180" y="83"/>
                      <a:pt x="177" y="83"/>
                    </a:cubicBezTo>
                    <a:cubicBezTo>
                      <a:pt x="174" y="82"/>
                      <a:pt x="175" y="80"/>
                      <a:pt x="174" y="79"/>
                    </a:cubicBezTo>
                    <a:cubicBezTo>
                      <a:pt x="171" y="77"/>
                      <a:pt x="173" y="77"/>
                      <a:pt x="170" y="77"/>
                    </a:cubicBezTo>
                    <a:cubicBezTo>
                      <a:pt x="167" y="77"/>
                      <a:pt x="167" y="75"/>
                      <a:pt x="166" y="77"/>
                    </a:cubicBezTo>
                    <a:cubicBezTo>
                      <a:pt x="162" y="82"/>
                      <a:pt x="165" y="81"/>
                      <a:pt x="162" y="82"/>
                    </a:cubicBezTo>
                    <a:cubicBezTo>
                      <a:pt x="160" y="83"/>
                      <a:pt x="158" y="82"/>
                      <a:pt x="158" y="81"/>
                    </a:cubicBezTo>
                    <a:cubicBezTo>
                      <a:pt x="159" y="78"/>
                      <a:pt x="159" y="77"/>
                      <a:pt x="160" y="77"/>
                    </a:cubicBezTo>
                    <a:cubicBezTo>
                      <a:pt x="160" y="77"/>
                      <a:pt x="164" y="75"/>
                      <a:pt x="162" y="75"/>
                    </a:cubicBezTo>
                    <a:cubicBezTo>
                      <a:pt x="161" y="74"/>
                      <a:pt x="157" y="73"/>
                      <a:pt x="156" y="73"/>
                    </a:cubicBezTo>
                    <a:cubicBezTo>
                      <a:pt x="155" y="73"/>
                      <a:pt x="150" y="73"/>
                      <a:pt x="150" y="72"/>
                    </a:cubicBezTo>
                    <a:cubicBezTo>
                      <a:pt x="149" y="70"/>
                      <a:pt x="148" y="69"/>
                      <a:pt x="146" y="70"/>
                    </a:cubicBezTo>
                    <a:cubicBezTo>
                      <a:pt x="144" y="72"/>
                      <a:pt x="140" y="73"/>
                      <a:pt x="139" y="76"/>
                    </a:cubicBezTo>
                    <a:cubicBezTo>
                      <a:pt x="137" y="78"/>
                      <a:pt x="140" y="78"/>
                      <a:pt x="136" y="80"/>
                    </a:cubicBezTo>
                    <a:cubicBezTo>
                      <a:pt x="131" y="81"/>
                      <a:pt x="130" y="82"/>
                      <a:pt x="127" y="82"/>
                    </a:cubicBezTo>
                    <a:cubicBezTo>
                      <a:pt x="125" y="83"/>
                      <a:pt x="123" y="82"/>
                      <a:pt x="120" y="82"/>
                    </a:cubicBezTo>
                    <a:cubicBezTo>
                      <a:pt x="116" y="83"/>
                      <a:pt x="116" y="82"/>
                      <a:pt x="115" y="82"/>
                    </a:cubicBezTo>
                    <a:cubicBezTo>
                      <a:pt x="109" y="83"/>
                      <a:pt x="109" y="83"/>
                      <a:pt x="106" y="85"/>
                    </a:cubicBezTo>
                    <a:cubicBezTo>
                      <a:pt x="103" y="87"/>
                      <a:pt x="104" y="87"/>
                      <a:pt x="102" y="88"/>
                    </a:cubicBezTo>
                    <a:cubicBezTo>
                      <a:pt x="99" y="89"/>
                      <a:pt x="99" y="90"/>
                      <a:pt x="98" y="91"/>
                    </a:cubicBezTo>
                    <a:cubicBezTo>
                      <a:pt x="97" y="93"/>
                      <a:pt x="98" y="92"/>
                      <a:pt x="95" y="93"/>
                    </a:cubicBezTo>
                    <a:cubicBezTo>
                      <a:pt x="93" y="95"/>
                      <a:pt x="93" y="94"/>
                      <a:pt x="91" y="95"/>
                    </a:cubicBezTo>
                    <a:cubicBezTo>
                      <a:pt x="90" y="95"/>
                      <a:pt x="89" y="96"/>
                      <a:pt x="89" y="96"/>
                    </a:cubicBezTo>
                    <a:cubicBezTo>
                      <a:pt x="89" y="96"/>
                      <a:pt x="81" y="91"/>
                      <a:pt x="79" y="94"/>
                    </a:cubicBezTo>
                    <a:cubicBezTo>
                      <a:pt x="77" y="97"/>
                      <a:pt x="71" y="97"/>
                      <a:pt x="69" y="102"/>
                    </a:cubicBezTo>
                    <a:cubicBezTo>
                      <a:pt x="68" y="107"/>
                      <a:pt x="61" y="109"/>
                      <a:pt x="61" y="112"/>
                    </a:cubicBezTo>
                    <a:cubicBezTo>
                      <a:pt x="61" y="115"/>
                      <a:pt x="65" y="114"/>
                      <a:pt x="61" y="118"/>
                    </a:cubicBezTo>
                    <a:cubicBezTo>
                      <a:pt x="57" y="122"/>
                      <a:pt x="53" y="123"/>
                      <a:pt x="50" y="126"/>
                    </a:cubicBezTo>
                    <a:cubicBezTo>
                      <a:pt x="47" y="128"/>
                      <a:pt x="40" y="129"/>
                      <a:pt x="40" y="129"/>
                    </a:cubicBezTo>
                    <a:cubicBezTo>
                      <a:pt x="36" y="127"/>
                      <a:pt x="36" y="127"/>
                      <a:pt x="36" y="127"/>
                    </a:cubicBezTo>
                    <a:cubicBezTo>
                      <a:pt x="32" y="129"/>
                      <a:pt x="32" y="129"/>
                      <a:pt x="32" y="129"/>
                    </a:cubicBezTo>
                    <a:cubicBezTo>
                      <a:pt x="26" y="129"/>
                      <a:pt x="26" y="129"/>
                      <a:pt x="26" y="129"/>
                    </a:cubicBezTo>
                    <a:cubicBezTo>
                      <a:pt x="21" y="133"/>
                      <a:pt x="21" y="130"/>
                      <a:pt x="21" y="133"/>
                    </a:cubicBezTo>
                    <a:cubicBezTo>
                      <a:pt x="22" y="136"/>
                      <a:pt x="17" y="138"/>
                      <a:pt x="17" y="139"/>
                    </a:cubicBezTo>
                    <a:cubicBezTo>
                      <a:pt x="16" y="141"/>
                      <a:pt x="21" y="141"/>
                      <a:pt x="23" y="142"/>
                    </a:cubicBezTo>
                    <a:cubicBezTo>
                      <a:pt x="24" y="144"/>
                      <a:pt x="21" y="144"/>
                      <a:pt x="24" y="145"/>
                    </a:cubicBezTo>
                    <a:cubicBezTo>
                      <a:pt x="27" y="147"/>
                      <a:pt x="33" y="151"/>
                      <a:pt x="35" y="150"/>
                    </a:cubicBezTo>
                    <a:cubicBezTo>
                      <a:pt x="37" y="150"/>
                      <a:pt x="38" y="150"/>
                      <a:pt x="40" y="151"/>
                    </a:cubicBezTo>
                    <a:cubicBezTo>
                      <a:pt x="42" y="152"/>
                      <a:pt x="46" y="152"/>
                      <a:pt x="46" y="154"/>
                    </a:cubicBezTo>
                    <a:cubicBezTo>
                      <a:pt x="46" y="156"/>
                      <a:pt x="50" y="158"/>
                      <a:pt x="50" y="159"/>
                    </a:cubicBezTo>
                    <a:cubicBezTo>
                      <a:pt x="50" y="160"/>
                      <a:pt x="49" y="163"/>
                      <a:pt x="51" y="164"/>
                    </a:cubicBezTo>
                    <a:cubicBezTo>
                      <a:pt x="51" y="164"/>
                      <a:pt x="55" y="168"/>
                      <a:pt x="56" y="169"/>
                    </a:cubicBezTo>
                    <a:cubicBezTo>
                      <a:pt x="56" y="169"/>
                      <a:pt x="59" y="169"/>
                      <a:pt x="60" y="171"/>
                    </a:cubicBezTo>
                    <a:cubicBezTo>
                      <a:pt x="61" y="172"/>
                      <a:pt x="63" y="172"/>
                      <a:pt x="63" y="172"/>
                    </a:cubicBezTo>
                    <a:cubicBezTo>
                      <a:pt x="64" y="172"/>
                      <a:pt x="64" y="172"/>
                      <a:pt x="66" y="171"/>
                    </a:cubicBezTo>
                    <a:cubicBezTo>
                      <a:pt x="67" y="171"/>
                      <a:pt x="67" y="170"/>
                      <a:pt x="68" y="170"/>
                    </a:cubicBezTo>
                    <a:cubicBezTo>
                      <a:pt x="69" y="171"/>
                      <a:pt x="70" y="171"/>
                      <a:pt x="70" y="171"/>
                    </a:cubicBezTo>
                    <a:cubicBezTo>
                      <a:pt x="72" y="170"/>
                      <a:pt x="72" y="169"/>
                      <a:pt x="72" y="169"/>
                    </a:cubicBezTo>
                    <a:cubicBezTo>
                      <a:pt x="72" y="169"/>
                      <a:pt x="74" y="169"/>
                      <a:pt x="75" y="170"/>
                    </a:cubicBezTo>
                    <a:cubicBezTo>
                      <a:pt x="75" y="170"/>
                      <a:pt x="77" y="170"/>
                      <a:pt x="77" y="170"/>
                    </a:cubicBezTo>
                    <a:cubicBezTo>
                      <a:pt x="79" y="171"/>
                      <a:pt x="81" y="171"/>
                      <a:pt x="81" y="171"/>
                    </a:cubicBezTo>
                    <a:cubicBezTo>
                      <a:pt x="81" y="171"/>
                      <a:pt x="81" y="172"/>
                      <a:pt x="81" y="172"/>
                    </a:cubicBezTo>
                    <a:cubicBezTo>
                      <a:pt x="81" y="173"/>
                      <a:pt x="81" y="174"/>
                      <a:pt x="81" y="174"/>
                    </a:cubicBezTo>
                    <a:cubicBezTo>
                      <a:pt x="79" y="174"/>
                      <a:pt x="79" y="175"/>
                      <a:pt x="80" y="176"/>
                    </a:cubicBezTo>
                    <a:cubicBezTo>
                      <a:pt x="80" y="176"/>
                      <a:pt x="81" y="177"/>
                      <a:pt x="81" y="177"/>
                    </a:cubicBezTo>
                    <a:cubicBezTo>
                      <a:pt x="81" y="177"/>
                      <a:pt x="80" y="178"/>
                      <a:pt x="82" y="179"/>
                    </a:cubicBezTo>
                    <a:cubicBezTo>
                      <a:pt x="84" y="179"/>
                      <a:pt x="85" y="181"/>
                      <a:pt x="85" y="181"/>
                    </a:cubicBezTo>
                    <a:cubicBezTo>
                      <a:pt x="87" y="180"/>
                      <a:pt x="87" y="180"/>
                      <a:pt x="87" y="180"/>
                    </a:cubicBezTo>
                    <a:cubicBezTo>
                      <a:pt x="87" y="180"/>
                      <a:pt x="89" y="179"/>
                      <a:pt x="90" y="179"/>
                    </a:cubicBezTo>
                    <a:cubicBezTo>
                      <a:pt x="91" y="180"/>
                      <a:pt x="91" y="179"/>
                      <a:pt x="93" y="179"/>
                    </a:cubicBezTo>
                    <a:cubicBezTo>
                      <a:pt x="94" y="179"/>
                      <a:pt x="98" y="179"/>
                      <a:pt x="98" y="179"/>
                    </a:cubicBezTo>
                    <a:cubicBezTo>
                      <a:pt x="100" y="180"/>
                      <a:pt x="100" y="180"/>
                      <a:pt x="100" y="180"/>
                    </a:cubicBezTo>
                    <a:cubicBezTo>
                      <a:pt x="100" y="183"/>
                      <a:pt x="100" y="183"/>
                      <a:pt x="100" y="183"/>
                    </a:cubicBezTo>
                    <a:cubicBezTo>
                      <a:pt x="100" y="183"/>
                      <a:pt x="99" y="183"/>
                      <a:pt x="98" y="183"/>
                    </a:cubicBezTo>
                    <a:cubicBezTo>
                      <a:pt x="98" y="183"/>
                      <a:pt x="97" y="182"/>
                      <a:pt x="95" y="182"/>
                    </a:cubicBezTo>
                    <a:cubicBezTo>
                      <a:pt x="94" y="183"/>
                      <a:pt x="94" y="184"/>
                      <a:pt x="93" y="184"/>
                    </a:cubicBezTo>
                    <a:cubicBezTo>
                      <a:pt x="92" y="184"/>
                      <a:pt x="91" y="184"/>
                      <a:pt x="90" y="185"/>
                    </a:cubicBezTo>
                    <a:cubicBezTo>
                      <a:pt x="89" y="185"/>
                      <a:pt x="89" y="185"/>
                      <a:pt x="90" y="186"/>
                    </a:cubicBezTo>
                    <a:cubicBezTo>
                      <a:pt x="90" y="187"/>
                      <a:pt x="90" y="188"/>
                      <a:pt x="89" y="188"/>
                    </a:cubicBezTo>
                    <a:cubicBezTo>
                      <a:pt x="88" y="188"/>
                      <a:pt x="87" y="186"/>
                      <a:pt x="86" y="187"/>
                    </a:cubicBezTo>
                    <a:cubicBezTo>
                      <a:pt x="85" y="187"/>
                      <a:pt x="84" y="188"/>
                      <a:pt x="83" y="188"/>
                    </a:cubicBezTo>
                    <a:cubicBezTo>
                      <a:pt x="83" y="188"/>
                      <a:pt x="83" y="189"/>
                      <a:pt x="82" y="189"/>
                    </a:cubicBezTo>
                    <a:cubicBezTo>
                      <a:pt x="80" y="191"/>
                      <a:pt x="81" y="190"/>
                      <a:pt x="79" y="191"/>
                    </a:cubicBezTo>
                    <a:cubicBezTo>
                      <a:pt x="78" y="192"/>
                      <a:pt x="67" y="191"/>
                      <a:pt x="67" y="191"/>
                    </a:cubicBezTo>
                    <a:cubicBezTo>
                      <a:pt x="66" y="191"/>
                      <a:pt x="65" y="190"/>
                      <a:pt x="64" y="190"/>
                    </a:cubicBezTo>
                    <a:cubicBezTo>
                      <a:pt x="62" y="190"/>
                      <a:pt x="62" y="190"/>
                      <a:pt x="61" y="190"/>
                    </a:cubicBezTo>
                    <a:cubicBezTo>
                      <a:pt x="59" y="191"/>
                      <a:pt x="60" y="190"/>
                      <a:pt x="58" y="190"/>
                    </a:cubicBezTo>
                    <a:cubicBezTo>
                      <a:pt x="56" y="191"/>
                      <a:pt x="54" y="191"/>
                      <a:pt x="54" y="191"/>
                    </a:cubicBezTo>
                    <a:cubicBezTo>
                      <a:pt x="54" y="191"/>
                      <a:pt x="54" y="190"/>
                      <a:pt x="53" y="190"/>
                    </a:cubicBezTo>
                    <a:cubicBezTo>
                      <a:pt x="53" y="189"/>
                      <a:pt x="54" y="190"/>
                      <a:pt x="53" y="189"/>
                    </a:cubicBezTo>
                    <a:cubicBezTo>
                      <a:pt x="52" y="187"/>
                      <a:pt x="52" y="187"/>
                      <a:pt x="53" y="186"/>
                    </a:cubicBezTo>
                    <a:cubicBezTo>
                      <a:pt x="54" y="184"/>
                      <a:pt x="55" y="183"/>
                      <a:pt x="55" y="183"/>
                    </a:cubicBezTo>
                    <a:cubicBezTo>
                      <a:pt x="55" y="183"/>
                      <a:pt x="55" y="182"/>
                      <a:pt x="55" y="182"/>
                    </a:cubicBezTo>
                    <a:cubicBezTo>
                      <a:pt x="54" y="181"/>
                      <a:pt x="54" y="180"/>
                      <a:pt x="53" y="180"/>
                    </a:cubicBezTo>
                    <a:cubicBezTo>
                      <a:pt x="52" y="180"/>
                      <a:pt x="51" y="179"/>
                      <a:pt x="50" y="180"/>
                    </a:cubicBezTo>
                    <a:cubicBezTo>
                      <a:pt x="49" y="180"/>
                      <a:pt x="52" y="178"/>
                      <a:pt x="49" y="179"/>
                    </a:cubicBezTo>
                    <a:cubicBezTo>
                      <a:pt x="45" y="181"/>
                      <a:pt x="42" y="182"/>
                      <a:pt x="41" y="182"/>
                    </a:cubicBezTo>
                    <a:cubicBezTo>
                      <a:pt x="40" y="182"/>
                      <a:pt x="38" y="180"/>
                      <a:pt x="37" y="182"/>
                    </a:cubicBezTo>
                    <a:cubicBezTo>
                      <a:pt x="36" y="183"/>
                      <a:pt x="36" y="183"/>
                      <a:pt x="35" y="184"/>
                    </a:cubicBezTo>
                    <a:cubicBezTo>
                      <a:pt x="33" y="184"/>
                      <a:pt x="32" y="183"/>
                      <a:pt x="31" y="184"/>
                    </a:cubicBezTo>
                    <a:cubicBezTo>
                      <a:pt x="31" y="185"/>
                      <a:pt x="30" y="184"/>
                      <a:pt x="29" y="185"/>
                    </a:cubicBezTo>
                    <a:cubicBezTo>
                      <a:pt x="29" y="186"/>
                      <a:pt x="28" y="186"/>
                      <a:pt x="29" y="187"/>
                    </a:cubicBezTo>
                    <a:cubicBezTo>
                      <a:pt x="29" y="189"/>
                      <a:pt x="31" y="190"/>
                      <a:pt x="30" y="190"/>
                    </a:cubicBezTo>
                    <a:cubicBezTo>
                      <a:pt x="29" y="191"/>
                      <a:pt x="28" y="190"/>
                      <a:pt x="26" y="190"/>
                    </a:cubicBezTo>
                    <a:cubicBezTo>
                      <a:pt x="25" y="190"/>
                      <a:pt x="23" y="190"/>
                      <a:pt x="22" y="190"/>
                    </a:cubicBezTo>
                    <a:cubicBezTo>
                      <a:pt x="21" y="191"/>
                      <a:pt x="21" y="190"/>
                      <a:pt x="20" y="191"/>
                    </a:cubicBezTo>
                    <a:cubicBezTo>
                      <a:pt x="19" y="191"/>
                      <a:pt x="18" y="191"/>
                      <a:pt x="16" y="192"/>
                    </a:cubicBezTo>
                    <a:cubicBezTo>
                      <a:pt x="14" y="194"/>
                      <a:pt x="15" y="194"/>
                      <a:pt x="14" y="194"/>
                    </a:cubicBezTo>
                    <a:cubicBezTo>
                      <a:pt x="13" y="195"/>
                      <a:pt x="13" y="195"/>
                      <a:pt x="12" y="195"/>
                    </a:cubicBezTo>
                    <a:cubicBezTo>
                      <a:pt x="11" y="195"/>
                      <a:pt x="10" y="196"/>
                      <a:pt x="9" y="195"/>
                    </a:cubicBezTo>
                    <a:cubicBezTo>
                      <a:pt x="8" y="195"/>
                      <a:pt x="5" y="196"/>
                      <a:pt x="5" y="196"/>
                    </a:cubicBezTo>
                    <a:cubicBezTo>
                      <a:pt x="3" y="198"/>
                      <a:pt x="0" y="199"/>
                      <a:pt x="0" y="199"/>
                    </a:cubicBezTo>
                    <a:cubicBezTo>
                      <a:pt x="0" y="202"/>
                      <a:pt x="1" y="204"/>
                      <a:pt x="2" y="204"/>
                    </a:cubicBezTo>
                    <a:cubicBezTo>
                      <a:pt x="3" y="205"/>
                      <a:pt x="4" y="204"/>
                      <a:pt x="4" y="205"/>
                    </a:cubicBezTo>
                    <a:cubicBezTo>
                      <a:pt x="5" y="205"/>
                      <a:pt x="8" y="205"/>
                      <a:pt x="8" y="206"/>
                    </a:cubicBezTo>
                    <a:cubicBezTo>
                      <a:pt x="8" y="207"/>
                      <a:pt x="10" y="207"/>
                      <a:pt x="11" y="207"/>
                    </a:cubicBezTo>
                    <a:cubicBezTo>
                      <a:pt x="11" y="207"/>
                      <a:pt x="15" y="206"/>
                      <a:pt x="15" y="206"/>
                    </a:cubicBezTo>
                    <a:cubicBezTo>
                      <a:pt x="16" y="207"/>
                      <a:pt x="17" y="206"/>
                      <a:pt x="18" y="207"/>
                    </a:cubicBezTo>
                    <a:cubicBezTo>
                      <a:pt x="19" y="207"/>
                      <a:pt x="20" y="207"/>
                      <a:pt x="21" y="208"/>
                    </a:cubicBezTo>
                    <a:cubicBezTo>
                      <a:pt x="23" y="208"/>
                      <a:pt x="24" y="209"/>
                      <a:pt x="23" y="210"/>
                    </a:cubicBezTo>
                    <a:cubicBezTo>
                      <a:pt x="21" y="210"/>
                      <a:pt x="17" y="211"/>
                      <a:pt x="17" y="211"/>
                    </a:cubicBezTo>
                    <a:cubicBezTo>
                      <a:pt x="16" y="211"/>
                      <a:pt x="15" y="209"/>
                      <a:pt x="14" y="211"/>
                    </a:cubicBezTo>
                    <a:cubicBezTo>
                      <a:pt x="13" y="212"/>
                      <a:pt x="14" y="213"/>
                      <a:pt x="15" y="213"/>
                    </a:cubicBezTo>
                    <a:cubicBezTo>
                      <a:pt x="15" y="214"/>
                      <a:pt x="17" y="215"/>
                      <a:pt x="17" y="216"/>
                    </a:cubicBezTo>
                    <a:cubicBezTo>
                      <a:pt x="18" y="218"/>
                      <a:pt x="19" y="218"/>
                      <a:pt x="19" y="219"/>
                    </a:cubicBezTo>
                    <a:cubicBezTo>
                      <a:pt x="19" y="220"/>
                      <a:pt x="19" y="222"/>
                      <a:pt x="19" y="222"/>
                    </a:cubicBezTo>
                    <a:cubicBezTo>
                      <a:pt x="20" y="223"/>
                      <a:pt x="22" y="223"/>
                      <a:pt x="22" y="223"/>
                    </a:cubicBezTo>
                    <a:cubicBezTo>
                      <a:pt x="22" y="223"/>
                      <a:pt x="25" y="223"/>
                      <a:pt x="25" y="224"/>
                    </a:cubicBezTo>
                    <a:cubicBezTo>
                      <a:pt x="26" y="224"/>
                      <a:pt x="28" y="225"/>
                      <a:pt x="28" y="225"/>
                    </a:cubicBezTo>
                    <a:cubicBezTo>
                      <a:pt x="29" y="225"/>
                      <a:pt x="32" y="225"/>
                      <a:pt x="32" y="225"/>
                    </a:cubicBezTo>
                    <a:cubicBezTo>
                      <a:pt x="32" y="225"/>
                      <a:pt x="34" y="225"/>
                      <a:pt x="35" y="225"/>
                    </a:cubicBezTo>
                    <a:cubicBezTo>
                      <a:pt x="35" y="225"/>
                      <a:pt x="34" y="225"/>
                      <a:pt x="36" y="225"/>
                    </a:cubicBezTo>
                    <a:cubicBezTo>
                      <a:pt x="38" y="225"/>
                      <a:pt x="41" y="225"/>
                      <a:pt x="41" y="225"/>
                    </a:cubicBezTo>
                    <a:cubicBezTo>
                      <a:pt x="47" y="224"/>
                      <a:pt x="47" y="224"/>
                      <a:pt x="47" y="224"/>
                    </a:cubicBezTo>
                    <a:cubicBezTo>
                      <a:pt x="47" y="224"/>
                      <a:pt x="48" y="224"/>
                      <a:pt x="49" y="223"/>
                    </a:cubicBezTo>
                    <a:cubicBezTo>
                      <a:pt x="50" y="223"/>
                      <a:pt x="51" y="222"/>
                      <a:pt x="52" y="222"/>
                    </a:cubicBezTo>
                    <a:cubicBezTo>
                      <a:pt x="52" y="223"/>
                      <a:pt x="53" y="224"/>
                      <a:pt x="55" y="224"/>
                    </a:cubicBezTo>
                    <a:cubicBezTo>
                      <a:pt x="57" y="224"/>
                      <a:pt x="58" y="224"/>
                      <a:pt x="59" y="224"/>
                    </a:cubicBezTo>
                    <a:cubicBezTo>
                      <a:pt x="60" y="223"/>
                      <a:pt x="61" y="222"/>
                      <a:pt x="61" y="224"/>
                    </a:cubicBezTo>
                    <a:cubicBezTo>
                      <a:pt x="62" y="225"/>
                      <a:pt x="63" y="225"/>
                      <a:pt x="63" y="226"/>
                    </a:cubicBezTo>
                    <a:cubicBezTo>
                      <a:pt x="63" y="227"/>
                      <a:pt x="65" y="226"/>
                      <a:pt x="65" y="226"/>
                    </a:cubicBezTo>
                    <a:cubicBezTo>
                      <a:pt x="67" y="226"/>
                      <a:pt x="67" y="226"/>
                      <a:pt x="68" y="226"/>
                    </a:cubicBezTo>
                    <a:cubicBezTo>
                      <a:pt x="69" y="227"/>
                      <a:pt x="69" y="228"/>
                      <a:pt x="70" y="226"/>
                    </a:cubicBezTo>
                    <a:cubicBezTo>
                      <a:pt x="71" y="225"/>
                      <a:pt x="73" y="224"/>
                      <a:pt x="74" y="224"/>
                    </a:cubicBezTo>
                    <a:cubicBezTo>
                      <a:pt x="74" y="223"/>
                      <a:pt x="74" y="222"/>
                      <a:pt x="76" y="222"/>
                    </a:cubicBezTo>
                    <a:cubicBezTo>
                      <a:pt x="77" y="221"/>
                      <a:pt x="78" y="220"/>
                      <a:pt x="78" y="220"/>
                    </a:cubicBezTo>
                    <a:cubicBezTo>
                      <a:pt x="78" y="220"/>
                      <a:pt x="80" y="220"/>
                      <a:pt x="81" y="220"/>
                    </a:cubicBezTo>
                    <a:cubicBezTo>
                      <a:pt x="81" y="219"/>
                      <a:pt x="81" y="219"/>
                      <a:pt x="83" y="219"/>
                    </a:cubicBezTo>
                    <a:cubicBezTo>
                      <a:pt x="84" y="219"/>
                      <a:pt x="85" y="218"/>
                      <a:pt x="86" y="218"/>
                    </a:cubicBezTo>
                    <a:cubicBezTo>
                      <a:pt x="87" y="218"/>
                      <a:pt x="88" y="217"/>
                      <a:pt x="89" y="217"/>
                    </a:cubicBezTo>
                    <a:cubicBezTo>
                      <a:pt x="91" y="217"/>
                      <a:pt x="92" y="217"/>
                      <a:pt x="92" y="218"/>
                    </a:cubicBezTo>
                    <a:cubicBezTo>
                      <a:pt x="93" y="219"/>
                      <a:pt x="93" y="220"/>
                      <a:pt x="93" y="220"/>
                    </a:cubicBezTo>
                    <a:cubicBezTo>
                      <a:pt x="93" y="221"/>
                      <a:pt x="93" y="222"/>
                      <a:pt x="92" y="222"/>
                    </a:cubicBezTo>
                    <a:cubicBezTo>
                      <a:pt x="91" y="223"/>
                      <a:pt x="91" y="222"/>
                      <a:pt x="90" y="223"/>
                    </a:cubicBezTo>
                    <a:cubicBezTo>
                      <a:pt x="89" y="224"/>
                      <a:pt x="90" y="224"/>
                      <a:pt x="89" y="224"/>
                    </a:cubicBezTo>
                    <a:cubicBezTo>
                      <a:pt x="88" y="225"/>
                      <a:pt x="88" y="226"/>
                      <a:pt x="88" y="227"/>
                    </a:cubicBezTo>
                    <a:cubicBezTo>
                      <a:pt x="88" y="228"/>
                      <a:pt x="92" y="231"/>
                      <a:pt x="92" y="231"/>
                    </a:cubicBezTo>
                    <a:cubicBezTo>
                      <a:pt x="92" y="231"/>
                      <a:pt x="94" y="235"/>
                      <a:pt x="94" y="235"/>
                    </a:cubicBezTo>
                    <a:cubicBezTo>
                      <a:pt x="93" y="236"/>
                      <a:pt x="94" y="237"/>
                      <a:pt x="94" y="238"/>
                    </a:cubicBezTo>
                    <a:cubicBezTo>
                      <a:pt x="94" y="239"/>
                      <a:pt x="94" y="239"/>
                      <a:pt x="93" y="240"/>
                    </a:cubicBezTo>
                    <a:cubicBezTo>
                      <a:pt x="92" y="241"/>
                      <a:pt x="93" y="241"/>
                      <a:pt x="91" y="242"/>
                    </a:cubicBezTo>
                    <a:cubicBezTo>
                      <a:pt x="90" y="243"/>
                      <a:pt x="93" y="242"/>
                      <a:pt x="91" y="244"/>
                    </a:cubicBezTo>
                    <a:cubicBezTo>
                      <a:pt x="89" y="246"/>
                      <a:pt x="87" y="246"/>
                      <a:pt x="87" y="246"/>
                    </a:cubicBezTo>
                    <a:cubicBezTo>
                      <a:pt x="86" y="247"/>
                      <a:pt x="82" y="248"/>
                      <a:pt x="81" y="247"/>
                    </a:cubicBezTo>
                    <a:cubicBezTo>
                      <a:pt x="80" y="247"/>
                      <a:pt x="78" y="246"/>
                      <a:pt x="78" y="246"/>
                    </a:cubicBezTo>
                    <a:cubicBezTo>
                      <a:pt x="78" y="246"/>
                      <a:pt x="77" y="246"/>
                      <a:pt x="76" y="246"/>
                    </a:cubicBezTo>
                    <a:cubicBezTo>
                      <a:pt x="75" y="247"/>
                      <a:pt x="75" y="246"/>
                      <a:pt x="74" y="247"/>
                    </a:cubicBezTo>
                    <a:cubicBezTo>
                      <a:pt x="72" y="248"/>
                      <a:pt x="71" y="248"/>
                      <a:pt x="70" y="249"/>
                    </a:cubicBezTo>
                    <a:cubicBezTo>
                      <a:pt x="69" y="250"/>
                      <a:pt x="69" y="250"/>
                      <a:pt x="69" y="251"/>
                    </a:cubicBezTo>
                    <a:cubicBezTo>
                      <a:pt x="68" y="252"/>
                      <a:pt x="68" y="253"/>
                      <a:pt x="68" y="253"/>
                    </a:cubicBezTo>
                    <a:cubicBezTo>
                      <a:pt x="65" y="254"/>
                      <a:pt x="65" y="254"/>
                      <a:pt x="65" y="254"/>
                    </a:cubicBezTo>
                    <a:cubicBezTo>
                      <a:pt x="64" y="254"/>
                      <a:pt x="63" y="254"/>
                      <a:pt x="62" y="254"/>
                    </a:cubicBezTo>
                    <a:cubicBezTo>
                      <a:pt x="61" y="254"/>
                      <a:pt x="62" y="253"/>
                      <a:pt x="61" y="254"/>
                    </a:cubicBezTo>
                    <a:cubicBezTo>
                      <a:pt x="59" y="255"/>
                      <a:pt x="59" y="255"/>
                      <a:pt x="58" y="255"/>
                    </a:cubicBezTo>
                    <a:cubicBezTo>
                      <a:pt x="56" y="254"/>
                      <a:pt x="56" y="254"/>
                      <a:pt x="56" y="253"/>
                    </a:cubicBezTo>
                    <a:cubicBezTo>
                      <a:pt x="56" y="252"/>
                      <a:pt x="57" y="252"/>
                      <a:pt x="56" y="252"/>
                    </a:cubicBezTo>
                    <a:cubicBezTo>
                      <a:pt x="54" y="252"/>
                      <a:pt x="53" y="251"/>
                      <a:pt x="52" y="251"/>
                    </a:cubicBezTo>
                    <a:cubicBezTo>
                      <a:pt x="51" y="251"/>
                      <a:pt x="50" y="251"/>
                      <a:pt x="50" y="251"/>
                    </a:cubicBezTo>
                    <a:cubicBezTo>
                      <a:pt x="49" y="251"/>
                      <a:pt x="47" y="252"/>
                      <a:pt x="46" y="253"/>
                    </a:cubicBezTo>
                    <a:cubicBezTo>
                      <a:pt x="46" y="253"/>
                      <a:pt x="46" y="253"/>
                      <a:pt x="45" y="254"/>
                    </a:cubicBezTo>
                    <a:cubicBezTo>
                      <a:pt x="44" y="255"/>
                      <a:pt x="44" y="256"/>
                      <a:pt x="43" y="257"/>
                    </a:cubicBezTo>
                    <a:cubicBezTo>
                      <a:pt x="41" y="258"/>
                      <a:pt x="41" y="257"/>
                      <a:pt x="41" y="259"/>
                    </a:cubicBezTo>
                    <a:cubicBezTo>
                      <a:pt x="41" y="261"/>
                      <a:pt x="41" y="262"/>
                      <a:pt x="42" y="262"/>
                    </a:cubicBezTo>
                    <a:cubicBezTo>
                      <a:pt x="42" y="263"/>
                      <a:pt x="43" y="264"/>
                      <a:pt x="43" y="264"/>
                    </a:cubicBezTo>
                    <a:cubicBezTo>
                      <a:pt x="43" y="264"/>
                      <a:pt x="43" y="265"/>
                      <a:pt x="43" y="266"/>
                    </a:cubicBezTo>
                    <a:cubicBezTo>
                      <a:pt x="42" y="267"/>
                      <a:pt x="40" y="265"/>
                      <a:pt x="39" y="266"/>
                    </a:cubicBezTo>
                    <a:cubicBezTo>
                      <a:pt x="38" y="266"/>
                      <a:pt x="37" y="266"/>
                      <a:pt x="37" y="267"/>
                    </a:cubicBezTo>
                    <a:cubicBezTo>
                      <a:pt x="36" y="268"/>
                      <a:pt x="36" y="268"/>
                      <a:pt x="34" y="269"/>
                    </a:cubicBezTo>
                    <a:cubicBezTo>
                      <a:pt x="33" y="269"/>
                      <a:pt x="33" y="268"/>
                      <a:pt x="32" y="270"/>
                    </a:cubicBezTo>
                    <a:cubicBezTo>
                      <a:pt x="31" y="272"/>
                      <a:pt x="31" y="272"/>
                      <a:pt x="30" y="273"/>
                    </a:cubicBezTo>
                    <a:cubicBezTo>
                      <a:pt x="30" y="275"/>
                      <a:pt x="32" y="272"/>
                      <a:pt x="30" y="275"/>
                    </a:cubicBezTo>
                    <a:cubicBezTo>
                      <a:pt x="28" y="278"/>
                      <a:pt x="28" y="278"/>
                      <a:pt x="29" y="279"/>
                    </a:cubicBezTo>
                    <a:cubicBezTo>
                      <a:pt x="29" y="280"/>
                      <a:pt x="28" y="280"/>
                      <a:pt x="27" y="282"/>
                    </a:cubicBezTo>
                    <a:cubicBezTo>
                      <a:pt x="25" y="284"/>
                      <a:pt x="24" y="282"/>
                      <a:pt x="24" y="284"/>
                    </a:cubicBezTo>
                    <a:cubicBezTo>
                      <a:pt x="24" y="285"/>
                      <a:pt x="24" y="286"/>
                      <a:pt x="25" y="287"/>
                    </a:cubicBezTo>
                    <a:cubicBezTo>
                      <a:pt x="25" y="288"/>
                      <a:pt x="27" y="289"/>
                      <a:pt x="27" y="290"/>
                    </a:cubicBezTo>
                    <a:cubicBezTo>
                      <a:pt x="28" y="291"/>
                      <a:pt x="27" y="290"/>
                      <a:pt x="28" y="291"/>
                    </a:cubicBezTo>
                    <a:cubicBezTo>
                      <a:pt x="28" y="292"/>
                      <a:pt x="30" y="293"/>
                      <a:pt x="30" y="293"/>
                    </a:cubicBezTo>
                    <a:cubicBezTo>
                      <a:pt x="30" y="294"/>
                      <a:pt x="31" y="294"/>
                      <a:pt x="32" y="294"/>
                    </a:cubicBezTo>
                    <a:cubicBezTo>
                      <a:pt x="32" y="294"/>
                      <a:pt x="34" y="293"/>
                      <a:pt x="34" y="293"/>
                    </a:cubicBezTo>
                    <a:cubicBezTo>
                      <a:pt x="34" y="293"/>
                      <a:pt x="36" y="292"/>
                      <a:pt x="36" y="291"/>
                    </a:cubicBezTo>
                    <a:cubicBezTo>
                      <a:pt x="36" y="290"/>
                      <a:pt x="37" y="288"/>
                      <a:pt x="37" y="288"/>
                    </a:cubicBezTo>
                    <a:cubicBezTo>
                      <a:pt x="37" y="288"/>
                      <a:pt x="38" y="287"/>
                      <a:pt x="39" y="287"/>
                    </a:cubicBezTo>
                    <a:cubicBezTo>
                      <a:pt x="39" y="286"/>
                      <a:pt x="41" y="285"/>
                      <a:pt x="41" y="285"/>
                    </a:cubicBezTo>
                    <a:cubicBezTo>
                      <a:pt x="40" y="288"/>
                      <a:pt x="40" y="288"/>
                      <a:pt x="40" y="288"/>
                    </a:cubicBezTo>
                    <a:cubicBezTo>
                      <a:pt x="38" y="289"/>
                      <a:pt x="37" y="289"/>
                      <a:pt x="37" y="290"/>
                    </a:cubicBezTo>
                    <a:cubicBezTo>
                      <a:pt x="36" y="291"/>
                      <a:pt x="37" y="291"/>
                      <a:pt x="36" y="292"/>
                    </a:cubicBezTo>
                    <a:cubicBezTo>
                      <a:pt x="36" y="294"/>
                      <a:pt x="36" y="294"/>
                      <a:pt x="36" y="295"/>
                    </a:cubicBezTo>
                    <a:cubicBezTo>
                      <a:pt x="36" y="295"/>
                      <a:pt x="37" y="294"/>
                      <a:pt x="38" y="296"/>
                    </a:cubicBezTo>
                    <a:cubicBezTo>
                      <a:pt x="39" y="297"/>
                      <a:pt x="41" y="296"/>
                      <a:pt x="41" y="297"/>
                    </a:cubicBezTo>
                    <a:cubicBezTo>
                      <a:pt x="41" y="298"/>
                      <a:pt x="40" y="298"/>
                      <a:pt x="41" y="299"/>
                    </a:cubicBezTo>
                    <a:cubicBezTo>
                      <a:pt x="42" y="299"/>
                      <a:pt x="43" y="298"/>
                      <a:pt x="44" y="298"/>
                    </a:cubicBezTo>
                    <a:cubicBezTo>
                      <a:pt x="45" y="299"/>
                      <a:pt x="47" y="298"/>
                      <a:pt x="46" y="299"/>
                    </a:cubicBezTo>
                    <a:cubicBezTo>
                      <a:pt x="46" y="300"/>
                      <a:pt x="46" y="301"/>
                      <a:pt x="47" y="300"/>
                    </a:cubicBezTo>
                    <a:cubicBezTo>
                      <a:pt x="48" y="300"/>
                      <a:pt x="50" y="299"/>
                      <a:pt x="50" y="299"/>
                    </a:cubicBezTo>
                    <a:cubicBezTo>
                      <a:pt x="50" y="299"/>
                      <a:pt x="51" y="299"/>
                      <a:pt x="52" y="299"/>
                    </a:cubicBezTo>
                    <a:cubicBezTo>
                      <a:pt x="53" y="299"/>
                      <a:pt x="51" y="299"/>
                      <a:pt x="53" y="299"/>
                    </a:cubicBezTo>
                    <a:cubicBezTo>
                      <a:pt x="55" y="298"/>
                      <a:pt x="54" y="298"/>
                      <a:pt x="55" y="298"/>
                    </a:cubicBezTo>
                    <a:cubicBezTo>
                      <a:pt x="56" y="299"/>
                      <a:pt x="56" y="297"/>
                      <a:pt x="57" y="299"/>
                    </a:cubicBezTo>
                    <a:cubicBezTo>
                      <a:pt x="58" y="302"/>
                      <a:pt x="58" y="302"/>
                      <a:pt x="58" y="303"/>
                    </a:cubicBezTo>
                    <a:cubicBezTo>
                      <a:pt x="57" y="303"/>
                      <a:pt x="56" y="305"/>
                      <a:pt x="55" y="305"/>
                    </a:cubicBezTo>
                    <a:cubicBezTo>
                      <a:pt x="55" y="305"/>
                      <a:pt x="54" y="304"/>
                      <a:pt x="54" y="304"/>
                    </a:cubicBezTo>
                    <a:cubicBezTo>
                      <a:pt x="54" y="304"/>
                      <a:pt x="51" y="301"/>
                      <a:pt x="51" y="302"/>
                    </a:cubicBezTo>
                    <a:cubicBezTo>
                      <a:pt x="50" y="303"/>
                      <a:pt x="50" y="303"/>
                      <a:pt x="49" y="304"/>
                    </a:cubicBezTo>
                    <a:cubicBezTo>
                      <a:pt x="47" y="305"/>
                      <a:pt x="46" y="304"/>
                      <a:pt x="46" y="304"/>
                    </a:cubicBezTo>
                    <a:cubicBezTo>
                      <a:pt x="46" y="302"/>
                      <a:pt x="46" y="302"/>
                      <a:pt x="45" y="302"/>
                    </a:cubicBezTo>
                    <a:cubicBezTo>
                      <a:pt x="44" y="301"/>
                      <a:pt x="45" y="300"/>
                      <a:pt x="44" y="300"/>
                    </a:cubicBezTo>
                    <a:cubicBezTo>
                      <a:pt x="43" y="300"/>
                      <a:pt x="42" y="300"/>
                      <a:pt x="41" y="300"/>
                    </a:cubicBezTo>
                    <a:cubicBezTo>
                      <a:pt x="41" y="301"/>
                      <a:pt x="41" y="300"/>
                      <a:pt x="39" y="300"/>
                    </a:cubicBezTo>
                    <a:cubicBezTo>
                      <a:pt x="38" y="301"/>
                      <a:pt x="39" y="300"/>
                      <a:pt x="37" y="302"/>
                    </a:cubicBezTo>
                    <a:cubicBezTo>
                      <a:pt x="36" y="304"/>
                      <a:pt x="36" y="304"/>
                      <a:pt x="35" y="305"/>
                    </a:cubicBezTo>
                    <a:cubicBezTo>
                      <a:pt x="34" y="305"/>
                      <a:pt x="33" y="306"/>
                      <a:pt x="34" y="306"/>
                    </a:cubicBezTo>
                    <a:cubicBezTo>
                      <a:pt x="34" y="306"/>
                      <a:pt x="38" y="306"/>
                      <a:pt x="38" y="307"/>
                    </a:cubicBezTo>
                    <a:cubicBezTo>
                      <a:pt x="39" y="309"/>
                      <a:pt x="39" y="309"/>
                      <a:pt x="40" y="309"/>
                    </a:cubicBezTo>
                    <a:cubicBezTo>
                      <a:pt x="41" y="310"/>
                      <a:pt x="40" y="308"/>
                      <a:pt x="43" y="311"/>
                    </a:cubicBezTo>
                    <a:cubicBezTo>
                      <a:pt x="45" y="314"/>
                      <a:pt x="48" y="315"/>
                      <a:pt x="48" y="316"/>
                    </a:cubicBezTo>
                    <a:cubicBezTo>
                      <a:pt x="48" y="316"/>
                      <a:pt x="48" y="318"/>
                      <a:pt x="49" y="319"/>
                    </a:cubicBezTo>
                    <a:cubicBezTo>
                      <a:pt x="49" y="320"/>
                      <a:pt x="49" y="320"/>
                      <a:pt x="50" y="320"/>
                    </a:cubicBezTo>
                    <a:cubicBezTo>
                      <a:pt x="51" y="320"/>
                      <a:pt x="51" y="320"/>
                      <a:pt x="52" y="320"/>
                    </a:cubicBezTo>
                    <a:cubicBezTo>
                      <a:pt x="53" y="321"/>
                      <a:pt x="53" y="321"/>
                      <a:pt x="55" y="321"/>
                    </a:cubicBezTo>
                    <a:cubicBezTo>
                      <a:pt x="57" y="321"/>
                      <a:pt x="61" y="320"/>
                      <a:pt x="61" y="320"/>
                    </a:cubicBezTo>
                    <a:cubicBezTo>
                      <a:pt x="61" y="320"/>
                      <a:pt x="62" y="321"/>
                      <a:pt x="63" y="321"/>
                    </a:cubicBezTo>
                    <a:cubicBezTo>
                      <a:pt x="63" y="320"/>
                      <a:pt x="65" y="319"/>
                      <a:pt x="66" y="319"/>
                    </a:cubicBezTo>
                    <a:cubicBezTo>
                      <a:pt x="66" y="318"/>
                      <a:pt x="69" y="316"/>
                      <a:pt x="69" y="316"/>
                    </a:cubicBezTo>
                    <a:cubicBezTo>
                      <a:pt x="69" y="316"/>
                      <a:pt x="69" y="316"/>
                      <a:pt x="70" y="316"/>
                    </a:cubicBezTo>
                    <a:cubicBezTo>
                      <a:pt x="71" y="315"/>
                      <a:pt x="72" y="313"/>
                      <a:pt x="72" y="313"/>
                    </a:cubicBezTo>
                    <a:cubicBezTo>
                      <a:pt x="72" y="313"/>
                      <a:pt x="72" y="312"/>
                      <a:pt x="72" y="310"/>
                    </a:cubicBezTo>
                    <a:cubicBezTo>
                      <a:pt x="72" y="309"/>
                      <a:pt x="69" y="310"/>
                      <a:pt x="73" y="307"/>
                    </a:cubicBezTo>
                    <a:cubicBezTo>
                      <a:pt x="76" y="304"/>
                      <a:pt x="77" y="303"/>
                      <a:pt x="77" y="304"/>
                    </a:cubicBezTo>
                    <a:cubicBezTo>
                      <a:pt x="78" y="305"/>
                      <a:pt x="77" y="306"/>
                      <a:pt x="77" y="306"/>
                    </a:cubicBezTo>
                    <a:cubicBezTo>
                      <a:pt x="76" y="307"/>
                      <a:pt x="75" y="308"/>
                      <a:pt x="74" y="309"/>
                    </a:cubicBezTo>
                    <a:cubicBezTo>
                      <a:pt x="74" y="310"/>
                      <a:pt x="74" y="310"/>
                      <a:pt x="74" y="311"/>
                    </a:cubicBezTo>
                    <a:cubicBezTo>
                      <a:pt x="75" y="312"/>
                      <a:pt x="75" y="314"/>
                      <a:pt x="76" y="315"/>
                    </a:cubicBezTo>
                    <a:cubicBezTo>
                      <a:pt x="76" y="316"/>
                      <a:pt x="77" y="317"/>
                      <a:pt x="77" y="318"/>
                    </a:cubicBezTo>
                    <a:cubicBezTo>
                      <a:pt x="77" y="319"/>
                      <a:pt x="78" y="320"/>
                      <a:pt x="78" y="321"/>
                    </a:cubicBezTo>
                    <a:cubicBezTo>
                      <a:pt x="78" y="322"/>
                      <a:pt x="77" y="322"/>
                      <a:pt x="78" y="322"/>
                    </a:cubicBezTo>
                    <a:cubicBezTo>
                      <a:pt x="78" y="323"/>
                      <a:pt x="81" y="323"/>
                      <a:pt x="81" y="324"/>
                    </a:cubicBezTo>
                    <a:cubicBezTo>
                      <a:pt x="81" y="325"/>
                      <a:pt x="81" y="327"/>
                      <a:pt x="81" y="327"/>
                    </a:cubicBezTo>
                    <a:cubicBezTo>
                      <a:pt x="80" y="328"/>
                      <a:pt x="80" y="327"/>
                      <a:pt x="79" y="328"/>
                    </a:cubicBezTo>
                    <a:cubicBezTo>
                      <a:pt x="78" y="329"/>
                      <a:pt x="77" y="330"/>
                      <a:pt x="77" y="331"/>
                    </a:cubicBezTo>
                    <a:cubicBezTo>
                      <a:pt x="77" y="332"/>
                      <a:pt x="77" y="333"/>
                      <a:pt x="78" y="333"/>
                    </a:cubicBezTo>
                    <a:cubicBezTo>
                      <a:pt x="79" y="333"/>
                      <a:pt x="80" y="334"/>
                      <a:pt x="81" y="334"/>
                    </a:cubicBezTo>
                    <a:cubicBezTo>
                      <a:pt x="81" y="335"/>
                      <a:pt x="82" y="336"/>
                      <a:pt x="81" y="337"/>
                    </a:cubicBezTo>
                    <a:cubicBezTo>
                      <a:pt x="80" y="338"/>
                      <a:pt x="80" y="338"/>
                      <a:pt x="81" y="339"/>
                    </a:cubicBezTo>
                    <a:cubicBezTo>
                      <a:pt x="81" y="340"/>
                      <a:pt x="80" y="342"/>
                      <a:pt x="80" y="342"/>
                    </a:cubicBezTo>
                    <a:cubicBezTo>
                      <a:pt x="80" y="342"/>
                      <a:pt x="77" y="343"/>
                      <a:pt x="80" y="343"/>
                    </a:cubicBezTo>
                    <a:cubicBezTo>
                      <a:pt x="82" y="343"/>
                      <a:pt x="84" y="342"/>
                      <a:pt x="85" y="342"/>
                    </a:cubicBezTo>
                    <a:cubicBezTo>
                      <a:pt x="85" y="342"/>
                      <a:pt x="83" y="342"/>
                      <a:pt x="87" y="341"/>
                    </a:cubicBezTo>
                    <a:cubicBezTo>
                      <a:pt x="92" y="339"/>
                      <a:pt x="96" y="337"/>
                      <a:pt x="96" y="337"/>
                    </a:cubicBezTo>
                    <a:cubicBezTo>
                      <a:pt x="96" y="337"/>
                      <a:pt x="100" y="334"/>
                      <a:pt x="100" y="335"/>
                    </a:cubicBezTo>
                    <a:cubicBezTo>
                      <a:pt x="101" y="337"/>
                      <a:pt x="100" y="335"/>
                      <a:pt x="101" y="337"/>
                    </a:cubicBezTo>
                    <a:cubicBezTo>
                      <a:pt x="102" y="338"/>
                      <a:pt x="103" y="338"/>
                      <a:pt x="104" y="338"/>
                    </a:cubicBezTo>
                    <a:cubicBezTo>
                      <a:pt x="105" y="338"/>
                      <a:pt x="105" y="337"/>
                      <a:pt x="105" y="338"/>
                    </a:cubicBezTo>
                    <a:cubicBezTo>
                      <a:pt x="105" y="340"/>
                      <a:pt x="108" y="338"/>
                      <a:pt x="108" y="338"/>
                    </a:cubicBezTo>
                    <a:cubicBezTo>
                      <a:pt x="109" y="337"/>
                      <a:pt x="109" y="337"/>
                      <a:pt x="109" y="337"/>
                    </a:cubicBezTo>
                    <a:cubicBezTo>
                      <a:pt x="109" y="337"/>
                      <a:pt x="110" y="339"/>
                      <a:pt x="110" y="340"/>
                    </a:cubicBezTo>
                    <a:cubicBezTo>
                      <a:pt x="112" y="342"/>
                      <a:pt x="113" y="342"/>
                      <a:pt x="114" y="343"/>
                    </a:cubicBezTo>
                    <a:cubicBezTo>
                      <a:pt x="115" y="345"/>
                      <a:pt x="116" y="346"/>
                      <a:pt x="116" y="346"/>
                    </a:cubicBezTo>
                    <a:cubicBezTo>
                      <a:pt x="117" y="347"/>
                      <a:pt x="118" y="347"/>
                      <a:pt x="118" y="347"/>
                    </a:cubicBezTo>
                    <a:cubicBezTo>
                      <a:pt x="120" y="345"/>
                      <a:pt x="120" y="345"/>
                      <a:pt x="120" y="345"/>
                    </a:cubicBezTo>
                    <a:cubicBezTo>
                      <a:pt x="121" y="340"/>
                      <a:pt x="121" y="340"/>
                      <a:pt x="121" y="340"/>
                    </a:cubicBezTo>
                    <a:cubicBezTo>
                      <a:pt x="123" y="338"/>
                      <a:pt x="123" y="338"/>
                      <a:pt x="123" y="338"/>
                    </a:cubicBezTo>
                    <a:cubicBezTo>
                      <a:pt x="123" y="338"/>
                      <a:pt x="123" y="337"/>
                      <a:pt x="123" y="337"/>
                    </a:cubicBezTo>
                    <a:cubicBezTo>
                      <a:pt x="124" y="336"/>
                      <a:pt x="123" y="334"/>
                      <a:pt x="123" y="333"/>
                    </a:cubicBezTo>
                    <a:cubicBezTo>
                      <a:pt x="123" y="333"/>
                      <a:pt x="125" y="332"/>
                      <a:pt x="125" y="332"/>
                    </a:cubicBezTo>
                    <a:cubicBezTo>
                      <a:pt x="125" y="332"/>
                      <a:pt x="126" y="334"/>
                      <a:pt x="127" y="334"/>
                    </a:cubicBezTo>
                    <a:cubicBezTo>
                      <a:pt x="127" y="334"/>
                      <a:pt x="129" y="336"/>
                      <a:pt x="129" y="337"/>
                    </a:cubicBezTo>
                    <a:cubicBezTo>
                      <a:pt x="128" y="337"/>
                      <a:pt x="126" y="337"/>
                      <a:pt x="126" y="338"/>
                    </a:cubicBezTo>
                    <a:cubicBezTo>
                      <a:pt x="125" y="338"/>
                      <a:pt x="125" y="338"/>
                      <a:pt x="124" y="340"/>
                    </a:cubicBezTo>
                    <a:cubicBezTo>
                      <a:pt x="124" y="341"/>
                      <a:pt x="123" y="341"/>
                      <a:pt x="125" y="342"/>
                    </a:cubicBezTo>
                    <a:cubicBezTo>
                      <a:pt x="126" y="343"/>
                      <a:pt x="127" y="342"/>
                      <a:pt x="128" y="343"/>
                    </a:cubicBezTo>
                    <a:cubicBezTo>
                      <a:pt x="128" y="343"/>
                      <a:pt x="129" y="344"/>
                      <a:pt x="129" y="344"/>
                    </a:cubicBezTo>
                    <a:cubicBezTo>
                      <a:pt x="134" y="342"/>
                      <a:pt x="134" y="342"/>
                      <a:pt x="134" y="342"/>
                    </a:cubicBezTo>
                    <a:cubicBezTo>
                      <a:pt x="136" y="340"/>
                      <a:pt x="136" y="340"/>
                      <a:pt x="136" y="340"/>
                    </a:cubicBezTo>
                    <a:cubicBezTo>
                      <a:pt x="139" y="339"/>
                      <a:pt x="139" y="339"/>
                      <a:pt x="139" y="339"/>
                    </a:cubicBezTo>
                    <a:cubicBezTo>
                      <a:pt x="139" y="339"/>
                      <a:pt x="143" y="337"/>
                      <a:pt x="144" y="336"/>
                    </a:cubicBezTo>
                    <a:cubicBezTo>
                      <a:pt x="144" y="335"/>
                      <a:pt x="144" y="335"/>
                      <a:pt x="145" y="334"/>
                    </a:cubicBezTo>
                    <a:cubicBezTo>
                      <a:pt x="146" y="333"/>
                      <a:pt x="147" y="331"/>
                      <a:pt x="148" y="332"/>
                    </a:cubicBezTo>
                    <a:cubicBezTo>
                      <a:pt x="148" y="333"/>
                      <a:pt x="148" y="336"/>
                      <a:pt x="147" y="337"/>
                    </a:cubicBezTo>
                    <a:cubicBezTo>
                      <a:pt x="146" y="338"/>
                      <a:pt x="145" y="339"/>
                      <a:pt x="144" y="340"/>
                    </a:cubicBezTo>
                    <a:cubicBezTo>
                      <a:pt x="144" y="341"/>
                      <a:pt x="145" y="341"/>
                      <a:pt x="144" y="342"/>
                    </a:cubicBezTo>
                    <a:cubicBezTo>
                      <a:pt x="143" y="342"/>
                      <a:pt x="140" y="343"/>
                      <a:pt x="138" y="345"/>
                    </a:cubicBezTo>
                    <a:cubicBezTo>
                      <a:pt x="137" y="346"/>
                      <a:pt x="136" y="345"/>
                      <a:pt x="137" y="347"/>
                    </a:cubicBezTo>
                    <a:cubicBezTo>
                      <a:pt x="137" y="349"/>
                      <a:pt x="139" y="349"/>
                      <a:pt x="139" y="350"/>
                    </a:cubicBezTo>
                    <a:cubicBezTo>
                      <a:pt x="139" y="351"/>
                      <a:pt x="138" y="352"/>
                      <a:pt x="138" y="353"/>
                    </a:cubicBezTo>
                    <a:cubicBezTo>
                      <a:pt x="137" y="353"/>
                      <a:pt x="136" y="354"/>
                      <a:pt x="136" y="354"/>
                    </a:cubicBezTo>
                    <a:cubicBezTo>
                      <a:pt x="136" y="355"/>
                      <a:pt x="136" y="357"/>
                      <a:pt x="136" y="358"/>
                    </a:cubicBezTo>
                    <a:cubicBezTo>
                      <a:pt x="135" y="362"/>
                      <a:pt x="134" y="361"/>
                      <a:pt x="135" y="363"/>
                    </a:cubicBezTo>
                    <a:cubicBezTo>
                      <a:pt x="136" y="364"/>
                      <a:pt x="137" y="364"/>
                      <a:pt x="135" y="365"/>
                    </a:cubicBezTo>
                    <a:cubicBezTo>
                      <a:pt x="133" y="365"/>
                      <a:pt x="131" y="365"/>
                      <a:pt x="131" y="365"/>
                    </a:cubicBezTo>
                    <a:cubicBezTo>
                      <a:pt x="130" y="365"/>
                      <a:pt x="129" y="366"/>
                      <a:pt x="128" y="367"/>
                    </a:cubicBezTo>
                    <a:cubicBezTo>
                      <a:pt x="127" y="368"/>
                      <a:pt x="128" y="368"/>
                      <a:pt x="126" y="368"/>
                    </a:cubicBezTo>
                    <a:cubicBezTo>
                      <a:pt x="125" y="369"/>
                      <a:pt x="124" y="369"/>
                      <a:pt x="124" y="371"/>
                    </a:cubicBezTo>
                    <a:cubicBezTo>
                      <a:pt x="123" y="372"/>
                      <a:pt x="122" y="372"/>
                      <a:pt x="122" y="373"/>
                    </a:cubicBezTo>
                    <a:cubicBezTo>
                      <a:pt x="122" y="374"/>
                      <a:pt x="123" y="373"/>
                      <a:pt x="122" y="375"/>
                    </a:cubicBezTo>
                    <a:cubicBezTo>
                      <a:pt x="121" y="376"/>
                      <a:pt x="122" y="375"/>
                      <a:pt x="121" y="376"/>
                    </a:cubicBezTo>
                    <a:cubicBezTo>
                      <a:pt x="119" y="377"/>
                      <a:pt x="119" y="377"/>
                      <a:pt x="118" y="377"/>
                    </a:cubicBezTo>
                    <a:cubicBezTo>
                      <a:pt x="116" y="378"/>
                      <a:pt x="117" y="376"/>
                      <a:pt x="115" y="377"/>
                    </a:cubicBezTo>
                    <a:cubicBezTo>
                      <a:pt x="113" y="379"/>
                      <a:pt x="113" y="379"/>
                      <a:pt x="111" y="380"/>
                    </a:cubicBezTo>
                    <a:cubicBezTo>
                      <a:pt x="109" y="381"/>
                      <a:pt x="109" y="381"/>
                      <a:pt x="108" y="382"/>
                    </a:cubicBezTo>
                    <a:cubicBezTo>
                      <a:pt x="107" y="382"/>
                      <a:pt x="106" y="382"/>
                      <a:pt x="105" y="383"/>
                    </a:cubicBezTo>
                    <a:cubicBezTo>
                      <a:pt x="104" y="384"/>
                      <a:pt x="104" y="384"/>
                      <a:pt x="102" y="386"/>
                    </a:cubicBezTo>
                    <a:cubicBezTo>
                      <a:pt x="101" y="387"/>
                      <a:pt x="100" y="387"/>
                      <a:pt x="99" y="387"/>
                    </a:cubicBezTo>
                    <a:cubicBezTo>
                      <a:pt x="98" y="388"/>
                      <a:pt x="98" y="387"/>
                      <a:pt x="98" y="389"/>
                    </a:cubicBezTo>
                    <a:cubicBezTo>
                      <a:pt x="98" y="390"/>
                      <a:pt x="98" y="390"/>
                      <a:pt x="98" y="392"/>
                    </a:cubicBezTo>
                    <a:cubicBezTo>
                      <a:pt x="97" y="393"/>
                      <a:pt x="96" y="393"/>
                      <a:pt x="96" y="394"/>
                    </a:cubicBezTo>
                    <a:cubicBezTo>
                      <a:pt x="94" y="394"/>
                      <a:pt x="96" y="394"/>
                      <a:pt x="92" y="393"/>
                    </a:cubicBezTo>
                    <a:cubicBezTo>
                      <a:pt x="92" y="393"/>
                      <a:pt x="91" y="394"/>
                      <a:pt x="90" y="394"/>
                    </a:cubicBezTo>
                    <a:cubicBezTo>
                      <a:pt x="89" y="393"/>
                      <a:pt x="86" y="393"/>
                      <a:pt x="86" y="393"/>
                    </a:cubicBezTo>
                    <a:cubicBezTo>
                      <a:pt x="86" y="393"/>
                      <a:pt x="84" y="394"/>
                      <a:pt x="83" y="394"/>
                    </a:cubicBezTo>
                    <a:cubicBezTo>
                      <a:pt x="83" y="394"/>
                      <a:pt x="82" y="394"/>
                      <a:pt x="81" y="394"/>
                    </a:cubicBezTo>
                    <a:cubicBezTo>
                      <a:pt x="80" y="395"/>
                      <a:pt x="81" y="394"/>
                      <a:pt x="80" y="395"/>
                    </a:cubicBezTo>
                    <a:cubicBezTo>
                      <a:pt x="78" y="396"/>
                      <a:pt x="77" y="396"/>
                      <a:pt x="77" y="397"/>
                    </a:cubicBezTo>
                    <a:cubicBezTo>
                      <a:pt x="76" y="398"/>
                      <a:pt x="74" y="399"/>
                      <a:pt x="74" y="400"/>
                    </a:cubicBezTo>
                    <a:cubicBezTo>
                      <a:pt x="74" y="400"/>
                      <a:pt x="73" y="400"/>
                      <a:pt x="73" y="401"/>
                    </a:cubicBezTo>
                    <a:cubicBezTo>
                      <a:pt x="72" y="402"/>
                      <a:pt x="71" y="402"/>
                      <a:pt x="71" y="403"/>
                    </a:cubicBezTo>
                    <a:cubicBezTo>
                      <a:pt x="71" y="405"/>
                      <a:pt x="69" y="406"/>
                      <a:pt x="69" y="406"/>
                    </a:cubicBezTo>
                    <a:cubicBezTo>
                      <a:pt x="68" y="406"/>
                      <a:pt x="67" y="406"/>
                      <a:pt x="67" y="406"/>
                    </a:cubicBezTo>
                    <a:cubicBezTo>
                      <a:pt x="67" y="407"/>
                      <a:pt x="65" y="407"/>
                      <a:pt x="64" y="407"/>
                    </a:cubicBezTo>
                    <a:cubicBezTo>
                      <a:pt x="64" y="408"/>
                      <a:pt x="63" y="407"/>
                      <a:pt x="62" y="408"/>
                    </a:cubicBezTo>
                    <a:cubicBezTo>
                      <a:pt x="62" y="408"/>
                      <a:pt x="61" y="408"/>
                      <a:pt x="61" y="409"/>
                    </a:cubicBezTo>
                    <a:cubicBezTo>
                      <a:pt x="62" y="410"/>
                      <a:pt x="63" y="410"/>
                      <a:pt x="63" y="410"/>
                    </a:cubicBezTo>
                    <a:cubicBezTo>
                      <a:pt x="64" y="410"/>
                      <a:pt x="65" y="410"/>
                      <a:pt x="65" y="411"/>
                    </a:cubicBezTo>
                    <a:cubicBezTo>
                      <a:pt x="65" y="412"/>
                      <a:pt x="65" y="413"/>
                      <a:pt x="65" y="413"/>
                    </a:cubicBezTo>
                    <a:cubicBezTo>
                      <a:pt x="66" y="413"/>
                      <a:pt x="68" y="413"/>
                      <a:pt x="68" y="413"/>
                    </a:cubicBezTo>
                    <a:cubicBezTo>
                      <a:pt x="68" y="413"/>
                      <a:pt x="69" y="413"/>
                      <a:pt x="69" y="413"/>
                    </a:cubicBezTo>
                    <a:cubicBezTo>
                      <a:pt x="69" y="412"/>
                      <a:pt x="70" y="410"/>
                      <a:pt x="70" y="410"/>
                    </a:cubicBezTo>
                    <a:cubicBezTo>
                      <a:pt x="72" y="410"/>
                      <a:pt x="72" y="410"/>
                      <a:pt x="72" y="410"/>
                    </a:cubicBezTo>
                    <a:cubicBezTo>
                      <a:pt x="73" y="412"/>
                      <a:pt x="73" y="412"/>
                      <a:pt x="73" y="412"/>
                    </a:cubicBezTo>
                    <a:cubicBezTo>
                      <a:pt x="75" y="410"/>
                      <a:pt x="75" y="410"/>
                      <a:pt x="75" y="410"/>
                    </a:cubicBezTo>
                    <a:cubicBezTo>
                      <a:pt x="75" y="410"/>
                      <a:pt x="76" y="410"/>
                      <a:pt x="77" y="410"/>
                    </a:cubicBezTo>
                    <a:cubicBezTo>
                      <a:pt x="77" y="409"/>
                      <a:pt x="79" y="408"/>
                      <a:pt x="79" y="408"/>
                    </a:cubicBezTo>
                    <a:cubicBezTo>
                      <a:pt x="79" y="408"/>
                      <a:pt x="80" y="407"/>
                      <a:pt x="80" y="406"/>
                    </a:cubicBezTo>
                    <a:cubicBezTo>
                      <a:pt x="80" y="406"/>
                      <a:pt x="80" y="405"/>
                      <a:pt x="81" y="404"/>
                    </a:cubicBezTo>
                    <a:cubicBezTo>
                      <a:pt x="82" y="404"/>
                      <a:pt x="82" y="402"/>
                      <a:pt x="83" y="402"/>
                    </a:cubicBezTo>
                    <a:cubicBezTo>
                      <a:pt x="86" y="402"/>
                      <a:pt x="86" y="402"/>
                      <a:pt x="86" y="402"/>
                    </a:cubicBezTo>
                    <a:cubicBezTo>
                      <a:pt x="86" y="403"/>
                      <a:pt x="87" y="403"/>
                      <a:pt x="87" y="404"/>
                    </a:cubicBezTo>
                    <a:cubicBezTo>
                      <a:pt x="87" y="404"/>
                      <a:pt x="86" y="405"/>
                      <a:pt x="89" y="405"/>
                    </a:cubicBezTo>
                    <a:cubicBezTo>
                      <a:pt x="91" y="404"/>
                      <a:pt x="91" y="404"/>
                      <a:pt x="91" y="403"/>
                    </a:cubicBezTo>
                    <a:cubicBezTo>
                      <a:pt x="95" y="404"/>
                      <a:pt x="95" y="404"/>
                      <a:pt x="95" y="404"/>
                    </a:cubicBezTo>
                    <a:cubicBezTo>
                      <a:pt x="96" y="405"/>
                      <a:pt x="96" y="406"/>
                      <a:pt x="97" y="406"/>
                    </a:cubicBezTo>
                    <a:cubicBezTo>
                      <a:pt x="98" y="405"/>
                      <a:pt x="99" y="405"/>
                      <a:pt x="99" y="404"/>
                    </a:cubicBezTo>
                    <a:cubicBezTo>
                      <a:pt x="99" y="404"/>
                      <a:pt x="100" y="402"/>
                      <a:pt x="100" y="402"/>
                    </a:cubicBezTo>
                    <a:cubicBezTo>
                      <a:pt x="100" y="400"/>
                      <a:pt x="100" y="400"/>
                      <a:pt x="100" y="400"/>
                    </a:cubicBezTo>
                    <a:cubicBezTo>
                      <a:pt x="104" y="399"/>
                      <a:pt x="104" y="399"/>
                      <a:pt x="104" y="399"/>
                    </a:cubicBezTo>
                    <a:cubicBezTo>
                      <a:pt x="104" y="399"/>
                      <a:pt x="105" y="398"/>
                      <a:pt x="105" y="397"/>
                    </a:cubicBezTo>
                    <a:cubicBezTo>
                      <a:pt x="105" y="397"/>
                      <a:pt x="107" y="398"/>
                      <a:pt x="107" y="398"/>
                    </a:cubicBezTo>
                    <a:cubicBezTo>
                      <a:pt x="108" y="400"/>
                      <a:pt x="107" y="401"/>
                      <a:pt x="107" y="401"/>
                    </a:cubicBezTo>
                    <a:cubicBezTo>
                      <a:pt x="108" y="401"/>
                      <a:pt x="111" y="400"/>
                      <a:pt x="111" y="400"/>
                    </a:cubicBezTo>
                    <a:cubicBezTo>
                      <a:pt x="112" y="399"/>
                      <a:pt x="112" y="399"/>
                      <a:pt x="112" y="399"/>
                    </a:cubicBezTo>
                    <a:cubicBezTo>
                      <a:pt x="113" y="397"/>
                      <a:pt x="113" y="397"/>
                      <a:pt x="113" y="397"/>
                    </a:cubicBezTo>
                    <a:cubicBezTo>
                      <a:pt x="119" y="394"/>
                      <a:pt x="119" y="394"/>
                      <a:pt x="119" y="394"/>
                    </a:cubicBezTo>
                    <a:cubicBezTo>
                      <a:pt x="119" y="394"/>
                      <a:pt x="119" y="394"/>
                      <a:pt x="120" y="394"/>
                    </a:cubicBezTo>
                    <a:cubicBezTo>
                      <a:pt x="121" y="394"/>
                      <a:pt x="122" y="393"/>
                      <a:pt x="123" y="394"/>
                    </a:cubicBezTo>
                    <a:cubicBezTo>
                      <a:pt x="124" y="394"/>
                      <a:pt x="125" y="393"/>
                      <a:pt x="125" y="393"/>
                    </a:cubicBezTo>
                    <a:cubicBezTo>
                      <a:pt x="126" y="393"/>
                      <a:pt x="126" y="393"/>
                      <a:pt x="126" y="392"/>
                    </a:cubicBezTo>
                    <a:cubicBezTo>
                      <a:pt x="127" y="391"/>
                      <a:pt x="128" y="390"/>
                      <a:pt x="128" y="390"/>
                    </a:cubicBezTo>
                    <a:cubicBezTo>
                      <a:pt x="128" y="390"/>
                      <a:pt x="129" y="390"/>
                      <a:pt x="129" y="389"/>
                    </a:cubicBezTo>
                    <a:cubicBezTo>
                      <a:pt x="129" y="389"/>
                      <a:pt x="128" y="387"/>
                      <a:pt x="127" y="387"/>
                    </a:cubicBezTo>
                    <a:cubicBezTo>
                      <a:pt x="127" y="386"/>
                      <a:pt x="127" y="385"/>
                      <a:pt x="128" y="385"/>
                    </a:cubicBezTo>
                    <a:cubicBezTo>
                      <a:pt x="128" y="385"/>
                      <a:pt x="130" y="384"/>
                      <a:pt x="130" y="384"/>
                    </a:cubicBezTo>
                    <a:cubicBezTo>
                      <a:pt x="131" y="383"/>
                      <a:pt x="136" y="380"/>
                      <a:pt x="136" y="380"/>
                    </a:cubicBezTo>
                    <a:cubicBezTo>
                      <a:pt x="137" y="380"/>
                      <a:pt x="137" y="380"/>
                      <a:pt x="137" y="380"/>
                    </a:cubicBezTo>
                    <a:cubicBezTo>
                      <a:pt x="137" y="380"/>
                      <a:pt x="139" y="379"/>
                      <a:pt x="139" y="379"/>
                    </a:cubicBezTo>
                    <a:cubicBezTo>
                      <a:pt x="140" y="380"/>
                      <a:pt x="142" y="378"/>
                      <a:pt x="142" y="378"/>
                    </a:cubicBezTo>
                    <a:cubicBezTo>
                      <a:pt x="142" y="378"/>
                      <a:pt x="145" y="377"/>
                      <a:pt x="145" y="377"/>
                    </a:cubicBezTo>
                    <a:cubicBezTo>
                      <a:pt x="147" y="376"/>
                      <a:pt x="148" y="375"/>
                      <a:pt x="148" y="375"/>
                    </a:cubicBezTo>
                    <a:cubicBezTo>
                      <a:pt x="150" y="373"/>
                      <a:pt x="152" y="369"/>
                      <a:pt x="152" y="369"/>
                    </a:cubicBezTo>
                    <a:cubicBezTo>
                      <a:pt x="152" y="369"/>
                      <a:pt x="152" y="368"/>
                      <a:pt x="152" y="368"/>
                    </a:cubicBezTo>
                    <a:cubicBezTo>
                      <a:pt x="152" y="367"/>
                      <a:pt x="152" y="366"/>
                      <a:pt x="153" y="366"/>
                    </a:cubicBezTo>
                    <a:cubicBezTo>
                      <a:pt x="154" y="366"/>
                      <a:pt x="155" y="366"/>
                      <a:pt x="156" y="366"/>
                    </a:cubicBezTo>
                    <a:cubicBezTo>
                      <a:pt x="156" y="366"/>
                      <a:pt x="159" y="364"/>
                      <a:pt x="159" y="364"/>
                    </a:cubicBezTo>
                    <a:cubicBezTo>
                      <a:pt x="159" y="364"/>
                      <a:pt x="159" y="363"/>
                      <a:pt x="160" y="363"/>
                    </a:cubicBezTo>
                    <a:cubicBezTo>
                      <a:pt x="160" y="362"/>
                      <a:pt x="163" y="361"/>
                      <a:pt x="163" y="361"/>
                    </a:cubicBezTo>
                    <a:cubicBezTo>
                      <a:pt x="167" y="359"/>
                      <a:pt x="167" y="359"/>
                      <a:pt x="167" y="359"/>
                    </a:cubicBezTo>
                    <a:cubicBezTo>
                      <a:pt x="169" y="358"/>
                      <a:pt x="169" y="358"/>
                      <a:pt x="169" y="358"/>
                    </a:cubicBezTo>
                    <a:cubicBezTo>
                      <a:pt x="173" y="356"/>
                      <a:pt x="173" y="356"/>
                      <a:pt x="173" y="356"/>
                    </a:cubicBezTo>
                    <a:cubicBezTo>
                      <a:pt x="174" y="355"/>
                      <a:pt x="174" y="355"/>
                      <a:pt x="174" y="355"/>
                    </a:cubicBezTo>
                    <a:cubicBezTo>
                      <a:pt x="174" y="355"/>
                      <a:pt x="175" y="354"/>
                      <a:pt x="176" y="354"/>
                    </a:cubicBezTo>
                    <a:cubicBezTo>
                      <a:pt x="178" y="355"/>
                      <a:pt x="180" y="354"/>
                      <a:pt x="180" y="354"/>
                    </a:cubicBezTo>
                    <a:cubicBezTo>
                      <a:pt x="181" y="353"/>
                      <a:pt x="181" y="351"/>
                      <a:pt x="181" y="351"/>
                    </a:cubicBezTo>
                    <a:cubicBezTo>
                      <a:pt x="181" y="351"/>
                      <a:pt x="182" y="350"/>
                      <a:pt x="182" y="349"/>
                    </a:cubicBezTo>
                    <a:cubicBezTo>
                      <a:pt x="182" y="348"/>
                      <a:pt x="182" y="348"/>
                      <a:pt x="183" y="347"/>
                    </a:cubicBezTo>
                    <a:cubicBezTo>
                      <a:pt x="185" y="346"/>
                      <a:pt x="186" y="345"/>
                      <a:pt x="186" y="345"/>
                    </a:cubicBezTo>
                    <a:cubicBezTo>
                      <a:pt x="188" y="345"/>
                      <a:pt x="188" y="345"/>
                      <a:pt x="188" y="345"/>
                    </a:cubicBezTo>
                    <a:cubicBezTo>
                      <a:pt x="188" y="345"/>
                      <a:pt x="189" y="345"/>
                      <a:pt x="189" y="344"/>
                    </a:cubicBezTo>
                    <a:cubicBezTo>
                      <a:pt x="190" y="343"/>
                      <a:pt x="190" y="344"/>
                      <a:pt x="190" y="342"/>
                    </a:cubicBezTo>
                    <a:cubicBezTo>
                      <a:pt x="191" y="341"/>
                      <a:pt x="192" y="340"/>
                      <a:pt x="192" y="340"/>
                    </a:cubicBezTo>
                    <a:cubicBezTo>
                      <a:pt x="191" y="339"/>
                      <a:pt x="191" y="339"/>
                      <a:pt x="191" y="338"/>
                    </a:cubicBezTo>
                    <a:cubicBezTo>
                      <a:pt x="191" y="336"/>
                      <a:pt x="191" y="335"/>
                      <a:pt x="190" y="335"/>
                    </a:cubicBezTo>
                    <a:cubicBezTo>
                      <a:pt x="189" y="335"/>
                      <a:pt x="187" y="334"/>
                      <a:pt x="186" y="334"/>
                    </a:cubicBezTo>
                    <a:cubicBezTo>
                      <a:pt x="185" y="334"/>
                      <a:pt x="184" y="335"/>
                      <a:pt x="183" y="335"/>
                    </a:cubicBezTo>
                    <a:cubicBezTo>
                      <a:pt x="182" y="335"/>
                      <a:pt x="181" y="334"/>
                      <a:pt x="182" y="333"/>
                    </a:cubicBezTo>
                    <a:cubicBezTo>
                      <a:pt x="181" y="332"/>
                      <a:pt x="183" y="329"/>
                      <a:pt x="183" y="329"/>
                    </a:cubicBezTo>
                    <a:cubicBezTo>
                      <a:pt x="184" y="329"/>
                      <a:pt x="184" y="330"/>
                      <a:pt x="185" y="328"/>
                    </a:cubicBezTo>
                    <a:cubicBezTo>
                      <a:pt x="186" y="327"/>
                      <a:pt x="185" y="327"/>
                      <a:pt x="187" y="326"/>
                    </a:cubicBezTo>
                    <a:cubicBezTo>
                      <a:pt x="188" y="326"/>
                      <a:pt x="188" y="325"/>
                      <a:pt x="189" y="325"/>
                    </a:cubicBezTo>
                    <a:cubicBezTo>
                      <a:pt x="189" y="324"/>
                      <a:pt x="189" y="324"/>
                      <a:pt x="190" y="324"/>
                    </a:cubicBezTo>
                    <a:cubicBezTo>
                      <a:pt x="191" y="323"/>
                      <a:pt x="193" y="322"/>
                      <a:pt x="194" y="322"/>
                    </a:cubicBezTo>
                    <a:cubicBezTo>
                      <a:pt x="194" y="322"/>
                      <a:pt x="197" y="321"/>
                      <a:pt x="197" y="321"/>
                    </a:cubicBezTo>
                    <a:cubicBezTo>
                      <a:pt x="198" y="320"/>
                      <a:pt x="200" y="319"/>
                      <a:pt x="200" y="318"/>
                    </a:cubicBezTo>
                    <a:cubicBezTo>
                      <a:pt x="200" y="317"/>
                      <a:pt x="200" y="316"/>
                      <a:pt x="200" y="316"/>
                    </a:cubicBezTo>
                    <a:cubicBezTo>
                      <a:pt x="201" y="315"/>
                      <a:pt x="203" y="314"/>
                      <a:pt x="203" y="314"/>
                    </a:cubicBezTo>
                    <a:cubicBezTo>
                      <a:pt x="203" y="312"/>
                      <a:pt x="203" y="312"/>
                      <a:pt x="203" y="312"/>
                    </a:cubicBezTo>
                    <a:cubicBezTo>
                      <a:pt x="203" y="312"/>
                      <a:pt x="202" y="311"/>
                      <a:pt x="203" y="310"/>
                    </a:cubicBezTo>
                    <a:cubicBezTo>
                      <a:pt x="204" y="310"/>
                      <a:pt x="205" y="309"/>
                      <a:pt x="205" y="309"/>
                    </a:cubicBezTo>
                    <a:cubicBezTo>
                      <a:pt x="205" y="309"/>
                      <a:pt x="207" y="308"/>
                      <a:pt x="207" y="307"/>
                    </a:cubicBezTo>
                    <a:cubicBezTo>
                      <a:pt x="207" y="307"/>
                      <a:pt x="208" y="306"/>
                      <a:pt x="208" y="306"/>
                    </a:cubicBezTo>
                    <a:cubicBezTo>
                      <a:pt x="209" y="305"/>
                      <a:pt x="209" y="305"/>
                      <a:pt x="210" y="304"/>
                    </a:cubicBezTo>
                    <a:cubicBezTo>
                      <a:pt x="211" y="303"/>
                      <a:pt x="212" y="302"/>
                      <a:pt x="213" y="302"/>
                    </a:cubicBezTo>
                    <a:cubicBezTo>
                      <a:pt x="214" y="301"/>
                      <a:pt x="215" y="298"/>
                      <a:pt x="216" y="298"/>
                    </a:cubicBezTo>
                    <a:cubicBezTo>
                      <a:pt x="217" y="298"/>
                      <a:pt x="216" y="297"/>
                      <a:pt x="218" y="296"/>
                    </a:cubicBezTo>
                    <a:cubicBezTo>
                      <a:pt x="219" y="295"/>
                      <a:pt x="220" y="295"/>
                      <a:pt x="220" y="295"/>
                    </a:cubicBezTo>
                    <a:cubicBezTo>
                      <a:pt x="221" y="294"/>
                      <a:pt x="223" y="294"/>
                      <a:pt x="223" y="293"/>
                    </a:cubicBezTo>
                    <a:cubicBezTo>
                      <a:pt x="224" y="293"/>
                      <a:pt x="225" y="292"/>
                      <a:pt x="225" y="292"/>
                    </a:cubicBezTo>
                    <a:cubicBezTo>
                      <a:pt x="226" y="291"/>
                      <a:pt x="228" y="291"/>
                      <a:pt x="229" y="291"/>
                    </a:cubicBezTo>
                    <a:cubicBezTo>
                      <a:pt x="229" y="291"/>
                      <a:pt x="230" y="290"/>
                      <a:pt x="231" y="291"/>
                    </a:cubicBezTo>
                    <a:cubicBezTo>
                      <a:pt x="232" y="292"/>
                      <a:pt x="233" y="292"/>
                      <a:pt x="233" y="292"/>
                    </a:cubicBezTo>
                    <a:cubicBezTo>
                      <a:pt x="234" y="291"/>
                      <a:pt x="234" y="291"/>
                      <a:pt x="235" y="291"/>
                    </a:cubicBezTo>
                    <a:cubicBezTo>
                      <a:pt x="236" y="290"/>
                      <a:pt x="238" y="290"/>
                      <a:pt x="239" y="289"/>
                    </a:cubicBezTo>
                    <a:cubicBezTo>
                      <a:pt x="240" y="288"/>
                      <a:pt x="241" y="287"/>
                      <a:pt x="242" y="287"/>
                    </a:cubicBezTo>
                    <a:cubicBezTo>
                      <a:pt x="243" y="287"/>
                      <a:pt x="246" y="287"/>
                      <a:pt x="245" y="288"/>
                    </a:cubicBezTo>
                    <a:cubicBezTo>
                      <a:pt x="243" y="289"/>
                      <a:pt x="243" y="289"/>
                      <a:pt x="242" y="290"/>
                    </a:cubicBezTo>
                    <a:cubicBezTo>
                      <a:pt x="240" y="291"/>
                      <a:pt x="240" y="291"/>
                      <a:pt x="240" y="292"/>
                    </a:cubicBezTo>
                    <a:cubicBezTo>
                      <a:pt x="239" y="293"/>
                      <a:pt x="238" y="294"/>
                      <a:pt x="240" y="294"/>
                    </a:cubicBezTo>
                    <a:cubicBezTo>
                      <a:pt x="241" y="294"/>
                      <a:pt x="240" y="294"/>
                      <a:pt x="242" y="295"/>
                    </a:cubicBezTo>
                    <a:cubicBezTo>
                      <a:pt x="244" y="296"/>
                      <a:pt x="246" y="297"/>
                      <a:pt x="245" y="297"/>
                    </a:cubicBezTo>
                    <a:cubicBezTo>
                      <a:pt x="243" y="299"/>
                      <a:pt x="241" y="298"/>
                      <a:pt x="240" y="297"/>
                    </a:cubicBezTo>
                    <a:cubicBezTo>
                      <a:pt x="239" y="296"/>
                      <a:pt x="238" y="296"/>
                      <a:pt x="237" y="297"/>
                    </a:cubicBezTo>
                    <a:cubicBezTo>
                      <a:pt x="236" y="297"/>
                      <a:pt x="236" y="297"/>
                      <a:pt x="235" y="297"/>
                    </a:cubicBezTo>
                    <a:cubicBezTo>
                      <a:pt x="233" y="298"/>
                      <a:pt x="232" y="298"/>
                      <a:pt x="231" y="297"/>
                    </a:cubicBezTo>
                    <a:cubicBezTo>
                      <a:pt x="230" y="297"/>
                      <a:pt x="229" y="296"/>
                      <a:pt x="229" y="296"/>
                    </a:cubicBezTo>
                    <a:cubicBezTo>
                      <a:pt x="229" y="296"/>
                      <a:pt x="230" y="294"/>
                      <a:pt x="228" y="295"/>
                    </a:cubicBezTo>
                    <a:cubicBezTo>
                      <a:pt x="226" y="296"/>
                      <a:pt x="225" y="296"/>
                      <a:pt x="224" y="298"/>
                    </a:cubicBezTo>
                    <a:cubicBezTo>
                      <a:pt x="223" y="300"/>
                      <a:pt x="224" y="300"/>
                      <a:pt x="223" y="300"/>
                    </a:cubicBezTo>
                    <a:cubicBezTo>
                      <a:pt x="222" y="301"/>
                      <a:pt x="221" y="300"/>
                      <a:pt x="220" y="301"/>
                    </a:cubicBezTo>
                    <a:cubicBezTo>
                      <a:pt x="219" y="302"/>
                      <a:pt x="219" y="301"/>
                      <a:pt x="219" y="302"/>
                    </a:cubicBezTo>
                    <a:cubicBezTo>
                      <a:pt x="219" y="303"/>
                      <a:pt x="219" y="303"/>
                      <a:pt x="219" y="304"/>
                    </a:cubicBezTo>
                    <a:cubicBezTo>
                      <a:pt x="219" y="305"/>
                      <a:pt x="220" y="304"/>
                      <a:pt x="219" y="306"/>
                    </a:cubicBezTo>
                    <a:cubicBezTo>
                      <a:pt x="219" y="308"/>
                      <a:pt x="220" y="307"/>
                      <a:pt x="219" y="309"/>
                    </a:cubicBezTo>
                    <a:cubicBezTo>
                      <a:pt x="218" y="310"/>
                      <a:pt x="216" y="311"/>
                      <a:pt x="216" y="312"/>
                    </a:cubicBezTo>
                    <a:cubicBezTo>
                      <a:pt x="216" y="313"/>
                      <a:pt x="214" y="313"/>
                      <a:pt x="214" y="314"/>
                    </a:cubicBezTo>
                    <a:cubicBezTo>
                      <a:pt x="214" y="315"/>
                      <a:pt x="212" y="315"/>
                      <a:pt x="212" y="316"/>
                    </a:cubicBezTo>
                    <a:cubicBezTo>
                      <a:pt x="212" y="318"/>
                      <a:pt x="213" y="317"/>
                      <a:pt x="212" y="319"/>
                    </a:cubicBezTo>
                    <a:cubicBezTo>
                      <a:pt x="211" y="321"/>
                      <a:pt x="210" y="320"/>
                      <a:pt x="211" y="321"/>
                    </a:cubicBezTo>
                    <a:cubicBezTo>
                      <a:pt x="213" y="321"/>
                      <a:pt x="216" y="321"/>
                      <a:pt x="216" y="321"/>
                    </a:cubicBezTo>
                    <a:cubicBezTo>
                      <a:pt x="217" y="321"/>
                      <a:pt x="220" y="322"/>
                      <a:pt x="220" y="322"/>
                    </a:cubicBezTo>
                    <a:cubicBezTo>
                      <a:pt x="220" y="322"/>
                      <a:pt x="220" y="323"/>
                      <a:pt x="219" y="323"/>
                    </a:cubicBezTo>
                    <a:cubicBezTo>
                      <a:pt x="219" y="324"/>
                      <a:pt x="219" y="325"/>
                      <a:pt x="218" y="326"/>
                    </a:cubicBezTo>
                    <a:cubicBezTo>
                      <a:pt x="216" y="327"/>
                      <a:pt x="215" y="328"/>
                      <a:pt x="214" y="328"/>
                    </a:cubicBezTo>
                    <a:cubicBezTo>
                      <a:pt x="214" y="328"/>
                      <a:pt x="212" y="327"/>
                      <a:pt x="211" y="328"/>
                    </a:cubicBezTo>
                    <a:cubicBezTo>
                      <a:pt x="211" y="328"/>
                      <a:pt x="210" y="328"/>
                      <a:pt x="210" y="329"/>
                    </a:cubicBezTo>
                    <a:cubicBezTo>
                      <a:pt x="211" y="330"/>
                      <a:pt x="211" y="331"/>
                      <a:pt x="211" y="331"/>
                    </a:cubicBezTo>
                    <a:cubicBezTo>
                      <a:pt x="211" y="331"/>
                      <a:pt x="211" y="331"/>
                      <a:pt x="211" y="331"/>
                    </a:cubicBezTo>
                    <a:cubicBezTo>
                      <a:pt x="212" y="331"/>
                      <a:pt x="212" y="331"/>
                      <a:pt x="213" y="331"/>
                    </a:cubicBezTo>
                    <a:cubicBezTo>
                      <a:pt x="215" y="331"/>
                      <a:pt x="221" y="330"/>
                      <a:pt x="222" y="330"/>
                    </a:cubicBezTo>
                    <a:cubicBezTo>
                      <a:pt x="223" y="331"/>
                      <a:pt x="220" y="333"/>
                      <a:pt x="224" y="330"/>
                    </a:cubicBezTo>
                    <a:cubicBezTo>
                      <a:pt x="229" y="327"/>
                      <a:pt x="230" y="326"/>
                      <a:pt x="231" y="325"/>
                    </a:cubicBezTo>
                    <a:cubicBezTo>
                      <a:pt x="233" y="324"/>
                      <a:pt x="233" y="324"/>
                      <a:pt x="234" y="323"/>
                    </a:cubicBezTo>
                    <a:cubicBezTo>
                      <a:pt x="235" y="323"/>
                      <a:pt x="238" y="321"/>
                      <a:pt x="239" y="321"/>
                    </a:cubicBezTo>
                    <a:cubicBezTo>
                      <a:pt x="240" y="321"/>
                      <a:pt x="241" y="321"/>
                      <a:pt x="242" y="320"/>
                    </a:cubicBezTo>
                    <a:cubicBezTo>
                      <a:pt x="243" y="320"/>
                      <a:pt x="243" y="319"/>
                      <a:pt x="245" y="318"/>
                    </a:cubicBezTo>
                    <a:cubicBezTo>
                      <a:pt x="246" y="317"/>
                      <a:pt x="246" y="317"/>
                      <a:pt x="247" y="317"/>
                    </a:cubicBezTo>
                    <a:cubicBezTo>
                      <a:pt x="249" y="318"/>
                      <a:pt x="249" y="318"/>
                      <a:pt x="250" y="317"/>
                    </a:cubicBezTo>
                    <a:cubicBezTo>
                      <a:pt x="251" y="317"/>
                      <a:pt x="251" y="317"/>
                      <a:pt x="252" y="317"/>
                    </a:cubicBezTo>
                    <a:cubicBezTo>
                      <a:pt x="253" y="316"/>
                      <a:pt x="255" y="315"/>
                      <a:pt x="255" y="315"/>
                    </a:cubicBezTo>
                    <a:cubicBezTo>
                      <a:pt x="255" y="315"/>
                      <a:pt x="259" y="311"/>
                      <a:pt x="259" y="310"/>
                    </a:cubicBezTo>
                    <a:cubicBezTo>
                      <a:pt x="260" y="309"/>
                      <a:pt x="261" y="309"/>
                      <a:pt x="261" y="308"/>
                    </a:cubicBezTo>
                    <a:cubicBezTo>
                      <a:pt x="260" y="307"/>
                      <a:pt x="262" y="306"/>
                      <a:pt x="260" y="306"/>
                    </a:cubicBezTo>
                    <a:cubicBezTo>
                      <a:pt x="258" y="306"/>
                      <a:pt x="258" y="307"/>
                      <a:pt x="257" y="305"/>
                    </a:cubicBezTo>
                    <a:cubicBezTo>
                      <a:pt x="256" y="304"/>
                      <a:pt x="255" y="304"/>
                      <a:pt x="255" y="302"/>
                    </a:cubicBezTo>
                    <a:cubicBezTo>
                      <a:pt x="256" y="301"/>
                      <a:pt x="256" y="301"/>
                      <a:pt x="257" y="300"/>
                    </a:cubicBezTo>
                    <a:cubicBezTo>
                      <a:pt x="258" y="299"/>
                      <a:pt x="259" y="299"/>
                      <a:pt x="260" y="298"/>
                    </a:cubicBezTo>
                    <a:cubicBezTo>
                      <a:pt x="260" y="298"/>
                      <a:pt x="260" y="297"/>
                      <a:pt x="261" y="296"/>
                    </a:cubicBezTo>
                    <a:cubicBezTo>
                      <a:pt x="261" y="295"/>
                      <a:pt x="262" y="294"/>
                      <a:pt x="263" y="294"/>
                    </a:cubicBezTo>
                    <a:cubicBezTo>
                      <a:pt x="263" y="294"/>
                      <a:pt x="265" y="293"/>
                      <a:pt x="265" y="293"/>
                    </a:cubicBezTo>
                    <a:cubicBezTo>
                      <a:pt x="263" y="297"/>
                      <a:pt x="263" y="297"/>
                      <a:pt x="263" y="297"/>
                    </a:cubicBezTo>
                    <a:cubicBezTo>
                      <a:pt x="263" y="297"/>
                      <a:pt x="264" y="299"/>
                      <a:pt x="264" y="300"/>
                    </a:cubicBezTo>
                    <a:cubicBezTo>
                      <a:pt x="264" y="301"/>
                      <a:pt x="266" y="301"/>
                      <a:pt x="266" y="300"/>
                    </a:cubicBezTo>
                    <a:cubicBezTo>
                      <a:pt x="267" y="299"/>
                      <a:pt x="268" y="298"/>
                      <a:pt x="268" y="298"/>
                    </a:cubicBezTo>
                    <a:cubicBezTo>
                      <a:pt x="268" y="298"/>
                      <a:pt x="269" y="297"/>
                      <a:pt x="270" y="298"/>
                    </a:cubicBezTo>
                    <a:cubicBezTo>
                      <a:pt x="270" y="298"/>
                      <a:pt x="274" y="298"/>
                      <a:pt x="274" y="298"/>
                    </a:cubicBezTo>
                    <a:cubicBezTo>
                      <a:pt x="274" y="298"/>
                      <a:pt x="275" y="297"/>
                      <a:pt x="276" y="298"/>
                    </a:cubicBezTo>
                    <a:cubicBezTo>
                      <a:pt x="276" y="298"/>
                      <a:pt x="278" y="297"/>
                      <a:pt x="279" y="297"/>
                    </a:cubicBezTo>
                    <a:cubicBezTo>
                      <a:pt x="279" y="297"/>
                      <a:pt x="279" y="296"/>
                      <a:pt x="280" y="296"/>
                    </a:cubicBezTo>
                    <a:cubicBezTo>
                      <a:pt x="281" y="296"/>
                      <a:pt x="282" y="297"/>
                      <a:pt x="282" y="298"/>
                    </a:cubicBezTo>
                    <a:cubicBezTo>
                      <a:pt x="282" y="300"/>
                      <a:pt x="284" y="300"/>
                      <a:pt x="285" y="300"/>
                    </a:cubicBezTo>
                    <a:cubicBezTo>
                      <a:pt x="285" y="301"/>
                      <a:pt x="286" y="301"/>
                      <a:pt x="286" y="302"/>
                    </a:cubicBezTo>
                    <a:cubicBezTo>
                      <a:pt x="287" y="303"/>
                      <a:pt x="288" y="303"/>
                      <a:pt x="287" y="304"/>
                    </a:cubicBezTo>
                    <a:cubicBezTo>
                      <a:pt x="287" y="304"/>
                      <a:pt x="284" y="302"/>
                      <a:pt x="284" y="304"/>
                    </a:cubicBezTo>
                    <a:cubicBezTo>
                      <a:pt x="283" y="306"/>
                      <a:pt x="285" y="305"/>
                      <a:pt x="284" y="307"/>
                    </a:cubicBezTo>
                    <a:cubicBezTo>
                      <a:pt x="283" y="309"/>
                      <a:pt x="288" y="306"/>
                      <a:pt x="288" y="306"/>
                    </a:cubicBezTo>
                    <a:cubicBezTo>
                      <a:pt x="288" y="306"/>
                      <a:pt x="290" y="307"/>
                      <a:pt x="291" y="308"/>
                    </a:cubicBezTo>
                    <a:cubicBezTo>
                      <a:pt x="291" y="309"/>
                      <a:pt x="293" y="310"/>
                      <a:pt x="293" y="310"/>
                    </a:cubicBezTo>
                    <a:cubicBezTo>
                      <a:pt x="293" y="310"/>
                      <a:pt x="294" y="309"/>
                      <a:pt x="295" y="309"/>
                    </a:cubicBezTo>
                    <a:cubicBezTo>
                      <a:pt x="295" y="310"/>
                      <a:pt x="297" y="310"/>
                      <a:pt x="297" y="309"/>
                    </a:cubicBezTo>
                    <a:cubicBezTo>
                      <a:pt x="298" y="309"/>
                      <a:pt x="299" y="308"/>
                      <a:pt x="299" y="308"/>
                    </a:cubicBezTo>
                    <a:cubicBezTo>
                      <a:pt x="300" y="307"/>
                      <a:pt x="301" y="307"/>
                      <a:pt x="302" y="306"/>
                    </a:cubicBezTo>
                    <a:cubicBezTo>
                      <a:pt x="303" y="305"/>
                      <a:pt x="305" y="305"/>
                      <a:pt x="305" y="304"/>
                    </a:cubicBezTo>
                    <a:cubicBezTo>
                      <a:pt x="306" y="304"/>
                      <a:pt x="308" y="303"/>
                      <a:pt x="307" y="304"/>
                    </a:cubicBezTo>
                    <a:cubicBezTo>
                      <a:pt x="306" y="305"/>
                      <a:pt x="304" y="307"/>
                      <a:pt x="303" y="307"/>
                    </a:cubicBezTo>
                    <a:cubicBezTo>
                      <a:pt x="302" y="308"/>
                      <a:pt x="302" y="308"/>
                      <a:pt x="302" y="309"/>
                    </a:cubicBezTo>
                    <a:cubicBezTo>
                      <a:pt x="303" y="310"/>
                      <a:pt x="305" y="311"/>
                      <a:pt x="305" y="311"/>
                    </a:cubicBezTo>
                    <a:cubicBezTo>
                      <a:pt x="306" y="313"/>
                      <a:pt x="309" y="313"/>
                      <a:pt x="309" y="313"/>
                    </a:cubicBezTo>
                    <a:cubicBezTo>
                      <a:pt x="309" y="314"/>
                      <a:pt x="310" y="314"/>
                      <a:pt x="310" y="315"/>
                    </a:cubicBezTo>
                    <a:cubicBezTo>
                      <a:pt x="310" y="316"/>
                      <a:pt x="312" y="315"/>
                      <a:pt x="312" y="316"/>
                    </a:cubicBezTo>
                    <a:cubicBezTo>
                      <a:pt x="312" y="316"/>
                      <a:pt x="322" y="314"/>
                      <a:pt x="322" y="314"/>
                    </a:cubicBezTo>
                    <a:cubicBezTo>
                      <a:pt x="323" y="315"/>
                      <a:pt x="323" y="316"/>
                      <a:pt x="324" y="316"/>
                    </a:cubicBezTo>
                    <a:cubicBezTo>
                      <a:pt x="325" y="316"/>
                      <a:pt x="327" y="316"/>
                      <a:pt x="327" y="316"/>
                    </a:cubicBezTo>
                    <a:cubicBezTo>
                      <a:pt x="327" y="316"/>
                      <a:pt x="330" y="315"/>
                      <a:pt x="330" y="316"/>
                    </a:cubicBezTo>
                    <a:cubicBezTo>
                      <a:pt x="330" y="316"/>
                      <a:pt x="332" y="315"/>
                      <a:pt x="332" y="315"/>
                    </a:cubicBezTo>
                    <a:cubicBezTo>
                      <a:pt x="334" y="314"/>
                      <a:pt x="334" y="314"/>
                      <a:pt x="334" y="314"/>
                    </a:cubicBezTo>
                    <a:cubicBezTo>
                      <a:pt x="337" y="314"/>
                      <a:pt x="337" y="314"/>
                      <a:pt x="337" y="314"/>
                    </a:cubicBezTo>
                    <a:cubicBezTo>
                      <a:pt x="337" y="314"/>
                      <a:pt x="338" y="314"/>
                      <a:pt x="338" y="315"/>
                    </a:cubicBezTo>
                    <a:cubicBezTo>
                      <a:pt x="339" y="315"/>
                      <a:pt x="341" y="314"/>
                      <a:pt x="341" y="315"/>
                    </a:cubicBezTo>
                    <a:cubicBezTo>
                      <a:pt x="341" y="315"/>
                      <a:pt x="343" y="316"/>
                      <a:pt x="344" y="316"/>
                    </a:cubicBezTo>
                    <a:cubicBezTo>
                      <a:pt x="346" y="316"/>
                      <a:pt x="349" y="314"/>
                      <a:pt x="349" y="314"/>
                    </a:cubicBezTo>
                    <a:cubicBezTo>
                      <a:pt x="349" y="314"/>
                      <a:pt x="350" y="316"/>
                      <a:pt x="350" y="316"/>
                    </a:cubicBezTo>
                    <a:cubicBezTo>
                      <a:pt x="350" y="317"/>
                      <a:pt x="350" y="317"/>
                      <a:pt x="351" y="318"/>
                    </a:cubicBezTo>
                    <a:cubicBezTo>
                      <a:pt x="351" y="319"/>
                      <a:pt x="351" y="321"/>
                      <a:pt x="352" y="321"/>
                    </a:cubicBezTo>
                    <a:cubicBezTo>
                      <a:pt x="352" y="321"/>
                      <a:pt x="353" y="321"/>
                      <a:pt x="355" y="321"/>
                    </a:cubicBezTo>
                    <a:cubicBezTo>
                      <a:pt x="357" y="322"/>
                      <a:pt x="357" y="322"/>
                      <a:pt x="358" y="322"/>
                    </a:cubicBezTo>
                    <a:cubicBezTo>
                      <a:pt x="359" y="323"/>
                      <a:pt x="360" y="323"/>
                      <a:pt x="361" y="323"/>
                    </a:cubicBezTo>
                    <a:cubicBezTo>
                      <a:pt x="362" y="323"/>
                      <a:pt x="364" y="323"/>
                      <a:pt x="365" y="322"/>
                    </a:cubicBezTo>
                    <a:cubicBezTo>
                      <a:pt x="366" y="321"/>
                      <a:pt x="367" y="320"/>
                      <a:pt x="368" y="320"/>
                    </a:cubicBezTo>
                    <a:cubicBezTo>
                      <a:pt x="369" y="320"/>
                      <a:pt x="371" y="319"/>
                      <a:pt x="371" y="319"/>
                    </a:cubicBezTo>
                    <a:cubicBezTo>
                      <a:pt x="372" y="319"/>
                      <a:pt x="372" y="318"/>
                      <a:pt x="373" y="318"/>
                    </a:cubicBezTo>
                    <a:cubicBezTo>
                      <a:pt x="375" y="319"/>
                      <a:pt x="376" y="321"/>
                      <a:pt x="376" y="321"/>
                    </a:cubicBezTo>
                    <a:cubicBezTo>
                      <a:pt x="375" y="322"/>
                      <a:pt x="374" y="322"/>
                      <a:pt x="373" y="322"/>
                    </a:cubicBezTo>
                    <a:cubicBezTo>
                      <a:pt x="372" y="323"/>
                      <a:pt x="371" y="322"/>
                      <a:pt x="370" y="324"/>
                    </a:cubicBezTo>
                    <a:cubicBezTo>
                      <a:pt x="369" y="325"/>
                      <a:pt x="369" y="324"/>
                      <a:pt x="370" y="325"/>
                    </a:cubicBezTo>
                    <a:cubicBezTo>
                      <a:pt x="370" y="327"/>
                      <a:pt x="380" y="330"/>
                      <a:pt x="381" y="331"/>
                    </a:cubicBezTo>
                    <a:cubicBezTo>
                      <a:pt x="381" y="332"/>
                      <a:pt x="382" y="333"/>
                      <a:pt x="383" y="333"/>
                    </a:cubicBezTo>
                    <a:cubicBezTo>
                      <a:pt x="384" y="333"/>
                      <a:pt x="384" y="332"/>
                      <a:pt x="385" y="333"/>
                    </a:cubicBezTo>
                    <a:cubicBezTo>
                      <a:pt x="386" y="334"/>
                      <a:pt x="388" y="334"/>
                      <a:pt x="388" y="335"/>
                    </a:cubicBezTo>
                    <a:cubicBezTo>
                      <a:pt x="389" y="336"/>
                      <a:pt x="390" y="335"/>
                      <a:pt x="391" y="337"/>
                    </a:cubicBezTo>
                    <a:cubicBezTo>
                      <a:pt x="391" y="338"/>
                      <a:pt x="393" y="338"/>
                      <a:pt x="393" y="339"/>
                    </a:cubicBezTo>
                    <a:cubicBezTo>
                      <a:pt x="393" y="340"/>
                      <a:pt x="394" y="341"/>
                      <a:pt x="395" y="341"/>
                    </a:cubicBezTo>
                    <a:cubicBezTo>
                      <a:pt x="395" y="341"/>
                      <a:pt x="397" y="342"/>
                      <a:pt x="397" y="342"/>
                    </a:cubicBezTo>
                    <a:cubicBezTo>
                      <a:pt x="398" y="342"/>
                      <a:pt x="400" y="342"/>
                      <a:pt x="400" y="343"/>
                    </a:cubicBezTo>
                    <a:cubicBezTo>
                      <a:pt x="400" y="344"/>
                      <a:pt x="400" y="344"/>
                      <a:pt x="401" y="345"/>
                    </a:cubicBezTo>
                    <a:cubicBezTo>
                      <a:pt x="401" y="346"/>
                      <a:pt x="402" y="346"/>
                      <a:pt x="403" y="346"/>
                    </a:cubicBezTo>
                    <a:cubicBezTo>
                      <a:pt x="404" y="347"/>
                      <a:pt x="404" y="346"/>
                      <a:pt x="405" y="347"/>
                    </a:cubicBezTo>
                    <a:cubicBezTo>
                      <a:pt x="406" y="348"/>
                      <a:pt x="404" y="350"/>
                      <a:pt x="407" y="349"/>
                    </a:cubicBezTo>
                    <a:cubicBezTo>
                      <a:pt x="411" y="348"/>
                      <a:pt x="411" y="348"/>
                      <a:pt x="412" y="348"/>
                    </a:cubicBezTo>
                    <a:cubicBezTo>
                      <a:pt x="413" y="348"/>
                      <a:pt x="412" y="347"/>
                      <a:pt x="414" y="347"/>
                    </a:cubicBezTo>
                    <a:cubicBezTo>
                      <a:pt x="417" y="347"/>
                      <a:pt x="415" y="344"/>
                      <a:pt x="416" y="344"/>
                    </a:cubicBezTo>
                    <a:cubicBezTo>
                      <a:pt x="416" y="344"/>
                      <a:pt x="419" y="346"/>
                      <a:pt x="418" y="344"/>
                    </a:cubicBezTo>
                    <a:cubicBezTo>
                      <a:pt x="417" y="342"/>
                      <a:pt x="417" y="341"/>
                      <a:pt x="417" y="341"/>
                    </a:cubicBezTo>
                    <a:cubicBezTo>
                      <a:pt x="417" y="340"/>
                      <a:pt x="419" y="339"/>
                      <a:pt x="419" y="339"/>
                    </a:cubicBezTo>
                    <a:cubicBezTo>
                      <a:pt x="419" y="339"/>
                      <a:pt x="421" y="342"/>
                      <a:pt x="421" y="343"/>
                    </a:cubicBezTo>
                    <a:cubicBezTo>
                      <a:pt x="421" y="344"/>
                      <a:pt x="420" y="345"/>
                      <a:pt x="421" y="346"/>
                    </a:cubicBezTo>
                    <a:cubicBezTo>
                      <a:pt x="421" y="346"/>
                      <a:pt x="421" y="346"/>
                      <a:pt x="422" y="346"/>
                    </a:cubicBezTo>
                    <a:cubicBezTo>
                      <a:pt x="423" y="347"/>
                      <a:pt x="427" y="348"/>
                      <a:pt x="427" y="348"/>
                    </a:cubicBezTo>
                    <a:cubicBezTo>
                      <a:pt x="427" y="348"/>
                      <a:pt x="430" y="348"/>
                      <a:pt x="430" y="348"/>
                    </a:cubicBezTo>
                    <a:cubicBezTo>
                      <a:pt x="431" y="347"/>
                      <a:pt x="431" y="344"/>
                      <a:pt x="430" y="343"/>
                    </a:cubicBezTo>
                    <a:cubicBezTo>
                      <a:pt x="429" y="343"/>
                      <a:pt x="430" y="342"/>
                      <a:pt x="430" y="340"/>
                    </a:cubicBezTo>
                    <a:cubicBezTo>
                      <a:pt x="429" y="339"/>
                      <a:pt x="431" y="336"/>
                      <a:pt x="431" y="338"/>
                    </a:cubicBezTo>
                    <a:cubicBezTo>
                      <a:pt x="431" y="340"/>
                      <a:pt x="433" y="342"/>
                      <a:pt x="433" y="343"/>
                    </a:cubicBezTo>
                    <a:cubicBezTo>
                      <a:pt x="433" y="345"/>
                      <a:pt x="435" y="346"/>
                      <a:pt x="435" y="347"/>
                    </a:cubicBezTo>
                    <a:cubicBezTo>
                      <a:pt x="434" y="348"/>
                      <a:pt x="437" y="349"/>
                      <a:pt x="437" y="349"/>
                    </a:cubicBezTo>
                    <a:cubicBezTo>
                      <a:pt x="438" y="350"/>
                      <a:pt x="438" y="350"/>
                      <a:pt x="439" y="351"/>
                    </a:cubicBezTo>
                    <a:cubicBezTo>
                      <a:pt x="440" y="352"/>
                      <a:pt x="443" y="352"/>
                      <a:pt x="444" y="352"/>
                    </a:cubicBezTo>
                    <a:cubicBezTo>
                      <a:pt x="444" y="353"/>
                      <a:pt x="448" y="354"/>
                      <a:pt x="448" y="354"/>
                    </a:cubicBezTo>
                    <a:cubicBezTo>
                      <a:pt x="448" y="354"/>
                      <a:pt x="451" y="356"/>
                      <a:pt x="451" y="356"/>
                    </a:cubicBezTo>
                    <a:cubicBezTo>
                      <a:pt x="451" y="357"/>
                      <a:pt x="451" y="359"/>
                      <a:pt x="450" y="360"/>
                    </a:cubicBezTo>
                    <a:cubicBezTo>
                      <a:pt x="450" y="360"/>
                      <a:pt x="454" y="360"/>
                      <a:pt x="454" y="360"/>
                    </a:cubicBezTo>
                    <a:cubicBezTo>
                      <a:pt x="454" y="361"/>
                      <a:pt x="454" y="362"/>
                      <a:pt x="453" y="363"/>
                    </a:cubicBezTo>
                    <a:cubicBezTo>
                      <a:pt x="452" y="365"/>
                      <a:pt x="454" y="365"/>
                      <a:pt x="455" y="366"/>
                    </a:cubicBezTo>
                    <a:cubicBezTo>
                      <a:pt x="455" y="367"/>
                      <a:pt x="458" y="368"/>
                      <a:pt x="457" y="369"/>
                    </a:cubicBezTo>
                    <a:cubicBezTo>
                      <a:pt x="456" y="369"/>
                      <a:pt x="455" y="370"/>
                      <a:pt x="455" y="370"/>
                    </a:cubicBezTo>
                    <a:cubicBezTo>
                      <a:pt x="455" y="371"/>
                      <a:pt x="456" y="372"/>
                      <a:pt x="457" y="373"/>
                    </a:cubicBezTo>
                    <a:cubicBezTo>
                      <a:pt x="458" y="373"/>
                      <a:pt x="461" y="374"/>
                      <a:pt x="461" y="374"/>
                    </a:cubicBezTo>
                    <a:cubicBezTo>
                      <a:pt x="461" y="374"/>
                      <a:pt x="463" y="376"/>
                      <a:pt x="463" y="376"/>
                    </a:cubicBezTo>
                    <a:cubicBezTo>
                      <a:pt x="463" y="377"/>
                      <a:pt x="464" y="379"/>
                      <a:pt x="464" y="379"/>
                    </a:cubicBezTo>
                    <a:cubicBezTo>
                      <a:pt x="464" y="380"/>
                      <a:pt x="467" y="381"/>
                      <a:pt x="467" y="382"/>
                    </a:cubicBezTo>
                    <a:cubicBezTo>
                      <a:pt x="467" y="383"/>
                      <a:pt x="469" y="384"/>
                      <a:pt x="470" y="385"/>
                    </a:cubicBezTo>
                    <a:cubicBezTo>
                      <a:pt x="470" y="386"/>
                      <a:pt x="472" y="386"/>
                      <a:pt x="472" y="387"/>
                    </a:cubicBezTo>
                    <a:cubicBezTo>
                      <a:pt x="472" y="389"/>
                      <a:pt x="474" y="389"/>
                      <a:pt x="475" y="389"/>
                    </a:cubicBezTo>
                    <a:cubicBezTo>
                      <a:pt x="476" y="390"/>
                      <a:pt x="478" y="390"/>
                      <a:pt x="477" y="390"/>
                    </a:cubicBezTo>
                    <a:cubicBezTo>
                      <a:pt x="477" y="391"/>
                      <a:pt x="475" y="391"/>
                      <a:pt x="474" y="392"/>
                    </a:cubicBezTo>
                    <a:cubicBezTo>
                      <a:pt x="474" y="392"/>
                      <a:pt x="474" y="392"/>
                      <a:pt x="473" y="393"/>
                    </a:cubicBezTo>
                    <a:cubicBezTo>
                      <a:pt x="473" y="394"/>
                      <a:pt x="474" y="395"/>
                      <a:pt x="473" y="396"/>
                    </a:cubicBezTo>
                    <a:cubicBezTo>
                      <a:pt x="472" y="396"/>
                      <a:pt x="478" y="396"/>
                      <a:pt x="479" y="396"/>
                    </a:cubicBezTo>
                    <a:cubicBezTo>
                      <a:pt x="479" y="396"/>
                      <a:pt x="480" y="395"/>
                      <a:pt x="481" y="395"/>
                    </a:cubicBezTo>
                    <a:cubicBezTo>
                      <a:pt x="482" y="395"/>
                      <a:pt x="484" y="394"/>
                      <a:pt x="484" y="395"/>
                    </a:cubicBezTo>
                    <a:cubicBezTo>
                      <a:pt x="485" y="396"/>
                      <a:pt x="486" y="396"/>
                      <a:pt x="486" y="398"/>
                    </a:cubicBezTo>
                    <a:cubicBezTo>
                      <a:pt x="486" y="399"/>
                      <a:pt x="489" y="400"/>
                      <a:pt x="487" y="401"/>
                    </a:cubicBezTo>
                    <a:cubicBezTo>
                      <a:pt x="486" y="402"/>
                      <a:pt x="486" y="402"/>
                      <a:pt x="485" y="402"/>
                    </a:cubicBezTo>
                    <a:cubicBezTo>
                      <a:pt x="485" y="403"/>
                      <a:pt x="484" y="404"/>
                      <a:pt x="485" y="404"/>
                    </a:cubicBezTo>
                    <a:cubicBezTo>
                      <a:pt x="486" y="405"/>
                      <a:pt x="487" y="406"/>
                      <a:pt x="488" y="406"/>
                    </a:cubicBezTo>
                    <a:cubicBezTo>
                      <a:pt x="489" y="407"/>
                      <a:pt x="490" y="408"/>
                      <a:pt x="490" y="409"/>
                    </a:cubicBezTo>
                    <a:cubicBezTo>
                      <a:pt x="489" y="409"/>
                      <a:pt x="490" y="409"/>
                      <a:pt x="488" y="410"/>
                    </a:cubicBezTo>
                    <a:cubicBezTo>
                      <a:pt x="487" y="411"/>
                      <a:pt x="487" y="410"/>
                      <a:pt x="487" y="412"/>
                    </a:cubicBezTo>
                    <a:cubicBezTo>
                      <a:pt x="487" y="413"/>
                      <a:pt x="487" y="411"/>
                      <a:pt x="487" y="413"/>
                    </a:cubicBezTo>
                    <a:cubicBezTo>
                      <a:pt x="487" y="414"/>
                      <a:pt x="488" y="416"/>
                      <a:pt x="489" y="416"/>
                    </a:cubicBezTo>
                    <a:cubicBezTo>
                      <a:pt x="489" y="417"/>
                      <a:pt x="491" y="416"/>
                      <a:pt x="491" y="416"/>
                    </a:cubicBezTo>
                    <a:cubicBezTo>
                      <a:pt x="491" y="417"/>
                      <a:pt x="492" y="419"/>
                      <a:pt x="491" y="420"/>
                    </a:cubicBezTo>
                    <a:cubicBezTo>
                      <a:pt x="490" y="421"/>
                      <a:pt x="490" y="421"/>
                      <a:pt x="489" y="422"/>
                    </a:cubicBezTo>
                    <a:cubicBezTo>
                      <a:pt x="489" y="423"/>
                      <a:pt x="492" y="424"/>
                      <a:pt x="491" y="425"/>
                    </a:cubicBezTo>
                    <a:cubicBezTo>
                      <a:pt x="491" y="425"/>
                      <a:pt x="493" y="426"/>
                      <a:pt x="493" y="426"/>
                    </a:cubicBezTo>
                    <a:cubicBezTo>
                      <a:pt x="493" y="426"/>
                      <a:pt x="493" y="426"/>
                      <a:pt x="493" y="426"/>
                    </a:cubicBezTo>
                    <a:cubicBezTo>
                      <a:pt x="493" y="426"/>
                      <a:pt x="493" y="426"/>
                      <a:pt x="493" y="426"/>
                    </a:cubicBezTo>
                    <a:cubicBezTo>
                      <a:pt x="496" y="424"/>
                      <a:pt x="496" y="424"/>
                      <a:pt x="496" y="424"/>
                    </a:cubicBezTo>
                    <a:cubicBezTo>
                      <a:pt x="496" y="424"/>
                      <a:pt x="498" y="424"/>
                      <a:pt x="498" y="424"/>
                    </a:cubicBezTo>
                    <a:cubicBezTo>
                      <a:pt x="498" y="424"/>
                      <a:pt x="499" y="424"/>
                      <a:pt x="499" y="424"/>
                    </a:cubicBezTo>
                    <a:cubicBezTo>
                      <a:pt x="499" y="424"/>
                      <a:pt x="499" y="424"/>
                      <a:pt x="499" y="424"/>
                    </a:cubicBezTo>
                    <a:cubicBezTo>
                      <a:pt x="500" y="424"/>
                      <a:pt x="500" y="424"/>
                      <a:pt x="500" y="424"/>
                    </a:cubicBezTo>
                    <a:cubicBezTo>
                      <a:pt x="500" y="425"/>
                      <a:pt x="501" y="425"/>
                      <a:pt x="501" y="426"/>
                    </a:cubicBezTo>
                    <a:cubicBezTo>
                      <a:pt x="501" y="427"/>
                      <a:pt x="500" y="428"/>
                      <a:pt x="499" y="429"/>
                    </a:cubicBezTo>
                    <a:cubicBezTo>
                      <a:pt x="498" y="429"/>
                      <a:pt x="497" y="429"/>
                      <a:pt x="496" y="429"/>
                    </a:cubicBezTo>
                    <a:cubicBezTo>
                      <a:pt x="496" y="429"/>
                      <a:pt x="496" y="429"/>
                      <a:pt x="496" y="430"/>
                    </a:cubicBezTo>
                    <a:cubicBezTo>
                      <a:pt x="495" y="431"/>
                      <a:pt x="496" y="430"/>
                      <a:pt x="496" y="432"/>
                    </a:cubicBezTo>
                    <a:cubicBezTo>
                      <a:pt x="496" y="434"/>
                      <a:pt x="495" y="433"/>
                      <a:pt x="496" y="434"/>
                    </a:cubicBezTo>
                    <a:cubicBezTo>
                      <a:pt x="497" y="434"/>
                      <a:pt x="500" y="434"/>
                      <a:pt x="500" y="434"/>
                    </a:cubicBezTo>
                    <a:cubicBezTo>
                      <a:pt x="500" y="434"/>
                      <a:pt x="502" y="434"/>
                      <a:pt x="502" y="435"/>
                    </a:cubicBezTo>
                    <a:cubicBezTo>
                      <a:pt x="502" y="436"/>
                      <a:pt x="504" y="438"/>
                      <a:pt x="504" y="438"/>
                    </a:cubicBezTo>
                    <a:cubicBezTo>
                      <a:pt x="504" y="439"/>
                      <a:pt x="506" y="440"/>
                      <a:pt x="506" y="440"/>
                    </a:cubicBezTo>
                    <a:cubicBezTo>
                      <a:pt x="506" y="440"/>
                      <a:pt x="506" y="440"/>
                      <a:pt x="506" y="440"/>
                    </a:cubicBezTo>
                    <a:cubicBezTo>
                      <a:pt x="506" y="440"/>
                      <a:pt x="506" y="440"/>
                      <a:pt x="506" y="440"/>
                    </a:cubicBezTo>
                    <a:cubicBezTo>
                      <a:pt x="508" y="439"/>
                      <a:pt x="510" y="435"/>
                      <a:pt x="511" y="435"/>
                    </a:cubicBezTo>
                    <a:cubicBezTo>
                      <a:pt x="511" y="434"/>
                      <a:pt x="512" y="434"/>
                      <a:pt x="512" y="434"/>
                    </a:cubicBezTo>
                    <a:cubicBezTo>
                      <a:pt x="512" y="434"/>
                      <a:pt x="513" y="434"/>
                      <a:pt x="513" y="434"/>
                    </a:cubicBezTo>
                    <a:cubicBezTo>
                      <a:pt x="513" y="435"/>
                      <a:pt x="515" y="437"/>
                      <a:pt x="514" y="438"/>
                    </a:cubicBezTo>
                    <a:cubicBezTo>
                      <a:pt x="514" y="439"/>
                      <a:pt x="514" y="438"/>
                      <a:pt x="513" y="440"/>
                    </a:cubicBezTo>
                    <a:cubicBezTo>
                      <a:pt x="513" y="441"/>
                      <a:pt x="516" y="442"/>
                      <a:pt x="515" y="443"/>
                    </a:cubicBezTo>
                    <a:cubicBezTo>
                      <a:pt x="515" y="443"/>
                      <a:pt x="515" y="445"/>
                      <a:pt x="515" y="446"/>
                    </a:cubicBezTo>
                    <a:cubicBezTo>
                      <a:pt x="515" y="446"/>
                      <a:pt x="517" y="447"/>
                      <a:pt x="518" y="448"/>
                    </a:cubicBezTo>
                    <a:cubicBezTo>
                      <a:pt x="518" y="448"/>
                      <a:pt x="520" y="453"/>
                      <a:pt x="521" y="453"/>
                    </a:cubicBezTo>
                    <a:cubicBezTo>
                      <a:pt x="522" y="453"/>
                      <a:pt x="523" y="452"/>
                      <a:pt x="523" y="454"/>
                    </a:cubicBezTo>
                    <a:cubicBezTo>
                      <a:pt x="523" y="455"/>
                      <a:pt x="523" y="456"/>
                      <a:pt x="523" y="457"/>
                    </a:cubicBezTo>
                    <a:cubicBezTo>
                      <a:pt x="523" y="457"/>
                      <a:pt x="525" y="458"/>
                      <a:pt x="525" y="458"/>
                    </a:cubicBezTo>
                    <a:cubicBezTo>
                      <a:pt x="525" y="458"/>
                      <a:pt x="526" y="459"/>
                      <a:pt x="527" y="459"/>
                    </a:cubicBezTo>
                    <a:cubicBezTo>
                      <a:pt x="527" y="460"/>
                      <a:pt x="529" y="460"/>
                      <a:pt x="529" y="461"/>
                    </a:cubicBezTo>
                    <a:cubicBezTo>
                      <a:pt x="529" y="461"/>
                      <a:pt x="529" y="461"/>
                      <a:pt x="529" y="461"/>
                    </a:cubicBezTo>
                    <a:cubicBezTo>
                      <a:pt x="532" y="460"/>
                      <a:pt x="532" y="460"/>
                      <a:pt x="532" y="460"/>
                    </a:cubicBezTo>
                    <a:cubicBezTo>
                      <a:pt x="532" y="460"/>
                      <a:pt x="532" y="460"/>
                      <a:pt x="532" y="460"/>
                    </a:cubicBezTo>
                    <a:cubicBezTo>
                      <a:pt x="532" y="460"/>
                      <a:pt x="532" y="460"/>
                      <a:pt x="532" y="460"/>
                    </a:cubicBezTo>
                    <a:cubicBezTo>
                      <a:pt x="532" y="460"/>
                      <a:pt x="533" y="459"/>
                      <a:pt x="534" y="459"/>
                    </a:cubicBezTo>
                    <a:cubicBezTo>
                      <a:pt x="534" y="459"/>
                      <a:pt x="534" y="459"/>
                      <a:pt x="534" y="459"/>
                    </a:cubicBezTo>
                    <a:cubicBezTo>
                      <a:pt x="535" y="459"/>
                      <a:pt x="536" y="459"/>
                      <a:pt x="536" y="460"/>
                    </a:cubicBezTo>
                    <a:cubicBezTo>
                      <a:pt x="537" y="460"/>
                      <a:pt x="539" y="462"/>
                      <a:pt x="538" y="462"/>
                    </a:cubicBezTo>
                    <a:cubicBezTo>
                      <a:pt x="537" y="462"/>
                      <a:pt x="537" y="462"/>
                      <a:pt x="537" y="462"/>
                    </a:cubicBezTo>
                    <a:cubicBezTo>
                      <a:pt x="536" y="463"/>
                      <a:pt x="534" y="463"/>
                      <a:pt x="533" y="463"/>
                    </a:cubicBezTo>
                    <a:cubicBezTo>
                      <a:pt x="533" y="463"/>
                      <a:pt x="533" y="463"/>
                      <a:pt x="533" y="463"/>
                    </a:cubicBezTo>
                    <a:cubicBezTo>
                      <a:pt x="533" y="463"/>
                      <a:pt x="533" y="463"/>
                      <a:pt x="533" y="463"/>
                    </a:cubicBezTo>
                    <a:cubicBezTo>
                      <a:pt x="532" y="463"/>
                      <a:pt x="531" y="464"/>
                      <a:pt x="531" y="464"/>
                    </a:cubicBezTo>
                    <a:cubicBezTo>
                      <a:pt x="531" y="465"/>
                      <a:pt x="529" y="465"/>
                      <a:pt x="528" y="466"/>
                    </a:cubicBezTo>
                    <a:cubicBezTo>
                      <a:pt x="527" y="468"/>
                      <a:pt x="527" y="470"/>
                      <a:pt x="528" y="471"/>
                    </a:cubicBezTo>
                    <a:cubicBezTo>
                      <a:pt x="528" y="472"/>
                      <a:pt x="527" y="473"/>
                      <a:pt x="528" y="473"/>
                    </a:cubicBezTo>
                    <a:cubicBezTo>
                      <a:pt x="528" y="473"/>
                      <a:pt x="528" y="473"/>
                      <a:pt x="528" y="473"/>
                    </a:cubicBezTo>
                    <a:cubicBezTo>
                      <a:pt x="528" y="473"/>
                      <a:pt x="528" y="473"/>
                      <a:pt x="528" y="473"/>
                    </a:cubicBezTo>
                    <a:cubicBezTo>
                      <a:pt x="529" y="473"/>
                      <a:pt x="531" y="472"/>
                      <a:pt x="531" y="472"/>
                    </a:cubicBezTo>
                    <a:cubicBezTo>
                      <a:pt x="532" y="472"/>
                      <a:pt x="533" y="472"/>
                      <a:pt x="532" y="473"/>
                    </a:cubicBezTo>
                    <a:cubicBezTo>
                      <a:pt x="531" y="474"/>
                      <a:pt x="531" y="474"/>
                      <a:pt x="530" y="475"/>
                    </a:cubicBezTo>
                    <a:cubicBezTo>
                      <a:pt x="529" y="475"/>
                      <a:pt x="529" y="475"/>
                      <a:pt x="529" y="476"/>
                    </a:cubicBezTo>
                    <a:cubicBezTo>
                      <a:pt x="528" y="478"/>
                      <a:pt x="529" y="479"/>
                      <a:pt x="529" y="479"/>
                    </a:cubicBezTo>
                    <a:cubicBezTo>
                      <a:pt x="529" y="480"/>
                      <a:pt x="531" y="481"/>
                      <a:pt x="531" y="483"/>
                    </a:cubicBezTo>
                    <a:cubicBezTo>
                      <a:pt x="532" y="484"/>
                      <a:pt x="534" y="485"/>
                      <a:pt x="535" y="484"/>
                    </a:cubicBezTo>
                    <a:cubicBezTo>
                      <a:pt x="535" y="484"/>
                      <a:pt x="535" y="484"/>
                      <a:pt x="535" y="484"/>
                    </a:cubicBezTo>
                    <a:cubicBezTo>
                      <a:pt x="535" y="484"/>
                      <a:pt x="535" y="484"/>
                      <a:pt x="535" y="484"/>
                    </a:cubicBezTo>
                    <a:cubicBezTo>
                      <a:pt x="535" y="484"/>
                      <a:pt x="535" y="484"/>
                      <a:pt x="536" y="484"/>
                    </a:cubicBezTo>
                    <a:cubicBezTo>
                      <a:pt x="536" y="484"/>
                      <a:pt x="536" y="484"/>
                      <a:pt x="537" y="484"/>
                    </a:cubicBezTo>
                    <a:cubicBezTo>
                      <a:pt x="537" y="484"/>
                      <a:pt x="539" y="486"/>
                      <a:pt x="539" y="486"/>
                    </a:cubicBezTo>
                    <a:cubicBezTo>
                      <a:pt x="539" y="486"/>
                      <a:pt x="539" y="486"/>
                      <a:pt x="539" y="485"/>
                    </a:cubicBezTo>
                    <a:cubicBezTo>
                      <a:pt x="539" y="486"/>
                      <a:pt x="539" y="486"/>
                      <a:pt x="539" y="486"/>
                    </a:cubicBezTo>
                    <a:cubicBezTo>
                      <a:pt x="539" y="486"/>
                      <a:pt x="542" y="484"/>
                      <a:pt x="542" y="484"/>
                    </a:cubicBezTo>
                    <a:cubicBezTo>
                      <a:pt x="543" y="484"/>
                      <a:pt x="544" y="483"/>
                      <a:pt x="544" y="484"/>
                    </a:cubicBezTo>
                    <a:cubicBezTo>
                      <a:pt x="544" y="485"/>
                      <a:pt x="547" y="484"/>
                      <a:pt x="547" y="485"/>
                    </a:cubicBezTo>
                    <a:cubicBezTo>
                      <a:pt x="547" y="487"/>
                      <a:pt x="547" y="487"/>
                      <a:pt x="547" y="488"/>
                    </a:cubicBezTo>
                    <a:cubicBezTo>
                      <a:pt x="546" y="489"/>
                      <a:pt x="545" y="489"/>
                      <a:pt x="546" y="489"/>
                    </a:cubicBezTo>
                    <a:cubicBezTo>
                      <a:pt x="547" y="490"/>
                      <a:pt x="550" y="490"/>
                      <a:pt x="550" y="491"/>
                    </a:cubicBezTo>
                    <a:cubicBezTo>
                      <a:pt x="550" y="491"/>
                      <a:pt x="552" y="491"/>
                      <a:pt x="552" y="491"/>
                    </a:cubicBezTo>
                    <a:cubicBezTo>
                      <a:pt x="554" y="492"/>
                      <a:pt x="562" y="491"/>
                      <a:pt x="563" y="491"/>
                    </a:cubicBezTo>
                    <a:cubicBezTo>
                      <a:pt x="563" y="491"/>
                      <a:pt x="563" y="491"/>
                      <a:pt x="563" y="491"/>
                    </a:cubicBezTo>
                    <a:cubicBezTo>
                      <a:pt x="563" y="491"/>
                      <a:pt x="563" y="491"/>
                      <a:pt x="563" y="491"/>
                    </a:cubicBezTo>
                    <a:cubicBezTo>
                      <a:pt x="564" y="490"/>
                      <a:pt x="564" y="490"/>
                      <a:pt x="565" y="490"/>
                    </a:cubicBezTo>
                    <a:cubicBezTo>
                      <a:pt x="565" y="490"/>
                      <a:pt x="565" y="490"/>
                      <a:pt x="565" y="490"/>
                    </a:cubicBezTo>
                    <a:cubicBezTo>
                      <a:pt x="565" y="491"/>
                      <a:pt x="565" y="492"/>
                      <a:pt x="564" y="493"/>
                    </a:cubicBezTo>
                    <a:cubicBezTo>
                      <a:pt x="563" y="495"/>
                      <a:pt x="563" y="494"/>
                      <a:pt x="564" y="495"/>
                    </a:cubicBezTo>
                    <a:cubicBezTo>
                      <a:pt x="565" y="497"/>
                      <a:pt x="566" y="497"/>
                      <a:pt x="567" y="497"/>
                    </a:cubicBezTo>
                    <a:cubicBezTo>
                      <a:pt x="567" y="497"/>
                      <a:pt x="567" y="497"/>
                      <a:pt x="567" y="497"/>
                    </a:cubicBezTo>
                    <a:cubicBezTo>
                      <a:pt x="567" y="497"/>
                      <a:pt x="567" y="497"/>
                      <a:pt x="567" y="497"/>
                    </a:cubicBezTo>
                    <a:cubicBezTo>
                      <a:pt x="567" y="497"/>
                      <a:pt x="567" y="496"/>
                      <a:pt x="567" y="496"/>
                    </a:cubicBezTo>
                    <a:cubicBezTo>
                      <a:pt x="568" y="496"/>
                      <a:pt x="568" y="496"/>
                      <a:pt x="568" y="497"/>
                    </a:cubicBezTo>
                    <a:cubicBezTo>
                      <a:pt x="568" y="497"/>
                      <a:pt x="568" y="499"/>
                      <a:pt x="568" y="500"/>
                    </a:cubicBezTo>
                    <a:cubicBezTo>
                      <a:pt x="568" y="501"/>
                      <a:pt x="568" y="502"/>
                      <a:pt x="569" y="502"/>
                    </a:cubicBezTo>
                    <a:cubicBezTo>
                      <a:pt x="569" y="503"/>
                      <a:pt x="572" y="503"/>
                      <a:pt x="572" y="503"/>
                    </a:cubicBezTo>
                    <a:cubicBezTo>
                      <a:pt x="574" y="503"/>
                      <a:pt x="574" y="503"/>
                      <a:pt x="574" y="503"/>
                    </a:cubicBezTo>
                    <a:cubicBezTo>
                      <a:pt x="577" y="503"/>
                      <a:pt x="577" y="503"/>
                      <a:pt x="577" y="503"/>
                    </a:cubicBezTo>
                    <a:cubicBezTo>
                      <a:pt x="577" y="503"/>
                      <a:pt x="578" y="504"/>
                      <a:pt x="578" y="505"/>
                    </a:cubicBezTo>
                    <a:cubicBezTo>
                      <a:pt x="577" y="506"/>
                      <a:pt x="580" y="508"/>
                      <a:pt x="580" y="508"/>
                    </a:cubicBezTo>
                    <a:cubicBezTo>
                      <a:pt x="580" y="509"/>
                      <a:pt x="581" y="509"/>
                      <a:pt x="581" y="510"/>
                    </a:cubicBezTo>
                    <a:cubicBezTo>
                      <a:pt x="582" y="510"/>
                      <a:pt x="582" y="510"/>
                      <a:pt x="583" y="510"/>
                    </a:cubicBezTo>
                    <a:cubicBezTo>
                      <a:pt x="585" y="510"/>
                      <a:pt x="585" y="510"/>
                      <a:pt x="586" y="510"/>
                    </a:cubicBezTo>
                    <a:cubicBezTo>
                      <a:pt x="587" y="511"/>
                      <a:pt x="588" y="512"/>
                      <a:pt x="588" y="513"/>
                    </a:cubicBezTo>
                    <a:cubicBezTo>
                      <a:pt x="588" y="513"/>
                      <a:pt x="590" y="514"/>
                      <a:pt x="589" y="515"/>
                    </a:cubicBezTo>
                    <a:cubicBezTo>
                      <a:pt x="589" y="515"/>
                      <a:pt x="589" y="515"/>
                      <a:pt x="589" y="515"/>
                    </a:cubicBezTo>
                    <a:cubicBezTo>
                      <a:pt x="589" y="515"/>
                      <a:pt x="588" y="514"/>
                      <a:pt x="588" y="515"/>
                    </a:cubicBezTo>
                    <a:cubicBezTo>
                      <a:pt x="588" y="515"/>
                      <a:pt x="588" y="515"/>
                      <a:pt x="587" y="516"/>
                    </a:cubicBezTo>
                    <a:cubicBezTo>
                      <a:pt x="587" y="516"/>
                      <a:pt x="587" y="517"/>
                      <a:pt x="587" y="518"/>
                    </a:cubicBezTo>
                    <a:cubicBezTo>
                      <a:pt x="588" y="518"/>
                      <a:pt x="588" y="518"/>
                      <a:pt x="588" y="518"/>
                    </a:cubicBezTo>
                    <a:cubicBezTo>
                      <a:pt x="588" y="518"/>
                      <a:pt x="588" y="519"/>
                      <a:pt x="588" y="519"/>
                    </a:cubicBezTo>
                    <a:cubicBezTo>
                      <a:pt x="588" y="519"/>
                      <a:pt x="591" y="521"/>
                      <a:pt x="591" y="521"/>
                    </a:cubicBezTo>
                    <a:cubicBezTo>
                      <a:pt x="592" y="521"/>
                      <a:pt x="593" y="522"/>
                      <a:pt x="594" y="522"/>
                    </a:cubicBezTo>
                    <a:cubicBezTo>
                      <a:pt x="594" y="522"/>
                      <a:pt x="595" y="522"/>
                      <a:pt x="595" y="523"/>
                    </a:cubicBezTo>
                    <a:cubicBezTo>
                      <a:pt x="596" y="523"/>
                      <a:pt x="596" y="523"/>
                      <a:pt x="596" y="525"/>
                    </a:cubicBezTo>
                    <a:cubicBezTo>
                      <a:pt x="596" y="526"/>
                      <a:pt x="594" y="526"/>
                      <a:pt x="594" y="526"/>
                    </a:cubicBezTo>
                    <a:cubicBezTo>
                      <a:pt x="593" y="527"/>
                      <a:pt x="593" y="527"/>
                      <a:pt x="593" y="528"/>
                    </a:cubicBezTo>
                    <a:cubicBezTo>
                      <a:pt x="594" y="529"/>
                      <a:pt x="595" y="529"/>
                      <a:pt x="594" y="530"/>
                    </a:cubicBezTo>
                    <a:cubicBezTo>
                      <a:pt x="591" y="531"/>
                      <a:pt x="590" y="531"/>
                      <a:pt x="589" y="531"/>
                    </a:cubicBezTo>
                    <a:cubicBezTo>
                      <a:pt x="588" y="531"/>
                      <a:pt x="586" y="531"/>
                      <a:pt x="586" y="531"/>
                    </a:cubicBezTo>
                    <a:cubicBezTo>
                      <a:pt x="585" y="531"/>
                      <a:pt x="584" y="531"/>
                      <a:pt x="583" y="531"/>
                    </a:cubicBezTo>
                    <a:cubicBezTo>
                      <a:pt x="581" y="532"/>
                      <a:pt x="580" y="531"/>
                      <a:pt x="579" y="531"/>
                    </a:cubicBezTo>
                    <a:cubicBezTo>
                      <a:pt x="578" y="530"/>
                      <a:pt x="579" y="530"/>
                      <a:pt x="577" y="529"/>
                    </a:cubicBezTo>
                    <a:cubicBezTo>
                      <a:pt x="574" y="527"/>
                      <a:pt x="573" y="526"/>
                      <a:pt x="573" y="527"/>
                    </a:cubicBezTo>
                    <a:cubicBezTo>
                      <a:pt x="572" y="527"/>
                      <a:pt x="572" y="527"/>
                      <a:pt x="571" y="527"/>
                    </a:cubicBezTo>
                    <a:cubicBezTo>
                      <a:pt x="570" y="528"/>
                      <a:pt x="570" y="527"/>
                      <a:pt x="569" y="528"/>
                    </a:cubicBezTo>
                    <a:cubicBezTo>
                      <a:pt x="569" y="528"/>
                      <a:pt x="568" y="528"/>
                      <a:pt x="568" y="529"/>
                    </a:cubicBezTo>
                    <a:cubicBezTo>
                      <a:pt x="568" y="531"/>
                      <a:pt x="571" y="533"/>
                      <a:pt x="571" y="533"/>
                    </a:cubicBezTo>
                    <a:cubicBezTo>
                      <a:pt x="571" y="534"/>
                      <a:pt x="570" y="534"/>
                      <a:pt x="569" y="535"/>
                    </a:cubicBezTo>
                    <a:cubicBezTo>
                      <a:pt x="569" y="536"/>
                      <a:pt x="569" y="537"/>
                      <a:pt x="569" y="538"/>
                    </a:cubicBezTo>
                    <a:cubicBezTo>
                      <a:pt x="569" y="538"/>
                      <a:pt x="570" y="538"/>
                      <a:pt x="571" y="539"/>
                    </a:cubicBezTo>
                    <a:cubicBezTo>
                      <a:pt x="572" y="541"/>
                      <a:pt x="572" y="540"/>
                      <a:pt x="573" y="541"/>
                    </a:cubicBezTo>
                    <a:cubicBezTo>
                      <a:pt x="574" y="543"/>
                      <a:pt x="576" y="542"/>
                      <a:pt x="576" y="543"/>
                    </a:cubicBezTo>
                    <a:cubicBezTo>
                      <a:pt x="575" y="544"/>
                      <a:pt x="576" y="548"/>
                      <a:pt x="577" y="549"/>
                    </a:cubicBezTo>
                    <a:cubicBezTo>
                      <a:pt x="577" y="551"/>
                      <a:pt x="577" y="552"/>
                      <a:pt x="577" y="552"/>
                    </a:cubicBezTo>
                    <a:cubicBezTo>
                      <a:pt x="576" y="553"/>
                      <a:pt x="576" y="554"/>
                      <a:pt x="577" y="555"/>
                    </a:cubicBezTo>
                    <a:cubicBezTo>
                      <a:pt x="578" y="556"/>
                      <a:pt x="579" y="557"/>
                      <a:pt x="579" y="558"/>
                    </a:cubicBezTo>
                    <a:cubicBezTo>
                      <a:pt x="579" y="558"/>
                      <a:pt x="577" y="560"/>
                      <a:pt x="577" y="561"/>
                    </a:cubicBezTo>
                    <a:cubicBezTo>
                      <a:pt x="577" y="561"/>
                      <a:pt x="577" y="562"/>
                      <a:pt x="578" y="564"/>
                    </a:cubicBezTo>
                    <a:cubicBezTo>
                      <a:pt x="578" y="566"/>
                      <a:pt x="580" y="565"/>
                      <a:pt x="579" y="566"/>
                    </a:cubicBezTo>
                    <a:cubicBezTo>
                      <a:pt x="578" y="568"/>
                      <a:pt x="577" y="569"/>
                      <a:pt x="577" y="569"/>
                    </a:cubicBezTo>
                    <a:cubicBezTo>
                      <a:pt x="576" y="576"/>
                      <a:pt x="576" y="576"/>
                      <a:pt x="576" y="576"/>
                    </a:cubicBezTo>
                    <a:cubicBezTo>
                      <a:pt x="576" y="576"/>
                      <a:pt x="576" y="580"/>
                      <a:pt x="576" y="582"/>
                    </a:cubicBezTo>
                    <a:cubicBezTo>
                      <a:pt x="576" y="583"/>
                      <a:pt x="576" y="583"/>
                      <a:pt x="576" y="584"/>
                    </a:cubicBezTo>
                    <a:cubicBezTo>
                      <a:pt x="576" y="584"/>
                      <a:pt x="576" y="585"/>
                      <a:pt x="576" y="586"/>
                    </a:cubicBezTo>
                    <a:cubicBezTo>
                      <a:pt x="576" y="587"/>
                      <a:pt x="576" y="586"/>
                      <a:pt x="576" y="588"/>
                    </a:cubicBezTo>
                    <a:cubicBezTo>
                      <a:pt x="576" y="589"/>
                      <a:pt x="576" y="589"/>
                      <a:pt x="576" y="590"/>
                    </a:cubicBezTo>
                    <a:cubicBezTo>
                      <a:pt x="575" y="592"/>
                      <a:pt x="576" y="593"/>
                      <a:pt x="575" y="594"/>
                    </a:cubicBezTo>
                    <a:cubicBezTo>
                      <a:pt x="575" y="595"/>
                      <a:pt x="576" y="596"/>
                      <a:pt x="576" y="597"/>
                    </a:cubicBezTo>
                    <a:cubicBezTo>
                      <a:pt x="575" y="598"/>
                      <a:pt x="576" y="600"/>
                      <a:pt x="576" y="600"/>
                    </a:cubicBezTo>
                    <a:cubicBezTo>
                      <a:pt x="576" y="601"/>
                      <a:pt x="577" y="601"/>
                      <a:pt x="576" y="602"/>
                    </a:cubicBezTo>
                    <a:cubicBezTo>
                      <a:pt x="575" y="603"/>
                      <a:pt x="575" y="603"/>
                      <a:pt x="574" y="604"/>
                    </a:cubicBezTo>
                    <a:cubicBezTo>
                      <a:pt x="574" y="605"/>
                      <a:pt x="573" y="604"/>
                      <a:pt x="573" y="605"/>
                    </a:cubicBezTo>
                    <a:cubicBezTo>
                      <a:pt x="572" y="606"/>
                      <a:pt x="573" y="607"/>
                      <a:pt x="573" y="609"/>
                    </a:cubicBezTo>
                    <a:cubicBezTo>
                      <a:pt x="572" y="610"/>
                      <a:pt x="572" y="611"/>
                      <a:pt x="571" y="612"/>
                    </a:cubicBezTo>
                    <a:cubicBezTo>
                      <a:pt x="571" y="612"/>
                      <a:pt x="571" y="612"/>
                      <a:pt x="571" y="614"/>
                    </a:cubicBezTo>
                    <a:cubicBezTo>
                      <a:pt x="571" y="615"/>
                      <a:pt x="572" y="614"/>
                      <a:pt x="571" y="616"/>
                    </a:cubicBezTo>
                    <a:cubicBezTo>
                      <a:pt x="570" y="618"/>
                      <a:pt x="568" y="617"/>
                      <a:pt x="570" y="620"/>
                    </a:cubicBezTo>
                    <a:cubicBezTo>
                      <a:pt x="571" y="623"/>
                      <a:pt x="574" y="629"/>
                      <a:pt x="574" y="629"/>
                    </a:cubicBezTo>
                    <a:cubicBezTo>
                      <a:pt x="574" y="630"/>
                      <a:pt x="576" y="630"/>
                      <a:pt x="575" y="632"/>
                    </a:cubicBezTo>
                    <a:cubicBezTo>
                      <a:pt x="574" y="633"/>
                      <a:pt x="573" y="632"/>
                      <a:pt x="573" y="634"/>
                    </a:cubicBezTo>
                    <a:cubicBezTo>
                      <a:pt x="574" y="636"/>
                      <a:pt x="574" y="636"/>
                      <a:pt x="574" y="638"/>
                    </a:cubicBezTo>
                    <a:cubicBezTo>
                      <a:pt x="575" y="640"/>
                      <a:pt x="576" y="641"/>
                      <a:pt x="576" y="642"/>
                    </a:cubicBezTo>
                    <a:cubicBezTo>
                      <a:pt x="575" y="643"/>
                      <a:pt x="576" y="641"/>
                      <a:pt x="576" y="643"/>
                    </a:cubicBezTo>
                    <a:cubicBezTo>
                      <a:pt x="575" y="645"/>
                      <a:pt x="575" y="645"/>
                      <a:pt x="575" y="647"/>
                    </a:cubicBezTo>
                    <a:cubicBezTo>
                      <a:pt x="575" y="648"/>
                      <a:pt x="576" y="646"/>
                      <a:pt x="575" y="648"/>
                    </a:cubicBezTo>
                    <a:cubicBezTo>
                      <a:pt x="573" y="651"/>
                      <a:pt x="575" y="649"/>
                      <a:pt x="573" y="651"/>
                    </a:cubicBezTo>
                    <a:cubicBezTo>
                      <a:pt x="572" y="653"/>
                      <a:pt x="572" y="651"/>
                      <a:pt x="572" y="654"/>
                    </a:cubicBezTo>
                    <a:cubicBezTo>
                      <a:pt x="573" y="657"/>
                      <a:pt x="572" y="656"/>
                      <a:pt x="573" y="658"/>
                    </a:cubicBezTo>
                    <a:cubicBezTo>
                      <a:pt x="574" y="660"/>
                      <a:pt x="574" y="660"/>
                      <a:pt x="575" y="661"/>
                    </a:cubicBezTo>
                    <a:cubicBezTo>
                      <a:pt x="576" y="662"/>
                      <a:pt x="577" y="661"/>
                      <a:pt x="578" y="663"/>
                    </a:cubicBezTo>
                    <a:cubicBezTo>
                      <a:pt x="578" y="665"/>
                      <a:pt x="579" y="665"/>
                      <a:pt x="579" y="666"/>
                    </a:cubicBezTo>
                    <a:cubicBezTo>
                      <a:pt x="579" y="668"/>
                      <a:pt x="581" y="668"/>
                      <a:pt x="580" y="671"/>
                    </a:cubicBezTo>
                    <a:cubicBezTo>
                      <a:pt x="579" y="674"/>
                      <a:pt x="581" y="677"/>
                      <a:pt x="581" y="679"/>
                    </a:cubicBezTo>
                    <a:cubicBezTo>
                      <a:pt x="581" y="680"/>
                      <a:pt x="581" y="680"/>
                      <a:pt x="582" y="681"/>
                    </a:cubicBezTo>
                    <a:cubicBezTo>
                      <a:pt x="583" y="683"/>
                      <a:pt x="584" y="681"/>
                      <a:pt x="584" y="683"/>
                    </a:cubicBezTo>
                    <a:cubicBezTo>
                      <a:pt x="585" y="685"/>
                      <a:pt x="585" y="684"/>
                      <a:pt x="586" y="685"/>
                    </a:cubicBezTo>
                    <a:cubicBezTo>
                      <a:pt x="587" y="686"/>
                      <a:pt x="589" y="688"/>
                      <a:pt x="589" y="688"/>
                    </a:cubicBezTo>
                    <a:cubicBezTo>
                      <a:pt x="589" y="689"/>
                      <a:pt x="589" y="688"/>
                      <a:pt x="590" y="690"/>
                    </a:cubicBezTo>
                    <a:cubicBezTo>
                      <a:pt x="591" y="692"/>
                      <a:pt x="592" y="691"/>
                      <a:pt x="592" y="692"/>
                    </a:cubicBezTo>
                    <a:cubicBezTo>
                      <a:pt x="592" y="692"/>
                      <a:pt x="593" y="691"/>
                      <a:pt x="593" y="692"/>
                    </a:cubicBezTo>
                    <a:cubicBezTo>
                      <a:pt x="593" y="694"/>
                      <a:pt x="593" y="695"/>
                      <a:pt x="594" y="695"/>
                    </a:cubicBezTo>
                    <a:cubicBezTo>
                      <a:pt x="595" y="695"/>
                      <a:pt x="596" y="693"/>
                      <a:pt x="597" y="694"/>
                    </a:cubicBezTo>
                    <a:cubicBezTo>
                      <a:pt x="597" y="694"/>
                      <a:pt x="598" y="693"/>
                      <a:pt x="598" y="693"/>
                    </a:cubicBezTo>
                    <a:cubicBezTo>
                      <a:pt x="599" y="692"/>
                      <a:pt x="600" y="692"/>
                      <a:pt x="601" y="692"/>
                    </a:cubicBezTo>
                    <a:cubicBezTo>
                      <a:pt x="602" y="692"/>
                      <a:pt x="603" y="692"/>
                      <a:pt x="604" y="692"/>
                    </a:cubicBezTo>
                    <a:cubicBezTo>
                      <a:pt x="606" y="692"/>
                      <a:pt x="606" y="692"/>
                      <a:pt x="607" y="692"/>
                    </a:cubicBezTo>
                    <a:cubicBezTo>
                      <a:pt x="607" y="692"/>
                      <a:pt x="610" y="692"/>
                      <a:pt x="609" y="692"/>
                    </a:cubicBezTo>
                    <a:cubicBezTo>
                      <a:pt x="607" y="693"/>
                      <a:pt x="606" y="693"/>
                      <a:pt x="605" y="693"/>
                    </a:cubicBezTo>
                    <a:cubicBezTo>
                      <a:pt x="604" y="694"/>
                      <a:pt x="604" y="693"/>
                      <a:pt x="603" y="694"/>
                    </a:cubicBezTo>
                    <a:cubicBezTo>
                      <a:pt x="602" y="694"/>
                      <a:pt x="601" y="694"/>
                      <a:pt x="601" y="694"/>
                    </a:cubicBezTo>
                    <a:cubicBezTo>
                      <a:pt x="599" y="696"/>
                      <a:pt x="598" y="697"/>
                      <a:pt x="599" y="698"/>
                    </a:cubicBezTo>
                    <a:cubicBezTo>
                      <a:pt x="599" y="699"/>
                      <a:pt x="600" y="698"/>
                      <a:pt x="599" y="699"/>
                    </a:cubicBezTo>
                    <a:cubicBezTo>
                      <a:pt x="598" y="702"/>
                      <a:pt x="597" y="700"/>
                      <a:pt x="598" y="702"/>
                    </a:cubicBezTo>
                    <a:cubicBezTo>
                      <a:pt x="599" y="705"/>
                      <a:pt x="599" y="706"/>
                      <a:pt x="600" y="707"/>
                    </a:cubicBezTo>
                    <a:cubicBezTo>
                      <a:pt x="601" y="708"/>
                      <a:pt x="602" y="708"/>
                      <a:pt x="603" y="709"/>
                    </a:cubicBezTo>
                    <a:cubicBezTo>
                      <a:pt x="603" y="709"/>
                      <a:pt x="604" y="707"/>
                      <a:pt x="604" y="709"/>
                    </a:cubicBezTo>
                    <a:cubicBezTo>
                      <a:pt x="605" y="710"/>
                      <a:pt x="604" y="712"/>
                      <a:pt x="604" y="713"/>
                    </a:cubicBezTo>
                    <a:cubicBezTo>
                      <a:pt x="604" y="714"/>
                      <a:pt x="604" y="716"/>
                      <a:pt x="604" y="717"/>
                    </a:cubicBezTo>
                    <a:cubicBezTo>
                      <a:pt x="605" y="718"/>
                      <a:pt x="605" y="719"/>
                      <a:pt x="606" y="720"/>
                    </a:cubicBezTo>
                    <a:cubicBezTo>
                      <a:pt x="607" y="720"/>
                      <a:pt x="610" y="724"/>
                      <a:pt x="611" y="724"/>
                    </a:cubicBezTo>
                    <a:cubicBezTo>
                      <a:pt x="611" y="725"/>
                      <a:pt x="612" y="725"/>
                      <a:pt x="613" y="726"/>
                    </a:cubicBezTo>
                    <a:cubicBezTo>
                      <a:pt x="613" y="727"/>
                      <a:pt x="614" y="727"/>
                      <a:pt x="614" y="728"/>
                    </a:cubicBezTo>
                    <a:cubicBezTo>
                      <a:pt x="614" y="729"/>
                      <a:pt x="614" y="730"/>
                      <a:pt x="615" y="730"/>
                    </a:cubicBezTo>
                    <a:cubicBezTo>
                      <a:pt x="617" y="732"/>
                      <a:pt x="618" y="732"/>
                      <a:pt x="618" y="733"/>
                    </a:cubicBezTo>
                    <a:cubicBezTo>
                      <a:pt x="618" y="734"/>
                      <a:pt x="618" y="733"/>
                      <a:pt x="619" y="735"/>
                    </a:cubicBezTo>
                    <a:cubicBezTo>
                      <a:pt x="619" y="736"/>
                      <a:pt x="619" y="735"/>
                      <a:pt x="619" y="737"/>
                    </a:cubicBezTo>
                    <a:cubicBezTo>
                      <a:pt x="619" y="739"/>
                      <a:pt x="619" y="738"/>
                      <a:pt x="620" y="740"/>
                    </a:cubicBezTo>
                    <a:cubicBezTo>
                      <a:pt x="621" y="742"/>
                      <a:pt x="620" y="739"/>
                      <a:pt x="621" y="742"/>
                    </a:cubicBezTo>
                    <a:cubicBezTo>
                      <a:pt x="621" y="744"/>
                      <a:pt x="620" y="744"/>
                      <a:pt x="621" y="745"/>
                    </a:cubicBezTo>
                    <a:cubicBezTo>
                      <a:pt x="622" y="746"/>
                      <a:pt x="623" y="746"/>
                      <a:pt x="624" y="746"/>
                    </a:cubicBezTo>
                    <a:cubicBezTo>
                      <a:pt x="624" y="747"/>
                      <a:pt x="625" y="746"/>
                      <a:pt x="626" y="747"/>
                    </a:cubicBezTo>
                    <a:cubicBezTo>
                      <a:pt x="626" y="747"/>
                      <a:pt x="629" y="747"/>
                      <a:pt x="629" y="747"/>
                    </a:cubicBezTo>
                    <a:cubicBezTo>
                      <a:pt x="629" y="747"/>
                      <a:pt x="627" y="745"/>
                      <a:pt x="630" y="747"/>
                    </a:cubicBezTo>
                    <a:cubicBezTo>
                      <a:pt x="633" y="748"/>
                      <a:pt x="639" y="748"/>
                      <a:pt x="639" y="748"/>
                    </a:cubicBezTo>
                    <a:cubicBezTo>
                      <a:pt x="640" y="748"/>
                      <a:pt x="641" y="749"/>
                      <a:pt x="642" y="749"/>
                    </a:cubicBezTo>
                    <a:cubicBezTo>
                      <a:pt x="642" y="750"/>
                      <a:pt x="643" y="750"/>
                      <a:pt x="644" y="751"/>
                    </a:cubicBezTo>
                    <a:cubicBezTo>
                      <a:pt x="644" y="752"/>
                      <a:pt x="645" y="752"/>
                      <a:pt x="645" y="753"/>
                    </a:cubicBezTo>
                    <a:cubicBezTo>
                      <a:pt x="645" y="754"/>
                      <a:pt x="646" y="754"/>
                      <a:pt x="647" y="753"/>
                    </a:cubicBezTo>
                    <a:cubicBezTo>
                      <a:pt x="648" y="753"/>
                      <a:pt x="648" y="753"/>
                      <a:pt x="649" y="753"/>
                    </a:cubicBezTo>
                    <a:cubicBezTo>
                      <a:pt x="650" y="754"/>
                      <a:pt x="650" y="753"/>
                      <a:pt x="651" y="753"/>
                    </a:cubicBezTo>
                    <a:cubicBezTo>
                      <a:pt x="651" y="754"/>
                      <a:pt x="651" y="754"/>
                      <a:pt x="652" y="754"/>
                    </a:cubicBezTo>
                    <a:cubicBezTo>
                      <a:pt x="653" y="755"/>
                      <a:pt x="653" y="754"/>
                      <a:pt x="654" y="755"/>
                    </a:cubicBezTo>
                    <a:cubicBezTo>
                      <a:pt x="654" y="756"/>
                      <a:pt x="655" y="756"/>
                      <a:pt x="655" y="757"/>
                    </a:cubicBezTo>
                    <a:cubicBezTo>
                      <a:pt x="656" y="758"/>
                      <a:pt x="656" y="758"/>
                      <a:pt x="657" y="759"/>
                    </a:cubicBezTo>
                    <a:cubicBezTo>
                      <a:pt x="658" y="760"/>
                      <a:pt x="659" y="759"/>
                      <a:pt x="659" y="760"/>
                    </a:cubicBezTo>
                    <a:cubicBezTo>
                      <a:pt x="660" y="761"/>
                      <a:pt x="661" y="761"/>
                      <a:pt x="661" y="762"/>
                    </a:cubicBezTo>
                    <a:cubicBezTo>
                      <a:pt x="662" y="763"/>
                      <a:pt x="665" y="767"/>
                      <a:pt x="666" y="769"/>
                    </a:cubicBezTo>
                    <a:cubicBezTo>
                      <a:pt x="666" y="770"/>
                      <a:pt x="667" y="772"/>
                      <a:pt x="667" y="773"/>
                    </a:cubicBezTo>
                    <a:cubicBezTo>
                      <a:pt x="666" y="774"/>
                      <a:pt x="666" y="774"/>
                      <a:pt x="666" y="774"/>
                    </a:cubicBezTo>
                    <a:cubicBezTo>
                      <a:pt x="666" y="774"/>
                      <a:pt x="666" y="774"/>
                      <a:pt x="666" y="774"/>
                    </a:cubicBezTo>
                    <a:cubicBezTo>
                      <a:pt x="666" y="775"/>
                      <a:pt x="666" y="774"/>
                      <a:pt x="666" y="775"/>
                    </a:cubicBezTo>
                    <a:cubicBezTo>
                      <a:pt x="667" y="776"/>
                      <a:pt x="666" y="775"/>
                      <a:pt x="667" y="776"/>
                    </a:cubicBezTo>
                    <a:cubicBezTo>
                      <a:pt x="668" y="778"/>
                      <a:pt x="668" y="778"/>
                      <a:pt x="669" y="779"/>
                    </a:cubicBezTo>
                    <a:cubicBezTo>
                      <a:pt x="669" y="781"/>
                      <a:pt x="670" y="781"/>
                      <a:pt x="670" y="782"/>
                    </a:cubicBezTo>
                    <a:cubicBezTo>
                      <a:pt x="671" y="783"/>
                      <a:pt x="672" y="785"/>
                      <a:pt x="672" y="785"/>
                    </a:cubicBezTo>
                    <a:cubicBezTo>
                      <a:pt x="672" y="785"/>
                      <a:pt x="672" y="786"/>
                      <a:pt x="673" y="787"/>
                    </a:cubicBezTo>
                    <a:cubicBezTo>
                      <a:pt x="674" y="788"/>
                      <a:pt x="675" y="789"/>
                      <a:pt x="675" y="791"/>
                    </a:cubicBezTo>
                    <a:cubicBezTo>
                      <a:pt x="676" y="792"/>
                      <a:pt x="679" y="795"/>
                      <a:pt x="679" y="797"/>
                    </a:cubicBezTo>
                    <a:cubicBezTo>
                      <a:pt x="680" y="798"/>
                      <a:pt x="682" y="798"/>
                      <a:pt x="682" y="800"/>
                    </a:cubicBezTo>
                    <a:cubicBezTo>
                      <a:pt x="682" y="802"/>
                      <a:pt x="683" y="802"/>
                      <a:pt x="682" y="803"/>
                    </a:cubicBezTo>
                    <a:cubicBezTo>
                      <a:pt x="682" y="804"/>
                      <a:pt x="683" y="803"/>
                      <a:pt x="683" y="805"/>
                    </a:cubicBezTo>
                    <a:cubicBezTo>
                      <a:pt x="683" y="807"/>
                      <a:pt x="685" y="808"/>
                      <a:pt x="685" y="809"/>
                    </a:cubicBezTo>
                    <a:cubicBezTo>
                      <a:pt x="685" y="810"/>
                      <a:pt x="686" y="811"/>
                      <a:pt x="685" y="812"/>
                    </a:cubicBezTo>
                    <a:cubicBezTo>
                      <a:pt x="685" y="813"/>
                      <a:pt x="685" y="813"/>
                      <a:pt x="686" y="814"/>
                    </a:cubicBezTo>
                    <a:cubicBezTo>
                      <a:pt x="686" y="815"/>
                      <a:pt x="686" y="815"/>
                      <a:pt x="687" y="816"/>
                    </a:cubicBezTo>
                    <a:cubicBezTo>
                      <a:pt x="687" y="816"/>
                      <a:pt x="687" y="816"/>
                      <a:pt x="688" y="817"/>
                    </a:cubicBezTo>
                    <a:cubicBezTo>
                      <a:pt x="689" y="817"/>
                      <a:pt x="691" y="819"/>
                      <a:pt x="691" y="819"/>
                    </a:cubicBezTo>
                    <a:cubicBezTo>
                      <a:pt x="694" y="821"/>
                      <a:pt x="694" y="821"/>
                      <a:pt x="694" y="821"/>
                    </a:cubicBezTo>
                    <a:cubicBezTo>
                      <a:pt x="697" y="823"/>
                      <a:pt x="697" y="823"/>
                      <a:pt x="697" y="823"/>
                    </a:cubicBezTo>
                    <a:cubicBezTo>
                      <a:pt x="701" y="826"/>
                      <a:pt x="701" y="826"/>
                      <a:pt x="701" y="826"/>
                    </a:cubicBezTo>
                    <a:cubicBezTo>
                      <a:pt x="701" y="826"/>
                      <a:pt x="702" y="828"/>
                      <a:pt x="702" y="828"/>
                    </a:cubicBezTo>
                    <a:cubicBezTo>
                      <a:pt x="703" y="828"/>
                      <a:pt x="704" y="829"/>
                      <a:pt x="704" y="830"/>
                    </a:cubicBezTo>
                    <a:cubicBezTo>
                      <a:pt x="704" y="830"/>
                      <a:pt x="706" y="832"/>
                      <a:pt x="706" y="832"/>
                    </a:cubicBezTo>
                    <a:cubicBezTo>
                      <a:pt x="706" y="832"/>
                      <a:pt x="707" y="833"/>
                      <a:pt x="707" y="833"/>
                    </a:cubicBezTo>
                    <a:cubicBezTo>
                      <a:pt x="707" y="834"/>
                      <a:pt x="709" y="836"/>
                      <a:pt x="708" y="837"/>
                    </a:cubicBezTo>
                    <a:cubicBezTo>
                      <a:pt x="708" y="838"/>
                      <a:pt x="708" y="839"/>
                      <a:pt x="708" y="839"/>
                    </a:cubicBezTo>
                    <a:cubicBezTo>
                      <a:pt x="708" y="841"/>
                      <a:pt x="708" y="841"/>
                      <a:pt x="708" y="842"/>
                    </a:cubicBezTo>
                    <a:cubicBezTo>
                      <a:pt x="708" y="843"/>
                      <a:pt x="707" y="841"/>
                      <a:pt x="706" y="842"/>
                    </a:cubicBezTo>
                    <a:cubicBezTo>
                      <a:pt x="706" y="842"/>
                      <a:pt x="704" y="843"/>
                      <a:pt x="703" y="842"/>
                    </a:cubicBezTo>
                    <a:cubicBezTo>
                      <a:pt x="703" y="841"/>
                      <a:pt x="703" y="841"/>
                      <a:pt x="702" y="841"/>
                    </a:cubicBezTo>
                    <a:cubicBezTo>
                      <a:pt x="700" y="841"/>
                      <a:pt x="700" y="841"/>
                      <a:pt x="699" y="841"/>
                    </a:cubicBezTo>
                    <a:cubicBezTo>
                      <a:pt x="699" y="842"/>
                      <a:pt x="697" y="841"/>
                      <a:pt x="697" y="842"/>
                    </a:cubicBezTo>
                    <a:cubicBezTo>
                      <a:pt x="697" y="842"/>
                      <a:pt x="696" y="842"/>
                      <a:pt x="695" y="843"/>
                    </a:cubicBezTo>
                    <a:cubicBezTo>
                      <a:pt x="694" y="844"/>
                      <a:pt x="695" y="844"/>
                      <a:pt x="695" y="845"/>
                    </a:cubicBezTo>
                    <a:cubicBezTo>
                      <a:pt x="696" y="845"/>
                      <a:pt x="698" y="844"/>
                      <a:pt x="698" y="845"/>
                    </a:cubicBezTo>
                    <a:cubicBezTo>
                      <a:pt x="698" y="846"/>
                      <a:pt x="701" y="848"/>
                      <a:pt x="701" y="849"/>
                    </a:cubicBezTo>
                    <a:cubicBezTo>
                      <a:pt x="702" y="849"/>
                      <a:pt x="702" y="850"/>
                      <a:pt x="703" y="852"/>
                    </a:cubicBezTo>
                    <a:cubicBezTo>
                      <a:pt x="704" y="854"/>
                      <a:pt x="704" y="854"/>
                      <a:pt x="705" y="854"/>
                    </a:cubicBezTo>
                    <a:cubicBezTo>
                      <a:pt x="706" y="854"/>
                      <a:pt x="708" y="853"/>
                      <a:pt x="708" y="854"/>
                    </a:cubicBezTo>
                    <a:cubicBezTo>
                      <a:pt x="709" y="855"/>
                      <a:pt x="710" y="855"/>
                      <a:pt x="711" y="856"/>
                    </a:cubicBezTo>
                    <a:cubicBezTo>
                      <a:pt x="712" y="858"/>
                      <a:pt x="714" y="857"/>
                      <a:pt x="715" y="858"/>
                    </a:cubicBezTo>
                    <a:cubicBezTo>
                      <a:pt x="715" y="859"/>
                      <a:pt x="716" y="858"/>
                      <a:pt x="716" y="858"/>
                    </a:cubicBezTo>
                    <a:cubicBezTo>
                      <a:pt x="717" y="859"/>
                      <a:pt x="718" y="859"/>
                      <a:pt x="719" y="859"/>
                    </a:cubicBezTo>
                    <a:cubicBezTo>
                      <a:pt x="719" y="860"/>
                      <a:pt x="719" y="858"/>
                      <a:pt x="720" y="859"/>
                    </a:cubicBezTo>
                    <a:cubicBezTo>
                      <a:pt x="721" y="860"/>
                      <a:pt x="722" y="859"/>
                      <a:pt x="723" y="861"/>
                    </a:cubicBezTo>
                    <a:cubicBezTo>
                      <a:pt x="725" y="863"/>
                      <a:pt x="728" y="864"/>
                      <a:pt x="729" y="865"/>
                    </a:cubicBezTo>
                    <a:cubicBezTo>
                      <a:pt x="729" y="866"/>
                      <a:pt x="729" y="866"/>
                      <a:pt x="730" y="867"/>
                    </a:cubicBezTo>
                    <a:cubicBezTo>
                      <a:pt x="732" y="868"/>
                      <a:pt x="732" y="868"/>
                      <a:pt x="733" y="869"/>
                    </a:cubicBezTo>
                    <a:cubicBezTo>
                      <a:pt x="733" y="870"/>
                      <a:pt x="734" y="871"/>
                      <a:pt x="733" y="872"/>
                    </a:cubicBezTo>
                    <a:cubicBezTo>
                      <a:pt x="733" y="874"/>
                      <a:pt x="734" y="874"/>
                      <a:pt x="733" y="875"/>
                    </a:cubicBezTo>
                    <a:cubicBezTo>
                      <a:pt x="732" y="877"/>
                      <a:pt x="732" y="876"/>
                      <a:pt x="732" y="878"/>
                    </a:cubicBezTo>
                    <a:cubicBezTo>
                      <a:pt x="731" y="881"/>
                      <a:pt x="732" y="879"/>
                      <a:pt x="732" y="881"/>
                    </a:cubicBezTo>
                    <a:cubicBezTo>
                      <a:pt x="732" y="883"/>
                      <a:pt x="732" y="882"/>
                      <a:pt x="733" y="884"/>
                    </a:cubicBezTo>
                    <a:cubicBezTo>
                      <a:pt x="734" y="886"/>
                      <a:pt x="734" y="887"/>
                      <a:pt x="735" y="887"/>
                    </a:cubicBezTo>
                    <a:cubicBezTo>
                      <a:pt x="737" y="888"/>
                      <a:pt x="737" y="888"/>
                      <a:pt x="740" y="889"/>
                    </a:cubicBezTo>
                    <a:cubicBezTo>
                      <a:pt x="742" y="890"/>
                      <a:pt x="743" y="891"/>
                      <a:pt x="744" y="892"/>
                    </a:cubicBezTo>
                    <a:cubicBezTo>
                      <a:pt x="745" y="894"/>
                      <a:pt x="749" y="896"/>
                      <a:pt x="749" y="897"/>
                    </a:cubicBezTo>
                    <a:cubicBezTo>
                      <a:pt x="750" y="897"/>
                      <a:pt x="750" y="899"/>
                      <a:pt x="751" y="899"/>
                    </a:cubicBezTo>
                    <a:cubicBezTo>
                      <a:pt x="752" y="900"/>
                      <a:pt x="754" y="900"/>
                      <a:pt x="754" y="901"/>
                    </a:cubicBezTo>
                    <a:cubicBezTo>
                      <a:pt x="755" y="901"/>
                      <a:pt x="756" y="902"/>
                      <a:pt x="756" y="903"/>
                    </a:cubicBezTo>
                    <a:cubicBezTo>
                      <a:pt x="757" y="904"/>
                      <a:pt x="757" y="903"/>
                      <a:pt x="758" y="904"/>
                    </a:cubicBezTo>
                    <a:cubicBezTo>
                      <a:pt x="759" y="906"/>
                      <a:pt x="760" y="904"/>
                      <a:pt x="760" y="907"/>
                    </a:cubicBezTo>
                    <a:cubicBezTo>
                      <a:pt x="760" y="909"/>
                      <a:pt x="760" y="910"/>
                      <a:pt x="761" y="911"/>
                    </a:cubicBezTo>
                    <a:cubicBezTo>
                      <a:pt x="763" y="911"/>
                      <a:pt x="764" y="911"/>
                      <a:pt x="765" y="911"/>
                    </a:cubicBezTo>
                    <a:cubicBezTo>
                      <a:pt x="765" y="911"/>
                      <a:pt x="769" y="908"/>
                      <a:pt x="769" y="908"/>
                    </a:cubicBezTo>
                    <a:cubicBezTo>
                      <a:pt x="769" y="906"/>
                      <a:pt x="769" y="906"/>
                      <a:pt x="769" y="906"/>
                    </a:cubicBezTo>
                    <a:cubicBezTo>
                      <a:pt x="769" y="906"/>
                      <a:pt x="768" y="904"/>
                      <a:pt x="768" y="904"/>
                    </a:cubicBezTo>
                    <a:cubicBezTo>
                      <a:pt x="767" y="903"/>
                      <a:pt x="767" y="902"/>
                      <a:pt x="766" y="901"/>
                    </a:cubicBezTo>
                    <a:cubicBezTo>
                      <a:pt x="765" y="901"/>
                      <a:pt x="765" y="900"/>
                      <a:pt x="765" y="899"/>
                    </a:cubicBezTo>
                    <a:cubicBezTo>
                      <a:pt x="765" y="898"/>
                      <a:pt x="765" y="898"/>
                      <a:pt x="765" y="897"/>
                    </a:cubicBezTo>
                    <a:cubicBezTo>
                      <a:pt x="764" y="895"/>
                      <a:pt x="764" y="896"/>
                      <a:pt x="763" y="894"/>
                    </a:cubicBezTo>
                    <a:cubicBezTo>
                      <a:pt x="763" y="893"/>
                      <a:pt x="761" y="893"/>
                      <a:pt x="760" y="893"/>
                    </a:cubicBezTo>
                    <a:cubicBezTo>
                      <a:pt x="760" y="893"/>
                      <a:pt x="757" y="893"/>
                      <a:pt x="757" y="893"/>
                    </a:cubicBezTo>
                    <a:cubicBezTo>
                      <a:pt x="756" y="892"/>
                      <a:pt x="754" y="890"/>
                      <a:pt x="754" y="890"/>
                    </a:cubicBezTo>
                    <a:cubicBezTo>
                      <a:pt x="753" y="891"/>
                      <a:pt x="753" y="891"/>
                      <a:pt x="752" y="889"/>
                    </a:cubicBezTo>
                    <a:cubicBezTo>
                      <a:pt x="751" y="888"/>
                      <a:pt x="751" y="887"/>
                      <a:pt x="751" y="886"/>
                    </a:cubicBezTo>
                    <a:cubicBezTo>
                      <a:pt x="751" y="885"/>
                      <a:pt x="751" y="885"/>
                      <a:pt x="751" y="884"/>
                    </a:cubicBezTo>
                    <a:cubicBezTo>
                      <a:pt x="753" y="882"/>
                      <a:pt x="753" y="881"/>
                      <a:pt x="753" y="881"/>
                    </a:cubicBezTo>
                    <a:cubicBezTo>
                      <a:pt x="752" y="880"/>
                      <a:pt x="751" y="878"/>
                      <a:pt x="751" y="878"/>
                    </a:cubicBezTo>
                    <a:cubicBezTo>
                      <a:pt x="750" y="878"/>
                      <a:pt x="748" y="876"/>
                      <a:pt x="748" y="876"/>
                    </a:cubicBezTo>
                    <a:cubicBezTo>
                      <a:pt x="748" y="876"/>
                      <a:pt x="750" y="874"/>
                      <a:pt x="748" y="874"/>
                    </a:cubicBezTo>
                    <a:cubicBezTo>
                      <a:pt x="747" y="873"/>
                      <a:pt x="747" y="872"/>
                      <a:pt x="746" y="872"/>
                    </a:cubicBezTo>
                    <a:cubicBezTo>
                      <a:pt x="744" y="871"/>
                      <a:pt x="742" y="871"/>
                      <a:pt x="745" y="870"/>
                    </a:cubicBezTo>
                    <a:cubicBezTo>
                      <a:pt x="747" y="869"/>
                      <a:pt x="748" y="869"/>
                      <a:pt x="748" y="868"/>
                    </a:cubicBezTo>
                    <a:cubicBezTo>
                      <a:pt x="748" y="867"/>
                      <a:pt x="744" y="863"/>
                      <a:pt x="744" y="863"/>
                    </a:cubicBezTo>
                    <a:cubicBezTo>
                      <a:pt x="744" y="863"/>
                      <a:pt x="746" y="865"/>
                      <a:pt x="745" y="863"/>
                    </a:cubicBezTo>
                    <a:cubicBezTo>
                      <a:pt x="744" y="862"/>
                      <a:pt x="744" y="861"/>
                      <a:pt x="743" y="860"/>
                    </a:cubicBezTo>
                    <a:cubicBezTo>
                      <a:pt x="741" y="858"/>
                      <a:pt x="742" y="857"/>
                      <a:pt x="740" y="856"/>
                    </a:cubicBezTo>
                    <a:cubicBezTo>
                      <a:pt x="739" y="856"/>
                      <a:pt x="738" y="855"/>
                      <a:pt x="737" y="853"/>
                    </a:cubicBezTo>
                    <a:cubicBezTo>
                      <a:pt x="735" y="851"/>
                      <a:pt x="735" y="851"/>
                      <a:pt x="735" y="850"/>
                    </a:cubicBezTo>
                    <a:cubicBezTo>
                      <a:pt x="735" y="850"/>
                      <a:pt x="734" y="849"/>
                      <a:pt x="733" y="849"/>
                    </a:cubicBezTo>
                    <a:cubicBezTo>
                      <a:pt x="732" y="848"/>
                      <a:pt x="730" y="845"/>
                      <a:pt x="729" y="845"/>
                    </a:cubicBezTo>
                    <a:cubicBezTo>
                      <a:pt x="728" y="844"/>
                      <a:pt x="728" y="844"/>
                      <a:pt x="727" y="842"/>
                    </a:cubicBezTo>
                    <a:cubicBezTo>
                      <a:pt x="726" y="840"/>
                      <a:pt x="726" y="837"/>
                      <a:pt x="725" y="836"/>
                    </a:cubicBezTo>
                    <a:cubicBezTo>
                      <a:pt x="723" y="836"/>
                      <a:pt x="721" y="833"/>
                      <a:pt x="721" y="832"/>
                    </a:cubicBezTo>
                    <a:cubicBezTo>
                      <a:pt x="721" y="830"/>
                      <a:pt x="720" y="828"/>
                      <a:pt x="719" y="828"/>
                    </a:cubicBezTo>
                    <a:cubicBezTo>
                      <a:pt x="719" y="827"/>
                      <a:pt x="715" y="827"/>
                      <a:pt x="717" y="824"/>
                    </a:cubicBezTo>
                    <a:cubicBezTo>
                      <a:pt x="719" y="822"/>
                      <a:pt x="720" y="821"/>
                      <a:pt x="719" y="820"/>
                    </a:cubicBezTo>
                    <a:cubicBezTo>
                      <a:pt x="717" y="819"/>
                      <a:pt x="715" y="815"/>
                      <a:pt x="715" y="816"/>
                    </a:cubicBezTo>
                    <a:cubicBezTo>
                      <a:pt x="714" y="816"/>
                      <a:pt x="713" y="815"/>
                      <a:pt x="712" y="816"/>
                    </a:cubicBezTo>
                    <a:cubicBezTo>
                      <a:pt x="710" y="817"/>
                      <a:pt x="710" y="816"/>
                      <a:pt x="709" y="816"/>
                    </a:cubicBezTo>
                    <a:cubicBezTo>
                      <a:pt x="707" y="815"/>
                      <a:pt x="706" y="814"/>
                      <a:pt x="705" y="814"/>
                    </a:cubicBezTo>
                    <a:cubicBezTo>
                      <a:pt x="704" y="813"/>
                      <a:pt x="703" y="812"/>
                      <a:pt x="702" y="810"/>
                    </a:cubicBezTo>
                    <a:cubicBezTo>
                      <a:pt x="701" y="809"/>
                      <a:pt x="701" y="808"/>
                      <a:pt x="701" y="806"/>
                    </a:cubicBezTo>
                    <a:cubicBezTo>
                      <a:pt x="700" y="805"/>
                      <a:pt x="700" y="801"/>
                      <a:pt x="700" y="801"/>
                    </a:cubicBezTo>
                    <a:cubicBezTo>
                      <a:pt x="700" y="801"/>
                      <a:pt x="700" y="800"/>
                      <a:pt x="699" y="798"/>
                    </a:cubicBezTo>
                    <a:cubicBezTo>
                      <a:pt x="699" y="795"/>
                      <a:pt x="699" y="799"/>
                      <a:pt x="698" y="794"/>
                    </a:cubicBezTo>
                    <a:cubicBezTo>
                      <a:pt x="698" y="788"/>
                      <a:pt x="692" y="785"/>
                      <a:pt x="698" y="787"/>
                    </a:cubicBezTo>
                    <a:cubicBezTo>
                      <a:pt x="704" y="789"/>
                      <a:pt x="707" y="789"/>
                      <a:pt x="707" y="789"/>
                    </a:cubicBezTo>
                    <a:cubicBezTo>
                      <a:pt x="708" y="790"/>
                      <a:pt x="708" y="790"/>
                      <a:pt x="709" y="789"/>
                    </a:cubicBezTo>
                    <a:cubicBezTo>
                      <a:pt x="710" y="789"/>
                      <a:pt x="710" y="788"/>
                      <a:pt x="712" y="789"/>
                    </a:cubicBezTo>
                    <a:cubicBezTo>
                      <a:pt x="713" y="790"/>
                      <a:pt x="712" y="789"/>
                      <a:pt x="713" y="791"/>
                    </a:cubicBezTo>
                    <a:cubicBezTo>
                      <a:pt x="714" y="792"/>
                      <a:pt x="716" y="793"/>
                      <a:pt x="716" y="793"/>
                    </a:cubicBezTo>
                    <a:cubicBezTo>
                      <a:pt x="716" y="794"/>
                      <a:pt x="717" y="795"/>
                      <a:pt x="717" y="795"/>
                    </a:cubicBezTo>
                    <a:cubicBezTo>
                      <a:pt x="718" y="795"/>
                      <a:pt x="719" y="792"/>
                      <a:pt x="719" y="795"/>
                    </a:cubicBezTo>
                    <a:cubicBezTo>
                      <a:pt x="719" y="797"/>
                      <a:pt x="721" y="800"/>
                      <a:pt x="721" y="800"/>
                    </a:cubicBezTo>
                    <a:cubicBezTo>
                      <a:pt x="720" y="803"/>
                      <a:pt x="720" y="803"/>
                      <a:pt x="720" y="803"/>
                    </a:cubicBezTo>
                    <a:cubicBezTo>
                      <a:pt x="720" y="803"/>
                      <a:pt x="723" y="806"/>
                      <a:pt x="723" y="807"/>
                    </a:cubicBezTo>
                    <a:cubicBezTo>
                      <a:pt x="723" y="808"/>
                      <a:pt x="723" y="809"/>
                      <a:pt x="724" y="810"/>
                    </a:cubicBezTo>
                    <a:cubicBezTo>
                      <a:pt x="724" y="812"/>
                      <a:pt x="727" y="813"/>
                      <a:pt x="726" y="814"/>
                    </a:cubicBezTo>
                    <a:cubicBezTo>
                      <a:pt x="726" y="815"/>
                      <a:pt x="727" y="814"/>
                      <a:pt x="727" y="816"/>
                    </a:cubicBezTo>
                    <a:cubicBezTo>
                      <a:pt x="728" y="818"/>
                      <a:pt x="729" y="819"/>
                      <a:pt x="730" y="820"/>
                    </a:cubicBezTo>
                    <a:cubicBezTo>
                      <a:pt x="730" y="821"/>
                      <a:pt x="731" y="821"/>
                      <a:pt x="731" y="823"/>
                    </a:cubicBezTo>
                    <a:cubicBezTo>
                      <a:pt x="732" y="824"/>
                      <a:pt x="732" y="826"/>
                      <a:pt x="732" y="826"/>
                    </a:cubicBezTo>
                    <a:cubicBezTo>
                      <a:pt x="733" y="827"/>
                      <a:pt x="733" y="827"/>
                      <a:pt x="734" y="828"/>
                    </a:cubicBezTo>
                    <a:cubicBezTo>
                      <a:pt x="735" y="829"/>
                      <a:pt x="736" y="829"/>
                      <a:pt x="737" y="830"/>
                    </a:cubicBezTo>
                    <a:cubicBezTo>
                      <a:pt x="737" y="831"/>
                      <a:pt x="737" y="831"/>
                      <a:pt x="738" y="832"/>
                    </a:cubicBezTo>
                    <a:cubicBezTo>
                      <a:pt x="738" y="834"/>
                      <a:pt x="740" y="837"/>
                      <a:pt x="740" y="837"/>
                    </a:cubicBezTo>
                    <a:cubicBezTo>
                      <a:pt x="740" y="837"/>
                      <a:pt x="742" y="838"/>
                      <a:pt x="743" y="838"/>
                    </a:cubicBezTo>
                    <a:cubicBezTo>
                      <a:pt x="743" y="838"/>
                      <a:pt x="743" y="838"/>
                      <a:pt x="746" y="839"/>
                    </a:cubicBezTo>
                    <a:cubicBezTo>
                      <a:pt x="748" y="841"/>
                      <a:pt x="746" y="840"/>
                      <a:pt x="747" y="841"/>
                    </a:cubicBezTo>
                    <a:cubicBezTo>
                      <a:pt x="748" y="841"/>
                      <a:pt x="750" y="842"/>
                      <a:pt x="750" y="842"/>
                    </a:cubicBezTo>
                    <a:cubicBezTo>
                      <a:pt x="752" y="843"/>
                      <a:pt x="752" y="843"/>
                      <a:pt x="752" y="843"/>
                    </a:cubicBezTo>
                    <a:cubicBezTo>
                      <a:pt x="752" y="843"/>
                      <a:pt x="753" y="844"/>
                      <a:pt x="753" y="845"/>
                    </a:cubicBezTo>
                    <a:cubicBezTo>
                      <a:pt x="753" y="845"/>
                      <a:pt x="753" y="850"/>
                      <a:pt x="754" y="850"/>
                    </a:cubicBezTo>
                    <a:cubicBezTo>
                      <a:pt x="754" y="851"/>
                      <a:pt x="755" y="851"/>
                      <a:pt x="755" y="851"/>
                    </a:cubicBezTo>
                    <a:cubicBezTo>
                      <a:pt x="756" y="851"/>
                      <a:pt x="756" y="851"/>
                      <a:pt x="757" y="851"/>
                    </a:cubicBezTo>
                    <a:cubicBezTo>
                      <a:pt x="758" y="852"/>
                      <a:pt x="759" y="852"/>
                      <a:pt x="759" y="852"/>
                    </a:cubicBezTo>
                    <a:cubicBezTo>
                      <a:pt x="759" y="853"/>
                      <a:pt x="760" y="852"/>
                      <a:pt x="761" y="854"/>
                    </a:cubicBezTo>
                    <a:cubicBezTo>
                      <a:pt x="762" y="856"/>
                      <a:pt x="763" y="857"/>
                      <a:pt x="763" y="857"/>
                    </a:cubicBezTo>
                    <a:cubicBezTo>
                      <a:pt x="765" y="859"/>
                      <a:pt x="767" y="860"/>
                      <a:pt x="767" y="860"/>
                    </a:cubicBezTo>
                    <a:cubicBezTo>
                      <a:pt x="767" y="860"/>
                      <a:pt x="768" y="860"/>
                      <a:pt x="769" y="861"/>
                    </a:cubicBezTo>
                    <a:cubicBezTo>
                      <a:pt x="769" y="861"/>
                      <a:pt x="770" y="861"/>
                      <a:pt x="769" y="863"/>
                    </a:cubicBezTo>
                    <a:cubicBezTo>
                      <a:pt x="769" y="865"/>
                      <a:pt x="769" y="865"/>
                      <a:pt x="768" y="866"/>
                    </a:cubicBezTo>
                    <a:cubicBezTo>
                      <a:pt x="767" y="867"/>
                      <a:pt x="767" y="867"/>
                      <a:pt x="767" y="868"/>
                    </a:cubicBezTo>
                    <a:cubicBezTo>
                      <a:pt x="767" y="869"/>
                      <a:pt x="769" y="871"/>
                      <a:pt x="769" y="871"/>
                    </a:cubicBezTo>
                    <a:cubicBezTo>
                      <a:pt x="769" y="871"/>
                      <a:pt x="771" y="872"/>
                      <a:pt x="771" y="873"/>
                    </a:cubicBezTo>
                    <a:cubicBezTo>
                      <a:pt x="771" y="873"/>
                      <a:pt x="773" y="873"/>
                      <a:pt x="773" y="874"/>
                    </a:cubicBezTo>
                    <a:cubicBezTo>
                      <a:pt x="774" y="874"/>
                      <a:pt x="776" y="875"/>
                      <a:pt x="776" y="875"/>
                    </a:cubicBezTo>
                    <a:cubicBezTo>
                      <a:pt x="776" y="875"/>
                      <a:pt x="777" y="875"/>
                      <a:pt x="778" y="876"/>
                    </a:cubicBezTo>
                    <a:cubicBezTo>
                      <a:pt x="778" y="877"/>
                      <a:pt x="781" y="879"/>
                      <a:pt x="781" y="879"/>
                    </a:cubicBezTo>
                    <a:cubicBezTo>
                      <a:pt x="782" y="880"/>
                      <a:pt x="782" y="880"/>
                      <a:pt x="782" y="880"/>
                    </a:cubicBezTo>
                    <a:cubicBezTo>
                      <a:pt x="782" y="880"/>
                      <a:pt x="784" y="879"/>
                      <a:pt x="784" y="880"/>
                    </a:cubicBezTo>
                    <a:cubicBezTo>
                      <a:pt x="785" y="881"/>
                      <a:pt x="786" y="881"/>
                      <a:pt x="786" y="882"/>
                    </a:cubicBezTo>
                    <a:cubicBezTo>
                      <a:pt x="786" y="883"/>
                      <a:pt x="786" y="883"/>
                      <a:pt x="786" y="884"/>
                    </a:cubicBezTo>
                    <a:cubicBezTo>
                      <a:pt x="786" y="885"/>
                      <a:pt x="786" y="885"/>
                      <a:pt x="786" y="886"/>
                    </a:cubicBezTo>
                    <a:cubicBezTo>
                      <a:pt x="786" y="887"/>
                      <a:pt x="787" y="887"/>
                      <a:pt x="788" y="889"/>
                    </a:cubicBezTo>
                    <a:cubicBezTo>
                      <a:pt x="788" y="890"/>
                      <a:pt x="791" y="891"/>
                      <a:pt x="791" y="891"/>
                    </a:cubicBezTo>
                    <a:cubicBezTo>
                      <a:pt x="791" y="892"/>
                      <a:pt x="793" y="892"/>
                      <a:pt x="793" y="893"/>
                    </a:cubicBezTo>
                    <a:cubicBezTo>
                      <a:pt x="793" y="893"/>
                      <a:pt x="794" y="893"/>
                      <a:pt x="795" y="894"/>
                    </a:cubicBezTo>
                    <a:cubicBezTo>
                      <a:pt x="796" y="894"/>
                      <a:pt x="797" y="894"/>
                      <a:pt x="798" y="895"/>
                    </a:cubicBezTo>
                    <a:cubicBezTo>
                      <a:pt x="798" y="897"/>
                      <a:pt x="799" y="896"/>
                      <a:pt x="800" y="898"/>
                    </a:cubicBezTo>
                    <a:cubicBezTo>
                      <a:pt x="800" y="899"/>
                      <a:pt x="798" y="899"/>
                      <a:pt x="801" y="900"/>
                    </a:cubicBezTo>
                    <a:cubicBezTo>
                      <a:pt x="805" y="902"/>
                      <a:pt x="807" y="904"/>
                      <a:pt x="807" y="905"/>
                    </a:cubicBezTo>
                    <a:cubicBezTo>
                      <a:pt x="806" y="905"/>
                      <a:pt x="809" y="908"/>
                      <a:pt x="809" y="909"/>
                    </a:cubicBezTo>
                    <a:cubicBezTo>
                      <a:pt x="809" y="909"/>
                      <a:pt x="815" y="913"/>
                      <a:pt x="815" y="913"/>
                    </a:cubicBezTo>
                    <a:cubicBezTo>
                      <a:pt x="815" y="914"/>
                      <a:pt x="816" y="916"/>
                      <a:pt x="816" y="917"/>
                    </a:cubicBezTo>
                    <a:cubicBezTo>
                      <a:pt x="817" y="917"/>
                      <a:pt x="818" y="917"/>
                      <a:pt x="818" y="919"/>
                    </a:cubicBezTo>
                    <a:cubicBezTo>
                      <a:pt x="818" y="921"/>
                      <a:pt x="819" y="923"/>
                      <a:pt x="819" y="924"/>
                    </a:cubicBezTo>
                    <a:cubicBezTo>
                      <a:pt x="819" y="925"/>
                      <a:pt x="820" y="925"/>
                      <a:pt x="819" y="926"/>
                    </a:cubicBezTo>
                    <a:cubicBezTo>
                      <a:pt x="818" y="927"/>
                      <a:pt x="818" y="926"/>
                      <a:pt x="819" y="927"/>
                    </a:cubicBezTo>
                    <a:cubicBezTo>
                      <a:pt x="820" y="929"/>
                      <a:pt x="821" y="929"/>
                      <a:pt x="821" y="930"/>
                    </a:cubicBezTo>
                    <a:cubicBezTo>
                      <a:pt x="821" y="931"/>
                      <a:pt x="822" y="932"/>
                      <a:pt x="822" y="932"/>
                    </a:cubicBezTo>
                    <a:cubicBezTo>
                      <a:pt x="822" y="933"/>
                      <a:pt x="823" y="934"/>
                      <a:pt x="822" y="935"/>
                    </a:cubicBezTo>
                    <a:cubicBezTo>
                      <a:pt x="822" y="935"/>
                      <a:pt x="822" y="935"/>
                      <a:pt x="822" y="936"/>
                    </a:cubicBezTo>
                    <a:cubicBezTo>
                      <a:pt x="822" y="937"/>
                      <a:pt x="822" y="939"/>
                      <a:pt x="822" y="940"/>
                    </a:cubicBezTo>
                    <a:cubicBezTo>
                      <a:pt x="822" y="940"/>
                      <a:pt x="823" y="940"/>
                      <a:pt x="822" y="942"/>
                    </a:cubicBezTo>
                    <a:cubicBezTo>
                      <a:pt x="821" y="944"/>
                      <a:pt x="820" y="944"/>
                      <a:pt x="819" y="945"/>
                    </a:cubicBezTo>
                    <a:cubicBezTo>
                      <a:pt x="819" y="946"/>
                      <a:pt x="818" y="945"/>
                      <a:pt x="819" y="946"/>
                    </a:cubicBezTo>
                    <a:cubicBezTo>
                      <a:pt x="819" y="948"/>
                      <a:pt x="820" y="949"/>
                      <a:pt x="820" y="950"/>
                    </a:cubicBezTo>
                    <a:cubicBezTo>
                      <a:pt x="821" y="951"/>
                      <a:pt x="823" y="953"/>
                      <a:pt x="823" y="954"/>
                    </a:cubicBezTo>
                    <a:cubicBezTo>
                      <a:pt x="824" y="956"/>
                      <a:pt x="824" y="959"/>
                      <a:pt x="824" y="959"/>
                    </a:cubicBezTo>
                    <a:cubicBezTo>
                      <a:pt x="825" y="959"/>
                      <a:pt x="827" y="961"/>
                      <a:pt x="828" y="962"/>
                    </a:cubicBezTo>
                    <a:cubicBezTo>
                      <a:pt x="828" y="962"/>
                      <a:pt x="830" y="964"/>
                      <a:pt x="830" y="964"/>
                    </a:cubicBezTo>
                    <a:cubicBezTo>
                      <a:pt x="831" y="965"/>
                      <a:pt x="832" y="964"/>
                      <a:pt x="833" y="964"/>
                    </a:cubicBezTo>
                    <a:cubicBezTo>
                      <a:pt x="834" y="964"/>
                      <a:pt x="836" y="964"/>
                      <a:pt x="836" y="965"/>
                    </a:cubicBezTo>
                    <a:cubicBezTo>
                      <a:pt x="837" y="966"/>
                      <a:pt x="838" y="967"/>
                      <a:pt x="839" y="968"/>
                    </a:cubicBezTo>
                    <a:cubicBezTo>
                      <a:pt x="840" y="968"/>
                      <a:pt x="843" y="970"/>
                      <a:pt x="843" y="971"/>
                    </a:cubicBezTo>
                    <a:cubicBezTo>
                      <a:pt x="843" y="971"/>
                      <a:pt x="844" y="971"/>
                      <a:pt x="844" y="972"/>
                    </a:cubicBezTo>
                    <a:cubicBezTo>
                      <a:pt x="844" y="973"/>
                      <a:pt x="845" y="973"/>
                      <a:pt x="846" y="974"/>
                    </a:cubicBezTo>
                    <a:cubicBezTo>
                      <a:pt x="846" y="975"/>
                      <a:pt x="848" y="975"/>
                      <a:pt x="849" y="976"/>
                    </a:cubicBezTo>
                    <a:cubicBezTo>
                      <a:pt x="850" y="976"/>
                      <a:pt x="850" y="976"/>
                      <a:pt x="851" y="976"/>
                    </a:cubicBezTo>
                    <a:cubicBezTo>
                      <a:pt x="852" y="977"/>
                      <a:pt x="853" y="977"/>
                      <a:pt x="855" y="978"/>
                    </a:cubicBezTo>
                    <a:cubicBezTo>
                      <a:pt x="857" y="980"/>
                      <a:pt x="861" y="978"/>
                      <a:pt x="862" y="979"/>
                    </a:cubicBezTo>
                    <a:cubicBezTo>
                      <a:pt x="862" y="979"/>
                      <a:pt x="865" y="980"/>
                      <a:pt x="865" y="980"/>
                    </a:cubicBezTo>
                    <a:cubicBezTo>
                      <a:pt x="865" y="980"/>
                      <a:pt x="868" y="980"/>
                      <a:pt x="868" y="981"/>
                    </a:cubicBezTo>
                    <a:cubicBezTo>
                      <a:pt x="869" y="981"/>
                      <a:pt x="872" y="983"/>
                      <a:pt x="872" y="984"/>
                    </a:cubicBezTo>
                    <a:cubicBezTo>
                      <a:pt x="872" y="984"/>
                      <a:pt x="875" y="985"/>
                      <a:pt x="875" y="986"/>
                    </a:cubicBezTo>
                    <a:cubicBezTo>
                      <a:pt x="875" y="987"/>
                      <a:pt x="878" y="989"/>
                      <a:pt x="878" y="989"/>
                    </a:cubicBezTo>
                    <a:cubicBezTo>
                      <a:pt x="878" y="989"/>
                      <a:pt x="879" y="989"/>
                      <a:pt x="880" y="989"/>
                    </a:cubicBezTo>
                    <a:cubicBezTo>
                      <a:pt x="880" y="990"/>
                      <a:pt x="879" y="990"/>
                      <a:pt x="883" y="991"/>
                    </a:cubicBezTo>
                    <a:cubicBezTo>
                      <a:pt x="886" y="991"/>
                      <a:pt x="887" y="993"/>
                      <a:pt x="887" y="993"/>
                    </a:cubicBezTo>
                    <a:cubicBezTo>
                      <a:pt x="888" y="993"/>
                      <a:pt x="890" y="995"/>
                      <a:pt x="890" y="995"/>
                    </a:cubicBezTo>
                    <a:cubicBezTo>
                      <a:pt x="894" y="995"/>
                      <a:pt x="894" y="995"/>
                      <a:pt x="894" y="995"/>
                    </a:cubicBezTo>
                    <a:cubicBezTo>
                      <a:pt x="897" y="996"/>
                      <a:pt x="897" y="996"/>
                      <a:pt x="897" y="996"/>
                    </a:cubicBezTo>
                    <a:cubicBezTo>
                      <a:pt x="897" y="996"/>
                      <a:pt x="897" y="996"/>
                      <a:pt x="898" y="997"/>
                    </a:cubicBezTo>
                    <a:cubicBezTo>
                      <a:pt x="899" y="997"/>
                      <a:pt x="901" y="997"/>
                      <a:pt x="902" y="997"/>
                    </a:cubicBezTo>
                    <a:cubicBezTo>
                      <a:pt x="902" y="997"/>
                      <a:pt x="905" y="998"/>
                      <a:pt x="905" y="998"/>
                    </a:cubicBezTo>
                    <a:cubicBezTo>
                      <a:pt x="905" y="998"/>
                      <a:pt x="907" y="998"/>
                      <a:pt x="907" y="999"/>
                    </a:cubicBezTo>
                    <a:cubicBezTo>
                      <a:pt x="907" y="1000"/>
                      <a:pt x="908" y="1000"/>
                      <a:pt x="909" y="1001"/>
                    </a:cubicBezTo>
                    <a:cubicBezTo>
                      <a:pt x="910" y="1001"/>
                      <a:pt x="911" y="1001"/>
                      <a:pt x="912" y="1002"/>
                    </a:cubicBezTo>
                    <a:cubicBezTo>
                      <a:pt x="913" y="1002"/>
                      <a:pt x="914" y="1002"/>
                      <a:pt x="916" y="1003"/>
                    </a:cubicBezTo>
                    <a:cubicBezTo>
                      <a:pt x="917" y="1004"/>
                      <a:pt x="928" y="1008"/>
                      <a:pt x="928" y="1008"/>
                    </a:cubicBezTo>
                    <a:cubicBezTo>
                      <a:pt x="928" y="1008"/>
                      <a:pt x="932" y="1009"/>
                      <a:pt x="932" y="1008"/>
                    </a:cubicBezTo>
                    <a:cubicBezTo>
                      <a:pt x="933" y="1008"/>
                      <a:pt x="936" y="1009"/>
                      <a:pt x="937" y="1009"/>
                    </a:cubicBezTo>
                    <a:cubicBezTo>
                      <a:pt x="938" y="1009"/>
                      <a:pt x="940" y="1010"/>
                      <a:pt x="941" y="1010"/>
                    </a:cubicBezTo>
                    <a:cubicBezTo>
                      <a:pt x="941" y="1010"/>
                      <a:pt x="944" y="1010"/>
                      <a:pt x="944" y="1009"/>
                    </a:cubicBezTo>
                    <a:cubicBezTo>
                      <a:pt x="945" y="1009"/>
                      <a:pt x="945" y="1009"/>
                      <a:pt x="946" y="1008"/>
                    </a:cubicBezTo>
                    <a:cubicBezTo>
                      <a:pt x="947" y="1008"/>
                      <a:pt x="948" y="1008"/>
                      <a:pt x="951" y="1007"/>
                    </a:cubicBezTo>
                    <a:cubicBezTo>
                      <a:pt x="955" y="1005"/>
                      <a:pt x="956" y="1004"/>
                      <a:pt x="956" y="1004"/>
                    </a:cubicBezTo>
                    <a:cubicBezTo>
                      <a:pt x="957" y="1004"/>
                      <a:pt x="958" y="1004"/>
                      <a:pt x="958" y="1003"/>
                    </a:cubicBezTo>
                    <a:cubicBezTo>
                      <a:pt x="959" y="1002"/>
                      <a:pt x="958" y="1002"/>
                      <a:pt x="960" y="1002"/>
                    </a:cubicBezTo>
                    <a:cubicBezTo>
                      <a:pt x="962" y="1002"/>
                      <a:pt x="961" y="1002"/>
                      <a:pt x="963" y="1002"/>
                    </a:cubicBezTo>
                    <a:cubicBezTo>
                      <a:pt x="964" y="1003"/>
                      <a:pt x="968" y="1004"/>
                      <a:pt x="968" y="1004"/>
                    </a:cubicBezTo>
                    <a:cubicBezTo>
                      <a:pt x="970" y="1005"/>
                      <a:pt x="972" y="1006"/>
                      <a:pt x="973" y="1006"/>
                    </a:cubicBezTo>
                    <a:cubicBezTo>
                      <a:pt x="974" y="1007"/>
                      <a:pt x="978" y="1011"/>
                      <a:pt x="979" y="1011"/>
                    </a:cubicBezTo>
                    <a:cubicBezTo>
                      <a:pt x="980" y="1011"/>
                      <a:pt x="982" y="1012"/>
                      <a:pt x="982" y="1013"/>
                    </a:cubicBezTo>
                    <a:cubicBezTo>
                      <a:pt x="982" y="1013"/>
                      <a:pt x="984" y="1014"/>
                      <a:pt x="984" y="1015"/>
                    </a:cubicBezTo>
                    <a:cubicBezTo>
                      <a:pt x="985" y="1015"/>
                      <a:pt x="985" y="1015"/>
                      <a:pt x="986" y="1016"/>
                    </a:cubicBezTo>
                    <a:cubicBezTo>
                      <a:pt x="988" y="1017"/>
                      <a:pt x="988" y="1015"/>
                      <a:pt x="989" y="1017"/>
                    </a:cubicBezTo>
                    <a:cubicBezTo>
                      <a:pt x="991" y="1020"/>
                      <a:pt x="992" y="1022"/>
                      <a:pt x="992" y="1022"/>
                    </a:cubicBezTo>
                    <a:cubicBezTo>
                      <a:pt x="992" y="1023"/>
                      <a:pt x="994" y="1025"/>
                      <a:pt x="994" y="1026"/>
                    </a:cubicBezTo>
                    <a:cubicBezTo>
                      <a:pt x="994" y="1026"/>
                      <a:pt x="994" y="1027"/>
                      <a:pt x="995" y="1027"/>
                    </a:cubicBezTo>
                    <a:cubicBezTo>
                      <a:pt x="995" y="1028"/>
                      <a:pt x="996" y="1028"/>
                      <a:pt x="997" y="1028"/>
                    </a:cubicBezTo>
                    <a:cubicBezTo>
                      <a:pt x="998" y="1028"/>
                      <a:pt x="1010" y="1033"/>
                      <a:pt x="1010" y="1033"/>
                    </a:cubicBezTo>
                    <a:cubicBezTo>
                      <a:pt x="1010" y="1033"/>
                      <a:pt x="1011" y="1034"/>
                      <a:pt x="1012" y="1034"/>
                    </a:cubicBezTo>
                    <a:cubicBezTo>
                      <a:pt x="1012" y="1034"/>
                      <a:pt x="1015" y="1033"/>
                      <a:pt x="1016" y="1033"/>
                    </a:cubicBezTo>
                    <a:cubicBezTo>
                      <a:pt x="1017" y="1034"/>
                      <a:pt x="1019" y="1034"/>
                      <a:pt x="1020" y="1035"/>
                    </a:cubicBezTo>
                    <a:cubicBezTo>
                      <a:pt x="1020" y="1035"/>
                      <a:pt x="1020" y="1035"/>
                      <a:pt x="1020" y="1035"/>
                    </a:cubicBezTo>
                    <a:cubicBezTo>
                      <a:pt x="1021" y="1036"/>
                      <a:pt x="1021" y="1035"/>
                      <a:pt x="1023" y="1037"/>
                    </a:cubicBezTo>
                    <a:cubicBezTo>
                      <a:pt x="1025" y="1038"/>
                      <a:pt x="1028" y="1039"/>
                      <a:pt x="1028" y="1039"/>
                    </a:cubicBezTo>
                    <a:cubicBezTo>
                      <a:pt x="1029" y="1040"/>
                      <a:pt x="1031" y="1039"/>
                      <a:pt x="1032" y="1040"/>
                    </a:cubicBezTo>
                    <a:cubicBezTo>
                      <a:pt x="1033" y="1041"/>
                      <a:pt x="1036" y="1041"/>
                      <a:pt x="1036" y="1041"/>
                    </a:cubicBezTo>
                    <a:cubicBezTo>
                      <a:pt x="1036" y="1041"/>
                      <a:pt x="1041" y="1042"/>
                      <a:pt x="1041" y="1042"/>
                    </a:cubicBezTo>
                    <a:cubicBezTo>
                      <a:pt x="1041" y="1042"/>
                      <a:pt x="1045" y="1043"/>
                      <a:pt x="1047" y="1042"/>
                    </a:cubicBezTo>
                    <a:cubicBezTo>
                      <a:pt x="1048" y="1042"/>
                      <a:pt x="1054" y="1042"/>
                      <a:pt x="1054" y="1043"/>
                    </a:cubicBezTo>
                    <a:cubicBezTo>
                      <a:pt x="1054" y="1043"/>
                      <a:pt x="1054" y="1043"/>
                      <a:pt x="1054" y="1043"/>
                    </a:cubicBezTo>
                    <a:cubicBezTo>
                      <a:pt x="1055" y="1043"/>
                      <a:pt x="1056" y="1042"/>
                      <a:pt x="1056" y="1044"/>
                    </a:cubicBezTo>
                    <a:cubicBezTo>
                      <a:pt x="1056" y="1045"/>
                      <a:pt x="1056" y="1046"/>
                      <a:pt x="1056" y="1047"/>
                    </a:cubicBezTo>
                    <a:cubicBezTo>
                      <a:pt x="1056" y="1048"/>
                      <a:pt x="1056" y="1048"/>
                      <a:pt x="1057" y="1049"/>
                    </a:cubicBezTo>
                    <a:cubicBezTo>
                      <a:pt x="1057" y="1049"/>
                      <a:pt x="1058" y="1050"/>
                      <a:pt x="1058" y="1050"/>
                    </a:cubicBezTo>
                    <a:cubicBezTo>
                      <a:pt x="1059" y="1051"/>
                      <a:pt x="1063" y="1052"/>
                      <a:pt x="1063" y="1053"/>
                    </a:cubicBezTo>
                    <a:cubicBezTo>
                      <a:pt x="1063" y="1054"/>
                      <a:pt x="1066" y="1056"/>
                      <a:pt x="1065" y="1057"/>
                    </a:cubicBezTo>
                    <a:cubicBezTo>
                      <a:pt x="1065" y="1057"/>
                      <a:pt x="1066" y="1057"/>
                      <a:pt x="1067" y="1059"/>
                    </a:cubicBezTo>
                    <a:cubicBezTo>
                      <a:pt x="1067" y="1060"/>
                      <a:pt x="1069" y="1062"/>
                      <a:pt x="1069" y="1062"/>
                    </a:cubicBezTo>
                    <a:cubicBezTo>
                      <a:pt x="1070" y="1063"/>
                      <a:pt x="1070" y="1063"/>
                      <a:pt x="1071" y="1064"/>
                    </a:cubicBezTo>
                    <a:cubicBezTo>
                      <a:pt x="1072" y="1065"/>
                      <a:pt x="1075" y="1065"/>
                      <a:pt x="1075" y="1066"/>
                    </a:cubicBezTo>
                    <a:cubicBezTo>
                      <a:pt x="1075" y="1066"/>
                      <a:pt x="1076" y="1067"/>
                      <a:pt x="1077" y="1068"/>
                    </a:cubicBezTo>
                    <a:cubicBezTo>
                      <a:pt x="1077" y="1068"/>
                      <a:pt x="1078" y="1069"/>
                      <a:pt x="1078" y="1070"/>
                    </a:cubicBezTo>
                    <a:cubicBezTo>
                      <a:pt x="1078" y="1071"/>
                      <a:pt x="1079" y="1071"/>
                      <a:pt x="1079" y="1072"/>
                    </a:cubicBezTo>
                    <a:cubicBezTo>
                      <a:pt x="1079" y="1072"/>
                      <a:pt x="1079" y="1072"/>
                      <a:pt x="1079" y="1072"/>
                    </a:cubicBezTo>
                    <a:cubicBezTo>
                      <a:pt x="1079" y="1072"/>
                      <a:pt x="1079" y="1072"/>
                      <a:pt x="1079" y="1072"/>
                    </a:cubicBezTo>
                    <a:cubicBezTo>
                      <a:pt x="1078" y="1073"/>
                      <a:pt x="1078" y="1077"/>
                      <a:pt x="1078" y="1078"/>
                    </a:cubicBezTo>
                    <a:cubicBezTo>
                      <a:pt x="1078" y="1078"/>
                      <a:pt x="1078" y="1080"/>
                      <a:pt x="1078" y="1081"/>
                    </a:cubicBezTo>
                    <a:cubicBezTo>
                      <a:pt x="1078" y="1082"/>
                      <a:pt x="1078" y="1083"/>
                      <a:pt x="1079" y="1084"/>
                    </a:cubicBezTo>
                    <a:cubicBezTo>
                      <a:pt x="1079" y="1085"/>
                      <a:pt x="1080" y="1087"/>
                      <a:pt x="1081" y="1087"/>
                    </a:cubicBezTo>
                    <a:cubicBezTo>
                      <a:pt x="1082" y="1087"/>
                      <a:pt x="1083" y="1087"/>
                      <a:pt x="1083" y="1087"/>
                    </a:cubicBezTo>
                    <a:cubicBezTo>
                      <a:pt x="1085" y="1088"/>
                      <a:pt x="1085" y="1088"/>
                      <a:pt x="1085" y="1088"/>
                    </a:cubicBezTo>
                    <a:cubicBezTo>
                      <a:pt x="1085" y="1088"/>
                      <a:pt x="1088" y="1089"/>
                      <a:pt x="1088" y="1090"/>
                    </a:cubicBezTo>
                    <a:cubicBezTo>
                      <a:pt x="1088" y="1090"/>
                      <a:pt x="1090" y="1092"/>
                      <a:pt x="1091" y="1091"/>
                    </a:cubicBezTo>
                    <a:cubicBezTo>
                      <a:pt x="1091" y="1090"/>
                      <a:pt x="1091" y="1090"/>
                      <a:pt x="1091" y="1090"/>
                    </a:cubicBezTo>
                    <a:cubicBezTo>
                      <a:pt x="1091" y="1090"/>
                      <a:pt x="1091" y="1088"/>
                      <a:pt x="1091" y="1087"/>
                    </a:cubicBezTo>
                    <a:cubicBezTo>
                      <a:pt x="1091" y="1087"/>
                      <a:pt x="1090" y="1086"/>
                      <a:pt x="1090" y="1085"/>
                    </a:cubicBezTo>
                    <a:cubicBezTo>
                      <a:pt x="1089" y="1083"/>
                      <a:pt x="1092" y="1086"/>
                      <a:pt x="1092" y="1086"/>
                    </a:cubicBezTo>
                    <a:cubicBezTo>
                      <a:pt x="1093" y="1088"/>
                      <a:pt x="1093" y="1089"/>
                      <a:pt x="1093" y="1089"/>
                    </a:cubicBezTo>
                    <a:cubicBezTo>
                      <a:pt x="1093" y="1090"/>
                      <a:pt x="1094" y="1090"/>
                      <a:pt x="1094" y="1091"/>
                    </a:cubicBezTo>
                    <a:cubicBezTo>
                      <a:pt x="1095" y="1091"/>
                      <a:pt x="1096" y="1091"/>
                      <a:pt x="1096" y="1091"/>
                    </a:cubicBezTo>
                    <a:cubicBezTo>
                      <a:pt x="1096" y="1092"/>
                      <a:pt x="1097" y="1093"/>
                      <a:pt x="1097" y="1093"/>
                    </a:cubicBezTo>
                    <a:cubicBezTo>
                      <a:pt x="1098" y="1092"/>
                      <a:pt x="1099" y="1092"/>
                      <a:pt x="1099" y="1092"/>
                    </a:cubicBezTo>
                    <a:cubicBezTo>
                      <a:pt x="1100" y="1093"/>
                      <a:pt x="1101" y="1093"/>
                      <a:pt x="1102" y="1093"/>
                    </a:cubicBezTo>
                    <a:cubicBezTo>
                      <a:pt x="1103" y="1094"/>
                      <a:pt x="1104" y="1094"/>
                      <a:pt x="1104" y="1095"/>
                    </a:cubicBezTo>
                    <a:cubicBezTo>
                      <a:pt x="1104" y="1096"/>
                      <a:pt x="1106" y="1097"/>
                      <a:pt x="1106" y="1097"/>
                    </a:cubicBezTo>
                    <a:cubicBezTo>
                      <a:pt x="1106" y="1098"/>
                      <a:pt x="1107" y="1097"/>
                      <a:pt x="1107" y="1099"/>
                    </a:cubicBezTo>
                    <a:cubicBezTo>
                      <a:pt x="1107" y="1100"/>
                      <a:pt x="1106" y="1100"/>
                      <a:pt x="1106" y="1101"/>
                    </a:cubicBezTo>
                    <a:cubicBezTo>
                      <a:pt x="1105" y="1102"/>
                      <a:pt x="1106" y="1101"/>
                      <a:pt x="1107" y="1102"/>
                    </a:cubicBezTo>
                    <a:cubicBezTo>
                      <a:pt x="1107" y="1103"/>
                      <a:pt x="1107" y="1103"/>
                      <a:pt x="1107" y="1104"/>
                    </a:cubicBezTo>
                    <a:cubicBezTo>
                      <a:pt x="1108" y="1105"/>
                      <a:pt x="1109" y="1105"/>
                      <a:pt x="1109" y="1105"/>
                    </a:cubicBezTo>
                    <a:cubicBezTo>
                      <a:pt x="1111" y="1105"/>
                      <a:pt x="1109" y="1107"/>
                      <a:pt x="1111" y="1107"/>
                    </a:cubicBezTo>
                    <a:cubicBezTo>
                      <a:pt x="1112" y="1107"/>
                      <a:pt x="1113" y="1107"/>
                      <a:pt x="1114" y="1107"/>
                    </a:cubicBezTo>
                    <a:cubicBezTo>
                      <a:pt x="1114" y="1106"/>
                      <a:pt x="1114" y="1105"/>
                      <a:pt x="1114" y="1105"/>
                    </a:cubicBezTo>
                    <a:cubicBezTo>
                      <a:pt x="1115" y="1105"/>
                      <a:pt x="1114" y="1105"/>
                      <a:pt x="1116" y="1106"/>
                    </a:cubicBezTo>
                    <a:cubicBezTo>
                      <a:pt x="1118" y="1107"/>
                      <a:pt x="1120" y="1108"/>
                      <a:pt x="1120" y="1108"/>
                    </a:cubicBezTo>
                    <a:cubicBezTo>
                      <a:pt x="1124" y="1108"/>
                      <a:pt x="1126" y="1108"/>
                      <a:pt x="1128" y="1109"/>
                    </a:cubicBezTo>
                    <a:cubicBezTo>
                      <a:pt x="1129" y="1109"/>
                      <a:pt x="1131" y="1109"/>
                      <a:pt x="1131" y="1110"/>
                    </a:cubicBezTo>
                    <a:cubicBezTo>
                      <a:pt x="1131" y="1111"/>
                      <a:pt x="1133" y="1112"/>
                      <a:pt x="1133" y="1112"/>
                    </a:cubicBezTo>
                    <a:cubicBezTo>
                      <a:pt x="1133" y="1113"/>
                      <a:pt x="1135" y="1113"/>
                      <a:pt x="1135" y="1113"/>
                    </a:cubicBezTo>
                    <a:cubicBezTo>
                      <a:pt x="1135" y="1113"/>
                      <a:pt x="1136" y="1114"/>
                      <a:pt x="1135" y="1115"/>
                    </a:cubicBezTo>
                    <a:cubicBezTo>
                      <a:pt x="1135" y="1116"/>
                      <a:pt x="1137" y="1116"/>
                      <a:pt x="1137" y="1116"/>
                    </a:cubicBezTo>
                    <a:cubicBezTo>
                      <a:pt x="1138" y="1116"/>
                      <a:pt x="1139" y="1116"/>
                      <a:pt x="1139" y="1116"/>
                    </a:cubicBezTo>
                    <a:cubicBezTo>
                      <a:pt x="1140" y="1116"/>
                      <a:pt x="1141" y="1115"/>
                      <a:pt x="1141" y="1116"/>
                    </a:cubicBezTo>
                    <a:close/>
                    <a:moveTo>
                      <a:pt x="1004" y="550"/>
                    </a:moveTo>
                    <a:cubicBezTo>
                      <a:pt x="1005" y="549"/>
                      <a:pt x="1011" y="545"/>
                      <a:pt x="1013" y="543"/>
                    </a:cubicBezTo>
                    <a:cubicBezTo>
                      <a:pt x="1016" y="541"/>
                      <a:pt x="1020" y="540"/>
                      <a:pt x="1022" y="539"/>
                    </a:cubicBezTo>
                    <a:cubicBezTo>
                      <a:pt x="1025" y="539"/>
                      <a:pt x="1032" y="534"/>
                      <a:pt x="1033" y="533"/>
                    </a:cubicBezTo>
                    <a:cubicBezTo>
                      <a:pt x="1033" y="532"/>
                      <a:pt x="1035" y="525"/>
                      <a:pt x="1036" y="526"/>
                    </a:cubicBezTo>
                    <a:cubicBezTo>
                      <a:pt x="1038" y="527"/>
                      <a:pt x="1039" y="528"/>
                      <a:pt x="1039" y="529"/>
                    </a:cubicBezTo>
                    <a:cubicBezTo>
                      <a:pt x="1039" y="530"/>
                      <a:pt x="1042" y="526"/>
                      <a:pt x="1044" y="525"/>
                    </a:cubicBezTo>
                    <a:cubicBezTo>
                      <a:pt x="1045" y="523"/>
                      <a:pt x="1047" y="521"/>
                      <a:pt x="1047" y="519"/>
                    </a:cubicBezTo>
                    <a:cubicBezTo>
                      <a:pt x="1047" y="518"/>
                      <a:pt x="1051" y="518"/>
                      <a:pt x="1052" y="519"/>
                    </a:cubicBezTo>
                    <a:cubicBezTo>
                      <a:pt x="1054" y="520"/>
                      <a:pt x="1055" y="521"/>
                      <a:pt x="1055" y="522"/>
                    </a:cubicBezTo>
                    <a:cubicBezTo>
                      <a:pt x="1056" y="523"/>
                      <a:pt x="1059" y="521"/>
                      <a:pt x="1061" y="521"/>
                    </a:cubicBezTo>
                    <a:cubicBezTo>
                      <a:pt x="1063" y="521"/>
                      <a:pt x="1067" y="522"/>
                      <a:pt x="1067" y="522"/>
                    </a:cubicBezTo>
                    <a:cubicBezTo>
                      <a:pt x="1067" y="522"/>
                      <a:pt x="1070" y="525"/>
                      <a:pt x="1071" y="525"/>
                    </a:cubicBezTo>
                    <a:cubicBezTo>
                      <a:pt x="1071" y="526"/>
                      <a:pt x="1073" y="527"/>
                      <a:pt x="1073" y="529"/>
                    </a:cubicBezTo>
                    <a:cubicBezTo>
                      <a:pt x="1073" y="530"/>
                      <a:pt x="1078" y="535"/>
                      <a:pt x="1079" y="536"/>
                    </a:cubicBezTo>
                    <a:cubicBezTo>
                      <a:pt x="1080" y="537"/>
                      <a:pt x="1078" y="539"/>
                      <a:pt x="1078" y="540"/>
                    </a:cubicBezTo>
                    <a:cubicBezTo>
                      <a:pt x="1078" y="541"/>
                      <a:pt x="1079" y="541"/>
                      <a:pt x="1080" y="540"/>
                    </a:cubicBezTo>
                    <a:cubicBezTo>
                      <a:pt x="1082" y="539"/>
                      <a:pt x="1082" y="537"/>
                      <a:pt x="1083" y="537"/>
                    </a:cubicBezTo>
                    <a:cubicBezTo>
                      <a:pt x="1084" y="537"/>
                      <a:pt x="1089" y="535"/>
                      <a:pt x="1089" y="537"/>
                    </a:cubicBezTo>
                    <a:cubicBezTo>
                      <a:pt x="1089" y="538"/>
                      <a:pt x="1092" y="540"/>
                      <a:pt x="1092" y="542"/>
                    </a:cubicBezTo>
                    <a:cubicBezTo>
                      <a:pt x="1091" y="544"/>
                      <a:pt x="1090" y="546"/>
                      <a:pt x="1092" y="547"/>
                    </a:cubicBezTo>
                    <a:cubicBezTo>
                      <a:pt x="1093" y="548"/>
                      <a:pt x="1097" y="551"/>
                      <a:pt x="1096" y="551"/>
                    </a:cubicBezTo>
                    <a:cubicBezTo>
                      <a:pt x="1096" y="552"/>
                      <a:pt x="1094" y="553"/>
                      <a:pt x="1094" y="554"/>
                    </a:cubicBezTo>
                    <a:cubicBezTo>
                      <a:pt x="1094" y="555"/>
                      <a:pt x="1094" y="557"/>
                      <a:pt x="1096" y="557"/>
                    </a:cubicBezTo>
                    <a:cubicBezTo>
                      <a:pt x="1097" y="557"/>
                      <a:pt x="1101" y="559"/>
                      <a:pt x="1101" y="561"/>
                    </a:cubicBezTo>
                    <a:cubicBezTo>
                      <a:pt x="1100" y="562"/>
                      <a:pt x="1099" y="563"/>
                      <a:pt x="1101" y="564"/>
                    </a:cubicBezTo>
                    <a:cubicBezTo>
                      <a:pt x="1102" y="565"/>
                      <a:pt x="1106" y="565"/>
                      <a:pt x="1106" y="565"/>
                    </a:cubicBezTo>
                    <a:cubicBezTo>
                      <a:pt x="1106" y="565"/>
                      <a:pt x="1117" y="563"/>
                      <a:pt x="1119" y="564"/>
                    </a:cubicBezTo>
                    <a:cubicBezTo>
                      <a:pt x="1120" y="565"/>
                      <a:pt x="1125" y="565"/>
                      <a:pt x="1126" y="565"/>
                    </a:cubicBezTo>
                    <a:cubicBezTo>
                      <a:pt x="1127" y="566"/>
                      <a:pt x="1131" y="566"/>
                      <a:pt x="1132" y="567"/>
                    </a:cubicBezTo>
                    <a:cubicBezTo>
                      <a:pt x="1132" y="567"/>
                      <a:pt x="1134" y="568"/>
                      <a:pt x="1135" y="569"/>
                    </a:cubicBezTo>
                    <a:cubicBezTo>
                      <a:pt x="1135" y="570"/>
                      <a:pt x="1138" y="570"/>
                      <a:pt x="1139" y="569"/>
                    </a:cubicBezTo>
                    <a:cubicBezTo>
                      <a:pt x="1140" y="569"/>
                      <a:pt x="1144" y="570"/>
                      <a:pt x="1145" y="571"/>
                    </a:cubicBezTo>
                    <a:cubicBezTo>
                      <a:pt x="1145" y="572"/>
                      <a:pt x="1148" y="574"/>
                      <a:pt x="1148" y="576"/>
                    </a:cubicBezTo>
                    <a:cubicBezTo>
                      <a:pt x="1148" y="577"/>
                      <a:pt x="1151" y="576"/>
                      <a:pt x="1152" y="578"/>
                    </a:cubicBezTo>
                    <a:cubicBezTo>
                      <a:pt x="1152" y="580"/>
                      <a:pt x="1156" y="582"/>
                      <a:pt x="1156" y="583"/>
                    </a:cubicBezTo>
                    <a:cubicBezTo>
                      <a:pt x="1155" y="584"/>
                      <a:pt x="1157" y="585"/>
                      <a:pt x="1157" y="586"/>
                    </a:cubicBezTo>
                    <a:cubicBezTo>
                      <a:pt x="1156" y="587"/>
                      <a:pt x="1157" y="589"/>
                      <a:pt x="1155" y="590"/>
                    </a:cubicBezTo>
                    <a:cubicBezTo>
                      <a:pt x="1152" y="591"/>
                      <a:pt x="1150" y="592"/>
                      <a:pt x="1148" y="591"/>
                    </a:cubicBezTo>
                    <a:cubicBezTo>
                      <a:pt x="1146" y="589"/>
                      <a:pt x="1143" y="588"/>
                      <a:pt x="1142" y="587"/>
                    </a:cubicBezTo>
                    <a:cubicBezTo>
                      <a:pt x="1141" y="586"/>
                      <a:pt x="1138" y="583"/>
                      <a:pt x="1136" y="582"/>
                    </a:cubicBezTo>
                    <a:cubicBezTo>
                      <a:pt x="1135" y="582"/>
                      <a:pt x="1134" y="580"/>
                      <a:pt x="1133" y="581"/>
                    </a:cubicBezTo>
                    <a:cubicBezTo>
                      <a:pt x="1133" y="582"/>
                      <a:pt x="1132" y="584"/>
                      <a:pt x="1134" y="585"/>
                    </a:cubicBezTo>
                    <a:cubicBezTo>
                      <a:pt x="1135" y="585"/>
                      <a:pt x="1136" y="586"/>
                      <a:pt x="1137" y="588"/>
                    </a:cubicBezTo>
                    <a:cubicBezTo>
                      <a:pt x="1138" y="590"/>
                      <a:pt x="1141" y="591"/>
                      <a:pt x="1139" y="593"/>
                    </a:cubicBezTo>
                    <a:cubicBezTo>
                      <a:pt x="1137" y="595"/>
                      <a:pt x="1137" y="596"/>
                      <a:pt x="1135" y="597"/>
                    </a:cubicBezTo>
                    <a:cubicBezTo>
                      <a:pt x="1132" y="598"/>
                      <a:pt x="1131" y="598"/>
                      <a:pt x="1131" y="599"/>
                    </a:cubicBezTo>
                    <a:cubicBezTo>
                      <a:pt x="1131" y="600"/>
                      <a:pt x="1132" y="601"/>
                      <a:pt x="1132" y="604"/>
                    </a:cubicBezTo>
                    <a:cubicBezTo>
                      <a:pt x="1132" y="606"/>
                      <a:pt x="1133" y="608"/>
                      <a:pt x="1132" y="610"/>
                    </a:cubicBezTo>
                    <a:cubicBezTo>
                      <a:pt x="1131" y="611"/>
                      <a:pt x="1131" y="612"/>
                      <a:pt x="1129" y="613"/>
                    </a:cubicBezTo>
                    <a:cubicBezTo>
                      <a:pt x="1127" y="614"/>
                      <a:pt x="1124" y="617"/>
                      <a:pt x="1124" y="617"/>
                    </a:cubicBezTo>
                    <a:cubicBezTo>
                      <a:pt x="1124" y="617"/>
                      <a:pt x="1122" y="620"/>
                      <a:pt x="1122" y="622"/>
                    </a:cubicBezTo>
                    <a:cubicBezTo>
                      <a:pt x="1122" y="624"/>
                      <a:pt x="1122" y="625"/>
                      <a:pt x="1121" y="626"/>
                    </a:cubicBezTo>
                    <a:cubicBezTo>
                      <a:pt x="1120" y="627"/>
                      <a:pt x="1117" y="625"/>
                      <a:pt x="1116" y="627"/>
                    </a:cubicBezTo>
                    <a:cubicBezTo>
                      <a:pt x="1115" y="629"/>
                      <a:pt x="1113" y="630"/>
                      <a:pt x="1114" y="631"/>
                    </a:cubicBezTo>
                    <a:cubicBezTo>
                      <a:pt x="1115" y="633"/>
                      <a:pt x="1117" y="632"/>
                      <a:pt x="1119" y="632"/>
                    </a:cubicBezTo>
                    <a:cubicBezTo>
                      <a:pt x="1121" y="632"/>
                      <a:pt x="1123" y="631"/>
                      <a:pt x="1124" y="630"/>
                    </a:cubicBezTo>
                    <a:cubicBezTo>
                      <a:pt x="1125" y="628"/>
                      <a:pt x="1127" y="627"/>
                      <a:pt x="1129" y="627"/>
                    </a:cubicBezTo>
                    <a:cubicBezTo>
                      <a:pt x="1130" y="627"/>
                      <a:pt x="1134" y="626"/>
                      <a:pt x="1134" y="626"/>
                    </a:cubicBezTo>
                    <a:cubicBezTo>
                      <a:pt x="1134" y="626"/>
                      <a:pt x="1136" y="624"/>
                      <a:pt x="1136" y="623"/>
                    </a:cubicBezTo>
                    <a:cubicBezTo>
                      <a:pt x="1137" y="623"/>
                      <a:pt x="1141" y="621"/>
                      <a:pt x="1141" y="621"/>
                    </a:cubicBezTo>
                    <a:cubicBezTo>
                      <a:pt x="1145" y="622"/>
                      <a:pt x="1145" y="622"/>
                      <a:pt x="1145" y="622"/>
                    </a:cubicBezTo>
                    <a:cubicBezTo>
                      <a:pt x="1147" y="625"/>
                      <a:pt x="1148" y="625"/>
                      <a:pt x="1149" y="624"/>
                    </a:cubicBezTo>
                    <a:cubicBezTo>
                      <a:pt x="1150" y="624"/>
                      <a:pt x="1152" y="622"/>
                      <a:pt x="1152" y="622"/>
                    </a:cubicBezTo>
                    <a:cubicBezTo>
                      <a:pt x="1154" y="619"/>
                      <a:pt x="1154" y="619"/>
                      <a:pt x="1154" y="619"/>
                    </a:cubicBezTo>
                    <a:cubicBezTo>
                      <a:pt x="1154" y="619"/>
                      <a:pt x="1156" y="620"/>
                      <a:pt x="1157" y="621"/>
                    </a:cubicBezTo>
                    <a:cubicBezTo>
                      <a:pt x="1157" y="621"/>
                      <a:pt x="1161" y="620"/>
                      <a:pt x="1161" y="620"/>
                    </a:cubicBezTo>
                    <a:cubicBezTo>
                      <a:pt x="1161" y="620"/>
                      <a:pt x="1163" y="619"/>
                      <a:pt x="1164" y="619"/>
                    </a:cubicBezTo>
                    <a:cubicBezTo>
                      <a:pt x="1165" y="619"/>
                      <a:pt x="1167" y="618"/>
                      <a:pt x="1167" y="618"/>
                    </a:cubicBezTo>
                    <a:cubicBezTo>
                      <a:pt x="1167" y="618"/>
                      <a:pt x="1169" y="616"/>
                      <a:pt x="1164" y="615"/>
                    </a:cubicBezTo>
                    <a:cubicBezTo>
                      <a:pt x="1160" y="615"/>
                      <a:pt x="1158" y="614"/>
                      <a:pt x="1158" y="614"/>
                    </a:cubicBezTo>
                    <a:cubicBezTo>
                      <a:pt x="1157" y="614"/>
                      <a:pt x="1156" y="613"/>
                      <a:pt x="1157" y="612"/>
                    </a:cubicBezTo>
                    <a:cubicBezTo>
                      <a:pt x="1159" y="611"/>
                      <a:pt x="1160" y="610"/>
                      <a:pt x="1162" y="610"/>
                    </a:cubicBezTo>
                    <a:cubicBezTo>
                      <a:pt x="1165" y="609"/>
                      <a:pt x="1166" y="609"/>
                      <a:pt x="1166" y="606"/>
                    </a:cubicBezTo>
                    <a:cubicBezTo>
                      <a:pt x="1166" y="603"/>
                      <a:pt x="1164" y="604"/>
                      <a:pt x="1166" y="603"/>
                    </a:cubicBezTo>
                    <a:cubicBezTo>
                      <a:pt x="1168" y="603"/>
                      <a:pt x="1171" y="602"/>
                      <a:pt x="1172" y="603"/>
                    </a:cubicBezTo>
                    <a:cubicBezTo>
                      <a:pt x="1173" y="603"/>
                      <a:pt x="1175" y="603"/>
                      <a:pt x="1175" y="604"/>
                    </a:cubicBezTo>
                    <a:cubicBezTo>
                      <a:pt x="1176" y="605"/>
                      <a:pt x="1181" y="601"/>
                      <a:pt x="1183" y="601"/>
                    </a:cubicBezTo>
                    <a:cubicBezTo>
                      <a:pt x="1184" y="601"/>
                      <a:pt x="1185" y="600"/>
                      <a:pt x="1186" y="601"/>
                    </a:cubicBezTo>
                    <a:cubicBezTo>
                      <a:pt x="1187" y="602"/>
                      <a:pt x="1186" y="603"/>
                      <a:pt x="1189" y="603"/>
                    </a:cubicBezTo>
                    <a:cubicBezTo>
                      <a:pt x="1192" y="604"/>
                      <a:pt x="1192" y="603"/>
                      <a:pt x="1194" y="603"/>
                    </a:cubicBezTo>
                    <a:cubicBezTo>
                      <a:pt x="1196" y="602"/>
                      <a:pt x="1196" y="602"/>
                      <a:pt x="1197" y="601"/>
                    </a:cubicBezTo>
                    <a:cubicBezTo>
                      <a:pt x="1197" y="601"/>
                      <a:pt x="1199" y="596"/>
                      <a:pt x="1200" y="596"/>
                    </a:cubicBezTo>
                    <a:cubicBezTo>
                      <a:pt x="1202" y="596"/>
                      <a:pt x="1202" y="595"/>
                      <a:pt x="1205" y="594"/>
                    </a:cubicBezTo>
                    <a:cubicBezTo>
                      <a:pt x="1208" y="593"/>
                      <a:pt x="1209" y="592"/>
                      <a:pt x="1211" y="591"/>
                    </a:cubicBezTo>
                    <a:cubicBezTo>
                      <a:pt x="1213" y="591"/>
                      <a:pt x="1215" y="587"/>
                      <a:pt x="1217" y="587"/>
                    </a:cubicBezTo>
                    <a:cubicBezTo>
                      <a:pt x="1219" y="586"/>
                      <a:pt x="1220" y="585"/>
                      <a:pt x="1219" y="586"/>
                    </a:cubicBezTo>
                    <a:cubicBezTo>
                      <a:pt x="1218" y="588"/>
                      <a:pt x="1210" y="596"/>
                      <a:pt x="1207" y="598"/>
                    </a:cubicBezTo>
                    <a:cubicBezTo>
                      <a:pt x="1205" y="600"/>
                      <a:pt x="1203" y="598"/>
                      <a:pt x="1203" y="601"/>
                    </a:cubicBezTo>
                    <a:cubicBezTo>
                      <a:pt x="1203" y="603"/>
                      <a:pt x="1204" y="603"/>
                      <a:pt x="1203" y="606"/>
                    </a:cubicBezTo>
                    <a:cubicBezTo>
                      <a:pt x="1202" y="608"/>
                      <a:pt x="1203" y="608"/>
                      <a:pt x="1202" y="610"/>
                    </a:cubicBezTo>
                    <a:cubicBezTo>
                      <a:pt x="1200" y="611"/>
                      <a:pt x="1201" y="611"/>
                      <a:pt x="1199" y="612"/>
                    </a:cubicBezTo>
                    <a:cubicBezTo>
                      <a:pt x="1197" y="612"/>
                      <a:pt x="1196" y="612"/>
                      <a:pt x="1196" y="613"/>
                    </a:cubicBezTo>
                    <a:cubicBezTo>
                      <a:pt x="1193" y="615"/>
                      <a:pt x="1196" y="618"/>
                      <a:pt x="1191" y="615"/>
                    </a:cubicBezTo>
                    <a:cubicBezTo>
                      <a:pt x="1185" y="613"/>
                      <a:pt x="1185" y="613"/>
                      <a:pt x="1183" y="613"/>
                    </a:cubicBezTo>
                    <a:cubicBezTo>
                      <a:pt x="1181" y="613"/>
                      <a:pt x="1178" y="612"/>
                      <a:pt x="1177" y="613"/>
                    </a:cubicBezTo>
                    <a:cubicBezTo>
                      <a:pt x="1175" y="613"/>
                      <a:pt x="1170" y="612"/>
                      <a:pt x="1170" y="613"/>
                    </a:cubicBezTo>
                    <a:cubicBezTo>
                      <a:pt x="1170" y="617"/>
                      <a:pt x="1170" y="618"/>
                      <a:pt x="1169" y="620"/>
                    </a:cubicBezTo>
                    <a:cubicBezTo>
                      <a:pt x="1169" y="622"/>
                      <a:pt x="1168" y="624"/>
                      <a:pt x="1165" y="625"/>
                    </a:cubicBezTo>
                    <a:cubicBezTo>
                      <a:pt x="1163" y="626"/>
                      <a:pt x="1160" y="627"/>
                      <a:pt x="1160" y="627"/>
                    </a:cubicBezTo>
                    <a:cubicBezTo>
                      <a:pt x="1160" y="627"/>
                      <a:pt x="1158" y="631"/>
                      <a:pt x="1157" y="632"/>
                    </a:cubicBezTo>
                    <a:cubicBezTo>
                      <a:pt x="1156" y="633"/>
                      <a:pt x="1154" y="633"/>
                      <a:pt x="1152" y="633"/>
                    </a:cubicBezTo>
                    <a:cubicBezTo>
                      <a:pt x="1150" y="634"/>
                      <a:pt x="1146" y="636"/>
                      <a:pt x="1146" y="636"/>
                    </a:cubicBezTo>
                    <a:cubicBezTo>
                      <a:pt x="1146" y="636"/>
                      <a:pt x="1144" y="634"/>
                      <a:pt x="1142" y="636"/>
                    </a:cubicBezTo>
                    <a:cubicBezTo>
                      <a:pt x="1140" y="637"/>
                      <a:pt x="1140" y="638"/>
                      <a:pt x="1138" y="639"/>
                    </a:cubicBezTo>
                    <a:cubicBezTo>
                      <a:pt x="1136" y="640"/>
                      <a:pt x="1128" y="641"/>
                      <a:pt x="1125" y="642"/>
                    </a:cubicBezTo>
                    <a:cubicBezTo>
                      <a:pt x="1123" y="643"/>
                      <a:pt x="1118" y="641"/>
                      <a:pt x="1117" y="641"/>
                    </a:cubicBezTo>
                    <a:cubicBezTo>
                      <a:pt x="1116" y="640"/>
                      <a:pt x="1114" y="639"/>
                      <a:pt x="1112" y="639"/>
                    </a:cubicBezTo>
                    <a:cubicBezTo>
                      <a:pt x="1111" y="639"/>
                      <a:pt x="1108" y="639"/>
                      <a:pt x="1108" y="637"/>
                    </a:cubicBezTo>
                    <a:cubicBezTo>
                      <a:pt x="1108" y="636"/>
                      <a:pt x="1106" y="638"/>
                      <a:pt x="1108" y="636"/>
                    </a:cubicBezTo>
                    <a:cubicBezTo>
                      <a:pt x="1109" y="634"/>
                      <a:pt x="1107" y="636"/>
                      <a:pt x="1110" y="633"/>
                    </a:cubicBezTo>
                    <a:cubicBezTo>
                      <a:pt x="1113" y="630"/>
                      <a:pt x="1116" y="622"/>
                      <a:pt x="1117" y="621"/>
                    </a:cubicBezTo>
                    <a:cubicBezTo>
                      <a:pt x="1118" y="620"/>
                      <a:pt x="1119" y="620"/>
                      <a:pt x="1120" y="619"/>
                    </a:cubicBezTo>
                    <a:cubicBezTo>
                      <a:pt x="1121" y="619"/>
                      <a:pt x="1122" y="617"/>
                      <a:pt x="1121" y="615"/>
                    </a:cubicBezTo>
                    <a:cubicBezTo>
                      <a:pt x="1121" y="614"/>
                      <a:pt x="1121" y="611"/>
                      <a:pt x="1120" y="610"/>
                    </a:cubicBezTo>
                    <a:cubicBezTo>
                      <a:pt x="1120" y="609"/>
                      <a:pt x="1121" y="607"/>
                      <a:pt x="1120" y="605"/>
                    </a:cubicBezTo>
                    <a:cubicBezTo>
                      <a:pt x="1119" y="603"/>
                      <a:pt x="1117" y="602"/>
                      <a:pt x="1117" y="602"/>
                    </a:cubicBezTo>
                    <a:cubicBezTo>
                      <a:pt x="1116" y="602"/>
                      <a:pt x="1117" y="599"/>
                      <a:pt x="1114" y="600"/>
                    </a:cubicBezTo>
                    <a:cubicBezTo>
                      <a:pt x="1112" y="601"/>
                      <a:pt x="1113" y="602"/>
                      <a:pt x="1111" y="604"/>
                    </a:cubicBezTo>
                    <a:cubicBezTo>
                      <a:pt x="1108" y="606"/>
                      <a:pt x="1108" y="607"/>
                      <a:pt x="1106" y="608"/>
                    </a:cubicBezTo>
                    <a:cubicBezTo>
                      <a:pt x="1104" y="608"/>
                      <a:pt x="1100" y="605"/>
                      <a:pt x="1101" y="604"/>
                    </a:cubicBezTo>
                    <a:cubicBezTo>
                      <a:pt x="1103" y="603"/>
                      <a:pt x="1102" y="603"/>
                      <a:pt x="1106" y="602"/>
                    </a:cubicBezTo>
                    <a:cubicBezTo>
                      <a:pt x="1109" y="601"/>
                      <a:pt x="1110" y="600"/>
                      <a:pt x="1110" y="600"/>
                    </a:cubicBezTo>
                    <a:cubicBezTo>
                      <a:pt x="1110" y="600"/>
                      <a:pt x="1110" y="600"/>
                      <a:pt x="1111" y="597"/>
                    </a:cubicBezTo>
                    <a:cubicBezTo>
                      <a:pt x="1111" y="594"/>
                      <a:pt x="1110" y="586"/>
                      <a:pt x="1111" y="584"/>
                    </a:cubicBezTo>
                    <a:cubicBezTo>
                      <a:pt x="1112" y="583"/>
                      <a:pt x="1110" y="579"/>
                      <a:pt x="1109" y="578"/>
                    </a:cubicBezTo>
                    <a:cubicBezTo>
                      <a:pt x="1108" y="577"/>
                      <a:pt x="1102" y="575"/>
                      <a:pt x="1101" y="575"/>
                    </a:cubicBezTo>
                    <a:cubicBezTo>
                      <a:pt x="1100" y="575"/>
                      <a:pt x="1096" y="573"/>
                      <a:pt x="1095" y="574"/>
                    </a:cubicBezTo>
                    <a:cubicBezTo>
                      <a:pt x="1094" y="575"/>
                      <a:pt x="1092" y="573"/>
                      <a:pt x="1092" y="573"/>
                    </a:cubicBezTo>
                    <a:cubicBezTo>
                      <a:pt x="1092" y="573"/>
                      <a:pt x="1092" y="572"/>
                      <a:pt x="1089" y="575"/>
                    </a:cubicBezTo>
                    <a:cubicBezTo>
                      <a:pt x="1086" y="578"/>
                      <a:pt x="1087" y="577"/>
                      <a:pt x="1086" y="580"/>
                    </a:cubicBezTo>
                    <a:cubicBezTo>
                      <a:pt x="1084" y="583"/>
                      <a:pt x="1086" y="582"/>
                      <a:pt x="1084" y="584"/>
                    </a:cubicBezTo>
                    <a:cubicBezTo>
                      <a:pt x="1082" y="587"/>
                      <a:pt x="1084" y="591"/>
                      <a:pt x="1081" y="587"/>
                    </a:cubicBezTo>
                    <a:cubicBezTo>
                      <a:pt x="1079" y="584"/>
                      <a:pt x="1080" y="584"/>
                      <a:pt x="1078" y="585"/>
                    </a:cubicBezTo>
                    <a:cubicBezTo>
                      <a:pt x="1076" y="586"/>
                      <a:pt x="1076" y="586"/>
                      <a:pt x="1075" y="588"/>
                    </a:cubicBezTo>
                    <a:cubicBezTo>
                      <a:pt x="1073" y="589"/>
                      <a:pt x="1072" y="590"/>
                      <a:pt x="1072" y="592"/>
                    </a:cubicBezTo>
                    <a:cubicBezTo>
                      <a:pt x="1071" y="593"/>
                      <a:pt x="1071" y="596"/>
                      <a:pt x="1071" y="597"/>
                    </a:cubicBezTo>
                    <a:cubicBezTo>
                      <a:pt x="1072" y="598"/>
                      <a:pt x="1072" y="600"/>
                      <a:pt x="1071" y="601"/>
                    </a:cubicBezTo>
                    <a:cubicBezTo>
                      <a:pt x="1069" y="602"/>
                      <a:pt x="1068" y="606"/>
                      <a:pt x="1069" y="607"/>
                    </a:cubicBezTo>
                    <a:cubicBezTo>
                      <a:pt x="1069" y="607"/>
                      <a:pt x="1069" y="608"/>
                      <a:pt x="1071" y="610"/>
                    </a:cubicBezTo>
                    <a:cubicBezTo>
                      <a:pt x="1072" y="611"/>
                      <a:pt x="1074" y="611"/>
                      <a:pt x="1074" y="615"/>
                    </a:cubicBezTo>
                    <a:cubicBezTo>
                      <a:pt x="1074" y="619"/>
                      <a:pt x="1074" y="619"/>
                      <a:pt x="1073" y="622"/>
                    </a:cubicBezTo>
                    <a:cubicBezTo>
                      <a:pt x="1072" y="625"/>
                      <a:pt x="1070" y="628"/>
                      <a:pt x="1069" y="630"/>
                    </a:cubicBezTo>
                    <a:cubicBezTo>
                      <a:pt x="1069" y="631"/>
                      <a:pt x="1071" y="633"/>
                      <a:pt x="1068" y="634"/>
                    </a:cubicBezTo>
                    <a:cubicBezTo>
                      <a:pt x="1066" y="636"/>
                      <a:pt x="1063" y="637"/>
                      <a:pt x="1063" y="638"/>
                    </a:cubicBezTo>
                    <a:cubicBezTo>
                      <a:pt x="1063" y="638"/>
                      <a:pt x="1055" y="636"/>
                      <a:pt x="1054" y="634"/>
                    </a:cubicBezTo>
                    <a:cubicBezTo>
                      <a:pt x="1053" y="633"/>
                      <a:pt x="1052" y="626"/>
                      <a:pt x="1051" y="624"/>
                    </a:cubicBezTo>
                    <a:cubicBezTo>
                      <a:pt x="1051" y="623"/>
                      <a:pt x="1049" y="619"/>
                      <a:pt x="1051" y="616"/>
                    </a:cubicBezTo>
                    <a:cubicBezTo>
                      <a:pt x="1053" y="613"/>
                      <a:pt x="1053" y="613"/>
                      <a:pt x="1053" y="611"/>
                    </a:cubicBezTo>
                    <a:cubicBezTo>
                      <a:pt x="1053" y="609"/>
                      <a:pt x="1052" y="604"/>
                      <a:pt x="1053" y="601"/>
                    </a:cubicBezTo>
                    <a:cubicBezTo>
                      <a:pt x="1054" y="599"/>
                      <a:pt x="1054" y="598"/>
                      <a:pt x="1055" y="597"/>
                    </a:cubicBezTo>
                    <a:cubicBezTo>
                      <a:pt x="1057" y="596"/>
                      <a:pt x="1058" y="595"/>
                      <a:pt x="1059" y="592"/>
                    </a:cubicBezTo>
                    <a:cubicBezTo>
                      <a:pt x="1061" y="589"/>
                      <a:pt x="1061" y="587"/>
                      <a:pt x="1061" y="585"/>
                    </a:cubicBezTo>
                    <a:cubicBezTo>
                      <a:pt x="1061" y="584"/>
                      <a:pt x="1063" y="583"/>
                      <a:pt x="1062" y="581"/>
                    </a:cubicBezTo>
                    <a:cubicBezTo>
                      <a:pt x="1061" y="578"/>
                      <a:pt x="1062" y="576"/>
                      <a:pt x="1061" y="577"/>
                    </a:cubicBezTo>
                    <a:cubicBezTo>
                      <a:pt x="1061" y="578"/>
                      <a:pt x="1058" y="584"/>
                      <a:pt x="1055" y="588"/>
                    </a:cubicBezTo>
                    <a:cubicBezTo>
                      <a:pt x="1053" y="591"/>
                      <a:pt x="1052" y="592"/>
                      <a:pt x="1052" y="591"/>
                    </a:cubicBezTo>
                    <a:cubicBezTo>
                      <a:pt x="1051" y="591"/>
                      <a:pt x="1051" y="589"/>
                      <a:pt x="1053" y="586"/>
                    </a:cubicBezTo>
                    <a:cubicBezTo>
                      <a:pt x="1055" y="584"/>
                      <a:pt x="1055" y="585"/>
                      <a:pt x="1056" y="581"/>
                    </a:cubicBezTo>
                    <a:cubicBezTo>
                      <a:pt x="1058" y="578"/>
                      <a:pt x="1058" y="580"/>
                      <a:pt x="1058" y="577"/>
                    </a:cubicBezTo>
                    <a:cubicBezTo>
                      <a:pt x="1058" y="574"/>
                      <a:pt x="1059" y="571"/>
                      <a:pt x="1060" y="572"/>
                    </a:cubicBezTo>
                    <a:cubicBezTo>
                      <a:pt x="1061" y="572"/>
                      <a:pt x="1063" y="572"/>
                      <a:pt x="1066" y="573"/>
                    </a:cubicBezTo>
                    <a:cubicBezTo>
                      <a:pt x="1068" y="573"/>
                      <a:pt x="1067" y="574"/>
                      <a:pt x="1069" y="573"/>
                    </a:cubicBezTo>
                    <a:cubicBezTo>
                      <a:pt x="1071" y="572"/>
                      <a:pt x="1073" y="570"/>
                      <a:pt x="1073" y="570"/>
                    </a:cubicBezTo>
                    <a:cubicBezTo>
                      <a:pt x="1074" y="570"/>
                      <a:pt x="1075" y="568"/>
                      <a:pt x="1078" y="568"/>
                    </a:cubicBezTo>
                    <a:cubicBezTo>
                      <a:pt x="1080" y="568"/>
                      <a:pt x="1080" y="569"/>
                      <a:pt x="1081" y="568"/>
                    </a:cubicBezTo>
                    <a:cubicBezTo>
                      <a:pt x="1083" y="567"/>
                      <a:pt x="1083" y="565"/>
                      <a:pt x="1084" y="566"/>
                    </a:cubicBezTo>
                    <a:cubicBezTo>
                      <a:pt x="1086" y="567"/>
                      <a:pt x="1085" y="566"/>
                      <a:pt x="1089" y="567"/>
                    </a:cubicBezTo>
                    <a:cubicBezTo>
                      <a:pt x="1092" y="568"/>
                      <a:pt x="1092" y="567"/>
                      <a:pt x="1095" y="567"/>
                    </a:cubicBezTo>
                    <a:cubicBezTo>
                      <a:pt x="1097" y="568"/>
                      <a:pt x="1097" y="567"/>
                      <a:pt x="1099" y="568"/>
                    </a:cubicBezTo>
                    <a:cubicBezTo>
                      <a:pt x="1102" y="568"/>
                      <a:pt x="1100" y="568"/>
                      <a:pt x="1102" y="568"/>
                    </a:cubicBezTo>
                    <a:cubicBezTo>
                      <a:pt x="1103" y="569"/>
                      <a:pt x="1102" y="567"/>
                      <a:pt x="1099" y="565"/>
                    </a:cubicBezTo>
                    <a:cubicBezTo>
                      <a:pt x="1097" y="563"/>
                      <a:pt x="1094" y="562"/>
                      <a:pt x="1093" y="562"/>
                    </a:cubicBezTo>
                    <a:cubicBezTo>
                      <a:pt x="1092" y="562"/>
                      <a:pt x="1092" y="563"/>
                      <a:pt x="1090" y="561"/>
                    </a:cubicBezTo>
                    <a:cubicBezTo>
                      <a:pt x="1088" y="559"/>
                      <a:pt x="1089" y="558"/>
                      <a:pt x="1087" y="558"/>
                    </a:cubicBezTo>
                    <a:cubicBezTo>
                      <a:pt x="1085" y="558"/>
                      <a:pt x="1084" y="556"/>
                      <a:pt x="1081" y="557"/>
                    </a:cubicBezTo>
                    <a:cubicBezTo>
                      <a:pt x="1078" y="558"/>
                      <a:pt x="1078" y="556"/>
                      <a:pt x="1075" y="558"/>
                    </a:cubicBezTo>
                    <a:cubicBezTo>
                      <a:pt x="1072" y="560"/>
                      <a:pt x="1071" y="561"/>
                      <a:pt x="1069" y="562"/>
                    </a:cubicBezTo>
                    <a:cubicBezTo>
                      <a:pt x="1067" y="562"/>
                      <a:pt x="1066" y="561"/>
                      <a:pt x="1064" y="561"/>
                    </a:cubicBezTo>
                    <a:cubicBezTo>
                      <a:pt x="1062" y="560"/>
                      <a:pt x="1061" y="557"/>
                      <a:pt x="1059" y="558"/>
                    </a:cubicBezTo>
                    <a:cubicBezTo>
                      <a:pt x="1057" y="560"/>
                      <a:pt x="1056" y="556"/>
                      <a:pt x="1053" y="554"/>
                    </a:cubicBezTo>
                    <a:cubicBezTo>
                      <a:pt x="1050" y="553"/>
                      <a:pt x="1049" y="552"/>
                      <a:pt x="1046" y="553"/>
                    </a:cubicBezTo>
                    <a:cubicBezTo>
                      <a:pt x="1044" y="553"/>
                      <a:pt x="1040" y="553"/>
                      <a:pt x="1043" y="552"/>
                    </a:cubicBezTo>
                    <a:cubicBezTo>
                      <a:pt x="1046" y="550"/>
                      <a:pt x="1048" y="549"/>
                      <a:pt x="1051" y="547"/>
                    </a:cubicBezTo>
                    <a:cubicBezTo>
                      <a:pt x="1053" y="546"/>
                      <a:pt x="1056" y="545"/>
                      <a:pt x="1053" y="544"/>
                    </a:cubicBezTo>
                    <a:cubicBezTo>
                      <a:pt x="1050" y="543"/>
                      <a:pt x="1048" y="542"/>
                      <a:pt x="1046" y="544"/>
                    </a:cubicBezTo>
                    <a:cubicBezTo>
                      <a:pt x="1043" y="545"/>
                      <a:pt x="1042" y="546"/>
                      <a:pt x="1039" y="548"/>
                    </a:cubicBezTo>
                    <a:cubicBezTo>
                      <a:pt x="1036" y="550"/>
                      <a:pt x="1035" y="550"/>
                      <a:pt x="1033" y="553"/>
                    </a:cubicBezTo>
                    <a:cubicBezTo>
                      <a:pt x="1031" y="555"/>
                      <a:pt x="1031" y="556"/>
                      <a:pt x="1028" y="557"/>
                    </a:cubicBezTo>
                    <a:cubicBezTo>
                      <a:pt x="1025" y="558"/>
                      <a:pt x="1026" y="556"/>
                      <a:pt x="1023" y="557"/>
                    </a:cubicBezTo>
                    <a:cubicBezTo>
                      <a:pt x="1019" y="558"/>
                      <a:pt x="1021" y="558"/>
                      <a:pt x="1019" y="558"/>
                    </a:cubicBezTo>
                    <a:cubicBezTo>
                      <a:pt x="1018" y="559"/>
                      <a:pt x="1016" y="558"/>
                      <a:pt x="1014" y="558"/>
                    </a:cubicBezTo>
                    <a:cubicBezTo>
                      <a:pt x="1013" y="558"/>
                      <a:pt x="1011" y="557"/>
                      <a:pt x="1011" y="556"/>
                    </a:cubicBezTo>
                    <a:cubicBezTo>
                      <a:pt x="1012" y="556"/>
                      <a:pt x="1013" y="554"/>
                      <a:pt x="1012" y="554"/>
                    </a:cubicBezTo>
                    <a:cubicBezTo>
                      <a:pt x="1011" y="554"/>
                      <a:pt x="1009" y="552"/>
                      <a:pt x="1007" y="554"/>
                    </a:cubicBezTo>
                    <a:cubicBezTo>
                      <a:pt x="1005" y="555"/>
                      <a:pt x="1007" y="555"/>
                      <a:pt x="1005" y="556"/>
                    </a:cubicBezTo>
                    <a:cubicBezTo>
                      <a:pt x="1003" y="558"/>
                      <a:pt x="1000" y="558"/>
                      <a:pt x="998" y="558"/>
                    </a:cubicBezTo>
                    <a:cubicBezTo>
                      <a:pt x="997" y="558"/>
                      <a:pt x="996" y="558"/>
                      <a:pt x="996" y="558"/>
                    </a:cubicBezTo>
                    <a:cubicBezTo>
                      <a:pt x="996" y="556"/>
                      <a:pt x="996" y="556"/>
                      <a:pt x="996" y="556"/>
                    </a:cubicBezTo>
                    <a:cubicBezTo>
                      <a:pt x="996" y="554"/>
                      <a:pt x="1003" y="551"/>
                      <a:pt x="1004" y="550"/>
                    </a:cubicBezTo>
                    <a:close/>
                    <a:moveTo>
                      <a:pt x="657" y="198"/>
                    </a:moveTo>
                    <a:cubicBezTo>
                      <a:pt x="657" y="198"/>
                      <a:pt x="658" y="199"/>
                      <a:pt x="658" y="199"/>
                    </a:cubicBezTo>
                    <a:cubicBezTo>
                      <a:pt x="658" y="199"/>
                      <a:pt x="659" y="199"/>
                      <a:pt x="660" y="200"/>
                    </a:cubicBezTo>
                    <a:cubicBezTo>
                      <a:pt x="660" y="200"/>
                      <a:pt x="663" y="199"/>
                      <a:pt x="663" y="200"/>
                    </a:cubicBezTo>
                    <a:cubicBezTo>
                      <a:pt x="663" y="200"/>
                      <a:pt x="664" y="200"/>
                      <a:pt x="663" y="202"/>
                    </a:cubicBezTo>
                    <a:cubicBezTo>
                      <a:pt x="662" y="203"/>
                      <a:pt x="659" y="203"/>
                      <a:pt x="658" y="203"/>
                    </a:cubicBezTo>
                    <a:cubicBezTo>
                      <a:pt x="658" y="203"/>
                      <a:pt x="657" y="203"/>
                      <a:pt x="655" y="202"/>
                    </a:cubicBezTo>
                    <a:cubicBezTo>
                      <a:pt x="653" y="202"/>
                      <a:pt x="653" y="201"/>
                      <a:pt x="653" y="201"/>
                    </a:cubicBezTo>
                    <a:cubicBezTo>
                      <a:pt x="652" y="200"/>
                      <a:pt x="651" y="200"/>
                      <a:pt x="650" y="199"/>
                    </a:cubicBezTo>
                    <a:cubicBezTo>
                      <a:pt x="649" y="199"/>
                      <a:pt x="648" y="199"/>
                      <a:pt x="648" y="199"/>
                    </a:cubicBezTo>
                    <a:cubicBezTo>
                      <a:pt x="647" y="199"/>
                      <a:pt x="647" y="199"/>
                      <a:pt x="646" y="200"/>
                    </a:cubicBezTo>
                    <a:cubicBezTo>
                      <a:pt x="645" y="200"/>
                      <a:pt x="644" y="199"/>
                      <a:pt x="643" y="199"/>
                    </a:cubicBezTo>
                    <a:cubicBezTo>
                      <a:pt x="642" y="200"/>
                      <a:pt x="640" y="199"/>
                      <a:pt x="640" y="200"/>
                    </a:cubicBezTo>
                    <a:cubicBezTo>
                      <a:pt x="640" y="200"/>
                      <a:pt x="639" y="200"/>
                      <a:pt x="639" y="201"/>
                    </a:cubicBezTo>
                    <a:cubicBezTo>
                      <a:pt x="638" y="201"/>
                      <a:pt x="637" y="203"/>
                      <a:pt x="636" y="203"/>
                    </a:cubicBezTo>
                    <a:cubicBezTo>
                      <a:pt x="636" y="203"/>
                      <a:pt x="634" y="203"/>
                      <a:pt x="635" y="204"/>
                    </a:cubicBezTo>
                    <a:cubicBezTo>
                      <a:pt x="636" y="204"/>
                      <a:pt x="638" y="205"/>
                      <a:pt x="639" y="205"/>
                    </a:cubicBezTo>
                    <a:cubicBezTo>
                      <a:pt x="640" y="206"/>
                      <a:pt x="641" y="207"/>
                      <a:pt x="641" y="208"/>
                    </a:cubicBezTo>
                    <a:cubicBezTo>
                      <a:pt x="641" y="209"/>
                      <a:pt x="642" y="209"/>
                      <a:pt x="641" y="210"/>
                    </a:cubicBezTo>
                    <a:cubicBezTo>
                      <a:pt x="639" y="210"/>
                      <a:pt x="638" y="210"/>
                      <a:pt x="637" y="210"/>
                    </a:cubicBezTo>
                    <a:cubicBezTo>
                      <a:pt x="636" y="210"/>
                      <a:pt x="635" y="210"/>
                      <a:pt x="635" y="210"/>
                    </a:cubicBezTo>
                    <a:cubicBezTo>
                      <a:pt x="634" y="211"/>
                      <a:pt x="634" y="211"/>
                      <a:pt x="633" y="212"/>
                    </a:cubicBezTo>
                    <a:cubicBezTo>
                      <a:pt x="632" y="213"/>
                      <a:pt x="633" y="213"/>
                      <a:pt x="632" y="213"/>
                    </a:cubicBezTo>
                    <a:cubicBezTo>
                      <a:pt x="631" y="214"/>
                      <a:pt x="631" y="213"/>
                      <a:pt x="630" y="214"/>
                    </a:cubicBezTo>
                    <a:cubicBezTo>
                      <a:pt x="628" y="216"/>
                      <a:pt x="626" y="218"/>
                      <a:pt x="625" y="218"/>
                    </a:cubicBezTo>
                    <a:cubicBezTo>
                      <a:pt x="624" y="218"/>
                      <a:pt x="623" y="217"/>
                      <a:pt x="622" y="219"/>
                    </a:cubicBezTo>
                    <a:cubicBezTo>
                      <a:pt x="620" y="220"/>
                      <a:pt x="618" y="220"/>
                      <a:pt x="617" y="221"/>
                    </a:cubicBezTo>
                    <a:cubicBezTo>
                      <a:pt x="616" y="221"/>
                      <a:pt x="614" y="220"/>
                      <a:pt x="614" y="220"/>
                    </a:cubicBezTo>
                    <a:cubicBezTo>
                      <a:pt x="614" y="219"/>
                      <a:pt x="615" y="218"/>
                      <a:pt x="615" y="218"/>
                    </a:cubicBezTo>
                    <a:cubicBezTo>
                      <a:pt x="615" y="218"/>
                      <a:pt x="617" y="216"/>
                      <a:pt x="617" y="216"/>
                    </a:cubicBezTo>
                    <a:cubicBezTo>
                      <a:pt x="618" y="216"/>
                      <a:pt x="620" y="215"/>
                      <a:pt x="620" y="215"/>
                    </a:cubicBezTo>
                    <a:cubicBezTo>
                      <a:pt x="621" y="215"/>
                      <a:pt x="622" y="215"/>
                      <a:pt x="623" y="215"/>
                    </a:cubicBezTo>
                    <a:cubicBezTo>
                      <a:pt x="624" y="214"/>
                      <a:pt x="626" y="214"/>
                      <a:pt x="626" y="213"/>
                    </a:cubicBezTo>
                    <a:cubicBezTo>
                      <a:pt x="627" y="212"/>
                      <a:pt x="627" y="211"/>
                      <a:pt x="627" y="211"/>
                    </a:cubicBezTo>
                    <a:cubicBezTo>
                      <a:pt x="628" y="211"/>
                      <a:pt x="629" y="211"/>
                      <a:pt x="630" y="210"/>
                    </a:cubicBezTo>
                    <a:cubicBezTo>
                      <a:pt x="630" y="209"/>
                      <a:pt x="631" y="208"/>
                      <a:pt x="631" y="208"/>
                    </a:cubicBezTo>
                    <a:cubicBezTo>
                      <a:pt x="631" y="208"/>
                      <a:pt x="631" y="207"/>
                      <a:pt x="631" y="207"/>
                    </a:cubicBezTo>
                    <a:cubicBezTo>
                      <a:pt x="631" y="206"/>
                      <a:pt x="631" y="205"/>
                      <a:pt x="631" y="205"/>
                    </a:cubicBezTo>
                    <a:cubicBezTo>
                      <a:pt x="630" y="205"/>
                      <a:pt x="629" y="204"/>
                      <a:pt x="628" y="204"/>
                    </a:cubicBezTo>
                    <a:cubicBezTo>
                      <a:pt x="628" y="204"/>
                      <a:pt x="625" y="203"/>
                      <a:pt x="624" y="204"/>
                    </a:cubicBezTo>
                    <a:cubicBezTo>
                      <a:pt x="623" y="204"/>
                      <a:pt x="622" y="205"/>
                      <a:pt x="622" y="205"/>
                    </a:cubicBezTo>
                    <a:cubicBezTo>
                      <a:pt x="621" y="205"/>
                      <a:pt x="619" y="205"/>
                      <a:pt x="619" y="206"/>
                    </a:cubicBezTo>
                    <a:cubicBezTo>
                      <a:pt x="618" y="206"/>
                      <a:pt x="618" y="206"/>
                      <a:pt x="617" y="207"/>
                    </a:cubicBezTo>
                    <a:cubicBezTo>
                      <a:pt x="617" y="208"/>
                      <a:pt x="617" y="208"/>
                      <a:pt x="616" y="209"/>
                    </a:cubicBezTo>
                    <a:cubicBezTo>
                      <a:pt x="614" y="210"/>
                      <a:pt x="614" y="211"/>
                      <a:pt x="614" y="211"/>
                    </a:cubicBezTo>
                    <a:cubicBezTo>
                      <a:pt x="613" y="212"/>
                      <a:pt x="614" y="213"/>
                      <a:pt x="613" y="214"/>
                    </a:cubicBezTo>
                    <a:cubicBezTo>
                      <a:pt x="612" y="215"/>
                      <a:pt x="613" y="214"/>
                      <a:pt x="612" y="215"/>
                    </a:cubicBezTo>
                    <a:cubicBezTo>
                      <a:pt x="611" y="216"/>
                      <a:pt x="611" y="217"/>
                      <a:pt x="610" y="217"/>
                    </a:cubicBezTo>
                    <a:cubicBezTo>
                      <a:pt x="610" y="218"/>
                      <a:pt x="609" y="217"/>
                      <a:pt x="608" y="217"/>
                    </a:cubicBezTo>
                    <a:cubicBezTo>
                      <a:pt x="607" y="217"/>
                      <a:pt x="607" y="217"/>
                      <a:pt x="606" y="217"/>
                    </a:cubicBezTo>
                    <a:cubicBezTo>
                      <a:pt x="606" y="217"/>
                      <a:pt x="605" y="216"/>
                      <a:pt x="605" y="216"/>
                    </a:cubicBezTo>
                    <a:cubicBezTo>
                      <a:pt x="604" y="216"/>
                      <a:pt x="602" y="216"/>
                      <a:pt x="602" y="216"/>
                    </a:cubicBezTo>
                    <a:cubicBezTo>
                      <a:pt x="602" y="216"/>
                      <a:pt x="600" y="216"/>
                      <a:pt x="599" y="216"/>
                    </a:cubicBezTo>
                    <a:cubicBezTo>
                      <a:pt x="599" y="216"/>
                      <a:pt x="597" y="217"/>
                      <a:pt x="597" y="216"/>
                    </a:cubicBezTo>
                    <a:cubicBezTo>
                      <a:pt x="596" y="216"/>
                      <a:pt x="594" y="216"/>
                      <a:pt x="593" y="216"/>
                    </a:cubicBezTo>
                    <a:cubicBezTo>
                      <a:pt x="593" y="215"/>
                      <a:pt x="592" y="215"/>
                      <a:pt x="592" y="214"/>
                    </a:cubicBezTo>
                    <a:cubicBezTo>
                      <a:pt x="592" y="214"/>
                      <a:pt x="591" y="212"/>
                      <a:pt x="592" y="212"/>
                    </a:cubicBezTo>
                    <a:cubicBezTo>
                      <a:pt x="593" y="212"/>
                      <a:pt x="593" y="213"/>
                      <a:pt x="594" y="212"/>
                    </a:cubicBezTo>
                    <a:cubicBezTo>
                      <a:pt x="595" y="212"/>
                      <a:pt x="597" y="212"/>
                      <a:pt x="597" y="212"/>
                    </a:cubicBezTo>
                    <a:cubicBezTo>
                      <a:pt x="597" y="212"/>
                      <a:pt x="598" y="212"/>
                      <a:pt x="598" y="211"/>
                    </a:cubicBezTo>
                    <a:cubicBezTo>
                      <a:pt x="598" y="211"/>
                      <a:pt x="598" y="210"/>
                      <a:pt x="598" y="209"/>
                    </a:cubicBezTo>
                    <a:cubicBezTo>
                      <a:pt x="598" y="209"/>
                      <a:pt x="599" y="208"/>
                      <a:pt x="599" y="208"/>
                    </a:cubicBezTo>
                    <a:cubicBezTo>
                      <a:pt x="599" y="207"/>
                      <a:pt x="599" y="207"/>
                      <a:pt x="600" y="206"/>
                    </a:cubicBezTo>
                    <a:cubicBezTo>
                      <a:pt x="601" y="205"/>
                      <a:pt x="605" y="203"/>
                      <a:pt x="605" y="202"/>
                    </a:cubicBezTo>
                    <a:cubicBezTo>
                      <a:pt x="606" y="202"/>
                      <a:pt x="606" y="202"/>
                      <a:pt x="606" y="201"/>
                    </a:cubicBezTo>
                    <a:cubicBezTo>
                      <a:pt x="607" y="200"/>
                      <a:pt x="606" y="198"/>
                      <a:pt x="605" y="198"/>
                    </a:cubicBezTo>
                    <a:cubicBezTo>
                      <a:pt x="605" y="198"/>
                      <a:pt x="603" y="198"/>
                      <a:pt x="602" y="198"/>
                    </a:cubicBezTo>
                    <a:cubicBezTo>
                      <a:pt x="601" y="198"/>
                      <a:pt x="599" y="197"/>
                      <a:pt x="599" y="196"/>
                    </a:cubicBezTo>
                    <a:cubicBezTo>
                      <a:pt x="600" y="196"/>
                      <a:pt x="601" y="196"/>
                      <a:pt x="602" y="196"/>
                    </a:cubicBezTo>
                    <a:cubicBezTo>
                      <a:pt x="604" y="195"/>
                      <a:pt x="606" y="195"/>
                      <a:pt x="606" y="195"/>
                    </a:cubicBezTo>
                    <a:cubicBezTo>
                      <a:pt x="607" y="195"/>
                      <a:pt x="609" y="195"/>
                      <a:pt x="609" y="196"/>
                    </a:cubicBezTo>
                    <a:cubicBezTo>
                      <a:pt x="609" y="197"/>
                      <a:pt x="610" y="198"/>
                      <a:pt x="611" y="198"/>
                    </a:cubicBezTo>
                    <a:cubicBezTo>
                      <a:pt x="612" y="198"/>
                      <a:pt x="614" y="198"/>
                      <a:pt x="615" y="198"/>
                    </a:cubicBezTo>
                    <a:cubicBezTo>
                      <a:pt x="616" y="197"/>
                      <a:pt x="618" y="197"/>
                      <a:pt x="618" y="197"/>
                    </a:cubicBezTo>
                    <a:cubicBezTo>
                      <a:pt x="619" y="197"/>
                      <a:pt x="620" y="195"/>
                      <a:pt x="619" y="195"/>
                    </a:cubicBezTo>
                    <a:cubicBezTo>
                      <a:pt x="619" y="195"/>
                      <a:pt x="616" y="193"/>
                      <a:pt x="615" y="193"/>
                    </a:cubicBezTo>
                    <a:cubicBezTo>
                      <a:pt x="614" y="193"/>
                      <a:pt x="612" y="191"/>
                      <a:pt x="611" y="191"/>
                    </a:cubicBezTo>
                    <a:cubicBezTo>
                      <a:pt x="610" y="191"/>
                      <a:pt x="609" y="191"/>
                      <a:pt x="608" y="190"/>
                    </a:cubicBezTo>
                    <a:cubicBezTo>
                      <a:pt x="607" y="190"/>
                      <a:pt x="607" y="190"/>
                      <a:pt x="605" y="190"/>
                    </a:cubicBezTo>
                    <a:cubicBezTo>
                      <a:pt x="604" y="190"/>
                      <a:pt x="603" y="190"/>
                      <a:pt x="602" y="190"/>
                    </a:cubicBezTo>
                    <a:cubicBezTo>
                      <a:pt x="601" y="190"/>
                      <a:pt x="600" y="190"/>
                      <a:pt x="599" y="190"/>
                    </a:cubicBezTo>
                    <a:cubicBezTo>
                      <a:pt x="598" y="191"/>
                      <a:pt x="596" y="192"/>
                      <a:pt x="596" y="192"/>
                    </a:cubicBezTo>
                    <a:cubicBezTo>
                      <a:pt x="596" y="192"/>
                      <a:pt x="595" y="192"/>
                      <a:pt x="594" y="193"/>
                    </a:cubicBezTo>
                    <a:cubicBezTo>
                      <a:pt x="593" y="193"/>
                      <a:pt x="591" y="192"/>
                      <a:pt x="590" y="192"/>
                    </a:cubicBezTo>
                    <a:cubicBezTo>
                      <a:pt x="589" y="192"/>
                      <a:pt x="588" y="192"/>
                      <a:pt x="587" y="192"/>
                    </a:cubicBezTo>
                    <a:cubicBezTo>
                      <a:pt x="587" y="192"/>
                      <a:pt x="586" y="192"/>
                      <a:pt x="585" y="192"/>
                    </a:cubicBezTo>
                    <a:cubicBezTo>
                      <a:pt x="585" y="193"/>
                      <a:pt x="584" y="192"/>
                      <a:pt x="583" y="192"/>
                    </a:cubicBezTo>
                    <a:cubicBezTo>
                      <a:pt x="582" y="193"/>
                      <a:pt x="582" y="193"/>
                      <a:pt x="581" y="193"/>
                    </a:cubicBezTo>
                    <a:cubicBezTo>
                      <a:pt x="580" y="194"/>
                      <a:pt x="577" y="193"/>
                      <a:pt x="577" y="193"/>
                    </a:cubicBezTo>
                    <a:cubicBezTo>
                      <a:pt x="577" y="193"/>
                      <a:pt x="575" y="196"/>
                      <a:pt x="572" y="196"/>
                    </a:cubicBezTo>
                    <a:cubicBezTo>
                      <a:pt x="569" y="197"/>
                      <a:pt x="568" y="193"/>
                      <a:pt x="568" y="193"/>
                    </a:cubicBezTo>
                    <a:cubicBezTo>
                      <a:pt x="571" y="189"/>
                      <a:pt x="569" y="187"/>
                      <a:pt x="571" y="189"/>
                    </a:cubicBezTo>
                    <a:cubicBezTo>
                      <a:pt x="573" y="191"/>
                      <a:pt x="576" y="189"/>
                      <a:pt x="577" y="188"/>
                    </a:cubicBezTo>
                    <a:cubicBezTo>
                      <a:pt x="578" y="188"/>
                      <a:pt x="582" y="188"/>
                      <a:pt x="582" y="188"/>
                    </a:cubicBezTo>
                    <a:cubicBezTo>
                      <a:pt x="582" y="188"/>
                      <a:pt x="586" y="187"/>
                      <a:pt x="587" y="187"/>
                    </a:cubicBezTo>
                    <a:cubicBezTo>
                      <a:pt x="589" y="186"/>
                      <a:pt x="593" y="186"/>
                      <a:pt x="593" y="186"/>
                    </a:cubicBezTo>
                    <a:cubicBezTo>
                      <a:pt x="599" y="182"/>
                      <a:pt x="599" y="182"/>
                      <a:pt x="599" y="182"/>
                    </a:cubicBezTo>
                    <a:cubicBezTo>
                      <a:pt x="599" y="182"/>
                      <a:pt x="603" y="183"/>
                      <a:pt x="605" y="183"/>
                    </a:cubicBezTo>
                    <a:cubicBezTo>
                      <a:pt x="606" y="183"/>
                      <a:pt x="609" y="183"/>
                      <a:pt x="611" y="182"/>
                    </a:cubicBezTo>
                    <a:cubicBezTo>
                      <a:pt x="612" y="181"/>
                      <a:pt x="619" y="178"/>
                      <a:pt x="619" y="178"/>
                    </a:cubicBezTo>
                    <a:cubicBezTo>
                      <a:pt x="630" y="175"/>
                      <a:pt x="630" y="175"/>
                      <a:pt x="630" y="175"/>
                    </a:cubicBezTo>
                    <a:cubicBezTo>
                      <a:pt x="630" y="175"/>
                      <a:pt x="634" y="172"/>
                      <a:pt x="636" y="173"/>
                    </a:cubicBezTo>
                    <a:cubicBezTo>
                      <a:pt x="638" y="173"/>
                      <a:pt x="640" y="175"/>
                      <a:pt x="642" y="176"/>
                    </a:cubicBezTo>
                    <a:cubicBezTo>
                      <a:pt x="644" y="177"/>
                      <a:pt x="648" y="178"/>
                      <a:pt x="648" y="178"/>
                    </a:cubicBezTo>
                    <a:cubicBezTo>
                      <a:pt x="648" y="178"/>
                      <a:pt x="640" y="178"/>
                      <a:pt x="639" y="180"/>
                    </a:cubicBezTo>
                    <a:cubicBezTo>
                      <a:pt x="639" y="181"/>
                      <a:pt x="632" y="180"/>
                      <a:pt x="634" y="182"/>
                    </a:cubicBezTo>
                    <a:cubicBezTo>
                      <a:pt x="635" y="183"/>
                      <a:pt x="638" y="185"/>
                      <a:pt x="635" y="185"/>
                    </a:cubicBezTo>
                    <a:cubicBezTo>
                      <a:pt x="632" y="185"/>
                      <a:pt x="627" y="185"/>
                      <a:pt x="629" y="185"/>
                    </a:cubicBezTo>
                    <a:cubicBezTo>
                      <a:pt x="630" y="186"/>
                      <a:pt x="634" y="187"/>
                      <a:pt x="635" y="188"/>
                    </a:cubicBezTo>
                    <a:cubicBezTo>
                      <a:pt x="635" y="188"/>
                      <a:pt x="640" y="189"/>
                      <a:pt x="641" y="189"/>
                    </a:cubicBezTo>
                    <a:cubicBezTo>
                      <a:pt x="642" y="189"/>
                      <a:pt x="643" y="189"/>
                      <a:pt x="644" y="189"/>
                    </a:cubicBezTo>
                    <a:cubicBezTo>
                      <a:pt x="644" y="188"/>
                      <a:pt x="646" y="188"/>
                      <a:pt x="646" y="188"/>
                    </a:cubicBezTo>
                    <a:cubicBezTo>
                      <a:pt x="647" y="189"/>
                      <a:pt x="650" y="188"/>
                      <a:pt x="651" y="188"/>
                    </a:cubicBezTo>
                    <a:cubicBezTo>
                      <a:pt x="651" y="189"/>
                      <a:pt x="653" y="188"/>
                      <a:pt x="654" y="188"/>
                    </a:cubicBezTo>
                    <a:cubicBezTo>
                      <a:pt x="655" y="188"/>
                      <a:pt x="656" y="188"/>
                      <a:pt x="657" y="187"/>
                    </a:cubicBezTo>
                    <a:cubicBezTo>
                      <a:pt x="657" y="187"/>
                      <a:pt x="657" y="185"/>
                      <a:pt x="658" y="185"/>
                    </a:cubicBezTo>
                    <a:cubicBezTo>
                      <a:pt x="659" y="185"/>
                      <a:pt x="660" y="184"/>
                      <a:pt x="660" y="184"/>
                    </a:cubicBezTo>
                    <a:cubicBezTo>
                      <a:pt x="661" y="183"/>
                      <a:pt x="662" y="182"/>
                      <a:pt x="662" y="182"/>
                    </a:cubicBezTo>
                    <a:cubicBezTo>
                      <a:pt x="663" y="182"/>
                      <a:pt x="663" y="182"/>
                      <a:pt x="664" y="183"/>
                    </a:cubicBezTo>
                    <a:cubicBezTo>
                      <a:pt x="664" y="183"/>
                      <a:pt x="666" y="185"/>
                      <a:pt x="666" y="185"/>
                    </a:cubicBezTo>
                    <a:cubicBezTo>
                      <a:pt x="665" y="186"/>
                      <a:pt x="667" y="187"/>
                      <a:pt x="666" y="188"/>
                    </a:cubicBezTo>
                    <a:cubicBezTo>
                      <a:pt x="665" y="189"/>
                      <a:pt x="663" y="189"/>
                      <a:pt x="663" y="190"/>
                    </a:cubicBezTo>
                    <a:cubicBezTo>
                      <a:pt x="663" y="191"/>
                      <a:pt x="662" y="193"/>
                      <a:pt x="662" y="193"/>
                    </a:cubicBezTo>
                    <a:cubicBezTo>
                      <a:pt x="662" y="194"/>
                      <a:pt x="661" y="195"/>
                      <a:pt x="660" y="195"/>
                    </a:cubicBezTo>
                    <a:cubicBezTo>
                      <a:pt x="659" y="196"/>
                      <a:pt x="658" y="196"/>
                      <a:pt x="658" y="197"/>
                    </a:cubicBezTo>
                    <a:cubicBezTo>
                      <a:pt x="657" y="197"/>
                      <a:pt x="656" y="198"/>
                      <a:pt x="657" y="198"/>
                    </a:cubicBezTo>
                    <a:close/>
                    <a:moveTo>
                      <a:pt x="778" y="265"/>
                    </a:moveTo>
                    <a:cubicBezTo>
                      <a:pt x="776" y="265"/>
                      <a:pt x="773" y="266"/>
                      <a:pt x="771" y="266"/>
                    </a:cubicBezTo>
                    <a:cubicBezTo>
                      <a:pt x="769" y="265"/>
                      <a:pt x="767" y="265"/>
                      <a:pt x="765" y="264"/>
                    </a:cubicBezTo>
                    <a:cubicBezTo>
                      <a:pt x="764" y="263"/>
                      <a:pt x="761" y="265"/>
                      <a:pt x="761" y="265"/>
                    </a:cubicBezTo>
                    <a:cubicBezTo>
                      <a:pt x="761" y="265"/>
                      <a:pt x="765" y="266"/>
                      <a:pt x="767" y="267"/>
                    </a:cubicBezTo>
                    <a:cubicBezTo>
                      <a:pt x="769" y="268"/>
                      <a:pt x="766" y="272"/>
                      <a:pt x="765" y="272"/>
                    </a:cubicBezTo>
                    <a:cubicBezTo>
                      <a:pt x="764" y="272"/>
                      <a:pt x="762" y="272"/>
                      <a:pt x="762" y="271"/>
                    </a:cubicBezTo>
                    <a:cubicBezTo>
                      <a:pt x="761" y="270"/>
                      <a:pt x="755" y="270"/>
                      <a:pt x="755" y="270"/>
                    </a:cubicBezTo>
                    <a:cubicBezTo>
                      <a:pt x="755" y="270"/>
                      <a:pt x="754" y="272"/>
                      <a:pt x="753" y="272"/>
                    </a:cubicBezTo>
                    <a:cubicBezTo>
                      <a:pt x="753" y="271"/>
                      <a:pt x="749" y="273"/>
                      <a:pt x="747" y="273"/>
                    </a:cubicBezTo>
                    <a:cubicBezTo>
                      <a:pt x="746" y="273"/>
                      <a:pt x="746" y="276"/>
                      <a:pt x="746" y="277"/>
                    </a:cubicBezTo>
                    <a:cubicBezTo>
                      <a:pt x="746" y="278"/>
                      <a:pt x="743" y="282"/>
                      <a:pt x="741" y="281"/>
                    </a:cubicBezTo>
                    <a:cubicBezTo>
                      <a:pt x="739" y="281"/>
                      <a:pt x="736" y="285"/>
                      <a:pt x="736" y="286"/>
                    </a:cubicBezTo>
                    <a:cubicBezTo>
                      <a:pt x="735" y="287"/>
                      <a:pt x="733" y="290"/>
                      <a:pt x="732" y="291"/>
                    </a:cubicBezTo>
                    <a:cubicBezTo>
                      <a:pt x="731" y="292"/>
                      <a:pt x="727" y="292"/>
                      <a:pt x="727" y="291"/>
                    </a:cubicBezTo>
                    <a:cubicBezTo>
                      <a:pt x="726" y="290"/>
                      <a:pt x="722" y="290"/>
                      <a:pt x="721" y="290"/>
                    </a:cubicBezTo>
                    <a:cubicBezTo>
                      <a:pt x="720" y="290"/>
                      <a:pt x="719" y="295"/>
                      <a:pt x="719" y="296"/>
                    </a:cubicBezTo>
                    <a:cubicBezTo>
                      <a:pt x="719" y="297"/>
                      <a:pt x="717" y="299"/>
                      <a:pt x="715" y="300"/>
                    </a:cubicBezTo>
                    <a:cubicBezTo>
                      <a:pt x="713" y="300"/>
                      <a:pt x="711" y="299"/>
                      <a:pt x="711" y="300"/>
                    </a:cubicBezTo>
                    <a:cubicBezTo>
                      <a:pt x="711" y="302"/>
                      <a:pt x="708" y="302"/>
                      <a:pt x="707" y="302"/>
                    </a:cubicBezTo>
                    <a:cubicBezTo>
                      <a:pt x="706" y="302"/>
                      <a:pt x="705" y="301"/>
                      <a:pt x="705" y="300"/>
                    </a:cubicBezTo>
                    <a:cubicBezTo>
                      <a:pt x="705" y="299"/>
                      <a:pt x="698" y="302"/>
                      <a:pt x="698" y="302"/>
                    </a:cubicBezTo>
                    <a:cubicBezTo>
                      <a:pt x="698" y="302"/>
                      <a:pt x="691" y="303"/>
                      <a:pt x="691" y="303"/>
                    </a:cubicBezTo>
                    <a:cubicBezTo>
                      <a:pt x="690" y="303"/>
                      <a:pt x="686" y="302"/>
                      <a:pt x="685" y="301"/>
                    </a:cubicBezTo>
                    <a:cubicBezTo>
                      <a:pt x="685" y="300"/>
                      <a:pt x="682" y="299"/>
                      <a:pt x="681" y="299"/>
                    </a:cubicBezTo>
                    <a:cubicBezTo>
                      <a:pt x="681" y="298"/>
                      <a:pt x="678" y="298"/>
                      <a:pt x="677" y="299"/>
                    </a:cubicBezTo>
                    <a:cubicBezTo>
                      <a:pt x="676" y="300"/>
                      <a:pt x="673" y="300"/>
                      <a:pt x="672" y="299"/>
                    </a:cubicBezTo>
                    <a:cubicBezTo>
                      <a:pt x="670" y="299"/>
                      <a:pt x="669" y="296"/>
                      <a:pt x="668" y="295"/>
                    </a:cubicBezTo>
                    <a:cubicBezTo>
                      <a:pt x="666" y="295"/>
                      <a:pt x="666" y="290"/>
                      <a:pt x="666" y="290"/>
                    </a:cubicBezTo>
                    <a:cubicBezTo>
                      <a:pt x="666" y="290"/>
                      <a:pt x="668" y="294"/>
                      <a:pt x="671" y="295"/>
                    </a:cubicBezTo>
                    <a:cubicBezTo>
                      <a:pt x="673" y="296"/>
                      <a:pt x="675" y="296"/>
                      <a:pt x="676" y="296"/>
                    </a:cubicBezTo>
                    <a:cubicBezTo>
                      <a:pt x="677" y="295"/>
                      <a:pt x="677" y="295"/>
                      <a:pt x="679" y="293"/>
                    </a:cubicBezTo>
                    <a:cubicBezTo>
                      <a:pt x="681" y="292"/>
                      <a:pt x="681" y="293"/>
                      <a:pt x="682" y="293"/>
                    </a:cubicBezTo>
                    <a:cubicBezTo>
                      <a:pt x="684" y="293"/>
                      <a:pt x="686" y="295"/>
                      <a:pt x="688" y="294"/>
                    </a:cubicBezTo>
                    <a:cubicBezTo>
                      <a:pt x="689" y="294"/>
                      <a:pt x="689" y="293"/>
                      <a:pt x="690" y="290"/>
                    </a:cubicBezTo>
                    <a:cubicBezTo>
                      <a:pt x="690" y="288"/>
                      <a:pt x="693" y="285"/>
                      <a:pt x="694" y="284"/>
                    </a:cubicBezTo>
                    <a:cubicBezTo>
                      <a:pt x="694" y="283"/>
                      <a:pt x="695" y="283"/>
                      <a:pt x="699" y="285"/>
                    </a:cubicBezTo>
                    <a:cubicBezTo>
                      <a:pt x="702" y="286"/>
                      <a:pt x="702" y="285"/>
                      <a:pt x="704" y="283"/>
                    </a:cubicBezTo>
                    <a:cubicBezTo>
                      <a:pt x="706" y="282"/>
                      <a:pt x="705" y="281"/>
                      <a:pt x="703" y="281"/>
                    </a:cubicBezTo>
                    <a:cubicBezTo>
                      <a:pt x="702" y="280"/>
                      <a:pt x="701" y="278"/>
                      <a:pt x="700" y="277"/>
                    </a:cubicBezTo>
                    <a:cubicBezTo>
                      <a:pt x="699" y="277"/>
                      <a:pt x="699" y="275"/>
                      <a:pt x="698" y="272"/>
                    </a:cubicBezTo>
                    <a:cubicBezTo>
                      <a:pt x="697" y="270"/>
                      <a:pt x="694" y="269"/>
                      <a:pt x="692" y="268"/>
                    </a:cubicBezTo>
                    <a:cubicBezTo>
                      <a:pt x="691" y="267"/>
                      <a:pt x="689" y="265"/>
                      <a:pt x="688" y="264"/>
                    </a:cubicBezTo>
                    <a:cubicBezTo>
                      <a:pt x="688" y="264"/>
                      <a:pt x="688" y="264"/>
                      <a:pt x="688" y="264"/>
                    </a:cubicBezTo>
                    <a:cubicBezTo>
                      <a:pt x="688" y="264"/>
                      <a:pt x="688" y="264"/>
                      <a:pt x="688" y="264"/>
                    </a:cubicBezTo>
                    <a:cubicBezTo>
                      <a:pt x="689" y="264"/>
                      <a:pt x="690" y="264"/>
                      <a:pt x="691" y="264"/>
                    </a:cubicBezTo>
                    <a:cubicBezTo>
                      <a:pt x="691" y="264"/>
                      <a:pt x="694" y="265"/>
                      <a:pt x="695" y="266"/>
                    </a:cubicBezTo>
                    <a:cubicBezTo>
                      <a:pt x="697" y="267"/>
                      <a:pt x="699" y="269"/>
                      <a:pt x="700" y="269"/>
                    </a:cubicBezTo>
                    <a:cubicBezTo>
                      <a:pt x="701" y="270"/>
                      <a:pt x="703" y="271"/>
                      <a:pt x="703" y="270"/>
                    </a:cubicBezTo>
                    <a:cubicBezTo>
                      <a:pt x="704" y="270"/>
                      <a:pt x="708" y="271"/>
                      <a:pt x="709" y="271"/>
                    </a:cubicBezTo>
                    <a:cubicBezTo>
                      <a:pt x="711" y="271"/>
                      <a:pt x="712" y="273"/>
                      <a:pt x="712" y="273"/>
                    </a:cubicBezTo>
                    <a:cubicBezTo>
                      <a:pt x="712" y="274"/>
                      <a:pt x="715" y="276"/>
                      <a:pt x="715" y="276"/>
                    </a:cubicBezTo>
                    <a:cubicBezTo>
                      <a:pt x="720" y="278"/>
                      <a:pt x="720" y="278"/>
                      <a:pt x="720" y="278"/>
                    </a:cubicBezTo>
                    <a:cubicBezTo>
                      <a:pt x="720" y="278"/>
                      <a:pt x="723" y="279"/>
                      <a:pt x="726" y="279"/>
                    </a:cubicBezTo>
                    <a:cubicBezTo>
                      <a:pt x="727" y="279"/>
                      <a:pt x="727" y="280"/>
                      <a:pt x="731" y="279"/>
                    </a:cubicBezTo>
                    <a:cubicBezTo>
                      <a:pt x="732" y="278"/>
                      <a:pt x="734" y="277"/>
                      <a:pt x="734" y="277"/>
                    </a:cubicBezTo>
                    <a:cubicBezTo>
                      <a:pt x="734" y="277"/>
                      <a:pt x="737" y="277"/>
                      <a:pt x="739" y="276"/>
                    </a:cubicBezTo>
                    <a:cubicBezTo>
                      <a:pt x="740" y="274"/>
                      <a:pt x="739" y="274"/>
                      <a:pt x="742" y="272"/>
                    </a:cubicBezTo>
                    <a:cubicBezTo>
                      <a:pt x="745" y="270"/>
                      <a:pt x="744" y="271"/>
                      <a:pt x="745" y="270"/>
                    </a:cubicBezTo>
                    <a:cubicBezTo>
                      <a:pt x="747" y="269"/>
                      <a:pt x="747" y="269"/>
                      <a:pt x="749" y="267"/>
                    </a:cubicBezTo>
                    <a:cubicBezTo>
                      <a:pt x="751" y="266"/>
                      <a:pt x="750" y="267"/>
                      <a:pt x="752" y="266"/>
                    </a:cubicBezTo>
                    <a:cubicBezTo>
                      <a:pt x="755" y="265"/>
                      <a:pt x="754" y="264"/>
                      <a:pt x="755" y="262"/>
                    </a:cubicBezTo>
                    <a:cubicBezTo>
                      <a:pt x="757" y="260"/>
                      <a:pt x="758" y="260"/>
                      <a:pt x="759" y="260"/>
                    </a:cubicBezTo>
                    <a:cubicBezTo>
                      <a:pt x="760" y="260"/>
                      <a:pt x="762" y="261"/>
                      <a:pt x="763" y="261"/>
                    </a:cubicBezTo>
                    <a:cubicBezTo>
                      <a:pt x="765" y="261"/>
                      <a:pt x="770" y="261"/>
                      <a:pt x="772" y="261"/>
                    </a:cubicBezTo>
                    <a:cubicBezTo>
                      <a:pt x="774" y="261"/>
                      <a:pt x="779" y="263"/>
                      <a:pt x="779" y="263"/>
                    </a:cubicBezTo>
                    <a:cubicBezTo>
                      <a:pt x="779" y="263"/>
                      <a:pt x="780" y="265"/>
                      <a:pt x="778" y="265"/>
                    </a:cubicBezTo>
                    <a:close/>
                    <a:moveTo>
                      <a:pt x="918" y="467"/>
                    </a:moveTo>
                    <a:cubicBezTo>
                      <a:pt x="918" y="465"/>
                      <a:pt x="914" y="461"/>
                      <a:pt x="912" y="459"/>
                    </a:cubicBezTo>
                    <a:cubicBezTo>
                      <a:pt x="910" y="457"/>
                      <a:pt x="909" y="455"/>
                      <a:pt x="909" y="453"/>
                    </a:cubicBezTo>
                    <a:cubicBezTo>
                      <a:pt x="909" y="452"/>
                      <a:pt x="911" y="449"/>
                      <a:pt x="910" y="448"/>
                    </a:cubicBezTo>
                    <a:cubicBezTo>
                      <a:pt x="909" y="448"/>
                      <a:pt x="907" y="449"/>
                      <a:pt x="905" y="449"/>
                    </a:cubicBezTo>
                    <a:cubicBezTo>
                      <a:pt x="902" y="450"/>
                      <a:pt x="903" y="448"/>
                      <a:pt x="902" y="446"/>
                    </a:cubicBezTo>
                    <a:cubicBezTo>
                      <a:pt x="901" y="443"/>
                      <a:pt x="903" y="443"/>
                      <a:pt x="904" y="440"/>
                    </a:cubicBezTo>
                    <a:cubicBezTo>
                      <a:pt x="905" y="438"/>
                      <a:pt x="906" y="435"/>
                      <a:pt x="907" y="435"/>
                    </a:cubicBezTo>
                    <a:cubicBezTo>
                      <a:pt x="908" y="436"/>
                      <a:pt x="912" y="436"/>
                      <a:pt x="914" y="435"/>
                    </a:cubicBezTo>
                    <a:cubicBezTo>
                      <a:pt x="915" y="435"/>
                      <a:pt x="918" y="423"/>
                      <a:pt x="918" y="423"/>
                    </a:cubicBezTo>
                    <a:cubicBezTo>
                      <a:pt x="918" y="423"/>
                      <a:pt x="919" y="428"/>
                      <a:pt x="920" y="430"/>
                    </a:cubicBezTo>
                    <a:cubicBezTo>
                      <a:pt x="921" y="431"/>
                      <a:pt x="922" y="429"/>
                      <a:pt x="924" y="429"/>
                    </a:cubicBezTo>
                    <a:cubicBezTo>
                      <a:pt x="926" y="429"/>
                      <a:pt x="925" y="430"/>
                      <a:pt x="922" y="432"/>
                    </a:cubicBezTo>
                    <a:cubicBezTo>
                      <a:pt x="919" y="434"/>
                      <a:pt x="920" y="434"/>
                      <a:pt x="917" y="435"/>
                    </a:cubicBezTo>
                    <a:cubicBezTo>
                      <a:pt x="914" y="437"/>
                      <a:pt x="918" y="438"/>
                      <a:pt x="920" y="440"/>
                    </a:cubicBezTo>
                    <a:cubicBezTo>
                      <a:pt x="921" y="441"/>
                      <a:pt x="923" y="442"/>
                      <a:pt x="924" y="443"/>
                    </a:cubicBezTo>
                    <a:cubicBezTo>
                      <a:pt x="925" y="444"/>
                      <a:pt x="924" y="448"/>
                      <a:pt x="924" y="449"/>
                    </a:cubicBezTo>
                    <a:cubicBezTo>
                      <a:pt x="923" y="450"/>
                      <a:pt x="925" y="452"/>
                      <a:pt x="927" y="452"/>
                    </a:cubicBezTo>
                    <a:cubicBezTo>
                      <a:pt x="928" y="452"/>
                      <a:pt x="929" y="453"/>
                      <a:pt x="929" y="455"/>
                    </a:cubicBezTo>
                    <a:cubicBezTo>
                      <a:pt x="928" y="458"/>
                      <a:pt x="929" y="460"/>
                      <a:pt x="930" y="461"/>
                    </a:cubicBezTo>
                    <a:cubicBezTo>
                      <a:pt x="931" y="462"/>
                      <a:pt x="932" y="465"/>
                      <a:pt x="932" y="466"/>
                    </a:cubicBezTo>
                    <a:cubicBezTo>
                      <a:pt x="932" y="467"/>
                      <a:pt x="935" y="472"/>
                      <a:pt x="936" y="472"/>
                    </a:cubicBezTo>
                    <a:cubicBezTo>
                      <a:pt x="937" y="473"/>
                      <a:pt x="939" y="477"/>
                      <a:pt x="939" y="478"/>
                    </a:cubicBezTo>
                    <a:cubicBezTo>
                      <a:pt x="940" y="479"/>
                      <a:pt x="941" y="483"/>
                      <a:pt x="941" y="484"/>
                    </a:cubicBezTo>
                    <a:cubicBezTo>
                      <a:pt x="941" y="485"/>
                      <a:pt x="941" y="488"/>
                      <a:pt x="939" y="491"/>
                    </a:cubicBezTo>
                    <a:cubicBezTo>
                      <a:pt x="937" y="494"/>
                      <a:pt x="936" y="497"/>
                      <a:pt x="933" y="495"/>
                    </a:cubicBezTo>
                    <a:cubicBezTo>
                      <a:pt x="931" y="493"/>
                      <a:pt x="932" y="493"/>
                      <a:pt x="931" y="490"/>
                    </a:cubicBezTo>
                    <a:cubicBezTo>
                      <a:pt x="931" y="488"/>
                      <a:pt x="931" y="487"/>
                      <a:pt x="932" y="485"/>
                    </a:cubicBezTo>
                    <a:cubicBezTo>
                      <a:pt x="933" y="483"/>
                      <a:pt x="934" y="481"/>
                      <a:pt x="934" y="478"/>
                    </a:cubicBezTo>
                    <a:cubicBezTo>
                      <a:pt x="934" y="476"/>
                      <a:pt x="933" y="473"/>
                      <a:pt x="933" y="473"/>
                    </a:cubicBezTo>
                    <a:cubicBezTo>
                      <a:pt x="933" y="473"/>
                      <a:pt x="930" y="475"/>
                      <a:pt x="929" y="476"/>
                    </a:cubicBezTo>
                    <a:cubicBezTo>
                      <a:pt x="928" y="477"/>
                      <a:pt x="927" y="477"/>
                      <a:pt x="928" y="474"/>
                    </a:cubicBezTo>
                    <a:cubicBezTo>
                      <a:pt x="928" y="472"/>
                      <a:pt x="927" y="470"/>
                      <a:pt x="927" y="469"/>
                    </a:cubicBezTo>
                    <a:cubicBezTo>
                      <a:pt x="927" y="469"/>
                      <a:pt x="926" y="466"/>
                      <a:pt x="923" y="466"/>
                    </a:cubicBezTo>
                    <a:cubicBezTo>
                      <a:pt x="922" y="466"/>
                      <a:pt x="919" y="469"/>
                      <a:pt x="918" y="4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Freeform 384">
                <a:extLst>
                  <a:ext uri="{FF2B5EF4-FFF2-40B4-BE49-F238E27FC236}">
                    <a16:creationId xmlns:a16="http://schemas.microsoft.com/office/drawing/2014/main" id="{FBD5B75A-0A2E-DA13-2AA7-EC89CAD10C88}"/>
                  </a:ext>
                </a:extLst>
              </p:cNvPr>
              <p:cNvSpPr>
                <a:spLocks/>
              </p:cNvSpPr>
              <p:nvPr/>
            </p:nvSpPr>
            <p:spPr bwMode="auto">
              <a:xfrm>
                <a:off x="14651042" y="2606675"/>
                <a:ext cx="220663" cy="352425"/>
              </a:xfrm>
              <a:custGeom>
                <a:avLst/>
                <a:gdLst>
                  <a:gd name="T0" fmla="*/ 577 w 611"/>
                  <a:gd name="T1" fmla="*/ 225 h 974"/>
                  <a:gd name="T2" fmla="*/ 518 w 611"/>
                  <a:gd name="T3" fmla="*/ 201 h 974"/>
                  <a:gd name="T4" fmla="*/ 477 w 611"/>
                  <a:gd name="T5" fmla="*/ 185 h 974"/>
                  <a:gd name="T6" fmla="*/ 432 w 611"/>
                  <a:gd name="T7" fmla="*/ 181 h 974"/>
                  <a:gd name="T8" fmla="*/ 421 w 611"/>
                  <a:gd name="T9" fmla="*/ 186 h 974"/>
                  <a:gd name="T10" fmla="*/ 401 w 611"/>
                  <a:gd name="T11" fmla="*/ 180 h 974"/>
                  <a:gd name="T12" fmla="*/ 406 w 611"/>
                  <a:gd name="T13" fmla="*/ 138 h 974"/>
                  <a:gd name="T14" fmla="*/ 368 w 611"/>
                  <a:gd name="T15" fmla="*/ 93 h 974"/>
                  <a:gd name="T16" fmla="*/ 324 w 611"/>
                  <a:gd name="T17" fmla="*/ 89 h 974"/>
                  <a:gd name="T18" fmla="*/ 282 w 611"/>
                  <a:gd name="T19" fmla="*/ 55 h 974"/>
                  <a:gd name="T20" fmla="*/ 251 w 611"/>
                  <a:gd name="T21" fmla="*/ 35 h 974"/>
                  <a:gd name="T22" fmla="*/ 211 w 611"/>
                  <a:gd name="T23" fmla="*/ 30 h 974"/>
                  <a:gd name="T24" fmla="*/ 159 w 611"/>
                  <a:gd name="T25" fmla="*/ 15 h 974"/>
                  <a:gd name="T26" fmla="*/ 134 w 611"/>
                  <a:gd name="T27" fmla="*/ 44 h 974"/>
                  <a:gd name="T28" fmla="*/ 137 w 611"/>
                  <a:gd name="T29" fmla="*/ 4 h 974"/>
                  <a:gd name="T30" fmla="*/ 81 w 611"/>
                  <a:gd name="T31" fmla="*/ 21 h 974"/>
                  <a:gd name="T32" fmla="*/ 48 w 611"/>
                  <a:gd name="T33" fmla="*/ 72 h 974"/>
                  <a:gd name="T34" fmla="*/ 54 w 611"/>
                  <a:gd name="T35" fmla="*/ 116 h 974"/>
                  <a:gd name="T36" fmla="*/ 32 w 611"/>
                  <a:gd name="T37" fmla="*/ 142 h 974"/>
                  <a:gd name="T38" fmla="*/ 14 w 611"/>
                  <a:gd name="T39" fmla="*/ 160 h 974"/>
                  <a:gd name="T40" fmla="*/ 9 w 611"/>
                  <a:gd name="T41" fmla="*/ 192 h 974"/>
                  <a:gd name="T42" fmla="*/ 12 w 611"/>
                  <a:gd name="T43" fmla="*/ 209 h 974"/>
                  <a:gd name="T44" fmla="*/ 4 w 611"/>
                  <a:gd name="T45" fmla="*/ 243 h 974"/>
                  <a:gd name="T46" fmla="*/ 30 w 611"/>
                  <a:gd name="T47" fmla="*/ 275 h 974"/>
                  <a:gd name="T48" fmla="*/ 54 w 611"/>
                  <a:gd name="T49" fmla="*/ 321 h 974"/>
                  <a:gd name="T50" fmla="*/ 77 w 611"/>
                  <a:gd name="T51" fmla="*/ 363 h 974"/>
                  <a:gd name="T52" fmla="*/ 132 w 611"/>
                  <a:gd name="T53" fmla="*/ 399 h 974"/>
                  <a:gd name="T54" fmla="*/ 149 w 611"/>
                  <a:gd name="T55" fmla="*/ 452 h 974"/>
                  <a:gd name="T56" fmla="*/ 135 w 611"/>
                  <a:gd name="T57" fmla="*/ 541 h 974"/>
                  <a:gd name="T58" fmla="*/ 129 w 611"/>
                  <a:gd name="T59" fmla="*/ 613 h 974"/>
                  <a:gd name="T60" fmla="*/ 105 w 611"/>
                  <a:gd name="T61" fmla="*/ 677 h 974"/>
                  <a:gd name="T62" fmla="*/ 97 w 611"/>
                  <a:gd name="T63" fmla="*/ 735 h 974"/>
                  <a:gd name="T64" fmla="*/ 111 w 611"/>
                  <a:gd name="T65" fmla="*/ 769 h 974"/>
                  <a:gd name="T66" fmla="*/ 103 w 611"/>
                  <a:gd name="T67" fmla="*/ 811 h 974"/>
                  <a:gd name="T68" fmla="*/ 80 w 611"/>
                  <a:gd name="T69" fmla="*/ 833 h 974"/>
                  <a:gd name="T70" fmla="*/ 104 w 611"/>
                  <a:gd name="T71" fmla="*/ 851 h 974"/>
                  <a:gd name="T72" fmla="*/ 93 w 611"/>
                  <a:gd name="T73" fmla="*/ 896 h 974"/>
                  <a:gd name="T74" fmla="*/ 117 w 611"/>
                  <a:gd name="T75" fmla="*/ 912 h 974"/>
                  <a:gd name="T76" fmla="*/ 123 w 611"/>
                  <a:gd name="T77" fmla="*/ 946 h 974"/>
                  <a:gd name="T78" fmla="*/ 144 w 611"/>
                  <a:gd name="T79" fmla="*/ 941 h 974"/>
                  <a:gd name="T80" fmla="*/ 143 w 611"/>
                  <a:gd name="T81" fmla="*/ 968 h 974"/>
                  <a:gd name="T82" fmla="*/ 198 w 611"/>
                  <a:gd name="T83" fmla="*/ 972 h 974"/>
                  <a:gd name="T84" fmla="*/ 172 w 611"/>
                  <a:gd name="T85" fmla="*/ 939 h 974"/>
                  <a:gd name="T86" fmla="*/ 165 w 611"/>
                  <a:gd name="T87" fmla="*/ 915 h 974"/>
                  <a:gd name="T88" fmla="*/ 205 w 611"/>
                  <a:gd name="T89" fmla="*/ 848 h 974"/>
                  <a:gd name="T90" fmla="*/ 194 w 611"/>
                  <a:gd name="T91" fmla="*/ 804 h 974"/>
                  <a:gd name="T92" fmla="*/ 227 w 611"/>
                  <a:gd name="T93" fmla="*/ 766 h 974"/>
                  <a:gd name="T94" fmla="*/ 231 w 611"/>
                  <a:gd name="T95" fmla="*/ 741 h 974"/>
                  <a:gd name="T96" fmla="*/ 267 w 611"/>
                  <a:gd name="T97" fmla="*/ 706 h 974"/>
                  <a:gd name="T98" fmla="*/ 323 w 611"/>
                  <a:gd name="T99" fmla="*/ 675 h 974"/>
                  <a:gd name="T100" fmla="*/ 303 w 611"/>
                  <a:gd name="T101" fmla="*/ 621 h 974"/>
                  <a:gd name="T102" fmla="*/ 317 w 611"/>
                  <a:gd name="T103" fmla="*/ 639 h 974"/>
                  <a:gd name="T104" fmla="*/ 375 w 611"/>
                  <a:gd name="T105" fmla="*/ 620 h 974"/>
                  <a:gd name="T106" fmla="*/ 413 w 611"/>
                  <a:gd name="T107" fmla="*/ 572 h 974"/>
                  <a:gd name="T108" fmla="*/ 431 w 611"/>
                  <a:gd name="T109" fmla="*/ 503 h 974"/>
                  <a:gd name="T110" fmla="*/ 474 w 611"/>
                  <a:gd name="T111" fmla="*/ 480 h 974"/>
                  <a:gd name="T112" fmla="*/ 521 w 611"/>
                  <a:gd name="T113" fmla="*/ 464 h 974"/>
                  <a:gd name="T114" fmla="*/ 556 w 611"/>
                  <a:gd name="T115" fmla="*/ 396 h 974"/>
                  <a:gd name="T116" fmla="*/ 557 w 611"/>
                  <a:gd name="T117" fmla="*/ 334 h 974"/>
                  <a:gd name="T118" fmla="*/ 603 w 611"/>
                  <a:gd name="T119" fmla="*/ 288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11" h="974">
                    <a:moveTo>
                      <a:pt x="610" y="253"/>
                    </a:moveTo>
                    <a:cubicBezTo>
                      <a:pt x="610" y="252"/>
                      <a:pt x="610" y="250"/>
                      <a:pt x="610" y="249"/>
                    </a:cubicBezTo>
                    <a:cubicBezTo>
                      <a:pt x="610" y="250"/>
                      <a:pt x="611" y="250"/>
                      <a:pt x="610" y="249"/>
                    </a:cubicBezTo>
                    <a:cubicBezTo>
                      <a:pt x="610" y="248"/>
                      <a:pt x="610" y="248"/>
                      <a:pt x="609" y="247"/>
                    </a:cubicBezTo>
                    <a:cubicBezTo>
                      <a:pt x="609" y="247"/>
                      <a:pt x="609" y="247"/>
                      <a:pt x="609" y="247"/>
                    </a:cubicBezTo>
                    <a:cubicBezTo>
                      <a:pt x="609" y="247"/>
                      <a:pt x="608" y="246"/>
                      <a:pt x="608" y="245"/>
                    </a:cubicBezTo>
                    <a:cubicBezTo>
                      <a:pt x="603" y="234"/>
                      <a:pt x="603" y="232"/>
                      <a:pt x="601" y="232"/>
                    </a:cubicBezTo>
                    <a:cubicBezTo>
                      <a:pt x="599" y="233"/>
                      <a:pt x="596" y="233"/>
                      <a:pt x="594" y="233"/>
                    </a:cubicBezTo>
                    <a:cubicBezTo>
                      <a:pt x="592" y="232"/>
                      <a:pt x="593" y="231"/>
                      <a:pt x="591" y="231"/>
                    </a:cubicBezTo>
                    <a:cubicBezTo>
                      <a:pt x="589" y="231"/>
                      <a:pt x="585" y="231"/>
                      <a:pt x="585" y="231"/>
                    </a:cubicBezTo>
                    <a:cubicBezTo>
                      <a:pt x="585" y="231"/>
                      <a:pt x="584" y="232"/>
                      <a:pt x="582" y="230"/>
                    </a:cubicBezTo>
                    <a:cubicBezTo>
                      <a:pt x="579" y="228"/>
                      <a:pt x="578" y="227"/>
                      <a:pt x="577" y="225"/>
                    </a:cubicBezTo>
                    <a:cubicBezTo>
                      <a:pt x="577" y="223"/>
                      <a:pt x="576" y="220"/>
                      <a:pt x="574" y="219"/>
                    </a:cubicBezTo>
                    <a:cubicBezTo>
                      <a:pt x="572" y="217"/>
                      <a:pt x="570" y="217"/>
                      <a:pt x="569" y="217"/>
                    </a:cubicBezTo>
                    <a:cubicBezTo>
                      <a:pt x="568" y="216"/>
                      <a:pt x="567" y="214"/>
                      <a:pt x="565" y="214"/>
                    </a:cubicBezTo>
                    <a:cubicBezTo>
                      <a:pt x="563" y="213"/>
                      <a:pt x="561" y="209"/>
                      <a:pt x="560" y="209"/>
                    </a:cubicBezTo>
                    <a:cubicBezTo>
                      <a:pt x="559" y="209"/>
                      <a:pt x="557" y="207"/>
                      <a:pt x="555" y="206"/>
                    </a:cubicBezTo>
                    <a:cubicBezTo>
                      <a:pt x="554" y="205"/>
                      <a:pt x="551" y="203"/>
                      <a:pt x="550" y="203"/>
                    </a:cubicBezTo>
                    <a:cubicBezTo>
                      <a:pt x="549" y="202"/>
                      <a:pt x="544" y="203"/>
                      <a:pt x="543" y="202"/>
                    </a:cubicBezTo>
                    <a:cubicBezTo>
                      <a:pt x="543" y="201"/>
                      <a:pt x="542" y="201"/>
                      <a:pt x="540" y="201"/>
                    </a:cubicBezTo>
                    <a:cubicBezTo>
                      <a:pt x="538" y="200"/>
                      <a:pt x="537" y="199"/>
                      <a:pt x="534" y="200"/>
                    </a:cubicBezTo>
                    <a:cubicBezTo>
                      <a:pt x="531" y="201"/>
                      <a:pt x="531" y="199"/>
                      <a:pt x="528" y="201"/>
                    </a:cubicBezTo>
                    <a:cubicBezTo>
                      <a:pt x="526" y="203"/>
                      <a:pt x="526" y="201"/>
                      <a:pt x="523" y="202"/>
                    </a:cubicBezTo>
                    <a:cubicBezTo>
                      <a:pt x="520" y="203"/>
                      <a:pt x="521" y="202"/>
                      <a:pt x="518" y="201"/>
                    </a:cubicBezTo>
                    <a:cubicBezTo>
                      <a:pt x="516" y="201"/>
                      <a:pt x="515" y="198"/>
                      <a:pt x="512" y="198"/>
                    </a:cubicBezTo>
                    <a:cubicBezTo>
                      <a:pt x="509" y="199"/>
                      <a:pt x="509" y="198"/>
                      <a:pt x="507" y="198"/>
                    </a:cubicBezTo>
                    <a:cubicBezTo>
                      <a:pt x="506" y="198"/>
                      <a:pt x="507" y="196"/>
                      <a:pt x="504" y="195"/>
                    </a:cubicBezTo>
                    <a:cubicBezTo>
                      <a:pt x="500" y="194"/>
                      <a:pt x="501" y="192"/>
                      <a:pt x="499" y="194"/>
                    </a:cubicBezTo>
                    <a:cubicBezTo>
                      <a:pt x="496" y="196"/>
                      <a:pt x="499" y="194"/>
                      <a:pt x="496" y="196"/>
                    </a:cubicBezTo>
                    <a:cubicBezTo>
                      <a:pt x="493" y="198"/>
                      <a:pt x="489" y="198"/>
                      <a:pt x="489" y="198"/>
                    </a:cubicBezTo>
                    <a:cubicBezTo>
                      <a:pt x="487" y="198"/>
                      <a:pt x="489" y="196"/>
                      <a:pt x="487" y="198"/>
                    </a:cubicBezTo>
                    <a:cubicBezTo>
                      <a:pt x="484" y="200"/>
                      <a:pt x="487" y="201"/>
                      <a:pt x="484" y="201"/>
                    </a:cubicBezTo>
                    <a:cubicBezTo>
                      <a:pt x="482" y="201"/>
                      <a:pt x="481" y="200"/>
                      <a:pt x="483" y="197"/>
                    </a:cubicBezTo>
                    <a:cubicBezTo>
                      <a:pt x="484" y="194"/>
                      <a:pt x="485" y="194"/>
                      <a:pt x="484" y="193"/>
                    </a:cubicBezTo>
                    <a:cubicBezTo>
                      <a:pt x="484" y="188"/>
                      <a:pt x="483" y="189"/>
                      <a:pt x="481" y="187"/>
                    </a:cubicBezTo>
                    <a:cubicBezTo>
                      <a:pt x="479" y="185"/>
                      <a:pt x="478" y="186"/>
                      <a:pt x="477" y="185"/>
                    </a:cubicBezTo>
                    <a:cubicBezTo>
                      <a:pt x="475" y="184"/>
                      <a:pt x="473" y="184"/>
                      <a:pt x="472" y="183"/>
                    </a:cubicBezTo>
                    <a:cubicBezTo>
                      <a:pt x="471" y="182"/>
                      <a:pt x="470" y="183"/>
                      <a:pt x="469" y="181"/>
                    </a:cubicBezTo>
                    <a:cubicBezTo>
                      <a:pt x="468" y="180"/>
                      <a:pt x="466" y="180"/>
                      <a:pt x="464" y="180"/>
                    </a:cubicBezTo>
                    <a:cubicBezTo>
                      <a:pt x="463" y="181"/>
                      <a:pt x="460" y="178"/>
                      <a:pt x="459" y="179"/>
                    </a:cubicBezTo>
                    <a:cubicBezTo>
                      <a:pt x="458" y="179"/>
                      <a:pt x="457" y="176"/>
                      <a:pt x="455" y="177"/>
                    </a:cubicBezTo>
                    <a:cubicBezTo>
                      <a:pt x="454" y="177"/>
                      <a:pt x="454" y="174"/>
                      <a:pt x="452" y="175"/>
                    </a:cubicBezTo>
                    <a:cubicBezTo>
                      <a:pt x="450" y="175"/>
                      <a:pt x="451" y="172"/>
                      <a:pt x="449" y="172"/>
                    </a:cubicBezTo>
                    <a:cubicBezTo>
                      <a:pt x="447" y="173"/>
                      <a:pt x="447" y="172"/>
                      <a:pt x="446" y="173"/>
                    </a:cubicBezTo>
                    <a:cubicBezTo>
                      <a:pt x="444" y="175"/>
                      <a:pt x="445" y="172"/>
                      <a:pt x="443" y="173"/>
                    </a:cubicBezTo>
                    <a:cubicBezTo>
                      <a:pt x="442" y="173"/>
                      <a:pt x="440" y="171"/>
                      <a:pt x="438" y="173"/>
                    </a:cubicBezTo>
                    <a:cubicBezTo>
                      <a:pt x="437" y="175"/>
                      <a:pt x="437" y="173"/>
                      <a:pt x="435" y="175"/>
                    </a:cubicBezTo>
                    <a:cubicBezTo>
                      <a:pt x="434" y="178"/>
                      <a:pt x="434" y="179"/>
                      <a:pt x="432" y="181"/>
                    </a:cubicBezTo>
                    <a:cubicBezTo>
                      <a:pt x="429" y="185"/>
                      <a:pt x="429" y="183"/>
                      <a:pt x="426" y="186"/>
                    </a:cubicBezTo>
                    <a:cubicBezTo>
                      <a:pt x="423" y="189"/>
                      <a:pt x="425" y="186"/>
                      <a:pt x="423" y="189"/>
                    </a:cubicBezTo>
                    <a:cubicBezTo>
                      <a:pt x="422" y="191"/>
                      <a:pt x="422" y="190"/>
                      <a:pt x="421" y="191"/>
                    </a:cubicBezTo>
                    <a:cubicBezTo>
                      <a:pt x="419" y="193"/>
                      <a:pt x="419" y="191"/>
                      <a:pt x="419" y="193"/>
                    </a:cubicBezTo>
                    <a:cubicBezTo>
                      <a:pt x="419" y="195"/>
                      <a:pt x="419" y="195"/>
                      <a:pt x="419" y="195"/>
                    </a:cubicBezTo>
                    <a:cubicBezTo>
                      <a:pt x="419" y="195"/>
                      <a:pt x="419" y="189"/>
                      <a:pt x="417" y="190"/>
                    </a:cubicBezTo>
                    <a:cubicBezTo>
                      <a:pt x="414" y="191"/>
                      <a:pt x="411" y="191"/>
                      <a:pt x="411" y="191"/>
                    </a:cubicBezTo>
                    <a:cubicBezTo>
                      <a:pt x="411" y="191"/>
                      <a:pt x="408" y="188"/>
                      <a:pt x="407" y="188"/>
                    </a:cubicBezTo>
                    <a:cubicBezTo>
                      <a:pt x="405" y="188"/>
                      <a:pt x="405" y="188"/>
                      <a:pt x="404" y="186"/>
                    </a:cubicBezTo>
                    <a:cubicBezTo>
                      <a:pt x="401" y="184"/>
                      <a:pt x="408" y="187"/>
                      <a:pt x="410" y="187"/>
                    </a:cubicBezTo>
                    <a:cubicBezTo>
                      <a:pt x="411" y="186"/>
                      <a:pt x="409" y="187"/>
                      <a:pt x="414" y="186"/>
                    </a:cubicBezTo>
                    <a:cubicBezTo>
                      <a:pt x="418" y="186"/>
                      <a:pt x="419" y="186"/>
                      <a:pt x="421" y="186"/>
                    </a:cubicBezTo>
                    <a:cubicBezTo>
                      <a:pt x="423" y="186"/>
                      <a:pt x="427" y="183"/>
                      <a:pt x="427" y="183"/>
                    </a:cubicBezTo>
                    <a:cubicBezTo>
                      <a:pt x="427" y="183"/>
                      <a:pt x="428" y="182"/>
                      <a:pt x="429" y="180"/>
                    </a:cubicBezTo>
                    <a:cubicBezTo>
                      <a:pt x="429" y="179"/>
                      <a:pt x="429" y="178"/>
                      <a:pt x="430" y="177"/>
                    </a:cubicBezTo>
                    <a:cubicBezTo>
                      <a:pt x="430" y="175"/>
                      <a:pt x="430" y="173"/>
                      <a:pt x="430" y="172"/>
                    </a:cubicBezTo>
                    <a:cubicBezTo>
                      <a:pt x="431" y="170"/>
                      <a:pt x="432" y="168"/>
                      <a:pt x="430" y="168"/>
                    </a:cubicBezTo>
                    <a:cubicBezTo>
                      <a:pt x="427" y="168"/>
                      <a:pt x="423" y="169"/>
                      <a:pt x="422" y="168"/>
                    </a:cubicBezTo>
                    <a:cubicBezTo>
                      <a:pt x="420" y="168"/>
                      <a:pt x="420" y="167"/>
                      <a:pt x="418" y="168"/>
                    </a:cubicBezTo>
                    <a:cubicBezTo>
                      <a:pt x="416" y="169"/>
                      <a:pt x="416" y="168"/>
                      <a:pt x="412" y="167"/>
                    </a:cubicBezTo>
                    <a:cubicBezTo>
                      <a:pt x="407" y="166"/>
                      <a:pt x="410" y="164"/>
                      <a:pt x="406" y="167"/>
                    </a:cubicBezTo>
                    <a:cubicBezTo>
                      <a:pt x="403" y="170"/>
                      <a:pt x="401" y="170"/>
                      <a:pt x="401" y="171"/>
                    </a:cubicBezTo>
                    <a:cubicBezTo>
                      <a:pt x="401" y="172"/>
                      <a:pt x="402" y="171"/>
                      <a:pt x="402" y="174"/>
                    </a:cubicBezTo>
                    <a:cubicBezTo>
                      <a:pt x="403" y="178"/>
                      <a:pt x="403" y="181"/>
                      <a:pt x="401" y="180"/>
                    </a:cubicBezTo>
                    <a:cubicBezTo>
                      <a:pt x="400" y="180"/>
                      <a:pt x="399" y="178"/>
                      <a:pt x="399" y="178"/>
                    </a:cubicBezTo>
                    <a:cubicBezTo>
                      <a:pt x="399" y="177"/>
                      <a:pt x="397" y="176"/>
                      <a:pt x="397" y="175"/>
                    </a:cubicBezTo>
                    <a:cubicBezTo>
                      <a:pt x="395" y="170"/>
                      <a:pt x="394" y="170"/>
                      <a:pt x="395" y="169"/>
                    </a:cubicBezTo>
                    <a:cubicBezTo>
                      <a:pt x="396" y="167"/>
                      <a:pt x="396" y="167"/>
                      <a:pt x="397" y="165"/>
                    </a:cubicBezTo>
                    <a:cubicBezTo>
                      <a:pt x="399" y="163"/>
                      <a:pt x="396" y="164"/>
                      <a:pt x="400" y="162"/>
                    </a:cubicBezTo>
                    <a:cubicBezTo>
                      <a:pt x="404" y="160"/>
                      <a:pt x="404" y="161"/>
                      <a:pt x="406" y="159"/>
                    </a:cubicBezTo>
                    <a:cubicBezTo>
                      <a:pt x="408" y="158"/>
                      <a:pt x="409" y="158"/>
                      <a:pt x="410" y="156"/>
                    </a:cubicBezTo>
                    <a:cubicBezTo>
                      <a:pt x="411" y="154"/>
                      <a:pt x="409" y="154"/>
                      <a:pt x="411" y="152"/>
                    </a:cubicBezTo>
                    <a:cubicBezTo>
                      <a:pt x="412" y="149"/>
                      <a:pt x="413" y="156"/>
                      <a:pt x="412" y="148"/>
                    </a:cubicBezTo>
                    <a:cubicBezTo>
                      <a:pt x="412" y="148"/>
                      <a:pt x="412" y="145"/>
                      <a:pt x="412" y="144"/>
                    </a:cubicBezTo>
                    <a:cubicBezTo>
                      <a:pt x="412" y="143"/>
                      <a:pt x="411" y="141"/>
                      <a:pt x="410" y="141"/>
                    </a:cubicBezTo>
                    <a:cubicBezTo>
                      <a:pt x="409" y="141"/>
                      <a:pt x="407" y="138"/>
                      <a:pt x="406" y="138"/>
                    </a:cubicBezTo>
                    <a:cubicBezTo>
                      <a:pt x="405" y="138"/>
                      <a:pt x="403" y="136"/>
                      <a:pt x="402" y="136"/>
                    </a:cubicBezTo>
                    <a:cubicBezTo>
                      <a:pt x="401" y="137"/>
                      <a:pt x="401" y="134"/>
                      <a:pt x="401" y="133"/>
                    </a:cubicBezTo>
                    <a:cubicBezTo>
                      <a:pt x="401" y="132"/>
                      <a:pt x="401" y="130"/>
                      <a:pt x="401" y="128"/>
                    </a:cubicBezTo>
                    <a:cubicBezTo>
                      <a:pt x="401" y="127"/>
                      <a:pt x="402" y="125"/>
                      <a:pt x="400" y="123"/>
                    </a:cubicBezTo>
                    <a:cubicBezTo>
                      <a:pt x="398" y="121"/>
                      <a:pt x="399" y="120"/>
                      <a:pt x="398" y="118"/>
                    </a:cubicBezTo>
                    <a:cubicBezTo>
                      <a:pt x="397" y="116"/>
                      <a:pt x="399" y="116"/>
                      <a:pt x="397" y="113"/>
                    </a:cubicBezTo>
                    <a:cubicBezTo>
                      <a:pt x="394" y="109"/>
                      <a:pt x="391" y="109"/>
                      <a:pt x="391" y="109"/>
                    </a:cubicBezTo>
                    <a:cubicBezTo>
                      <a:pt x="391" y="109"/>
                      <a:pt x="391" y="109"/>
                      <a:pt x="390" y="108"/>
                    </a:cubicBezTo>
                    <a:cubicBezTo>
                      <a:pt x="389" y="106"/>
                      <a:pt x="388" y="104"/>
                      <a:pt x="387" y="103"/>
                    </a:cubicBezTo>
                    <a:cubicBezTo>
                      <a:pt x="385" y="103"/>
                      <a:pt x="381" y="98"/>
                      <a:pt x="379" y="98"/>
                    </a:cubicBezTo>
                    <a:cubicBezTo>
                      <a:pt x="377" y="97"/>
                      <a:pt x="376" y="96"/>
                      <a:pt x="373" y="95"/>
                    </a:cubicBezTo>
                    <a:cubicBezTo>
                      <a:pt x="371" y="94"/>
                      <a:pt x="371" y="92"/>
                      <a:pt x="368" y="93"/>
                    </a:cubicBezTo>
                    <a:cubicBezTo>
                      <a:pt x="366" y="93"/>
                      <a:pt x="368" y="90"/>
                      <a:pt x="365" y="90"/>
                    </a:cubicBezTo>
                    <a:cubicBezTo>
                      <a:pt x="363" y="90"/>
                      <a:pt x="364" y="88"/>
                      <a:pt x="362" y="89"/>
                    </a:cubicBezTo>
                    <a:cubicBezTo>
                      <a:pt x="360" y="89"/>
                      <a:pt x="361" y="87"/>
                      <a:pt x="359" y="87"/>
                    </a:cubicBezTo>
                    <a:cubicBezTo>
                      <a:pt x="359" y="87"/>
                      <a:pt x="359" y="87"/>
                      <a:pt x="359" y="87"/>
                    </a:cubicBezTo>
                    <a:cubicBezTo>
                      <a:pt x="357" y="87"/>
                      <a:pt x="355" y="86"/>
                      <a:pt x="353" y="87"/>
                    </a:cubicBezTo>
                    <a:cubicBezTo>
                      <a:pt x="352" y="88"/>
                      <a:pt x="352" y="87"/>
                      <a:pt x="350" y="88"/>
                    </a:cubicBezTo>
                    <a:cubicBezTo>
                      <a:pt x="347" y="88"/>
                      <a:pt x="346" y="85"/>
                      <a:pt x="345" y="86"/>
                    </a:cubicBezTo>
                    <a:cubicBezTo>
                      <a:pt x="343" y="88"/>
                      <a:pt x="345" y="86"/>
                      <a:pt x="341" y="86"/>
                    </a:cubicBezTo>
                    <a:cubicBezTo>
                      <a:pt x="337" y="86"/>
                      <a:pt x="337" y="85"/>
                      <a:pt x="335" y="86"/>
                    </a:cubicBezTo>
                    <a:cubicBezTo>
                      <a:pt x="333" y="87"/>
                      <a:pt x="333" y="88"/>
                      <a:pt x="332" y="88"/>
                    </a:cubicBezTo>
                    <a:cubicBezTo>
                      <a:pt x="331" y="89"/>
                      <a:pt x="332" y="85"/>
                      <a:pt x="328" y="87"/>
                    </a:cubicBezTo>
                    <a:cubicBezTo>
                      <a:pt x="325" y="89"/>
                      <a:pt x="325" y="88"/>
                      <a:pt x="324" y="89"/>
                    </a:cubicBezTo>
                    <a:cubicBezTo>
                      <a:pt x="323" y="89"/>
                      <a:pt x="322" y="89"/>
                      <a:pt x="322" y="88"/>
                    </a:cubicBezTo>
                    <a:cubicBezTo>
                      <a:pt x="322" y="88"/>
                      <a:pt x="321" y="87"/>
                      <a:pt x="321" y="87"/>
                    </a:cubicBezTo>
                    <a:cubicBezTo>
                      <a:pt x="317" y="85"/>
                      <a:pt x="317" y="84"/>
                      <a:pt x="315" y="82"/>
                    </a:cubicBezTo>
                    <a:cubicBezTo>
                      <a:pt x="314" y="80"/>
                      <a:pt x="307" y="75"/>
                      <a:pt x="307" y="76"/>
                    </a:cubicBezTo>
                    <a:cubicBezTo>
                      <a:pt x="307" y="76"/>
                      <a:pt x="307" y="75"/>
                      <a:pt x="305" y="75"/>
                    </a:cubicBezTo>
                    <a:cubicBezTo>
                      <a:pt x="303" y="75"/>
                      <a:pt x="300" y="76"/>
                      <a:pt x="299" y="75"/>
                    </a:cubicBezTo>
                    <a:cubicBezTo>
                      <a:pt x="299" y="71"/>
                      <a:pt x="299" y="72"/>
                      <a:pt x="299" y="70"/>
                    </a:cubicBezTo>
                    <a:cubicBezTo>
                      <a:pt x="298" y="67"/>
                      <a:pt x="297" y="67"/>
                      <a:pt x="296" y="65"/>
                    </a:cubicBezTo>
                    <a:cubicBezTo>
                      <a:pt x="295" y="64"/>
                      <a:pt x="296" y="62"/>
                      <a:pt x="293" y="62"/>
                    </a:cubicBezTo>
                    <a:cubicBezTo>
                      <a:pt x="291" y="61"/>
                      <a:pt x="291" y="61"/>
                      <a:pt x="290" y="59"/>
                    </a:cubicBezTo>
                    <a:cubicBezTo>
                      <a:pt x="289" y="58"/>
                      <a:pt x="287" y="57"/>
                      <a:pt x="286" y="57"/>
                    </a:cubicBezTo>
                    <a:cubicBezTo>
                      <a:pt x="284" y="56"/>
                      <a:pt x="283" y="56"/>
                      <a:pt x="282" y="55"/>
                    </a:cubicBezTo>
                    <a:cubicBezTo>
                      <a:pt x="282" y="55"/>
                      <a:pt x="281" y="55"/>
                      <a:pt x="281" y="55"/>
                    </a:cubicBezTo>
                    <a:cubicBezTo>
                      <a:pt x="280" y="55"/>
                      <a:pt x="280" y="53"/>
                      <a:pt x="279" y="52"/>
                    </a:cubicBezTo>
                    <a:cubicBezTo>
                      <a:pt x="277" y="51"/>
                      <a:pt x="276" y="49"/>
                      <a:pt x="274" y="49"/>
                    </a:cubicBezTo>
                    <a:cubicBezTo>
                      <a:pt x="271" y="49"/>
                      <a:pt x="269" y="48"/>
                      <a:pt x="268" y="49"/>
                    </a:cubicBezTo>
                    <a:cubicBezTo>
                      <a:pt x="263" y="52"/>
                      <a:pt x="261" y="52"/>
                      <a:pt x="262" y="51"/>
                    </a:cubicBezTo>
                    <a:cubicBezTo>
                      <a:pt x="263" y="49"/>
                      <a:pt x="262" y="49"/>
                      <a:pt x="264" y="47"/>
                    </a:cubicBezTo>
                    <a:cubicBezTo>
                      <a:pt x="266" y="45"/>
                      <a:pt x="267" y="42"/>
                      <a:pt x="267" y="42"/>
                    </a:cubicBezTo>
                    <a:cubicBezTo>
                      <a:pt x="264" y="39"/>
                      <a:pt x="265" y="37"/>
                      <a:pt x="263" y="37"/>
                    </a:cubicBezTo>
                    <a:cubicBezTo>
                      <a:pt x="261" y="37"/>
                      <a:pt x="261" y="36"/>
                      <a:pt x="259" y="37"/>
                    </a:cubicBezTo>
                    <a:cubicBezTo>
                      <a:pt x="257" y="38"/>
                      <a:pt x="256" y="37"/>
                      <a:pt x="256" y="36"/>
                    </a:cubicBezTo>
                    <a:cubicBezTo>
                      <a:pt x="255" y="34"/>
                      <a:pt x="256" y="33"/>
                      <a:pt x="255" y="33"/>
                    </a:cubicBezTo>
                    <a:cubicBezTo>
                      <a:pt x="255" y="32"/>
                      <a:pt x="253" y="34"/>
                      <a:pt x="251" y="35"/>
                    </a:cubicBezTo>
                    <a:cubicBezTo>
                      <a:pt x="249" y="36"/>
                      <a:pt x="247" y="36"/>
                      <a:pt x="247" y="35"/>
                    </a:cubicBezTo>
                    <a:cubicBezTo>
                      <a:pt x="247" y="34"/>
                      <a:pt x="247" y="31"/>
                      <a:pt x="247" y="31"/>
                    </a:cubicBezTo>
                    <a:cubicBezTo>
                      <a:pt x="247" y="31"/>
                      <a:pt x="242" y="34"/>
                      <a:pt x="242" y="32"/>
                    </a:cubicBezTo>
                    <a:cubicBezTo>
                      <a:pt x="241" y="30"/>
                      <a:pt x="241" y="29"/>
                      <a:pt x="242" y="28"/>
                    </a:cubicBezTo>
                    <a:cubicBezTo>
                      <a:pt x="243" y="27"/>
                      <a:pt x="237" y="30"/>
                      <a:pt x="243" y="27"/>
                    </a:cubicBezTo>
                    <a:cubicBezTo>
                      <a:pt x="245" y="25"/>
                      <a:pt x="247" y="24"/>
                      <a:pt x="248" y="24"/>
                    </a:cubicBezTo>
                    <a:cubicBezTo>
                      <a:pt x="245" y="23"/>
                      <a:pt x="241" y="23"/>
                      <a:pt x="240" y="23"/>
                    </a:cubicBezTo>
                    <a:cubicBezTo>
                      <a:pt x="240" y="25"/>
                      <a:pt x="236" y="25"/>
                      <a:pt x="234" y="25"/>
                    </a:cubicBezTo>
                    <a:cubicBezTo>
                      <a:pt x="233" y="24"/>
                      <a:pt x="233" y="23"/>
                      <a:pt x="230" y="24"/>
                    </a:cubicBezTo>
                    <a:cubicBezTo>
                      <a:pt x="226" y="25"/>
                      <a:pt x="227" y="22"/>
                      <a:pt x="223" y="26"/>
                    </a:cubicBezTo>
                    <a:cubicBezTo>
                      <a:pt x="218" y="31"/>
                      <a:pt x="218" y="31"/>
                      <a:pt x="218" y="31"/>
                    </a:cubicBezTo>
                    <a:cubicBezTo>
                      <a:pt x="218" y="31"/>
                      <a:pt x="213" y="29"/>
                      <a:pt x="211" y="30"/>
                    </a:cubicBezTo>
                    <a:cubicBezTo>
                      <a:pt x="209" y="31"/>
                      <a:pt x="208" y="29"/>
                      <a:pt x="205" y="28"/>
                    </a:cubicBezTo>
                    <a:cubicBezTo>
                      <a:pt x="202" y="28"/>
                      <a:pt x="204" y="27"/>
                      <a:pt x="201" y="26"/>
                    </a:cubicBezTo>
                    <a:cubicBezTo>
                      <a:pt x="199" y="25"/>
                      <a:pt x="200" y="22"/>
                      <a:pt x="198" y="23"/>
                    </a:cubicBezTo>
                    <a:cubicBezTo>
                      <a:pt x="195" y="25"/>
                      <a:pt x="195" y="25"/>
                      <a:pt x="192" y="25"/>
                    </a:cubicBezTo>
                    <a:cubicBezTo>
                      <a:pt x="189" y="25"/>
                      <a:pt x="195" y="22"/>
                      <a:pt x="187" y="25"/>
                    </a:cubicBezTo>
                    <a:cubicBezTo>
                      <a:pt x="180" y="27"/>
                      <a:pt x="182" y="29"/>
                      <a:pt x="178" y="27"/>
                    </a:cubicBezTo>
                    <a:cubicBezTo>
                      <a:pt x="174" y="25"/>
                      <a:pt x="176" y="25"/>
                      <a:pt x="174" y="25"/>
                    </a:cubicBezTo>
                    <a:cubicBezTo>
                      <a:pt x="173" y="25"/>
                      <a:pt x="173" y="25"/>
                      <a:pt x="173" y="25"/>
                    </a:cubicBezTo>
                    <a:cubicBezTo>
                      <a:pt x="173" y="25"/>
                      <a:pt x="173" y="25"/>
                      <a:pt x="173" y="25"/>
                    </a:cubicBezTo>
                    <a:cubicBezTo>
                      <a:pt x="172" y="22"/>
                      <a:pt x="170" y="20"/>
                      <a:pt x="170" y="20"/>
                    </a:cubicBezTo>
                    <a:cubicBezTo>
                      <a:pt x="170" y="20"/>
                      <a:pt x="170" y="16"/>
                      <a:pt x="168" y="16"/>
                    </a:cubicBezTo>
                    <a:cubicBezTo>
                      <a:pt x="165" y="16"/>
                      <a:pt x="161" y="15"/>
                      <a:pt x="159" y="15"/>
                    </a:cubicBezTo>
                    <a:cubicBezTo>
                      <a:pt x="157" y="15"/>
                      <a:pt x="156" y="13"/>
                      <a:pt x="155" y="13"/>
                    </a:cubicBezTo>
                    <a:cubicBezTo>
                      <a:pt x="153" y="13"/>
                      <a:pt x="154" y="11"/>
                      <a:pt x="153" y="9"/>
                    </a:cubicBezTo>
                    <a:cubicBezTo>
                      <a:pt x="152" y="8"/>
                      <a:pt x="154" y="5"/>
                      <a:pt x="152" y="4"/>
                    </a:cubicBezTo>
                    <a:cubicBezTo>
                      <a:pt x="149" y="4"/>
                      <a:pt x="148" y="1"/>
                      <a:pt x="146" y="4"/>
                    </a:cubicBezTo>
                    <a:cubicBezTo>
                      <a:pt x="144" y="7"/>
                      <a:pt x="142" y="9"/>
                      <a:pt x="142" y="11"/>
                    </a:cubicBezTo>
                    <a:cubicBezTo>
                      <a:pt x="142" y="13"/>
                      <a:pt x="145" y="12"/>
                      <a:pt x="142" y="14"/>
                    </a:cubicBezTo>
                    <a:cubicBezTo>
                      <a:pt x="138" y="17"/>
                      <a:pt x="136" y="16"/>
                      <a:pt x="133" y="18"/>
                    </a:cubicBezTo>
                    <a:cubicBezTo>
                      <a:pt x="130" y="19"/>
                      <a:pt x="129" y="19"/>
                      <a:pt x="128" y="21"/>
                    </a:cubicBezTo>
                    <a:cubicBezTo>
                      <a:pt x="128" y="23"/>
                      <a:pt x="128" y="23"/>
                      <a:pt x="128" y="25"/>
                    </a:cubicBezTo>
                    <a:cubicBezTo>
                      <a:pt x="128" y="28"/>
                      <a:pt x="133" y="28"/>
                      <a:pt x="133" y="31"/>
                    </a:cubicBezTo>
                    <a:cubicBezTo>
                      <a:pt x="133" y="35"/>
                      <a:pt x="135" y="33"/>
                      <a:pt x="134" y="38"/>
                    </a:cubicBezTo>
                    <a:cubicBezTo>
                      <a:pt x="134" y="43"/>
                      <a:pt x="137" y="42"/>
                      <a:pt x="134" y="44"/>
                    </a:cubicBezTo>
                    <a:cubicBezTo>
                      <a:pt x="131" y="47"/>
                      <a:pt x="130" y="45"/>
                      <a:pt x="128" y="45"/>
                    </a:cubicBezTo>
                    <a:cubicBezTo>
                      <a:pt x="126" y="44"/>
                      <a:pt x="123" y="39"/>
                      <a:pt x="123" y="37"/>
                    </a:cubicBezTo>
                    <a:cubicBezTo>
                      <a:pt x="123" y="35"/>
                      <a:pt x="119" y="36"/>
                      <a:pt x="124" y="31"/>
                    </a:cubicBezTo>
                    <a:cubicBezTo>
                      <a:pt x="128" y="25"/>
                      <a:pt x="125" y="16"/>
                      <a:pt x="125" y="15"/>
                    </a:cubicBezTo>
                    <a:cubicBezTo>
                      <a:pt x="125" y="15"/>
                      <a:pt x="123" y="15"/>
                      <a:pt x="123" y="13"/>
                    </a:cubicBezTo>
                    <a:cubicBezTo>
                      <a:pt x="123" y="13"/>
                      <a:pt x="123" y="13"/>
                      <a:pt x="123" y="13"/>
                    </a:cubicBezTo>
                    <a:cubicBezTo>
                      <a:pt x="123" y="10"/>
                      <a:pt x="123" y="10"/>
                      <a:pt x="125" y="10"/>
                    </a:cubicBezTo>
                    <a:cubicBezTo>
                      <a:pt x="127" y="10"/>
                      <a:pt x="130" y="10"/>
                      <a:pt x="131" y="9"/>
                    </a:cubicBezTo>
                    <a:cubicBezTo>
                      <a:pt x="132" y="8"/>
                      <a:pt x="135" y="6"/>
                      <a:pt x="134" y="5"/>
                    </a:cubicBezTo>
                    <a:cubicBezTo>
                      <a:pt x="133" y="4"/>
                      <a:pt x="135" y="6"/>
                      <a:pt x="135" y="6"/>
                    </a:cubicBezTo>
                    <a:cubicBezTo>
                      <a:pt x="135" y="6"/>
                      <a:pt x="136" y="7"/>
                      <a:pt x="137" y="6"/>
                    </a:cubicBezTo>
                    <a:cubicBezTo>
                      <a:pt x="138" y="6"/>
                      <a:pt x="137" y="5"/>
                      <a:pt x="137" y="4"/>
                    </a:cubicBezTo>
                    <a:cubicBezTo>
                      <a:pt x="137" y="3"/>
                      <a:pt x="137" y="0"/>
                      <a:pt x="135" y="0"/>
                    </a:cubicBezTo>
                    <a:cubicBezTo>
                      <a:pt x="132" y="0"/>
                      <a:pt x="132" y="0"/>
                      <a:pt x="129" y="0"/>
                    </a:cubicBezTo>
                    <a:cubicBezTo>
                      <a:pt x="126" y="0"/>
                      <a:pt x="125" y="0"/>
                      <a:pt x="122" y="2"/>
                    </a:cubicBezTo>
                    <a:cubicBezTo>
                      <a:pt x="120" y="3"/>
                      <a:pt x="118" y="5"/>
                      <a:pt x="117" y="7"/>
                    </a:cubicBezTo>
                    <a:cubicBezTo>
                      <a:pt x="117" y="8"/>
                      <a:pt x="117" y="9"/>
                      <a:pt x="114" y="10"/>
                    </a:cubicBezTo>
                    <a:cubicBezTo>
                      <a:pt x="110" y="12"/>
                      <a:pt x="111" y="12"/>
                      <a:pt x="109" y="14"/>
                    </a:cubicBezTo>
                    <a:cubicBezTo>
                      <a:pt x="106" y="16"/>
                      <a:pt x="109" y="15"/>
                      <a:pt x="106" y="16"/>
                    </a:cubicBezTo>
                    <a:cubicBezTo>
                      <a:pt x="103" y="16"/>
                      <a:pt x="107" y="17"/>
                      <a:pt x="103" y="16"/>
                    </a:cubicBezTo>
                    <a:cubicBezTo>
                      <a:pt x="99" y="15"/>
                      <a:pt x="100" y="13"/>
                      <a:pt x="97" y="15"/>
                    </a:cubicBezTo>
                    <a:cubicBezTo>
                      <a:pt x="95" y="16"/>
                      <a:pt x="100" y="10"/>
                      <a:pt x="95" y="16"/>
                    </a:cubicBezTo>
                    <a:cubicBezTo>
                      <a:pt x="89" y="22"/>
                      <a:pt x="93" y="19"/>
                      <a:pt x="89" y="19"/>
                    </a:cubicBezTo>
                    <a:cubicBezTo>
                      <a:pt x="84" y="20"/>
                      <a:pt x="82" y="19"/>
                      <a:pt x="81" y="21"/>
                    </a:cubicBezTo>
                    <a:cubicBezTo>
                      <a:pt x="79" y="22"/>
                      <a:pt x="78" y="24"/>
                      <a:pt x="77" y="26"/>
                    </a:cubicBezTo>
                    <a:cubicBezTo>
                      <a:pt x="75" y="27"/>
                      <a:pt x="76" y="25"/>
                      <a:pt x="76" y="29"/>
                    </a:cubicBezTo>
                    <a:cubicBezTo>
                      <a:pt x="75" y="34"/>
                      <a:pt x="76" y="38"/>
                      <a:pt x="74" y="40"/>
                    </a:cubicBezTo>
                    <a:cubicBezTo>
                      <a:pt x="72" y="41"/>
                      <a:pt x="73" y="41"/>
                      <a:pt x="71" y="41"/>
                    </a:cubicBezTo>
                    <a:cubicBezTo>
                      <a:pt x="69" y="41"/>
                      <a:pt x="69" y="39"/>
                      <a:pt x="67" y="43"/>
                    </a:cubicBezTo>
                    <a:cubicBezTo>
                      <a:pt x="65" y="46"/>
                      <a:pt x="64" y="49"/>
                      <a:pt x="62" y="50"/>
                    </a:cubicBezTo>
                    <a:cubicBezTo>
                      <a:pt x="60" y="51"/>
                      <a:pt x="60" y="51"/>
                      <a:pt x="59" y="53"/>
                    </a:cubicBezTo>
                    <a:cubicBezTo>
                      <a:pt x="57" y="55"/>
                      <a:pt x="58" y="55"/>
                      <a:pt x="57" y="57"/>
                    </a:cubicBezTo>
                    <a:cubicBezTo>
                      <a:pt x="57" y="57"/>
                      <a:pt x="57" y="57"/>
                      <a:pt x="56" y="57"/>
                    </a:cubicBezTo>
                    <a:cubicBezTo>
                      <a:pt x="56" y="61"/>
                      <a:pt x="53" y="63"/>
                      <a:pt x="49" y="63"/>
                    </a:cubicBezTo>
                    <a:cubicBezTo>
                      <a:pt x="50" y="66"/>
                      <a:pt x="48" y="68"/>
                      <a:pt x="45" y="70"/>
                    </a:cubicBezTo>
                    <a:cubicBezTo>
                      <a:pt x="47" y="71"/>
                      <a:pt x="48" y="72"/>
                      <a:pt x="48" y="72"/>
                    </a:cubicBezTo>
                    <a:cubicBezTo>
                      <a:pt x="48" y="72"/>
                      <a:pt x="47" y="72"/>
                      <a:pt x="47" y="73"/>
                    </a:cubicBezTo>
                    <a:cubicBezTo>
                      <a:pt x="47" y="74"/>
                      <a:pt x="48" y="73"/>
                      <a:pt x="48" y="75"/>
                    </a:cubicBezTo>
                    <a:cubicBezTo>
                      <a:pt x="49" y="77"/>
                      <a:pt x="51" y="77"/>
                      <a:pt x="51" y="78"/>
                    </a:cubicBezTo>
                    <a:cubicBezTo>
                      <a:pt x="50" y="79"/>
                      <a:pt x="52" y="79"/>
                      <a:pt x="51" y="81"/>
                    </a:cubicBezTo>
                    <a:cubicBezTo>
                      <a:pt x="51" y="83"/>
                      <a:pt x="51" y="84"/>
                      <a:pt x="51" y="85"/>
                    </a:cubicBezTo>
                    <a:cubicBezTo>
                      <a:pt x="51" y="86"/>
                      <a:pt x="52" y="89"/>
                      <a:pt x="52" y="90"/>
                    </a:cubicBezTo>
                    <a:cubicBezTo>
                      <a:pt x="52" y="91"/>
                      <a:pt x="50" y="93"/>
                      <a:pt x="50" y="94"/>
                    </a:cubicBezTo>
                    <a:cubicBezTo>
                      <a:pt x="50" y="96"/>
                      <a:pt x="51" y="95"/>
                      <a:pt x="51" y="97"/>
                    </a:cubicBezTo>
                    <a:cubicBezTo>
                      <a:pt x="52" y="99"/>
                      <a:pt x="53" y="100"/>
                      <a:pt x="53" y="101"/>
                    </a:cubicBezTo>
                    <a:cubicBezTo>
                      <a:pt x="53" y="102"/>
                      <a:pt x="53" y="104"/>
                      <a:pt x="53" y="105"/>
                    </a:cubicBezTo>
                    <a:cubicBezTo>
                      <a:pt x="53" y="107"/>
                      <a:pt x="53" y="108"/>
                      <a:pt x="52" y="110"/>
                    </a:cubicBezTo>
                    <a:cubicBezTo>
                      <a:pt x="52" y="111"/>
                      <a:pt x="53" y="115"/>
                      <a:pt x="54" y="116"/>
                    </a:cubicBezTo>
                    <a:cubicBezTo>
                      <a:pt x="54" y="117"/>
                      <a:pt x="55" y="115"/>
                      <a:pt x="54" y="117"/>
                    </a:cubicBezTo>
                    <a:cubicBezTo>
                      <a:pt x="52" y="120"/>
                      <a:pt x="52" y="120"/>
                      <a:pt x="51" y="121"/>
                    </a:cubicBezTo>
                    <a:cubicBezTo>
                      <a:pt x="50" y="122"/>
                      <a:pt x="50" y="122"/>
                      <a:pt x="49" y="124"/>
                    </a:cubicBezTo>
                    <a:cubicBezTo>
                      <a:pt x="48" y="125"/>
                      <a:pt x="48" y="125"/>
                      <a:pt x="48" y="127"/>
                    </a:cubicBezTo>
                    <a:cubicBezTo>
                      <a:pt x="47" y="128"/>
                      <a:pt x="47" y="128"/>
                      <a:pt x="46" y="129"/>
                    </a:cubicBezTo>
                    <a:cubicBezTo>
                      <a:pt x="45" y="130"/>
                      <a:pt x="46" y="128"/>
                      <a:pt x="45" y="130"/>
                    </a:cubicBezTo>
                    <a:cubicBezTo>
                      <a:pt x="44" y="131"/>
                      <a:pt x="46" y="130"/>
                      <a:pt x="44" y="131"/>
                    </a:cubicBezTo>
                    <a:cubicBezTo>
                      <a:pt x="41" y="133"/>
                      <a:pt x="40" y="132"/>
                      <a:pt x="39" y="132"/>
                    </a:cubicBezTo>
                    <a:cubicBezTo>
                      <a:pt x="38" y="133"/>
                      <a:pt x="38" y="132"/>
                      <a:pt x="37" y="133"/>
                    </a:cubicBezTo>
                    <a:cubicBezTo>
                      <a:pt x="36" y="133"/>
                      <a:pt x="34" y="134"/>
                      <a:pt x="34" y="136"/>
                    </a:cubicBezTo>
                    <a:cubicBezTo>
                      <a:pt x="34" y="138"/>
                      <a:pt x="33" y="139"/>
                      <a:pt x="33" y="140"/>
                    </a:cubicBezTo>
                    <a:cubicBezTo>
                      <a:pt x="33" y="142"/>
                      <a:pt x="33" y="141"/>
                      <a:pt x="32" y="142"/>
                    </a:cubicBezTo>
                    <a:cubicBezTo>
                      <a:pt x="31" y="142"/>
                      <a:pt x="32" y="143"/>
                      <a:pt x="32" y="144"/>
                    </a:cubicBezTo>
                    <a:cubicBezTo>
                      <a:pt x="31" y="144"/>
                      <a:pt x="31" y="145"/>
                      <a:pt x="31" y="146"/>
                    </a:cubicBezTo>
                    <a:cubicBezTo>
                      <a:pt x="30" y="146"/>
                      <a:pt x="30" y="146"/>
                      <a:pt x="30" y="146"/>
                    </a:cubicBezTo>
                    <a:cubicBezTo>
                      <a:pt x="30" y="148"/>
                      <a:pt x="31" y="149"/>
                      <a:pt x="31" y="149"/>
                    </a:cubicBezTo>
                    <a:cubicBezTo>
                      <a:pt x="31" y="150"/>
                      <a:pt x="30" y="150"/>
                      <a:pt x="29" y="150"/>
                    </a:cubicBezTo>
                    <a:cubicBezTo>
                      <a:pt x="28" y="150"/>
                      <a:pt x="27" y="150"/>
                      <a:pt x="26" y="150"/>
                    </a:cubicBezTo>
                    <a:cubicBezTo>
                      <a:pt x="25" y="151"/>
                      <a:pt x="22" y="152"/>
                      <a:pt x="22" y="152"/>
                    </a:cubicBezTo>
                    <a:cubicBezTo>
                      <a:pt x="21" y="153"/>
                      <a:pt x="21" y="153"/>
                      <a:pt x="21" y="153"/>
                    </a:cubicBezTo>
                    <a:cubicBezTo>
                      <a:pt x="20" y="154"/>
                      <a:pt x="18" y="153"/>
                      <a:pt x="17" y="154"/>
                    </a:cubicBezTo>
                    <a:cubicBezTo>
                      <a:pt x="17" y="154"/>
                      <a:pt x="17" y="153"/>
                      <a:pt x="16" y="154"/>
                    </a:cubicBezTo>
                    <a:cubicBezTo>
                      <a:pt x="14" y="155"/>
                      <a:pt x="14" y="155"/>
                      <a:pt x="14" y="156"/>
                    </a:cubicBezTo>
                    <a:cubicBezTo>
                      <a:pt x="14" y="158"/>
                      <a:pt x="13" y="158"/>
                      <a:pt x="14" y="160"/>
                    </a:cubicBezTo>
                    <a:cubicBezTo>
                      <a:pt x="15" y="161"/>
                      <a:pt x="15" y="161"/>
                      <a:pt x="15" y="162"/>
                    </a:cubicBezTo>
                    <a:cubicBezTo>
                      <a:pt x="16" y="163"/>
                      <a:pt x="16" y="162"/>
                      <a:pt x="16" y="163"/>
                    </a:cubicBezTo>
                    <a:cubicBezTo>
                      <a:pt x="16" y="165"/>
                      <a:pt x="16" y="163"/>
                      <a:pt x="14" y="165"/>
                    </a:cubicBezTo>
                    <a:cubicBezTo>
                      <a:pt x="12" y="167"/>
                      <a:pt x="11" y="168"/>
                      <a:pt x="11" y="169"/>
                    </a:cubicBezTo>
                    <a:cubicBezTo>
                      <a:pt x="11" y="170"/>
                      <a:pt x="11" y="169"/>
                      <a:pt x="11" y="171"/>
                    </a:cubicBezTo>
                    <a:cubicBezTo>
                      <a:pt x="11" y="172"/>
                      <a:pt x="11" y="172"/>
                      <a:pt x="11" y="173"/>
                    </a:cubicBezTo>
                    <a:cubicBezTo>
                      <a:pt x="11" y="175"/>
                      <a:pt x="11" y="178"/>
                      <a:pt x="11" y="179"/>
                    </a:cubicBezTo>
                    <a:cubicBezTo>
                      <a:pt x="10" y="180"/>
                      <a:pt x="9" y="181"/>
                      <a:pt x="8" y="183"/>
                    </a:cubicBezTo>
                    <a:cubicBezTo>
                      <a:pt x="7" y="184"/>
                      <a:pt x="7" y="183"/>
                      <a:pt x="7" y="185"/>
                    </a:cubicBezTo>
                    <a:cubicBezTo>
                      <a:pt x="7" y="187"/>
                      <a:pt x="8" y="187"/>
                      <a:pt x="7" y="188"/>
                    </a:cubicBezTo>
                    <a:cubicBezTo>
                      <a:pt x="6" y="190"/>
                      <a:pt x="6" y="188"/>
                      <a:pt x="6" y="190"/>
                    </a:cubicBezTo>
                    <a:cubicBezTo>
                      <a:pt x="7" y="191"/>
                      <a:pt x="10" y="192"/>
                      <a:pt x="9" y="192"/>
                    </a:cubicBezTo>
                    <a:cubicBezTo>
                      <a:pt x="8" y="193"/>
                      <a:pt x="8" y="193"/>
                      <a:pt x="8" y="194"/>
                    </a:cubicBezTo>
                    <a:cubicBezTo>
                      <a:pt x="8" y="195"/>
                      <a:pt x="7" y="195"/>
                      <a:pt x="9" y="196"/>
                    </a:cubicBezTo>
                    <a:cubicBezTo>
                      <a:pt x="10" y="197"/>
                      <a:pt x="12" y="197"/>
                      <a:pt x="12" y="198"/>
                    </a:cubicBezTo>
                    <a:cubicBezTo>
                      <a:pt x="12" y="200"/>
                      <a:pt x="13" y="201"/>
                      <a:pt x="13" y="201"/>
                    </a:cubicBezTo>
                    <a:cubicBezTo>
                      <a:pt x="13" y="201"/>
                      <a:pt x="15" y="202"/>
                      <a:pt x="16" y="201"/>
                    </a:cubicBezTo>
                    <a:cubicBezTo>
                      <a:pt x="17" y="200"/>
                      <a:pt x="17" y="199"/>
                      <a:pt x="18" y="197"/>
                    </a:cubicBezTo>
                    <a:cubicBezTo>
                      <a:pt x="19" y="196"/>
                      <a:pt x="20" y="193"/>
                      <a:pt x="20" y="193"/>
                    </a:cubicBezTo>
                    <a:cubicBezTo>
                      <a:pt x="21" y="195"/>
                      <a:pt x="19" y="200"/>
                      <a:pt x="19" y="200"/>
                    </a:cubicBezTo>
                    <a:cubicBezTo>
                      <a:pt x="19" y="200"/>
                      <a:pt x="21" y="200"/>
                      <a:pt x="20" y="203"/>
                    </a:cubicBezTo>
                    <a:cubicBezTo>
                      <a:pt x="19" y="205"/>
                      <a:pt x="15" y="208"/>
                      <a:pt x="15" y="208"/>
                    </a:cubicBezTo>
                    <a:cubicBezTo>
                      <a:pt x="15" y="208"/>
                      <a:pt x="15" y="208"/>
                      <a:pt x="15" y="208"/>
                    </a:cubicBezTo>
                    <a:cubicBezTo>
                      <a:pt x="14" y="208"/>
                      <a:pt x="13" y="209"/>
                      <a:pt x="12" y="209"/>
                    </a:cubicBezTo>
                    <a:cubicBezTo>
                      <a:pt x="12" y="210"/>
                      <a:pt x="10" y="210"/>
                      <a:pt x="9" y="211"/>
                    </a:cubicBezTo>
                    <a:cubicBezTo>
                      <a:pt x="8" y="212"/>
                      <a:pt x="9" y="210"/>
                      <a:pt x="7" y="212"/>
                    </a:cubicBezTo>
                    <a:cubicBezTo>
                      <a:pt x="5" y="214"/>
                      <a:pt x="3" y="215"/>
                      <a:pt x="3" y="216"/>
                    </a:cubicBezTo>
                    <a:cubicBezTo>
                      <a:pt x="2" y="217"/>
                      <a:pt x="2" y="220"/>
                      <a:pt x="1" y="221"/>
                    </a:cubicBezTo>
                    <a:cubicBezTo>
                      <a:pt x="1" y="222"/>
                      <a:pt x="0" y="224"/>
                      <a:pt x="0" y="225"/>
                    </a:cubicBezTo>
                    <a:cubicBezTo>
                      <a:pt x="0" y="226"/>
                      <a:pt x="0" y="225"/>
                      <a:pt x="0" y="227"/>
                    </a:cubicBezTo>
                    <a:cubicBezTo>
                      <a:pt x="0" y="230"/>
                      <a:pt x="0" y="229"/>
                      <a:pt x="1" y="231"/>
                    </a:cubicBezTo>
                    <a:cubicBezTo>
                      <a:pt x="2" y="233"/>
                      <a:pt x="1" y="233"/>
                      <a:pt x="3" y="234"/>
                    </a:cubicBezTo>
                    <a:cubicBezTo>
                      <a:pt x="4" y="235"/>
                      <a:pt x="5" y="234"/>
                      <a:pt x="5" y="236"/>
                    </a:cubicBezTo>
                    <a:cubicBezTo>
                      <a:pt x="6" y="238"/>
                      <a:pt x="6" y="238"/>
                      <a:pt x="6" y="240"/>
                    </a:cubicBezTo>
                    <a:cubicBezTo>
                      <a:pt x="6" y="241"/>
                      <a:pt x="7" y="241"/>
                      <a:pt x="5" y="242"/>
                    </a:cubicBezTo>
                    <a:cubicBezTo>
                      <a:pt x="4" y="243"/>
                      <a:pt x="4" y="242"/>
                      <a:pt x="4" y="243"/>
                    </a:cubicBezTo>
                    <a:cubicBezTo>
                      <a:pt x="3" y="245"/>
                      <a:pt x="4" y="244"/>
                      <a:pt x="4" y="245"/>
                    </a:cubicBezTo>
                    <a:cubicBezTo>
                      <a:pt x="3" y="247"/>
                      <a:pt x="5" y="246"/>
                      <a:pt x="7" y="248"/>
                    </a:cubicBezTo>
                    <a:cubicBezTo>
                      <a:pt x="9" y="250"/>
                      <a:pt x="12" y="251"/>
                      <a:pt x="12" y="251"/>
                    </a:cubicBezTo>
                    <a:cubicBezTo>
                      <a:pt x="12" y="251"/>
                      <a:pt x="13" y="251"/>
                      <a:pt x="14" y="251"/>
                    </a:cubicBezTo>
                    <a:cubicBezTo>
                      <a:pt x="14" y="251"/>
                      <a:pt x="16" y="251"/>
                      <a:pt x="16" y="252"/>
                    </a:cubicBezTo>
                    <a:cubicBezTo>
                      <a:pt x="16" y="253"/>
                      <a:pt x="18" y="254"/>
                      <a:pt x="19" y="255"/>
                    </a:cubicBezTo>
                    <a:cubicBezTo>
                      <a:pt x="19" y="256"/>
                      <a:pt x="21" y="257"/>
                      <a:pt x="21" y="258"/>
                    </a:cubicBezTo>
                    <a:cubicBezTo>
                      <a:pt x="21" y="259"/>
                      <a:pt x="21" y="260"/>
                      <a:pt x="22" y="261"/>
                    </a:cubicBezTo>
                    <a:cubicBezTo>
                      <a:pt x="22" y="262"/>
                      <a:pt x="24" y="264"/>
                      <a:pt x="24" y="264"/>
                    </a:cubicBezTo>
                    <a:cubicBezTo>
                      <a:pt x="24" y="265"/>
                      <a:pt x="26" y="266"/>
                      <a:pt x="26" y="267"/>
                    </a:cubicBezTo>
                    <a:cubicBezTo>
                      <a:pt x="26" y="269"/>
                      <a:pt x="29" y="273"/>
                      <a:pt x="29" y="273"/>
                    </a:cubicBezTo>
                    <a:cubicBezTo>
                      <a:pt x="29" y="274"/>
                      <a:pt x="29" y="274"/>
                      <a:pt x="30" y="275"/>
                    </a:cubicBezTo>
                    <a:cubicBezTo>
                      <a:pt x="31" y="277"/>
                      <a:pt x="31" y="277"/>
                      <a:pt x="32" y="278"/>
                    </a:cubicBezTo>
                    <a:cubicBezTo>
                      <a:pt x="32" y="279"/>
                      <a:pt x="32" y="280"/>
                      <a:pt x="33" y="281"/>
                    </a:cubicBezTo>
                    <a:cubicBezTo>
                      <a:pt x="34" y="281"/>
                      <a:pt x="34" y="282"/>
                      <a:pt x="35" y="282"/>
                    </a:cubicBezTo>
                    <a:cubicBezTo>
                      <a:pt x="35" y="283"/>
                      <a:pt x="36" y="283"/>
                      <a:pt x="37" y="284"/>
                    </a:cubicBezTo>
                    <a:cubicBezTo>
                      <a:pt x="37" y="285"/>
                      <a:pt x="39" y="285"/>
                      <a:pt x="39" y="286"/>
                    </a:cubicBezTo>
                    <a:cubicBezTo>
                      <a:pt x="39" y="288"/>
                      <a:pt x="40" y="289"/>
                      <a:pt x="40" y="291"/>
                    </a:cubicBezTo>
                    <a:cubicBezTo>
                      <a:pt x="40" y="293"/>
                      <a:pt x="41" y="293"/>
                      <a:pt x="42" y="297"/>
                    </a:cubicBezTo>
                    <a:cubicBezTo>
                      <a:pt x="43" y="300"/>
                      <a:pt x="44" y="303"/>
                      <a:pt x="45" y="305"/>
                    </a:cubicBezTo>
                    <a:cubicBezTo>
                      <a:pt x="46" y="306"/>
                      <a:pt x="46" y="305"/>
                      <a:pt x="46" y="307"/>
                    </a:cubicBezTo>
                    <a:cubicBezTo>
                      <a:pt x="47" y="308"/>
                      <a:pt x="49" y="312"/>
                      <a:pt x="50" y="313"/>
                    </a:cubicBezTo>
                    <a:cubicBezTo>
                      <a:pt x="51" y="314"/>
                      <a:pt x="52" y="314"/>
                      <a:pt x="53" y="316"/>
                    </a:cubicBezTo>
                    <a:cubicBezTo>
                      <a:pt x="53" y="318"/>
                      <a:pt x="54" y="319"/>
                      <a:pt x="54" y="321"/>
                    </a:cubicBezTo>
                    <a:cubicBezTo>
                      <a:pt x="55" y="322"/>
                      <a:pt x="56" y="324"/>
                      <a:pt x="57" y="325"/>
                    </a:cubicBezTo>
                    <a:cubicBezTo>
                      <a:pt x="57" y="325"/>
                      <a:pt x="58" y="325"/>
                      <a:pt x="59" y="328"/>
                    </a:cubicBezTo>
                    <a:cubicBezTo>
                      <a:pt x="60" y="330"/>
                      <a:pt x="59" y="330"/>
                      <a:pt x="61" y="332"/>
                    </a:cubicBezTo>
                    <a:cubicBezTo>
                      <a:pt x="63" y="335"/>
                      <a:pt x="65" y="335"/>
                      <a:pt x="65" y="336"/>
                    </a:cubicBezTo>
                    <a:cubicBezTo>
                      <a:pt x="65" y="338"/>
                      <a:pt x="66" y="340"/>
                      <a:pt x="66" y="341"/>
                    </a:cubicBezTo>
                    <a:cubicBezTo>
                      <a:pt x="66" y="342"/>
                      <a:pt x="68" y="342"/>
                      <a:pt x="67" y="344"/>
                    </a:cubicBezTo>
                    <a:cubicBezTo>
                      <a:pt x="67" y="346"/>
                      <a:pt x="66" y="346"/>
                      <a:pt x="66" y="348"/>
                    </a:cubicBezTo>
                    <a:cubicBezTo>
                      <a:pt x="66" y="350"/>
                      <a:pt x="65" y="349"/>
                      <a:pt x="66" y="350"/>
                    </a:cubicBezTo>
                    <a:cubicBezTo>
                      <a:pt x="66" y="352"/>
                      <a:pt x="67" y="352"/>
                      <a:pt x="68" y="353"/>
                    </a:cubicBezTo>
                    <a:cubicBezTo>
                      <a:pt x="73" y="357"/>
                      <a:pt x="73" y="357"/>
                      <a:pt x="73" y="357"/>
                    </a:cubicBezTo>
                    <a:cubicBezTo>
                      <a:pt x="73" y="357"/>
                      <a:pt x="73" y="360"/>
                      <a:pt x="74" y="361"/>
                    </a:cubicBezTo>
                    <a:cubicBezTo>
                      <a:pt x="76" y="363"/>
                      <a:pt x="76" y="361"/>
                      <a:pt x="77" y="363"/>
                    </a:cubicBezTo>
                    <a:cubicBezTo>
                      <a:pt x="77" y="365"/>
                      <a:pt x="81" y="364"/>
                      <a:pt x="82" y="365"/>
                    </a:cubicBezTo>
                    <a:cubicBezTo>
                      <a:pt x="82" y="366"/>
                      <a:pt x="84" y="367"/>
                      <a:pt x="84" y="369"/>
                    </a:cubicBezTo>
                    <a:cubicBezTo>
                      <a:pt x="84" y="370"/>
                      <a:pt x="85" y="371"/>
                      <a:pt x="86" y="371"/>
                    </a:cubicBezTo>
                    <a:cubicBezTo>
                      <a:pt x="90" y="373"/>
                      <a:pt x="92" y="372"/>
                      <a:pt x="93" y="374"/>
                    </a:cubicBezTo>
                    <a:cubicBezTo>
                      <a:pt x="94" y="375"/>
                      <a:pt x="101" y="381"/>
                      <a:pt x="103" y="381"/>
                    </a:cubicBezTo>
                    <a:cubicBezTo>
                      <a:pt x="104" y="381"/>
                      <a:pt x="105" y="383"/>
                      <a:pt x="107" y="383"/>
                    </a:cubicBezTo>
                    <a:cubicBezTo>
                      <a:pt x="109" y="384"/>
                      <a:pt x="110" y="382"/>
                      <a:pt x="112" y="384"/>
                    </a:cubicBezTo>
                    <a:cubicBezTo>
                      <a:pt x="113" y="385"/>
                      <a:pt x="115" y="386"/>
                      <a:pt x="116" y="387"/>
                    </a:cubicBezTo>
                    <a:cubicBezTo>
                      <a:pt x="117" y="388"/>
                      <a:pt x="118" y="387"/>
                      <a:pt x="119" y="388"/>
                    </a:cubicBezTo>
                    <a:cubicBezTo>
                      <a:pt x="121" y="389"/>
                      <a:pt x="122" y="388"/>
                      <a:pt x="123" y="389"/>
                    </a:cubicBezTo>
                    <a:cubicBezTo>
                      <a:pt x="124" y="389"/>
                      <a:pt x="126" y="390"/>
                      <a:pt x="128" y="393"/>
                    </a:cubicBezTo>
                    <a:cubicBezTo>
                      <a:pt x="130" y="396"/>
                      <a:pt x="132" y="398"/>
                      <a:pt x="132" y="399"/>
                    </a:cubicBezTo>
                    <a:cubicBezTo>
                      <a:pt x="134" y="403"/>
                      <a:pt x="136" y="404"/>
                      <a:pt x="137" y="405"/>
                    </a:cubicBezTo>
                    <a:cubicBezTo>
                      <a:pt x="141" y="408"/>
                      <a:pt x="137" y="403"/>
                      <a:pt x="141" y="408"/>
                    </a:cubicBezTo>
                    <a:cubicBezTo>
                      <a:pt x="142" y="409"/>
                      <a:pt x="142" y="409"/>
                      <a:pt x="143" y="410"/>
                    </a:cubicBezTo>
                    <a:cubicBezTo>
                      <a:pt x="145" y="413"/>
                      <a:pt x="146" y="412"/>
                      <a:pt x="145" y="413"/>
                    </a:cubicBezTo>
                    <a:cubicBezTo>
                      <a:pt x="144" y="414"/>
                      <a:pt x="144" y="416"/>
                      <a:pt x="144" y="418"/>
                    </a:cubicBezTo>
                    <a:cubicBezTo>
                      <a:pt x="145" y="420"/>
                      <a:pt x="145" y="423"/>
                      <a:pt x="146" y="425"/>
                    </a:cubicBezTo>
                    <a:cubicBezTo>
                      <a:pt x="146" y="426"/>
                      <a:pt x="146" y="428"/>
                      <a:pt x="146" y="429"/>
                    </a:cubicBezTo>
                    <a:cubicBezTo>
                      <a:pt x="147" y="430"/>
                      <a:pt x="147" y="430"/>
                      <a:pt x="146" y="433"/>
                    </a:cubicBezTo>
                    <a:cubicBezTo>
                      <a:pt x="146" y="435"/>
                      <a:pt x="146" y="436"/>
                      <a:pt x="146" y="438"/>
                    </a:cubicBezTo>
                    <a:cubicBezTo>
                      <a:pt x="146" y="440"/>
                      <a:pt x="146" y="439"/>
                      <a:pt x="146" y="441"/>
                    </a:cubicBezTo>
                    <a:cubicBezTo>
                      <a:pt x="147" y="443"/>
                      <a:pt x="147" y="441"/>
                      <a:pt x="148" y="445"/>
                    </a:cubicBezTo>
                    <a:cubicBezTo>
                      <a:pt x="149" y="449"/>
                      <a:pt x="149" y="450"/>
                      <a:pt x="149" y="452"/>
                    </a:cubicBezTo>
                    <a:cubicBezTo>
                      <a:pt x="148" y="454"/>
                      <a:pt x="147" y="455"/>
                      <a:pt x="146" y="457"/>
                    </a:cubicBezTo>
                    <a:cubicBezTo>
                      <a:pt x="145" y="462"/>
                      <a:pt x="145" y="461"/>
                      <a:pt x="145" y="464"/>
                    </a:cubicBezTo>
                    <a:cubicBezTo>
                      <a:pt x="145" y="468"/>
                      <a:pt x="147" y="461"/>
                      <a:pt x="145" y="469"/>
                    </a:cubicBezTo>
                    <a:cubicBezTo>
                      <a:pt x="142" y="477"/>
                      <a:pt x="142" y="475"/>
                      <a:pt x="142" y="477"/>
                    </a:cubicBezTo>
                    <a:cubicBezTo>
                      <a:pt x="143" y="484"/>
                      <a:pt x="143" y="484"/>
                      <a:pt x="143" y="485"/>
                    </a:cubicBezTo>
                    <a:cubicBezTo>
                      <a:pt x="143" y="492"/>
                      <a:pt x="142" y="507"/>
                      <a:pt x="141" y="510"/>
                    </a:cubicBezTo>
                    <a:cubicBezTo>
                      <a:pt x="139" y="512"/>
                      <a:pt x="138" y="513"/>
                      <a:pt x="138" y="516"/>
                    </a:cubicBezTo>
                    <a:cubicBezTo>
                      <a:pt x="138" y="518"/>
                      <a:pt x="140" y="519"/>
                      <a:pt x="139" y="522"/>
                    </a:cubicBezTo>
                    <a:cubicBezTo>
                      <a:pt x="138" y="525"/>
                      <a:pt x="139" y="524"/>
                      <a:pt x="138" y="528"/>
                    </a:cubicBezTo>
                    <a:cubicBezTo>
                      <a:pt x="137" y="531"/>
                      <a:pt x="138" y="527"/>
                      <a:pt x="137" y="531"/>
                    </a:cubicBezTo>
                    <a:cubicBezTo>
                      <a:pt x="136" y="535"/>
                      <a:pt x="136" y="535"/>
                      <a:pt x="136" y="538"/>
                    </a:cubicBezTo>
                    <a:cubicBezTo>
                      <a:pt x="135" y="541"/>
                      <a:pt x="136" y="536"/>
                      <a:pt x="135" y="541"/>
                    </a:cubicBezTo>
                    <a:cubicBezTo>
                      <a:pt x="133" y="546"/>
                      <a:pt x="134" y="543"/>
                      <a:pt x="133" y="548"/>
                    </a:cubicBezTo>
                    <a:cubicBezTo>
                      <a:pt x="132" y="553"/>
                      <a:pt x="134" y="550"/>
                      <a:pt x="132" y="553"/>
                    </a:cubicBezTo>
                    <a:cubicBezTo>
                      <a:pt x="132" y="554"/>
                      <a:pt x="131" y="554"/>
                      <a:pt x="131" y="554"/>
                    </a:cubicBezTo>
                    <a:cubicBezTo>
                      <a:pt x="131" y="554"/>
                      <a:pt x="131" y="554"/>
                      <a:pt x="131" y="554"/>
                    </a:cubicBezTo>
                    <a:cubicBezTo>
                      <a:pt x="130" y="561"/>
                      <a:pt x="130" y="561"/>
                      <a:pt x="131" y="564"/>
                    </a:cubicBezTo>
                    <a:cubicBezTo>
                      <a:pt x="132" y="567"/>
                      <a:pt x="134" y="565"/>
                      <a:pt x="133" y="569"/>
                    </a:cubicBezTo>
                    <a:cubicBezTo>
                      <a:pt x="131" y="572"/>
                      <a:pt x="131" y="573"/>
                      <a:pt x="130" y="575"/>
                    </a:cubicBezTo>
                    <a:cubicBezTo>
                      <a:pt x="128" y="579"/>
                      <a:pt x="128" y="579"/>
                      <a:pt x="128" y="579"/>
                    </a:cubicBezTo>
                    <a:cubicBezTo>
                      <a:pt x="129" y="588"/>
                      <a:pt x="127" y="591"/>
                      <a:pt x="127" y="593"/>
                    </a:cubicBezTo>
                    <a:cubicBezTo>
                      <a:pt x="128" y="596"/>
                      <a:pt x="127" y="599"/>
                      <a:pt x="127" y="602"/>
                    </a:cubicBezTo>
                    <a:cubicBezTo>
                      <a:pt x="127" y="604"/>
                      <a:pt x="128" y="605"/>
                      <a:pt x="128" y="607"/>
                    </a:cubicBezTo>
                    <a:cubicBezTo>
                      <a:pt x="128" y="610"/>
                      <a:pt x="129" y="611"/>
                      <a:pt x="129" y="613"/>
                    </a:cubicBezTo>
                    <a:cubicBezTo>
                      <a:pt x="128" y="615"/>
                      <a:pt x="128" y="615"/>
                      <a:pt x="127" y="618"/>
                    </a:cubicBezTo>
                    <a:cubicBezTo>
                      <a:pt x="126" y="621"/>
                      <a:pt x="126" y="622"/>
                      <a:pt x="125" y="624"/>
                    </a:cubicBezTo>
                    <a:cubicBezTo>
                      <a:pt x="124" y="625"/>
                      <a:pt x="126" y="623"/>
                      <a:pt x="125" y="626"/>
                    </a:cubicBezTo>
                    <a:cubicBezTo>
                      <a:pt x="124" y="629"/>
                      <a:pt x="123" y="630"/>
                      <a:pt x="121" y="633"/>
                    </a:cubicBezTo>
                    <a:cubicBezTo>
                      <a:pt x="120" y="636"/>
                      <a:pt x="119" y="634"/>
                      <a:pt x="119" y="637"/>
                    </a:cubicBezTo>
                    <a:cubicBezTo>
                      <a:pt x="119" y="640"/>
                      <a:pt x="121" y="639"/>
                      <a:pt x="121" y="643"/>
                    </a:cubicBezTo>
                    <a:cubicBezTo>
                      <a:pt x="120" y="647"/>
                      <a:pt x="119" y="645"/>
                      <a:pt x="118" y="649"/>
                    </a:cubicBezTo>
                    <a:cubicBezTo>
                      <a:pt x="116" y="652"/>
                      <a:pt x="115" y="655"/>
                      <a:pt x="113" y="656"/>
                    </a:cubicBezTo>
                    <a:cubicBezTo>
                      <a:pt x="112" y="658"/>
                      <a:pt x="113" y="659"/>
                      <a:pt x="112" y="663"/>
                    </a:cubicBezTo>
                    <a:cubicBezTo>
                      <a:pt x="111" y="666"/>
                      <a:pt x="112" y="666"/>
                      <a:pt x="111" y="669"/>
                    </a:cubicBezTo>
                    <a:cubicBezTo>
                      <a:pt x="109" y="671"/>
                      <a:pt x="109" y="669"/>
                      <a:pt x="108" y="672"/>
                    </a:cubicBezTo>
                    <a:cubicBezTo>
                      <a:pt x="107" y="675"/>
                      <a:pt x="107" y="675"/>
                      <a:pt x="105" y="677"/>
                    </a:cubicBezTo>
                    <a:cubicBezTo>
                      <a:pt x="100" y="683"/>
                      <a:pt x="101" y="683"/>
                      <a:pt x="101" y="687"/>
                    </a:cubicBezTo>
                    <a:cubicBezTo>
                      <a:pt x="101" y="691"/>
                      <a:pt x="101" y="688"/>
                      <a:pt x="102" y="693"/>
                    </a:cubicBezTo>
                    <a:cubicBezTo>
                      <a:pt x="103" y="698"/>
                      <a:pt x="100" y="694"/>
                      <a:pt x="103" y="698"/>
                    </a:cubicBezTo>
                    <a:cubicBezTo>
                      <a:pt x="105" y="701"/>
                      <a:pt x="105" y="703"/>
                      <a:pt x="105" y="704"/>
                    </a:cubicBezTo>
                    <a:cubicBezTo>
                      <a:pt x="105" y="705"/>
                      <a:pt x="105" y="710"/>
                      <a:pt x="105" y="710"/>
                    </a:cubicBezTo>
                    <a:cubicBezTo>
                      <a:pt x="105" y="710"/>
                      <a:pt x="106" y="712"/>
                      <a:pt x="106" y="713"/>
                    </a:cubicBezTo>
                    <a:cubicBezTo>
                      <a:pt x="106" y="714"/>
                      <a:pt x="106" y="713"/>
                      <a:pt x="105" y="716"/>
                    </a:cubicBezTo>
                    <a:cubicBezTo>
                      <a:pt x="103" y="719"/>
                      <a:pt x="103" y="716"/>
                      <a:pt x="103" y="719"/>
                    </a:cubicBezTo>
                    <a:cubicBezTo>
                      <a:pt x="102" y="721"/>
                      <a:pt x="102" y="721"/>
                      <a:pt x="102" y="721"/>
                    </a:cubicBezTo>
                    <a:cubicBezTo>
                      <a:pt x="102" y="721"/>
                      <a:pt x="103" y="724"/>
                      <a:pt x="102" y="727"/>
                    </a:cubicBezTo>
                    <a:cubicBezTo>
                      <a:pt x="100" y="730"/>
                      <a:pt x="101" y="729"/>
                      <a:pt x="99" y="732"/>
                    </a:cubicBezTo>
                    <a:cubicBezTo>
                      <a:pt x="97" y="735"/>
                      <a:pt x="97" y="732"/>
                      <a:pt x="97" y="735"/>
                    </a:cubicBezTo>
                    <a:cubicBezTo>
                      <a:pt x="97" y="737"/>
                      <a:pt x="97" y="739"/>
                      <a:pt x="98" y="740"/>
                    </a:cubicBezTo>
                    <a:cubicBezTo>
                      <a:pt x="99" y="742"/>
                      <a:pt x="100" y="742"/>
                      <a:pt x="101" y="744"/>
                    </a:cubicBezTo>
                    <a:cubicBezTo>
                      <a:pt x="102" y="745"/>
                      <a:pt x="103" y="745"/>
                      <a:pt x="104" y="745"/>
                    </a:cubicBezTo>
                    <a:cubicBezTo>
                      <a:pt x="108" y="747"/>
                      <a:pt x="108" y="747"/>
                      <a:pt x="109" y="746"/>
                    </a:cubicBezTo>
                    <a:cubicBezTo>
                      <a:pt x="111" y="745"/>
                      <a:pt x="111" y="744"/>
                      <a:pt x="113" y="745"/>
                    </a:cubicBezTo>
                    <a:cubicBezTo>
                      <a:pt x="115" y="746"/>
                      <a:pt x="117" y="746"/>
                      <a:pt x="116" y="748"/>
                    </a:cubicBezTo>
                    <a:cubicBezTo>
                      <a:pt x="114" y="750"/>
                      <a:pt x="112" y="748"/>
                      <a:pt x="113" y="751"/>
                    </a:cubicBezTo>
                    <a:cubicBezTo>
                      <a:pt x="114" y="754"/>
                      <a:pt x="115" y="752"/>
                      <a:pt x="114" y="755"/>
                    </a:cubicBezTo>
                    <a:cubicBezTo>
                      <a:pt x="114" y="758"/>
                      <a:pt x="115" y="756"/>
                      <a:pt x="114" y="758"/>
                    </a:cubicBezTo>
                    <a:cubicBezTo>
                      <a:pt x="113" y="760"/>
                      <a:pt x="113" y="760"/>
                      <a:pt x="114" y="762"/>
                    </a:cubicBezTo>
                    <a:cubicBezTo>
                      <a:pt x="114" y="763"/>
                      <a:pt x="111" y="763"/>
                      <a:pt x="111" y="765"/>
                    </a:cubicBezTo>
                    <a:cubicBezTo>
                      <a:pt x="111" y="766"/>
                      <a:pt x="111" y="767"/>
                      <a:pt x="111" y="769"/>
                    </a:cubicBezTo>
                    <a:cubicBezTo>
                      <a:pt x="111" y="771"/>
                      <a:pt x="112" y="769"/>
                      <a:pt x="111" y="771"/>
                    </a:cubicBezTo>
                    <a:cubicBezTo>
                      <a:pt x="110" y="772"/>
                      <a:pt x="110" y="766"/>
                      <a:pt x="110" y="772"/>
                    </a:cubicBezTo>
                    <a:cubicBezTo>
                      <a:pt x="109" y="779"/>
                      <a:pt x="110" y="778"/>
                      <a:pt x="109" y="779"/>
                    </a:cubicBezTo>
                    <a:cubicBezTo>
                      <a:pt x="109" y="780"/>
                      <a:pt x="109" y="782"/>
                      <a:pt x="109" y="784"/>
                    </a:cubicBezTo>
                    <a:cubicBezTo>
                      <a:pt x="109" y="785"/>
                      <a:pt x="108" y="784"/>
                      <a:pt x="109" y="786"/>
                    </a:cubicBezTo>
                    <a:cubicBezTo>
                      <a:pt x="109" y="788"/>
                      <a:pt x="110" y="788"/>
                      <a:pt x="111" y="789"/>
                    </a:cubicBezTo>
                    <a:cubicBezTo>
                      <a:pt x="114" y="792"/>
                      <a:pt x="113" y="794"/>
                      <a:pt x="112" y="795"/>
                    </a:cubicBezTo>
                    <a:cubicBezTo>
                      <a:pt x="112" y="795"/>
                      <a:pt x="108" y="794"/>
                      <a:pt x="108" y="797"/>
                    </a:cubicBezTo>
                    <a:cubicBezTo>
                      <a:pt x="107" y="804"/>
                      <a:pt x="105" y="804"/>
                      <a:pt x="107" y="804"/>
                    </a:cubicBezTo>
                    <a:cubicBezTo>
                      <a:pt x="108" y="804"/>
                      <a:pt x="111" y="809"/>
                      <a:pt x="110" y="809"/>
                    </a:cubicBezTo>
                    <a:cubicBezTo>
                      <a:pt x="108" y="809"/>
                      <a:pt x="108" y="805"/>
                      <a:pt x="106" y="807"/>
                    </a:cubicBezTo>
                    <a:cubicBezTo>
                      <a:pt x="103" y="809"/>
                      <a:pt x="103" y="810"/>
                      <a:pt x="103" y="811"/>
                    </a:cubicBezTo>
                    <a:cubicBezTo>
                      <a:pt x="103" y="812"/>
                      <a:pt x="105" y="814"/>
                      <a:pt x="104" y="816"/>
                    </a:cubicBezTo>
                    <a:cubicBezTo>
                      <a:pt x="104" y="818"/>
                      <a:pt x="102" y="820"/>
                      <a:pt x="102" y="820"/>
                    </a:cubicBezTo>
                    <a:cubicBezTo>
                      <a:pt x="98" y="825"/>
                      <a:pt x="98" y="825"/>
                      <a:pt x="98" y="825"/>
                    </a:cubicBezTo>
                    <a:cubicBezTo>
                      <a:pt x="98" y="825"/>
                      <a:pt x="95" y="828"/>
                      <a:pt x="96" y="826"/>
                    </a:cubicBezTo>
                    <a:cubicBezTo>
                      <a:pt x="96" y="824"/>
                      <a:pt x="97" y="822"/>
                      <a:pt x="95" y="822"/>
                    </a:cubicBezTo>
                    <a:cubicBezTo>
                      <a:pt x="91" y="821"/>
                      <a:pt x="89" y="819"/>
                      <a:pt x="91" y="818"/>
                    </a:cubicBezTo>
                    <a:cubicBezTo>
                      <a:pt x="91" y="818"/>
                      <a:pt x="88" y="814"/>
                      <a:pt x="87" y="815"/>
                    </a:cubicBezTo>
                    <a:cubicBezTo>
                      <a:pt x="83" y="818"/>
                      <a:pt x="82" y="819"/>
                      <a:pt x="82" y="820"/>
                    </a:cubicBezTo>
                    <a:cubicBezTo>
                      <a:pt x="82" y="822"/>
                      <a:pt x="84" y="821"/>
                      <a:pt x="83" y="823"/>
                    </a:cubicBezTo>
                    <a:cubicBezTo>
                      <a:pt x="83" y="825"/>
                      <a:pt x="83" y="824"/>
                      <a:pt x="80" y="826"/>
                    </a:cubicBezTo>
                    <a:cubicBezTo>
                      <a:pt x="78" y="827"/>
                      <a:pt x="72" y="827"/>
                      <a:pt x="74" y="829"/>
                    </a:cubicBezTo>
                    <a:cubicBezTo>
                      <a:pt x="75" y="831"/>
                      <a:pt x="79" y="833"/>
                      <a:pt x="80" y="833"/>
                    </a:cubicBezTo>
                    <a:cubicBezTo>
                      <a:pt x="81" y="832"/>
                      <a:pt x="85" y="828"/>
                      <a:pt x="85" y="828"/>
                    </a:cubicBezTo>
                    <a:cubicBezTo>
                      <a:pt x="85" y="828"/>
                      <a:pt x="88" y="828"/>
                      <a:pt x="87" y="830"/>
                    </a:cubicBezTo>
                    <a:cubicBezTo>
                      <a:pt x="87" y="831"/>
                      <a:pt x="86" y="832"/>
                      <a:pt x="88" y="833"/>
                    </a:cubicBezTo>
                    <a:cubicBezTo>
                      <a:pt x="89" y="833"/>
                      <a:pt x="94" y="827"/>
                      <a:pt x="94" y="830"/>
                    </a:cubicBezTo>
                    <a:cubicBezTo>
                      <a:pt x="94" y="832"/>
                      <a:pt x="95" y="830"/>
                      <a:pt x="94" y="833"/>
                    </a:cubicBezTo>
                    <a:cubicBezTo>
                      <a:pt x="94" y="836"/>
                      <a:pt x="94" y="833"/>
                      <a:pt x="94" y="836"/>
                    </a:cubicBezTo>
                    <a:cubicBezTo>
                      <a:pt x="93" y="839"/>
                      <a:pt x="89" y="837"/>
                      <a:pt x="88" y="839"/>
                    </a:cubicBezTo>
                    <a:cubicBezTo>
                      <a:pt x="88" y="842"/>
                      <a:pt x="88" y="841"/>
                      <a:pt x="90" y="844"/>
                    </a:cubicBezTo>
                    <a:cubicBezTo>
                      <a:pt x="92" y="846"/>
                      <a:pt x="96" y="843"/>
                      <a:pt x="96" y="844"/>
                    </a:cubicBezTo>
                    <a:cubicBezTo>
                      <a:pt x="96" y="846"/>
                      <a:pt x="93" y="849"/>
                      <a:pt x="95" y="848"/>
                    </a:cubicBezTo>
                    <a:cubicBezTo>
                      <a:pt x="98" y="846"/>
                      <a:pt x="97" y="845"/>
                      <a:pt x="99" y="846"/>
                    </a:cubicBezTo>
                    <a:cubicBezTo>
                      <a:pt x="101" y="848"/>
                      <a:pt x="105" y="850"/>
                      <a:pt x="104" y="851"/>
                    </a:cubicBezTo>
                    <a:cubicBezTo>
                      <a:pt x="100" y="853"/>
                      <a:pt x="96" y="852"/>
                      <a:pt x="96" y="852"/>
                    </a:cubicBezTo>
                    <a:cubicBezTo>
                      <a:pt x="96" y="852"/>
                      <a:pt x="93" y="850"/>
                      <a:pt x="92" y="853"/>
                    </a:cubicBezTo>
                    <a:cubicBezTo>
                      <a:pt x="92" y="855"/>
                      <a:pt x="91" y="856"/>
                      <a:pt x="92" y="857"/>
                    </a:cubicBezTo>
                    <a:cubicBezTo>
                      <a:pt x="87" y="863"/>
                      <a:pt x="87" y="863"/>
                      <a:pt x="87" y="863"/>
                    </a:cubicBezTo>
                    <a:cubicBezTo>
                      <a:pt x="87" y="863"/>
                      <a:pt x="91" y="863"/>
                      <a:pt x="92" y="866"/>
                    </a:cubicBezTo>
                    <a:cubicBezTo>
                      <a:pt x="92" y="868"/>
                      <a:pt x="97" y="870"/>
                      <a:pt x="95" y="873"/>
                    </a:cubicBezTo>
                    <a:cubicBezTo>
                      <a:pt x="93" y="875"/>
                      <a:pt x="92" y="879"/>
                      <a:pt x="92" y="879"/>
                    </a:cubicBezTo>
                    <a:cubicBezTo>
                      <a:pt x="92" y="879"/>
                      <a:pt x="94" y="880"/>
                      <a:pt x="94" y="881"/>
                    </a:cubicBezTo>
                    <a:cubicBezTo>
                      <a:pt x="93" y="883"/>
                      <a:pt x="92" y="881"/>
                      <a:pt x="91" y="883"/>
                    </a:cubicBezTo>
                    <a:cubicBezTo>
                      <a:pt x="90" y="886"/>
                      <a:pt x="90" y="887"/>
                      <a:pt x="90" y="888"/>
                    </a:cubicBezTo>
                    <a:cubicBezTo>
                      <a:pt x="91" y="889"/>
                      <a:pt x="96" y="891"/>
                      <a:pt x="95" y="892"/>
                    </a:cubicBezTo>
                    <a:cubicBezTo>
                      <a:pt x="95" y="894"/>
                      <a:pt x="95" y="894"/>
                      <a:pt x="93" y="896"/>
                    </a:cubicBezTo>
                    <a:cubicBezTo>
                      <a:pt x="89" y="899"/>
                      <a:pt x="88" y="896"/>
                      <a:pt x="87" y="898"/>
                    </a:cubicBezTo>
                    <a:cubicBezTo>
                      <a:pt x="85" y="900"/>
                      <a:pt x="84" y="898"/>
                      <a:pt x="87" y="901"/>
                    </a:cubicBezTo>
                    <a:cubicBezTo>
                      <a:pt x="90" y="903"/>
                      <a:pt x="91" y="904"/>
                      <a:pt x="94" y="904"/>
                    </a:cubicBezTo>
                    <a:cubicBezTo>
                      <a:pt x="96" y="904"/>
                      <a:pt x="96" y="900"/>
                      <a:pt x="97" y="903"/>
                    </a:cubicBezTo>
                    <a:cubicBezTo>
                      <a:pt x="99" y="906"/>
                      <a:pt x="101" y="907"/>
                      <a:pt x="101" y="910"/>
                    </a:cubicBezTo>
                    <a:cubicBezTo>
                      <a:pt x="101" y="912"/>
                      <a:pt x="101" y="912"/>
                      <a:pt x="101" y="914"/>
                    </a:cubicBezTo>
                    <a:cubicBezTo>
                      <a:pt x="101" y="916"/>
                      <a:pt x="103" y="917"/>
                      <a:pt x="104" y="917"/>
                    </a:cubicBezTo>
                    <a:cubicBezTo>
                      <a:pt x="105" y="917"/>
                      <a:pt x="106" y="919"/>
                      <a:pt x="107" y="916"/>
                    </a:cubicBezTo>
                    <a:cubicBezTo>
                      <a:pt x="108" y="913"/>
                      <a:pt x="108" y="911"/>
                      <a:pt x="108" y="911"/>
                    </a:cubicBezTo>
                    <a:cubicBezTo>
                      <a:pt x="109" y="912"/>
                      <a:pt x="111" y="911"/>
                      <a:pt x="112" y="912"/>
                    </a:cubicBezTo>
                    <a:cubicBezTo>
                      <a:pt x="113" y="912"/>
                      <a:pt x="114" y="914"/>
                      <a:pt x="115" y="914"/>
                    </a:cubicBezTo>
                    <a:cubicBezTo>
                      <a:pt x="116" y="913"/>
                      <a:pt x="118" y="910"/>
                      <a:pt x="117" y="912"/>
                    </a:cubicBezTo>
                    <a:cubicBezTo>
                      <a:pt x="117" y="914"/>
                      <a:pt x="117" y="916"/>
                      <a:pt x="117" y="918"/>
                    </a:cubicBezTo>
                    <a:cubicBezTo>
                      <a:pt x="117" y="920"/>
                      <a:pt x="113" y="919"/>
                      <a:pt x="113" y="920"/>
                    </a:cubicBezTo>
                    <a:cubicBezTo>
                      <a:pt x="112" y="922"/>
                      <a:pt x="114" y="921"/>
                      <a:pt x="113" y="923"/>
                    </a:cubicBezTo>
                    <a:cubicBezTo>
                      <a:pt x="113" y="926"/>
                      <a:pt x="116" y="922"/>
                      <a:pt x="115" y="926"/>
                    </a:cubicBezTo>
                    <a:cubicBezTo>
                      <a:pt x="114" y="930"/>
                      <a:pt x="119" y="922"/>
                      <a:pt x="121" y="925"/>
                    </a:cubicBezTo>
                    <a:cubicBezTo>
                      <a:pt x="122" y="928"/>
                      <a:pt x="125" y="927"/>
                      <a:pt x="126" y="928"/>
                    </a:cubicBezTo>
                    <a:cubicBezTo>
                      <a:pt x="128" y="930"/>
                      <a:pt x="130" y="928"/>
                      <a:pt x="130" y="931"/>
                    </a:cubicBezTo>
                    <a:cubicBezTo>
                      <a:pt x="131" y="933"/>
                      <a:pt x="131" y="934"/>
                      <a:pt x="131" y="935"/>
                    </a:cubicBezTo>
                    <a:cubicBezTo>
                      <a:pt x="132" y="936"/>
                      <a:pt x="135" y="939"/>
                      <a:pt x="133" y="939"/>
                    </a:cubicBezTo>
                    <a:cubicBezTo>
                      <a:pt x="130" y="940"/>
                      <a:pt x="128" y="937"/>
                      <a:pt x="126" y="939"/>
                    </a:cubicBezTo>
                    <a:cubicBezTo>
                      <a:pt x="124" y="941"/>
                      <a:pt x="123" y="939"/>
                      <a:pt x="123" y="942"/>
                    </a:cubicBezTo>
                    <a:cubicBezTo>
                      <a:pt x="122" y="945"/>
                      <a:pt x="123" y="943"/>
                      <a:pt x="123" y="946"/>
                    </a:cubicBezTo>
                    <a:cubicBezTo>
                      <a:pt x="124" y="948"/>
                      <a:pt x="121" y="949"/>
                      <a:pt x="125" y="950"/>
                    </a:cubicBezTo>
                    <a:cubicBezTo>
                      <a:pt x="128" y="951"/>
                      <a:pt x="132" y="951"/>
                      <a:pt x="133" y="951"/>
                    </a:cubicBezTo>
                    <a:cubicBezTo>
                      <a:pt x="135" y="952"/>
                      <a:pt x="138" y="949"/>
                      <a:pt x="138" y="947"/>
                    </a:cubicBezTo>
                    <a:cubicBezTo>
                      <a:pt x="138" y="945"/>
                      <a:pt x="138" y="943"/>
                      <a:pt x="137" y="941"/>
                    </a:cubicBezTo>
                    <a:cubicBezTo>
                      <a:pt x="137" y="939"/>
                      <a:pt x="140" y="936"/>
                      <a:pt x="140" y="936"/>
                    </a:cubicBezTo>
                    <a:cubicBezTo>
                      <a:pt x="143" y="934"/>
                      <a:pt x="143" y="934"/>
                      <a:pt x="143" y="934"/>
                    </a:cubicBezTo>
                    <a:cubicBezTo>
                      <a:pt x="146" y="932"/>
                      <a:pt x="146" y="932"/>
                      <a:pt x="146" y="932"/>
                    </a:cubicBezTo>
                    <a:cubicBezTo>
                      <a:pt x="146" y="932"/>
                      <a:pt x="144" y="930"/>
                      <a:pt x="147" y="929"/>
                    </a:cubicBezTo>
                    <a:cubicBezTo>
                      <a:pt x="151" y="928"/>
                      <a:pt x="153" y="930"/>
                      <a:pt x="153" y="930"/>
                    </a:cubicBezTo>
                    <a:cubicBezTo>
                      <a:pt x="154" y="930"/>
                      <a:pt x="154" y="930"/>
                      <a:pt x="154" y="930"/>
                    </a:cubicBezTo>
                    <a:cubicBezTo>
                      <a:pt x="154" y="930"/>
                      <a:pt x="157" y="932"/>
                      <a:pt x="152" y="933"/>
                    </a:cubicBezTo>
                    <a:cubicBezTo>
                      <a:pt x="147" y="935"/>
                      <a:pt x="142" y="940"/>
                      <a:pt x="144" y="941"/>
                    </a:cubicBezTo>
                    <a:cubicBezTo>
                      <a:pt x="145" y="942"/>
                      <a:pt x="150" y="942"/>
                      <a:pt x="151" y="942"/>
                    </a:cubicBezTo>
                    <a:cubicBezTo>
                      <a:pt x="152" y="942"/>
                      <a:pt x="155" y="941"/>
                      <a:pt x="154" y="943"/>
                    </a:cubicBezTo>
                    <a:cubicBezTo>
                      <a:pt x="154" y="944"/>
                      <a:pt x="152" y="946"/>
                      <a:pt x="152" y="946"/>
                    </a:cubicBezTo>
                    <a:cubicBezTo>
                      <a:pt x="152" y="946"/>
                      <a:pt x="149" y="943"/>
                      <a:pt x="148" y="947"/>
                    </a:cubicBezTo>
                    <a:cubicBezTo>
                      <a:pt x="148" y="951"/>
                      <a:pt x="149" y="951"/>
                      <a:pt x="149" y="953"/>
                    </a:cubicBezTo>
                    <a:cubicBezTo>
                      <a:pt x="149" y="955"/>
                      <a:pt x="154" y="956"/>
                      <a:pt x="154" y="957"/>
                    </a:cubicBezTo>
                    <a:cubicBezTo>
                      <a:pt x="154" y="959"/>
                      <a:pt x="157" y="959"/>
                      <a:pt x="154" y="960"/>
                    </a:cubicBezTo>
                    <a:cubicBezTo>
                      <a:pt x="151" y="961"/>
                      <a:pt x="149" y="960"/>
                      <a:pt x="149" y="960"/>
                    </a:cubicBezTo>
                    <a:cubicBezTo>
                      <a:pt x="149" y="960"/>
                      <a:pt x="141" y="958"/>
                      <a:pt x="140" y="959"/>
                    </a:cubicBezTo>
                    <a:cubicBezTo>
                      <a:pt x="139" y="961"/>
                      <a:pt x="137" y="960"/>
                      <a:pt x="135" y="962"/>
                    </a:cubicBezTo>
                    <a:cubicBezTo>
                      <a:pt x="133" y="963"/>
                      <a:pt x="132" y="967"/>
                      <a:pt x="134" y="966"/>
                    </a:cubicBezTo>
                    <a:cubicBezTo>
                      <a:pt x="136" y="965"/>
                      <a:pt x="142" y="969"/>
                      <a:pt x="143" y="968"/>
                    </a:cubicBezTo>
                    <a:cubicBezTo>
                      <a:pt x="144" y="967"/>
                      <a:pt x="147" y="967"/>
                      <a:pt x="148" y="967"/>
                    </a:cubicBezTo>
                    <a:cubicBezTo>
                      <a:pt x="150" y="967"/>
                      <a:pt x="154" y="967"/>
                      <a:pt x="154" y="967"/>
                    </a:cubicBezTo>
                    <a:cubicBezTo>
                      <a:pt x="154" y="967"/>
                      <a:pt x="154" y="968"/>
                      <a:pt x="156" y="969"/>
                    </a:cubicBezTo>
                    <a:cubicBezTo>
                      <a:pt x="158" y="971"/>
                      <a:pt x="161" y="971"/>
                      <a:pt x="162" y="971"/>
                    </a:cubicBezTo>
                    <a:cubicBezTo>
                      <a:pt x="162" y="970"/>
                      <a:pt x="159" y="969"/>
                      <a:pt x="164" y="971"/>
                    </a:cubicBezTo>
                    <a:cubicBezTo>
                      <a:pt x="165" y="971"/>
                      <a:pt x="165" y="971"/>
                      <a:pt x="166" y="971"/>
                    </a:cubicBezTo>
                    <a:cubicBezTo>
                      <a:pt x="170" y="972"/>
                      <a:pt x="170" y="970"/>
                      <a:pt x="172" y="971"/>
                    </a:cubicBezTo>
                    <a:cubicBezTo>
                      <a:pt x="173" y="972"/>
                      <a:pt x="178" y="970"/>
                      <a:pt x="179" y="971"/>
                    </a:cubicBezTo>
                    <a:cubicBezTo>
                      <a:pt x="183" y="973"/>
                      <a:pt x="184" y="972"/>
                      <a:pt x="185" y="973"/>
                    </a:cubicBezTo>
                    <a:cubicBezTo>
                      <a:pt x="187" y="974"/>
                      <a:pt x="188" y="972"/>
                      <a:pt x="190" y="972"/>
                    </a:cubicBezTo>
                    <a:cubicBezTo>
                      <a:pt x="191" y="973"/>
                      <a:pt x="195" y="972"/>
                      <a:pt x="195" y="972"/>
                    </a:cubicBezTo>
                    <a:cubicBezTo>
                      <a:pt x="195" y="972"/>
                      <a:pt x="199" y="971"/>
                      <a:pt x="198" y="972"/>
                    </a:cubicBezTo>
                    <a:cubicBezTo>
                      <a:pt x="197" y="973"/>
                      <a:pt x="202" y="974"/>
                      <a:pt x="203" y="973"/>
                    </a:cubicBezTo>
                    <a:cubicBezTo>
                      <a:pt x="205" y="972"/>
                      <a:pt x="210" y="969"/>
                      <a:pt x="210" y="969"/>
                    </a:cubicBezTo>
                    <a:cubicBezTo>
                      <a:pt x="209" y="968"/>
                      <a:pt x="209" y="968"/>
                      <a:pt x="209" y="968"/>
                    </a:cubicBezTo>
                    <a:cubicBezTo>
                      <a:pt x="209" y="968"/>
                      <a:pt x="211" y="965"/>
                      <a:pt x="208" y="965"/>
                    </a:cubicBezTo>
                    <a:cubicBezTo>
                      <a:pt x="205" y="965"/>
                      <a:pt x="202" y="963"/>
                      <a:pt x="199" y="964"/>
                    </a:cubicBezTo>
                    <a:cubicBezTo>
                      <a:pt x="196" y="964"/>
                      <a:pt x="192" y="962"/>
                      <a:pt x="192" y="962"/>
                    </a:cubicBezTo>
                    <a:cubicBezTo>
                      <a:pt x="192" y="962"/>
                      <a:pt x="190" y="959"/>
                      <a:pt x="188" y="958"/>
                    </a:cubicBezTo>
                    <a:cubicBezTo>
                      <a:pt x="186" y="956"/>
                      <a:pt x="186" y="957"/>
                      <a:pt x="185" y="955"/>
                    </a:cubicBezTo>
                    <a:cubicBezTo>
                      <a:pt x="185" y="953"/>
                      <a:pt x="185" y="950"/>
                      <a:pt x="183" y="951"/>
                    </a:cubicBezTo>
                    <a:cubicBezTo>
                      <a:pt x="181" y="951"/>
                      <a:pt x="180" y="950"/>
                      <a:pt x="178" y="949"/>
                    </a:cubicBezTo>
                    <a:cubicBezTo>
                      <a:pt x="177" y="949"/>
                      <a:pt x="174" y="943"/>
                      <a:pt x="173" y="942"/>
                    </a:cubicBezTo>
                    <a:cubicBezTo>
                      <a:pt x="172" y="941"/>
                      <a:pt x="171" y="941"/>
                      <a:pt x="172" y="939"/>
                    </a:cubicBezTo>
                    <a:cubicBezTo>
                      <a:pt x="172" y="936"/>
                      <a:pt x="174" y="934"/>
                      <a:pt x="172" y="934"/>
                    </a:cubicBezTo>
                    <a:cubicBezTo>
                      <a:pt x="171" y="934"/>
                      <a:pt x="170" y="930"/>
                      <a:pt x="168" y="931"/>
                    </a:cubicBezTo>
                    <a:cubicBezTo>
                      <a:pt x="165" y="933"/>
                      <a:pt x="165" y="933"/>
                      <a:pt x="163" y="933"/>
                    </a:cubicBezTo>
                    <a:cubicBezTo>
                      <a:pt x="163" y="933"/>
                      <a:pt x="163" y="933"/>
                      <a:pt x="163" y="933"/>
                    </a:cubicBezTo>
                    <a:cubicBezTo>
                      <a:pt x="162" y="932"/>
                      <a:pt x="161" y="930"/>
                      <a:pt x="159" y="929"/>
                    </a:cubicBezTo>
                    <a:cubicBezTo>
                      <a:pt x="156" y="928"/>
                      <a:pt x="154" y="928"/>
                      <a:pt x="154" y="926"/>
                    </a:cubicBezTo>
                    <a:cubicBezTo>
                      <a:pt x="154" y="925"/>
                      <a:pt x="154" y="924"/>
                      <a:pt x="155" y="924"/>
                    </a:cubicBezTo>
                    <a:cubicBezTo>
                      <a:pt x="155" y="923"/>
                      <a:pt x="155" y="923"/>
                      <a:pt x="156" y="923"/>
                    </a:cubicBezTo>
                    <a:cubicBezTo>
                      <a:pt x="157" y="922"/>
                      <a:pt x="159" y="922"/>
                      <a:pt x="162" y="924"/>
                    </a:cubicBezTo>
                    <a:cubicBezTo>
                      <a:pt x="164" y="925"/>
                      <a:pt x="167" y="926"/>
                      <a:pt x="169" y="926"/>
                    </a:cubicBezTo>
                    <a:cubicBezTo>
                      <a:pt x="171" y="925"/>
                      <a:pt x="172" y="924"/>
                      <a:pt x="170" y="923"/>
                    </a:cubicBezTo>
                    <a:cubicBezTo>
                      <a:pt x="168" y="921"/>
                      <a:pt x="166" y="917"/>
                      <a:pt x="165" y="915"/>
                    </a:cubicBezTo>
                    <a:cubicBezTo>
                      <a:pt x="163" y="912"/>
                      <a:pt x="162" y="909"/>
                      <a:pt x="162" y="908"/>
                    </a:cubicBezTo>
                    <a:cubicBezTo>
                      <a:pt x="161" y="907"/>
                      <a:pt x="162" y="903"/>
                      <a:pt x="162" y="902"/>
                    </a:cubicBezTo>
                    <a:cubicBezTo>
                      <a:pt x="162" y="900"/>
                      <a:pt x="160" y="897"/>
                      <a:pt x="162" y="897"/>
                    </a:cubicBezTo>
                    <a:cubicBezTo>
                      <a:pt x="164" y="897"/>
                      <a:pt x="162" y="895"/>
                      <a:pt x="166" y="891"/>
                    </a:cubicBezTo>
                    <a:cubicBezTo>
                      <a:pt x="169" y="888"/>
                      <a:pt x="170" y="886"/>
                      <a:pt x="172" y="886"/>
                    </a:cubicBezTo>
                    <a:cubicBezTo>
                      <a:pt x="175" y="887"/>
                      <a:pt x="177" y="887"/>
                      <a:pt x="177" y="886"/>
                    </a:cubicBezTo>
                    <a:cubicBezTo>
                      <a:pt x="178" y="885"/>
                      <a:pt x="177" y="880"/>
                      <a:pt x="177" y="879"/>
                    </a:cubicBezTo>
                    <a:cubicBezTo>
                      <a:pt x="178" y="877"/>
                      <a:pt x="182" y="869"/>
                      <a:pt x="183" y="866"/>
                    </a:cubicBezTo>
                    <a:cubicBezTo>
                      <a:pt x="184" y="864"/>
                      <a:pt x="186" y="865"/>
                      <a:pt x="188" y="863"/>
                    </a:cubicBezTo>
                    <a:cubicBezTo>
                      <a:pt x="190" y="862"/>
                      <a:pt x="193" y="862"/>
                      <a:pt x="197" y="858"/>
                    </a:cubicBezTo>
                    <a:cubicBezTo>
                      <a:pt x="200" y="855"/>
                      <a:pt x="203" y="854"/>
                      <a:pt x="204" y="852"/>
                    </a:cubicBezTo>
                    <a:cubicBezTo>
                      <a:pt x="204" y="851"/>
                      <a:pt x="205" y="849"/>
                      <a:pt x="205" y="848"/>
                    </a:cubicBezTo>
                    <a:cubicBezTo>
                      <a:pt x="204" y="847"/>
                      <a:pt x="205" y="846"/>
                      <a:pt x="202" y="846"/>
                    </a:cubicBezTo>
                    <a:cubicBezTo>
                      <a:pt x="198" y="845"/>
                      <a:pt x="200" y="842"/>
                      <a:pt x="202" y="841"/>
                    </a:cubicBezTo>
                    <a:cubicBezTo>
                      <a:pt x="204" y="840"/>
                      <a:pt x="205" y="841"/>
                      <a:pt x="204" y="838"/>
                    </a:cubicBezTo>
                    <a:cubicBezTo>
                      <a:pt x="203" y="834"/>
                      <a:pt x="203" y="832"/>
                      <a:pt x="202" y="832"/>
                    </a:cubicBezTo>
                    <a:cubicBezTo>
                      <a:pt x="200" y="832"/>
                      <a:pt x="199" y="831"/>
                      <a:pt x="198" y="832"/>
                    </a:cubicBezTo>
                    <a:cubicBezTo>
                      <a:pt x="196" y="832"/>
                      <a:pt x="193" y="832"/>
                      <a:pt x="192" y="832"/>
                    </a:cubicBezTo>
                    <a:cubicBezTo>
                      <a:pt x="190" y="831"/>
                      <a:pt x="187" y="831"/>
                      <a:pt x="186" y="829"/>
                    </a:cubicBezTo>
                    <a:cubicBezTo>
                      <a:pt x="186" y="827"/>
                      <a:pt x="183" y="826"/>
                      <a:pt x="183" y="823"/>
                    </a:cubicBezTo>
                    <a:cubicBezTo>
                      <a:pt x="183" y="820"/>
                      <a:pt x="184" y="817"/>
                      <a:pt x="185" y="816"/>
                    </a:cubicBezTo>
                    <a:cubicBezTo>
                      <a:pt x="186" y="814"/>
                      <a:pt x="188" y="810"/>
                      <a:pt x="188" y="809"/>
                    </a:cubicBezTo>
                    <a:cubicBezTo>
                      <a:pt x="188" y="808"/>
                      <a:pt x="188" y="807"/>
                      <a:pt x="189" y="807"/>
                    </a:cubicBezTo>
                    <a:cubicBezTo>
                      <a:pt x="190" y="806"/>
                      <a:pt x="194" y="804"/>
                      <a:pt x="194" y="804"/>
                    </a:cubicBezTo>
                    <a:cubicBezTo>
                      <a:pt x="194" y="804"/>
                      <a:pt x="193" y="805"/>
                      <a:pt x="197" y="803"/>
                    </a:cubicBezTo>
                    <a:cubicBezTo>
                      <a:pt x="201" y="801"/>
                      <a:pt x="206" y="796"/>
                      <a:pt x="206" y="797"/>
                    </a:cubicBezTo>
                    <a:cubicBezTo>
                      <a:pt x="207" y="798"/>
                      <a:pt x="209" y="803"/>
                      <a:pt x="211" y="796"/>
                    </a:cubicBezTo>
                    <a:cubicBezTo>
                      <a:pt x="213" y="790"/>
                      <a:pt x="213" y="786"/>
                      <a:pt x="213" y="786"/>
                    </a:cubicBezTo>
                    <a:cubicBezTo>
                      <a:pt x="212" y="783"/>
                      <a:pt x="212" y="783"/>
                      <a:pt x="212" y="783"/>
                    </a:cubicBezTo>
                    <a:cubicBezTo>
                      <a:pt x="214" y="779"/>
                      <a:pt x="214" y="779"/>
                      <a:pt x="214" y="779"/>
                    </a:cubicBezTo>
                    <a:cubicBezTo>
                      <a:pt x="214" y="779"/>
                      <a:pt x="215" y="772"/>
                      <a:pt x="216" y="772"/>
                    </a:cubicBezTo>
                    <a:cubicBezTo>
                      <a:pt x="221" y="770"/>
                      <a:pt x="222" y="768"/>
                      <a:pt x="222" y="768"/>
                    </a:cubicBezTo>
                    <a:cubicBezTo>
                      <a:pt x="222" y="768"/>
                      <a:pt x="217" y="763"/>
                      <a:pt x="218" y="762"/>
                    </a:cubicBezTo>
                    <a:cubicBezTo>
                      <a:pt x="218" y="761"/>
                      <a:pt x="218" y="760"/>
                      <a:pt x="220" y="760"/>
                    </a:cubicBezTo>
                    <a:cubicBezTo>
                      <a:pt x="221" y="760"/>
                      <a:pt x="222" y="759"/>
                      <a:pt x="223" y="760"/>
                    </a:cubicBezTo>
                    <a:cubicBezTo>
                      <a:pt x="226" y="764"/>
                      <a:pt x="225" y="767"/>
                      <a:pt x="227" y="766"/>
                    </a:cubicBezTo>
                    <a:cubicBezTo>
                      <a:pt x="229" y="766"/>
                      <a:pt x="229" y="774"/>
                      <a:pt x="231" y="765"/>
                    </a:cubicBezTo>
                    <a:cubicBezTo>
                      <a:pt x="234" y="757"/>
                      <a:pt x="236" y="755"/>
                      <a:pt x="232" y="755"/>
                    </a:cubicBezTo>
                    <a:cubicBezTo>
                      <a:pt x="229" y="755"/>
                      <a:pt x="228" y="751"/>
                      <a:pt x="226" y="753"/>
                    </a:cubicBezTo>
                    <a:cubicBezTo>
                      <a:pt x="224" y="756"/>
                      <a:pt x="222" y="759"/>
                      <a:pt x="222" y="759"/>
                    </a:cubicBezTo>
                    <a:cubicBezTo>
                      <a:pt x="218" y="758"/>
                      <a:pt x="216" y="757"/>
                      <a:pt x="216" y="755"/>
                    </a:cubicBezTo>
                    <a:cubicBezTo>
                      <a:pt x="216" y="752"/>
                      <a:pt x="214" y="753"/>
                      <a:pt x="215" y="750"/>
                    </a:cubicBezTo>
                    <a:cubicBezTo>
                      <a:pt x="215" y="748"/>
                      <a:pt x="216" y="746"/>
                      <a:pt x="216" y="745"/>
                    </a:cubicBezTo>
                    <a:cubicBezTo>
                      <a:pt x="216" y="743"/>
                      <a:pt x="216" y="743"/>
                      <a:pt x="217" y="741"/>
                    </a:cubicBezTo>
                    <a:cubicBezTo>
                      <a:pt x="217" y="739"/>
                      <a:pt x="213" y="737"/>
                      <a:pt x="215" y="735"/>
                    </a:cubicBezTo>
                    <a:cubicBezTo>
                      <a:pt x="216" y="733"/>
                      <a:pt x="215" y="733"/>
                      <a:pt x="219" y="734"/>
                    </a:cubicBezTo>
                    <a:cubicBezTo>
                      <a:pt x="224" y="735"/>
                      <a:pt x="228" y="734"/>
                      <a:pt x="228" y="736"/>
                    </a:cubicBezTo>
                    <a:cubicBezTo>
                      <a:pt x="227" y="738"/>
                      <a:pt x="228" y="741"/>
                      <a:pt x="231" y="741"/>
                    </a:cubicBezTo>
                    <a:cubicBezTo>
                      <a:pt x="234" y="741"/>
                      <a:pt x="236" y="740"/>
                      <a:pt x="238" y="740"/>
                    </a:cubicBezTo>
                    <a:cubicBezTo>
                      <a:pt x="239" y="741"/>
                      <a:pt x="242" y="740"/>
                      <a:pt x="243" y="740"/>
                    </a:cubicBezTo>
                    <a:cubicBezTo>
                      <a:pt x="244" y="740"/>
                      <a:pt x="247" y="739"/>
                      <a:pt x="247" y="738"/>
                    </a:cubicBezTo>
                    <a:cubicBezTo>
                      <a:pt x="248" y="737"/>
                      <a:pt x="256" y="736"/>
                      <a:pt x="251" y="734"/>
                    </a:cubicBezTo>
                    <a:cubicBezTo>
                      <a:pt x="246" y="732"/>
                      <a:pt x="246" y="732"/>
                      <a:pt x="246" y="730"/>
                    </a:cubicBezTo>
                    <a:cubicBezTo>
                      <a:pt x="247" y="729"/>
                      <a:pt x="250" y="726"/>
                      <a:pt x="250" y="726"/>
                    </a:cubicBezTo>
                    <a:cubicBezTo>
                      <a:pt x="251" y="720"/>
                      <a:pt x="252" y="720"/>
                      <a:pt x="252" y="718"/>
                    </a:cubicBezTo>
                    <a:cubicBezTo>
                      <a:pt x="252" y="716"/>
                      <a:pt x="255" y="717"/>
                      <a:pt x="253" y="713"/>
                    </a:cubicBezTo>
                    <a:cubicBezTo>
                      <a:pt x="251" y="709"/>
                      <a:pt x="249" y="708"/>
                      <a:pt x="250" y="707"/>
                    </a:cubicBezTo>
                    <a:cubicBezTo>
                      <a:pt x="256" y="705"/>
                      <a:pt x="255" y="706"/>
                      <a:pt x="258" y="706"/>
                    </a:cubicBezTo>
                    <a:cubicBezTo>
                      <a:pt x="261" y="707"/>
                      <a:pt x="257" y="707"/>
                      <a:pt x="261" y="707"/>
                    </a:cubicBezTo>
                    <a:cubicBezTo>
                      <a:pt x="265" y="707"/>
                      <a:pt x="267" y="706"/>
                      <a:pt x="267" y="706"/>
                    </a:cubicBezTo>
                    <a:cubicBezTo>
                      <a:pt x="267" y="706"/>
                      <a:pt x="269" y="707"/>
                      <a:pt x="273" y="706"/>
                    </a:cubicBezTo>
                    <a:cubicBezTo>
                      <a:pt x="278" y="706"/>
                      <a:pt x="294" y="701"/>
                      <a:pt x="295" y="701"/>
                    </a:cubicBezTo>
                    <a:cubicBezTo>
                      <a:pt x="296" y="701"/>
                      <a:pt x="299" y="701"/>
                      <a:pt x="299" y="701"/>
                    </a:cubicBezTo>
                    <a:cubicBezTo>
                      <a:pt x="299" y="701"/>
                      <a:pt x="302" y="699"/>
                      <a:pt x="302" y="700"/>
                    </a:cubicBezTo>
                    <a:cubicBezTo>
                      <a:pt x="303" y="701"/>
                      <a:pt x="305" y="697"/>
                      <a:pt x="306" y="698"/>
                    </a:cubicBezTo>
                    <a:cubicBezTo>
                      <a:pt x="306" y="698"/>
                      <a:pt x="309" y="696"/>
                      <a:pt x="310" y="696"/>
                    </a:cubicBezTo>
                    <a:cubicBezTo>
                      <a:pt x="311" y="695"/>
                      <a:pt x="311" y="694"/>
                      <a:pt x="312" y="693"/>
                    </a:cubicBezTo>
                    <a:cubicBezTo>
                      <a:pt x="313" y="693"/>
                      <a:pt x="315" y="691"/>
                      <a:pt x="315" y="691"/>
                    </a:cubicBezTo>
                    <a:cubicBezTo>
                      <a:pt x="317" y="688"/>
                      <a:pt x="319" y="684"/>
                      <a:pt x="319" y="684"/>
                    </a:cubicBezTo>
                    <a:cubicBezTo>
                      <a:pt x="319" y="684"/>
                      <a:pt x="319" y="682"/>
                      <a:pt x="321" y="681"/>
                    </a:cubicBezTo>
                    <a:cubicBezTo>
                      <a:pt x="322" y="680"/>
                      <a:pt x="322" y="680"/>
                      <a:pt x="323" y="678"/>
                    </a:cubicBezTo>
                    <a:cubicBezTo>
                      <a:pt x="323" y="677"/>
                      <a:pt x="322" y="679"/>
                      <a:pt x="323" y="675"/>
                    </a:cubicBezTo>
                    <a:cubicBezTo>
                      <a:pt x="323" y="671"/>
                      <a:pt x="324" y="673"/>
                      <a:pt x="323" y="670"/>
                    </a:cubicBezTo>
                    <a:cubicBezTo>
                      <a:pt x="323" y="666"/>
                      <a:pt x="324" y="666"/>
                      <a:pt x="321" y="665"/>
                    </a:cubicBezTo>
                    <a:cubicBezTo>
                      <a:pt x="319" y="664"/>
                      <a:pt x="318" y="663"/>
                      <a:pt x="318" y="661"/>
                    </a:cubicBezTo>
                    <a:cubicBezTo>
                      <a:pt x="317" y="660"/>
                      <a:pt x="318" y="664"/>
                      <a:pt x="317" y="660"/>
                    </a:cubicBezTo>
                    <a:cubicBezTo>
                      <a:pt x="316" y="656"/>
                      <a:pt x="318" y="655"/>
                      <a:pt x="318" y="654"/>
                    </a:cubicBezTo>
                    <a:cubicBezTo>
                      <a:pt x="317" y="651"/>
                      <a:pt x="319" y="648"/>
                      <a:pt x="317" y="647"/>
                    </a:cubicBezTo>
                    <a:cubicBezTo>
                      <a:pt x="316" y="647"/>
                      <a:pt x="317" y="643"/>
                      <a:pt x="314" y="644"/>
                    </a:cubicBezTo>
                    <a:cubicBezTo>
                      <a:pt x="312" y="644"/>
                      <a:pt x="305" y="641"/>
                      <a:pt x="304" y="640"/>
                    </a:cubicBezTo>
                    <a:cubicBezTo>
                      <a:pt x="302" y="639"/>
                      <a:pt x="302" y="639"/>
                      <a:pt x="301" y="637"/>
                    </a:cubicBezTo>
                    <a:cubicBezTo>
                      <a:pt x="300" y="636"/>
                      <a:pt x="300" y="635"/>
                      <a:pt x="300" y="633"/>
                    </a:cubicBezTo>
                    <a:cubicBezTo>
                      <a:pt x="300" y="631"/>
                      <a:pt x="302" y="634"/>
                      <a:pt x="301" y="629"/>
                    </a:cubicBezTo>
                    <a:cubicBezTo>
                      <a:pt x="301" y="624"/>
                      <a:pt x="303" y="622"/>
                      <a:pt x="303" y="621"/>
                    </a:cubicBezTo>
                    <a:cubicBezTo>
                      <a:pt x="302" y="621"/>
                      <a:pt x="301" y="620"/>
                      <a:pt x="302" y="618"/>
                    </a:cubicBezTo>
                    <a:cubicBezTo>
                      <a:pt x="303" y="616"/>
                      <a:pt x="301" y="616"/>
                      <a:pt x="303" y="615"/>
                    </a:cubicBezTo>
                    <a:cubicBezTo>
                      <a:pt x="305" y="613"/>
                      <a:pt x="305" y="613"/>
                      <a:pt x="305" y="610"/>
                    </a:cubicBezTo>
                    <a:cubicBezTo>
                      <a:pt x="304" y="608"/>
                      <a:pt x="305" y="605"/>
                      <a:pt x="305" y="605"/>
                    </a:cubicBezTo>
                    <a:cubicBezTo>
                      <a:pt x="305" y="605"/>
                      <a:pt x="305" y="605"/>
                      <a:pt x="305" y="605"/>
                    </a:cubicBezTo>
                    <a:cubicBezTo>
                      <a:pt x="305" y="605"/>
                      <a:pt x="306" y="610"/>
                      <a:pt x="306" y="613"/>
                    </a:cubicBezTo>
                    <a:cubicBezTo>
                      <a:pt x="306" y="616"/>
                      <a:pt x="305" y="616"/>
                      <a:pt x="305" y="618"/>
                    </a:cubicBezTo>
                    <a:cubicBezTo>
                      <a:pt x="305" y="621"/>
                      <a:pt x="305" y="627"/>
                      <a:pt x="305" y="627"/>
                    </a:cubicBezTo>
                    <a:cubicBezTo>
                      <a:pt x="303" y="631"/>
                      <a:pt x="302" y="632"/>
                      <a:pt x="303" y="633"/>
                    </a:cubicBezTo>
                    <a:cubicBezTo>
                      <a:pt x="304" y="634"/>
                      <a:pt x="306" y="638"/>
                      <a:pt x="308" y="638"/>
                    </a:cubicBezTo>
                    <a:cubicBezTo>
                      <a:pt x="310" y="637"/>
                      <a:pt x="309" y="636"/>
                      <a:pt x="311" y="637"/>
                    </a:cubicBezTo>
                    <a:cubicBezTo>
                      <a:pt x="314" y="639"/>
                      <a:pt x="317" y="637"/>
                      <a:pt x="317" y="639"/>
                    </a:cubicBezTo>
                    <a:cubicBezTo>
                      <a:pt x="318" y="641"/>
                      <a:pt x="320" y="642"/>
                      <a:pt x="322" y="643"/>
                    </a:cubicBezTo>
                    <a:cubicBezTo>
                      <a:pt x="324" y="644"/>
                      <a:pt x="327" y="644"/>
                      <a:pt x="328" y="644"/>
                    </a:cubicBezTo>
                    <a:cubicBezTo>
                      <a:pt x="331" y="645"/>
                      <a:pt x="330" y="645"/>
                      <a:pt x="332" y="645"/>
                    </a:cubicBezTo>
                    <a:cubicBezTo>
                      <a:pt x="333" y="645"/>
                      <a:pt x="335" y="645"/>
                      <a:pt x="337" y="645"/>
                    </a:cubicBezTo>
                    <a:cubicBezTo>
                      <a:pt x="338" y="644"/>
                      <a:pt x="337" y="643"/>
                      <a:pt x="340" y="644"/>
                    </a:cubicBezTo>
                    <a:cubicBezTo>
                      <a:pt x="342" y="644"/>
                      <a:pt x="344" y="644"/>
                      <a:pt x="345" y="644"/>
                    </a:cubicBezTo>
                    <a:cubicBezTo>
                      <a:pt x="349" y="646"/>
                      <a:pt x="355" y="644"/>
                      <a:pt x="355" y="644"/>
                    </a:cubicBezTo>
                    <a:cubicBezTo>
                      <a:pt x="355" y="644"/>
                      <a:pt x="358" y="640"/>
                      <a:pt x="359" y="640"/>
                    </a:cubicBezTo>
                    <a:cubicBezTo>
                      <a:pt x="360" y="639"/>
                      <a:pt x="361" y="640"/>
                      <a:pt x="363" y="637"/>
                    </a:cubicBezTo>
                    <a:cubicBezTo>
                      <a:pt x="365" y="634"/>
                      <a:pt x="366" y="630"/>
                      <a:pt x="367" y="629"/>
                    </a:cubicBezTo>
                    <a:cubicBezTo>
                      <a:pt x="368" y="629"/>
                      <a:pt x="369" y="628"/>
                      <a:pt x="371" y="626"/>
                    </a:cubicBezTo>
                    <a:cubicBezTo>
                      <a:pt x="372" y="623"/>
                      <a:pt x="373" y="621"/>
                      <a:pt x="375" y="620"/>
                    </a:cubicBezTo>
                    <a:cubicBezTo>
                      <a:pt x="376" y="618"/>
                      <a:pt x="380" y="616"/>
                      <a:pt x="380" y="616"/>
                    </a:cubicBezTo>
                    <a:cubicBezTo>
                      <a:pt x="380" y="616"/>
                      <a:pt x="382" y="613"/>
                      <a:pt x="382" y="611"/>
                    </a:cubicBezTo>
                    <a:cubicBezTo>
                      <a:pt x="381" y="609"/>
                      <a:pt x="383" y="607"/>
                      <a:pt x="383" y="605"/>
                    </a:cubicBezTo>
                    <a:cubicBezTo>
                      <a:pt x="384" y="604"/>
                      <a:pt x="384" y="603"/>
                      <a:pt x="385" y="602"/>
                    </a:cubicBezTo>
                    <a:cubicBezTo>
                      <a:pt x="386" y="601"/>
                      <a:pt x="388" y="605"/>
                      <a:pt x="387" y="601"/>
                    </a:cubicBezTo>
                    <a:cubicBezTo>
                      <a:pt x="389" y="601"/>
                      <a:pt x="394" y="597"/>
                      <a:pt x="394" y="597"/>
                    </a:cubicBezTo>
                    <a:cubicBezTo>
                      <a:pt x="394" y="597"/>
                      <a:pt x="395" y="595"/>
                      <a:pt x="397" y="593"/>
                    </a:cubicBezTo>
                    <a:cubicBezTo>
                      <a:pt x="400" y="592"/>
                      <a:pt x="401" y="590"/>
                      <a:pt x="402" y="590"/>
                    </a:cubicBezTo>
                    <a:cubicBezTo>
                      <a:pt x="403" y="590"/>
                      <a:pt x="404" y="588"/>
                      <a:pt x="406" y="587"/>
                    </a:cubicBezTo>
                    <a:cubicBezTo>
                      <a:pt x="407" y="586"/>
                      <a:pt x="409" y="584"/>
                      <a:pt x="409" y="581"/>
                    </a:cubicBezTo>
                    <a:cubicBezTo>
                      <a:pt x="409" y="578"/>
                      <a:pt x="409" y="577"/>
                      <a:pt x="410" y="576"/>
                    </a:cubicBezTo>
                    <a:cubicBezTo>
                      <a:pt x="411" y="575"/>
                      <a:pt x="412" y="577"/>
                      <a:pt x="413" y="572"/>
                    </a:cubicBezTo>
                    <a:cubicBezTo>
                      <a:pt x="414" y="568"/>
                      <a:pt x="413" y="568"/>
                      <a:pt x="415" y="565"/>
                    </a:cubicBezTo>
                    <a:cubicBezTo>
                      <a:pt x="417" y="562"/>
                      <a:pt x="417" y="560"/>
                      <a:pt x="423" y="556"/>
                    </a:cubicBezTo>
                    <a:cubicBezTo>
                      <a:pt x="423" y="556"/>
                      <a:pt x="428" y="548"/>
                      <a:pt x="429" y="546"/>
                    </a:cubicBezTo>
                    <a:cubicBezTo>
                      <a:pt x="430" y="544"/>
                      <a:pt x="431" y="544"/>
                      <a:pt x="431" y="543"/>
                    </a:cubicBezTo>
                    <a:cubicBezTo>
                      <a:pt x="432" y="541"/>
                      <a:pt x="433" y="538"/>
                      <a:pt x="433" y="536"/>
                    </a:cubicBezTo>
                    <a:cubicBezTo>
                      <a:pt x="433" y="535"/>
                      <a:pt x="435" y="530"/>
                      <a:pt x="434" y="529"/>
                    </a:cubicBezTo>
                    <a:cubicBezTo>
                      <a:pt x="433" y="528"/>
                      <a:pt x="434" y="523"/>
                      <a:pt x="434" y="523"/>
                    </a:cubicBezTo>
                    <a:cubicBezTo>
                      <a:pt x="434" y="523"/>
                      <a:pt x="433" y="521"/>
                      <a:pt x="432" y="519"/>
                    </a:cubicBezTo>
                    <a:cubicBezTo>
                      <a:pt x="431" y="518"/>
                      <a:pt x="432" y="518"/>
                      <a:pt x="431" y="516"/>
                    </a:cubicBezTo>
                    <a:cubicBezTo>
                      <a:pt x="430" y="513"/>
                      <a:pt x="428" y="513"/>
                      <a:pt x="430" y="511"/>
                    </a:cubicBezTo>
                    <a:cubicBezTo>
                      <a:pt x="432" y="510"/>
                      <a:pt x="434" y="512"/>
                      <a:pt x="432" y="508"/>
                    </a:cubicBezTo>
                    <a:cubicBezTo>
                      <a:pt x="431" y="505"/>
                      <a:pt x="428" y="503"/>
                      <a:pt x="431" y="503"/>
                    </a:cubicBezTo>
                    <a:cubicBezTo>
                      <a:pt x="433" y="502"/>
                      <a:pt x="436" y="503"/>
                      <a:pt x="438" y="503"/>
                    </a:cubicBezTo>
                    <a:cubicBezTo>
                      <a:pt x="439" y="503"/>
                      <a:pt x="439" y="503"/>
                      <a:pt x="440" y="502"/>
                    </a:cubicBezTo>
                    <a:cubicBezTo>
                      <a:pt x="441" y="502"/>
                      <a:pt x="441" y="502"/>
                      <a:pt x="441" y="502"/>
                    </a:cubicBezTo>
                    <a:cubicBezTo>
                      <a:pt x="441" y="501"/>
                      <a:pt x="441" y="500"/>
                      <a:pt x="444" y="498"/>
                    </a:cubicBezTo>
                    <a:cubicBezTo>
                      <a:pt x="449" y="492"/>
                      <a:pt x="454" y="490"/>
                      <a:pt x="454" y="490"/>
                    </a:cubicBezTo>
                    <a:cubicBezTo>
                      <a:pt x="457" y="487"/>
                      <a:pt x="456" y="486"/>
                      <a:pt x="457" y="486"/>
                    </a:cubicBezTo>
                    <a:cubicBezTo>
                      <a:pt x="458" y="486"/>
                      <a:pt x="460" y="485"/>
                      <a:pt x="461" y="485"/>
                    </a:cubicBezTo>
                    <a:cubicBezTo>
                      <a:pt x="463" y="485"/>
                      <a:pt x="464" y="484"/>
                      <a:pt x="466" y="483"/>
                    </a:cubicBezTo>
                    <a:cubicBezTo>
                      <a:pt x="466" y="483"/>
                      <a:pt x="468" y="484"/>
                      <a:pt x="469" y="485"/>
                    </a:cubicBezTo>
                    <a:cubicBezTo>
                      <a:pt x="470" y="487"/>
                      <a:pt x="470" y="485"/>
                      <a:pt x="472" y="485"/>
                    </a:cubicBezTo>
                    <a:cubicBezTo>
                      <a:pt x="474" y="485"/>
                      <a:pt x="477" y="484"/>
                      <a:pt x="477" y="484"/>
                    </a:cubicBezTo>
                    <a:cubicBezTo>
                      <a:pt x="477" y="484"/>
                      <a:pt x="471" y="483"/>
                      <a:pt x="474" y="480"/>
                    </a:cubicBezTo>
                    <a:cubicBezTo>
                      <a:pt x="477" y="478"/>
                      <a:pt x="477" y="480"/>
                      <a:pt x="480" y="478"/>
                    </a:cubicBezTo>
                    <a:cubicBezTo>
                      <a:pt x="483" y="476"/>
                      <a:pt x="484" y="477"/>
                      <a:pt x="485" y="474"/>
                    </a:cubicBezTo>
                    <a:cubicBezTo>
                      <a:pt x="486" y="472"/>
                      <a:pt x="485" y="469"/>
                      <a:pt x="486" y="472"/>
                    </a:cubicBezTo>
                    <a:cubicBezTo>
                      <a:pt x="487" y="474"/>
                      <a:pt x="488" y="473"/>
                      <a:pt x="490" y="473"/>
                    </a:cubicBezTo>
                    <a:cubicBezTo>
                      <a:pt x="492" y="473"/>
                      <a:pt x="495" y="472"/>
                      <a:pt x="496" y="472"/>
                    </a:cubicBezTo>
                    <a:cubicBezTo>
                      <a:pt x="498" y="472"/>
                      <a:pt x="499" y="471"/>
                      <a:pt x="500" y="472"/>
                    </a:cubicBezTo>
                    <a:cubicBezTo>
                      <a:pt x="500" y="472"/>
                      <a:pt x="502" y="471"/>
                      <a:pt x="503" y="472"/>
                    </a:cubicBezTo>
                    <a:cubicBezTo>
                      <a:pt x="504" y="473"/>
                      <a:pt x="505" y="474"/>
                      <a:pt x="507" y="472"/>
                    </a:cubicBezTo>
                    <a:cubicBezTo>
                      <a:pt x="509" y="471"/>
                      <a:pt x="510" y="469"/>
                      <a:pt x="511" y="470"/>
                    </a:cubicBezTo>
                    <a:cubicBezTo>
                      <a:pt x="512" y="472"/>
                      <a:pt x="514" y="471"/>
                      <a:pt x="515" y="471"/>
                    </a:cubicBezTo>
                    <a:cubicBezTo>
                      <a:pt x="515" y="472"/>
                      <a:pt x="517" y="471"/>
                      <a:pt x="518" y="469"/>
                    </a:cubicBezTo>
                    <a:cubicBezTo>
                      <a:pt x="519" y="467"/>
                      <a:pt x="520" y="465"/>
                      <a:pt x="521" y="464"/>
                    </a:cubicBezTo>
                    <a:cubicBezTo>
                      <a:pt x="524" y="461"/>
                      <a:pt x="521" y="466"/>
                      <a:pt x="526" y="461"/>
                    </a:cubicBezTo>
                    <a:cubicBezTo>
                      <a:pt x="531" y="456"/>
                      <a:pt x="532" y="455"/>
                      <a:pt x="532" y="454"/>
                    </a:cubicBezTo>
                    <a:cubicBezTo>
                      <a:pt x="532" y="452"/>
                      <a:pt x="531" y="448"/>
                      <a:pt x="533" y="446"/>
                    </a:cubicBezTo>
                    <a:cubicBezTo>
                      <a:pt x="534" y="444"/>
                      <a:pt x="537" y="443"/>
                      <a:pt x="538" y="441"/>
                    </a:cubicBezTo>
                    <a:cubicBezTo>
                      <a:pt x="538" y="438"/>
                      <a:pt x="538" y="438"/>
                      <a:pt x="542" y="433"/>
                    </a:cubicBezTo>
                    <a:cubicBezTo>
                      <a:pt x="546" y="428"/>
                      <a:pt x="544" y="428"/>
                      <a:pt x="546" y="427"/>
                    </a:cubicBezTo>
                    <a:cubicBezTo>
                      <a:pt x="547" y="425"/>
                      <a:pt x="547" y="433"/>
                      <a:pt x="548" y="423"/>
                    </a:cubicBezTo>
                    <a:cubicBezTo>
                      <a:pt x="548" y="413"/>
                      <a:pt x="549" y="414"/>
                      <a:pt x="549" y="412"/>
                    </a:cubicBezTo>
                    <a:cubicBezTo>
                      <a:pt x="548" y="409"/>
                      <a:pt x="548" y="409"/>
                      <a:pt x="548" y="408"/>
                    </a:cubicBezTo>
                    <a:cubicBezTo>
                      <a:pt x="549" y="406"/>
                      <a:pt x="548" y="405"/>
                      <a:pt x="551" y="404"/>
                    </a:cubicBezTo>
                    <a:cubicBezTo>
                      <a:pt x="553" y="403"/>
                      <a:pt x="554" y="402"/>
                      <a:pt x="554" y="401"/>
                    </a:cubicBezTo>
                    <a:cubicBezTo>
                      <a:pt x="555" y="400"/>
                      <a:pt x="556" y="397"/>
                      <a:pt x="556" y="396"/>
                    </a:cubicBezTo>
                    <a:cubicBezTo>
                      <a:pt x="556" y="394"/>
                      <a:pt x="558" y="390"/>
                      <a:pt x="557" y="388"/>
                    </a:cubicBezTo>
                    <a:cubicBezTo>
                      <a:pt x="556" y="386"/>
                      <a:pt x="556" y="383"/>
                      <a:pt x="557" y="383"/>
                    </a:cubicBezTo>
                    <a:cubicBezTo>
                      <a:pt x="559" y="378"/>
                      <a:pt x="559" y="378"/>
                      <a:pt x="559" y="376"/>
                    </a:cubicBezTo>
                    <a:cubicBezTo>
                      <a:pt x="558" y="374"/>
                      <a:pt x="556" y="370"/>
                      <a:pt x="556" y="368"/>
                    </a:cubicBezTo>
                    <a:cubicBezTo>
                      <a:pt x="556" y="365"/>
                      <a:pt x="558" y="361"/>
                      <a:pt x="558" y="359"/>
                    </a:cubicBezTo>
                    <a:cubicBezTo>
                      <a:pt x="557" y="357"/>
                      <a:pt x="559" y="356"/>
                      <a:pt x="558" y="353"/>
                    </a:cubicBezTo>
                    <a:cubicBezTo>
                      <a:pt x="557" y="350"/>
                      <a:pt x="558" y="348"/>
                      <a:pt x="558" y="347"/>
                    </a:cubicBezTo>
                    <a:cubicBezTo>
                      <a:pt x="557" y="346"/>
                      <a:pt x="558" y="347"/>
                      <a:pt x="557" y="343"/>
                    </a:cubicBezTo>
                    <a:cubicBezTo>
                      <a:pt x="556" y="340"/>
                      <a:pt x="553" y="339"/>
                      <a:pt x="556" y="338"/>
                    </a:cubicBezTo>
                    <a:cubicBezTo>
                      <a:pt x="559" y="337"/>
                      <a:pt x="556" y="338"/>
                      <a:pt x="559" y="337"/>
                    </a:cubicBezTo>
                    <a:cubicBezTo>
                      <a:pt x="563" y="336"/>
                      <a:pt x="565" y="337"/>
                      <a:pt x="561" y="336"/>
                    </a:cubicBezTo>
                    <a:cubicBezTo>
                      <a:pt x="558" y="335"/>
                      <a:pt x="557" y="334"/>
                      <a:pt x="557" y="334"/>
                    </a:cubicBezTo>
                    <a:cubicBezTo>
                      <a:pt x="557" y="334"/>
                      <a:pt x="556" y="333"/>
                      <a:pt x="559" y="333"/>
                    </a:cubicBezTo>
                    <a:cubicBezTo>
                      <a:pt x="563" y="333"/>
                      <a:pt x="561" y="332"/>
                      <a:pt x="564" y="332"/>
                    </a:cubicBezTo>
                    <a:cubicBezTo>
                      <a:pt x="566" y="333"/>
                      <a:pt x="564" y="335"/>
                      <a:pt x="566" y="333"/>
                    </a:cubicBezTo>
                    <a:cubicBezTo>
                      <a:pt x="569" y="331"/>
                      <a:pt x="571" y="331"/>
                      <a:pt x="572" y="328"/>
                    </a:cubicBezTo>
                    <a:cubicBezTo>
                      <a:pt x="572" y="326"/>
                      <a:pt x="574" y="324"/>
                      <a:pt x="574" y="323"/>
                    </a:cubicBezTo>
                    <a:cubicBezTo>
                      <a:pt x="575" y="322"/>
                      <a:pt x="576" y="320"/>
                      <a:pt x="576" y="320"/>
                    </a:cubicBezTo>
                    <a:cubicBezTo>
                      <a:pt x="576" y="320"/>
                      <a:pt x="576" y="318"/>
                      <a:pt x="577" y="317"/>
                    </a:cubicBezTo>
                    <a:cubicBezTo>
                      <a:pt x="577" y="316"/>
                      <a:pt x="577" y="313"/>
                      <a:pt x="578" y="313"/>
                    </a:cubicBezTo>
                    <a:cubicBezTo>
                      <a:pt x="579" y="313"/>
                      <a:pt x="579" y="313"/>
                      <a:pt x="582" y="310"/>
                    </a:cubicBezTo>
                    <a:cubicBezTo>
                      <a:pt x="584" y="307"/>
                      <a:pt x="592" y="300"/>
                      <a:pt x="595" y="297"/>
                    </a:cubicBezTo>
                    <a:cubicBezTo>
                      <a:pt x="597" y="295"/>
                      <a:pt x="598" y="296"/>
                      <a:pt x="600" y="294"/>
                    </a:cubicBezTo>
                    <a:cubicBezTo>
                      <a:pt x="601" y="291"/>
                      <a:pt x="601" y="291"/>
                      <a:pt x="603" y="288"/>
                    </a:cubicBezTo>
                    <a:cubicBezTo>
                      <a:pt x="605" y="286"/>
                      <a:pt x="606" y="286"/>
                      <a:pt x="606" y="284"/>
                    </a:cubicBezTo>
                    <a:cubicBezTo>
                      <a:pt x="607" y="283"/>
                      <a:pt x="607" y="281"/>
                      <a:pt x="608" y="280"/>
                    </a:cubicBezTo>
                    <a:cubicBezTo>
                      <a:pt x="609" y="278"/>
                      <a:pt x="610" y="276"/>
                      <a:pt x="610" y="274"/>
                    </a:cubicBezTo>
                    <a:cubicBezTo>
                      <a:pt x="610" y="273"/>
                      <a:pt x="610" y="270"/>
                      <a:pt x="610" y="269"/>
                    </a:cubicBezTo>
                    <a:cubicBezTo>
                      <a:pt x="610" y="268"/>
                      <a:pt x="610" y="267"/>
                      <a:pt x="610" y="265"/>
                    </a:cubicBezTo>
                    <a:cubicBezTo>
                      <a:pt x="609" y="263"/>
                      <a:pt x="608" y="260"/>
                      <a:pt x="609" y="259"/>
                    </a:cubicBezTo>
                    <a:cubicBezTo>
                      <a:pt x="610" y="258"/>
                      <a:pt x="611" y="256"/>
                      <a:pt x="610" y="2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449">
                <a:extLst>
                  <a:ext uri="{FF2B5EF4-FFF2-40B4-BE49-F238E27FC236}">
                    <a16:creationId xmlns:a16="http://schemas.microsoft.com/office/drawing/2014/main" id="{1E473ED1-FA35-20A4-A11B-FDF57367CCCF}"/>
                  </a:ext>
                </a:extLst>
              </p:cNvPr>
              <p:cNvSpPr>
                <a:spLocks noEditPoints="1"/>
              </p:cNvSpPr>
              <p:nvPr/>
            </p:nvSpPr>
            <p:spPr bwMode="auto">
              <a:xfrm>
                <a:off x="14957429" y="2189163"/>
                <a:ext cx="985838" cy="650875"/>
              </a:xfrm>
              <a:custGeom>
                <a:avLst/>
                <a:gdLst>
                  <a:gd name="T0" fmla="*/ 2486 w 2727"/>
                  <a:gd name="T1" fmla="*/ 198 h 1796"/>
                  <a:gd name="T2" fmla="*/ 2316 w 2727"/>
                  <a:gd name="T3" fmla="*/ 179 h 1796"/>
                  <a:gd name="T4" fmla="*/ 2075 w 2727"/>
                  <a:gd name="T5" fmla="*/ 132 h 1796"/>
                  <a:gd name="T6" fmla="*/ 1914 w 2727"/>
                  <a:gd name="T7" fmla="*/ 127 h 1796"/>
                  <a:gd name="T8" fmla="*/ 1688 w 2727"/>
                  <a:gd name="T9" fmla="*/ 103 h 1796"/>
                  <a:gd name="T10" fmla="*/ 1704 w 2727"/>
                  <a:gd name="T11" fmla="*/ 41 h 1796"/>
                  <a:gd name="T12" fmla="*/ 1511 w 2727"/>
                  <a:gd name="T13" fmla="*/ 46 h 1796"/>
                  <a:gd name="T14" fmla="*/ 1287 w 2727"/>
                  <a:gd name="T15" fmla="*/ 133 h 1796"/>
                  <a:gd name="T16" fmla="*/ 1219 w 2727"/>
                  <a:gd name="T17" fmla="*/ 142 h 1796"/>
                  <a:gd name="T18" fmla="*/ 1206 w 2727"/>
                  <a:gd name="T19" fmla="*/ 228 h 1796"/>
                  <a:gd name="T20" fmla="*/ 1181 w 2727"/>
                  <a:gd name="T21" fmla="*/ 147 h 1796"/>
                  <a:gd name="T22" fmla="*/ 1032 w 2727"/>
                  <a:gd name="T23" fmla="*/ 203 h 1796"/>
                  <a:gd name="T24" fmla="*/ 851 w 2727"/>
                  <a:gd name="T25" fmla="*/ 265 h 1796"/>
                  <a:gd name="T26" fmla="*/ 724 w 2727"/>
                  <a:gd name="T27" fmla="*/ 328 h 1796"/>
                  <a:gd name="T28" fmla="*/ 691 w 2727"/>
                  <a:gd name="T29" fmla="*/ 217 h 1796"/>
                  <a:gd name="T30" fmla="*/ 534 w 2727"/>
                  <a:gd name="T31" fmla="*/ 193 h 1796"/>
                  <a:gd name="T32" fmla="*/ 394 w 2727"/>
                  <a:gd name="T33" fmla="*/ 292 h 1796"/>
                  <a:gd name="T34" fmla="*/ 355 w 2727"/>
                  <a:gd name="T35" fmla="*/ 435 h 1796"/>
                  <a:gd name="T36" fmla="*/ 476 w 2727"/>
                  <a:gd name="T37" fmla="*/ 413 h 1796"/>
                  <a:gd name="T38" fmla="*/ 529 w 2727"/>
                  <a:gd name="T39" fmla="*/ 337 h 1796"/>
                  <a:gd name="T40" fmla="*/ 548 w 2727"/>
                  <a:gd name="T41" fmla="*/ 455 h 1796"/>
                  <a:gd name="T42" fmla="*/ 371 w 2727"/>
                  <a:gd name="T43" fmla="*/ 487 h 1796"/>
                  <a:gd name="T44" fmla="*/ 201 w 2727"/>
                  <a:gd name="T45" fmla="*/ 602 h 1796"/>
                  <a:gd name="T46" fmla="*/ 110 w 2727"/>
                  <a:gd name="T47" fmla="*/ 732 h 1796"/>
                  <a:gd name="T48" fmla="*/ 268 w 2727"/>
                  <a:gd name="T49" fmla="*/ 713 h 1796"/>
                  <a:gd name="T50" fmla="*/ 440 w 2727"/>
                  <a:gd name="T51" fmla="*/ 730 h 1796"/>
                  <a:gd name="T52" fmla="*/ 486 w 2727"/>
                  <a:gd name="T53" fmla="*/ 764 h 1796"/>
                  <a:gd name="T54" fmla="*/ 554 w 2727"/>
                  <a:gd name="T55" fmla="*/ 747 h 1796"/>
                  <a:gd name="T56" fmla="*/ 662 w 2727"/>
                  <a:gd name="T57" fmla="*/ 677 h 1796"/>
                  <a:gd name="T58" fmla="*/ 762 w 2727"/>
                  <a:gd name="T59" fmla="*/ 712 h 1796"/>
                  <a:gd name="T60" fmla="*/ 584 w 2727"/>
                  <a:gd name="T61" fmla="*/ 790 h 1796"/>
                  <a:gd name="T62" fmla="*/ 682 w 2727"/>
                  <a:gd name="T63" fmla="*/ 906 h 1796"/>
                  <a:gd name="T64" fmla="*/ 404 w 2727"/>
                  <a:gd name="T65" fmla="*/ 868 h 1796"/>
                  <a:gd name="T66" fmla="*/ 204 w 2727"/>
                  <a:gd name="T67" fmla="*/ 837 h 1796"/>
                  <a:gd name="T68" fmla="*/ 24 w 2727"/>
                  <a:gd name="T69" fmla="*/ 990 h 1796"/>
                  <a:gd name="T70" fmla="*/ 70 w 2727"/>
                  <a:gd name="T71" fmla="*/ 1222 h 1796"/>
                  <a:gd name="T72" fmla="*/ 352 w 2727"/>
                  <a:gd name="T73" fmla="*/ 1301 h 1796"/>
                  <a:gd name="T74" fmla="*/ 441 w 2727"/>
                  <a:gd name="T75" fmla="*/ 1706 h 1796"/>
                  <a:gd name="T76" fmla="*/ 627 w 2727"/>
                  <a:gd name="T77" fmla="*/ 1733 h 1796"/>
                  <a:gd name="T78" fmla="*/ 719 w 2727"/>
                  <a:gd name="T79" fmla="*/ 1551 h 1796"/>
                  <a:gd name="T80" fmla="*/ 796 w 2727"/>
                  <a:gd name="T81" fmla="*/ 1310 h 1796"/>
                  <a:gd name="T82" fmla="*/ 788 w 2727"/>
                  <a:gd name="T83" fmla="*/ 1162 h 1796"/>
                  <a:gd name="T84" fmla="*/ 654 w 2727"/>
                  <a:gd name="T85" fmla="*/ 915 h 1796"/>
                  <a:gd name="T86" fmla="*/ 785 w 2727"/>
                  <a:gd name="T87" fmla="*/ 1091 h 1796"/>
                  <a:gd name="T88" fmla="*/ 975 w 2727"/>
                  <a:gd name="T89" fmla="*/ 1062 h 1796"/>
                  <a:gd name="T90" fmla="*/ 882 w 2727"/>
                  <a:gd name="T91" fmla="*/ 953 h 1796"/>
                  <a:gd name="T92" fmla="*/ 1034 w 2727"/>
                  <a:gd name="T93" fmla="*/ 978 h 1796"/>
                  <a:gd name="T94" fmla="*/ 1185 w 2727"/>
                  <a:gd name="T95" fmla="*/ 1086 h 1796"/>
                  <a:gd name="T96" fmla="*/ 1324 w 2727"/>
                  <a:gd name="T97" fmla="*/ 1076 h 1796"/>
                  <a:gd name="T98" fmla="*/ 1467 w 2727"/>
                  <a:gd name="T99" fmla="*/ 1102 h 1796"/>
                  <a:gd name="T100" fmla="*/ 1592 w 2727"/>
                  <a:gd name="T101" fmla="*/ 1299 h 1796"/>
                  <a:gd name="T102" fmla="*/ 1605 w 2727"/>
                  <a:gd name="T103" fmla="*/ 1185 h 1796"/>
                  <a:gd name="T104" fmla="*/ 1668 w 2727"/>
                  <a:gd name="T105" fmla="*/ 1039 h 1796"/>
                  <a:gd name="T106" fmla="*/ 1820 w 2727"/>
                  <a:gd name="T107" fmla="*/ 875 h 1796"/>
                  <a:gd name="T108" fmla="*/ 1861 w 2727"/>
                  <a:gd name="T109" fmla="*/ 763 h 1796"/>
                  <a:gd name="T110" fmla="*/ 1997 w 2727"/>
                  <a:gd name="T111" fmla="*/ 704 h 1796"/>
                  <a:gd name="T112" fmla="*/ 2038 w 2727"/>
                  <a:gd name="T113" fmla="*/ 480 h 1796"/>
                  <a:gd name="T114" fmla="*/ 2255 w 2727"/>
                  <a:gd name="T115" fmla="*/ 411 h 1796"/>
                  <a:gd name="T116" fmla="*/ 2353 w 2727"/>
                  <a:gd name="T117" fmla="*/ 405 h 1796"/>
                  <a:gd name="T118" fmla="*/ 2369 w 2727"/>
                  <a:gd name="T119" fmla="*/ 460 h 1796"/>
                  <a:gd name="T120" fmla="*/ 2573 w 2727"/>
                  <a:gd name="T121" fmla="*/ 320 h 1796"/>
                  <a:gd name="T122" fmla="*/ 933 w 2727"/>
                  <a:gd name="T123" fmla="*/ 809 h 1796"/>
                  <a:gd name="T124" fmla="*/ 893 w 2727"/>
                  <a:gd name="T125" fmla="*/ 699 h 1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27" h="1796">
                    <a:moveTo>
                      <a:pt x="2724" y="286"/>
                    </a:moveTo>
                    <a:cubicBezTo>
                      <a:pt x="2723" y="285"/>
                      <a:pt x="2721" y="285"/>
                      <a:pt x="2720" y="285"/>
                    </a:cubicBezTo>
                    <a:cubicBezTo>
                      <a:pt x="2720" y="284"/>
                      <a:pt x="2716" y="283"/>
                      <a:pt x="2713" y="281"/>
                    </a:cubicBezTo>
                    <a:cubicBezTo>
                      <a:pt x="2711" y="280"/>
                      <a:pt x="2710" y="280"/>
                      <a:pt x="2709" y="279"/>
                    </a:cubicBezTo>
                    <a:cubicBezTo>
                      <a:pt x="2708" y="277"/>
                      <a:pt x="2709" y="275"/>
                      <a:pt x="2708" y="274"/>
                    </a:cubicBezTo>
                    <a:cubicBezTo>
                      <a:pt x="2708" y="273"/>
                      <a:pt x="2703" y="272"/>
                      <a:pt x="2702" y="271"/>
                    </a:cubicBezTo>
                    <a:cubicBezTo>
                      <a:pt x="2701" y="270"/>
                      <a:pt x="2701" y="270"/>
                      <a:pt x="2701" y="269"/>
                    </a:cubicBezTo>
                    <a:cubicBezTo>
                      <a:pt x="2701" y="268"/>
                      <a:pt x="2696" y="268"/>
                      <a:pt x="2695" y="268"/>
                    </a:cubicBezTo>
                    <a:cubicBezTo>
                      <a:pt x="2694" y="267"/>
                      <a:pt x="2691" y="268"/>
                      <a:pt x="2688" y="268"/>
                    </a:cubicBezTo>
                    <a:cubicBezTo>
                      <a:pt x="2687" y="268"/>
                      <a:pt x="2684" y="269"/>
                      <a:pt x="2683" y="270"/>
                    </a:cubicBezTo>
                    <a:cubicBezTo>
                      <a:pt x="2682" y="270"/>
                      <a:pt x="2680" y="270"/>
                      <a:pt x="2680" y="267"/>
                    </a:cubicBezTo>
                    <a:cubicBezTo>
                      <a:pt x="2680" y="264"/>
                      <a:pt x="2676" y="265"/>
                      <a:pt x="2675" y="265"/>
                    </a:cubicBezTo>
                    <a:cubicBezTo>
                      <a:pt x="2673" y="264"/>
                      <a:pt x="2665" y="265"/>
                      <a:pt x="2664" y="265"/>
                    </a:cubicBezTo>
                    <a:cubicBezTo>
                      <a:pt x="2663" y="265"/>
                      <a:pt x="2665" y="266"/>
                      <a:pt x="2665" y="266"/>
                    </a:cubicBezTo>
                    <a:cubicBezTo>
                      <a:pt x="2667" y="270"/>
                      <a:pt x="2667" y="270"/>
                      <a:pt x="2667" y="270"/>
                    </a:cubicBezTo>
                    <a:cubicBezTo>
                      <a:pt x="2667" y="270"/>
                      <a:pt x="2668" y="273"/>
                      <a:pt x="2666" y="275"/>
                    </a:cubicBezTo>
                    <a:cubicBezTo>
                      <a:pt x="2666" y="276"/>
                      <a:pt x="2668" y="278"/>
                      <a:pt x="2668" y="279"/>
                    </a:cubicBezTo>
                    <a:cubicBezTo>
                      <a:pt x="2668" y="279"/>
                      <a:pt x="2669" y="282"/>
                      <a:pt x="2668" y="282"/>
                    </a:cubicBezTo>
                    <a:cubicBezTo>
                      <a:pt x="2668" y="282"/>
                      <a:pt x="2667" y="280"/>
                      <a:pt x="2665" y="279"/>
                    </a:cubicBezTo>
                    <a:cubicBezTo>
                      <a:pt x="2664" y="279"/>
                      <a:pt x="2664" y="279"/>
                      <a:pt x="2663" y="280"/>
                    </a:cubicBezTo>
                    <a:cubicBezTo>
                      <a:pt x="2663" y="281"/>
                      <a:pt x="2659" y="280"/>
                      <a:pt x="2659" y="280"/>
                    </a:cubicBezTo>
                    <a:cubicBezTo>
                      <a:pt x="2658" y="273"/>
                      <a:pt x="2658" y="273"/>
                      <a:pt x="2658" y="273"/>
                    </a:cubicBezTo>
                    <a:cubicBezTo>
                      <a:pt x="2658" y="270"/>
                      <a:pt x="2657" y="271"/>
                      <a:pt x="2657" y="269"/>
                    </a:cubicBezTo>
                    <a:cubicBezTo>
                      <a:pt x="2657" y="267"/>
                      <a:pt x="2658" y="267"/>
                      <a:pt x="2657" y="265"/>
                    </a:cubicBezTo>
                    <a:cubicBezTo>
                      <a:pt x="2657" y="264"/>
                      <a:pt x="2658" y="262"/>
                      <a:pt x="2657" y="260"/>
                    </a:cubicBezTo>
                    <a:cubicBezTo>
                      <a:pt x="2657" y="258"/>
                      <a:pt x="2656" y="261"/>
                      <a:pt x="2655" y="261"/>
                    </a:cubicBezTo>
                    <a:cubicBezTo>
                      <a:pt x="2655" y="261"/>
                      <a:pt x="2652" y="260"/>
                      <a:pt x="2652" y="259"/>
                    </a:cubicBezTo>
                    <a:cubicBezTo>
                      <a:pt x="2652" y="258"/>
                      <a:pt x="2652" y="256"/>
                      <a:pt x="2651" y="255"/>
                    </a:cubicBezTo>
                    <a:cubicBezTo>
                      <a:pt x="2650" y="254"/>
                      <a:pt x="2648" y="251"/>
                      <a:pt x="2647" y="250"/>
                    </a:cubicBezTo>
                    <a:cubicBezTo>
                      <a:pt x="2645" y="249"/>
                      <a:pt x="2644" y="249"/>
                      <a:pt x="2643" y="248"/>
                    </a:cubicBezTo>
                    <a:cubicBezTo>
                      <a:pt x="2643" y="247"/>
                      <a:pt x="2641" y="246"/>
                      <a:pt x="2640" y="245"/>
                    </a:cubicBezTo>
                    <a:cubicBezTo>
                      <a:pt x="2640" y="244"/>
                      <a:pt x="2637" y="244"/>
                      <a:pt x="2636" y="244"/>
                    </a:cubicBezTo>
                    <a:cubicBezTo>
                      <a:pt x="2636" y="244"/>
                      <a:pt x="2632" y="243"/>
                      <a:pt x="2630" y="241"/>
                    </a:cubicBezTo>
                    <a:cubicBezTo>
                      <a:pt x="2627" y="239"/>
                      <a:pt x="2626" y="240"/>
                      <a:pt x="2626" y="239"/>
                    </a:cubicBezTo>
                    <a:cubicBezTo>
                      <a:pt x="2625" y="239"/>
                      <a:pt x="2623" y="240"/>
                      <a:pt x="2623" y="239"/>
                    </a:cubicBezTo>
                    <a:cubicBezTo>
                      <a:pt x="2622" y="239"/>
                      <a:pt x="2620" y="239"/>
                      <a:pt x="2619" y="238"/>
                    </a:cubicBezTo>
                    <a:cubicBezTo>
                      <a:pt x="2618" y="237"/>
                      <a:pt x="2616" y="237"/>
                      <a:pt x="2615" y="236"/>
                    </a:cubicBezTo>
                    <a:cubicBezTo>
                      <a:pt x="2614" y="236"/>
                      <a:pt x="2607" y="230"/>
                      <a:pt x="2606" y="229"/>
                    </a:cubicBezTo>
                    <a:cubicBezTo>
                      <a:pt x="2605" y="227"/>
                      <a:pt x="2604" y="228"/>
                      <a:pt x="2603" y="227"/>
                    </a:cubicBezTo>
                    <a:cubicBezTo>
                      <a:pt x="2602" y="226"/>
                      <a:pt x="2602" y="227"/>
                      <a:pt x="2601" y="226"/>
                    </a:cubicBezTo>
                    <a:cubicBezTo>
                      <a:pt x="2599" y="225"/>
                      <a:pt x="2598" y="225"/>
                      <a:pt x="2597" y="224"/>
                    </a:cubicBezTo>
                    <a:cubicBezTo>
                      <a:pt x="2597" y="224"/>
                      <a:pt x="2595" y="225"/>
                      <a:pt x="2593" y="225"/>
                    </a:cubicBezTo>
                    <a:cubicBezTo>
                      <a:pt x="2591" y="225"/>
                      <a:pt x="2590" y="225"/>
                      <a:pt x="2589" y="224"/>
                    </a:cubicBezTo>
                    <a:cubicBezTo>
                      <a:pt x="2589" y="224"/>
                      <a:pt x="2574" y="212"/>
                      <a:pt x="2573" y="212"/>
                    </a:cubicBezTo>
                    <a:cubicBezTo>
                      <a:pt x="2573" y="212"/>
                      <a:pt x="2570" y="212"/>
                      <a:pt x="2569" y="212"/>
                    </a:cubicBezTo>
                    <a:cubicBezTo>
                      <a:pt x="2568" y="212"/>
                      <a:pt x="2565" y="211"/>
                      <a:pt x="2565" y="211"/>
                    </a:cubicBezTo>
                    <a:cubicBezTo>
                      <a:pt x="2564" y="210"/>
                      <a:pt x="2562" y="210"/>
                      <a:pt x="2559" y="209"/>
                    </a:cubicBezTo>
                    <a:cubicBezTo>
                      <a:pt x="2558" y="208"/>
                      <a:pt x="2558" y="209"/>
                      <a:pt x="2557" y="208"/>
                    </a:cubicBezTo>
                    <a:cubicBezTo>
                      <a:pt x="2556" y="207"/>
                      <a:pt x="2552" y="208"/>
                      <a:pt x="2552" y="208"/>
                    </a:cubicBezTo>
                    <a:cubicBezTo>
                      <a:pt x="2551" y="207"/>
                      <a:pt x="2548" y="208"/>
                      <a:pt x="2548" y="206"/>
                    </a:cubicBezTo>
                    <a:cubicBezTo>
                      <a:pt x="2547" y="205"/>
                      <a:pt x="2545" y="205"/>
                      <a:pt x="2544" y="204"/>
                    </a:cubicBezTo>
                    <a:cubicBezTo>
                      <a:pt x="2544" y="202"/>
                      <a:pt x="2541" y="203"/>
                      <a:pt x="2539" y="203"/>
                    </a:cubicBezTo>
                    <a:cubicBezTo>
                      <a:pt x="2537" y="203"/>
                      <a:pt x="2535" y="203"/>
                      <a:pt x="2533" y="202"/>
                    </a:cubicBezTo>
                    <a:cubicBezTo>
                      <a:pt x="2531" y="201"/>
                      <a:pt x="2524" y="202"/>
                      <a:pt x="2524" y="201"/>
                    </a:cubicBezTo>
                    <a:cubicBezTo>
                      <a:pt x="2524" y="200"/>
                      <a:pt x="2519" y="201"/>
                      <a:pt x="2518" y="201"/>
                    </a:cubicBezTo>
                    <a:cubicBezTo>
                      <a:pt x="2517" y="201"/>
                      <a:pt x="2513" y="201"/>
                      <a:pt x="2513" y="201"/>
                    </a:cubicBezTo>
                    <a:cubicBezTo>
                      <a:pt x="2513" y="201"/>
                      <a:pt x="2510" y="202"/>
                      <a:pt x="2509" y="202"/>
                    </a:cubicBezTo>
                    <a:cubicBezTo>
                      <a:pt x="2508" y="202"/>
                      <a:pt x="2506" y="204"/>
                      <a:pt x="2505" y="204"/>
                    </a:cubicBezTo>
                    <a:cubicBezTo>
                      <a:pt x="2504" y="205"/>
                      <a:pt x="2502" y="205"/>
                      <a:pt x="2502" y="205"/>
                    </a:cubicBezTo>
                    <a:cubicBezTo>
                      <a:pt x="2502" y="205"/>
                      <a:pt x="2502" y="203"/>
                      <a:pt x="2501" y="203"/>
                    </a:cubicBezTo>
                    <a:cubicBezTo>
                      <a:pt x="2501" y="202"/>
                      <a:pt x="2499" y="202"/>
                      <a:pt x="2498" y="202"/>
                    </a:cubicBezTo>
                    <a:cubicBezTo>
                      <a:pt x="2498" y="201"/>
                      <a:pt x="2496" y="201"/>
                      <a:pt x="2496" y="200"/>
                    </a:cubicBezTo>
                    <a:cubicBezTo>
                      <a:pt x="2496" y="200"/>
                      <a:pt x="2492" y="201"/>
                      <a:pt x="2491" y="200"/>
                    </a:cubicBezTo>
                    <a:cubicBezTo>
                      <a:pt x="2490" y="200"/>
                      <a:pt x="2487" y="199"/>
                      <a:pt x="2486" y="198"/>
                    </a:cubicBezTo>
                    <a:cubicBezTo>
                      <a:pt x="2485" y="197"/>
                      <a:pt x="2479" y="199"/>
                      <a:pt x="2479" y="199"/>
                    </a:cubicBezTo>
                    <a:cubicBezTo>
                      <a:pt x="2479" y="199"/>
                      <a:pt x="2467" y="197"/>
                      <a:pt x="2465" y="196"/>
                    </a:cubicBezTo>
                    <a:cubicBezTo>
                      <a:pt x="2464" y="196"/>
                      <a:pt x="2464" y="200"/>
                      <a:pt x="2464" y="201"/>
                    </a:cubicBezTo>
                    <a:cubicBezTo>
                      <a:pt x="2464" y="201"/>
                      <a:pt x="2464" y="204"/>
                      <a:pt x="2463" y="205"/>
                    </a:cubicBezTo>
                    <a:cubicBezTo>
                      <a:pt x="2462" y="205"/>
                      <a:pt x="2462" y="206"/>
                      <a:pt x="2461" y="207"/>
                    </a:cubicBezTo>
                    <a:cubicBezTo>
                      <a:pt x="2461" y="208"/>
                      <a:pt x="2464" y="209"/>
                      <a:pt x="2465" y="209"/>
                    </a:cubicBezTo>
                    <a:cubicBezTo>
                      <a:pt x="2466" y="210"/>
                      <a:pt x="2467" y="212"/>
                      <a:pt x="2467" y="213"/>
                    </a:cubicBezTo>
                    <a:cubicBezTo>
                      <a:pt x="2468" y="214"/>
                      <a:pt x="2471" y="217"/>
                      <a:pt x="2471" y="217"/>
                    </a:cubicBezTo>
                    <a:cubicBezTo>
                      <a:pt x="2471" y="219"/>
                      <a:pt x="2471" y="219"/>
                      <a:pt x="2471" y="219"/>
                    </a:cubicBezTo>
                    <a:cubicBezTo>
                      <a:pt x="2471" y="219"/>
                      <a:pt x="2470" y="222"/>
                      <a:pt x="2468" y="223"/>
                    </a:cubicBezTo>
                    <a:cubicBezTo>
                      <a:pt x="2467" y="225"/>
                      <a:pt x="2466" y="225"/>
                      <a:pt x="2466" y="225"/>
                    </a:cubicBezTo>
                    <a:cubicBezTo>
                      <a:pt x="2465" y="225"/>
                      <a:pt x="2463" y="226"/>
                      <a:pt x="2463" y="226"/>
                    </a:cubicBezTo>
                    <a:cubicBezTo>
                      <a:pt x="2463" y="226"/>
                      <a:pt x="2459" y="226"/>
                      <a:pt x="2458" y="226"/>
                    </a:cubicBezTo>
                    <a:cubicBezTo>
                      <a:pt x="2456" y="226"/>
                      <a:pt x="2454" y="227"/>
                      <a:pt x="2453" y="227"/>
                    </a:cubicBezTo>
                    <a:cubicBezTo>
                      <a:pt x="2452" y="226"/>
                      <a:pt x="2452" y="225"/>
                      <a:pt x="2452" y="224"/>
                    </a:cubicBezTo>
                    <a:cubicBezTo>
                      <a:pt x="2452" y="223"/>
                      <a:pt x="2450" y="222"/>
                      <a:pt x="2448" y="221"/>
                    </a:cubicBezTo>
                    <a:cubicBezTo>
                      <a:pt x="2447" y="219"/>
                      <a:pt x="2446" y="218"/>
                      <a:pt x="2445" y="217"/>
                    </a:cubicBezTo>
                    <a:cubicBezTo>
                      <a:pt x="2444" y="216"/>
                      <a:pt x="2441" y="218"/>
                      <a:pt x="2440" y="218"/>
                    </a:cubicBezTo>
                    <a:cubicBezTo>
                      <a:pt x="2440" y="218"/>
                      <a:pt x="2437" y="219"/>
                      <a:pt x="2436" y="217"/>
                    </a:cubicBezTo>
                    <a:cubicBezTo>
                      <a:pt x="2436" y="216"/>
                      <a:pt x="2436" y="215"/>
                      <a:pt x="2436" y="213"/>
                    </a:cubicBezTo>
                    <a:cubicBezTo>
                      <a:pt x="2436" y="212"/>
                      <a:pt x="2435" y="209"/>
                      <a:pt x="2434" y="208"/>
                    </a:cubicBezTo>
                    <a:cubicBezTo>
                      <a:pt x="2433" y="207"/>
                      <a:pt x="2431" y="202"/>
                      <a:pt x="2430" y="202"/>
                    </a:cubicBezTo>
                    <a:cubicBezTo>
                      <a:pt x="2430" y="202"/>
                      <a:pt x="2429" y="204"/>
                      <a:pt x="2429" y="204"/>
                    </a:cubicBezTo>
                    <a:cubicBezTo>
                      <a:pt x="2429" y="204"/>
                      <a:pt x="2426" y="206"/>
                      <a:pt x="2425" y="206"/>
                    </a:cubicBezTo>
                    <a:cubicBezTo>
                      <a:pt x="2425" y="207"/>
                      <a:pt x="2422" y="209"/>
                      <a:pt x="2422" y="209"/>
                    </a:cubicBezTo>
                    <a:cubicBezTo>
                      <a:pt x="2419" y="208"/>
                      <a:pt x="2419" y="208"/>
                      <a:pt x="2419" y="208"/>
                    </a:cubicBezTo>
                    <a:cubicBezTo>
                      <a:pt x="2419" y="208"/>
                      <a:pt x="2414" y="210"/>
                      <a:pt x="2413" y="209"/>
                    </a:cubicBezTo>
                    <a:cubicBezTo>
                      <a:pt x="2413" y="209"/>
                      <a:pt x="2407" y="210"/>
                      <a:pt x="2406" y="208"/>
                    </a:cubicBezTo>
                    <a:cubicBezTo>
                      <a:pt x="2402" y="209"/>
                      <a:pt x="2402" y="209"/>
                      <a:pt x="2402" y="209"/>
                    </a:cubicBezTo>
                    <a:cubicBezTo>
                      <a:pt x="2397" y="208"/>
                      <a:pt x="2397" y="208"/>
                      <a:pt x="2397" y="208"/>
                    </a:cubicBezTo>
                    <a:cubicBezTo>
                      <a:pt x="2390" y="208"/>
                      <a:pt x="2390" y="208"/>
                      <a:pt x="2390" y="208"/>
                    </a:cubicBezTo>
                    <a:cubicBezTo>
                      <a:pt x="2385" y="207"/>
                      <a:pt x="2385" y="207"/>
                      <a:pt x="2385" y="207"/>
                    </a:cubicBezTo>
                    <a:cubicBezTo>
                      <a:pt x="2385" y="207"/>
                      <a:pt x="2382" y="208"/>
                      <a:pt x="2381" y="205"/>
                    </a:cubicBezTo>
                    <a:cubicBezTo>
                      <a:pt x="2380" y="203"/>
                      <a:pt x="2378" y="205"/>
                      <a:pt x="2378" y="205"/>
                    </a:cubicBezTo>
                    <a:cubicBezTo>
                      <a:pt x="2375" y="207"/>
                      <a:pt x="2375" y="207"/>
                      <a:pt x="2375" y="207"/>
                    </a:cubicBezTo>
                    <a:cubicBezTo>
                      <a:pt x="2372" y="206"/>
                      <a:pt x="2372" y="206"/>
                      <a:pt x="2372" y="206"/>
                    </a:cubicBezTo>
                    <a:cubicBezTo>
                      <a:pt x="2368" y="205"/>
                      <a:pt x="2368" y="205"/>
                      <a:pt x="2368" y="205"/>
                    </a:cubicBezTo>
                    <a:cubicBezTo>
                      <a:pt x="2362" y="206"/>
                      <a:pt x="2362" y="206"/>
                      <a:pt x="2362" y="206"/>
                    </a:cubicBezTo>
                    <a:cubicBezTo>
                      <a:pt x="2358" y="206"/>
                      <a:pt x="2358" y="206"/>
                      <a:pt x="2358" y="206"/>
                    </a:cubicBezTo>
                    <a:cubicBezTo>
                      <a:pt x="2358" y="206"/>
                      <a:pt x="2358" y="206"/>
                      <a:pt x="2358" y="206"/>
                    </a:cubicBezTo>
                    <a:cubicBezTo>
                      <a:pt x="2358" y="206"/>
                      <a:pt x="2352" y="206"/>
                      <a:pt x="2352" y="206"/>
                    </a:cubicBezTo>
                    <a:cubicBezTo>
                      <a:pt x="2351" y="206"/>
                      <a:pt x="2349" y="208"/>
                      <a:pt x="2348" y="208"/>
                    </a:cubicBezTo>
                    <a:cubicBezTo>
                      <a:pt x="2348" y="209"/>
                      <a:pt x="2347" y="210"/>
                      <a:pt x="2346" y="210"/>
                    </a:cubicBezTo>
                    <a:cubicBezTo>
                      <a:pt x="2346" y="211"/>
                      <a:pt x="2345" y="214"/>
                      <a:pt x="2345" y="215"/>
                    </a:cubicBezTo>
                    <a:cubicBezTo>
                      <a:pt x="2345" y="215"/>
                      <a:pt x="2347" y="219"/>
                      <a:pt x="2347" y="219"/>
                    </a:cubicBezTo>
                    <a:cubicBezTo>
                      <a:pt x="2347" y="219"/>
                      <a:pt x="2347" y="224"/>
                      <a:pt x="2347" y="225"/>
                    </a:cubicBezTo>
                    <a:cubicBezTo>
                      <a:pt x="2347" y="226"/>
                      <a:pt x="2346" y="224"/>
                      <a:pt x="2345" y="223"/>
                    </a:cubicBezTo>
                    <a:cubicBezTo>
                      <a:pt x="2345" y="223"/>
                      <a:pt x="2343" y="220"/>
                      <a:pt x="2343" y="219"/>
                    </a:cubicBezTo>
                    <a:cubicBezTo>
                      <a:pt x="2342" y="218"/>
                      <a:pt x="2343" y="218"/>
                      <a:pt x="2343" y="216"/>
                    </a:cubicBezTo>
                    <a:cubicBezTo>
                      <a:pt x="2343" y="214"/>
                      <a:pt x="2343" y="214"/>
                      <a:pt x="2343" y="213"/>
                    </a:cubicBezTo>
                    <a:cubicBezTo>
                      <a:pt x="2343" y="212"/>
                      <a:pt x="2341" y="211"/>
                      <a:pt x="2341" y="210"/>
                    </a:cubicBezTo>
                    <a:cubicBezTo>
                      <a:pt x="2340" y="209"/>
                      <a:pt x="2339" y="208"/>
                      <a:pt x="2339" y="207"/>
                    </a:cubicBezTo>
                    <a:cubicBezTo>
                      <a:pt x="2339" y="206"/>
                      <a:pt x="2336" y="206"/>
                      <a:pt x="2336" y="206"/>
                    </a:cubicBezTo>
                    <a:cubicBezTo>
                      <a:pt x="2336" y="206"/>
                      <a:pt x="2333" y="206"/>
                      <a:pt x="2332" y="205"/>
                    </a:cubicBezTo>
                    <a:cubicBezTo>
                      <a:pt x="2331" y="205"/>
                      <a:pt x="2329" y="206"/>
                      <a:pt x="2328" y="206"/>
                    </a:cubicBezTo>
                    <a:cubicBezTo>
                      <a:pt x="2327" y="205"/>
                      <a:pt x="2325" y="205"/>
                      <a:pt x="2324" y="204"/>
                    </a:cubicBezTo>
                    <a:cubicBezTo>
                      <a:pt x="2322" y="202"/>
                      <a:pt x="2323" y="202"/>
                      <a:pt x="2324" y="200"/>
                    </a:cubicBezTo>
                    <a:cubicBezTo>
                      <a:pt x="2324" y="198"/>
                      <a:pt x="2324" y="199"/>
                      <a:pt x="2326" y="198"/>
                    </a:cubicBezTo>
                    <a:cubicBezTo>
                      <a:pt x="2328" y="197"/>
                      <a:pt x="2328" y="196"/>
                      <a:pt x="2328" y="193"/>
                    </a:cubicBezTo>
                    <a:cubicBezTo>
                      <a:pt x="2328" y="190"/>
                      <a:pt x="2328" y="190"/>
                      <a:pt x="2327" y="188"/>
                    </a:cubicBezTo>
                    <a:cubicBezTo>
                      <a:pt x="2326" y="186"/>
                      <a:pt x="2325" y="187"/>
                      <a:pt x="2325" y="187"/>
                    </a:cubicBezTo>
                    <a:cubicBezTo>
                      <a:pt x="2325" y="187"/>
                      <a:pt x="2322" y="185"/>
                      <a:pt x="2322" y="184"/>
                    </a:cubicBezTo>
                    <a:cubicBezTo>
                      <a:pt x="2321" y="183"/>
                      <a:pt x="2319" y="181"/>
                      <a:pt x="2318" y="180"/>
                    </a:cubicBezTo>
                    <a:cubicBezTo>
                      <a:pt x="2317" y="179"/>
                      <a:pt x="2316" y="180"/>
                      <a:pt x="2316" y="179"/>
                    </a:cubicBezTo>
                    <a:cubicBezTo>
                      <a:pt x="2315" y="178"/>
                      <a:pt x="2312" y="178"/>
                      <a:pt x="2312" y="178"/>
                    </a:cubicBezTo>
                    <a:cubicBezTo>
                      <a:pt x="2312" y="178"/>
                      <a:pt x="2309" y="177"/>
                      <a:pt x="2309" y="176"/>
                    </a:cubicBezTo>
                    <a:cubicBezTo>
                      <a:pt x="2309" y="174"/>
                      <a:pt x="2306" y="175"/>
                      <a:pt x="2306" y="175"/>
                    </a:cubicBezTo>
                    <a:cubicBezTo>
                      <a:pt x="2306" y="175"/>
                      <a:pt x="2304" y="175"/>
                      <a:pt x="2303" y="175"/>
                    </a:cubicBezTo>
                    <a:cubicBezTo>
                      <a:pt x="2303" y="174"/>
                      <a:pt x="2302" y="174"/>
                      <a:pt x="2301" y="173"/>
                    </a:cubicBezTo>
                    <a:cubicBezTo>
                      <a:pt x="2301" y="172"/>
                      <a:pt x="2299" y="173"/>
                      <a:pt x="2299" y="173"/>
                    </a:cubicBezTo>
                    <a:cubicBezTo>
                      <a:pt x="2295" y="173"/>
                      <a:pt x="2295" y="173"/>
                      <a:pt x="2295" y="173"/>
                    </a:cubicBezTo>
                    <a:cubicBezTo>
                      <a:pt x="2292" y="173"/>
                      <a:pt x="2292" y="173"/>
                      <a:pt x="2292" y="173"/>
                    </a:cubicBezTo>
                    <a:cubicBezTo>
                      <a:pt x="2288" y="173"/>
                      <a:pt x="2288" y="173"/>
                      <a:pt x="2288" y="173"/>
                    </a:cubicBezTo>
                    <a:cubicBezTo>
                      <a:pt x="2288" y="173"/>
                      <a:pt x="2284" y="173"/>
                      <a:pt x="2282" y="173"/>
                    </a:cubicBezTo>
                    <a:cubicBezTo>
                      <a:pt x="2281" y="172"/>
                      <a:pt x="2280" y="173"/>
                      <a:pt x="2280" y="173"/>
                    </a:cubicBezTo>
                    <a:cubicBezTo>
                      <a:pt x="2280" y="173"/>
                      <a:pt x="2278" y="173"/>
                      <a:pt x="2277" y="173"/>
                    </a:cubicBezTo>
                    <a:cubicBezTo>
                      <a:pt x="2276" y="172"/>
                      <a:pt x="2274" y="172"/>
                      <a:pt x="2274" y="172"/>
                    </a:cubicBezTo>
                    <a:cubicBezTo>
                      <a:pt x="2268" y="173"/>
                      <a:pt x="2268" y="173"/>
                      <a:pt x="2268" y="173"/>
                    </a:cubicBezTo>
                    <a:cubicBezTo>
                      <a:pt x="2265" y="174"/>
                      <a:pt x="2265" y="174"/>
                      <a:pt x="2265" y="174"/>
                    </a:cubicBezTo>
                    <a:cubicBezTo>
                      <a:pt x="2261" y="174"/>
                      <a:pt x="2261" y="174"/>
                      <a:pt x="2261" y="174"/>
                    </a:cubicBezTo>
                    <a:cubicBezTo>
                      <a:pt x="2261" y="174"/>
                      <a:pt x="2256" y="177"/>
                      <a:pt x="2255" y="177"/>
                    </a:cubicBezTo>
                    <a:cubicBezTo>
                      <a:pt x="2254" y="177"/>
                      <a:pt x="2248" y="176"/>
                      <a:pt x="2248" y="176"/>
                    </a:cubicBezTo>
                    <a:cubicBezTo>
                      <a:pt x="2248" y="176"/>
                      <a:pt x="2246" y="177"/>
                      <a:pt x="2246" y="177"/>
                    </a:cubicBezTo>
                    <a:cubicBezTo>
                      <a:pt x="2246" y="176"/>
                      <a:pt x="2239" y="179"/>
                      <a:pt x="2238" y="180"/>
                    </a:cubicBezTo>
                    <a:cubicBezTo>
                      <a:pt x="2236" y="181"/>
                      <a:pt x="2232" y="181"/>
                      <a:pt x="2231" y="180"/>
                    </a:cubicBezTo>
                    <a:cubicBezTo>
                      <a:pt x="2229" y="180"/>
                      <a:pt x="2224" y="178"/>
                      <a:pt x="2224" y="177"/>
                    </a:cubicBezTo>
                    <a:cubicBezTo>
                      <a:pt x="2225" y="176"/>
                      <a:pt x="2223" y="175"/>
                      <a:pt x="2224" y="174"/>
                    </a:cubicBezTo>
                    <a:cubicBezTo>
                      <a:pt x="2225" y="173"/>
                      <a:pt x="2222" y="171"/>
                      <a:pt x="2221" y="170"/>
                    </a:cubicBezTo>
                    <a:cubicBezTo>
                      <a:pt x="2220" y="168"/>
                      <a:pt x="2219" y="168"/>
                      <a:pt x="2218" y="168"/>
                    </a:cubicBezTo>
                    <a:cubicBezTo>
                      <a:pt x="2218" y="168"/>
                      <a:pt x="2215" y="168"/>
                      <a:pt x="2213" y="167"/>
                    </a:cubicBezTo>
                    <a:cubicBezTo>
                      <a:pt x="2211" y="165"/>
                      <a:pt x="2211" y="167"/>
                      <a:pt x="2210" y="166"/>
                    </a:cubicBezTo>
                    <a:cubicBezTo>
                      <a:pt x="2209" y="165"/>
                      <a:pt x="2208" y="165"/>
                      <a:pt x="2206" y="164"/>
                    </a:cubicBezTo>
                    <a:cubicBezTo>
                      <a:pt x="2205" y="163"/>
                      <a:pt x="2205" y="164"/>
                      <a:pt x="2204" y="164"/>
                    </a:cubicBezTo>
                    <a:cubicBezTo>
                      <a:pt x="2202" y="165"/>
                      <a:pt x="2200" y="166"/>
                      <a:pt x="2198" y="165"/>
                    </a:cubicBezTo>
                    <a:cubicBezTo>
                      <a:pt x="2197" y="164"/>
                      <a:pt x="2197" y="164"/>
                      <a:pt x="2197" y="163"/>
                    </a:cubicBezTo>
                    <a:cubicBezTo>
                      <a:pt x="2196" y="161"/>
                      <a:pt x="2193" y="161"/>
                      <a:pt x="2191" y="161"/>
                    </a:cubicBezTo>
                    <a:cubicBezTo>
                      <a:pt x="2189" y="161"/>
                      <a:pt x="2186" y="161"/>
                      <a:pt x="2185" y="161"/>
                    </a:cubicBezTo>
                    <a:cubicBezTo>
                      <a:pt x="2184" y="161"/>
                      <a:pt x="2183" y="160"/>
                      <a:pt x="2184" y="158"/>
                    </a:cubicBezTo>
                    <a:cubicBezTo>
                      <a:pt x="2185" y="155"/>
                      <a:pt x="2191" y="161"/>
                      <a:pt x="2193" y="160"/>
                    </a:cubicBezTo>
                    <a:cubicBezTo>
                      <a:pt x="2195" y="159"/>
                      <a:pt x="2192" y="158"/>
                      <a:pt x="2191" y="156"/>
                    </a:cubicBezTo>
                    <a:cubicBezTo>
                      <a:pt x="2189" y="154"/>
                      <a:pt x="2190" y="155"/>
                      <a:pt x="2191" y="154"/>
                    </a:cubicBezTo>
                    <a:cubicBezTo>
                      <a:pt x="2192" y="154"/>
                      <a:pt x="2193" y="153"/>
                      <a:pt x="2194" y="152"/>
                    </a:cubicBezTo>
                    <a:cubicBezTo>
                      <a:pt x="2194" y="150"/>
                      <a:pt x="2193" y="150"/>
                      <a:pt x="2193" y="149"/>
                    </a:cubicBezTo>
                    <a:cubicBezTo>
                      <a:pt x="2193" y="149"/>
                      <a:pt x="2188" y="146"/>
                      <a:pt x="2187" y="146"/>
                    </a:cubicBezTo>
                    <a:cubicBezTo>
                      <a:pt x="2186" y="146"/>
                      <a:pt x="2175" y="142"/>
                      <a:pt x="2173" y="142"/>
                    </a:cubicBezTo>
                    <a:cubicBezTo>
                      <a:pt x="2171" y="141"/>
                      <a:pt x="2169" y="142"/>
                      <a:pt x="2167" y="142"/>
                    </a:cubicBezTo>
                    <a:cubicBezTo>
                      <a:pt x="2166" y="141"/>
                      <a:pt x="2164" y="142"/>
                      <a:pt x="2163" y="142"/>
                    </a:cubicBezTo>
                    <a:cubicBezTo>
                      <a:pt x="2163" y="142"/>
                      <a:pt x="2160" y="142"/>
                      <a:pt x="2159" y="142"/>
                    </a:cubicBezTo>
                    <a:cubicBezTo>
                      <a:pt x="2158" y="142"/>
                      <a:pt x="2157" y="144"/>
                      <a:pt x="2157" y="144"/>
                    </a:cubicBezTo>
                    <a:cubicBezTo>
                      <a:pt x="2154" y="144"/>
                      <a:pt x="2154" y="144"/>
                      <a:pt x="2154" y="144"/>
                    </a:cubicBezTo>
                    <a:cubicBezTo>
                      <a:pt x="2154" y="144"/>
                      <a:pt x="2152" y="143"/>
                      <a:pt x="2152" y="141"/>
                    </a:cubicBezTo>
                    <a:cubicBezTo>
                      <a:pt x="2152" y="141"/>
                      <a:pt x="2152" y="141"/>
                      <a:pt x="2151" y="141"/>
                    </a:cubicBezTo>
                    <a:cubicBezTo>
                      <a:pt x="2151" y="140"/>
                      <a:pt x="2149" y="140"/>
                      <a:pt x="2149" y="140"/>
                    </a:cubicBezTo>
                    <a:cubicBezTo>
                      <a:pt x="2149" y="140"/>
                      <a:pt x="2145" y="139"/>
                      <a:pt x="2145" y="138"/>
                    </a:cubicBezTo>
                    <a:cubicBezTo>
                      <a:pt x="2144" y="137"/>
                      <a:pt x="2140" y="138"/>
                      <a:pt x="2139" y="137"/>
                    </a:cubicBezTo>
                    <a:cubicBezTo>
                      <a:pt x="2137" y="136"/>
                      <a:pt x="2135" y="137"/>
                      <a:pt x="2133" y="137"/>
                    </a:cubicBezTo>
                    <a:cubicBezTo>
                      <a:pt x="2131" y="136"/>
                      <a:pt x="2130" y="137"/>
                      <a:pt x="2129" y="136"/>
                    </a:cubicBezTo>
                    <a:cubicBezTo>
                      <a:pt x="2129" y="136"/>
                      <a:pt x="2126" y="138"/>
                      <a:pt x="2125" y="136"/>
                    </a:cubicBezTo>
                    <a:cubicBezTo>
                      <a:pt x="2124" y="134"/>
                      <a:pt x="2122" y="136"/>
                      <a:pt x="2120" y="135"/>
                    </a:cubicBezTo>
                    <a:cubicBezTo>
                      <a:pt x="2119" y="134"/>
                      <a:pt x="2116" y="136"/>
                      <a:pt x="2116" y="136"/>
                    </a:cubicBezTo>
                    <a:cubicBezTo>
                      <a:pt x="2104" y="134"/>
                      <a:pt x="2104" y="134"/>
                      <a:pt x="2104" y="134"/>
                    </a:cubicBezTo>
                    <a:cubicBezTo>
                      <a:pt x="2104" y="134"/>
                      <a:pt x="2099" y="134"/>
                      <a:pt x="2098" y="134"/>
                    </a:cubicBezTo>
                    <a:cubicBezTo>
                      <a:pt x="2097" y="134"/>
                      <a:pt x="2094" y="133"/>
                      <a:pt x="2094" y="133"/>
                    </a:cubicBezTo>
                    <a:cubicBezTo>
                      <a:pt x="2094" y="133"/>
                      <a:pt x="2089" y="134"/>
                      <a:pt x="2088" y="134"/>
                    </a:cubicBezTo>
                    <a:cubicBezTo>
                      <a:pt x="2087" y="134"/>
                      <a:pt x="2085" y="135"/>
                      <a:pt x="2084" y="134"/>
                    </a:cubicBezTo>
                    <a:cubicBezTo>
                      <a:pt x="2082" y="132"/>
                      <a:pt x="2082" y="132"/>
                      <a:pt x="2080" y="130"/>
                    </a:cubicBezTo>
                    <a:cubicBezTo>
                      <a:pt x="2077" y="129"/>
                      <a:pt x="2077" y="130"/>
                      <a:pt x="2075" y="130"/>
                    </a:cubicBezTo>
                    <a:cubicBezTo>
                      <a:pt x="2073" y="130"/>
                      <a:pt x="2073" y="130"/>
                      <a:pt x="2075" y="132"/>
                    </a:cubicBezTo>
                    <a:cubicBezTo>
                      <a:pt x="2075" y="133"/>
                      <a:pt x="2076" y="136"/>
                      <a:pt x="2076" y="136"/>
                    </a:cubicBezTo>
                    <a:cubicBezTo>
                      <a:pt x="2077" y="137"/>
                      <a:pt x="2076" y="139"/>
                      <a:pt x="2076" y="140"/>
                    </a:cubicBezTo>
                    <a:cubicBezTo>
                      <a:pt x="2076" y="140"/>
                      <a:pt x="2072" y="141"/>
                      <a:pt x="2070" y="140"/>
                    </a:cubicBezTo>
                    <a:cubicBezTo>
                      <a:pt x="2068" y="139"/>
                      <a:pt x="2068" y="140"/>
                      <a:pt x="2063" y="140"/>
                    </a:cubicBezTo>
                    <a:cubicBezTo>
                      <a:pt x="2058" y="139"/>
                      <a:pt x="2059" y="140"/>
                      <a:pt x="2057" y="141"/>
                    </a:cubicBezTo>
                    <a:cubicBezTo>
                      <a:pt x="2056" y="141"/>
                      <a:pt x="2056" y="141"/>
                      <a:pt x="2055" y="142"/>
                    </a:cubicBezTo>
                    <a:cubicBezTo>
                      <a:pt x="2054" y="143"/>
                      <a:pt x="2054" y="144"/>
                      <a:pt x="2053" y="146"/>
                    </a:cubicBezTo>
                    <a:cubicBezTo>
                      <a:pt x="2053" y="147"/>
                      <a:pt x="2055" y="149"/>
                      <a:pt x="2055" y="149"/>
                    </a:cubicBezTo>
                    <a:cubicBezTo>
                      <a:pt x="2055" y="149"/>
                      <a:pt x="2056" y="147"/>
                      <a:pt x="2057" y="146"/>
                    </a:cubicBezTo>
                    <a:cubicBezTo>
                      <a:pt x="2058" y="145"/>
                      <a:pt x="2060" y="146"/>
                      <a:pt x="2062" y="146"/>
                    </a:cubicBezTo>
                    <a:cubicBezTo>
                      <a:pt x="2064" y="146"/>
                      <a:pt x="2063" y="147"/>
                      <a:pt x="2062" y="148"/>
                    </a:cubicBezTo>
                    <a:cubicBezTo>
                      <a:pt x="2061" y="150"/>
                      <a:pt x="2061" y="151"/>
                      <a:pt x="2061" y="151"/>
                    </a:cubicBezTo>
                    <a:cubicBezTo>
                      <a:pt x="2061" y="151"/>
                      <a:pt x="2059" y="154"/>
                      <a:pt x="2059" y="155"/>
                    </a:cubicBezTo>
                    <a:cubicBezTo>
                      <a:pt x="2058" y="156"/>
                      <a:pt x="2059" y="158"/>
                      <a:pt x="2059" y="159"/>
                    </a:cubicBezTo>
                    <a:cubicBezTo>
                      <a:pt x="2059" y="159"/>
                      <a:pt x="2061" y="162"/>
                      <a:pt x="2062" y="163"/>
                    </a:cubicBezTo>
                    <a:cubicBezTo>
                      <a:pt x="2062" y="164"/>
                      <a:pt x="2061" y="163"/>
                      <a:pt x="2059" y="164"/>
                    </a:cubicBezTo>
                    <a:cubicBezTo>
                      <a:pt x="2057" y="164"/>
                      <a:pt x="2055" y="165"/>
                      <a:pt x="2055" y="163"/>
                    </a:cubicBezTo>
                    <a:cubicBezTo>
                      <a:pt x="2054" y="162"/>
                      <a:pt x="2054" y="162"/>
                      <a:pt x="2053" y="161"/>
                    </a:cubicBezTo>
                    <a:cubicBezTo>
                      <a:pt x="2051" y="159"/>
                      <a:pt x="2049" y="159"/>
                      <a:pt x="2049" y="159"/>
                    </a:cubicBezTo>
                    <a:cubicBezTo>
                      <a:pt x="2049" y="159"/>
                      <a:pt x="2042" y="162"/>
                      <a:pt x="2040" y="162"/>
                    </a:cubicBezTo>
                    <a:cubicBezTo>
                      <a:pt x="2039" y="162"/>
                      <a:pt x="2037" y="162"/>
                      <a:pt x="2036" y="161"/>
                    </a:cubicBezTo>
                    <a:cubicBezTo>
                      <a:pt x="2035" y="161"/>
                      <a:pt x="2037" y="163"/>
                      <a:pt x="2038" y="164"/>
                    </a:cubicBezTo>
                    <a:cubicBezTo>
                      <a:pt x="2040" y="165"/>
                      <a:pt x="2039" y="167"/>
                      <a:pt x="2038" y="169"/>
                    </a:cubicBezTo>
                    <a:cubicBezTo>
                      <a:pt x="2038" y="171"/>
                      <a:pt x="2036" y="172"/>
                      <a:pt x="2035" y="171"/>
                    </a:cubicBezTo>
                    <a:cubicBezTo>
                      <a:pt x="2034" y="170"/>
                      <a:pt x="2032" y="171"/>
                      <a:pt x="2031" y="170"/>
                    </a:cubicBezTo>
                    <a:cubicBezTo>
                      <a:pt x="2030" y="170"/>
                      <a:pt x="2027" y="170"/>
                      <a:pt x="2027" y="168"/>
                    </a:cubicBezTo>
                    <a:cubicBezTo>
                      <a:pt x="2027" y="167"/>
                      <a:pt x="2023" y="167"/>
                      <a:pt x="2022" y="164"/>
                    </a:cubicBezTo>
                    <a:cubicBezTo>
                      <a:pt x="2021" y="161"/>
                      <a:pt x="2018" y="161"/>
                      <a:pt x="2018" y="161"/>
                    </a:cubicBezTo>
                    <a:cubicBezTo>
                      <a:pt x="2018" y="161"/>
                      <a:pt x="2013" y="161"/>
                      <a:pt x="2013" y="160"/>
                    </a:cubicBezTo>
                    <a:cubicBezTo>
                      <a:pt x="2012" y="159"/>
                      <a:pt x="2008" y="161"/>
                      <a:pt x="2007" y="161"/>
                    </a:cubicBezTo>
                    <a:cubicBezTo>
                      <a:pt x="2007" y="160"/>
                      <a:pt x="2003" y="161"/>
                      <a:pt x="2001" y="161"/>
                    </a:cubicBezTo>
                    <a:cubicBezTo>
                      <a:pt x="1999" y="162"/>
                      <a:pt x="1998" y="163"/>
                      <a:pt x="1997" y="164"/>
                    </a:cubicBezTo>
                    <a:cubicBezTo>
                      <a:pt x="1995" y="165"/>
                      <a:pt x="1993" y="166"/>
                      <a:pt x="1991" y="166"/>
                    </a:cubicBezTo>
                    <a:cubicBezTo>
                      <a:pt x="1990" y="166"/>
                      <a:pt x="1981" y="166"/>
                      <a:pt x="1981" y="165"/>
                    </a:cubicBezTo>
                    <a:cubicBezTo>
                      <a:pt x="1980" y="163"/>
                      <a:pt x="1977" y="164"/>
                      <a:pt x="1976" y="163"/>
                    </a:cubicBezTo>
                    <a:cubicBezTo>
                      <a:pt x="1975" y="162"/>
                      <a:pt x="1973" y="161"/>
                      <a:pt x="1972" y="159"/>
                    </a:cubicBezTo>
                    <a:cubicBezTo>
                      <a:pt x="1972" y="158"/>
                      <a:pt x="1970" y="157"/>
                      <a:pt x="1969" y="155"/>
                    </a:cubicBezTo>
                    <a:cubicBezTo>
                      <a:pt x="1968" y="154"/>
                      <a:pt x="1968" y="154"/>
                      <a:pt x="1966" y="154"/>
                    </a:cubicBezTo>
                    <a:cubicBezTo>
                      <a:pt x="1965" y="154"/>
                      <a:pt x="1965" y="157"/>
                      <a:pt x="1965" y="157"/>
                    </a:cubicBezTo>
                    <a:cubicBezTo>
                      <a:pt x="1965" y="157"/>
                      <a:pt x="1963" y="162"/>
                      <a:pt x="1960" y="165"/>
                    </a:cubicBezTo>
                    <a:cubicBezTo>
                      <a:pt x="1960" y="165"/>
                      <a:pt x="1958" y="168"/>
                      <a:pt x="1958" y="170"/>
                    </a:cubicBezTo>
                    <a:cubicBezTo>
                      <a:pt x="1958" y="170"/>
                      <a:pt x="1957" y="170"/>
                      <a:pt x="1957" y="171"/>
                    </a:cubicBezTo>
                    <a:cubicBezTo>
                      <a:pt x="1957" y="173"/>
                      <a:pt x="1956" y="173"/>
                      <a:pt x="1955" y="174"/>
                    </a:cubicBezTo>
                    <a:cubicBezTo>
                      <a:pt x="1954" y="176"/>
                      <a:pt x="1953" y="177"/>
                      <a:pt x="1952" y="178"/>
                    </a:cubicBezTo>
                    <a:cubicBezTo>
                      <a:pt x="1951" y="179"/>
                      <a:pt x="1949" y="181"/>
                      <a:pt x="1948" y="180"/>
                    </a:cubicBezTo>
                    <a:cubicBezTo>
                      <a:pt x="1947" y="179"/>
                      <a:pt x="1947" y="180"/>
                      <a:pt x="1946" y="179"/>
                    </a:cubicBezTo>
                    <a:cubicBezTo>
                      <a:pt x="1945" y="179"/>
                      <a:pt x="1943" y="179"/>
                      <a:pt x="1942" y="178"/>
                    </a:cubicBezTo>
                    <a:cubicBezTo>
                      <a:pt x="1940" y="177"/>
                      <a:pt x="1938" y="177"/>
                      <a:pt x="1937" y="176"/>
                    </a:cubicBezTo>
                    <a:cubicBezTo>
                      <a:pt x="1935" y="175"/>
                      <a:pt x="1933" y="173"/>
                      <a:pt x="1932" y="173"/>
                    </a:cubicBezTo>
                    <a:cubicBezTo>
                      <a:pt x="1931" y="172"/>
                      <a:pt x="1930" y="169"/>
                      <a:pt x="1929" y="168"/>
                    </a:cubicBezTo>
                    <a:cubicBezTo>
                      <a:pt x="1929" y="167"/>
                      <a:pt x="1921" y="162"/>
                      <a:pt x="1920" y="159"/>
                    </a:cubicBezTo>
                    <a:cubicBezTo>
                      <a:pt x="1919" y="157"/>
                      <a:pt x="1918" y="158"/>
                      <a:pt x="1916" y="157"/>
                    </a:cubicBezTo>
                    <a:cubicBezTo>
                      <a:pt x="1915" y="157"/>
                      <a:pt x="1914" y="155"/>
                      <a:pt x="1913" y="153"/>
                    </a:cubicBezTo>
                    <a:cubicBezTo>
                      <a:pt x="1912" y="151"/>
                      <a:pt x="1912" y="150"/>
                      <a:pt x="1913" y="148"/>
                    </a:cubicBezTo>
                    <a:cubicBezTo>
                      <a:pt x="1913" y="148"/>
                      <a:pt x="1916" y="150"/>
                      <a:pt x="1917" y="150"/>
                    </a:cubicBezTo>
                    <a:cubicBezTo>
                      <a:pt x="1918" y="151"/>
                      <a:pt x="1920" y="151"/>
                      <a:pt x="1922" y="150"/>
                    </a:cubicBezTo>
                    <a:cubicBezTo>
                      <a:pt x="1923" y="150"/>
                      <a:pt x="1923" y="149"/>
                      <a:pt x="1925" y="147"/>
                    </a:cubicBezTo>
                    <a:cubicBezTo>
                      <a:pt x="1926" y="144"/>
                      <a:pt x="1924" y="144"/>
                      <a:pt x="1924" y="142"/>
                    </a:cubicBezTo>
                    <a:cubicBezTo>
                      <a:pt x="1924" y="140"/>
                      <a:pt x="1922" y="141"/>
                      <a:pt x="1921" y="141"/>
                    </a:cubicBezTo>
                    <a:cubicBezTo>
                      <a:pt x="1920" y="140"/>
                      <a:pt x="1918" y="140"/>
                      <a:pt x="1916" y="139"/>
                    </a:cubicBezTo>
                    <a:cubicBezTo>
                      <a:pt x="1915" y="138"/>
                      <a:pt x="1917" y="138"/>
                      <a:pt x="1918" y="136"/>
                    </a:cubicBezTo>
                    <a:cubicBezTo>
                      <a:pt x="1919" y="135"/>
                      <a:pt x="1919" y="136"/>
                      <a:pt x="1920" y="134"/>
                    </a:cubicBezTo>
                    <a:cubicBezTo>
                      <a:pt x="1922" y="132"/>
                      <a:pt x="1919" y="132"/>
                      <a:pt x="1918" y="130"/>
                    </a:cubicBezTo>
                    <a:cubicBezTo>
                      <a:pt x="1916" y="129"/>
                      <a:pt x="1914" y="129"/>
                      <a:pt x="1914" y="127"/>
                    </a:cubicBezTo>
                    <a:cubicBezTo>
                      <a:pt x="1914" y="126"/>
                      <a:pt x="1918" y="128"/>
                      <a:pt x="1918" y="127"/>
                    </a:cubicBezTo>
                    <a:cubicBezTo>
                      <a:pt x="1919" y="126"/>
                      <a:pt x="1918" y="125"/>
                      <a:pt x="1918" y="122"/>
                    </a:cubicBezTo>
                    <a:cubicBezTo>
                      <a:pt x="1917" y="119"/>
                      <a:pt x="1915" y="121"/>
                      <a:pt x="1913" y="120"/>
                    </a:cubicBezTo>
                    <a:cubicBezTo>
                      <a:pt x="1910" y="118"/>
                      <a:pt x="1909" y="118"/>
                      <a:pt x="1909" y="118"/>
                    </a:cubicBezTo>
                    <a:cubicBezTo>
                      <a:pt x="1909" y="118"/>
                      <a:pt x="1909" y="115"/>
                      <a:pt x="1909" y="113"/>
                    </a:cubicBezTo>
                    <a:cubicBezTo>
                      <a:pt x="1908" y="111"/>
                      <a:pt x="1904" y="113"/>
                      <a:pt x="1901" y="112"/>
                    </a:cubicBezTo>
                    <a:cubicBezTo>
                      <a:pt x="1898" y="111"/>
                      <a:pt x="1896" y="112"/>
                      <a:pt x="1894" y="112"/>
                    </a:cubicBezTo>
                    <a:cubicBezTo>
                      <a:pt x="1892" y="112"/>
                      <a:pt x="1892" y="113"/>
                      <a:pt x="1891" y="114"/>
                    </a:cubicBezTo>
                    <a:cubicBezTo>
                      <a:pt x="1890" y="115"/>
                      <a:pt x="1889" y="116"/>
                      <a:pt x="1887" y="116"/>
                    </a:cubicBezTo>
                    <a:cubicBezTo>
                      <a:pt x="1886" y="115"/>
                      <a:pt x="1886" y="115"/>
                      <a:pt x="1886" y="113"/>
                    </a:cubicBezTo>
                    <a:cubicBezTo>
                      <a:pt x="1886" y="111"/>
                      <a:pt x="1884" y="112"/>
                      <a:pt x="1883" y="112"/>
                    </a:cubicBezTo>
                    <a:cubicBezTo>
                      <a:pt x="1882" y="112"/>
                      <a:pt x="1877" y="114"/>
                      <a:pt x="1876" y="114"/>
                    </a:cubicBezTo>
                    <a:cubicBezTo>
                      <a:pt x="1875" y="114"/>
                      <a:pt x="1870" y="112"/>
                      <a:pt x="1870" y="111"/>
                    </a:cubicBezTo>
                    <a:cubicBezTo>
                      <a:pt x="1870" y="110"/>
                      <a:pt x="1867" y="110"/>
                      <a:pt x="1867" y="109"/>
                    </a:cubicBezTo>
                    <a:cubicBezTo>
                      <a:pt x="1867" y="108"/>
                      <a:pt x="1864" y="109"/>
                      <a:pt x="1864" y="107"/>
                    </a:cubicBezTo>
                    <a:cubicBezTo>
                      <a:pt x="1863" y="106"/>
                      <a:pt x="1862" y="104"/>
                      <a:pt x="1860" y="103"/>
                    </a:cubicBezTo>
                    <a:cubicBezTo>
                      <a:pt x="1858" y="102"/>
                      <a:pt x="1860" y="103"/>
                      <a:pt x="1858" y="107"/>
                    </a:cubicBezTo>
                    <a:cubicBezTo>
                      <a:pt x="1857" y="112"/>
                      <a:pt x="1856" y="110"/>
                      <a:pt x="1854" y="110"/>
                    </a:cubicBezTo>
                    <a:cubicBezTo>
                      <a:pt x="1852" y="110"/>
                      <a:pt x="1851" y="109"/>
                      <a:pt x="1850" y="109"/>
                    </a:cubicBezTo>
                    <a:cubicBezTo>
                      <a:pt x="1848" y="110"/>
                      <a:pt x="1848" y="111"/>
                      <a:pt x="1846" y="112"/>
                    </a:cubicBezTo>
                    <a:cubicBezTo>
                      <a:pt x="1845" y="112"/>
                      <a:pt x="1845" y="115"/>
                      <a:pt x="1847" y="118"/>
                    </a:cubicBezTo>
                    <a:cubicBezTo>
                      <a:pt x="1847" y="118"/>
                      <a:pt x="1847" y="120"/>
                      <a:pt x="1847" y="121"/>
                    </a:cubicBezTo>
                    <a:cubicBezTo>
                      <a:pt x="1846" y="122"/>
                      <a:pt x="1846" y="123"/>
                      <a:pt x="1847" y="124"/>
                    </a:cubicBezTo>
                    <a:cubicBezTo>
                      <a:pt x="1847" y="125"/>
                      <a:pt x="1847" y="126"/>
                      <a:pt x="1847" y="126"/>
                    </a:cubicBezTo>
                    <a:cubicBezTo>
                      <a:pt x="1847" y="126"/>
                      <a:pt x="1847" y="129"/>
                      <a:pt x="1846" y="130"/>
                    </a:cubicBezTo>
                    <a:cubicBezTo>
                      <a:pt x="1846" y="131"/>
                      <a:pt x="1843" y="130"/>
                      <a:pt x="1842" y="129"/>
                    </a:cubicBezTo>
                    <a:cubicBezTo>
                      <a:pt x="1840" y="128"/>
                      <a:pt x="1838" y="128"/>
                      <a:pt x="1837" y="127"/>
                    </a:cubicBezTo>
                    <a:cubicBezTo>
                      <a:pt x="1837" y="126"/>
                      <a:pt x="1833" y="127"/>
                      <a:pt x="1832" y="127"/>
                    </a:cubicBezTo>
                    <a:cubicBezTo>
                      <a:pt x="1831" y="126"/>
                      <a:pt x="1825" y="127"/>
                      <a:pt x="1823" y="126"/>
                    </a:cubicBezTo>
                    <a:cubicBezTo>
                      <a:pt x="1821" y="125"/>
                      <a:pt x="1823" y="126"/>
                      <a:pt x="1822" y="126"/>
                    </a:cubicBezTo>
                    <a:cubicBezTo>
                      <a:pt x="1820" y="125"/>
                      <a:pt x="1817" y="127"/>
                      <a:pt x="1816" y="127"/>
                    </a:cubicBezTo>
                    <a:cubicBezTo>
                      <a:pt x="1815" y="127"/>
                      <a:pt x="1813" y="127"/>
                      <a:pt x="1812" y="126"/>
                    </a:cubicBezTo>
                    <a:cubicBezTo>
                      <a:pt x="1811" y="125"/>
                      <a:pt x="1808" y="125"/>
                      <a:pt x="1808" y="125"/>
                    </a:cubicBezTo>
                    <a:cubicBezTo>
                      <a:pt x="1808" y="125"/>
                      <a:pt x="1806" y="123"/>
                      <a:pt x="1804" y="122"/>
                    </a:cubicBezTo>
                    <a:cubicBezTo>
                      <a:pt x="1803" y="121"/>
                      <a:pt x="1802" y="122"/>
                      <a:pt x="1801" y="123"/>
                    </a:cubicBezTo>
                    <a:cubicBezTo>
                      <a:pt x="1800" y="124"/>
                      <a:pt x="1799" y="125"/>
                      <a:pt x="1798" y="125"/>
                    </a:cubicBezTo>
                    <a:cubicBezTo>
                      <a:pt x="1797" y="126"/>
                      <a:pt x="1793" y="125"/>
                      <a:pt x="1793" y="125"/>
                    </a:cubicBezTo>
                    <a:cubicBezTo>
                      <a:pt x="1792" y="124"/>
                      <a:pt x="1790" y="124"/>
                      <a:pt x="1790" y="122"/>
                    </a:cubicBezTo>
                    <a:cubicBezTo>
                      <a:pt x="1789" y="120"/>
                      <a:pt x="1785" y="122"/>
                      <a:pt x="1784" y="119"/>
                    </a:cubicBezTo>
                    <a:cubicBezTo>
                      <a:pt x="1782" y="117"/>
                      <a:pt x="1783" y="118"/>
                      <a:pt x="1783" y="116"/>
                    </a:cubicBezTo>
                    <a:cubicBezTo>
                      <a:pt x="1783" y="115"/>
                      <a:pt x="1785" y="116"/>
                      <a:pt x="1785" y="115"/>
                    </a:cubicBezTo>
                    <a:cubicBezTo>
                      <a:pt x="1786" y="114"/>
                      <a:pt x="1785" y="113"/>
                      <a:pt x="1784" y="113"/>
                    </a:cubicBezTo>
                    <a:cubicBezTo>
                      <a:pt x="1783" y="112"/>
                      <a:pt x="1782" y="113"/>
                      <a:pt x="1778" y="114"/>
                    </a:cubicBezTo>
                    <a:cubicBezTo>
                      <a:pt x="1774" y="114"/>
                      <a:pt x="1768" y="111"/>
                      <a:pt x="1766" y="111"/>
                    </a:cubicBezTo>
                    <a:cubicBezTo>
                      <a:pt x="1764" y="110"/>
                      <a:pt x="1762" y="111"/>
                      <a:pt x="1762" y="110"/>
                    </a:cubicBezTo>
                    <a:cubicBezTo>
                      <a:pt x="1761" y="110"/>
                      <a:pt x="1759" y="109"/>
                      <a:pt x="1757" y="108"/>
                    </a:cubicBezTo>
                    <a:cubicBezTo>
                      <a:pt x="1756" y="107"/>
                      <a:pt x="1754" y="109"/>
                      <a:pt x="1753" y="108"/>
                    </a:cubicBezTo>
                    <a:cubicBezTo>
                      <a:pt x="1752" y="108"/>
                      <a:pt x="1749" y="109"/>
                      <a:pt x="1748" y="108"/>
                    </a:cubicBezTo>
                    <a:cubicBezTo>
                      <a:pt x="1747" y="108"/>
                      <a:pt x="1744" y="108"/>
                      <a:pt x="1743" y="107"/>
                    </a:cubicBezTo>
                    <a:cubicBezTo>
                      <a:pt x="1742" y="107"/>
                      <a:pt x="1740" y="109"/>
                      <a:pt x="1738" y="109"/>
                    </a:cubicBezTo>
                    <a:cubicBezTo>
                      <a:pt x="1737" y="110"/>
                      <a:pt x="1734" y="111"/>
                      <a:pt x="1732" y="111"/>
                    </a:cubicBezTo>
                    <a:cubicBezTo>
                      <a:pt x="1731" y="111"/>
                      <a:pt x="1727" y="111"/>
                      <a:pt x="1725" y="111"/>
                    </a:cubicBezTo>
                    <a:cubicBezTo>
                      <a:pt x="1724" y="110"/>
                      <a:pt x="1719" y="113"/>
                      <a:pt x="1719" y="114"/>
                    </a:cubicBezTo>
                    <a:cubicBezTo>
                      <a:pt x="1718" y="116"/>
                      <a:pt x="1721" y="119"/>
                      <a:pt x="1721" y="119"/>
                    </a:cubicBezTo>
                    <a:cubicBezTo>
                      <a:pt x="1721" y="119"/>
                      <a:pt x="1716" y="119"/>
                      <a:pt x="1715" y="117"/>
                    </a:cubicBezTo>
                    <a:cubicBezTo>
                      <a:pt x="1714" y="116"/>
                      <a:pt x="1713" y="115"/>
                      <a:pt x="1713" y="114"/>
                    </a:cubicBezTo>
                    <a:cubicBezTo>
                      <a:pt x="1713" y="113"/>
                      <a:pt x="1714" y="113"/>
                      <a:pt x="1714" y="111"/>
                    </a:cubicBezTo>
                    <a:cubicBezTo>
                      <a:pt x="1715" y="109"/>
                      <a:pt x="1714" y="109"/>
                      <a:pt x="1713" y="108"/>
                    </a:cubicBezTo>
                    <a:cubicBezTo>
                      <a:pt x="1712" y="106"/>
                      <a:pt x="1711" y="104"/>
                      <a:pt x="1711" y="104"/>
                    </a:cubicBezTo>
                    <a:cubicBezTo>
                      <a:pt x="1711" y="104"/>
                      <a:pt x="1706" y="108"/>
                      <a:pt x="1705" y="109"/>
                    </a:cubicBezTo>
                    <a:cubicBezTo>
                      <a:pt x="1704" y="109"/>
                      <a:pt x="1701" y="109"/>
                      <a:pt x="1701" y="109"/>
                    </a:cubicBezTo>
                    <a:cubicBezTo>
                      <a:pt x="1700" y="109"/>
                      <a:pt x="1697" y="109"/>
                      <a:pt x="1695" y="107"/>
                    </a:cubicBezTo>
                    <a:cubicBezTo>
                      <a:pt x="1693" y="106"/>
                      <a:pt x="1692" y="107"/>
                      <a:pt x="1691" y="105"/>
                    </a:cubicBezTo>
                    <a:cubicBezTo>
                      <a:pt x="1690" y="104"/>
                      <a:pt x="1691" y="104"/>
                      <a:pt x="1688" y="103"/>
                    </a:cubicBezTo>
                    <a:cubicBezTo>
                      <a:pt x="1688" y="103"/>
                      <a:pt x="1687" y="103"/>
                      <a:pt x="1687" y="103"/>
                    </a:cubicBezTo>
                    <a:cubicBezTo>
                      <a:pt x="1686" y="104"/>
                      <a:pt x="1685" y="104"/>
                      <a:pt x="1684" y="104"/>
                    </a:cubicBezTo>
                    <a:cubicBezTo>
                      <a:pt x="1682" y="103"/>
                      <a:pt x="1681" y="103"/>
                      <a:pt x="1678" y="102"/>
                    </a:cubicBezTo>
                    <a:cubicBezTo>
                      <a:pt x="1676" y="100"/>
                      <a:pt x="1674" y="102"/>
                      <a:pt x="1673" y="102"/>
                    </a:cubicBezTo>
                    <a:cubicBezTo>
                      <a:pt x="1672" y="102"/>
                      <a:pt x="1671" y="103"/>
                      <a:pt x="1670" y="103"/>
                    </a:cubicBezTo>
                    <a:cubicBezTo>
                      <a:pt x="1669" y="103"/>
                      <a:pt x="1667" y="107"/>
                      <a:pt x="1665" y="107"/>
                    </a:cubicBezTo>
                    <a:cubicBezTo>
                      <a:pt x="1664" y="108"/>
                      <a:pt x="1667" y="109"/>
                      <a:pt x="1668" y="109"/>
                    </a:cubicBezTo>
                    <a:cubicBezTo>
                      <a:pt x="1668" y="109"/>
                      <a:pt x="1674" y="110"/>
                      <a:pt x="1675" y="109"/>
                    </a:cubicBezTo>
                    <a:cubicBezTo>
                      <a:pt x="1675" y="109"/>
                      <a:pt x="1674" y="111"/>
                      <a:pt x="1673" y="112"/>
                    </a:cubicBezTo>
                    <a:cubicBezTo>
                      <a:pt x="1672" y="113"/>
                      <a:pt x="1663" y="114"/>
                      <a:pt x="1663" y="114"/>
                    </a:cubicBezTo>
                    <a:cubicBezTo>
                      <a:pt x="1663" y="114"/>
                      <a:pt x="1659" y="115"/>
                      <a:pt x="1659" y="115"/>
                    </a:cubicBezTo>
                    <a:cubicBezTo>
                      <a:pt x="1658" y="115"/>
                      <a:pt x="1654" y="118"/>
                      <a:pt x="1650" y="118"/>
                    </a:cubicBezTo>
                    <a:cubicBezTo>
                      <a:pt x="1646" y="119"/>
                      <a:pt x="1646" y="119"/>
                      <a:pt x="1646" y="119"/>
                    </a:cubicBezTo>
                    <a:cubicBezTo>
                      <a:pt x="1646" y="119"/>
                      <a:pt x="1643" y="120"/>
                      <a:pt x="1642" y="121"/>
                    </a:cubicBezTo>
                    <a:cubicBezTo>
                      <a:pt x="1641" y="121"/>
                      <a:pt x="1638" y="121"/>
                      <a:pt x="1636" y="121"/>
                    </a:cubicBezTo>
                    <a:cubicBezTo>
                      <a:pt x="1634" y="121"/>
                      <a:pt x="1634" y="122"/>
                      <a:pt x="1634" y="122"/>
                    </a:cubicBezTo>
                    <a:cubicBezTo>
                      <a:pt x="1634" y="122"/>
                      <a:pt x="1629" y="122"/>
                      <a:pt x="1628" y="122"/>
                    </a:cubicBezTo>
                    <a:cubicBezTo>
                      <a:pt x="1627" y="122"/>
                      <a:pt x="1625" y="123"/>
                      <a:pt x="1621" y="124"/>
                    </a:cubicBezTo>
                    <a:cubicBezTo>
                      <a:pt x="1620" y="125"/>
                      <a:pt x="1619" y="126"/>
                      <a:pt x="1618" y="127"/>
                    </a:cubicBezTo>
                    <a:cubicBezTo>
                      <a:pt x="1616" y="129"/>
                      <a:pt x="1614" y="130"/>
                      <a:pt x="1612" y="130"/>
                    </a:cubicBezTo>
                    <a:cubicBezTo>
                      <a:pt x="1611" y="131"/>
                      <a:pt x="1610" y="132"/>
                      <a:pt x="1609" y="132"/>
                    </a:cubicBezTo>
                    <a:cubicBezTo>
                      <a:pt x="1608" y="132"/>
                      <a:pt x="1607" y="131"/>
                      <a:pt x="1609" y="130"/>
                    </a:cubicBezTo>
                    <a:cubicBezTo>
                      <a:pt x="1610" y="128"/>
                      <a:pt x="1612" y="128"/>
                      <a:pt x="1613" y="127"/>
                    </a:cubicBezTo>
                    <a:cubicBezTo>
                      <a:pt x="1614" y="126"/>
                      <a:pt x="1615" y="124"/>
                      <a:pt x="1616" y="123"/>
                    </a:cubicBezTo>
                    <a:cubicBezTo>
                      <a:pt x="1616" y="122"/>
                      <a:pt x="1617" y="120"/>
                      <a:pt x="1618" y="119"/>
                    </a:cubicBezTo>
                    <a:cubicBezTo>
                      <a:pt x="1619" y="119"/>
                      <a:pt x="1623" y="118"/>
                      <a:pt x="1624" y="118"/>
                    </a:cubicBezTo>
                    <a:cubicBezTo>
                      <a:pt x="1625" y="118"/>
                      <a:pt x="1627" y="118"/>
                      <a:pt x="1628" y="117"/>
                    </a:cubicBezTo>
                    <a:cubicBezTo>
                      <a:pt x="1628" y="116"/>
                      <a:pt x="1630" y="115"/>
                      <a:pt x="1631" y="114"/>
                    </a:cubicBezTo>
                    <a:cubicBezTo>
                      <a:pt x="1631" y="113"/>
                      <a:pt x="1632" y="112"/>
                      <a:pt x="1633" y="111"/>
                    </a:cubicBezTo>
                    <a:cubicBezTo>
                      <a:pt x="1634" y="111"/>
                      <a:pt x="1636" y="111"/>
                      <a:pt x="1638" y="111"/>
                    </a:cubicBezTo>
                    <a:cubicBezTo>
                      <a:pt x="1641" y="110"/>
                      <a:pt x="1642" y="111"/>
                      <a:pt x="1643" y="109"/>
                    </a:cubicBezTo>
                    <a:cubicBezTo>
                      <a:pt x="1645" y="108"/>
                      <a:pt x="1645" y="109"/>
                      <a:pt x="1647" y="108"/>
                    </a:cubicBezTo>
                    <a:cubicBezTo>
                      <a:pt x="1648" y="107"/>
                      <a:pt x="1649" y="106"/>
                      <a:pt x="1651" y="104"/>
                    </a:cubicBezTo>
                    <a:cubicBezTo>
                      <a:pt x="1653" y="102"/>
                      <a:pt x="1653" y="102"/>
                      <a:pt x="1654" y="101"/>
                    </a:cubicBezTo>
                    <a:cubicBezTo>
                      <a:pt x="1656" y="100"/>
                      <a:pt x="1656" y="101"/>
                      <a:pt x="1658" y="101"/>
                    </a:cubicBezTo>
                    <a:cubicBezTo>
                      <a:pt x="1660" y="100"/>
                      <a:pt x="1660" y="101"/>
                      <a:pt x="1662" y="99"/>
                    </a:cubicBezTo>
                    <a:cubicBezTo>
                      <a:pt x="1664" y="97"/>
                      <a:pt x="1664" y="98"/>
                      <a:pt x="1666" y="97"/>
                    </a:cubicBezTo>
                    <a:cubicBezTo>
                      <a:pt x="1668" y="96"/>
                      <a:pt x="1668" y="97"/>
                      <a:pt x="1667" y="96"/>
                    </a:cubicBezTo>
                    <a:cubicBezTo>
                      <a:pt x="1666" y="94"/>
                      <a:pt x="1667" y="95"/>
                      <a:pt x="1668" y="93"/>
                    </a:cubicBezTo>
                    <a:cubicBezTo>
                      <a:pt x="1670" y="91"/>
                      <a:pt x="1671" y="92"/>
                      <a:pt x="1673" y="91"/>
                    </a:cubicBezTo>
                    <a:cubicBezTo>
                      <a:pt x="1674" y="90"/>
                      <a:pt x="1676" y="90"/>
                      <a:pt x="1679" y="88"/>
                    </a:cubicBezTo>
                    <a:cubicBezTo>
                      <a:pt x="1679" y="87"/>
                      <a:pt x="1681" y="87"/>
                      <a:pt x="1683" y="86"/>
                    </a:cubicBezTo>
                    <a:cubicBezTo>
                      <a:pt x="1684" y="84"/>
                      <a:pt x="1686" y="85"/>
                      <a:pt x="1687" y="84"/>
                    </a:cubicBezTo>
                    <a:cubicBezTo>
                      <a:pt x="1688" y="84"/>
                      <a:pt x="1692" y="82"/>
                      <a:pt x="1693" y="82"/>
                    </a:cubicBezTo>
                    <a:cubicBezTo>
                      <a:pt x="1694" y="81"/>
                      <a:pt x="1696" y="80"/>
                      <a:pt x="1698" y="80"/>
                    </a:cubicBezTo>
                    <a:cubicBezTo>
                      <a:pt x="1701" y="79"/>
                      <a:pt x="1698" y="80"/>
                      <a:pt x="1701" y="78"/>
                    </a:cubicBezTo>
                    <a:cubicBezTo>
                      <a:pt x="1704" y="76"/>
                      <a:pt x="1704" y="76"/>
                      <a:pt x="1705" y="76"/>
                    </a:cubicBezTo>
                    <a:cubicBezTo>
                      <a:pt x="1706" y="76"/>
                      <a:pt x="1708" y="75"/>
                      <a:pt x="1710" y="74"/>
                    </a:cubicBezTo>
                    <a:cubicBezTo>
                      <a:pt x="1712" y="73"/>
                      <a:pt x="1716" y="68"/>
                      <a:pt x="1716" y="68"/>
                    </a:cubicBezTo>
                    <a:cubicBezTo>
                      <a:pt x="1716" y="68"/>
                      <a:pt x="1718" y="65"/>
                      <a:pt x="1718" y="64"/>
                    </a:cubicBezTo>
                    <a:cubicBezTo>
                      <a:pt x="1718" y="62"/>
                      <a:pt x="1717" y="62"/>
                      <a:pt x="1716" y="61"/>
                    </a:cubicBezTo>
                    <a:cubicBezTo>
                      <a:pt x="1715" y="59"/>
                      <a:pt x="1713" y="59"/>
                      <a:pt x="1711" y="58"/>
                    </a:cubicBezTo>
                    <a:cubicBezTo>
                      <a:pt x="1710" y="57"/>
                      <a:pt x="1707" y="57"/>
                      <a:pt x="1706" y="55"/>
                    </a:cubicBezTo>
                    <a:cubicBezTo>
                      <a:pt x="1705" y="54"/>
                      <a:pt x="1707" y="54"/>
                      <a:pt x="1709" y="54"/>
                    </a:cubicBezTo>
                    <a:cubicBezTo>
                      <a:pt x="1710" y="54"/>
                      <a:pt x="1712" y="56"/>
                      <a:pt x="1712" y="56"/>
                    </a:cubicBezTo>
                    <a:cubicBezTo>
                      <a:pt x="1712" y="56"/>
                      <a:pt x="1716" y="58"/>
                      <a:pt x="1718" y="57"/>
                    </a:cubicBezTo>
                    <a:cubicBezTo>
                      <a:pt x="1720" y="57"/>
                      <a:pt x="1719" y="56"/>
                      <a:pt x="1719" y="52"/>
                    </a:cubicBezTo>
                    <a:cubicBezTo>
                      <a:pt x="1718" y="51"/>
                      <a:pt x="1717" y="51"/>
                      <a:pt x="1716" y="49"/>
                    </a:cubicBezTo>
                    <a:cubicBezTo>
                      <a:pt x="1715" y="48"/>
                      <a:pt x="1716" y="48"/>
                      <a:pt x="1716" y="46"/>
                    </a:cubicBezTo>
                    <a:cubicBezTo>
                      <a:pt x="1716" y="45"/>
                      <a:pt x="1714" y="44"/>
                      <a:pt x="1713" y="43"/>
                    </a:cubicBezTo>
                    <a:cubicBezTo>
                      <a:pt x="1712" y="42"/>
                      <a:pt x="1711" y="44"/>
                      <a:pt x="1711" y="44"/>
                    </a:cubicBezTo>
                    <a:cubicBezTo>
                      <a:pt x="1711" y="44"/>
                      <a:pt x="1709" y="47"/>
                      <a:pt x="1707" y="47"/>
                    </a:cubicBezTo>
                    <a:cubicBezTo>
                      <a:pt x="1706" y="46"/>
                      <a:pt x="1707" y="47"/>
                      <a:pt x="1706" y="45"/>
                    </a:cubicBezTo>
                    <a:cubicBezTo>
                      <a:pt x="1705" y="43"/>
                      <a:pt x="1704" y="42"/>
                      <a:pt x="1704" y="41"/>
                    </a:cubicBezTo>
                    <a:cubicBezTo>
                      <a:pt x="1703" y="39"/>
                      <a:pt x="1705" y="38"/>
                      <a:pt x="1705" y="36"/>
                    </a:cubicBezTo>
                    <a:cubicBezTo>
                      <a:pt x="1705" y="34"/>
                      <a:pt x="1703" y="35"/>
                      <a:pt x="1700" y="34"/>
                    </a:cubicBezTo>
                    <a:cubicBezTo>
                      <a:pt x="1700" y="34"/>
                      <a:pt x="1696" y="33"/>
                      <a:pt x="1695" y="32"/>
                    </a:cubicBezTo>
                    <a:cubicBezTo>
                      <a:pt x="1694" y="32"/>
                      <a:pt x="1693" y="31"/>
                      <a:pt x="1692" y="30"/>
                    </a:cubicBezTo>
                    <a:cubicBezTo>
                      <a:pt x="1691" y="28"/>
                      <a:pt x="1689" y="29"/>
                      <a:pt x="1688" y="28"/>
                    </a:cubicBezTo>
                    <a:cubicBezTo>
                      <a:pt x="1687" y="28"/>
                      <a:pt x="1685" y="28"/>
                      <a:pt x="1683" y="28"/>
                    </a:cubicBezTo>
                    <a:cubicBezTo>
                      <a:pt x="1682" y="27"/>
                      <a:pt x="1679" y="28"/>
                      <a:pt x="1678" y="27"/>
                    </a:cubicBezTo>
                    <a:cubicBezTo>
                      <a:pt x="1676" y="26"/>
                      <a:pt x="1674" y="28"/>
                      <a:pt x="1673" y="29"/>
                    </a:cubicBezTo>
                    <a:cubicBezTo>
                      <a:pt x="1672" y="29"/>
                      <a:pt x="1667" y="30"/>
                      <a:pt x="1667" y="30"/>
                    </a:cubicBezTo>
                    <a:cubicBezTo>
                      <a:pt x="1667" y="30"/>
                      <a:pt x="1656" y="28"/>
                      <a:pt x="1653" y="28"/>
                    </a:cubicBezTo>
                    <a:cubicBezTo>
                      <a:pt x="1650" y="27"/>
                      <a:pt x="1649" y="29"/>
                      <a:pt x="1642" y="29"/>
                    </a:cubicBezTo>
                    <a:cubicBezTo>
                      <a:pt x="1636" y="28"/>
                      <a:pt x="1642" y="30"/>
                      <a:pt x="1641" y="32"/>
                    </a:cubicBezTo>
                    <a:cubicBezTo>
                      <a:pt x="1640" y="33"/>
                      <a:pt x="1639" y="34"/>
                      <a:pt x="1635" y="33"/>
                    </a:cubicBezTo>
                    <a:cubicBezTo>
                      <a:pt x="1630" y="33"/>
                      <a:pt x="1633" y="34"/>
                      <a:pt x="1631" y="34"/>
                    </a:cubicBezTo>
                    <a:cubicBezTo>
                      <a:pt x="1630" y="34"/>
                      <a:pt x="1628" y="35"/>
                      <a:pt x="1627" y="35"/>
                    </a:cubicBezTo>
                    <a:cubicBezTo>
                      <a:pt x="1625" y="34"/>
                      <a:pt x="1625" y="34"/>
                      <a:pt x="1626" y="32"/>
                    </a:cubicBezTo>
                    <a:cubicBezTo>
                      <a:pt x="1626" y="31"/>
                      <a:pt x="1629" y="31"/>
                      <a:pt x="1630" y="30"/>
                    </a:cubicBezTo>
                    <a:cubicBezTo>
                      <a:pt x="1631" y="28"/>
                      <a:pt x="1634" y="27"/>
                      <a:pt x="1634" y="24"/>
                    </a:cubicBezTo>
                    <a:cubicBezTo>
                      <a:pt x="1635" y="22"/>
                      <a:pt x="1634" y="22"/>
                      <a:pt x="1634" y="21"/>
                    </a:cubicBezTo>
                    <a:cubicBezTo>
                      <a:pt x="1634" y="20"/>
                      <a:pt x="1633" y="21"/>
                      <a:pt x="1631" y="20"/>
                    </a:cubicBezTo>
                    <a:cubicBezTo>
                      <a:pt x="1629" y="19"/>
                      <a:pt x="1628" y="20"/>
                      <a:pt x="1626" y="20"/>
                    </a:cubicBezTo>
                    <a:cubicBezTo>
                      <a:pt x="1625" y="20"/>
                      <a:pt x="1619" y="21"/>
                      <a:pt x="1617" y="20"/>
                    </a:cubicBezTo>
                    <a:cubicBezTo>
                      <a:pt x="1615" y="20"/>
                      <a:pt x="1616" y="21"/>
                      <a:pt x="1615" y="18"/>
                    </a:cubicBezTo>
                    <a:cubicBezTo>
                      <a:pt x="1615" y="16"/>
                      <a:pt x="1612" y="19"/>
                      <a:pt x="1611" y="18"/>
                    </a:cubicBezTo>
                    <a:cubicBezTo>
                      <a:pt x="1609" y="17"/>
                      <a:pt x="1609" y="18"/>
                      <a:pt x="1607" y="19"/>
                    </a:cubicBezTo>
                    <a:cubicBezTo>
                      <a:pt x="1605" y="19"/>
                      <a:pt x="1603" y="20"/>
                      <a:pt x="1601" y="19"/>
                    </a:cubicBezTo>
                    <a:cubicBezTo>
                      <a:pt x="1599" y="18"/>
                      <a:pt x="1601" y="19"/>
                      <a:pt x="1603" y="16"/>
                    </a:cubicBezTo>
                    <a:cubicBezTo>
                      <a:pt x="1606" y="14"/>
                      <a:pt x="1606" y="15"/>
                      <a:pt x="1609" y="15"/>
                    </a:cubicBezTo>
                    <a:cubicBezTo>
                      <a:pt x="1611" y="14"/>
                      <a:pt x="1611" y="14"/>
                      <a:pt x="1614" y="12"/>
                    </a:cubicBezTo>
                    <a:cubicBezTo>
                      <a:pt x="1618" y="9"/>
                      <a:pt x="1615" y="11"/>
                      <a:pt x="1614" y="9"/>
                    </a:cubicBezTo>
                    <a:cubicBezTo>
                      <a:pt x="1614" y="7"/>
                      <a:pt x="1613" y="7"/>
                      <a:pt x="1612" y="6"/>
                    </a:cubicBezTo>
                    <a:cubicBezTo>
                      <a:pt x="1611" y="5"/>
                      <a:pt x="1610" y="6"/>
                      <a:pt x="1610" y="6"/>
                    </a:cubicBezTo>
                    <a:cubicBezTo>
                      <a:pt x="1610" y="6"/>
                      <a:pt x="1605" y="6"/>
                      <a:pt x="1605" y="4"/>
                    </a:cubicBezTo>
                    <a:cubicBezTo>
                      <a:pt x="1604" y="2"/>
                      <a:pt x="1603" y="3"/>
                      <a:pt x="1601" y="2"/>
                    </a:cubicBezTo>
                    <a:cubicBezTo>
                      <a:pt x="1599" y="2"/>
                      <a:pt x="1597" y="2"/>
                      <a:pt x="1596" y="2"/>
                    </a:cubicBezTo>
                    <a:cubicBezTo>
                      <a:pt x="1594" y="1"/>
                      <a:pt x="1592" y="1"/>
                      <a:pt x="1591" y="1"/>
                    </a:cubicBezTo>
                    <a:cubicBezTo>
                      <a:pt x="1589" y="0"/>
                      <a:pt x="1587" y="2"/>
                      <a:pt x="1586" y="2"/>
                    </a:cubicBezTo>
                    <a:cubicBezTo>
                      <a:pt x="1585" y="2"/>
                      <a:pt x="1583" y="3"/>
                      <a:pt x="1582" y="2"/>
                    </a:cubicBezTo>
                    <a:cubicBezTo>
                      <a:pt x="1580" y="1"/>
                      <a:pt x="1579" y="3"/>
                      <a:pt x="1578" y="3"/>
                    </a:cubicBezTo>
                    <a:cubicBezTo>
                      <a:pt x="1577" y="3"/>
                      <a:pt x="1574" y="5"/>
                      <a:pt x="1573" y="6"/>
                    </a:cubicBezTo>
                    <a:cubicBezTo>
                      <a:pt x="1572" y="7"/>
                      <a:pt x="1570" y="9"/>
                      <a:pt x="1570" y="9"/>
                    </a:cubicBezTo>
                    <a:cubicBezTo>
                      <a:pt x="1570" y="9"/>
                      <a:pt x="1562" y="12"/>
                      <a:pt x="1560" y="13"/>
                    </a:cubicBezTo>
                    <a:cubicBezTo>
                      <a:pt x="1559" y="13"/>
                      <a:pt x="1558" y="16"/>
                      <a:pt x="1554" y="22"/>
                    </a:cubicBezTo>
                    <a:cubicBezTo>
                      <a:pt x="1549" y="28"/>
                      <a:pt x="1553" y="23"/>
                      <a:pt x="1551" y="25"/>
                    </a:cubicBezTo>
                    <a:cubicBezTo>
                      <a:pt x="1550" y="27"/>
                      <a:pt x="1552" y="28"/>
                      <a:pt x="1553" y="28"/>
                    </a:cubicBezTo>
                    <a:cubicBezTo>
                      <a:pt x="1553" y="29"/>
                      <a:pt x="1554" y="30"/>
                      <a:pt x="1553" y="31"/>
                    </a:cubicBezTo>
                    <a:cubicBezTo>
                      <a:pt x="1553" y="31"/>
                      <a:pt x="1553" y="32"/>
                      <a:pt x="1554" y="33"/>
                    </a:cubicBezTo>
                    <a:cubicBezTo>
                      <a:pt x="1553" y="33"/>
                      <a:pt x="1552" y="34"/>
                      <a:pt x="1552" y="33"/>
                    </a:cubicBezTo>
                    <a:cubicBezTo>
                      <a:pt x="1551" y="33"/>
                      <a:pt x="1549" y="34"/>
                      <a:pt x="1546" y="34"/>
                    </a:cubicBezTo>
                    <a:cubicBezTo>
                      <a:pt x="1543" y="34"/>
                      <a:pt x="1544" y="34"/>
                      <a:pt x="1543" y="34"/>
                    </a:cubicBezTo>
                    <a:cubicBezTo>
                      <a:pt x="1542" y="33"/>
                      <a:pt x="1539" y="33"/>
                      <a:pt x="1537" y="33"/>
                    </a:cubicBezTo>
                    <a:cubicBezTo>
                      <a:pt x="1536" y="32"/>
                      <a:pt x="1534" y="34"/>
                      <a:pt x="1532" y="34"/>
                    </a:cubicBezTo>
                    <a:cubicBezTo>
                      <a:pt x="1531" y="34"/>
                      <a:pt x="1528" y="35"/>
                      <a:pt x="1526" y="36"/>
                    </a:cubicBezTo>
                    <a:cubicBezTo>
                      <a:pt x="1525" y="37"/>
                      <a:pt x="1527" y="37"/>
                      <a:pt x="1527" y="38"/>
                    </a:cubicBezTo>
                    <a:cubicBezTo>
                      <a:pt x="1527" y="39"/>
                      <a:pt x="1529" y="40"/>
                      <a:pt x="1529" y="40"/>
                    </a:cubicBezTo>
                    <a:cubicBezTo>
                      <a:pt x="1529" y="40"/>
                      <a:pt x="1533" y="42"/>
                      <a:pt x="1534" y="42"/>
                    </a:cubicBezTo>
                    <a:cubicBezTo>
                      <a:pt x="1535" y="43"/>
                      <a:pt x="1537" y="46"/>
                      <a:pt x="1537" y="47"/>
                    </a:cubicBezTo>
                    <a:cubicBezTo>
                      <a:pt x="1536" y="48"/>
                      <a:pt x="1535" y="48"/>
                      <a:pt x="1533" y="47"/>
                    </a:cubicBezTo>
                    <a:cubicBezTo>
                      <a:pt x="1531" y="45"/>
                      <a:pt x="1533" y="47"/>
                      <a:pt x="1531" y="47"/>
                    </a:cubicBezTo>
                    <a:cubicBezTo>
                      <a:pt x="1529" y="47"/>
                      <a:pt x="1530" y="47"/>
                      <a:pt x="1526" y="44"/>
                    </a:cubicBezTo>
                    <a:cubicBezTo>
                      <a:pt x="1525" y="42"/>
                      <a:pt x="1525" y="44"/>
                      <a:pt x="1524" y="43"/>
                    </a:cubicBezTo>
                    <a:cubicBezTo>
                      <a:pt x="1522" y="43"/>
                      <a:pt x="1520" y="42"/>
                      <a:pt x="1519" y="42"/>
                    </a:cubicBezTo>
                    <a:cubicBezTo>
                      <a:pt x="1519" y="42"/>
                      <a:pt x="1515" y="44"/>
                      <a:pt x="1514" y="44"/>
                    </a:cubicBezTo>
                    <a:cubicBezTo>
                      <a:pt x="1514" y="44"/>
                      <a:pt x="1511" y="46"/>
                      <a:pt x="1511" y="46"/>
                    </a:cubicBezTo>
                    <a:cubicBezTo>
                      <a:pt x="1510" y="46"/>
                      <a:pt x="1507" y="48"/>
                      <a:pt x="1506" y="49"/>
                    </a:cubicBezTo>
                    <a:cubicBezTo>
                      <a:pt x="1505" y="49"/>
                      <a:pt x="1502" y="51"/>
                      <a:pt x="1500" y="52"/>
                    </a:cubicBezTo>
                    <a:cubicBezTo>
                      <a:pt x="1498" y="53"/>
                      <a:pt x="1498" y="53"/>
                      <a:pt x="1497" y="52"/>
                    </a:cubicBezTo>
                    <a:cubicBezTo>
                      <a:pt x="1496" y="50"/>
                      <a:pt x="1493" y="50"/>
                      <a:pt x="1492" y="50"/>
                    </a:cubicBezTo>
                    <a:cubicBezTo>
                      <a:pt x="1490" y="51"/>
                      <a:pt x="1483" y="55"/>
                      <a:pt x="1483" y="55"/>
                    </a:cubicBezTo>
                    <a:cubicBezTo>
                      <a:pt x="1483" y="55"/>
                      <a:pt x="1485" y="52"/>
                      <a:pt x="1485" y="51"/>
                    </a:cubicBezTo>
                    <a:cubicBezTo>
                      <a:pt x="1486" y="51"/>
                      <a:pt x="1487" y="46"/>
                      <a:pt x="1486" y="46"/>
                    </a:cubicBezTo>
                    <a:cubicBezTo>
                      <a:pt x="1485" y="45"/>
                      <a:pt x="1477" y="44"/>
                      <a:pt x="1477" y="44"/>
                    </a:cubicBezTo>
                    <a:cubicBezTo>
                      <a:pt x="1476" y="43"/>
                      <a:pt x="1472" y="44"/>
                      <a:pt x="1471" y="44"/>
                    </a:cubicBezTo>
                    <a:cubicBezTo>
                      <a:pt x="1470" y="44"/>
                      <a:pt x="1467" y="47"/>
                      <a:pt x="1466" y="48"/>
                    </a:cubicBezTo>
                    <a:cubicBezTo>
                      <a:pt x="1464" y="49"/>
                      <a:pt x="1462" y="50"/>
                      <a:pt x="1461" y="49"/>
                    </a:cubicBezTo>
                    <a:cubicBezTo>
                      <a:pt x="1460" y="48"/>
                      <a:pt x="1449" y="45"/>
                      <a:pt x="1448" y="45"/>
                    </a:cubicBezTo>
                    <a:cubicBezTo>
                      <a:pt x="1447" y="45"/>
                      <a:pt x="1447" y="47"/>
                      <a:pt x="1447" y="47"/>
                    </a:cubicBezTo>
                    <a:cubicBezTo>
                      <a:pt x="1447" y="47"/>
                      <a:pt x="1448" y="52"/>
                      <a:pt x="1446" y="52"/>
                    </a:cubicBezTo>
                    <a:cubicBezTo>
                      <a:pt x="1445" y="52"/>
                      <a:pt x="1443" y="53"/>
                      <a:pt x="1442" y="53"/>
                    </a:cubicBezTo>
                    <a:cubicBezTo>
                      <a:pt x="1441" y="54"/>
                      <a:pt x="1440" y="55"/>
                      <a:pt x="1440" y="55"/>
                    </a:cubicBezTo>
                    <a:cubicBezTo>
                      <a:pt x="1436" y="55"/>
                      <a:pt x="1436" y="55"/>
                      <a:pt x="1436" y="55"/>
                    </a:cubicBezTo>
                    <a:cubicBezTo>
                      <a:pt x="1436" y="55"/>
                      <a:pt x="1432" y="57"/>
                      <a:pt x="1431" y="57"/>
                    </a:cubicBezTo>
                    <a:cubicBezTo>
                      <a:pt x="1430" y="57"/>
                      <a:pt x="1428" y="58"/>
                      <a:pt x="1428" y="58"/>
                    </a:cubicBezTo>
                    <a:cubicBezTo>
                      <a:pt x="1428" y="58"/>
                      <a:pt x="1424" y="58"/>
                      <a:pt x="1422" y="56"/>
                    </a:cubicBezTo>
                    <a:cubicBezTo>
                      <a:pt x="1417" y="57"/>
                      <a:pt x="1417" y="57"/>
                      <a:pt x="1417" y="57"/>
                    </a:cubicBezTo>
                    <a:cubicBezTo>
                      <a:pt x="1412" y="58"/>
                      <a:pt x="1412" y="58"/>
                      <a:pt x="1412" y="58"/>
                    </a:cubicBezTo>
                    <a:cubicBezTo>
                      <a:pt x="1409" y="60"/>
                      <a:pt x="1409" y="60"/>
                      <a:pt x="1409" y="60"/>
                    </a:cubicBezTo>
                    <a:cubicBezTo>
                      <a:pt x="1406" y="61"/>
                      <a:pt x="1406" y="61"/>
                      <a:pt x="1406" y="61"/>
                    </a:cubicBezTo>
                    <a:cubicBezTo>
                      <a:pt x="1400" y="62"/>
                      <a:pt x="1400" y="62"/>
                      <a:pt x="1400" y="62"/>
                    </a:cubicBezTo>
                    <a:cubicBezTo>
                      <a:pt x="1391" y="66"/>
                      <a:pt x="1391" y="66"/>
                      <a:pt x="1391" y="66"/>
                    </a:cubicBezTo>
                    <a:cubicBezTo>
                      <a:pt x="1391" y="66"/>
                      <a:pt x="1389" y="68"/>
                      <a:pt x="1389" y="67"/>
                    </a:cubicBezTo>
                    <a:cubicBezTo>
                      <a:pt x="1388" y="67"/>
                      <a:pt x="1388" y="68"/>
                      <a:pt x="1386" y="69"/>
                    </a:cubicBezTo>
                    <a:cubicBezTo>
                      <a:pt x="1384" y="71"/>
                      <a:pt x="1385" y="70"/>
                      <a:pt x="1383" y="71"/>
                    </a:cubicBezTo>
                    <a:cubicBezTo>
                      <a:pt x="1382" y="72"/>
                      <a:pt x="1382" y="72"/>
                      <a:pt x="1381" y="72"/>
                    </a:cubicBezTo>
                    <a:cubicBezTo>
                      <a:pt x="1380" y="71"/>
                      <a:pt x="1379" y="74"/>
                      <a:pt x="1379" y="74"/>
                    </a:cubicBezTo>
                    <a:cubicBezTo>
                      <a:pt x="1379" y="74"/>
                      <a:pt x="1376" y="76"/>
                      <a:pt x="1376" y="76"/>
                    </a:cubicBezTo>
                    <a:cubicBezTo>
                      <a:pt x="1375" y="77"/>
                      <a:pt x="1373" y="78"/>
                      <a:pt x="1372" y="78"/>
                    </a:cubicBezTo>
                    <a:cubicBezTo>
                      <a:pt x="1371" y="77"/>
                      <a:pt x="1369" y="79"/>
                      <a:pt x="1369" y="79"/>
                    </a:cubicBezTo>
                    <a:cubicBezTo>
                      <a:pt x="1369" y="79"/>
                      <a:pt x="1368" y="83"/>
                      <a:pt x="1367" y="83"/>
                    </a:cubicBezTo>
                    <a:cubicBezTo>
                      <a:pt x="1366" y="83"/>
                      <a:pt x="1366" y="84"/>
                      <a:pt x="1365" y="85"/>
                    </a:cubicBezTo>
                    <a:cubicBezTo>
                      <a:pt x="1363" y="86"/>
                      <a:pt x="1365" y="87"/>
                      <a:pt x="1365" y="87"/>
                    </a:cubicBezTo>
                    <a:cubicBezTo>
                      <a:pt x="1369" y="89"/>
                      <a:pt x="1369" y="89"/>
                      <a:pt x="1369" y="89"/>
                    </a:cubicBezTo>
                    <a:cubicBezTo>
                      <a:pt x="1369" y="89"/>
                      <a:pt x="1369" y="93"/>
                      <a:pt x="1368" y="92"/>
                    </a:cubicBezTo>
                    <a:cubicBezTo>
                      <a:pt x="1367" y="90"/>
                      <a:pt x="1363" y="91"/>
                      <a:pt x="1363" y="91"/>
                    </a:cubicBezTo>
                    <a:cubicBezTo>
                      <a:pt x="1362" y="91"/>
                      <a:pt x="1361" y="93"/>
                      <a:pt x="1361" y="93"/>
                    </a:cubicBezTo>
                    <a:cubicBezTo>
                      <a:pt x="1361" y="94"/>
                      <a:pt x="1361" y="94"/>
                      <a:pt x="1361" y="94"/>
                    </a:cubicBezTo>
                    <a:cubicBezTo>
                      <a:pt x="1364" y="95"/>
                      <a:pt x="1364" y="95"/>
                      <a:pt x="1364" y="95"/>
                    </a:cubicBezTo>
                    <a:cubicBezTo>
                      <a:pt x="1365" y="98"/>
                      <a:pt x="1365" y="98"/>
                      <a:pt x="1365" y="98"/>
                    </a:cubicBezTo>
                    <a:cubicBezTo>
                      <a:pt x="1368" y="99"/>
                      <a:pt x="1368" y="99"/>
                      <a:pt x="1368" y="99"/>
                    </a:cubicBezTo>
                    <a:cubicBezTo>
                      <a:pt x="1371" y="101"/>
                      <a:pt x="1371" y="101"/>
                      <a:pt x="1371" y="101"/>
                    </a:cubicBezTo>
                    <a:cubicBezTo>
                      <a:pt x="1371" y="101"/>
                      <a:pt x="1371" y="103"/>
                      <a:pt x="1369" y="105"/>
                    </a:cubicBezTo>
                    <a:cubicBezTo>
                      <a:pt x="1368" y="106"/>
                      <a:pt x="1367" y="105"/>
                      <a:pt x="1364" y="104"/>
                    </a:cubicBezTo>
                    <a:cubicBezTo>
                      <a:pt x="1364" y="105"/>
                      <a:pt x="1363" y="105"/>
                      <a:pt x="1355" y="105"/>
                    </a:cubicBezTo>
                    <a:cubicBezTo>
                      <a:pt x="1354" y="105"/>
                      <a:pt x="1353" y="107"/>
                      <a:pt x="1349" y="108"/>
                    </a:cubicBezTo>
                    <a:cubicBezTo>
                      <a:pt x="1345" y="109"/>
                      <a:pt x="1345" y="107"/>
                      <a:pt x="1344" y="106"/>
                    </a:cubicBezTo>
                    <a:cubicBezTo>
                      <a:pt x="1344" y="105"/>
                      <a:pt x="1340" y="107"/>
                      <a:pt x="1339" y="107"/>
                    </a:cubicBezTo>
                    <a:cubicBezTo>
                      <a:pt x="1339" y="107"/>
                      <a:pt x="1338" y="108"/>
                      <a:pt x="1333" y="108"/>
                    </a:cubicBezTo>
                    <a:cubicBezTo>
                      <a:pt x="1328" y="109"/>
                      <a:pt x="1330" y="108"/>
                      <a:pt x="1326" y="107"/>
                    </a:cubicBezTo>
                    <a:cubicBezTo>
                      <a:pt x="1322" y="106"/>
                      <a:pt x="1322" y="108"/>
                      <a:pt x="1320" y="108"/>
                    </a:cubicBezTo>
                    <a:cubicBezTo>
                      <a:pt x="1318" y="109"/>
                      <a:pt x="1314" y="110"/>
                      <a:pt x="1313" y="110"/>
                    </a:cubicBezTo>
                    <a:cubicBezTo>
                      <a:pt x="1312" y="110"/>
                      <a:pt x="1302" y="111"/>
                      <a:pt x="1298" y="111"/>
                    </a:cubicBezTo>
                    <a:cubicBezTo>
                      <a:pt x="1293" y="111"/>
                      <a:pt x="1294" y="109"/>
                      <a:pt x="1291" y="110"/>
                    </a:cubicBezTo>
                    <a:cubicBezTo>
                      <a:pt x="1288" y="110"/>
                      <a:pt x="1288" y="111"/>
                      <a:pt x="1286" y="112"/>
                    </a:cubicBezTo>
                    <a:cubicBezTo>
                      <a:pt x="1284" y="113"/>
                      <a:pt x="1284" y="115"/>
                      <a:pt x="1283" y="116"/>
                    </a:cubicBezTo>
                    <a:cubicBezTo>
                      <a:pt x="1282" y="118"/>
                      <a:pt x="1283" y="119"/>
                      <a:pt x="1282" y="122"/>
                    </a:cubicBezTo>
                    <a:cubicBezTo>
                      <a:pt x="1282" y="125"/>
                      <a:pt x="1285" y="124"/>
                      <a:pt x="1288" y="125"/>
                    </a:cubicBezTo>
                    <a:cubicBezTo>
                      <a:pt x="1290" y="127"/>
                      <a:pt x="1288" y="127"/>
                      <a:pt x="1287" y="129"/>
                    </a:cubicBezTo>
                    <a:cubicBezTo>
                      <a:pt x="1287" y="131"/>
                      <a:pt x="1287" y="131"/>
                      <a:pt x="1287" y="133"/>
                    </a:cubicBezTo>
                    <a:cubicBezTo>
                      <a:pt x="1287" y="135"/>
                      <a:pt x="1289" y="138"/>
                      <a:pt x="1291" y="141"/>
                    </a:cubicBezTo>
                    <a:cubicBezTo>
                      <a:pt x="1291" y="141"/>
                      <a:pt x="1292" y="143"/>
                      <a:pt x="1293" y="143"/>
                    </a:cubicBezTo>
                    <a:cubicBezTo>
                      <a:pt x="1294" y="143"/>
                      <a:pt x="1295" y="144"/>
                      <a:pt x="1303" y="145"/>
                    </a:cubicBezTo>
                    <a:cubicBezTo>
                      <a:pt x="1312" y="146"/>
                      <a:pt x="1305" y="146"/>
                      <a:pt x="1306" y="147"/>
                    </a:cubicBezTo>
                    <a:cubicBezTo>
                      <a:pt x="1307" y="148"/>
                      <a:pt x="1309" y="150"/>
                      <a:pt x="1310" y="150"/>
                    </a:cubicBezTo>
                    <a:cubicBezTo>
                      <a:pt x="1312" y="151"/>
                      <a:pt x="1311" y="152"/>
                      <a:pt x="1310" y="155"/>
                    </a:cubicBezTo>
                    <a:cubicBezTo>
                      <a:pt x="1310" y="157"/>
                      <a:pt x="1308" y="156"/>
                      <a:pt x="1306" y="156"/>
                    </a:cubicBezTo>
                    <a:cubicBezTo>
                      <a:pt x="1305" y="157"/>
                      <a:pt x="1303" y="157"/>
                      <a:pt x="1300" y="157"/>
                    </a:cubicBezTo>
                    <a:cubicBezTo>
                      <a:pt x="1300" y="157"/>
                      <a:pt x="1296" y="158"/>
                      <a:pt x="1295" y="157"/>
                    </a:cubicBezTo>
                    <a:cubicBezTo>
                      <a:pt x="1293" y="157"/>
                      <a:pt x="1292" y="157"/>
                      <a:pt x="1292" y="156"/>
                    </a:cubicBezTo>
                    <a:cubicBezTo>
                      <a:pt x="1292" y="155"/>
                      <a:pt x="1288" y="154"/>
                      <a:pt x="1288" y="153"/>
                    </a:cubicBezTo>
                    <a:cubicBezTo>
                      <a:pt x="1288" y="152"/>
                      <a:pt x="1285" y="152"/>
                      <a:pt x="1285" y="151"/>
                    </a:cubicBezTo>
                    <a:cubicBezTo>
                      <a:pt x="1284" y="150"/>
                      <a:pt x="1282" y="149"/>
                      <a:pt x="1281" y="148"/>
                    </a:cubicBezTo>
                    <a:cubicBezTo>
                      <a:pt x="1281" y="147"/>
                      <a:pt x="1278" y="147"/>
                      <a:pt x="1277" y="145"/>
                    </a:cubicBezTo>
                    <a:cubicBezTo>
                      <a:pt x="1275" y="144"/>
                      <a:pt x="1276" y="144"/>
                      <a:pt x="1273" y="145"/>
                    </a:cubicBezTo>
                    <a:cubicBezTo>
                      <a:pt x="1269" y="145"/>
                      <a:pt x="1270" y="145"/>
                      <a:pt x="1270" y="144"/>
                    </a:cubicBezTo>
                    <a:cubicBezTo>
                      <a:pt x="1270" y="142"/>
                      <a:pt x="1268" y="143"/>
                      <a:pt x="1266" y="142"/>
                    </a:cubicBezTo>
                    <a:cubicBezTo>
                      <a:pt x="1265" y="142"/>
                      <a:pt x="1262" y="142"/>
                      <a:pt x="1260" y="142"/>
                    </a:cubicBezTo>
                    <a:cubicBezTo>
                      <a:pt x="1259" y="142"/>
                      <a:pt x="1258" y="142"/>
                      <a:pt x="1258" y="142"/>
                    </a:cubicBezTo>
                    <a:cubicBezTo>
                      <a:pt x="1258" y="142"/>
                      <a:pt x="1256" y="142"/>
                      <a:pt x="1255" y="142"/>
                    </a:cubicBezTo>
                    <a:cubicBezTo>
                      <a:pt x="1255" y="141"/>
                      <a:pt x="1254" y="141"/>
                      <a:pt x="1253" y="139"/>
                    </a:cubicBezTo>
                    <a:cubicBezTo>
                      <a:pt x="1253" y="137"/>
                      <a:pt x="1253" y="138"/>
                      <a:pt x="1251" y="136"/>
                    </a:cubicBezTo>
                    <a:cubicBezTo>
                      <a:pt x="1248" y="134"/>
                      <a:pt x="1248" y="136"/>
                      <a:pt x="1246" y="135"/>
                    </a:cubicBezTo>
                    <a:cubicBezTo>
                      <a:pt x="1243" y="135"/>
                      <a:pt x="1242" y="137"/>
                      <a:pt x="1241" y="138"/>
                    </a:cubicBezTo>
                    <a:cubicBezTo>
                      <a:pt x="1239" y="139"/>
                      <a:pt x="1237" y="141"/>
                      <a:pt x="1236" y="142"/>
                    </a:cubicBezTo>
                    <a:cubicBezTo>
                      <a:pt x="1236" y="142"/>
                      <a:pt x="1237" y="145"/>
                      <a:pt x="1237" y="145"/>
                    </a:cubicBezTo>
                    <a:cubicBezTo>
                      <a:pt x="1237" y="146"/>
                      <a:pt x="1239" y="145"/>
                      <a:pt x="1241" y="145"/>
                    </a:cubicBezTo>
                    <a:cubicBezTo>
                      <a:pt x="1242" y="144"/>
                      <a:pt x="1241" y="146"/>
                      <a:pt x="1242" y="149"/>
                    </a:cubicBezTo>
                    <a:cubicBezTo>
                      <a:pt x="1242" y="149"/>
                      <a:pt x="1243" y="149"/>
                      <a:pt x="1244" y="149"/>
                    </a:cubicBezTo>
                    <a:cubicBezTo>
                      <a:pt x="1245" y="148"/>
                      <a:pt x="1246" y="148"/>
                      <a:pt x="1250" y="149"/>
                    </a:cubicBezTo>
                    <a:cubicBezTo>
                      <a:pt x="1254" y="150"/>
                      <a:pt x="1251" y="151"/>
                      <a:pt x="1251" y="151"/>
                    </a:cubicBezTo>
                    <a:cubicBezTo>
                      <a:pt x="1252" y="152"/>
                      <a:pt x="1252" y="153"/>
                      <a:pt x="1251" y="155"/>
                    </a:cubicBezTo>
                    <a:cubicBezTo>
                      <a:pt x="1250" y="156"/>
                      <a:pt x="1249" y="156"/>
                      <a:pt x="1248" y="156"/>
                    </a:cubicBezTo>
                    <a:cubicBezTo>
                      <a:pt x="1247" y="156"/>
                      <a:pt x="1245" y="155"/>
                      <a:pt x="1242" y="154"/>
                    </a:cubicBezTo>
                    <a:cubicBezTo>
                      <a:pt x="1240" y="152"/>
                      <a:pt x="1241" y="153"/>
                      <a:pt x="1239" y="151"/>
                    </a:cubicBezTo>
                    <a:cubicBezTo>
                      <a:pt x="1237" y="150"/>
                      <a:pt x="1236" y="151"/>
                      <a:pt x="1234" y="150"/>
                    </a:cubicBezTo>
                    <a:cubicBezTo>
                      <a:pt x="1231" y="149"/>
                      <a:pt x="1231" y="151"/>
                      <a:pt x="1229" y="151"/>
                    </a:cubicBezTo>
                    <a:cubicBezTo>
                      <a:pt x="1227" y="151"/>
                      <a:pt x="1228" y="152"/>
                      <a:pt x="1226" y="152"/>
                    </a:cubicBezTo>
                    <a:cubicBezTo>
                      <a:pt x="1224" y="153"/>
                      <a:pt x="1225" y="154"/>
                      <a:pt x="1226" y="156"/>
                    </a:cubicBezTo>
                    <a:cubicBezTo>
                      <a:pt x="1226" y="157"/>
                      <a:pt x="1228" y="157"/>
                      <a:pt x="1228" y="158"/>
                    </a:cubicBezTo>
                    <a:cubicBezTo>
                      <a:pt x="1229" y="159"/>
                      <a:pt x="1229" y="159"/>
                      <a:pt x="1230" y="161"/>
                    </a:cubicBezTo>
                    <a:cubicBezTo>
                      <a:pt x="1231" y="163"/>
                      <a:pt x="1230" y="163"/>
                      <a:pt x="1232" y="163"/>
                    </a:cubicBezTo>
                    <a:cubicBezTo>
                      <a:pt x="1234" y="164"/>
                      <a:pt x="1235" y="165"/>
                      <a:pt x="1237" y="166"/>
                    </a:cubicBezTo>
                    <a:cubicBezTo>
                      <a:pt x="1239" y="166"/>
                      <a:pt x="1240" y="168"/>
                      <a:pt x="1244" y="170"/>
                    </a:cubicBezTo>
                    <a:cubicBezTo>
                      <a:pt x="1248" y="172"/>
                      <a:pt x="1245" y="170"/>
                      <a:pt x="1248" y="169"/>
                    </a:cubicBezTo>
                    <a:cubicBezTo>
                      <a:pt x="1250" y="169"/>
                      <a:pt x="1251" y="170"/>
                      <a:pt x="1252" y="170"/>
                    </a:cubicBezTo>
                    <a:cubicBezTo>
                      <a:pt x="1254" y="171"/>
                      <a:pt x="1254" y="173"/>
                      <a:pt x="1255" y="173"/>
                    </a:cubicBezTo>
                    <a:cubicBezTo>
                      <a:pt x="1257" y="173"/>
                      <a:pt x="1258" y="176"/>
                      <a:pt x="1258" y="176"/>
                    </a:cubicBezTo>
                    <a:cubicBezTo>
                      <a:pt x="1256" y="177"/>
                      <a:pt x="1256" y="177"/>
                      <a:pt x="1256" y="177"/>
                    </a:cubicBezTo>
                    <a:cubicBezTo>
                      <a:pt x="1256" y="177"/>
                      <a:pt x="1251" y="177"/>
                      <a:pt x="1251" y="176"/>
                    </a:cubicBezTo>
                    <a:cubicBezTo>
                      <a:pt x="1250" y="176"/>
                      <a:pt x="1249" y="175"/>
                      <a:pt x="1248" y="174"/>
                    </a:cubicBezTo>
                    <a:cubicBezTo>
                      <a:pt x="1248" y="173"/>
                      <a:pt x="1247" y="173"/>
                      <a:pt x="1246" y="172"/>
                    </a:cubicBezTo>
                    <a:cubicBezTo>
                      <a:pt x="1245" y="171"/>
                      <a:pt x="1244" y="172"/>
                      <a:pt x="1243" y="171"/>
                    </a:cubicBezTo>
                    <a:cubicBezTo>
                      <a:pt x="1242" y="169"/>
                      <a:pt x="1233" y="172"/>
                      <a:pt x="1231" y="171"/>
                    </a:cubicBezTo>
                    <a:cubicBezTo>
                      <a:pt x="1230" y="170"/>
                      <a:pt x="1229" y="170"/>
                      <a:pt x="1229" y="170"/>
                    </a:cubicBezTo>
                    <a:cubicBezTo>
                      <a:pt x="1226" y="169"/>
                      <a:pt x="1226" y="169"/>
                      <a:pt x="1226" y="169"/>
                    </a:cubicBezTo>
                    <a:cubicBezTo>
                      <a:pt x="1226" y="169"/>
                      <a:pt x="1222" y="169"/>
                      <a:pt x="1221" y="169"/>
                    </a:cubicBezTo>
                    <a:cubicBezTo>
                      <a:pt x="1221" y="169"/>
                      <a:pt x="1218" y="168"/>
                      <a:pt x="1216" y="168"/>
                    </a:cubicBezTo>
                    <a:cubicBezTo>
                      <a:pt x="1214" y="167"/>
                      <a:pt x="1215" y="167"/>
                      <a:pt x="1216" y="166"/>
                    </a:cubicBezTo>
                    <a:cubicBezTo>
                      <a:pt x="1217" y="164"/>
                      <a:pt x="1216" y="164"/>
                      <a:pt x="1217" y="160"/>
                    </a:cubicBezTo>
                    <a:cubicBezTo>
                      <a:pt x="1218" y="156"/>
                      <a:pt x="1216" y="158"/>
                      <a:pt x="1215" y="156"/>
                    </a:cubicBezTo>
                    <a:cubicBezTo>
                      <a:pt x="1213" y="154"/>
                      <a:pt x="1214" y="155"/>
                      <a:pt x="1215" y="153"/>
                    </a:cubicBezTo>
                    <a:cubicBezTo>
                      <a:pt x="1216" y="151"/>
                      <a:pt x="1217" y="150"/>
                      <a:pt x="1218" y="148"/>
                    </a:cubicBezTo>
                    <a:cubicBezTo>
                      <a:pt x="1218" y="147"/>
                      <a:pt x="1219" y="144"/>
                      <a:pt x="1219" y="142"/>
                    </a:cubicBezTo>
                    <a:cubicBezTo>
                      <a:pt x="1220" y="140"/>
                      <a:pt x="1218" y="135"/>
                      <a:pt x="1217" y="132"/>
                    </a:cubicBezTo>
                    <a:cubicBezTo>
                      <a:pt x="1216" y="130"/>
                      <a:pt x="1212" y="130"/>
                      <a:pt x="1209" y="130"/>
                    </a:cubicBezTo>
                    <a:cubicBezTo>
                      <a:pt x="1206" y="131"/>
                      <a:pt x="1208" y="132"/>
                      <a:pt x="1211" y="137"/>
                    </a:cubicBezTo>
                    <a:cubicBezTo>
                      <a:pt x="1213" y="142"/>
                      <a:pt x="1212" y="142"/>
                      <a:pt x="1212" y="142"/>
                    </a:cubicBezTo>
                    <a:cubicBezTo>
                      <a:pt x="1211" y="145"/>
                      <a:pt x="1211" y="145"/>
                      <a:pt x="1211" y="145"/>
                    </a:cubicBezTo>
                    <a:cubicBezTo>
                      <a:pt x="1209" y="148"/>
                      <a:pt x="1209" y="148"/>
                      <a:pt x="1209" y="148"/>
                    </a:cubicBezTo>
                    <a:cubicBezTo>
                      <a:pt x="1209" y="148"/>
                      <a:pt x="1205" y="150"/>
                      <a:pt x="1204" y="150"/>
                    </a:cubicBezTo>
                    <a:cubicBezTo>
                      <a:pt x="1204" y="151"/>
                      <a:pt x="1199" y="152"/>
                      <a:pt x="1198" y="152"/>
                    </a:cubicBezTo>
                    <a:cubicBezTo>
                      <a:pt x="1197" y="152"/>
                      <a:pt x="1195" y="153"/>
                      <a:pt x="1195" y="153"/>
                    </a:cubicBezTo>
                    <a:cubicBezTo>
                      <a:pt x="1195" y="153"/>
                      <a:pt x="1192" y="156"/>
                      <a:pt x="1192" y="157"/>
                    </a:cubicBezTo>
                    <a:cubicBezTo>
                      <a:pt x="1192" y="158"/>
                      <a:pt x="1189" y="160"/>
                      <a:pt x="1189" y="161"/>
                    </a:cubicBezTo>
                    <a:cubicBezTo>
                      <a:pt x="1188" y="161"/>
                      <a:pt x="1186" y="163"/>
                      <a:pt x="1185" y="164"/>
                    </a:cubicBezTo>
                    <a:cubicBezTo>
                      <a:pt x="1185" y="165"/>
                      <a:pt x="1184" y="167"/>
                      <a:pt x="1184" y="167"/>
                    </a:cubicBezTo>
                    <a:cubicBezTo>
                      <a:pt x="1184" y="168"/>
                      <a:pt x="1186" y="169"/>
                      <a:pt x="1187" y="169"/>
                    </a:cubicBezTo>
                    <a:cubicBezTo>
                      <a:pt x="1188" y="169"/>
                      <a:pt x="1191" y="170"/>
                      <a:pt x="1191" y="170"/>
                    </a:cubicBezTo>
                    <a:cubicBezTo>
                      <a:pt x="1190" y="172"/>
                      <a:pt x="1190" y="172"/>
                      <a:pt x="1190" y="172"/>
                    </a:cubicBezTo>
                    <a:cubicBezTo>
                      <a:pt x="1190" y="172"/>
                      <a:pt x="1195" y="178"/>
                      <a:pt x="1196" y="179"/>
                    </a:cubicBezTo>
                    <a:cubicBezTo>
                      <a:pt x="1198" y="181"/>
                      <a:pt x="1200" y="182"/>
                      <a:pt x="1202" y="182"/>
                    </a:cubicBezTo>
                    <a:cubicBezTo>
                      <a:pt x="1203" y="182"/>
                      <a:pt x="1202" y="186"/>
                      <a:pt x="1202" y="187"/>
                    </a:cubicBezTo>
                    <a:cubicBezTo>
                      <a:pt x="1202" y="189"/>
                      <a:pt x="1200" y="190"/>
                      <a:pt x="1199" y="191"/>
                    </a:cubicBezTo>
                    <a:cubicBezTo>
                      <a:pt x="1198" y="192"/>
                      <a:pt x="1196" y="194"/>
                      <a:pt x="1194" y="196"/>
                    </a:cubicBezTo>
                    <a:cubicBezTo>
                      <a:pt x="1191" y="199"/>
                      <a:pt x="1193" y="199"/>
                      <a:pt x="1192" y="204"/>
                    </a:cubicBezTo>
                    <a:cubicBezTo>
                      <a:pt x="1191" y="209"/>
                      <a:pt x="1193" y="207"/>
                      <a:pt x="1194" y="208"/>
                    </a:cubicBezTo>
                    <a:cubicBezTo>
                      <a:pt x="1195" y="208"/>
                      <a:pt x="1195" y="210"/>
                      <a:pt x="1195" y="212"/>
                    </a:cubicBezTo>
                    <a:cubicBezTo>
                      <a:pt x="1194" y="214"/>
                      <a:pt x="1195" y="217"/>
                      <a:pt x="1196" y="219"/>
                    </a:cubicBezTo>
                    <a:cubicBezTo>
                      <a:pt x="1196" y="220"/>
                      <a:pt x="1199" y="220"/>
                      <a:pt x="1199" y="219"/>
                    </a:cubicBezTo>
                    <a:cubicBezTo>
                      <a:pt x="1200" y="218"/>
                      <a:pt x="1202" y="219"/>
                      <a:pt x="1203" y="219"/>
                    </a:cubicBezTo>
                    <a:cubicBezTo>
                      <a:pt x="1203" y="219"/>
                      <a:pt x="1206" y="221"/>
                      <a:pt x="1209" y="221"/>
                    </a:cubicBezTo>
                    <a:cubicBezTo>
                      <a:pt x="1212" y="221"/>
                      <a:pt x="1211" y="221"/>
                      <a:pt x="1211" y="220"/>
                    </a:cubicBezTo>
                    <a:cubicBezTo>
                      <a:pt x="1212" y="219"/>
                      <a:pt x="1212" y="220"/>
                      <a:pt x="1214" y="219"/>
                    </a:cubicBezTo>
                    <a:cubicBezTo>
                      <a:pt x="1215" y="219"/>
                      <a:pt x="1215" y="219"/>
                      <a:pt x="1216" y="218"/>
                    </a:cubicBezTo>
                    <a:cubicBezTo>
                      <a:pt x="1217" y="217"/>
                      <a:pt x="1221" y="217"/>
                      <a:pt x="1222" y="217"/>
                    </a:cubicBezTo>
                    <a:cubicBezTo>
                      <a:pt x="1223" y="217"/>
                      <a:pt x="1224" y="218"/>
                      <a:pt x="1226" y="218"/>
                    </a:cubicBezTo>
                    <a:cubicBezTo>
                      <a:pt x="1228" y="217"/>
                      <a:pt x="1229" y="219"/>
                      <a:pt x="1230" y="218"/>
                    </a:cubicBezTo>
                    <a:cubicBezTo>
                      <a:pt x="1231" y="218"/>
                      <a:pt x="1233" y="220"/>
                      <a:pt x="1235" y="221"/>
                    </a:cubicBezTo>
                    <a:cubicBezTo>
                      <a:pt x="1236" y="221"/>
                      <a:pt x="1239" y="222"/>
                      <a:pt x="1240" y="223"/>
                    </a:cubicBezTo>
                    <a:cubicBezTo>
                      <a:pt x="1241" y="224"/>
                      <a:pt x="1242" y="225"/>
                      <a:pt x="1243" y="227"/>
                    </a:cubicBezTo>
                    <a:cubicBezTo>
                      <a:pt x="1244" y="229"/>
                      <a:pt x="1246" y="228"/>
                      <a:pt x="1246" y="231"/>
                    </a:cubicBezTo>
                    <a:cubicBezTo>
                      <a:pt x="1247" y="233"/>
                      <a:pt x="1249" y="235"/>
                      <a:pt x="1251" y="236"/>
                    </a:cubicBezTo>
                    <a:cubicBezTo>
                      <a:pt x="1252" y="236"/>
                      <a:pt x="1251" y="239"/>
                      <a:pt x="1250" y="239"/>
                    </a:cubicBezTo>
                    <a:cubicBezTo>
                      <a:pt x="1249" y="240"/>
                      <a:pt x="1247" y="241"/>
                      <a:pt x="1245" y="241"/>
                    </a:cubicBezTo>
                    <a:cubicBezTo>
                      <a:pt x="1243" y="241"/>
                      <a:pt x="1244" y="243"/>
                      <a:pt x="1243" y="245"/>
                    </a:cubicBezTo>
                    <a:cubicBezTo>
                      <a:pt x="1243" y="247"/>
                      <a:pt x="1244" y="246"/>
                      <a:pt x="1244" y="249"/>
                    </a:cubicBezTo>
                    <a:cubicBezTo>
                      <a:pt x="1244" y="251"/>
                      <a:pt x="1246" y="250"/>
                      <a:pt x="1247" y="251"/>
                    </a:cubicBezTo>
                    <a:cubicBezTo>
                      <a:pt x="1248" y="252"/>
                      <a:pt x="1250" y="253"/>
                      <a:pt x="1251" y="253"/>
                    </a:cubicBezTo>
                    <a:cubicBezTo>
                      <a:pt x="1252" y="252"/>
                      <a:pt x="1254" y="253"/>
                      <a:pt x="1254" y="253"/>
                    </a:cubicBezTo>
                    <a:cubicBezTo>
                      <a:pt x="1254" y="253"/>
                      <a:pt x="1258" y="253"/>
                      <a:pt x="1261" y="254"/>
                    </a:cubicBezTo>
                    <a:cubicBezTo>
                      <a:pt x="1261" y="254"/>
                      <a:pt x="1261" y="255"/>
                      <a:pt x="1259" y="256"/>
                    </a:cubicBezTo>
                    <a:cubicBezTo>
                      <a:pt x="1258" y="256"/>
                      <a:pt x="1255" y="256"/>
                      <a:pt x="1253" y="256"/>
                    </a:cubicBezTo>
                    <a:cubicBezTo>
                      <a:pt x="1252" y="256"/>
                      <a:pt x="1252" y="256"/>
                      <a:pt x="1251" y="256"/>
                    </a:cubicBezTo>
                    <a:cubicBezTo>
                      <a:pt x="1250" y="255"/>
                      <a:pt x="1248" y="255"/>
                      <a:pt x="1245" y="253"/>
                    </a:cubicBezTo>
                    <a:cubicBezTo>
                      <a:pt x="1242" y="252"/>
                      <a:pt x="1244" y="253"/>
                      <a:pt x="1241" y="251"/>
                    </a:cubicBezTo>
                    <a:cubicBezTo>
                      <a:pt x="1238" y="249"/>
                      <a:pt x="1241" y="251"/>
                      <a:pt x="1240" y="249"/>
                    </a:cubicBezTo>
                    <a:cubicBezTo>
                      <a:pt x="1239" y="247"/>
                      <a:pt x="1239" y="247"/>
                      <a:pt x="1239" y="244"/>
                    </a:cubicBezTo>
                    <a:cubicBezTo>
                      <a:pt x="1240" y="241"/>
                      <a:pt x="1240" y="242"/>
                      <a:pt x="1240" y="241"/>
                    </a:cubicBezTo>
                    <a:cubicBezTo>
                      <a:pt x="1240" y="239"/>
                      <a:pt x="1241" y="237"/>
                      <a:pt x="1240" y="235"/>
                    </a:cubicBezTo>
                    <a:cubicBezTo>
                      <a:pt x="1240" y="233"/>
                      <a:pt x="1238" y="233"/>
                      <a:pt x="1238" y="231"/>
                    </a:cubicBezTo>
                    <a:cubicBezTo>
                      <a:pt x="1237" y="229"/>
                      <a:pt x="1234" y="230"/>
                      <a:pt x="1232" y="228"/>
                    </a:cubicBezTo>
                    <a:cubicBezTo>
                      <a:pt x="1231" y="226"/>
                      <a:pt x="1231" y="226"/>
                      <a:pt x="1230" y="224"/>
                    </a:cubicBezTo>
                    <a:cubicBezTo>
                      <a:pt x="1229" y="223"/>
                      <a:pt x="1226" y="227"/>
                      <a:pt x="1225" y="225"/>
                    </a:cubicBezTo>
                    <a:cubicBezTo>
                      <a:pt x="1224" y="223"/>
                      <a:pt x="1223" y="224"/>
                      <a:pt x="1222" y="223"/>
                    </a:cubicBezTo>
                    <a:cubicBezTo>
                      <a:pt x="1222" y="223"/>
                      <a:pt x="1218" y="224"/>
                      <a:pt x="1216" y="224"/>
                    </a:cubicBezTo>
                    <a:cubicBezTo>
                      <a:pt x="1214" y="224"/>
                      <a:pt x="1213" y="225"/>
                      <a:pt x="1210" y="226"/>
                    </a:cubicBezTo>
                    <a:cubicBezTo>
                      <a:pt x="1207" y="226"/>
                      <a:pt x="1207" y="227"/>
                      <a:pt x="1206" y="228"/>
                    </a:cubicBezTo>
                    <a:cubicBezTo>
                      <a:pt x="1204" y="228"/>
                      <a:pt x="1202" y="233"/>
                      <a:pt x="1202" y="235"/>
                    </a:cubicBezTo>
                    <a:cubicBezTo>
                      <a:pt x="1203" y="237"/>
                      <a:pt x="1204" y="237"/>
                      <a:pt x="1204" y="238"/>
                    </a:cubicBezTo>
                    <a:cubicBezTo>
                      <a:pt x="1204" y="239"/>
                      <a:pt x="1205" y="241"/>
                      <a:pt x="1206" y="244"/>
                    </a:cubicBezTo>
                    <a:cubicBezTo>
                      <a:pt x="1207" y="246"/>
                      <a:pt x="1207" y="247"/>
                      <a:pt x="1207" y="248"/>
                    </a:cubicBezTo>
                    <a:cubicBezTo>
                      <a:pt x="1207" y="249"/>
                      <a:pt x="1207" y="250"/>
                      <a:pt x="1206" y="251"/>
                    </a:cubicBezTo>
                    <a:cubicBezTo>
                      <a:pt x="1206" y="252"/>
                      <a:pt x="1205" y="253"/>
                      <a:pt x="1204" y="254"/>
                    </a:cubicBezTo>
                    <a:cubicBezTo>
                      <a:pt x="1203" y="255"/>
                      <a:pt x="1202" y="256"/>
                      <a:pt x="1200" y="258"/>
                    </a:cubicBezTo>
                    <a:cubicBezTo>
                      <a:pt x="1197" y="260"/>
                      <a:pt x="1197" y="262"/>
                      <a:pt x="1196" y="263"/>
                    </a:cubicBezTo>
                    <a:cubicBezTo>
                      <a:pt x="1195" y="265"/>
                      <a:pt x="1195" y="266"/>
                      <a:pt x="1193" y="268"/>
                    </a:cubicBezTo>
                    <a:cubicBezTo>
                      <a:pt x="1192" y="270"/>
                      <a:pt x="1187" y="273"/>
                      <a:pt x="1186" y="273"/>
                    </a:cubicBezTo>
                    <a:cubicBezTo>
                      <a:pt x="1186" y="274"/>
                      <a:pt x="1182" y="275"/>
                      <a:pt x="1180" y="276"/>
                    </a:cubicBezTo>
                    <a:cubicBezTo>
                      <a:pt x="1177" y="277"/>
                      <a:pt x="1178" y="278"/>
                      <a:pt x="1178" y="279"/>
                    </a:cubicBezTo>
                    <a:cubicBezTo>
                      <a:pt x="1178" y="280"/>
                      <a:pt x="1176" y="281"/>
                      <a:pt x="1175" y="283"/>
                    </a:cubicBezTo>
                    <a:cubicBezTo>
                      <a:pt x="1174" y="284"/>
                      <a:pt x="1173" y="283"/>
                      <a:pt x="1171" y="284"/>
                    </a:cubicBezTo>
                    <a:cubicBezTo>
                      <a:pt x="1169" y="285"/>
                      <a:pt x="1169" y="285"/>
                      <a:pt x="1168" y="284"/>
                    </a:cubicBezTo>
                    <a:cubicBezTo>
                      <a:pt x="1168" y="284"/>
                      <a:pt x="1166" y="282"/>
                      <a:pt x="1166" y="281"/>
                    </a:cubicBezTo>
                    <a:cubicBezTo>
                      <a:pt x="1165" y="280"/>
                      <a:pt x="1162" y="282"/>
                      <a:pt x="1161" y="281"/>
                    </a:cubicBezTo>
                    <a:cubicBezTo>
                      <a:pt x="1160" y="280"/>
                      <a:pt x="1158" y="280"/>
                      <a:pt x="1157" y="280"/>
                    </a:cubicBezTo>
                    <a:cubicBezTo>
                      <a:pt x="1156" y="280"/>
                      <a:pt x="1153" y="281"/>
                      <a:pt x="1151" y="282"/>
                    </a:cubicBezTo>
                    <a:cubicBezTo>
                      <a:pt x="1150" y="282"/>
                      <a:pt x="1149" y="282"/>
                      <a:pt x="1148" y="281"/>
                    </a:cubicBezTo>
                    <a:cubicBezTo>
                      <a:pt x="1147" y="280"/>
                      <a:pt x="1144" y="280"/>
                      <a:pt x="1144" y="280"/>
                    </a:cubicBezTo>
                    <a:cubicBezTo>
                      <a:pt x="1144" y="280"/>
                      <a:pt x="1136" y="278"/>
                      <a:pt x="1135" y="278"/>
                    </a:cubicBezTo>
                    <a:cubicBezTo>
                      <a:pt x="1135" y="277"/>
                      <a:pt x="1133" y="274"/>
                      <a:pt x="1133" y="273"/>
                    </a:cubicBezTo>
                    <a:cubicBezTo>
                      <a:pt x="1133" y="272"/>
                      <a:pt x="1134" y="272"/>
                      <a:pt x="1135" y="272"/>
                    </a:cubicBezTo>
                    <a:cubicBezTo>
                      <a:pt x="1135" y="272"/>
                      <a:pt x="1137" y="271"/>
                      <a:pt x="1138" y="271"/>
                    </a:cubicBezTo>
                    <a:cubicBezTo>
                      <a:pt x="1139" y="271"/>
                      <a:pt x="1141" y="272"/>
                      <a:pt x="1142" y="272"/>
                    </a:cubicBezTo>
                    <a:cubicBezTo>
                      <a:pt x="1143" y="272"/>
                      <a:pt x="1146" y="273"/>
                      <a:pt x="1148" y="274"/>
                    </a:cubicBezTo>
                    <a:cubicBezTo>
                      <a:pt x="1149" y="274"/>
                      <a:pt x="1152" y="274"/>
                      <a:pt x="1153" y="274"/>
                    </a:cubicBezTo>
                    <a:cubicBezTo>
                      <a:pt x="1154" y="273"/>
                      <a:pt x="1156" y="273"/>
                      <a:pt x="1158" y="271"/>
                    </a:cubicBezTo>
                    <a:cubicBezTo>
                      <a:pt x="1161" y="270"/>
                      <a:pt x="1161" y="271"/>
                      <a:pt x="1161" y="270"/>
                    </a:cubicBezTo>
                    <a:cubicBezTo>
                      <a:pt x="1161" y="269"/>
                      <a:pt x="1165" y="270"/>
                      <a:pt x="1166" y="269"/>
                    </a:cubicBezTo>
                    <a:cubicBezTo>
                      <a:pt x="1167" y="269"/>
                      <a:pt x="1169" y="270"/>
                      <a:pt x="1169" y="269"/>
                    </a:cubicBezTo>
                    <a:cubicBezTo>
                      <a:pt x="1170" y="269"/>
                      <a:pt x="1172" y="268"/>
                      <a:pt x="1172" y="266"/>
                    </a:cubicBezTo>
                    <a:cubicBezTo>
                      <a:pt x="1172" y="263"/>
                      <a:pt x="1172" y="263"/>
                      <a:pt x="1173" y="262"/>
                    </a:cubicBezTo>
                    <a:cubicBezTo>
                      <a:pt x="1173" y="261"/>
                      <a:pt x="1175" y="261"/>
                      <a:pt x="1176" y="258"/>
                    </a:cubicBezTo>
                    <a:cubicBezTo>
                      <a:pt x="1176" y="256"/>
                      <a:pt x="1178" y="257"/>
                      <a:pt x="1178" y="256"/>
                    </a:cubicBezTo>
                    <a:cubicBezTo>
                      <a:pt x="1179" y="254"/>
                      <a:pt x="1182" y="254"/>
                      <a:pt x="1182" y="254"/>
                    </a:cubicBezTo>
                    <a:cubicBezTo>
                      <a:pt x="1182" y="254"/>
                      <a:pt x="1184" y="253"/>
                      <a:pt x="1187" y="252"/>
                    </a:cubicBezTo>
                    <a:cubicBezTo>
                      <a:pt x="1188" y="251"/>
                      <a:pt x="1186" y="248"/>
                      <a:pt x="1186" y="246"/>
                    </a:cubicBezTo>
                    <a:cubicBezTo>
                      <a:pt x="1185" y="244"/>
                      <a:pt x="1187" y="241"/>
                      <a:pt x="1188" y="240"/>
                    </a:cubicBezTo>
                    <a:cubicBezTo>
                      <a:pt x="1188" y="238"/>
                      <a:pt x="1189" y="239"/>
                      <a:pt x="1190" y="237"/>
                    </a:cubicBezTo>
                    <a:cubicBezTo>
                      <a:pt x="1192" y="236"/>
                      <a:pt x="1193" y="235"/>
                      <a:pt x="1192" y="234"/>
                    </a:cubicBezTo>
                    <a:cubicBezTo>
                      <a:pt x="1192" y="233"/>
                      <a:pt x="1189" y="231"/>
                      <a:pt x="1188" y="230"/>
                    </a:cubicBezTo>
                    <a:cubicBezTo>
                      <a:pt x="1187" y="229"/>
                      <a:pt x="1183" y="227"/>
                      <a:pt x="1182" y="226"/>
                    </a:cubicBezTo>
                    <a:cubicBezTo>
                      <a:pt x="1180" y="225"/>
                      <a:pt x="1178" y="224"/>
                      <a:pt x="1178" y="222"/>
                    </a:cubicBezTo>
                    <a:cubicBezTo>
                      <a:pt x="1177" y="219"/>
                      <a:pt x="1180" y="215"/>
                      <a:pt x="1180" y="213"/>
                    </a:cubicBezTo>
                    <a:cubicBezTo>
                      <a:pt x="1180" y="213"/>
                      <a:pt x="1180" y="211"/>
                      <a:pt x="1180" y="210"/>
                    </a:cubicBezTo>
                    <a:cubicBezTo>
                      <a:pt x="1180" y="209"/>
                      <a:pt x="1181" y="206"/>
                      <a:pt x="1181" y="204"/>
                    </a:cubicBezTo>
                    <a:cubicBezTo>
                      <a:pt x="1181" y="204"/>
                      <a:pt x="1180" y="202"/>
                      <a:pt x="1180" y="201"/>
                    </a:cubicBezTo>
                    <a:cubicBezTo>
                      <a:pt x="1180" y="199"/>
                      <a:pt x="1179" y="198"/>
                      <a:pt x="1178" y="197"/>
                    </a:cubicBezTo>
                    <a:cubicBezTo>
                      <a:pt x="1178" y="196"/>
                      <a:pt x="1178" y="193"/>
                      <a:pt x="1178" y="192"/>
                    </a:cubicBezTo>
                    <a:cubicBezTo>
                      <a:pt x="1179" y="191"/>
                      <a:pt x="1178" y="192"/>
                      <a:pt x="1179" y="192"/>
                    </a:cubicBezTo>
                    <a:cubicBezTo>
                      <a:pt x="1180" y="191"/>
                      <a:pt x="1180" y="190"/>
                      <a:pt x="1181" y="190"/>
                    </a:cubicBezTo>
                    <a:cubicBezTo>
                      <a:pt x="1181" y="189"/>
                      <a:pt x="1181" y="186"/>
                      <a:pt x="1181" y="186"/>
                    </a:cubicBezTo>
                    <a:cubicBezTo>
                      <a:pt x="1181" y="186"/>
                      <a:pt x="1183" y="179"/>
                      <a:pt x="1183" y="178"/>
                    </a:cubicBezTo>
                    <a:cubicBezTo>
                      <a:pt x="1183" y="177"/>
                      <a:pt x="1178" y="173"/>
                      <a:pt x="1178" y="172"/>
                    </a:cubicBezTo>
                    <a:cubicBezTo>
                      <a:pt x="1177" y="171"/>
                      <a:pt x="1175" y="171"/>
                      <a:pt x="1174" y="170"/>
                    </a:cubicBezTo>
                    <a:cubicBezTo>
                      <a:pt x="1174" y="169"/>
                      <a:pt x="1173" y="168"/>
                      <a:pt x="1172" y="167"/>
                    </a:cubicBezTo>
                    <a:cubicBezTo>
                      <a:pt x="1172" y="166"/>
                      <a:pt x="1170" y="165"/>
                      <a:pt x="1169" y="163"/>
                    </a:cubicBezTo>
                    <a:cubicBezTo>
                      <a:pt x="1169" y="163"/>
                      <a:pt x="1171" y="162"/>
                      <a:pt x="1172" y="162"/>
                    </a:cubicBezTo>
                    <a:cubicBezTo>
                      <a:pt x="1173" y="161"/>
                      <a:pt x="1175" y="159"/>
                      <a:pt x="1175" y="159"/>
                    </a:cubicBezTo>
                    <a:cubicBezTo>
                      <a:pt x="1175" y="159"/>
                      <a:pt x="1174" y="155"/>
                      <a:pt x="1178" y="152"/>
                    </a:cubicBezTo>
                    <a:cubicBezTo>
                      <a:pt x="1182" y="149"/>
                      <a:pt x="1179" y="151"/>
                      <a:pt x="1180" y="150"/>
                    </a:cubicBezTo>
                    <a:cubicBezTo>
                      <a:pt x="1180" y="148"/>
                      <a:pt x="1180" y="147"/>
                      <a:pt x="1181" y="147"/>
                    </a:cubicBezTo>
                    <a:cubicBezTo>
                      <a:pt x="1182" y="146"/>
                      <a:pt x="1182" y="146"/>
                      <a:pt x="1182" y="144"/>
                    </a:cubicBezTo>
                    <a:cubicBezTo>
                      <a:pt x="1182" y="143"/>
                      <a:pt x="1183" y="142"/>
                      <a:pt x="1182" y="140"/>
                    </a:cubicBezTo>
                    <a:cubicBezTo>
                      <a:pt x="1182" y="138"/>
                      <a:pt x="1181" y="137"/>
                      <a:pt x="1181" y="137"/>
                    </a:cubicBezTo>
                    <a:cubicBezTo>
                      <a:pt x="1181" y="137"/>
                      <a:pt x="1180" y="136"/>
                      <a:pt x="1180" y="135"/>
                    </a:cubicBezTo>
                    <a:cubicBezTo>
                      <a:pt x="1180" y="134"/>
                      <a:pt x="1175" y="132"/>
                      <a:pt x="1175" y="132"/>
                    </a:cubicBezTo>
                    <a:cubicBezTo>
                      <a:pt x="1174" y="131"/>
                      <a:pt x="1172" y="132"/>
                      <a:pt x="1172" y="131"/>
                    </a:cubicBezTo>
                    <a:cubicBezTo>
                      <a:pt x="1171" y="131"/>
                      <a:pt x="1168" y="130"/>
                      <a:pt x="1168" y="130"/>
                    </a:cubicBezTo>
                    <a:cubicBezTo>
                      <a:pt x="1165" y="130"/>
                      <a:pt x="1165" y="130"/>
                      <a:pt x="1165" y="130"/>
                    </a:cubicBezTo>
                    <a:cubicBezTo>
                      <a:pt x="1158" y="128"/>
                      <a:pt x="1158" y="128"/>
                      <a:pt x="1158" y="128"/>
                    </a:cubicBezTo>
                    <a:cubicBezTo>
                      <a:pt x="1155" y="128"/>
                      <a:pt x="1155" y="128"/>
                      <a:pt x="1155" y="128"/>
                    </a:cubicBezTo>
                    <a:cubicBezTo>
                      <a:pt x="1155" y="128"/>
                      <a:pt x="1150" y="130"/>
                      <a:pt x="1148" y="129"/>
                    </a:cubicBezTo>
                    <a:cubicBezTo>
                      <a:pt x="1148" y="129"/>
                      <a:pt x="1143" y="130"/>
                      <a:pt x="1141" y="128"/>
                    </a:cubicBezTo>
                    <a:cubicBezTo>
                      <a:pt x="1136" y="128"/>
                      <a:pt x="1136" y="128"/>
                      <a:pt x="1136" y="128"/>
                    </a:cubicBezTo>
                    <a:cubicBezTo>
                      <a:pt x="1135" y="129"/>
                      <a:pt x="1133" y="130"/>
                      <a:pt x="1133" y="130"/>
                    </a:cubicBezTo>
                    <a:cubicBezTo>
                      <a:pt x="1132" y="134"/>
                      <a:pt x="1132" y="134"/>
                      <a:pt x="1132" y="134"/>
                    </a:cubicBezTo>
                    <a:cubicBezTo>
                      <a:pt x="1131" y="137"/>
                      <a:pt x="1131" y="137"/>
                      <a:pt x="1131" y="137"/>
                    </a:cubicBezTo>
                    <a:cubicBezTo>
                      <a:pt x="1131" y="137"/>
                      <a:pt x="1129" y="140"/>
                      <a:pt x="1129" y="140"/>
                    </a:cubicBezTo>
                    <a:cubicBezTo>
                      <a:pt x="1128" y="141"/>
                      <a:pt x="1127" y="143"/>
                      <a:pt x="1127" y="144"/>
                    </a:cubicBezTo>
                    <a:cubicBezTo>
                      <a:pt x="1127" y="145"/>
                      <a:pt x="1128" y="147"/>
                      <a:pt x="1128" y="148"/>
                    </a:cubicBezTo>
                    <a:cubicBezTo>
                      <a:pt x="1128" y="149"/>
                      <a:pt x="1127" y="151"/>
                      <a:pt x="1126" y="152"/>
                    </a:cubicBezTo>
                    <a:cubicBezTo>
                      <a:pt x="1125" y="152"/>
                      <a:pt x="1125" y="154"/>
                      <a:pt x="1124" y="156"/>
                    </a:cubicBezTo>
                    <a:cubicBezTo>
                      <a:pt x="1123" y="157"/>
                      <a:pt x="1122" y="157"/>
                      <a:pt x="1120" y="159"/>
                    </a:cubicBezTo>
                    <a:cubicBezTo>
                      <a:pt x="1119" y="160"/>
                      <a:pt x="1117" y="162"/>
                      <a:pt x="1116" y="162"/>
                    </a:cubicBezTo>
                    <a:cubicBezTo>
                      <a:pt x="1115" y="163"/>
                      <a:pt x="1112" y="165"/>
                      <a:pt x="1110" y="165"/>
                    </a:cubicBezTo>
                    <a:cubicBezTo>
                      <a:pt x="1109" y="166"/>
                      <a:pt x="1107" y="167"/>
                      <a:pt x="1106" y="168"/>
                    </a:cubicBezTo>
                    <a:cubicBezTo>
                      <a:pt x="1104" y="169"/>
                      <a:pt x="1103" y="170"/>
                      <a:pt x="1102" y="170"/>
                    </a:cubicBezTo>
                    <a:cubicBezTo>
                      <a:pt x="1101" y="170"/>
                      <a:pt x="1101" y="172"/>
                      <a:pt x="1101" y="173"/>
                    </a:cubicBezTo>
                    <a:cubicBezTo>
                      <a:pt x="1101" y="174"/>
                      <a:pt x="1101" y="174"/>
                      <a:pt x="1098" y="177"/>
                    </a:cubicBezTo>
                    <a:cubicBezTo>
                      <a:pt x="1096" y="180"/>
                      <a:pt x="1098" y="180"/>
                      <a:pt x="1099" y="180"/>
                    </a:cubicBezTo>
                    <a:cubicBezTo>
                      <a:pt x="1101" y="179"/>
                      <a:pt x="1104" y="181"/>
                      <a:pt x="1105" y="181"/>
                    </a:cubicBezTo>
                    <a:cubicBezTo>
                      <a:pt x="1106" y="181"/>
                      <a:pt x="1108" y="180"/>
                      <a:pt x="1108" y="181"/>
                    </a:cubicBezTo>
                    <a:cubicBezTo>
                      <a:pt x="1108" y="182"/>
                      <a:pt x="1109" y="192"/>
                      <a:pt x="1109" y="192"/>
                    </a:cubicBezTo>
                    <a:cubicBezTo>
                      <a:pt x="1109" y="192"/>
                      <a:pt x="1108" y="195"/>
                      <a:pt x="1107" y="197"/>
                    </a:cubicBezTo>
                    <a:cubicBezTo>
                      <a:pt x="1106" y="198"/>
                      <a:pt x="1106" y="199"/>
                      <a:pt x="1105" y="200"/>
                    </a:cubicBezTo>
                    <a:cubicBezTo>
                      <a:pt x="1104" y="202"/>
                      <a:pt x="1104" y="204"/>
                      <a:pt x="1104" y="205"/>
                    </a:cubicBezTo>
                    <a:cubicBezTo>
                      <a:pt x="1104" y="206"/>
                      <a:pt x="1101" y="211"/>
                      <a:pt x="1104" y="210"/>
                    </a:cubicBezTo>
                    <a:cubicBezTo>
                      <a:pt x="1106" y="208"/>
                      <a:pt x="1106" y="211"/>
                      <a:pt x="1109" y="209"/>
                    </a:cubicBezTo>
                    <a:cubicBezTo>
                      <a:pt x="1110" y="209"/>
                      <a:pt x="1112" y="210"/>
                      <a:pt x="1113" y="210"/>
                    </a:cubicBezTo>
                    <a:cubicBezTo>
                      <a:pt x="1114" y="209"/>
                      <a:pt x="1116" y="212"/>
                      <a:pt x="1117" y="212"/>
                    </a:cubicBezTo>
                    <a:cubicBezTo>
                      <a:pt x="1118" y="212"/>
                      <a:pt x="1119" y="214"/>
                      <a:pt x="1120" y="215"/>
                    </a:cubicBezTo>
                    <a:cubicBezTo>
                      <a:pt x="1120" y="216"/>
                      <a:pt x="1121" y="219"/>
                      <a:pt x="1121" y="220"/>
                    </a:cubicBezTo>
                    <a:cubicBezTo>
                      <a:pt x="1121" y="221"/>
                      <a:pt x="1122" y="222"/>
                      <a:pt x="1125" y="223"/>
                    </a:cubicBezTo>
                    <a:cubicBezTo>
                      <a:pt x="1127" y="223"/>
                      <a:pt x="1126" y="224"/>
                      <a:pt x="1128" y="224"/>
                    </a:cubicBezTo>
                    <a:cubicBezTo>
                      <a:pt x="1130" y="224"/>
                      <a:pt x="1131" y="226"/>
                      <a:pt x="1131" y="227"/>
                    </a:cubicBezTo>
                    <a:cubicBezTo>
                      <a:pt x="1131" y="228"/>
                      <a:pt x="1131" y="229"/>
                      <a:pt x="1130" y="231"/>
                    </a:cubicBezTo>
                    <a:cubicBezTo>
                      <a:pt x="1130" y="232"/>
                      <a:pt x="1128" y="235"/>
                      <a:pt x="1127" y="236"/>
                    </a:cubicBezTo>
                    <a:cubicBezTo>
                      <a:pt x="1127" y="237"/>
                      <a:pt x="1124" y="238"/>
                      <a:pt x="1124" y="238"/>
                    </a:cubicBezTo>
                    <a:cubicBezTo>
                      <a:pt x="1121" y="237"/>
                      <a:pt x="1121" y="237"/>
                      <a:pt x="1121" y="237"/>
                    </a:cubicBezTo>
                    <a:cubicBezTo>
                      <a:pt x="1121" y="237"/>
                      <a:pt x="1118" y="235"/>
                      <a:pt x="1117" y="235"/>
                    </a:cubicBezTo>
                    <a:cubicBezTo>
                      <a:pt x="1116" y="234"/>
                      <a:pt x="1114" y="232"/>
                      <a:pt x="1113" y="231"/>
                    </a:cubicBezTo>
                    <a:cubicBezTo>
                      <a:pt x="1113" y="229"/>
                      <a:pt x="1103" y="224"/>
                      <a:pt x="1098" y="221"/>
                    </a:cubicBezTo>
                    <a:cubicBezTo>
                      <a:pt x="1093" y="218"/>
                      <a:pt x="1094" y="221"/>
                      <a:pt x="1094" y="221"/>
                    </a:cubicBezTo>
                    <a:cubicBezTo>
                      <a:pt x="1093" y="221"/>
                      <a:pt x="1088" y="220"/>
                      <a:pt x="1086" y="219"/>
                    </a:cubicBezTo>
                    <a:cubicBezTo>
                      <a:pt x="1083" y="218"/>
                      <a:pt x="1082" y="218"/>
                      <a:pt x="1081" y="217"/>
                    </a:cubicBezTo>
                    <a:cubicBezTo>
                      <a:pt x="1081" y="215"/>
                      <a:pt x="1078" y="216"/>
                      <a:pt x="1076" y="214"/>
                    </a:cubicBezTo>
                    <a:cubicBezTo>
                      <a:pt x="1076" y="214"/>
                      <a:pt x="1076" y="214"/>
                      <a:pt x="1076" y="214"/>
                    </a:cubicBezTo>
                    <a:cubicBezTo>
                      <a:pt x="1076" y="214"/>
                      <a:pt x="1076" y="214"/>
                      <a:pt x="1076" y="214"/>
                    </a:cubicBezTo>
                    <a:cubicBezTo>
                      <a:pt x="1076" y="213"/>
                      <a:pt x="1074" y="212"/>
                      <a:pt x="1074" y="212"/>
                    </a:cubicBezTo>
                    <a:cubicBezTo>
                      <a:pt x="1073" y="211"/>
                      <a:pt x="1070" y="211"/>
                      <a:pt x="1069" y="211"/>
                    </a:cubicBezTo>
                    <a:cubicBezTo>
                      <a:pt x="1069" y="210"/>
                      <a:pt x="1065" y="209"/>
                      <a:pt x="1064" y="208"/>
                    </a:cubicBezTo>
                    <a:cubicBezTo>
                      <a:pt x="1063" y="208"/>
                      <a:pt x="1060" y="208"/>
                      <a:pt x="1060" y="208"/>
                    </a:cubicBezTo>
                    <a:cubicBezTo>
                      <a:pt x="1059" y="207"/>
                      <a:pt x="1056" y="206"/>
                      <a:pt x="1055" y="206"/>
                    </a:cubicBezTo>
                    <a:cubicBezTo>
                      <a:pt x="1054" y="205"/>
                      <a:pt x="1052" y="206"/>
                      <a:pt x="1051" y="206"/>
                    </a:cubicBezTo>
                    <a:cubicBezTo>
                      <a:pt x="1050" y="205"/>
                      <a:pt x="1033" y="203"/>
                      <a:pt x="1032" y="203"/>
                    </a:cubicBezTo>
                    <a:cubicBezTo>
                      <a:pt x="1031" y="203"/>
                      <a:pt x="1026" y="203"/>
                      <a:pt x="1026" y="203"/>
                    </a:cubicBezTo>
                    <a:cubicBezTo>
                      <a:pt x="1015" y="198"/>
                      <a:pt x="1015" y="198"/>
                      <a:pt x="1015" y="198"/>
                    </a:cubicBezTo>
                    <a:cubicBezTo>
                      <a:pt x="1015" y="198"/>
                      <a:pt x="1013" y="196"/>
                      <a:pt x="1012" y="196"/>
                    </a:cubicBezTo>
                    <a:cubicBezTo>
                      <a:pt x="1011" y="195"/>
                      <a:pt x="1008" y="191"/>
                      <a:pt x="1008" y="190"/>
                    </a:cubicBezTo>
                    <a:cubicBezTo>
                      <a:pt x="1007" y="189"/>
                      <a:pt x="1002" y="189"/>
                      <a:pt x="1001" y="189"/>
                    </a:cubicBezTo>
                    <a:cubicBezTo>
                      <a:pt x="1000" y="188"/>
                      <a:pt x="998" y="189"/>
                      <a:pt x="998" y="189"/>
                    </a:cubicBezTo>
                    <a:cubicBezTo>
                      <a:pt x="997" y="189"/>
                      <a:pt x="995" y="191"/>
                      <a:pt x="995" y="192"/>
                    </a:cubicBezTo>
                    <a:cubicBezTo>
                      <a:pt x="995" y="193"/>
                      <a:pt x="995" y="196"/>
                      <a:pt x="995" y="198"/>
                    </a:cubicBezTo>
                    <a:cubicBezTo>
                      <a:pt x="995" y="199"/>
                      <a:pt x="995" y="199"/>
                      <a:pt x="995" y="199"/>
                    </a:cubicBezTo>
                    <a:cubicBezTo>
                      <a:pt x="995" y="199"/>
                      <a:pt x="997" y="201"/>
                      <a:pt x="998" y="200"/>
                    </a:cubicBezTo>
                    <a:cubicBezTo>
                      <a:pt x="999" y="200"/>
                      <a:pt x="1000" y="202"/>
                      <a:pt x="1002" y="202"/>
                    </a:cubicBezTo>
                    <a:cubicBezTo>
                      <a:pt x="1004" y="203"/>
                      <a:pt x="1005" y="204"/>
                      <a:pt x="1007" y="204"/>
                    </a:cubicBezTo>
                    <a:cubicBezTo>
                      <a:pt x="1008" y="204"/>
                      <a:pt x="1009" y="207"/>
                      <a:pt x="1009" y="207"/>
                    </a:cubicBezTo>
                    <a:cubicBezTo>
                      <a:pt x="1010" y="207"/>
                      <a:pt x="1012" y="210"/>
                      <a:pt x="1014" y="210"/>
                    </a:cubicBezTo>
                    <a:cubicBezTo>
                      <a:pt x="1016" y="210"/>
                      <a:pt x="1016" y="213"/>
                      <a:pt x="1017" y="212"/>
                    </a:cubicBezTo>
                    <a:cubicBezTo>
                      <a:pt x="1017" y="212"/>
                      <a:pt x="1017" y="214"/>
                      <a:pt x="1017" y="215"/>
                    </a:cubicBezTo>
                    <a:cubicBezTo>
                      <a:pt x="1017" y="216"/>
                      <a:pt x="1018" y="217"/>
                      <a:pt x="1019" y="218"/>
                    </a:cubicBezTo>
                    <a:cubicBezTo>
                      <a:pt x="1021" y="218"/>
                      <a:pt x="1023" y="221"/>
                      <a:pt x="1023" y="223"/>
                    </a:cubicBezTo>
                    <a:cubicBezTo>
                      <a:pt x="1023" y="223"/>
                      <a:pt x="1022" y="224"/>
                      <a:pt x="1021" y="225"/>
                    </a:cubicBezTo>
                    <a:cubicBezTo>
                      <a:pt x="1021" y="226"/>
                      <a:pt x="1020" y="228"/>
                      <a:pt x="1020" y="228"/>
                    </a:cubicBezTo>
                    <a:cubicBezTo>
                      <a:pt x="1020" y="228"/>
                      <a:pt x="1015" y="230"/>
                      <a:pt x="1014" y="229"/>
                    </a:cubicBezTo>
                    <a:cubicBezTo>
                      <a:pt x="1013" y="229"/>
                      <a:pt x="1012" y="232"/>
                      <a:pt x="1012" y="232"/>
                    </a:cubicBezTo>
                    <a:cubicBezTo>
                      <a:pt x="1012" y="234"/>
                      <a:pt x="1012" y="234"/>
                      <a:pt x="1012" y="234"/>
                    </a:cubicBezTo>
                    <a:cubicBezTo>
                      <a:pt x="1010" y="236"/>
                      <a:pt x="1010" y="236"/>
                      <a:pt x="1010" y="236"/>
                    </a:cubicBezTo>
                    <a:cubicBezTo>
                      <a:pt x="1009" y="238"/>
                      <a:pt x="1009" y="238"/>
                      <a:pt x="1009" y="238"/>
                    </a:cubicBezTo>
                    <a:cubicBezTo>
                      <a:pt x="1009" y="238"/>
                      <a:pt x="1005" y="237"/>
                      <a:pt x="1004" y="236"/>
                    </a:cubicBezTo>
                    <a:cubicBezTo>
                      <a:pt x="1004" y="235"/>
                      <a:pt x="1003" y="234"/>
                      <a:pt x="1003" y="234"/>
                    </a:cubicBezTo>
                    <a:cubicBezTo>
                      <a:pt x="1003" y="234"/>
                      <a:pt x="1003" y="231"/>
                      <a:pt x="1004" y="229"/>
                    </a:cubicBezTo>
                    <a:cubicBezTo>
                      <a:pt x="1004" y="227"/>
                      <a:pt x="1002" y="225"/>
                      <a:pt x="1002" y="225"/>
                    </a:cubicBezTo>
                    <a:cubicBezTo>
                      <a:pt x="1002" y="225"/>
                      <a:pt x="1002" y="225"/>
                      <a:pt x="997" y="223"/>
                    </a:cubicBezTo>
                    <a:cubicBezTo>
                      <a:pt x="997" y="223"/>
                      <a:pt x="994" y="224"/>
                      <a:pt x="992" y="224"/>
                    </a:cubicBezTo>
                    <a:cubicBezTo>
                      <a:pt x="990" y="223"/>
                      <a:pt x="989" y="225"/>
                      <a:pt x="989" y="225"/>
                    </a:cubicBezTo>
                    <a:cubicBezTo>
                      <a:pt x="989" y="225"/>
                      <a:pt x="985" y="227"/>
                      <a:pt x="984" y="228"/>
                    </a:cubicBezTo>
                    <a:cubicBezTo>
                      <a:pt x="984" y="229"/>
                      <a:pt x="981" y="231"/>
                      <a:pt x="981" y="231"/>
                    </a:cubicBezTo>
                    <a:cubicBezTo>
                      <a:pt x="976" y="233"/>
                      <a:pt x="976" y="233"/>
                      <a:pt x="976" y="233"/>
                    </a:cubicBezTo>
                    <a:cubicBezTo>
                      <a:pt x="969" y="231"/>
                      <a:pt x="969" y="231"/>
                      <a:pt x="969" y="231"/>
                    </a:cubicBezTo>
                    <a:cubicBezTo>
                      <a:pt x="963" y="232"/>
                      <a:pt x="963" y="232"/>
                      <a:pt x="963" y="232"/>
                    </a:cubicBezTo>
                    <a:cubicBezTo>
                      <a:pt x="960" y="232"/>
                      <a:pt x="960" y="232"/>
                      <a:pt x="960" y="232"/>
                    </a:cubicBezTo>
                    <a:cubicBezTo>
                      <a:pt x="955" y="233"/>
                      <a:pt x="955" y="233"/>
                      <a:pt x="955" y="233"/>
                    </a:cubicBezTo>
                    <a:cubicBezTo>
                      <a:pt x="955" y="233"/>
                      <a:pt x="943" y="238"/>
                      <a:pt x="943" y="238"/>
                    </a:cubicBezTo>
                    <a:cubicBezTo>
                      <a:pt x="942" y="238"/>
                      <a:pt x="934" y="239"/>
                      <a:pt x="933" y="239"/>
                    </a:cubicBezTo>
                    <a:cubicBezTo>
                      <a:pt x="932" y="238"/>
                      <a:pt x="928" y="239"/>
                      <a:pt x="926" y="238"/>
                    </a:cubicBezTo>
                    <a:cubicBezTo>
                      <a:pt x="925" y="237"/>
                      <a:pt x="929" y="237"/>
                      <a:pt x="929" y="237"/>
                    </a:cubicBezTo>
                    <a:cubicBezTo>
                      <a:pt x="930" y="237"/>
                      <a:pt x="932" y="235"/>
                      <a:pt x="933" y="232"/>
                    </a:cubicBezTo>
                    <a:cubicBezTo>
                      <a:pt x="933" y="230"/>
                      <a:pt x="933" y="228"/>
                      <a:pt x="933" y="228"/>
                    </a:cubicBezTo>
                    <a:cubicBezTo>
                      <a:pt x="938" y="223"/>
                      <a:pt x="938" y="223"/>
                      <a:pt x="938" y="223"/>
                    </a:cubicBezTo>
                    <a:cubicBezTo>
                      <a:pt x="938" y="222"/>
                      <a:pt x="930" y="223"/>
                      <a:pt x="930" y="223"/>
                    </a:cubicBezTo>
                    <a:cubicBezTo>
                      <a:pt x="930" y="223"/>
                      <a:pt x="926" y="225"/>
                      <a:pt x="925" y="225"/>
                    </a:cubicBezTo>
                    <a:cubicBezTo>
                      <a:pt x="925" y="226"/>
                      <a:pt x="921" y="228"/>
                      <a:pt x="920" y="228"/>
                    </a:cubicBezTo>
                    <a:cubicBezTo>
                      <a:pt x="919" y="228"/>
                      <a:pt x="918" y="232"/>
                      <a:pt x="918" y="232"/>
                    </a:cubicBezTo>
                    <a:cubicBezTo>
                      <a:pt x="918" y="232"/>
                      <a:pt x="914" y="236"/>
                      <a:pt x="913" y="236"/>
                    </a:cubicBezTo>
                    <a:cubicBezTo>
                      <a:pt x="912" y="237"/>
                      <a:pt x="912" y="234"/>
                      <a:pt x="912" y="233"/>
                    </a:cubicBezTo>
                    <a:cubicBezTo>
                      <a:pt x="911" y="232"/>
                      <a:pt x="908" y="233"/>
                      <a:pt x="908" y="232"/>
                    </a:cubicBezTo>
                    <a:cubicBezTo>
                      <a:pt x="908" y="230"/>
                      <a:pt x="905" y="232"/>
                      <a:pt x="905" y="232"/>
                    </a:cubicBezTo>
                    <a:cubicBezTo>
                      <a:pt x="905" y="232"/>
                      <a:pt x="900" y="235"/>
                      <a:pt x="899" y="235"/>
                    </a:cubicBezTo>
                    <a:cubicBezTo>
                      <a:pt x="899" y="235"/>
                      <a:pt x="894" y="235"/>
                      <a:pt x="894" y="235"/>
                    </a:cubicBezTo>
                    <a:cubicBezTo>
                      <a:pt x="894" y="235"/>
                      <a:pt x="890" y="236"/>
                      <a:pt x="889" y="237"/>
                    </a:cubicBezTo>
                    <a:cubicBezTo>
                      <a:pt x="889" y="238"/>
                      <a:pt x="885" y="241"/>
                      <a:pt x="884" y="241"/>
                    </a:cubicBezTo>
                    <a:cubicBezTo>
                      <a:pt x="883" y="242"/>
                      <a:pt x="876" y="246"/>
                      <a:pt x="875" y="246"/>
                    </a:cubicBezTo>
                    <a:cubicBezTo>
                      <a:pt x="875" y="246"/>
                      <a:pt x="878" y="247"/>
                      <a:pt x="878" y="247"/>
                    </a:cubicBezTo>
                    <a:cubicBezTo>
                      <a:pt x="878" y="247"/>
                      <a:pt x="863" y="252"/>
                      <a:pt x="859" y="252"/>
                    </a:cubicBezTo>
                    <a:cubicBezTo>
                      <a:pt x="856" y="253"/>
                      <a:pt x="856" y="254"/>
                      <a:pt x="855" y="255"/>
                    </a:cubicBezTo>
                    <a:cubicBezTo>
                      <a:pt x="855" y="256"/>
                      <a:pt x="854" y="262"/>
                      <a:pt x="854" y="262"/>
                    </a:cubicBezTo>
                    <a:cubicBezTo>
                      <a:pt x="854" y="262"/>
                      <a:pt x="852" y="264"/>
                      <a:pt x="851" y="265"/>
                    </a:cubicBezTo>
                    <a:cubicBezTo>
                      <a:pt x="850" y="266"/>
                      <a:pt x="849" y="267"/>
                      <a:pt x="849" y="267"/>
                    </a:cubicBezTo>
                    <a:cubicBezTo>
                      <a:pt x="835" y="270"/>
                      <a:pt x="835" y="270"/>
                      <a:pt x="835" y="270"/>
                    </a:cubicBezTo>
                    <a:cubicBezTo>
                      <a:pt x="835" y="270"/>
                      <a:pt x="830" y="271"/>
                      <a:pt x="829" y="270"/>
                    </a:cubicBezTo>
                    <a:cubicBezTo>
                      <a:pt x="829" y="269"/>
                      <a:pt x="825" y="265"/>
                      <a:pt x="825" y="263"/>
                    </a:cubicBezTo>
                    <a:cubicBezTo>
                      <a:pt x="824" y="261"/>
                      <a:pt x="823" y="262"/>
                      <a:pt x="821" y="262"/>
                    </a:cubicBezTo>
                    <a:cubicBezTo>
                      <a:pt x="818" y="261"/>
                      <a:pt x="817" y="260"/>
                      <a:pt x="816" y="259"/>
                    </a:cubicBezTo>
                    <a:cubicBezTo>
                      <a:pt x="815" y="258"/>
                      <a:pt x="817" y="257"/>
                      <a:pt x="818" y="255"/>
                    </a:cubicBezTo>
                    <a:cubicBezTo>
                      <a:pt x="818" y="253"/>
                      <a:pt x="820" y="254"/>
                      <a:pt x="820" y="252"/>
                    </a:cubicBezTo>
                    <a:cubicBezTo>
                      <a:pt x="821" y="251"/>
                      <a:pt x="822" y="251"/>
                      <a:pt x="824" y="250"/>
                    </a:cubicBezTo>
                    <a:cubicBezTo>
                      <a:pt x="826" y="248"/>
                      <a:pt x="828" y="250"/>
                      <a:pt x="828" y="250"/>
                    </a:cubicBezTo>
                    <a:cubicBezTo>
                      <a:pt x="834" y="249"/>
                      <a:pt x="834" y="249"/>
                      <a:pt x="834" y="249"/>
                    </a:cubicBezTo>
                    <a:cubicBezTo>
                      <a:pt x="834" y="249"/>
                      <a:pt x="839" y="249"/>
                      <a:pt x="840" y="248"/>
                    </a:cubicBezTo>
                    <a:cubicBezTo>
                      <a:pt x="841" y="247"/>
                      <a:pt x="838" y="247"/>
                      <a:pt x="839" y="245"/>
                    </a:cubicBezTo>
                    <a:cubicBezTo>
                      <a:pt x="839" y="242"/>
                      <a:pt x="832" y="238"/>
                      <a:pt x="832" y="237"/>
                    </a:cubicBezTo>
                    <a:cubicBezTo>
                      <a:pt x="831" y="235"/>
                      <a:pt x="827" y="234"/>
                      <a:pt x="826" y="233"/>
                    </a:cubicBezTo>
                    <a:cubicBezTo>
                      <a:pt x="826" y="232"/>
                      <a:pt x="823" y="233"/>
                      <a:pt x="821" y="232"/>
                    </a:cubicBezTo>
                    <a:cubicBezTo>
                      <a:pt x="820" y="231"/>
                      <a:pt x="817" y="233"/>
                      <a:pt x="816" y="232"/>
                    </a:cubicBezTo>
                    <a:cubicBezTo>
                      <a:pt x="815" y="232"/>
                      <a:pt x="811" y="232"/>
                      <a:pt x="809" y="232"/>
                    </a:cubicBezTo>
                    <a:cubicBezTo>
                      <a:pt x="806" y="232"/>
                      <a:pt x="804" y="232"/>
                      <a:pt x="803" y="233"/>
                    </a:cubicBezTo>
                    <a:cubicBezTo>
                      <a:pt x="801" y="233"/>
                      <a:pt x="795" y="231"/>
                      <a:pt x="795" y="231"/>
                    </a:cubicBezTo>
                    <a:cubicBezTo>
                      <a:pt x="795" y="231"/>
                      <a:pt x="796" y="234"/>
                      <a:pt x="798" y="234"/>
                    </a:cubicBezTo>
                    <a:cubicBezTo>
                      <a:pt x="800" y="234"/>
                      <a:pt x="801" y="236"/>
                      <a:pt x="802" y="236"/>
                    </a:cubicBezTo>
                    <a:cubicBezTo>
                      <a:pt x="802" y="236"/>
                      <a:pt x="804" y="238"/>
                      <a:pt x="805" y="239"/>
                    </a:cubicBezTo>
                    <a:cubicBezTo>
                      <a:pt x="806" y="240"/>
                      <a:pt x="805" y="241"/>
                      <a:pt x="805" y="242"/>
                    </a:cubicBezTo>
                    <a:cubicBezTo>
                      <a:pt x="805" y="242"/>
                      <a:pt x="805" y="244"/>
                      <a:pt x="805" y="245"/>
                    </a:cubicBezTo>
                    <a:cubicBezTo>
                      <a:pt x="806" y="246"/>
                      <a:pt x="805" y="247"/>
                      <a:pt x="806" y="248"/>
                    </a:cubicBezTo>
                    <a:cubicBezTo>
                      <a:pt x="806" y="248"/>
                      <a:pt x="805" y="250"/>
                      <a:pt x="805" y="251"/>
                    </a:cubicBezTo>
                    <a:cubicBezTo>
                      <a:pt x="806" y="253"/>
                      <a:pt x="803" y="257"/>
                      <a:pt x="802" y="258"/>
                    </a:cubicBezTo>
                    <a:cubicBezTo>
                      <a:pt x="801" y="260"/>
                      <a:pt x="800" y="262"/>
                      <a:pt x="800" y="263"/>
                    </a:cubicBezTo>
                    <a:cubicBezTo>
                      <a:pt x="800" y="263"/>
                      <a:pt x="802" y="264"/>
                      <a:pt x="804" y="264"/>
                    </a:cubicBezTo>
                    <a:cubicBezTo>
                      <a:pt x="806" y="264"/>
                      <a:pt x="806" y="265"/>
                      <a:pt x="807" y="266"/>
                    </a:cubicBezTo>
                    <a:cubicBezTo>
                      <a:pt x="808" y="267"/>
                      <a:pt x="808" y="269"/>
                      <a:pt x="809" y="270"/>
                    </a:cubicBezTo>
                    <a:cubicBezTo>
                      <a:pt x="809" y="271"/>
                      <a:pt x="808" y="274"/>
                      <a:pt x="807" y="276"/>
                    </a:cubicBezTo>
                    <a:cubicBezTo>
                      <a:pt x="806" y="278"/>
                      <a:pt x="806" y="278"/>
                      <a:pt x="806" y="279"/>
                    </a:cubicBezTo>
                    <a:cubicBezTo>
                      <a:pt x="805" y="280"/>
                      <a:pt x="805" y="282"/>
                      <a:pt x="805" y="284"/>
                    </a:cubicBezTo>
                    <a:cubicBezTo>
                      <a:pt x="804" y="286"/>
                      <a:pt x="804" y="290"/>
                      <a:pt x="803" y="288"/>
                    </a:cubicBezTo>
                    <a:cubicBezTo>
                      <a:pt x="803" y="287"/>
                      <a:pt x="802" y="288"/>
                      <a:pt x="801" y="287"/>
                    </a:cubicBezTo>
                    <a:cubicBezTo>
                      <a:pt x="800" y="286"/>
                      <a:pt x="800" y="285"/>
                      <a:pt x="799" y="283"/>
                    </a:cubicBezTo>
                    <a:cubicBezTo>
                      <a:pt x="799" y="282"/>
                      <a:pt x="796" y="283"/>
                      <a:pt x="796" y="281"/>
                    </a:cubicBezTo>
                    <a:cubicBezTo>
                      <a:pt x="795" y="280"/>
                      <a:pt x="793" y="281"/>
                      <a:pt x="791" y="280"/>
                    </a:cubicBezTo>
                    <a:cubicBezTo>
                      <a:pt x="789" y="280"/>
                      <a:pt x="786" y="279"/>
                      <a:pt x="785" y="278"/>
                    </a:cubicBezTo>
                    <a:cubicBezTo>
                      <a:pt x="783" y="278"/>
                      <a:pt x="780" y="279"/>
                      <a:pt x="780" y="279"/>
                    </a:cubicBezTo>
                    <a:cubicBezTo>
                      <a:pt x="780" y="279"/>
                      <a:pt x="772" y="287"/>
                      <a:pt x="770" y="288"/>
                    </a:cubicBezTo>
                    <a:cubicBezTo>
                      <a:pt x="768" y="288"/>
                      <a:pt x="767" y="289"/>
                      <a:pt x="764" y="290"/>
                    </a:cubicBezTo>
                    <a:cubicBezTo>
                      <a:pt x="761" y="291"/>
                      <a:pt x="761" y="292"/>
                      <a:pt x="760" y="293"/>
                    </a:cubicBezTo>
                    <a:cubicBezTo>
                      <a:pt x="759" y="293"/>
                      <a:pt x="754" y="296"/>
                      <a:pt x="754" y="296"/>
                    </a:cubicBezTo>
                    <a:cubicBezTo>
                      <a:pt x="753" y="296"/>
                      <a:pt x="748" y="300"/>
                      <a:pt x="749" y="304"/>
                    </a:cubicBezTo>
                    <a:cubicBezTo>
                      <a:pt x="749" y="309"/>
                      <a:pt x="752" y="307"/>
                      <a:pt x="753" y="308"/>
                    </a:cubicBezTo>
                    <a:cubicBezTo>
                      <a:pt x="755" y="309"/>
                      <a:pt x="758" y="317"/>
                      <a:pt x="758" y="317"/>
                    </a:cubicBezTo>
                    <a:cubicBezTo>
                      <a:pt x="758" y="317"/>
                      <a:pt x="756" y="318"/>
                      <a:pt x="752" y="318"/>
                    </a:cubicBezTo>
                    <a:cubicBezTo>
                      <a:pt x="748" y="318"/>
                      <a:pt x="749" y="319"/>
                      <a:pt x="746" y="318"/>
                    </a:cubicBezTo>
                    <a:cubicBezTo>
                      <a:pt x="744" y="318"/>
                      <a:pt x="743" y="319"/>
                      <a:pt x="742" y="318"/>
                    </a:cubicBezTo>
                    <a:cubicBezTo>
                      <a:pt x="741" y="317"/>
                      <a:pt x="737" y="316"/>
                      <a:pt x="736" y="316"/>
                    </a:cubicBezTo>
                    <a:cubicBezTo>
                      <a:pt x="735" y="316"/>
                      <a:pt x="731" y="317"/>
                      <a:pt x="730" y="317"/>
                    </a:cubicBezTo>
                    <a:cubicBezTo>
                      <a:pt x="730" y="316"/>
                      <a:pt x="726" y="316"/>
                      <a:pt x="726" y="316"/>
                    </a:cubicBezTo>
                    <a:cubicBezTo>
                      <a:pt x="725" y="315"/>
                      <a:pt x="721" y="311"/>
                      <a:pt x="720" y="310"/>
                    </a:cubicBezTo>
                    <a:cubicBezTo>
                      <a:pt x="720" y="308"/>
                      <a:pt x="714" y="306"/>
                      <a:pt x="714" y="306"/>
                    </a:cubicBezTo>
                    <a:cubicBezTo>
                      <a:pt x="714" y="306"/>
                      <a:pt x="711" y="308"/>
                      <a:pt x="710" y="308"/>
                    </a:cubicBezTo>
                    <a:cubicBezTo>
                      <a:pt x="709" y="308"/>
                      <a:pt x="706" y="312"/>
                      <a:pt x="706" y="312"/>
                    </a:cubicBezTo>
                    <a:cubicBezTo>
                      <a:pt x="705" y="312"/>
                      <a:pt x="706" y="314"/>
                      <a:pt x="707" y="315"/>
                    </a:cubicBezTo>
                    <a:cubicBezTo>
                      <a:pt x="708" y="316"/>
                      <a:pt x="708" y="318"/>
                      <a:pt x="709" y="320"/>
                    </a:cubicBezTo>
                    <a:cubicBezTo>
                      <a:pt x="709" y="321"/>
                      <a:pt x="711" y="323"/>
                      <a:pt x="712" y="324"/>
                    </a:cubicBezTo>
                    <a:cubicBezTo>
                      <a:pt x="713" y="325"/>
                      <a:pt x="717" y="326"/>
                      <a:pt x="718" y="325"/>
                    </a:cubicBezTo>
                    <a:cubicBezTo>
                      <a:pt x="719" y="325"/>
                      <a:pt x="724" y="328"/>
                      <a:pt x="724" y="328"/>
                    </a:cubicBezTo>
                    <a:cubicBezTo>
                      <a:pt x="725" y="329"/>
                      <a:pt x="724" y="330"/>
                      <a:pt x="723" y="330"/>
                    </a:cubicBezTo>
                    <a:cubicBezTo>
                      <a:pt x="722" y="331"/>
                      <a:pt x="720" y="333"/>
                      <a:pt x="719" y="334"/>
                    </a:cubicBezTo>
                    <a:cubicBezTo>
                      <a:pt x="718" y="334"/>
                      <a:pt x="717" y="334"/>
                      <a:pt x="716" y="334"/>
                    </a:cubicBezTo>
                    <a:cubicBezTo>
                      <a:pt x="714" y="334"/>
                      <a:pt x="712" y="335"/>
                      <a:pt x="710" y="334"/>
                    </a:cubicBezTo>
                    <a:cubicBezTo>
                      <a:pt x="708" y="333"/>
                      <a:pt x="707" y="332"/>
                      <a:pt x="707" y="332"/>
                    </a:cubicBezTo>
                    <a:cubicBezTo>
                      <a:pt x="707" y="331"/>
                      <a:pt x="703" y="330"/>
                      <a:pt x="702" y="329"/>
                    </a:cubicBezTo>
                    <a:cubicBezTo>
                      <a:pt x="701" y="328"/>
                      <a:pt x="699" y="327"/>
                      <a:pt x="697" y="326"/>
                    </a:cubicBezTo>
                    <a:cubicBezTo>
                      <a:pt x="694" y="324"/>
                      <a:pt x="695" y="325"/>
                      <a:pt x="693" y="325"/>
                    </a:cubicBezTo>
                    <a:cubicBezTo>
                      <a:pt x="691" y="324"/>
                      <a:pt x="687" y="324"/>
                      <a:pt x="686" y="324"/>
                    </a:cubicBezTo>
                    <a:cubicBezTo>
                      <a:pt x="685" y="323"/>
                      <a:pt x="684" y="323"/>
                      <a:pt x="684" y="321"/>
                    </a:cubicBezTo>
                    <a:cubicBezTo>
                      <a:pt x="685" y="320"/>
                      <a:pt x="686" y="319"/>
                      <a:pt x="686" y="318"/>
                    </a:cubicBezTo>
                    <a:cubicBezTo>
                      <a:pt x="686" y="318"/>
                      <a:pt x="685" y="314"/>
                      <a:pt x="684" y="313"/>
                    </a:cubicBezTo>
                    <a:cubicBezTo>
                      <a:pt x="683" y="311"/>
                      <a:pt x="682" y="309"/>
                      <a:pt x="681" y="308"/>
                    </a:cubicBezTo>
                    <a:cubicBezTo>
                      <a:pt x="680" y="307"/>
                      <a:pt x="680" y="304"/>
                      <a:pt x="681" y="301"/>
                    </a:cubicBezTo>
                    <a:cubicBezTo>
                      <a:pt x="681" y="301"/>
                      <a:pt x="683" y="298"/>
                      <a:pt x="684" y="296"/>
                    </a:cubicBezTo>
                    <a:cubicBezTo>
                      <a:pt x="684" y="295"/>
                      <a:pt x="684" y="294"/>
                      <a:pt x="684" y="291"/>
                    </a:cubicBezTo>
                    <a:cubicBezTo>
                      <a:pt x="684" y="289"/>
                      <a:pt x="683" y="290"/>
                      <a:pt x="680" y="289"/>
                    </a:cubicBezTo>
                    <a:cubicBezTo>
                      <a:pt x="677" y="288"/>
                      <a:pt x="679" y="288"/>
                      <a:pt x="677" y="287"/>
                    </a:cubicBezTo>
                    <a:cubicBezTo>
                      <a:pt x="676" y="286"/>
                      <a:pt x="675" y="287"/>
                      <a:pt x="672" y="285"/>
                    </a:cubicBezTo>
                    <a:cubicBezTo>
                      <a:pt x="670" y="284"/>
                      <a:pt x="670" y="285"/>
                      <a:pt x="668" y="283"/>
                    </a:cubicBezTo>
                    <a:cubicBezTo>
                      <a:pt x="667" y="281"/>
                      <a:pt x="667" y="280"/>
                      <a:pt x="666" y="279"/>
                    </a:cubicBezTo>
                    <a:cubicBezTo>
                      <a:pt x="664" y="278"/>
                      <a:pt x="664" y="278"/>
                      <a:pt x="664" y="277"/>
                    </a:cubicBezTo>
                    <a:cubicBezTo>
                      <a:pt x="663" y="276"/>
                      <a:pt x="662" y="276"/>
                      <a:pt x="660" y="275"/>
                    </a:cubicBezTo>
                    <a:cubicBezTo>
                      <a:pt x="658" y="275"/>
                      <a:pt x="657" y="273"/>
                      <a:pt x="656" y="272"/>
                    </a:cubicBezTo>
                    <a:cubicBezTo>
                      <a:pt x="656" y="271"/>
                      <a:pt x="654" y="267"/>
                      <a:pt x="654" y="267"/>
                    </a:cubicBezTo>
                    <a:cubicBezTo>
                      <a:pt x="650" y="265"/>
                      <a:pt x="650" y="265"/>
                      <a:pt x="650" y="265"/>
                    </a:cubicBezTo>
                    <a:cubicBezTo>
                      <a:pt x="650" y="265"/>
                      <a:pt x="651" y="265"/>
                      <a:pt x="654" y="265"/>
                    </a:cubicBezTo>
                    <a:cubicBezTo>
                      <a:pt x="657" y="264"/>
                      <a:pt x="655" y="265"/>
                      <a:pt x="657" y="266"/>
                    </a:cubicBezTo>
                    <a:cubicBezTo>
                      <a:pt x="658" y="266"/>
                      <a:pt x="658" y="268"/>
                      <a:pt x="660" y="269"/>
                    </a:cubicBezTo>
                    <a:cubicBezTo>
                      <a:pt x="661" y="270"/>
                      <a:pt x="661" y="270"/>
                      <a:pt x="663" y="272"/>
                    </a:cubicBezTo>
                    <a:cubicBezTo>
                      <a:pt x="666" y="274"/>
                      <a:pt x="666" y="273"/>
                      <a:pt x="668" y="274"/>
                    </a:cubicBezTo>
                    <a:cubicBezTo>
                      <a:pt x="670" y="274"/>
                      <a:pt x="671" y="274"/>
                      <a:pt x="672" y="274"/>
                    </a:cubicBezTo>
                    <a:cubicBezTo>
                      <a:pt x="672" y="275"/>
                      <a:pt x="674" y="275"/>
                      <a:pt x="676" y="275"/>
                    </a:cubicBezTo>
                    <a:cubicBezTo>
                      <a:pt x="677" y="276"/>
                      <a:pt x="680" y="277"/>
                      <a:pt x="682" y="277"/>
                    </a:cubicBezTo>
                    <a:cubicBezTo>
                      <a:pt x="684" y="277"/>
                      <a:pt x="686" y="280"/>
                      <a:pt x="688" y="281"/>
                    </a:cubicBezTo>
                    <a:cubicBezTo>
                      <a:pt x="690" y="282"/>
                      <a:pt x="692" y="281"/>
                      <a:pt x="696" y="283"/>
                    </a:cubicBezTo>
                    <a:cubicBezTo>
                      <a:pt x="699" y="284"/>
                      <a:pt x="704" y="283"/>
                      <a:pt x="705" y="283"/>
                    </a:cubicBezTo>
                    <a:cubicBezTo>
                      <a:pt x="705" y="283"/>
                      <a:pt x="710" y="283"/>
                      <a:pt x="713" y="284"/>
                    </a:cubicBezTo>
                    <a:cubicBezTo>
                      <a:pt x="716" y="286"/>
                      <a:pt x="718" y="286"/>
                      <a:pt x="720" y="287"/>
                    </a:cubicBezTo>
                    <a:cubicBezTo>
                      <a:pt x="722" y="287"/>
                      <a:pt x="734" y="288"/>
                      <a:pt x="735" y="287"/>
                    </a:cubicBezTo>
                    <a:cubicBezTo>
                      <a:pt x="736" y="286"/>
                      <a:pt x="739" y="286"/>
                      <a:pt x="743" y="285"/>
                    </a:cubicBezTo>
                    <a:cubicBezTo>
                      <a:pt x="747" y="284"/>
                      <a:pt x="747" y="284"/>
                      <a:pt x="747" y="284"/>
                    </a:cubicBezTo>
                    <a:cubicBezTo>
                      <a:pt x="749" y="284"/>
                      <a:pt x="749" y="284"/>
                      <a:pt x="749" y="284"/>
                    </a:cubicBezTo>
                    <a:cubicBezTo>
                      <a:pt x="749" y="284"/>
                      <a:pt x="754" y="282"/>
                      <a:pt x="756" y="281"/>
                    </a:cubicBezTo>
                    <a:cubicBezTo>
                      <a:pt x="758" y="280"/>
                      <a:pt x="761" y="278"/>
                      <a:pt x="763" y="276"/>
                    </a:cubicBezTo>
                    <a:cubicBezTo>
                      <a:pt x="765" y="273"/>
                      <a:pt x="765" y="273"/>
                      <a:pt x="767" y="271"/>
                    </a:cubicBezTo>
                    <a:cubicBezTo>
                      <a:pt x="768" y="269"/>
                      <a:pt x="769" y="268"/>
                      <a:pt x="769" y="266"/>
                    </a:cubicBezTo>
                    <a:cubicBezTo>
                      <a:pt x="769" y="264"/>
                      <a:pt x="768" y="263"/>
                      <a:pt x="768" y="262"/>
                    </a:cubicBezTo>
                    <a:cubicBezTo>
                      <a:pt x="767" y="260"/>
                      <a:pt x="766" y="259"/>
                      <a:pt x="765" y="257"/>
                    </a:cubicBezTo>
                    <a:cubicBezTo>
                      <a:pt x="765" y="255"/>
                      <a:pt x="764" y="255"/>
                      <a:pt x="762" y="253"/>
                    </a:cubicBezTo>
                    <a:cubicBezTo>
                      <a:pt x="761" y="251"/>
                      <a:pt x="759" y="251"/>
                      <a:pt x="757" y="248"/>
                    </a:cubicBezTo>
                    <a:cubicBezTo>
                      <a:pt x="755" y="245"/>
                      <a:pt x="754" y="246"/>
                      <a:pt x="752" y="244"/>
                    </a:cubicBezTo>
                    <a:cubicBezTo>
                      <a:pt x="751" y="242"/>
                      <a:pt x="750" y="243"/>
                      <a:pt x="748" y="243"/>
                    </a:cubicBezTo>
                    <a:cubicBezTo>
                      <a:pt x="746" y="242"/>
                      <a:pt x="745" y="242"/>
                      <a:pt x="743" y="242"/>
                    </a:cubicBezTo>
                    <a:cubicBezTo>
                      <a:pt x="742" y="242"/>
                      <a:pt x="739" y="240"/>
                      <a:pt x="738" y="239"/>
                    </a:cubicBezTo>
                    <a:cubicBezTo>
                      <a:pt x="737" y="239"/>
                      <a:pt x="732" y="236"/>
                      <a:pt x="729" y="233"/>
                    </a:cubicBezTo>
                    <a:cubicBezTo>
                      <a:pt x="726" y="230"/>
                      <a:pt x="724" y="232"/>
                      <a:pt x="723" y="231"/>
                    </a:cubicBezTo>
                    <a:cubicBezTo>
                      <a:pt x="722" y="229"/>
                      <a:pt x="720" y="229"/>
                      <a:pt x="719" y="227"/>
                    </a:cubicBezTo>
                    <a:cubicBezTo>
                      <a:pt x="718" y="225"/>
                      <a:pt x="713" y="226"/>
                      <a:pt x="712" y="225"/>
                    </a:cubicBezTo>
                    <a:cubicBezTo>
                      <a:pt x="711" y="224"/>
                      <a:pt x="709" y="223"/>
                      <a:pt x="708" y="223"/>
                    </a:cubicBezTo>
                    <a:cubicBezTo>
                      <a:pt x="707" y="223"/>
                      <a:pt x="704" y="222"/>
                      <a:pt x="703" y="221"/>
                    </a:cubicBezTo>
                    <a:cubicBezTo>
                      <a:pt x="702" y="221"/>
                      <a:pt x="701" y="219"/>
                      <a:pt x="700" y="218"/>
                    </a:cubicBezTo>
                    <a:cubicBezTo>
                      <a:pt x="700" y="217"/>
                      <a:pt x="697" y="217"/>
                      <a:pt x="696" y="216"/>
                    </a:cubicBezTo>
                    <a:cubicBezTo>
                      <a:pt x="695" y="216"/>
                      <a:pt x="691" y="217"/>
                      <a:pt x="691" y="217"/>
                    </a:cubicBezTo>
                    <a:cubicBezTo>
                      <a:pt x="690" y="217"/>
                      <a:pt x="683" y="218"/>
                      <a:pt x="683" y="217"/>
                    </a:cubicBezTo>
                    <a:cubicBezTo>
                      <a:pt x="682" y="216"/>
                      <a:pt x="681" y="216"/>
                      <a:pt x="680" y="215"/>
                    </a:cubicBezTo>
                    <a:cubicBezTo>
                      <a:pt x="680" y="214"/>
                      <a:pt x="676" y="213"/>
                      <a:pt x="676" y="213"/>
                    </a:cubicBezTo>
                    <a:cubicBezTo>
                      <a:pt x="673" y="214"/>
                      <a:pt x="673" y="214"/>
                      <a:pt x="673" y="214"/>
                    </a:cubicBezTo>
                    <a:cubicBezTo>
                      <a:pt x="673" y="214"/>
                      <a:pt x="671" y="215"/>
                      <a:pt x="670" y="215"/>
                    </a:cubicBezTo>
                    <a:cubicBezTo>
                      <a:pt x="670" y="215"/>
                      <a:pt x="667" y="216"/>
                      <a:pt x="666" y="215"/>
                    </a:cubicBezTo>
                    <a:cubicBezTo>
                      <a:pt x="666" y="214"/>
                      <a:pt x="666" y="212"/>
                      <a:pt x="666" y="212"/>
                    </a:cubicBezTo>
                    <a:cubicBezTo>
                      <a:pt x="665" y="211"/>
                      <a:pt x="662" y="214"/>
                      <a:pt x="661" y="214"/>
                    </a:cubicBezTo>
                    <a:cubicBezTo>
                      <a:pt x="661" y="213"/>
                      <a:pt x="658" y="214"/>
                      <a:pt x="658" y="213"/>
                    </a:cubicBezTo>
                    <a:cubicBezTo>
                      <a:pt x="657" y="211"/>
                      <a:pt x="654" y="212"/>
                      <a:pt x="653" y="210"/>
                    </a:cubicBezTo>
                    <a:cubicBezTo>
                      <a:pt x="652" y="208"/>
                      <a:pt x="654" y="208"/>
                      <a:pt x="655" y="208"/>
                    </a:cubicBezTo>
                    <a:cubicBezTo>
                      <a:pt x="656" y="208"/>
                      <a:pt x="661" y="207"/>
                      <a:pt x="660" y="206"/>
                    </a:cubicBezTo>
                    <a:cubicBezTo>
                      <a:pt x="659" y="204"/>
                      <a:pt x="658" y="203"/>
                      <a:pt x="658" y="203"/>
                    </a:cubicBezTo>
                    <a:cubicBezTo>
                      <a:pt x="658" y="202"/>
                      <a:pt x="649" y="201"/>
                      <a:pt x="649" y="201"/>
                    </a:cubicBezTo>
                    <a:cubicBezTo>
                      <a:pt x="649" y="201"/>
                      <a:pt x="646" y="204"/>
                      <a:pt x="646" y="203"/>
                    </a:cubicBezTo>
                    <a:cubicBezTo>
                      <a:pt x="646" y="201"/>
                      <a:pt x="642" y="202"/>
                      <a:pt x="642" y="202"/>
                    </a:cubicBezTo>
                    <a:cubicBezTo>
                      <a:pt x="640" y="205"/>
                      <a:pt x="640" y="205"/>
                      <a:pt x="640" y="205"/>
                    </a:cubicBezTo>
                    <a:cubicBezTo>
                      <a:pt x="640" y="205"/>
                      <a:pt x="638" y="206"/>
                      <a:pt x="636" y="206"/>
                    </a:cubicBezTo>
                    <a:cubicBezTo>
                      <a:pt x="636" y="206"/>
                      <a:pt x="636" y="206"/>
                      <a:pt x="636" y="206"/>
                    </a:cubicBezTo>
                    <a:cubicBezTo>
                      <a:pt x="635" y="205"/>
                      <a:pt x="631" y="204"/>
                      <a:pt x="631" y="204"/>
                    </a:cubicBezTo>
                    <a:cubicBezTo>
                      <a:pt x="631" y="204"/>
                      <a:pt x="629" y="206"/>
                      <a:pt x="625" y="206"/>
                    </a:cubicBezTo>
                    <a:cubicBezTo>
                      <a:pt x="622" y="207"/>
                      <a:pt x="622" y="205"/>
                      <a:pt x="622" y="205"/>
                    </a:cubicBezTo>
                    <a:cubicBezTo>
                      <a:pt x="622" y="205"/>
                      <a:pt x="619" y="204"/>
                      <a:pt x="618" y="204"/>
                    </a:cubicBezTo>
                    <a:cubicBezTo>
                      <a:pt x="618" y="203"/>
                      <a:pt x="613" y="200"/>
                      <a:pt x="613" y="200"/>
                    </a:cubicBezTo>
                    <a:cubicBezTo>
                      <a:pt x="613" y="199"/>
                      <a:pt x="615" y="198"/>
                      <a:pt x="616" y="197"/>
                    </a:cubicBezTo>
                    <a:cubicBezTo>
                      <a:pt x="617" y="197"/>
                      <a:pt x="619" y="199"/>
                      <a:pt x="620" y="199"/>
                    </a:cubicBezTo>
                    <a:cubicBezTo>
                      <a:pt x="621" y="199"/>
                      <a:pt x="624" y="198"/>
                      <a:pt x="627" y="195"/>
                    </a:cubicBezTo>
                    <a:cubicBezTo>
                      <a:pt x="631" y="192"/>
                      <a:pt x="631" y="193"/>
                      <a:pt x="633" y="191"/>
                    </a:cubicBezTo>
                    <a:cubicBezTo>
                      <a:pt x="636" y="190"/>
                      <a:pt x="633" y="189"/>
                      <a:pt x="633" y="189"/>
                    </a:cubicBezTo>
                    <a:cubicBezTo>
                      <a:pt x="633" y="189"/>
                      <a:pt x="633" y="185"/>
                      <a:pt x="633" y="184"/>
                    </a:cubicBezTo>
                    <a:cubicBezTo>
                      <a:pt x="633" y="182"/>
                      <a:pt x="627" y="184"/>
                      <a:pt x="627" y="182"/>
                    </a:cubicBezTo>
                    <a:cubicBezTo>
                      <a:pt x="626" y="181"/>
                      <a:pt x="621" y="181"/>
                      <a:pt x="620" y="179"/>
                    </a:cubicBezTo>
                    <a:cubicBezTo>
                      <a:pt x="619" y="178"/>
                      <a:pt x="616" y="180"/>
                      <a:pt x="615" y="179"/>
                    </a:cubicBezTo>
                    <a:cubicBezTo>
                      <a:pt x="614" y="179"/>
                      <a:pt x="608" y="178"/>
                      <a:pt x="608" y="178"/>
                    </a:cubicBezTo>
                    <a:cubicBezTo>
                      <a:pt x="607" y="178"/>
                      <a:pt x="605" y="179"/>
                      <a:pt x="605" y="179"/>
                    </a:cubicBezTo>
                    <a:cubicBezTo>
                      <a:pt x="604" y="179"/>
                      <a:pt x="600" y="187"/>
                      <a:pt x="600" y="188"/>
                    </a:cubicBezTo>
                    <a:cubicBezTo>
                      <a:pt x="599" y="189"/>
                      <a:pt x="598" y="189"/>
                      <a:pt x="598" y="189"/>
                    </a:cubicBezTo>
                    <a:cubicBezTo>
                      <a:pt x="598" y="189"/>
                      <a:pt x="596" y="185"/>
                      <a:pt x="596" y="184"/>
                    </a:cubicBezTo>
                    <a:cubicBezTo>
                      <a:pt x="596" y="182"/>
                      <a:pt x="597" y="181"/>
                      <a:pt x="598" y="180"/>
                    </a:cubicBezTo>
                    <a:cubicBezTo>
                      <a:pt x="599" y="179"/>
                      <a:pt x="600" y="178"/>
                      <a:pt x="601" y="178"/>
                    </a:cubicBezTo>
                    <a:cubicBezTo>
                      <a:pt x="603" y="177"/>
                      <a:pt x="602" y="177"/>
                      <a:pt x="602" y="175"/>
                    </a:cubicBezTo>
                    <a:cubicBezTo>
                      <a:pt x="601" y="173"/>
                      <a:pt x="599" y="173"/>
                      <a:pt x="597" y="173"/>
                    </a:cubicBezTo>
                    <a:cubicBezTo>
                      <a:pt x="595" y="172"/>
                      <a:pt x="592" y="173"/>
                      <a:pt x="590" y="174"/>
                    </a:cubicBezTo>
                    <a:cubicBezTo>
                      <a:pt x="589" y="175"/>
                      <a:pt x="587" y="175"/>
                      <a:pt x="587" y="177"/>
                    </a:cubicBezTo>
                    <a:cubicBezTo>
                      <a:pt x="587" y="178"/>
                      <a:pt x="586" y="184"/>
                      <a:pt x="586" y="184"/>
                    </a:cubicBezTo>
                    <a:cubicBezTo>
                      <a:pt x="586" y="184"/>
                      <a:pt x="583" y="187"/>
                      <a:pt x="582" y="186"/>
                    </a:cubicBezTo>
                    <a:cubicBezTo>
                      <a:pt x="581" y="186"/>
                      <a:pt x="579" y="188"/>
                      <a:pt x="578" y="187"/>
                    </a:cubicBezTo>
                    <a:cubicBezTo>
                      <a:pt x="577" y="187"/>
                      <a:pt x="577" y="186"/>
                      <a:pt x="577" y="185"/>
                    </a:cubicBezTo>
                    <a:cubicBezTo>
                      <a:pt x="578" y="184"/>
                      <a:pt x="578" y="178"/>
                      <a:pt x="577" y="177"/>
                    </a:cubicBezTo>
                    <a:cubicBezTo>
                      <a:pt x="576" y="176"/>
                      <a:pt x="575" y="178"/>
                      <a:pt x="574" y="180"/>
                    </a:cubicBezTo>
                    <a:cubicBezTo>
                      <a:pt x="574" y="181"/>
                      <a:pt x="571" y="184"/>
                      <a:pt x="571" y="185"/>
                    </a:cubicBezTo>
                    <a:cubicBezTo>
                      <a:pt x="570" y="186"/>
                      <a:pt x="565" y="190"/>
                      <a:pt x="564" y="191"/>
                    </a:cubicBezTo>
                    <a:cubicBezTo>
                      <a:pt x="563" y="191"/>
                      <a:pt x="560" y="193"/>
                      <a:pt x="557" y="192"/>
                    </a:cubicBezTo>
                    <a:cubicBezTo>
                      <a:pt x="556" y="192"/>
                      <a:pt x="556" y="191"/>
                      <a:pt x="558" y="189"/>
                    </a:cubicBezTo>
                    <a:cubicBezTo>
                      <a:pt x="560" y="186"/>
                      <a:pt x="562" y="183"/>
                      <a:pt x="565" y="181"/>
                    </a:cubicBezTo>
                    <a:cubicBezTo>
                      <a:pt x="568" y="179"/>
                      <a:pt x="569" y="174"/>
                      <a:pt x="569" y="174"/>
                    </a:cubicBezTo>
                    <a:cubicBezTo>
                      <a:pt x="569" y="174"/>
                      <a:pt x="564" y="177"/>
                      <a:pt x="562" y="176"/>
                    </a:cubicBezTo>
                    <a:cubicBezTo>
                      <a:pt x="560" y="176"/>
                      <a:pt x="556" y="177"/>
                      <a:pt x="556" y="177"/>
                    </a:cubicBezTo>
                    <a:cubicBezTo>
                      <a:pt x="556" y="177"/>
                      <a:pt x="555" y="180"/>
                      <a:pt x="555" y="181"/>
                    </a:cubicBezTo>
                    <a:cubicBezTo>
                      <a:pt x="555" y="183"/>
                      <a:pt x="551" y="185"/>
                      <a:pt x="550" y="185"/>
                    </a:cubicBezTo>
                    <a:cubicBezTo>
                      <a:pt x="549" y="186"/>
                      <a:pt x="547" y="186"/>
                      <a:pt x="546" y="186"/>
                    </a:cubicBezTo>
                    <a:cubicBezTo>
                      <a:pt x="544" y="186"/>
                      <a:pt x="543" y="188"/>
                      <a:pt x="543" y="189"/>
                    </a:cubicBezTo>
                    <a:cubicBezTo>
                      <a:pt x="542" y="190"/>
                      <a:pt x="538" y="191"/>
                      <a:pt x="538" y="191"/>
                    </a:cubicBezTo>
                    <a:cubicBezTo>
                      <a:pt x="538" y="191"/>
                      <a:pt x="534" y="193"/>
                      <a:pt x="534" y="193"/>
                    </a:cubicBezTo>
                    <a:cubicBezTo>
                      <a:pt x="533" y="194"/>
                      <a:pt x="532" y="194"/>
                      <a:pt x="531" y="194"/>
                    </a:cubicBezTo>
                    <a:cubicBezTo>
                      <a:pt x="531" y="194"/>
                      <a:pt x="527" y="197"/>
                      <a:pt x="525" y="196"/>
                    </a:cubicBezTo>
                    <a:cubicBezTo>
                      <a:pt x="523" y="196"/>
                      <a:pt x="521" y="194"/>
                      <a:pt x="521" y="193"/>
                    </a:cubicBezTo>
                    <a:cubicBezTo>
                      <a:pt x="520" y="192"/>
                      <a:pt x="517" y="194"/>
                      <a:pt x="516" y="193"/>
                    </a:cubicBezTo>
                    <a:cubicBezTo>
                      <a:pt x="515" y="193"/>
                      <a:pt x="516" y="193"/>
                      <a:pt x="516" y="195"/>
                    </a:cubicBezTo>
                    <a:cubicBezTo>
                      <a:pt x="517" y="197"/>
                      <a:pt x="518" y="197"/>
                      <a:pt x="518" y="198"/>
                    </a:cubicBezTo>
                    <a:cubicBezTo>
                      <a:pt x="518" y="198"/>
                      <a:pt x="515" y="200"/>
                      <a:pt x="514" y="200"/>
                    </a:cubicBezTo>
                    <a:cubicBezTo>
                      <a:pt x="513" y="200"/>
                      <a:pt x="511" y="201"/>
                      <a:pt x="511" y="200"/>
                    </a:cubicBezTo>
                    <a:cubicBezTo>
                      <a:pt x="510" y="199"/>
                      <a:pt x="507" y="199"/>
                      <a:pt x="505" y="199"/>
                    </a:cubicBezTo>
                    <a:cubicBezTo>
                      <a:pt x="504" y="199"/>
                      <a:pt x="505" y="200"/>
                      <a:pt x="505" y="202"/>
                    </a:cubicBezTo>
                    <a:cubicBezTo>
                      <a:pt x="505" y="203"/>
                      <a:pt x="495" y="207"/>
                      <a:pt x="495" y="207"/>
                    </a:cubicBezTo>
                    <a:cubicBezTo>
                      <a:pt x="495" y="207"/>
                      <a:pt x="492" y="209"/>
                      <a:pt x="490" y="209"/>
                    </a:cubicBezTo>
                    <a:cubicBezTo>
                      <a:pt x="489" y="209"/>
                      <a:pt x="487" y="207"/>
                      <a:pt x="487" y="206"/>
                    </a:cubicBezTo>
                    <a:cubicBezTo>
                      <a:pt x="487" y="204"/>
                      <a:pt x="484" y="203"/>
                      <a:pt x="484" y="203"/>
                    </a:cubicBezTo>
                    <a:cubicBezTo>
                      <a:pt x="483" y="202"/>
                      <a:pt x="480" y="204"/>
                      <a:pt x="480" y="205"/>
                    </a:cubicBezTo>
                    <a:cubicBezTo>
                      <a:pt x="479" y="205"/>
                      <a:pt x="479" y="207"/>
                      <a:pt x="479" y="207"/>
                    </a:cubicBezTo>
                    <a:cubicBezTo>
                      <a:pt x="479" y="207"/>
                      <a:pt x="479" y="212"/>
                      <a:pt x="479" y="211"/>
                    </a:cubicBezTo>
                    <a:cubicBezTo>
                      <a:pt x="479" y="211"/>
                      <a:pt x="475" y="214"/>
                      <a:pt x="474" y="214"/>
                    </a:cubicBezTo>
                    <a:cubicBezTo>
                      <a:pt x="474" y="214"/>
                      <a:pt x="471" y="215"/>
                      <a:pt x="471" y="215"/>
                    </a:cubicBezTo>
                    <a:cubicBezTo>
                      <a:pt x="470" y="215"/>
                      <a:pt x="468" y="214"/>
                      <a:pt x="468" y="211"/>
                    </a:cubicBezTo>
                    <a:cubicBezTo>
                      <a:pt x="468" y="209"/>
                      <a:pt x="464" y="209"/>
                      <a:pt x="464" y="207"/>
                    </a:cubicBezTo>
                    <a:cubicBezTo>
                      <a:pt x="463" y="206"/>
                      <a:pt x="459" y="211"/>
                      <a:pt x="458" y="212"/>
                    </a:cubicBezTo>
                    <a:cubicBezTo>
                      <a:pt x="458" y="214"/>
                      <a:pt x="459" y="217"/>
                      <a:pt x="460" y="218"/>
                    </a:cubicBezTo>
                    <a:cubicBezTo>
                      <a:pt x="461" y="219"/>
                      <a:pt x="462" y="220"/>
                      <a:pt x="461" y="221"/>
                    </a:cubicBezTo>
                    <a:cubicBezTo>
                      <a:pt x="460" y="221"/>
                      <a:pt x="458" y="222"/>
                      <a:pt x="458" y="221"/>
                    </a:cubicBezTo>
                    <a:cubicBezTo>
                      <a:pt x="458" y="221"/>
                      <a:pt x="453" y="220"/>
                      <a:pt x="453" y="221"/>
                    </a:cubicBezTo>
                    <a:cubicBezTo>
                      <a:pt x="453" y="221"/>
                      <a:pt x="454" y="223"/>
                      <a:pt x="454" y="223"/>
                    </a:cubicBezTo>
                    <a:cubicBezTo>
                      <a:pt x="454" y="223"/>
                      <a:pt x="453" y="225"/>
                      <a:pt x="453" y="225"/>
                    </a:cubicBezTo>
                    <a:cubicBezTo>
                      <a:pt x="451" y="227"/>
                      <a:pt x="451" y="227"/>
                      <a:pt x="451" y="227"/>
                    </a:cubicBezTo>
                    <a:cubicBezTo>
                      <a:pt x="451" y="227"/>
                      <a:pt x="447" y="228"/>
                      <a:pt x="447" y="227"/>
                    </a:cubicBezTo>
                    <a:cubicBezTo>
                      <a:pt x="447" y="226"/>
                      <a:pt x="445" y="225"/>
                      <a:pt x="445" y="224"/>
                    </a:cubicBezTo>
                    <a:cubicBezTo>
                      <a:pt x="445" y="223"/>
                      <a:pt x="443" y="225"/>
                      <a:pt x="441" y="226"/>
                    </a:cubicBezTo>
                    <a:cubicBezTo>
                      <a:pt x="440" y="227"/>
                      <a:pt x="439" y="226"/>
                      <a:pt x="439" y="225"/>
                    </a:cubicBezTo>
                    <a:cubicBezTo>
                      <a:pt x="440" y="223"/>
                      <a:pt x="440" y="217"/>
                      <a:pt x="439" y="217"/>
                    </a:cubicBezTo>
                    <a:cubicBezTo>
                      <a:pt x="438" y="217"/>
                      <a:pt x="435" y="220"/>
                      <a:pt x="434" y="221"/>
                    </a:cubicBezTo>
                    <a:cubicBezTo>
                      <a:pt x="434" y="222"/>
                      <a:pt x="432" y="226"/>
                      <a:pt x="432" y="227"/>
                    </a:cubicBezTo>
                    <a:cubicBezTo>
                      <a:pt x="432" y="228"/>
                      <a:pt x="428" y="231"/>
                      <a:pt x="427" y="232"/>
                    </a:cubicBezTo>
                    <a:cubicBezTo>
                      <a:pt x="426" y="233"/>
                      <a:pt x="424" y="238"/>
                      <a:pt x="424" y="238"/>
                    </a:cubicBezTo>
                    <a:cubicBezTo>
                      <a:pt x="425" y="237"/>
                      <a:pt x="426" y="236"/>
                      <a:pt x="428" y="236"/>
                    </a:cubicBezTo>
                    <a:cubicBezTo>
                      <a:pt x="430" y="236"/>
                      <a:pt x="430" y="238"/>
                      <a:pt x="431" y="238"/>
                    </a:cubicBezTo>
                    <a:cubicBezTo>
                      <a:pt x="432" y="237"/>
                      <a:pt x="433" y="238"/>
                      <a:pt x="435" y="236"/>
                    </a:cubicBezTo>
                    <a:cubicBezTo>
                      <a:pt x="437" y="235"/>
                      <a:pt x="437" y="236"/>
                      <a:pt x="439" y="235"/>
                    </a:cubicBezTo>
                    <a:cubicBezTo>
                      <a:pt x="440" y="234"/>
                      <a:pt x="440" y="236"/>
                      <a:pt x="443" y="236"/>
                    </a:cubicBezTo>
                    <a:cubicBezTo>
                      <a:pt x="446" y="235"/>
                      <a:pt x="444" y="238"/>
                      <a:pt x="445" y="239"/>
                    </a:cubicBezTo>
                    <a:cubicBezTo>
                      <a:pt x="446" y="241"/>
                      <a:pt x="443" y="243"/>
                      <a:pt x="443" y="243"/>
                    </a:cubicBezTo>
                    <a:cubicBezTo>
                      <a:pt x="443" y="243"/>
                      <a:pt x="440" y="244"/>
                      <a:pt x="440" y="242"/>
                    </a:cubicBezTo>
                    <a:cubicBezTo>
                      <a:pt x="440" y="241"/>
                      <a:pt x="438" y="240"/>
                      <a:pt x="437" y="240"/>
                    </a:cubicBezTo>
                    <a:cubicBezTo>
                      <a:pt x="437" y="239"/>
                      <a:pt x="434" y="243"/>
                      <a:pt x="434" y="243"/>
                    </a:cubicBezTo>
                    <a:cubicBezTo>
                      <a:pt x="434" y="243"/>
                      <a:pt x="431" y="243"/>
                      <a:pt x="431" y="242"/>
                    </a:cubicBezTo>
                    <a:cubicBezTo>
                      <a:pt x="431" y="241"/>
                      <a:pt x="428" y="244"/>
                      <a:pt x="428" y="244"/>
                    </a:cubicBezTo>
                    <a:cubicBezTo>
                      <a:pt x="427" y="244"/>
                      <a:pt x="427" y="245"/>
                      <a:pt x="427" y="247"/>
                    </a:cubicBezTo>
                    <a:cubicBezTo>
                      <a:pt x="427" y="249"/>
                      <a:pt x="426" y="249"/>
                      <a:pt x="426" y="249"/>
                    </a:cubicBezTo>
                    <a:cubicBezTo>
                      <a:pt x="425" y="249"/>
                      <a:pt x="423" y="251"/>
                      <a:pt x="423" y="251"/>
                    </a:cubicBezTo>
                    <a:cubicBezTo>
                      <a:pt x="422" y="250"/>
                      <a:pt x="420" y="253"/>
                      <a:pt x="420" y="255"/>
                    </a:cubicBezTo>
                    <a:cubicBezTo>
                      <a:pt x="420" y="258"/>
                      <a:pt x="420" y="257"/>
                      <a:pt x="421" y="258"/>
                    </a:cubicBezTo>
                    <a:cubicBezTo>
                      <a:pt x="421" y="258"/>
                      <a:pt x="417" y="262"/>
                      <a:pt x="416" y="262"/>
                    </a:cubicBezTo>
                    <a:cubicBezTo>
                      <a:pt x="415" y="263"/>
                      <a:pt x="413" y="266"/>
                      <a:pt x="412" y="267"/>
                    </a:cubicBezTo>
                    <a:cubicBezTo>
                      <a:pt x="411" y="267"/>
                      <a:pt x="411" y="269"/>
                      <a:pt x="411" y="269"/>
                    </a:cubicBezTo>
                    <a:cubicBezTo>
                      <a:pt x="411" y="269"/>
                      <a:pt x="401" y="278"/>
                      <a:pt x="401" y="281"/>
                    </a:cubicBezTo>
                    <a:cubicBezTo>
                      <a:pt x="402" y="283"/>
                      <a:pt x="402" y="283"/>
                      <a:pt x="402" y="284"/>
                    </a:cubicBezTo>
                    <a:cubicBezTo>
                      <a:pt x="403" y="284"/>
                      <a:pt x="400" y="286"/>
                      <a:pt x="398" y="285"/>
                    </a:cubicBezTo>
                    <a:cubicBezTo>
                      <a:pt x="395" y="285"/>
                      <a:pt x="394" y="285"/>
                      <a:pt x="393" y="285"/>
                    </a:cubicBezTo>
                    <a:cubicBezTo>
                      <a:pt x="392" y="285"/>
                      <a:pt x="391" y="288"/>
                      <a:pt x="391" y="290"/>
                    </a:cubicBezTo>
                    <a:cubicBezTo>
                      <a:pt x="390" y="291"/>
                      <a:pt x="396" y="291"/>
                      <a:pt x="394" y="292"/>
                    </a:cubicBezTo>
                    <a:cubicBezTo>
                      <a:pt x="393" y="293"/>
                      <a:pt x="393" y="293"/>
                      <a:pt x="392" y="294"/>
                    </a:cubicBezTo>
                    <a:cubicBezTo>
                      <a:pt x="391" y="295"/>
                      <a:pt x="391" y="296"/>
                      <a:pt x="391" y="297"/>
                    </a:cubicBezTo>
                    <a:cubicBezTo>
                      <a:pt x="391" y="298"/>
                      <a:pt x="390" y="301"/>
                      <a:pt x="390" y="301"/>
                    </a:cubicBezTo>
                    <a:cubicBezTo>
                      <a:pt x="389" y="304"/>
                      <a:pt x="389" y="304"/>
                      <a:pt x="389" y="304"/>
                    </a:cubicBezTo>
                    <a:cubicBezTo>
                      <a:pt x="386" y="306"/>
                      <a:pt x="386" y="306"/>
                      <a:pt x="386" y="306"/>
                    </a:cubicBezTo>
                    <a:cubicBezTo>
                      <a:pt x="386" y="306"/>
                      <a:pt x="384" y="307"/>
                      <a:pt x="383" y="306"/>
                    </a:cubicBezTo>
                    <a:cubicBezTo>
                      <a:pt x="382" y="306"/>
                      <a:pt x="383" y="308"/>
                      <a:pt x="383" y="308"/>
                    </a:cubicBezTo>
                    <a:cubicBezTo>
                      <a:pt x="383" y="308"/>
                      <a:pt x="381" y="312"/>
                      <a:pt x="381" y="313"/>
                    </a:cubicBezTo>
                    <a:cubicBezTo>
                      <a:pt x="381" y="314"/>
                      <a:pt x="380" y="316"/>
                      <a:pt x="380" y="316"/>
                    </a:cubicBezTo>
                    <a:cubicBezTo>
                      <a:pt x="380" y="316"/>
                      <a:pt x="378" y="318"/>
                      <a:pt x="377" y="318"/>
                    </a:cubicBezTo>
                    <a:cubicBezTo>
                      <a:pt x="377" y="319"/>
                      <a:pt x="374" y="320"/>
                      <a:pt x="374" y="319"/>
                    </a:cubicBezTo>
                    <a:cubicBezTo>
                      <a:pt x="373" y="318"/>
                      <a:pt x="372" y="319"/>
                      <a:pt x="371" y="318"/>
                    </a:cubicBezTo>
                    <a:cubicBezTo>
                      <a:pt x="371" y="318"/>
                      <a:pt x="369" y="321"/>
                      <a:pt x="369" y="321"/>
                    </a:cubicBezTo>
                    <a:cubicBezTo>
                      <a:pt x="369" y="321"/>
                      <a:pt x="367" y="324"/>
                      <a:pt x="366" y="324"/>
                    </a:cubicBezTo>
                    <a:cubicBezTo>
                      <a:pt x="366" y="325"/>
                      <a:pt x="362" y="328"/>
                      <a:pt x="361" y="328"/>
                    </a:cubicBezTo>
                    <a:cubicBezTo>
                      <a:pt x="360" y="329"/>
                      <a:pt x="357" y="330"/>
                      <a:pt x="357" y="330"/>
                    </a:cubicBezTo>
                    <a:cubicBezTo>
                      <a:pt x="356" y="330"/>
                      <a:pt x="355" y="334"/>
                      <a:pt x="354" y="335"/>
                    </a:cubicBezTo>
                    <a:cubicBezTo>
                      <a:pt x="354" y="337"/>
                      <a:pt x="352" y="339"/>
                      <a:pt x="352" y="339"/>
                    </a:cubicBezTo>
                    <a:cubicBezTo>
                      <a:pt x="348" y="343"/>
                      <a:pt x="348" y="343"/>
                      <a:pt x="348" y="343"/>
                    </a:cubicBezTo>
                    <a:cubicBezTo>
                      <a:pt x="348" y="343"/>
                      <a:pt x="345" y="344"/>
                      <a:pt x="345" y="343"/>
                    </a:cubicBezTo>
                    <a:cubicBezTo>
                      <a:pt x="345" y="343"/>
                      <a:pt x="346" y="341"/>
                      <a:pt x="347" y="339"/>
                    </a:cubicBezTo>
                    <a:cubicBezTo>
                      <a:pt x="347" y="338"/>
                      <a:pt x="344" y="339"/>
                      <a:pt x="343" y="338"/>
                    </a:cubicBezTo>
                    <a:cubicBezTo>
                      <a:pt x="343" y="337"/>
                      <a:pt x="341" y="339"/>
                      <a:pt x="340" y="341"/>
                    </a:cubicBezTo>
                    <a:cubicBezTo>
                      <a:pt x="340" y="342"/>
                      <a:pt x="340" y="344"/>
                      <a:pt x="339" y="346"/>
                    </a:cubicBezTo>
                    <a:cubicBezTo>
                      <a:pt x="338" y="347"/>
                      <a:pt x="337" y="348"/>
                      <a:pt x="337" y="350"/>
                    </a:cubicBezTo>
                    <a:cubicBezTo>
                      <a:pt x="337" y="351"/>
                      <a:pt x="331" y="350"/>
                      <a:pt x="330" y="350"/>
                    </a:cubicBezTo>
                    <a:cubicBezTo>
                      <a:pt x="328" y="351"/>
                      <a:pt x="326" y="351"/>
                      <a:pt x="325" y="351"/>
                    </a:cubicBezTo>
                    <a:cubicBezTo>
                      <a:pt x="324" y="350"/>
                      <a:pt x="322" y="352"/>
                      <a:pt x="322" y="353"/>
                    </a:cubicBezTo>
                    <a:cubicBezTo>
                      <a:pt x="321" y="354"/>
                      <a:pt x="321" y="356"/>
                      <a:pt x="321" y="356"/>
                    </a:cubicBezTo>
                    <a:cubicBezTo>
                      <a:pt x="321" y="356"/>
                      <a:pt x="320" y="358"/>
                      <a:pt x="319" y="358"/>
                    </a:cubicBezTo>
                    <a:cubicBezTo>
                      <a:pt x="318" y="359"/>
                      <a:pt x="316" y="359"/>
                      <a:pt x="315" y="358"/>
                    </a:cubicBezTo>
                    <a:cubicBezTo>
                      <a:pt x="314" y="357"/>
                      <a:pt x="313" y="359"/>
                      <a:pt x="312" y="359"/>
                    </a:cubicBezTo>
                    <a:cubicBezTo>
                      <a:pt x="312" y="360"/>
                      <a:pt x="312" y="361"/>
                      <a:pt x="312" y="361"/>
                    </a:cubicBezTo>
                    <a:cubicBezTo>
                      <a:pt x="307" y="365"/>
                      <a:pt x="307" y="365"/>
                      <a:pt x="307" y="365"/>
                    </a:cubicBezTo>
                    <a:cubicBezTo>
                      <a:pt x="307" y="365"/>
                      <a:pt x="303" y="367"/>
                      <a:pt x="301" y="368"/>
                    </a:cubicBezTo>
                    <a:cubicBezTo>
                      <a:pt x="299" y="369"/>
                      <a:pt x="297" y="371"/>
                      <a:pt x="297" y="371"/>
                    </a:cubicBezTo>
                    <a:cubicBezTo>
                      <a:pt x="296" y="371"/>
                      <a:pt x="295" y="373"/>
                      <a:pt x="295" y="374"/>
                    </a:cubicBezTo>
                    <a:cubicBezTo>
                      <a:pt x="295" y="375"/>
                      <a:pt x="294" y="378"/>
                      <a:pt x="293" y="379"/>
                    </a:cubicBezTo>
                    <a:cubicBezTo>
                      <a:pt x="293" y="380"/>
                      <a:pt x="292" y="384"/>
                      <a:pt x="293" y="385"/>
                    </a:cubicBezTo>
                    <a:cubicBezTo>
                      <a:pt x="293" y="386"/>
                      <a:pt x="295" y="387"/>
                      <a:pt x="296" y="387"/>
                    </a:cubicBezTo>
                    <a:cubicBezTo>
                      <a:pt x="296" y="387"/>
                      <a:pt x="296" y="390"/>
                      <a:pt x="296" y="391"/>
                    </a:cubicBezTo>
                    <a:cubicBezTo>
                      <a:pt x="296" y="391"/>
                      <a:pt x="295" y="393"/>
                      <a:pt x="294" y="395"/>
                    </a:cubicBezTo>
                    <a:cubicBezTo>
                      <a:pt x="294" y="397"/>
                      <a:pt x="293" y="401"/>
                      <a:pt x="292" y="403"/>
                    </a:cubicBezTo>
                    <a:cubicBezTo>
                      <a:pt x="291" y="405"/>
                      <a:pt x="293" y="407"/>
                      <a:pt x="294" y="407"/>
                    </a:cubicBezTo>
                    <a:cubicBezTo>
                      <a:pt x="295" y="408"/>
                      <a:pt x="300" y="408"/>
                      <a:pt x="300" y="408"/>
                    </a:cubicBezTo>
                    <a:cubicBezTo>
                      <a:pt x="300" y="408"/>
                      <a:pt x="302" y="410"/>
                      <a:pt x="303" y="412"/>
                    </a:cubicBezTo>
                    <a:cubicBezTo>
                      <a:pt x="303" y="415"/>
                      <a:pt x="301" y="413"/>
                      <a:pt x="300" y="417"/>
                    </a:cubicBezTo>
                    <a:cubicBezTo>
                      <a:pt x="298" y="420"/>
                      <a:pt x="299" y="421"/>
                      <a:pt x="297" y="423"/>
                    </a:cubicBezTo>
                    <a:cubicBezTo>
                      <a:pt x="296" y="424"/>
                      <a:pt x="296" y="427"/>
                      <a:pt x="297" y="427"/>
                    </a:cubicBezTo>
                    <a:cubicBezTo>
                      <a:pt x="298" y="428"/>
                      <a:pt x="298" y="428"/>
                      <a:pt x="299" y="427"/>
                    </a:cubicBezTo>
                    <a:cubicBezTo>
                      <a:pt x="300" y="426"/>
                      <a:pt x="301" y="426"/>
                      <a:pt x="303" y="425"/>
                    </a:cubicBezTo>
                    <a:cubicBezTo>
                      <a:pt x="305" y="424"/>
                      <a:pt x="306" y="425"/>
                      <a:pt x="307" y="426"/>
                    </a:cubicBezTo>
                    <a:cubicBezTo>
                      <a:pt x="308" y="426"/>
                      <a:pt x="307" y="429"/>
                      <a:pt x="306" y="430"/>
                    </a:cubicBezTo>
                    <a:cubicBezTo>
                      <a:pt x="305" y="431"/>
                      <a:pt x="303" y="433"/>
                      <a:pt x="301" y="435"/>
                    </a:cubicBezTo>
                    <a:cubicBezTo>
                      <a:pt x="299" y="437"/>
                      <a:pt x="300" y="437"/>
                      <a:pt x="300" y="440"/>
                    </a:cubicBezTo>
                    <a:cubicBezTo>
                      <a:pt x="300" y="442"/>
                      <a:pt x="303" y="443"/>
                      <a:pt x="305" y="443"/>
                    </a:cubicBezTo>
                    <a:cubicBezTo>
                      <a:pt x="308" y="443"/>
                      <a:pt x="308" y="444"/>
                      <a:pt x="309" y="446"/>
                    </a:cubicBezTo>
                    <a:cubicBezTo>
                      <a:pt x="311" y="447"/>
                      <a:pt x="312" y="447"/>
                      <a:pt x="316" y="449"/>
                    </a:cubicBezTo>
                    <a:cubicBezTo>
                      <a:pt x="319" y="450"/>
                      <a:pt x="322" y="451"/>
                      <a:pt x="325" y="451"/>
                    </a:cubicBezTo>
                    <a:cubicBezTo>
                      <a:pt x="328" y="451"/>
                      <a:pt x="338" y="446"/>
                      <a:pt x="338" y="446"/>
                    </a:cubicBezTo>
                    <a:cubicBezTo>
                      <a:pt x="338" y="446"/>
                      <a:pt x="341" y="444"/>
                      <a:pt x="342" y="443"/>
                    </a:cubicBezTo>
                    <a:cubicBezTo>
                      <a:pt x="342" y="443"/>
                      <a:pt x="344" y="442"/>
                      <a:pt x="347" y="439"/>
                    </a:cubicBezTo>
                    <a:cubicBezTo>
                      <a:pt x="350" y="437"/>
                      <a:pt x="350" y="438"/>
                      <a:pt x="351" y="437"/>
                    </a:cubicBezTo>
                    <a:cubicBezTo>
                      <a:pt x="352" y="435"/>
                      <a:pt x="353" y="435"/>
                      <a:pt x="355" y="435"/>
                    </a:cubicBezTo>
                    <a:cubicBezTo>
                      <a:pt x="356" y="434"/>
                      <a:pt x="358" y="433"/>
                      <a:pt x="360" y="432"/>
                    </a:cubicBezTo>
                    <a:cubicBezTo>
                      <a:pt x="363" y="432"/>
                      <a:pt x="364" y="428"/>
                      <a:pt x="363" y="427"/>
                    </a:cubicBezTo>
                    <a:cubicBezTo>
                      <a:pt x="363" y="426"/>
                      <a:pt x="365" y="417"/>
                      <a:pt x="367" y="418"/>
                    </a:cubicBezTo>
                    <a:cubicBezTo>
                      <a:pt x="368" y="418"/>
                      <a:pt x="366" y="421"/>
                      <a:pt x="366" y="423"/>
                    </a:cubicBezTo>
                    <a:cubicBezTo>
                      <a:pt x="366" y="425"/>
                      <a:pt x="367" y="425"/>
                      <a:pt x="368" y="427"/>
                    </a:cubicBezTo>
                    <a:cubicBezTo>
                      <a:pt x="369" y="428"/>
                      <a:pt x="371" y="428"/>
                      <a:pt x="372" y="429"/>
                    </a:cubicBezTo>
                    <a:cubicBezTo>
                      <a:pt x="374" y="429"/>
                      <a:pt x="374" y="430"/>
                      <a:pt x="375" y="433"/>
                    </a:cubicBezTo>
                    <a:cubicBezTo>
                      <a:pt x="375" y="433"/>
                      <a:pt x="375" y="434"/>
                      <a:pt x="375" y="434"/>
                    </a:cubicBezTo>
                    <a:cubicBezTo>
                      <a:pt x="375" y="435"/>
                      <a:pt x="374" y="436"/>
                      <a:pt x="374" y="437"/>
                    </a:cubicBezTo>
                    <a:cubicBezTo>
                      <a:pt x="373" y="439"/>
                      <a:pt x="374" y="440"/>
                      <a:pt x="374" y="442"/>
                    </a:cubicBezTo>
                    <a:cubicBezTo>
                      <a:pt x="375" y="445"/>
                      <a:pt x="377" y="444"/>
                      <a:pt x="378" y="445"/>
                    </a:cubicBezTo>
                    <a:cubicBezTo>
                      <a:pt x="380" y="446"/>
                      <a:pt x="382" y="447"/>
                      <a:pt x="382" y="448"/>
                    </a:cubicBezTo>
                    <a:cubicBezTo>
                      <a:pt x="383" y="449"/>
                      <a:pt x="382" y="453"/>
                      <a:pt x="383" y="456"/>
                    </a:cubicBezTo>
                    <a:cubicBezTo>
                      <a:pt x="384" y="459"/>
                      <a:pt x="384" y="462"/>
                      <a:pt x="384" y="464"/>
                    </a:cubicBezTo>
                    <a:cubicBezTo>
                      <a:pt x="385" y="467"/>
                      <a:pt x="387" y="467"/>
                      <a:pt x="389" y="469"/>
                    </a:cubicBezTo>
                    <a:cubicBezTo>
                      <a:pt x="392" y="470"/>
                      <a:pt x="392" y="473"/>
                      <a:pt x="393" y="475"/>
                    </a:cubicBezTo>
                    <a:cubicBezTo>
                      <a:pt x="394" y="477"/>
                      <a:pt x="396" y="477"/>
                      <a:pt x="396" y="478"/>
                    </a:cubicBezTo>
                    <a:cubicBezTo>
                      <a:pt x="396" y="480"/>
                      <a:pt x="395" y="481"/>
                      <a:pt x="395" y="482"/>
                    </a:cubicBezTo>
                    <a:cubicBezTo>
                      <a:pt x="395" y="484"/>
                      <a:pt x="393" y="485"/>
                      <a:pt x="392" y="487"/>
                    </a:cubicBezTo>
                    <a:cubicBezTo>
                      <a:pt x="391" y="488"/>
                      <a:pt x="392" y="489"/>
                      <a:pt x="393" y="491"/>
                    </a:cubicBezTo>
                    <a:cubicBezTo>
                      <a:pt x="393" y="492"/>
                      <a:pt x="395" y="493"/>
                      <a:pt x="395" y="494"/>
                    </a:cubicBezTo>
                    <a:cubicBezTo>
                      <a:pt x="396" y="495"/>
                      <a:pt x="397" y="496"/>
                      <a:pt x="397" y="497"/>
                    </a:cubicBezTo>
                    <a:cubicBezTo>
                      <a:pt x="397" y="497"/>
                      <a:pt x="399" y="501"/>
                      <a:pt x="399" y="502"/>
                    </a:cubicBezTo>
                    <a:cubicBezTo>
                      <a:pt x="400" y="502"/>
                      <a:pt x="405" y="500"/>
                      <a:pt x="405" y="500"/>
                    </a:cubicBezTo>
                    <a:cubicBezTo>
                      <a:pt x="405" y="500"/>
                      <a:pt x="412" y="500"/>
                      <a:pt x="413" y="500"/>
                    </a:cubicBezTo>
                    <a:cubicBezTo>
                      <a:pt x="413" y="500"/>
                      <a:pt x="415" y="499"/>
                      <a:pt x="416" y="496"/>
                    </a:cubicBezTo>
                    <a:cubicBezTo>
                      <a:pt x="416" y="494"/>
                      <a:pt x="415" y="493"/>
                      <a:pt x="415" y="491"/>
                    </a:cubicBezTo>
                    <a:cubicBezTo>
                      <a:pt x="415" y="490"/>
                      <a:pt x="420" y="491"/>
                      <a:pt x="421" y="489"/>
                    </a:cubicBezTo>
                    <a:cubicBezTo>
                      <a:pt x="422" y="486"/>
                      <a:pt x="423" y="488"/>
                      <a:pt x="424" y="488"/>
                    </a:cubicBezTo>
                    <a:cubicBezTo>
                      <a:pt x="425" y="487"/>
                      <a:pt x="427" y="488"/>
                      <a:pt x="428" y="488"/>
                    </a:cubicBezTo>
                    <a:cubicBezTo>
                      <a:pt x="429" y="488"/>
                      <a:pt x="432" y="489"/>
                      <a:pt x="433" y="488"/>
                    </a:cubicBezTo>
                    <a:cubicBezTo>
                      <a:pt x="434" y="488"/>
                      <a:pt x="436" y="489"/>
                      <a:pt x="437" y="487"/>
                    </a:cubicBezTo>
                    <a:cubicBezTo>
                      <a:pt x="437" y="485"/>
                      <a:pt x="438" y="485"/>
                      <a:pt x="439" y="483"/>
                    </a:cubicBezTo>
                    <a:cubicBezTo>
                      <a:pt x="439" y="481"/>
                      <a:pt x="442" y="481"/>
                      <a:pt x="442" y="481"/>
                    </a:cubicBezTo>
                    <a:cubicBezTo>
                      <a:pt x="442" y="481"/>
                      <a:pt x="443" y="487"/>
                      <a:pt x="443" y="487"/>
                    </a:cubicBezTo>
                    <a:cubicBezTo>
                      <a:pt x="443" y="487"/>
                      <a:pt x="445" y="484"/>
                      <a:pt x="446" y="481"/>
                    </a:cubicBezTo>
                    <a:cubicBezTo>
                      <a:pt x="446" y="477"/>
                      <a:pt x="448" y="478"/>
                      <a:pt x="448" y="476"/>
                    </a:cubicBezTo>
                    <a:cubicBezTo>
                      <a:pt x="448" y="475"/>
                      <a:pt x="450" y="466"/>
                      <a:pt x="450" y="466"/>
                    </a:cubicBezTo>
                    <a:cubicBezTo>
                      <a:pt x="449" y="467"/>
                      <a:pt x="449" y="468"/>
                      <a:pt x="448" y="468"/>
                    </a:cubicBezTo>
                    <a:cubicBezTo>
                      <a:pt x="447" y="469"/>
                      <a:pt x="447" y="471"/>
                      <a:pt x="446" y="472"/>
                    </a:cubicBezTo>
                    <a:cubicBezTo>
                      <a:pt x="445" y="472"/>
                      <a:pt x="444" y="474"/>
                      <a:pt x="444" y="474"/>
                    </a:cubicBezTo>
                    <a:cubicBezTo>
                      <a:pt x="444" y="473"/>
                      <a:pt x="444" y="474"/>
                      <a:pt x="444" y="472"/>
                    </a:cubicBezTo>
                    <a:cubicBezTo>
                      <a:pt x="445" y="471"/>
                      <a:pt x="445" y="471"/>
                      <a:pt x="445" y="470"/>
                    </a:cubicBezTo>
                    <a:cubicBezTo>
                      <a:pt x="445" y="469"/>
                      <a:pt x="446" y="469"/>
                      <a:pt x="446" y="468"/>
                    </a:cubicBezTo>
                    <a:cubicBezTo>
                      <a:pt x="446" y="466"/>
                      <a:pt x="446" y="465"/>
                      <a:pt x="446" y="464"/>
                    </a:cubicBezTo>
                    <a:cubicBezTo>
                      <a:pt x="446" y="463"/>
                      <a:pt x="446" y="462"/>
                      <a:pt x="446" y="461"/>
                    </a:cubicBezTo>
                    <a:cubicBezTo>
                      <a:pt x="446" y="461"/>
                      <a:pt x="447" y="459"/>
                      <a:pt x="447" y="458"/>
                    </a:cubicBezTo>
                    <a:cubicBezTo>
                      <a:pt x="447" y="457"/>
                      <a:pt x="447" y="456"/>
                      <a:pt x="447" y="454"/>
                    </a:cubicBezTo>
                    <a:cubicBezTo>
                      <a:pt x="447" y="452"/>
                      <a:pt x="447" y="451"/>
                      <a:pt x="447" y="447"/>
                    </a:cubicBezTo>
                    <a:cubicBezTo>
                      <a:pt x="447" y="444"/>
                      <a:pt x="447" y="446"/>
                      <a:pt x="448" y="444"/>
                    </a:cubicBezTo>
                    <a:cubicBezTo>
                      <a:pt x="449" y="441"/>
                      <a:pt x="450" y="442"/>
                      <a:pt x="451" y="440"/>
                    </a:cubicBezTo>
                    <a:cubicBezTo>
                      <a:pt x="451" y="438"/>
                      <a:pt x="453" y="439"/>
                      <a:pt x="453" y="439"/>
                    </a:cubicBezTo>
                    <a:cubicBezTo>
                      <a:pt x="453" y="439"/>
                      <a:pt x="455" y="439"/>
                      <a:pt x="457" y="438"/>
                    </a:cubicBezTo>
                    <a:cubicBezTo>
                      <a:pt x="459" y="437"/>
                      <a:pt x="461" y="437"/>
                      <a:pt x="461" y="437"/>
                    </a:cubicBezTo>
                    <a:cubicBezTo>
                      <a:pt x="461" y="437"/>
                      <a:pt x="463" y="436"/>
                      <a:pt x="463" y="435"/>
                    </a:cubicBezTo>
                    <a:cubicBezTo>
                      <a:pt x="464" y="435"/>
                      <a:pt x="464" y="435"/>
                      <a:pt x="465" y="434"/>
                    </a:cubicBezTo>
                    <a:cubicBezTo>
                      <a:pt x="467" y="434"/>
                      <a:pt x="468" y="433"/>
                      <a:pt x="469" y="432"/>
                    </a:cubicBezTo>
                    <a:cubicBezTo>
                      <a:pt x="470" y="431"/>
                      <a:pt x="472" y="430"/>
                      <a:pt x="472" y="429"/>
                    </a:cubicBezTo>
                    <a:cubicBezTo>
                      <a:pt x="472" y="429"/>
                      <a:pt x="473" y="427"/>
                      <a:pt x="473" y="426"/>
                    </a:cubicBezTo>
                    <a:cubicBezTo>
                      <a:pt x="472" y="425"/>
                      <a:pt x="472" y="425"/>
                      <a:pt x="472" y="424"/>
                    </a:cubicBezTo>
                    <a:cubicBezTo>
                      <a:pt x="472" y="424"/>
                      <a:pt x="472" y="423"/>
                      <a:pt x="473" y="422"/>
                    </a:cubicBezTo>
                    <a:cubicBezTo>
                      <a:pt x="473" y="421"/>
                      <a:pt x="475" y="421"/>
                      <a:pt x="476" y="419"/>
                    </a:cubicBezTo>
                    <a:cubicBezTo>
                      <a:pt x="478" y="418"/>
                      <a:pt x="477" y="418"/>
                      <a:pt x="477" y="416"/>
                    </a:cubicBezTo>
                    <a:cubicBezTo>
                      <a:pt x="477" y="414"/>
                      <a:pt x="477" y="416"/>
                      <a:pt x="476" y="413"/>
                    </a:cubicBezTo>
                    <a:cubicBezTo>
                      <a:pt x="475" y="412"/>
                      <a:pt x="474" y="411"/>
                      <a:pt x="474" y="409"/>
                    </a:cubicBezTo>
                    <a:cubicBezTo>
                      <a:pt x="473" y="408"/>
                      <a:pt x="472" y="409"/>
                      <a:pt x="471" y="409"/>
                    </a:cubicBezTo>
                    <a:cubicBezTo>
                      <a:pt x="470" y="408"/>
                      <a:pt x="470" y="407"/>
                      <a:pt x="465" y="403"/>
                    </a:cubicBezTo>
                    <a:cubicBezTo>
                      <a:pt x="460" y="399"/>
                      <a:pt x="462" y="403"/>
                      <a:pt x="460" y="401"/>
                    </a:cubicBezTo>
                    <a:cubicBezTo>
                      <a:pt x="459" y="399"/>
                      <a:pt x="458" y="400"/>
                      <a:pt x="457" y="400"/>
                    </a:cubicBezTo>
                    <a:cubicBezTo>
                      <a:pt x="455" y="399"/>
                      <a:pt x="454" y="399"/>
                      <a:pt x="454" y="399"/>
                    </a:cubicBezTo>
                    <a:cubicBezTo>
                      <a:pt x="453" y="398"/>
                      <a:pt x="454" y="399"/>
                      <a:pt x="454" y="396"/>
                    </a:cubicBezTo>
                    <a:cubicBezTo>
                      <a:pt x="455" y="393"/>
                      <a:pt x="455" y="393"/>
                      <a:pt x="454" y="390"/>
                    </a:cubicBezTo>
                    <a:cubicBezTo>
                      <a:pt x="454" y="387"/>
                      <a:pt x="453" y="386"/>
                      <a:pt x="453" y="384"/>
                    </a:cubicBezTo>
                    <a:cubicBezTo>
                      <a:pt x="453" y="382"/>
                      <a:pt x="454" y="382"/>
                      <a:pt x="454" y="381"/>
                    </a:cubicBezTo>
                    <a:cubicBezTo>
                      <a:pt x="454" y="380"/>
                      <a:pt x="456" y="381"/>
                      <a:pt x="457" y="380"/>
                    </a:cubicBezTo>
                    <a:cubicBezTo>
                      <a:pt x="457" y="378"/>
                      <a:pt x="457" y="378"/>
                      <a:pt x="456" y="376"/>
                    </a:cubicBezTo>
                    <a:cubicBezTo>
                      <a:pt x="456" y="374"/>
                      <a:pt x="456" y="375"/>
                      <a:pt x="457" y="374"/>
                    </a:cubicBezTo>
                    <a:cubicBezTo>
                      <a:pt x="458" y="372"/>
                      <a:pt x="458" y="373"/>
                      <a:pt x="459" y="371"/>
                    </a:cubicBezTo>
                    <a:cubicBezTo>
                      <a:pt x="459" y="368"/>
                      <a:pt x="459" y="371"/>
                      <a:pt x="458" y="367"/>
                    </a:cubicBezTo>
                    <a:cubicBezTo>
                      <a:pt x="458" y="366"/>
                      <a:pt x="456" y="366"/>
                      <a:pt x="457" y="364"/>
                    </a:cubicBezTo>
                    <a:cubicBezTo>
                      <a:pt x="457" y="362"/>
                      <a:pt x="457" y="363"/>
                      <a:pt x="459" y="363"/>
                    </a:cubicBezTo>
                    <a:cubicBezTo>
                      <a:pt x="460" y="363"/>
                      <a:pt x="461" y="364"/>
                      <a:pt x="462" y="363"/>
                    </a:cubicBezTo>
                    <a:cubicBezTo>
                      <a:pt x="463" y="363"/>
                      <a:pt x="464" y="362"/>
                      <a:pt x="464" y="361"/>
                    </a:cubicBezTo>
                    <a:cubicBezTo>
                      <a:pt x="465" y="359"/>
                      <a:pt x="464" y="359"/>
                      <a:pt x="464" y="358"/>
                    </a:cubicBezTo>
                    <a:cubicBezTo>
                      <a:pt x="464" y="357"/>
                      <a:pt x="464" y="356"/>
                      <a:pt x="463" y="354"/>
                    </a:cubicBezTo>
                    <a:cubicBezTo>
                      <a:pt x="462" y="352"/>
                      <a:pt x="464" y="354"/>
                      <a:pt x="465" y="354"/>
                    </a:cubicBezTo>
                    <a:cubicBezTo>
                      <a:pt x="466" y="354"/>
                      <a:pt x="467" y="355"/>
                      <a:pt x="468" y="354"/>
                    </a:cubicBezTo>
                    <a:cubicBezTo>
                      <a:pt x="469" y="354"/>
                      <a:pt x="472" y="351"/>
                      <a:pt x="473" y="350"/>
                    </a:cubicBezTo>
                    <a:cubicBezTo>
                      <a:pt x="474" y="348"/>
                      <a:pt x="477" y="348"/>
                      <a:pt x="479" y="347"/>
                    </a:cubicBezTo>
                    <a:cubicBezTo>
                      <a:pt x="480" y="346"/>
                      <a:pt x="482" y="345"/>
                      <a:pt x="485" y="343"/>
                    </a:cubicBezTo>
                    <a:cubicBezTo>
                      <a:pt x="489" y="342"/>
                      <a:pt x="488" y="343"/>
                      <a:pt x="490" y="341"/>
                    </a:cubicBezTo>
                    <a:cubicBezTo>
                      <a:pt x="491" y="340"/>
                      <a:pt x="491" y="340"/>
                      <a:pt x="493" y="339"/>
                    </a:cubicBezTo>
                    <a:cubicBezTo>
                      <a:pt x="494" y="338"/>
                      <a:pt x="496" y="339"/>
                      <a:pt x="497" y="338"/>
                    </a:cubicBezTo>
                    <a:cubicBezTo>
                      <a:pt x="499" y="337"/>
                      <a:pt x="499" y="337"/>
                      <a:pt x="500" y="336"/>
                    </a:cubicBezTo>
                    <a:cubicBezTo>
                      <a:pt x="501" y="334"/>
                      <a:pt x="502" y="333"/>
                      <a:pt x="504" y="331"/>
                    </a:cubicBezTo>
                    <a:cubicBezTo>
                      <a:pt x="506" y="329"/>
                      <a:pt x="507" y="329"/>
                      <a:pt x="509" y="327"/>
                    </a:cubicBezTo>
                    <a:cubicBezTo>
                      <a:pt x="510" y="326"/>
                      <a:pt x="509" y="326"/>
                      <a:pt x="510" y="325"/>
                    </a:cubicBezTo>
                    <a:cubicBezTo>
                      <a:pt x="510" y="324"/>
                      <a:pt x="511" y="323"/>
                      <a:pt x="511" y="321"/>
                    </a:cubicBezTo>
                    <a:cubicBezTo>
                      <a:pt x="511" y="320"/>
                      <a:pt x="510" y="321"/>
                      <a:pt x="509" y="319"/>
                    </a:cubicBezTo>
                    <a:cubicBezTo>
                      <a:pt x="507" y="316"/>
                      <a:pt x="507" y="316"/>
                      <a:pt x="507" y="314"/>
                    </a:cubicBezTo>
                    <a:cubicBezTo>
                      <a:pt x="507" y="312"/>
                      <a:pt x="508" y="313"/>
                      <a:pt x="510" y="310"/>
                    </a:cubicBezTo>
                    <a:cubicBezTo>
                      <a:pt x="511" y="307"/>
                      <a:pt x="511" y="309"/>
                      <a:pt x="512" y="307"/>
                    </a:cubicBezTo>
                    <a:cubicBezTo>
                      <a:pt x="513" y="304"/>
                      <a:pt x="514" y="304"/>
                      <a:pt x="515" y="303"/>
                    </a:cubicBezTo>
                    <a:cubicBezTo>
                      <a:pt x="516" y="303"/>
                      <a:pt x="517" y="303"/>
                      <a:pt x="518" y="301"/>
                    </a:cubicBezTo>
                    <a:cubicBezTo>
                      <a:pt x="520" y="300"/>
                      <a:pt x="521" y="300"/>
                      <a:pt x="522" y="299"/>
                    </a:cubicBezTo>
                    <a:cubicBezTo>
                      <a:pt x="523" y="297"/>
                      <a:pt x="523" y="296"/>
                      <a:pt x="525" y="295"/>
                    </a:cubicBezTo>
                    <a:cubicBezTo>
                      <a:pt x="526" y="294"/>
                      <a:pt x="526" y="295"/>
                      <a:pt x="527" y="294"/>
                    </a:cubicBezTo>
                    <a:cubicBezTo>
                      <a:pt x="528" y="294"/>
                      <a:pt x="530" y="295"/>
                      <a:pt x="531" y="295"/>
                    </a:cubicBezTo>
                    <a:cubicBezTo>
                      <a:pt x="532" y="294"/>
                      <a:pt x="533" y="295"/>
                      <a:pt x="534" y="295"/>
                    </a:cubicBezTo>
                    <a:cubicBezTo>
                      <a:pt x="536" y="294"/>
                      <a:pt x="535" y="295"/>
                      <a:pt x="537" y="295"/>
                    </a:cubicBezTo>
                    <a:cubicBezTo>
                      <a:pt x="538" y="294"/>
                      <a:pt x="538" y="296"/>
                      <a:pt x="540" y="295"/>
                    </a:cubicBezTo>
                    <a:cubicBezTo>
                      <a:pt x="543" y="295"/>
                      <a:pt x="542" y="299"/>
                      <a:pt x="544" y="298"/>
                    </a:cubicBezTo>
                    <a:cubicBezTo>
                      <a:pt x="544" y="298"/>
                      <a:pt x="545" y="297"/>
                      <a:pt x="545" y="297"/>
                    </a:cubicBezTo>
                    <a:cubicBezTo>
                      <a:pt x="546" y="296"/>
                      <a:pt x="546" y="296"/>
                      <a:pt x="547" y="295"/>
                    </a:cubicBezTo>
                    <a:cubicBezTo>
                      <a:pt x="550" y="294"/>
                      <a:pt x="550" y="296"/>
                      <a:pt x="552" y="297"/>
                    </a:cubicBezTo>
                    <a:cubicBezTo>
                      <a:pt x="554" y="297"/>
                      <a:pt x="555" y="298"/>
                      <a:pt x="557" y="299"/>
                    </a:cubicBezTo>
                    <a:cubicBezTo>
                      <a:pt x="559" y="300"/>
                      <a:pt x="557" y="303"/>
                      <a:pt x="558" y="303"/>
                    </a:cubicBezTo>
                    <a:cubicBezTo>
                      <a:pt x="559" y="304"/>
                      <a:pt x="560" y="308"/>
                      <a:pt x="560" y="308"/>
                    </a:cubicBezTo>
                    <a:cubicBezTo>
                      <a:pt x="560" y="307"/>
                      <a:pt x="560" y="314"/>
                      <a:pt x="560" y="314"/>
                    </a:cubicBezTo>
                    <a:cubicBezTo>
                      <a:pt x="560" y="315"/>
                      <a:pt x="556" y="312"/>
                      <a:pt x="556" y="312"/>
                    </a:cubicBezTo>
                    <a:cubicBezTo>
                      <a:pt x="556" y="312"/>
                      <a:pt x="553" y="314"/>
                      <a:pt x="553" y="313"/>
                    </a:cubicBezTo>
                    <a:cubicBezTo>
                      <a:pt x="553" y="312"/>
                      <a:pt x="552" y="318"/>
                      <a:pt x="552" y="318"/>
                    </a:cubicBezTo>
                    <a:cubicBezTo>
                      <a:pt x="551" y="319"/>
                      <a:pt x="549" y="320"/>
                      <a:pt x="547" y="321"/>
                    </a:cubicBezTo>
                    <a:cubicBezTo>
                      <a:pt x="544" y="323"/>
                      <a:pt x="545" y="323"/>
                      <a:pt x="544" y="324"/>
                    </a:cubicBezTo>
                    <a:cubicBezTo>
                      <a:pt x="544" y="325"/>
                      <a:pt x="542" y="328"/>
                      <a:pt x="542" y="328"/>
                    </a:cubicBezTo>
                    <a:cubicBezTo>
                      <a:pt x="542" y="328"/>
                      <a:pt x="537" y="331"/>
                      <a:pt x="537" y="332"/>
                    </a:cubicBezTo>
                    <a:cubicBezTo>
                      <a:pt x="536" y="332"/>
                      <a:pt x="535" y="333"/>
                      <a:pt x="533" y="335"/>
                    </a:cubicBezTo>
                    <a:cubicBezTo>
                      <a:pt x="531" y="337"/>
                      <a:pt x="529" y="337"/>
                      <a:pt x="529" y="337"/>
                    </a:cubicBezTo>
                    <a:cubicBezTo>
                      <a:pt x="529" y="337"/>
                      <a:pt x="524" y="339"/>
                      <a:pt x="524" y="340"/>
                    </a:cubicBezTo>
                    <a:cubicBezTo>
                      <a:pt x="524" y="341"/>
                      <a:pt x="524" y="342"/>
                      <a:pt x="524" y="343"/>
                    </a:cubicBezTo>
                    <a:cubicBezTo>
                      <a:pt x="524" y="345"/>
                      <a:pt x="521" y="346"/>
                      <a:pt x="519" y="347"/>
                    </a:cubicBezTo>
                    <a:cubicBezTo>
                      <a:pt x="518" y="347"/>
                      <a:pt x="514" y="348"/>
                      <a:pt x="513" y="348"/>
                    </a:cubicBezTo>
                    <a:cubicBezTo>
                      <a:pt x="512" y="347"/>
                      <a:pt x="511" y="349"/>
                      <a:pt x="510" y="350"/>
                    </a:cubicBezTo>
                    <a:cubicBezTo>
                      <a:pt x="510" y="351"/>
                      <a:pt x="508" y="353"/>
                      <a:pt x="507" y="355"/>
                    </a:cubicBezTo>
                    <a:cubicBezTo>
                      <a:pt x="505" y="356"/>
                      <a:pt x="505" y="357"/>
                      <a:pt x="505" y="358"/>
                    </a:cubicBezTo>
                    <a:cubicBezTo>
                      <a:pt x="505" y="359"/>
                      <a:pt x="503" y="362"/>
                      <a:pt x="504" y="364"/>
                    </a:cubicBezTo>
                    <a:cubicBezTo>
                      <a:pt x="504" y="367"/>
                      <a:pt x="506" y="369"/>
                      <a:pt x="506" y="370"/>
                    </a:cubicBezTo>
                    <a:cubicBezTo>
                      <a:pt x="507" y="371"/>
                      <a:pt x="510" y="376"/>
                      <a:pt x="511" y="376"/>
                    </a:cubicBezTo>
                    <a:cubicBezTo>
                      <a:pt x="513" y="377"/>
                      <a:pt x="512" y="382"/>
                      <a:pt x="512" y="382"/>
                    </a:cubicBezTo>
                    <a:cubicBezTo>
                      <a:pt x="512" y="382"/>
                      <a:pt x="507" y="396"/>
                      <a:pt x="510" y="400"/>
                    </a:cubicBezTo>
                    <a:cubicBezTo>
                      <a:pt x="512" y="404"/>
                      <a:pt x="511" y="401"/>
                      <a:pt x="512" y="403"/>
                    </a:cubicBezTo>
                    <a:cubicBezTo>
                      <a:pt x="513" y="404"/>
                      <a:pt x="515" y="404"/>
                      <a:pt x="516" y="405"/>
                    </a:cubicBezTo>
                    <a:cubicBezTo>
                      <a:pt x="518" y="405"/>
                      <a:pt x="521" y="405"/>
                      <a:pt x="522" y="405"/>
                    </a:cubicBezTo>
                    <a:cubicBezTo>
                      <a:pt x="524" y="405"/>
                      <a:pt x="525" y="407"/>
                      <a:pt x="527" y="407"/>
                    </a:cubicBezTo>
                    <a:cubicBezTo>
                      <a:pt x="529" y="407"/>
                      <a:pt x="529" y="409"/>
                      <a:pt x="530" y="412"/>
                    </a:cubicBezTo>
                    <a:cubicBezTo>
                      <a:pt x="532" y="414"/>
                      <a:pt x="533" y="413"/>
                      <a:pt x="534" y="414"/>
                    </a:cubicBezTo>
                    <a:cubicBezTo>
                      <a:pt x="535" y="415"/>
                      <a:pt x="541" y="416"/>
                      <a:pt x="542" y="415"/>
                    </a:cubicBezTo>
                    <a:cubicBezTo>
                      <a:pt x="544" y="414"/>
                      <a:pt x="545" y="414"/>
                      <a:pt x="546" y="413"/>
                    </a:cubicBezTo>
                    <a:cubicBezTo>
                      <a:pt x="548" y="413"/>
                      <a:pt x="547" y="414"/>
                      <a:pt x="549" y="412"/>
                    </a:cubicBezTo>
                    <a:cubicBezTo>
                      <a:pt x="550" y="411"/>
                      <a:pt x="550" y="412"/>
                      <a:pt x="551" y="411"/>
                    </a:cubicBezTo>
                    <a:cubicBezTo>
                      <a:pt x="553" y="411"/>
                      <a:pt x="554" y="412"/>
                      <a:pt x="557" y="410"/>
                    </a:cubicBezTo>
                    <a:cubicBezTo>
                      <a:pt x="560" y="408"/>
                      <a:pt x="560" y="407"/>
                      <a:pt x="561" y="406"/>
                    </a:cubicBezTo>
                    <a:cubicBezTo>
                      <a:pt x="562" y="406"/>
                      <a:pt x="564" y="406"/>
                      <a:pt x="566" y="406"/>
                    </a:cubicBezTo>
                    <a:cubicBezTo>
                      <a:pt x="569" y="406"/>
                      <a:pt x="569" y="407"/>
                      <a:pt x="570" y="406"/>
                    </a:cubicBezTo>
                    <a:cubicBezTo>
                      <a:pt x="571" y="405"/>
                      <a:pt x="572" y="405"/>
                      <a:pt x="576" y="403"/>
                    </a:cubicBezTo>
                    <a:cubicBezTo>
                      <a:pt x="581" y="401"/>
                      <a:pt x="579" y="404"/>
                      <a:pt x="581" y="404"/>
                    </a:cubicBezTo>
                    <a:cubicBezTo>
                      <a:pt x="582" y="404"/>
                      <a:pt x="584" y="405"/>
                      <a:pt x="589" y="405"/>
                    </a:cubicBezTo>
                    <a:cubicBezTo>
                      <a:pt x="589" y="405"/>
                      <a:pt x="591" y="405"/>
                      <a:pt x="594" y="403"/>
                    </a:cubicBezTo>
                    <a:cubicBezTo>
                      <a:pt x="596" y="402"/>
                      <a:pt x="596" y="402"/>
                      <a:pt x="596" y="402"/>
                    </a:cubicBezTo>
                    <a:cubicBezTo>
                      <a:pt x="597" y="402"/>
                      <a:pt x="597" y="402"/>
                      <a:pt x="599" y="402"/>
                    </a:cubicBezTo>
                    <a:cubicBezTo>
                      <a:pt x="602" y="401"/>
                      <a:pt x="601" y="403"/>
                      <a:pt x="602" y="403"/>
                    </a:cubicBezTo>
                    <a:cubicBezTo>
                      <a:pt x="603" y="404"/>
                      <a:pt x="603" y="405"/>
                      <a:pt x="604" y="407"/>
                    </a:cubicBezTo>
                    <a:cubicBezTo>
                      <a:pt x="606" y="409"/>
                      <a:pt x="606" y="409"/>
                      <a:pt x="608" y="410"/>
                    </a:cubicBezTo>
                    <a:cubicBezTo>
                      <a:pt x="610" y="410"/>
                      <a:pt x="612" y="411"/>
                      <a:pt x="613" y="410"/>
                    </a:cubicBezTo>
                    <a:cubicBezTo>
                      <a:pt x="614" y="410"/>
                      <a:pt x="618" y="410"/>
                      <a:pt x="619" y="410"/>
                    </a:cubicBezTo>
                    <a:cubicBezTo>
                      <a:pt x="620" y="409"/>
                      <a:pt x="623" y="413"/>
                      <a:pt x="622" y="412"/>
                    </a:cubicBezTo>
                    <a:cubicBezTo>
                      <a:pt x="621" y="412"/>
                      <a:pt x="619" y="413"/>
                      <a:pt x="617" y="413"/>
                    </a:cubicBezTo>
                    <a:cubicBezTo>
                      <a:pt x="616" y="413"/>
                      <a:pt x="614" y="414"/>
                      <a:pt x="613" y="413"/>
                    </a:cubicBezTo>
                    <a:cubicBezTo>
                      <a:pt x="612" y="413"/>
                      <a:pt x="610" y="414"/>
                      <a:pt x="609" y="414"/>
                    </a:cubicBezTo>
                    <a:cubicBezTo>
                      <a:pt x="609" y="413"/>
                      <a:pt x="604" y="416"/>
                      <a:pt x="604" y="416"/>
                    </a:cubicBezTo>
                    <a:cubicBezTo>
                      <a:pt x="603" y="416"/>
                      <a:pt x="600" y="418"/>
                      <a:pt x="600" y="418"/>
                    </a:cubicBezTo>
                    <a:cubicBezTo>
                      <a:pt x="599" y="418"/>
                      <a:pt x="596" y="421"/>
                      <a:pt x="596" y="421"/>
                    </a:cubicBezTo>
                    <a:cubicBezTo>
                      <a:pt x="596" y="421"/>
                      <a:pt x="596" y="421"/>
                      <a:pt x="596" y="421"/>
                    </a:cubicBezTo>
                    <a:cubicBezTo>
                      <a:pt x="595" y="422"/>
                      <a:pt x="593" y="423"/>
                      <a:pt x="593" y="423"/>
                    </a:cubicBezTo>
                    <a:cubicBezTo>
                      <a:pt x="592" y="423"/>
                      <a:pt x="589" y="424"/>
                      <a:pt x="589" y="423"/>
                    </a:cubicBezTo>
                    <a:cubicBezTo>
                      <a:pt x="588" y="422"/>
                      <a:pt x="585" y="424"/>
                      <a:pt x="584" y="422"/>
                    </a:cubicBezTo>
                    <a:cubicBezTo>
                      <a:pt x="583" y="420"/>
                      <a:pt x="580" y="422"/>
                      <a:pt x="579" y="421"/>
                    </a:cubicBezTo>
                    <a:cubicBezTo>
                      <a:pt x="578" y="420"/>
                      <a:pt x="575" y="422"/>
                      <a:pt x="574" y="420"/>
                    </a:cubicBezTo>
                    <a:cubicBezTo>
                      <a:pt x="572" y="419"/>
                      <a:pt x="571" y="420"/>
                      <a:pt x="570" y="420"/>
                    </a:cubicBezTo>
                    <a:cubicBezTo>
                      <a:pt x="569" y="419"/>
                      <a:pt x="566" y="420"/>
                      <a:pt x="565" y="420"/>
                    </a:cubicBezTo>
                    <a:cubicBezTo>
                      <a:pt x="564" y="420"/>
                      <a:pt x="563" y="421"/>
                      <a:pt x="562" y="422"/>
                    </a:cubicBezTo>
                    <a:cubicBezTo>
                      <a:pt x="562" y="422"/>
                      <a:pt x="560" y="423"/>
                      <a:pt x="559" y="422"/>
                    </a:cubicBezTo>
                    <a:cubicBezTo>
                      <a:pt x="558" y="420"/>
                      <a:pt x="551" y="423"/>
                      <a:pt x="551" y="423"/>
                    </a:cubicBezTo>
                    <a:cubicBezTo>
                      <a:pt x="551" y="423"/>
                      <a:pt x="546" y="424"/>
                      <a:pt x="544" y="424"/>
                    </a:cubicBezTo>
                    <a:cubicBezTo>
                      <a:pt x="543" y="424"/>
                      <a:pt x="542" y="426"/>
                      <a:pt x="541" y="428"/>
                    </a:cubicBezTo>
                    <a:cubicBezTo>
                      <a:pt x="539" y="430"/>
                      <a:pt x="537" y="430"/>
                      <a:pt x="535" y="432"/>
                    </a:cubicBezTo>
                    <a:cubicBezTo>
                      <a:pt x="532" y="434"/>
                      <a:pt x="536" y="435"/>
                      <a:pt x="536" y="436"/>
                    </a:cubicBezTo>
                    <a:cubicBezTo>
                      <a:pt x="536" y="438"/>
                      <a:pt x="536" y="439"/>
                      <a:pt x="538" y="441"/>
                    </a:cubicBezTo>
                    <a:cubicBezTo>
                      <a:pt x="539" y="443"/>
                      <a:pt x="538" y="443"/>
                      <a:pt x="540" y="445"/>
                    </a:cubicBezTo>
                    <a:cubicBezTo>
                      <a:pt x="542" y="448"/>
                      <a:pt x="543" y="448"/>
                      <a:pt x="544" y="447"/>
                    </a:cubicBezTo>
                    <a:cubicBezTo>
                      <a:pt x="545" y="447"/>
                      <a:pt x="546" y="447"/>
                      <a:pt x="548" y="453"/>
                    </a:cubicBezTo>
                    <a:cubicBezTo>
                      <a:pt x="548" y="454"/>
                      <a:pt x="548" y="454"/>
                      <a:pt x="548" y="455"/>
                    </a:cubicBezTo>
                    <a:cubicBezTo>
                      <a:pt x="549" y="458"/>
                      <a:pt x="547" y="457"/>
                      <a:pt x="547" y="458"/>
                    </a:cubicBezTo>
                    <a:cubicBezTo>
                      <a:pt x="546" y="460"/>
                      <a:pt x="547" y="464"/>
                      <a:pt x="547" y="464"/>
                    </a:cubicBezTo>
                    <a:cubicBezTo>
                      <a:pt x="543" y="468"/>
                      <a:pt x="543" y="468"/>
                      <a:pt x="543" y="468"/>
                    </a:cubicBezTo>
                    <a:cubicBezTo>
                      <a:pt x="543" y="468"/>
                      <a:pt x="540" y="470"/>
                      <a:pt x="540" y="469"/>
                    </a:cubicBezTo>
                    <a:cubicBezTo>
                      <a:pt x="539" y="469"/>
                      <a:pt x="532" y="468"/>
                      <a:pt x="532" y="466"/>
                    </a:cubicBezTo>
                    <a:cubicBezTo>
                      <a:pt x="532" y="464"/>
                      <a:pt x="529" y="465"/>
                      <a:pt x="529" y="463"/>
                    </a:cubicBezTo>
                    <a:cubicBezTo>
                      <a:pt x="528" y="460"/>
                      <a:pt x="528" y="462"/>
                      <a:pt x="527" y="461"/>
                    </a:cubicBezTo>
                    <a:cubicBezTo>
                      <a:pt x="526" y="461"/>
                      <a:pt x="523" y="461"/>
                      <a:pt x="522" y="459"/>
                    </a:cubicBezTo>
                    <a:cubicBezTo>
                      <a:pt x="522" y="457"/>
                      <a:pt x="520" y="458"/>
                      <a:pt x="519" y="457"/>
                    </a:cubicBezTo>
                    <a:cubicBezTo>
                      <a:pt x="518" y="457"/>
                      <a:pt x="517" y="458"/>
                      <a:pt x="516" y="458"/>
                    </a:cubicBezTo>
                    <a:cubicBezTo>
                      <a:pt x="515" y="459"/>
                      <a:pt x="512" y="461"/>
                      <a:pt x="511" y="462"/>
                    </a:cubicBezTo>
                    <a:cubicBezTo>
                      <a:pt x="510" y="463"/>
                      <a:pt x="510" y="465"/>
                      <a:pt x="508" y="465"/>
                    </a:cubicBezTo>
                    <a:cubicBezTo>
                      <a:pt x="507" y="466"/>
                      <a:pt x="509" y="469"/>
                      <a:pt x="507" y="470"/>
                    </a:cubicBezTo>
                    <a:cubicBezTo>
                      <a:pt x="506" y="471"/>
                      <a:pt x="507" y="471"/>
                      <a:pt x="506" y="471"/>
                    </a:cubicBezTo>
                    <a:cubicBezTo>
                      <a:pt x="505" y="471"/>
                      <a:pt x="505" y="473"/>
                      <a:pt x="503" y="474"/>
                    </a:cubicBezTo>
                    <a:cubicBezTo>
                      <a:pt x="501" y="475"/>
                      <a:pt x="503" y="477"/>
                      <a:pt x="504" y="479"/>
                    </a:cubicBezTo>
                    <a:cubicBezTo>
                      <a:pt x="506" y="481"/>
                      <a:pt x="503" y="481"/>
                      <a:pt x="503" y="481"/>
                    </a:cubicBezTo>
                    <a:cubicBezTo>
                      <a:pt x="502" y="481"/>
                      <a:pt x="502" y="483"/>
                      <a:pt x="502" y="483"/>
                    </a:cubicBezTo>
                    <a:cubicBezTo>
                      <a:pt x="504" y="485"/>
                      <a:pt x="504" y="485"/>
                      <a:pt x="504" y="485"/>
                    </a:cubicBezTo>
                    <a:cubicBezTo>
                      <a:pt x="504" y="485"/>
                      <a:pt x="504" y="487"/>
                      <a:pt x="504" y="488"/>
                    </a:cubicBezTo>
                    <a:cubicBezTo>
                      <a:pt x="504" y="488"/>
                      <a:pt x="504" y="488"/>
                      <a:pt x="504" y="488"/>
                    </a:cubicBezTo>
                    <a:cubicBezTo>
                      <a:pt x="504" y="488"/>
                      <a:pt x="502" y="493"/>
                      <a:pt x="501" y="493"/>
                    </a:cubicBezTo>
                    <a:cubicBezTo>
                      <a:pt x="501" y="494"/>
                      <a:pt x="503" y="495"/>
                      <a:pt x="504" y="497"/>
                    </a:cubicBezTo>
                    <a:cubicBezTo>
                      <a:pt x="504" y="498"/>
                      <a:pt x="504" y="499"/>
                      <a:pt x="504" y="500"/>
                    </a:cubicBezTo>
                    <a:cubicBezTo>
                      <a:pt x="503" y="502"/>
                      <a:pt x="503" y="503"/>
                      <a:pt x="502" y="503"/>
                    </a:cubicBezTo>
                    <a:cubicBezTo>
                      <a:pt x="499" y="503"/>
                      <a:pt x="500" y="505"/>
                      <a:pt x="499" y="508"/>
                    </a:cubicBezTo>
                    <a:cubicBezTo>
                      <a:pt x="499" y="510"/>
                      <a:pt x="497" y="512"/>
                      <a:pt x="495" y="511"/>
                    </a:cubicBezTo>
                    <a:cubicBezTo>
                      <a:pt x="493" y="511"/>
                      <a:pt x="493" y="512"/>
                      <a:pt x="490" y="512"/>
                    </a:cubicBezTo>
                    <a:cubicBezTo>
                      <a:pt x="487" y="511"/>
                      <a:pt x="486" y="515"/>
                      <a:pt x="485" y="517"/>
                    </a:cubicBezTo>
                    <a:cubicBezTo>
                      <a:pt x="484" y="518"/>
                      <a:pt x="483" y="518"/>
                      <a:pt x="483" y="519"/>
                    </a:cubicBezTo>
                    <a:cubicBezTo>
                      <a:pt x="481" y="520"/>
                      <a:pt x="478" y="520"/>
                      <a:pt x="476" y="519"/>
                    </a:cubicBezTo>
                    <a:cubicBezTo>
                      <a:pt x="472" y="518"/>
                      <a:pt x="471" y="518"/>
                      <a:pt x="471" y="518"/>
                    </a:cubicBezTo>
                    <a:cubicBezTo>
                      <a:pt x="469" y="513"/>
                      <a:pt x="469" y="513"/>
                      <a:pt x="469" y="513"/>
                    </a:cubicBezTo>
                    <a:cubicBezTo>
                      <a:pt x="469" y="513"/>
                      <a:pt x="464" y="511"/>
                      <a:pt x="464" y="510"/>
                    </a:cubicBezTo>
                    <a:cubicBezTo>
                      <a:pt x="463" y="510"/>
                      <a:pt x="460" y="511"/>
                      <a:pt x="457" y="512"/>
                    </a:cubicBezTo>
                    <a:cubicBezTo>
                      <a:pt x="455" y="512"/>
                      <a:pt x="453" y="513"/>
                      <a:pt x="453" y="513"/>
                    </a:cubicBezTo>
                    <a:cubicBezTo>
                      <a:pt x="453" y="513"/>
                      <a:pt x="447" y="515"/>
                      <a:pt x="445" y="516"/>
                    </a:cubicBezTo>
                    <a:cubicBezTo>
                      <a:pt x="442" y="517"/>
                      <a:pt x="437" y="521"/>
                      <a:pt x="435" y="521"/>
                    </a:cubicBezTo>
                    <a:cubicBezTo>
                      <a:pt x="434" y="521"/>
                      <a:pt x="432" y="521"/>
                      <a:pt x="432" y="521"/>
                    </a:cubicBezTo>
                    <a:cubicBezTo>
                      <a:pt x="432" y="521"/>
                      <a:pt x="429" y="521"/>
                      <a:pt x="426" y="522"/>
                    </a:cubicBezTo>
                    <a:cubicBezTo>
                      <a:pt x="424" y="523"/>
                      <a:pt x="424" y="523"/>
                      <a:pt x="423" y="524"/>
                    </a:cubicBezTo>
                    <a:cubicBezTo>
                      <a:pt x="421" y="526"/>
                      <a:pt x="418" y="527"/>
                      <a:pt x="416" y="527"/>
                    </a:cubicBezTo>
                    <a:cubicBezTo>
                      <a:pt x="415" y="527"/>
                      <a:pt x="415" y="528"/>
                      <a:pt x="415" y="528"/>
                    </a:cubicBezTo>
                    <a:cubicBezTo>
                      <a:pt x="414" y="528"/>
                      <a:pt x="414" y="528"/>
                      <a:pt x="413" y="527"/>
                    </a:cubicBezTo>
                    <a:cubicBezTo>
                      <a:pt x="412" y="524"/>
                      <a:pt x="410" y="525"/>
                      <a:pt x="409" y="524"/>
                    </a:cubicBezTo>
                    <a:cubicBezTo>
                      <a:pt x="408" y="524"/>
                      <a:pt x="398" y="517"/>
                      <a:pt x="396" y="516"/>
                    </a:cubicBezTo>
                    <a:cubicBezTo>
                      <a:pt x="395" y="514"/>
                      <a:pt x="393" y="517"/>
                      <a:pt x="392" y="517"/>
                    </a:cubicBezTo>
                    <a:cubicBezTo>
                      <a:pt x="390" y="516"/>
                      <a:pt x="389" y="518"/>
                      <a:pt x="387" y="519"/>
                    </a:cubicBezTo>
                    <a:cubicBezTo>
                      <a:pt x="384" y="521"/>
                      <a:pt x="383" y="522"/>
                      <a:pt x="380" y="523"/>
                    </a:cubicBezTo>
                    <a:cubicBezTo>
                      <a:pt x="378" y="525"/>
                      <a:pt x="378" y="525"/>
                      <a:pt x="376" y="525"/>
                    </a:cubicBezTo>
                    <a:cubicBezTo>
                      <a:pt x="374" y="525"/>
                      <a:pt x="373" y="526"/>
                      <a:pt x="372" y="525"/>
                    </a:cubicBezTo>
                    <a:cubicBezTo>
                      <a:pt x="372" y="524"/>
                      <a:pt x="374" y="521"/>
                      <a:pt x="374" y="520"/>
                    </a:cubicBezTo>
                    <a:cubicBezTo>
                      <a:pt x="374" y="519"/>
                      <a:pt x="373" y="519"/>
                      <a:pt x="371" y="520"/>
                    </a:cubicBezTo>
                    <a:cubicBezTo>
                      <a:pt x="369" y="520"/>
                      <a:pt x="368" y="521"/>
                      <a:pt x="364" y="518"/>
                    </a:cubicBezTo>
                    <a:cubicBezTo>
                      <a:pt x="364" y="518"/>
                      <a:pt x="359" y="515"/>
                      <a:pt x="360" y="514"/>
                    </a:cubicBezTo>
                    <a:cubicBezTo>
                      <a:pt x="360" y="512"/>
                      <a:pt x="360" y="512"/>
                      <a:pt x="360" y="511"/>
                    </a:cubicBezTo>
                    <a:cubicBezTo>
                      <a:pt x="361" y="510"/>
                      <a:pt x="360" y="509"/>
                      <a:pt x="357" y="508"/>
                    </a:cubicBezTo>
                    <a:cubicBezTo>
                      <a:pt x="355" y="507"/>
                      <a:pt x="355" y="507"/>
                      <a:pt x="354" y="506"/>
                    </a:cubicBezTo>
                    <a:cubicBezTo>
                      <a:pt x="352" y="505"/>
                      <a:pt x="353" y="503"/>
                      <a:pt x="353" y="501"/>
                    </a:cubicBezTo>
                    <a:cubicBezTo>
                      <a:pt x="353" y="499"/>
                      <a:pt x="355" y="498"/>
                      <a:pt x="356" y="497"/>
                    </a:cubicBezTo>
                    <a:cubicBezTo>
                      <a:pt x="357" y="495"/>
                      <a:pt x="359" y="496"/>
                      <a:pt x="359" y="495"/>
                    </a:cubicBezTo>
                    <a:cubicBezTo>
                      <a:pt x="359" y="494"/>
                      <a:pt x="359" y="493"/>
                      <a:pt x="359" y="491"/>
                    </a:cubicBezTo>
                    <a:cubicBezTo>
                      <a:pt x="360" y="490"/>
                      <a:pt x="364" y="489"/>
                      <a:pt x="364" y="489"/>
                    </a:cubicBezTo>
                    <a:cubicBezTo>
                      <a:pt x="365" y="489"/>
                      <a:pt x="369" y="487"/>
                      <a:pt x="371" y="487"/>
                    </a:cubicBezTo>
                    <a:cubicBezTo>
                      <a:pt x="372" y="487"/>
                      <a:pt x="372" y="484"/>
                      <a:pt x="372" y="483"/>
                    </a:cubicBezTo>
                    <a:cubicBezTo>
                      <a:pt x="371" y="482"/>
                      <a:pt x="369" y="482"/>
                      <a:pt x="368" y="481"/>
                    </a:cubicBezTo>
                    <a:cubicBezTo>
                      <a:pt x="367" y="480"/>
                      <a:pt x="364" y="480"/>
                      <a:pt x="363" y="480"/>
                    </a:cubicBezTo>
                    <a:cubicBezTo>
                      <a:pt x="362" y="479"/>
                      <a:pt x="363" y="476"/>
                      <a:pt x="363" y="474"/>
                    </a:cubicBezTo>
                    <a:cubicBezTo>
                      <a:pt x="363" y="472"/>
                      <a:pt x="366" y="472"/>
                      <a:pt x="368" y="470"/>
                    </a:cubicBezTo>
                    <a:cubicBezTo>
                      <a:pt x="369" y="468"/>
                      <a:pt x="367" y="465"/>
                      <a:pt x="367" y="464"/>
                    </a:cubicBezTo>
                    <a:cubicBezTo>
                      <a:pt x="367" y="463"/>
                      <a:pt x="367" y="460"/>
                      <a:pt x="368" y="459"/>
                    </a:cubicBezTo>
                    <a:cubicBezTo>
                      <a:pt x="368" y="458"/>
                      <a:pt x="366" y="456"/>
                      <a:pt x="366" y="455"/>
                    </a:cubicBezTo>
                    <a:cubicBezTo>
                      <a:pt x="366" y="454"/>
                      <a:pt x="361" y="457"/>
                      <a:pt x="360" y="458"/>
                    </a:cubicBezTo>
                    <a:cubicBezTo>
                      <a:pt x="358" y="459"/>
                      <a:pt x="356" y="463"/>
                      <a:pt x="356" y="464"/>
                    </a:cubicBezTo>
                    <a:cubicBezTo>
                      <a:pt x="356" y="465"/>
                      <a:pt x="352" y="466"/>
                      <a:pt x="350" y="467"/>
                    </a:cubicBezTo>
                    <a:cubicBezTo>
                      <a:pt x="349" y="468"/>
                      <a:pt x="346" y="468"/>
                      <a:pt x="345" y="467"/>
                    </a:cubicBezTo>
                    <a:cubicBezTo>
                      <a:pt x="344" y="467"/>
                      <a:pt x="342" y="469"/>
                      <a:pt x="341" y="469"/>
                    </a:cubicBezTo>
                    <a:cubicBezTo>
                      <a:pt x="341" y="469"/>
                      <a:pt x="338" y="471"/>
                      <a:pt x="337" y="471"/>
                    </a:cubicBezTo>
                    <a:cubicBezTo>
                      <a:pt x="336" y="472"/>
                      <a:pt x="335" y="475"/>
                      <a:pt x="334" y="475"/>
                    </a:cubicBezTo>
                    <a:cubicBezTo>
                      <a:pt x="333" y="476"/>
                      <a:pt x="333" y="480"/>
                      <a:pt x="333" y="481"/>
                    </a:cubicBezTo>
                    <a:cubicBezTo>
                      <a:pt x="332" y="483"/>
                      <a:pt x="333" y="486"/>
                      <a:pt x="333" y="486"/>
                    </a:cubicBezTo>
                    <a:cubicBezTo>
                      <a:pt x="333" y="486"/>
                      <a:pt x="333" y="494"/>
                      <a:pt x="333" y="498"/>
                    </a:cubicBezTo>
                    <a:cubicBezTo>
                      <a:pt x="333" y="499"/>
                      <a:pt x="336" y="499"/>
                      <a:pt x="337" y="499"/>
                    </a:cubicBezTo>
                    <a:cubicBezTo>
                      <a:pt x="338" y="499"/>
                      <a:pt x="340" y="502"/>
                      <a:pt x="341" y="502"/>
                    </a:cubicBezTo>
                    <a:cubicBezTo>
                      <a:pt x="342" y="503"/>
                      <a:pt x="340" y="503"/>
                      <a:pt x="337" y="506"/>
                    </a:cubicBezTo>
                    <a:cubicBezTo>
                      <a:pt x="334" y="508"/>
                      <a:pt x="337" y="508"/>
                      <a:pt x="338" y="510"/>
                    </a:cubicBezTo>
                    <a:cubicBezTo>
                      <a:pt x="338" y="511"/>
                      <a:pt x="338" y="512"/>
                      <a:pt x="339" y="512"/>
                    </a:cubicBezTo>
                    <a:cubicBezTo>
                      <a:pt x="340" y="512"/>
                      <a:pt x="340" y="515"/>
                      <a:pt x="340" y="516"/>
                    </a:cubicBezTo>
                    <a:cubicBezTo>
                      <a:pt x="340" y="516"/>
                      <a:pt x="342" y="517"/>
                      <a:pt x="342" y="517"/>
                    </a:cubicBezTo>
                    <a:cubicBezTo>
                      <a:pt x="344" y="521"/>
                      <a:pt x="344" y="521"/>
                      <a:pt x="344" y="521"/>
                    </a:cubicBezTo>
                    <a:cubicBezTo>
                      <a:pt x="344" y="521"/>
                      <a:pt x="344" y="526"/>
                      <a:pt x="344" y="526"/>
                    </a:cubicBezTo>
                    <a:cubicBezTo>
                      <a:pt x="344" y="527"/>
                      <a:pt x="342" y="527"/>
                      <a:pt x="341" y="527"/>
                    </a:cubicBezTo>
                    <a:cubicBezTo>
                      <a:pt x="340" y="527"/>
                      <a:pt x="340" y="528"/>
                      <a:pt x="339" y="532"/>
                    </a:cubicBezTo>
                    <a:cubicBezTo>
                      <a:pt x="339" y="536"/>
                      <a:pt x="337" y="534"/>
                      <a:pt x="336" y="534"/>
                    </a:cubicBezTo>
                    <a:cubicBezTo>
                      <a:pt x="336" y="533"/>
                      <a:pt x="331" y="532"/>
                      <a:pt x="330" y="530"/>
                    </a:cubicBezTo>
                    <a:cubicBezTo>
                      <a:pt x="329" y="529"/>
                      <a:pt x="326" y="531"/>
                      <a:pt x="324" y="530"/>
                    </a:cubicBezTo>
                    <a:cubicBezTo>
                      <a:pt x="323" y="530"/>
                      <a:pt x="321" y="532"/>
                      <a:pt x="321" y="532"/>
                    </a:cubicBezTo>
                    <a:cubicBezTo>
                      <a:pt x="321" y="532"/>
                      <a:pt x="319" y="533"/>
                      <a:pt x="319" y="534"/>
                    </a:cubicBezTo>
                    <a:cubicBezTo>
                      <a:pt x="318" y="534"/>
                      <a:pt x="318" y="534"/>
                      <a:pt x="317" y="534"/>
                    </a:cubicBezTo>
                    <a:cubicBezTo>
                      <a:pt x="317" y="534"/>
                      <a:pt x="312" y="536"/>
                      <a:pt x="311" y="535"/>
                    </a:cubicBezTo>
                    <a:cubicBezTo>
                      <a:pt x="311" y="534"/>
                      <a:pt x="308" y="535"/>
                      <a:pt x="305" y="535"/>
                    </a:cubicBezTo>
                    <a:cubicBezTo>
                      <a:pt x="303" y="534"/>
                      <a:pt x="302" y="536"/>
                      <a:pt x="302" y="536"/>
                    </a:cubicBezTo>
                    <a:cubicBezTo>
                      <a:pt x="302" y="536"/>
                      <a:pt x="297" y="539"/>
                      <a:pt x="297" y="540"/>
                    </a:cubicBezTo>
                    <a:cubicBezTo>
                      <a:pt x="296" y="541"/>
                      <a:pt x="295" y="542"/>
                      <a:pt x="295" y="544"/>
                    </a:cubicBezTo>
                    <a:cubicBezTo>
                      <a:pt x="295" y="546"/>
                      <a:pt x="291" y="549"/>
                      <a:pt x="291" y="549"/>
                    </a:cubicBezTo>
                    <a:cubicBezTo>
                      <a:pt x="291" y="549"/>
                      <a:pt x="288" y="552"/>
                      <a:pt x="288" y="553"/>
                    </a:cubicBezTo>
                    <a:cubicBezTo>
                      <a:pt x="287" y="554"/>
                      <a:pt x="286" y="556"/>
                      <a:pt x="286" y="557"/>
                    </a:cubicBezTo>
                    <a:cubicBezTo>
                      <a:pt x="286" y="557"/>
                      <a:pt x="284" y="561"/>
                      <a:pt x="284" y="560"/>
                    </a:cubicBezTo>
                    <a:cubicBezTo>
                      <a:pt x="284" y="560"/>
                      <a:pt x="279" y="565"/>
                      <a:pt x="278" y="566"/>
                    </a:cubicBezTo>
                    <a:cubicBezTo>
                      <a:pt x="278" y="566"/>
                      <a:pt x="275" y="568"/>
                      <a:pt x="272" y="569"/>
                    </a:cubicBezTo>
                    <a:cubicBezTo>
                      <a:pt x="269" y="571"/>
                      <a:pt x="269" y="571"/>
                      <a:pt x="269" y="571"/>
                    </a:cubicBezTo>
                    <a:cubicBezTo>
                      <a:pt x="269" y="571"/>
                      <a:pt x="264" y="574"/>
                      <a:pt x="264" y="575"/>
                    </a:cubicBezTo>
                    <a:cubicBezTo>
                      <a:pt x="264" y="575"/>
                      <a:pt x="262" y="576"/>
                      <a:pt x="260" y="577"/>
                    </a:cubicBezTo>
                    <a:cubicBezTo>
                      <a:pt x="260" y="577"/>
                      <a:pt x="259" y="577"/>
                      <a:pt x="258" y="577"/>
                    </a:cubicBezTo>
                    <a:cubicBezTo>
                      <a:pt x="257" y="577"/>
                      <a:pt x="257" y="578"/>
                      <a:pt x="256" y="578"/>
                    </a:cubicBezTo>
                    <a:cubicBezTo>
                      <a:pt x="255" y="577"/>
                      <a:pt x="252" y="581"/>
                      <a:pt x="250" y="582"/>
                    </a:cubicBezTo>
                    <a:cubicBezTo>
                      <a:pt x="248" y="583"/>
                      <a:pt x="249" y="585"/>
                      <a:pt x="249" y="586"/>
                    </a:cubicBezTo>
                    <a:cubicBezTo>
                      <a:pt x="248" y="587"/>
                      <a:pt x="250" y="592"/>
                      <a:pt x="250" y="592"/>
                    </a:cubicBezTo>
                    <a:cubicBezTo>
                      <a:pt x="250" y="592"/>
                      <a:pt x="245" y="595"/>
                      <a:pt x="244" y="596"/>
                    </a:cubicBezTo>
                    <a:cubicBezTo>
                      <a:pt x="242" y="597"/>
                      <a:pt x="240" y="598"/>
                      <a:pt x="239" y="598"/>
                    </a:cubicBezTo>
                    <a:cubicBezTo>
                      <a:pt x="237" y="598"/>
                      <a:pt x="234" y="599"/>
                      <a:pt x="234" y="599"/>
                    </a:cubicBezTo>
                    <a:cubicBezTo>
                      <a:pt x="234" y="599"/>
                      <a:pt x="233" y="600"/>
                      <a:pt x="233" y="602"/>
                    </a:cubicBezTo>
                    <a:cubicBezTo>
                      <a:pt x="233" y="604"/>
                      <a:pt x="232" y="604"/>
                      <a:pt x="232" y="606"/>
                    </a:cubicBezTo>
                    <a:cubicBezTo>
                      <a:pt x="232" y="608"/>
                      <a:pt x="228" y="608"/>
                      <a:pt x="227" y="607"/>
                    </a:cubicBezTo>
                    <a:cubicBezTo>
                      <a:pt x="227" y="606"/>
                      <a:pt x="221" y="608"/>
                      <a:pt x="219" y="607"/>
                    </a:cubicBezTo>
                    <a:cubicBezTo>
                      <a:pt x="218" y="607"/>
                      <a:pt x="216" y="607"/>
                      <a:pt x="215" y="606"/>
                    </a:cubicBezTo>
                    <a:cubicBezTo>
                      <a:pt x="214" y="604"/>
                      <a:pt x="211" y="603"/>
                      <a:pt x="209" y="603"/>
                    </a:cubicBezTo>
                    <a:cubicBezTo>
                      <a:pt x="207" y="602"/>
                      <a:pt x="203" y="601"/>
                      <a:pt x="201" y="602"/>
                    </a:cubicBezTo>
                    <a:cubicBezTo>
                      <a:pt x="199" y="602"/>
                      <a:pt x="200" y="603"/>
                      <a:pt x="201" y="604"/>
                    </a:cubicBezTo>
                    <a:cubicBezTo>
                      <a:pt x="203" y="605"/>
                      <a:pt x="203" y="607"/>
                      <a:pt x="203" y="608"/>
                    </a:cubicBezTo>
                    <a:cubicBezTo>
                      <a:pt x="204" y="609"/>
                      <a:pt x="204" y="613"/>
                      <a:pt x="206" y="613"/>
                    </a:cubicBezTo>
                    <a:cubicBezTo>
                      <a:pt x="208" y="613"/>
                      <a:pt x="207" y="617"/>
                      <a:pt x="208" y="619"/>
                    </a:cubicBezTo>
                    <a:cubicBezTo>
                      <a:pt x="208" y="621"/>
                      <a:pt x="206" y="620"/>
                      <a:pt x="204" y="619"/>
                    </a:cubicBezTo>
                    <a:cubicBezTo>
                      <a:pt x="203" y="618"/>
                      <a:pt x="202" y="620"/>
                      <a:pt x="200" y="618"/>
                    </a:cubicBezTo>
                    <a:cubicBezTo>
                      <a:pt x="198" y="617"/>
                      <a:pt x="195" y="619"/>
                      <a:pt x="193" y="619"/>
                    </a:cubicBezTo>
                    <a:cubicBezTo>
                      <a:pt x="191" y="618"/>
                      <a:pt x="190" y="618"/>
                      <a:pt x="189" y="616"/>
                    </a:cubicBezTo>
                    <a:cubicBezTo>
                      <a:pt x="188" y="615"/>
                      <a:pt x="186" y="616"/>
                      <a:pt x="185" y="616"/>
                    </a:cubicBezTo>
                    <a:cubicBezTo>
                      <a:pt x="184" y="615"/>
                      <a:pt x="184" y="615"/>
                      <a:pt x="183" y="615"/>
                    </a:cubicBezTo>
                    <a:cubicBezTo>
                      <a:pt x="181" y="615"/>
                      <a:pt x="180" y="617"/>
                      <a:pt x="179" y="617"/>
                    </a:cubicBezTo>
                    <a:cubicBezTo>
                      <a:pt x="179" y="617"/>
                      <a:pt x="177" y="616"/>
                      <a:pt x="175" y="617"/>
                    </a:cubicBezTo>
                    <a:cubicBezTo>
                      <a:pt x="172" y="618"/>
                      <a:pt x="172" y="617"/>
                      <a:pt x="171" y="617"/>
                    </a:cubicBezTo>
                    <a:cubicBezTo>
                      <a:pt x="170" y="617"/>
                      <a:pt x="167" y="620"/>
                      <a:pt x="165" y="622"/>
                    </a:cubicBezTo>
                    <a:cubicBezTo>
                      <a:pt x="164" y="623"/>
                      <a:pt x="167" y="626"/>
                      <a:pt x="167" y="628"/>
                    </a:cubicBezTo>
                    <a:cubicBezTo>
                      <a:pt x="167" y="630"/>
                      <a:pt x="168" y="631"/>
                      <a:pt x="169" y="632"/>
                    </a:cubicBezTo>
                    <a:cubicBezTo>
                      <a:pt x="170" y="633"/>
                      <a:pt x="173" y="633"/>
                      <a:pt x="176" y="633"/>
                    </a:cubicBezTo>
                    <a:cubicBezTo>
                      <a:pt x="179" y="633"/>
                      <a:pt x="178" y="634"/>
                      <a:pt x="179" y="634"/>
                    </a:cubicBezTo>
                    <a:cubicBezTo>
                      <a:pt x="179" y="633"/>
                      <a:pt x="181" y="635"/>
                      <a:pt x="182" y="636"/>
                    </a:cubicBezTo>
                    <a:cubicBezTo>
                      <a:pt x="182" y="637"/>
                      <a:pt x="184" y="639"/>
                      <a:pt x="187" y="638"/>
                    </a:cubicBezTo>
                    <a:cubicBezTo>
                      <a:pt x="190" y="638"/>
                      <a:pt x="190" y="640"/>
                      <a:pt x="191" y="640"/>
                    </a:cubicBezTo>
                    <a:cubicBezTo>
                      <a:pt x="192" y="640"/>
                      <a:pt x="192" y="641"/>
                      <a:pt x="194" y="641"/>
                    </a:cubicBezTo>
                    <a:cubicBezTo>
                      <a:pt x="196" y="641"/>
                      <a:pt x="196" y="643"/>
                      <a:pt x="197" y="643"/>
                    </a:cubicBezTo>
                    <a:cubicBezTo>
                      <a:pt x="198" y="643"/>
                      <a:pt x="199" y="645"/>
                      <a:pt x="199" y="646"/>
                    </a:cubicBezTo>
                    <a:cubicBezTo>
                      <a:pt x="199" y="647"/>
                      <a:pt x="198" y="648"/>
                      <a:pt x="198" y="649"/>
                    </a:cubicBezTo>
                    <a:cubicBezTo>
                      <a:pt x="198" y="650"/>
                      <a:pt x="200" y="651"/>
                      <a:pt x="202" y="653"/>
                    </a:cubicBezTo>
                    <a:cubicBezTo>
                      <a:pt x="203" y="655"/>
                      <a:pt x="204" y="656"/>
                      <a:pt x="205" y="657"/>
                    </a:cubicBezTo>
                    <a:cubicBezTo>
                      <a:pt x="206" y="658"/>
                      <a:pt x="207" y="660"/>
                      <a:pt x="209" y="660"/>
                    </a:cubicBezTo>
                    <a:cubicBezTo>
                      <a:pt x="212" y="660"/>
                      <a:pt x="211" y="662"/>
                      <a:pt x="211" y="663"/>
                    </a:cubicBezTo>
                    <a:cubicBezTo>
                      <a:pt x="211" y="664"/>
                      <a:pt x="212" y="667"/>
                      <a:pt x="212" y="668"/>
                    </a:cubicBezTo>
                    <a:cubicBezTo>
                      <a:pt x="213" y="669"/>
                      <a:pt x="212" y="672"/>
                      <a:pt x="212" y="672"/>
                    </a:cubicBezTo>
                    <a:cubicBezTo>
                      <a:pt x="211" y="676"/>
                      <a:pt x="211" y="676"/>
                      <a:pt x="211" y="676"/>
                    </a:cubicBezTo>
                    <a:cubicBezTo>
                      <a:pt x="211" y="676"/>
                      <a:pt x="212" y="683"/>
                      <a:pt x="212" y="685"/>
                    </a:cubicBezTo>
                    <a:cubicBezTo>
                      <a:pt x="212" y="686"/>
                      <a:pt x="210" y="697"/>
                      <a:pt x="209" y="700"/>
                    </a:cubicBezTo>
                    <a:cubicBezTo>
                      <a:pt x="208" y="702"/>
                      <a:pt x="208" y="701"/>
                      <a:pt x="205" y="704"/>
                    </a:cubicBezTo>
                    <a:cubicBezTo>
                      <a:pt x="205" y="704"/>
                      <a:pt x="205" y="704"/>
                      <a:pt x="205" y="704"/>
                    </a:cubicBezTo>
                    <a:cubicBezTo>
                      <a:pt x="203" y="706"/>
                      <a:pt x="204" y="705"/>
                      <a:pt x="201" y="705"/>
                    </a:cubicBezTo>
                    <a:cubicBezTo>
                      <a:pt x="198" y="705"/>
                      <a:pt x="199" y="706"/>
                      <a:pt x="197" y="705"/>
                    </a:cubicBezTo>
                    <a:cubicBezTo>
                      <a:pt x="195" y="705"/>
                      <a:pt x="194" y="705"/>
                      <a:pt x="192" y="705"/>
                    </a:cubicBezTo>
                    <a:cubicBezTo>
                      <a:pt x="191" y="704"/>
                      <a:pt x="190" y="705"/>
                      <a:pt x="189" y="704"/>
                    </a:cubicBezTo>
                    <a:cubicBezTo>
                      <a:pt x="187" y="703"/>
                      <a:pt x="185" y="705"/>
                      <a:pt x="182" y="705"/>
                    </a:cubicBezTo>
                    <a:cubicBezTo>
                      <a:pt x="180" y="705"/>
                      <a:pt x="179" y="704"/>
                      <a:pt x="176" y="703"/>
                    </a:cubicBezTo>
                    <a:cubicBezTo>
                      <a:pt x="173" y="702"/>
                      <a:pt x="173" y="703"/>
                      <a:pt x="173" y="703"/>
                    </a:cubicBezTo>
                    <a:cubicBezTo>
                      <a:pt x="173" y="703"/>
                      <a:pt x="170" y="704"/>
                      <a:pt x="168" y="704"/>
                    </a:cubicBezTo>
                    <a:cubicBezTo>
                      <a:pt x="166" y="705"/>
                      <a:pt x="164" y="705"/>
                      <a:pt x="164" y="705"/>
                    </a:cubicBezTo>
                    <a:cubicBezTo>
                      <a:pt x="164" y="705"/>
                      <a:pt x="159" y="704"/>
                      <a:pt x="158" y="704"/>
                    </a:cubicBezTo>
                    <a:cubicBezTo>
                      <a:pt x="156" y="703"/>
                      <a:pt x="153" y="704"/>
                      <a:pt x="153" y="703"/>
                    </a:cubicBezTo>
                    <a:cubicBezTo>
                      <a:pt x="153" y="702"/>
                      <a:pt x="149" y="702"/>
                      <a:pt x="149" y="702"/>
                    </a:cubicBezTo>
                    <a:cubicBezTo>
                      <a:pt x="148" y="701"/>
                      <a:pt x="141" y="703"/>
                      <a:pt x="140" y="703"/>
                    </a:cubicBezTo>
                    <a:cubicBezTo>
                      <a:pt x="139" y="703"/>
                      <a:pt x="139" y="703"/>
                      <a:pt x="136" y="703"/>
                    </a:cubicBezTo>
                    <a:cubicBezTo>
                      <a:pt x="133" y="704"/>
                      <a:pt x="133" y="704"/>
                      <a:pt x="132" y="703"/>
                    </a:cubicBezTo>
                    <a:cubicBezTo>
                      <a:pt x="131" y="702"/>
                      <a:pt x="131" y="703"/>
                      <a:pt x="129" y="701"/>
                    </a:cubicBezTo>
                    <a:cubicBezTo>
                      <a:pt x="128" y="700"/>
                      <a:pt x="127" y="699"/>
                      <a:pt x="125" y="699"/>
                    </a:cubicBezTo>
                    <a:cubicBezTo>
                      <a:pt x="123" y="699"/>
                      <a:pt x="122" y="701"/>
                      <a:pt x="121" y="702"/>
                    </a:cubicBezTo>
                    <a:cubicBezTo>
                      <a:pt x="120" y="702"/>
                      <a:pt x="119" y="705"/>
                      <a:pt x="118" y="706"/>
                    </a:cubicBezTo>
                    <a:cubicBezTo>
                      <a:pt x="117" y="707"/>
                      <a:pt x="115" y="707"/>
                      <a:pt x="114" y="706"/>
                    </a:cubicBezTo>
                    <a:cubicBezTo>
                      <a:pt x="113" y="706"/>
                      <a:pt x="110" y="708"/>
                      <a:pt x="108" y="708"/>
                    </a:cubicBezTo>
                    <a:cubicBezTo>
                      <a:pt x="106" y="709"/>
                      <a:pt x="106" y="711"/>
                      <a:pt x="105" y="712"/>
                    </a:cubicBezTo>
                    <a:cubicBezTo>
                      <a:pt x="105" y="713"/>
                      <a:pt x="106" y="714"/>
                      <a:pt x="107" y="715"/>
                    </a:cubicBezTo>
                    <a:cubicBezTo>
                      <a:pt x="108" y="715"/>
                      <a:pt x="108" y="716"/>
                      <a:pt x="109" y="718"/>
                    </a:cubicBezTo>
                    <a:cubicBezTo>
                      <a:pt x="110" y="721"/>
                      <a:pt x="110" y="720"/>
                      <a:pt x="110" y="721"/>
                    </a:cubicBezTo>
                    <a:cubicBezTo>
                      <a:pt x="111" y="722"/>
                      <a:pt x="111" y="724"/>
                      <a:pt x="110" y="726"/>
                    </a:cubicBezTo>
                    <a:cubicBezTo>
                      <a:pt x="110" y="726"/>
                      <a:pt x="110" y="726"/>
                      <a:pt x="110" y="726"/>
                    </a:cubicBezTo>
                    <a:cubicBezTo>
                      <a:pt x="110" y="729"/>
                      <a:pt x="110" y="730"/>
                      <a:pt x="110" y="732"/>
                    </a:cubicBezTo>
                    <a:cubicBezTo>
                      <a:pt x="111" y="734"/>
                      <a:pt x="112" y="735"/>
                      <a:pt x="112" y="735"/>
                    </a:cubicBezTo>
                    <a:cubicBezTo>
                      <a:pt x="113" y="736"/>
                      <a:pt x="113" y="740"/>
                      <a:pt x="113" y="741"/>
                    </a:cubicBezTo>
                    <a:cubicBezTo>
                      <a:pt x="113" y="742"/>
                      <a:pt x="113" y="745"/>
                      <a:pt x="113" y="746"/>
                    </a:cubicBezTo>
                    <a:cubicBezTo>
                      <a:pt x="114" y="747"/>
                      <a:pt x="108" y="761"/>
                      <a:pt x="108" y="764"/>
                    </a:cubicBezTo>
                    <a:cubicBezTo>
                      <a:pt x="107" y="767"/>
                      <a:pt x="106" y="767"/>
                      <a:pt x="104" y="769"/>
                    </a:cubicBezTo>
                    <a:cubicBezTo>
                      <a:pt x="102" y="772"/>
                      <a:pt x="103" y="772"/>
                      <a:pt x="103" y="774"/>
                    </a:cubicBezTo>
                    <a:cubicBezTo>
                      <a:pt x="103" y="776"/>
                      <a:pt x="103" y="776"/>
                      <a:pt x="104" y="776"/>
                    </a:cubicBezTo>
                    <a:cubicBezTo>
                      <a:pt x="105" y="777"/>
                      <a:pt x="104" y="780"/>
                      <a:pt x="104" y="781"/>
                    </a:cubicBezTo>
                    <a:cubicBezTo>
                      <a:pt x="105" y="783"/>
                      <a:pt x="107" y="782"/>
                      <a:pt x="109" y="782"/>
                    </a:cubicBezTo>
                    <a:cubicBezTo>
                      <a:pt x="109" y="782"/>
                      <a:pt x="110" y="785"/>
                      <a:pt x="111" y="786"/>
                    </a:cubicBezTo>
                    <a:cubicBezTo>
                      <a:pt x="111" y="787"/>
                      <a:pt x="112" y="789"/>
                      <a:pt x="112" y="790"/>
                    </a:cubicBezTo>
                    <a:cubicBezTo>
                      <a:pt x="112" y="792"/>
                      <a:pt x="111" y="795"/>
                      <a:pt x="110" y="796"/>
                    </a:cubicBezTo>
                    <a:cubicBezTo>
                      <a:pt x="109" y="798"/>
                      <a:pt x="109" y="801"/>
                      <a:pt x="109" y="803"/>
                    </a:cubicBezTo>
                    <a:cubicBezTo>
                      <a:pt x="108" y="804"/>
                      <a:pt x="110" y="805"/>
                      <a:pt x="110" y="805"/>
                    </a:cubicBezTo>
                    <a:cubicBezTo>
                      <a:pt x="110" y="805"/>
                      <a:pt x="112" y="804"/>
                      <a:pt x="114" y="803"/>
                    </a:cubicBezTo>
                    <a:cubicBezTo>
                      <a:pt x="115" y="802"/>
                      <a:pt x="116" y="803"/>
                      <a:pt x="117" y="803"/>
                    </a:cubicBezTo>
                    <a:cubicBezTo>
                      <a:pt x="119" y="804"/>
                      <a:pt x="122" y="805"/>
                      <a:pt x="122" y="805"/>
                    </a:cubicBezTo>
                    <a:cubicBezTo>
                      <a:pt x="122" y="805"/>
                      <a:pt x="123" y="805"/>
                      <a:pt x="126" y="805"/>
                    </a:cubicBezTo>
                    <a:cubicBezTo>
                      <a:pt x="128" y="805"/>
                      <a:pt x="127" y="805"/>
                      <a:pt x="128" y="803"/>
                    </a:cubicBezTo>
                    <a:cubicBezTo>
                      <a:pt x="129" y="803"/>
                      <a:pt x="130" y="803"/>
                      <a:pt x="131" y="803"/>
                    </a:cubicBezTo>
                    <a:cubicBezTo>
                      <a:pt x="131" y="803"/>
                      <a:pt x="132" y="803"/>
                      <a:pt x="133" y="803"/>
                    </a:cubicBezTo>
                    <a:cubicBezTo>
                      <a:pt x="135" y="802"/>
                      <a:pt x="135" y="803"/>
                      <a:pt x="136" y="803"/>
                    </a:cubicBezTo>
                    <a:cubicBezTo>
                      <a:pt x="137" y="804"/>
                      <a:pt x="141" y="805"/>
                      <a:pt x="142" y="806"/>
                    </a:cubicBezTo>
                    <a:cubicBezTo>
                      <a:pt x="143" y="806"/>
                      <a:pt x="143" y="810"/>
                      <a:pt x="143" y="811"/>
                    </a:cubicBezTo>
                    <a:cubicBezTo>
                      <a:pt x="144" y="812"/>
                      <a:pt x="148" y="816"/>
                      <a:pt x="148" y="817"/>
                    </a:cubicBezTo>
                    <a:cubicBezTo>
                      <a:pt x="148" y="818"/>
                      <a:pt x="153" y="819"/>
                      <a:pt x="154" y="820"/>
                    </a:cubicBezTo>
                    <a:cubicBezTo>
                      <a:pt x="154" y="820"/>
                      <a:pt x="156" y="818"/>
                      <a:pt x="158" y="817"/>
                    </a:cubicBezTo>
                    <a:cubicBezTo>
                      <a:pt x="159" y="815"/>
                      <a:pt x="160" y="814"/>
                      <a:pt x="161" y="814"/>
                    </a:cubicBezTo>
                    <a:cubicBezTo>
                      <a:pt x="161" y="814"/>
                      <a:pt x="167" y="813"/>
                      <a:pt x="169" y="811"/>
                    </a:cubicBezTo>
                    <a:cubicBezTo>
                      <a:pt x="169" y="810"/>
                      <a:pt x="171" y="810"/>
                      <a:pt x="172" y="810"/>
                    </a:cubicBezTo>
                    <a:cubicBezTo>
                      <a:pt x="173" y="811"/>
                      <a:pt x="175" y="811"/>
                      <a:pt x="176" y="810"/>
                    </a:cubicBezTo>
                    <a:cubicBezTo>
                      <a:pt x="177" y="810"/>
                      <a:pt x="180" y="809"/>
                      <a:pt x="182" y="809"/>
                    </a:cubicBezTo>
                    <a:cubicBezTo>
                      <a:pt x="183" y="809"/>
                      <a:pt x="185" y="811"/>
                      <a:pt x="185" y="811"/>
                    </a:cubicBezTo>
                    <a:cubicBezTo>
                      <a:pt x="185" y="811"/>
                      <a:pt x="187" y="810"/>
                      <a:pt x="188" y="809"/>
                    </a:cubicBezTo>
                    <a:cubicBezTo>
                      <a:pt x="189" y="809"/>
                      <a:pt x="194" y="810"/>
                      <a:pt x="194" y="810"/>
                    </a:cubicBezTo>
                    <a:cubicBezTo>
                      <a:pt x="197" y="809"/>
                      <a:pt x="197" y="809"/>
                      <a:pt x="197" y="809"/>
                    </a:cubicBezTo>
                    <a:cubicBezTo>
                      <a:pt x="200" y="807"/>
                      <a:pt x="200" y="807"/>
                      <a:pt x="200" y="807"/>
                    </a:cubicBezTo>
                    <a:cubicBezTo>
                      <a:pt x="200" y="807"/>
                      <a:pt x="204" y="803"/>
                      <a:pt x="204" y="802"/>
                    </a:cubicBezTo>
                    <a:cubicBezTo>
                      <a:pt x="205" y="801"/>
                      <a:pt x="208" y="799"/>
                      <a:pt x="208" y="799"/>
                    </a:cubicBezTo>
                    <a:cubicBezTo>
                      <a:pt x="208" y="799"/>
                      <a:pt x="213" y="798"/>
                      <a:pt x="214" y="796"/>
                    </a:cubicBezTo>
                    <a:cubicBezTo>
                      <a:pt x="214" y="795"/>
                      <a:pt x="215" y="795"/>
                      <a:pt x="216" y="794"/>
                    </a:cubicBezTo>
                    <a:cubicBezTo>
                      <a:pt x="216" y="793"/>
                      <a:pt x="218" y="792"/>
                      <a:pt x="219" y="791"/>
                    </a:cubicBezTo>
                    <a:cubicBezTo>
                      <a:pt x="220" y="789"/>
                      <a:pt x="220" y="788"/>
                      <a:pt x="221" y="787"/>
                    </a:cubicBezTo>
                    <a:cubicBezTo>
                      <a:pt x="222" y="785"/>
                      <a:pt x="223" y="785"/>
                      <a:pt x="224" y="784"/>
                    </a:cubicBezTo>
                    <a:cubicBezTo>
                      <a:pt x="225" y="784"/>
                      <a:pt x="228" y="782"/>
                      <a:pt x="229" y="782"/>
                    </a:cubicBezTo>
                    <a:cubicBezTo>
                      <a:pt x="229" y="781"/>
                      <a:pt x="230" y="780"/>
                      <a:pt x="229" y="778"/>
                    </a:cubicBezTo>
                    <a:cubicBezTo>
                      <a:pt x="229" y="776"/>
                      <a:pt x="227" y="776"/>
                      <a:pt x="226" y="775"/>
                    </a:cubicBezTo>
                    <a:cubicBezTo>
                      <a:pt x="225" y="774"/>
                      <a:pt x="224" y="773"/>
                      <a:pt x="224" y="771"/>
                    </a:cubicBezTo>
                    <a:cubicBezTo>
                      <a:pt x="223" y="768"/>
                      <a:pt x="224" y="768"/>
                      <a:pt x="224" y="766"/>
                    </a:cubicBezTo>
                    <a:cubicBezTo>
                      <a:pt x="224" y="764"/>
                      <a:pt x="225" y="764"/>
                      <a:pt x="226" y="762"/>
                    </a:cubicBezTo>
                    <a:cubicBezTo>
                      <a:pt x="227" y="760"/>
                      <a:pt x="230" y="753"/>
                      <a:pt x="230" y="752"/>
                    </a:cubicBezTo>
                    <a:cubicBezTo>
                      <a:pt x="230" y="752"/>
                      <a:pt x="232" y="750"/>
                      <a:pt x="232" y="749"/>
                    </a:cubicBezTo>
                    <a:cubicBezTo>
                      <a:pt x="232" y="749"/>
                      <a:pt x="236" y="746"/>
                      <a:pt x="237" y="746"/>
                    </a:cubicBezTo>
                    <a:cubicBezTo>
                      <a:pt x="238" y="745"/>
                      <a:pt x="241" y="744"/>
                      <a:pt x="241" y="744"/>
                    </a:cubicBezTo>
                    <a:cubicBezTo>
                      <a:pt x="241" y="744"/>
                      <a:pt x="245" y="742"/>
                      <a:pt x="246" y="741"/>
                    </a:cubicBezTo>
                    <a:cubicBezTo>
                      <a:pt x="247" y="740"/>
                      <a:pt x="250" y="741"/>
                      <a:pt x="251" y="740"/>
                    </a:cubicBezTo>
                    <a:cubicBezTo>
                      <a:pt x="252" y="739"/>
                      <a:pt x="256" y="738"/>
                      <a:pt x="256" y="738"/>
                    </a:cubicBezTo>
                    <a:cubicBezTo>
                      <a:pt x="256" y="738"/>
                      <a:pt x="258" y="736"/>
                      <a:pt x="262" y="733"/>
                    </a:cubicBezTo>
                    <a:cubicBezTo>
                      <a:pt x="265" y="729"/>
                      <a:pt x="265" y="733"/>
                      <a:pt x="266" y="732"/>
                    </a:cubicBezTo>
                    <a:cubicBezTo>
                      <a:pt x="267" y="731"/>
                      <a:pt x="269" y="730"/>
                      <a:pt x="270" y="728"/>
                    </a:cubicBezTo>
                    <a:cubicBezTo>
                      <a:pt x="271" y="726"/>
                      <a:pt x="270" y="726"/>
                      <a:pt x="270" y="725"/>
                    </a:cubicBezTo>
                    <a:cubicBezTo>
                      <a:pt x="270" y="724"/>
                      <a:pt x="269" y="723"/>
                      <a:pt x="268" y="721"/>
                    </a:cubicBezTo>
                    <a:cubicBezTo>
                      <a:pt x="268" y="720"/>
                      <a:pt x="268" y="718"/>
                      <a:pt x="267" y="717"/>
                    </a:cubicBezTo>
                    <a:cubicBezTo>
                      <a:pt x="266" y="714"/>
                      <a:pt x="267" y="715"/>
                      <a:pt x="268" y="713"/>
                    </a:cubicBezTo>
                    <a:cubicBezTo>
                      <a:pt x="269" y="711"/>
                      <a:pt x="273" y="708"/>
                      <a:pt x="273" y="707"/>
                    </a:cubicBezTo>
                    <a:cubicBezTo>
                      <a:pt x="274" y="706"/>
                      <a:pt x="278" y="705"/>
                      <a:pt x="280" y="704"/>
                    </a:cubicBezTo>
                    <a:cubicBezTo>
                      <a:pt x="282" y="703"/>
                      <a:pt x="283" y="705"/>
                      <a:pt x="285" y="705"/>
                    </a:cubicBezTo>
                    <a:cubicBezTo>
                      <a:pt x="287" y="705"/>
                      <a:pt x="290" y="705"/>
                      <a:pt x="292" y="705"/>
                    </a:cubicBezTo>
                    <a:cubicBezTo>
                      <a:pt x="295" y="705"/>
                      <a:pt x="295" y="708"/>
                      <a:pt x="296" y="709"/>
                    </a:cubicBezTo>
                    <a:cubicBezTo>
                      <a:pt x="297" y="709"/>
                      <a:pt x="300" y="709"/>
                      <a:pt x="301" y="709"/>
                    </a:cubicBezTo>
                    <a:cubicBezTo>
                      <a:pt x="302" y="709"/>
                      <a:pt x="308" y="711"/>
                      <a:pt x="309" y="711"/>
                    </a:cubicBezTo>
                    <a:cubicBezTo>
                      <a:pt x="311" y="711"/>
                      <a:pt x="315" y="707"/>
                      <a:pt x="319" y="704"/>
                    </a:cubicBezTo>
                    <a:cubicBezTo>
                      <a:pt x="322" y="701"/>
                      <a:pt x="322" y="703"/>
                      <a:pt x="322" y="702"/>
                    </a:cubicBezTo>
                    <a:cubicBezTo>
                      <a:pt x="323" y="701"/>
                      <a:pt x="324" y="700"/>
                      <a:pt x="327" y="697"/>
                    </a:cubicBezTo>
                    <a:cubicBezTo>
                      <a:pt x="327" y="697"/>
                      <a:pt x="327" y="697"/>
                      <a:pt x="327" y="697"/>
                    </a:cubicBezTo>
                    <a:cubicBezTo>
                      <a:pt x="330" y="695"/>
                      <a:pt x="330" y="698"/>
                      <a:pt x="331" y="698"/>
                    </a:cubicBezTo>
                    <a:cubicBezTo>
                      <a:pt x="332" y="697"/>
                      <a:pt x="332" y="698"/>
                      <a:pt x="333" y="696"/>
                    </a:cubicBezTo>
                    <a:cubicBezTo>
                      <a:pt x="334" y="695"/>
                      <a:pt x="335" y="694"/>
                      <a:pt x="336" y="693"/>
                    </a:cubicBezTo>
                    <a:cubicBezTo>
                      <a:pt x="338" y="692"/>
                      <a:pt x="339" y="693"/>
                      <a:pt x="341" y="692"/>
                    </a:cubicBezTo>
                    <a:cubicBezTo>
                      <a:pt x="343" y="691"/>
                      <a:pt x="343" y="692"/>
                      <a:pt x="345" y="692"/>
                    </a:cubicBezTo>
                    <a:cubicBezTo>
                      <a:pt x="346" y="692"/>
                      <a:pt x="347" y="694"/>
                      <a:pt x="349" y="694"/>
                    </a:cubicBezTo>
                    <a:cubicBezTo>
                      <a:pt x="350" y="695"/>
                      <a:pt x="353" y="694"/>
                      <a:pt x="354" y="694"/>
                    </a:cubicBezTo>
                    <a:cubicBezTo>
                      <a:pt x="355" y="694"/>
                      <a:pt x="359" y="696"/>
                      <a:pt x="360" y="696"/>
                    </a:cubicBezTo>
                    <a:cubicBezTo>
                      <a:pt x="361" y="697"/>
                      <a:pt x="362" y="699"/>
                      <a:pt x="362" y="701"/>
                    </a:cubicBezTo>
                    <a:cubicBezTo>
                      <a:pt x="362" y="703"/>
                      <a:pt x="364" y="706"/>
                      <a:pt x="364" y="708"/>
                    </a:cubicBezTo>
                    <a:cubicBezTo>
                      <a:pt x="364" y="709"/>
                      <a:pt x="367" y="712"/>
                      <a:pt x="367" y="713"/>
                    </a:cubicBezTo>
                    <a:cubicBezTo>
                      <a:pt x="368" y="714"/>
                      <a:pt x="370" y="716"/>
                      <a:pt x="373" y="718"/>
                    </a:cubicBezTo>
                    <a:cubicBezTo>
                      <a:pt x="376" y="721"/>
                      <a:pt x="375" y="720"/>
                      <a:pt x="376" y="720"/>
                    </a:cubicBezTo>
                    <a:cubicBezTo>
                      <a:pt x="376" y="721"/>
                      <a:pt x="379" y="724"/>
                      <a:pt x="381" y="725"/>
                    </a:cubicBezTo>
                    <a:cubicBezTo>
                      <a:pt x="383" y="726"/>
                      <a:pt x="387" y="730"/>
                      <a:pt x="388" y="730"/>
                    </a:cubicBezTo>
                    <a:cubicBezTo>
                      <a:pt x="389" y="730"/>
                      <a:pt x="390" y="735"/>
                      <a:pt x="390" y="735"/>
                    </a:cubicBezTo>
                    <a:cubicBezTo>
                      <a:pt x="390" y="735"/>
                      <a:pt x="397" y="738"/>
                      <a:pt x="399" y="737"/>
                    </a:cubicBezTo>
                    <a:cubicBezTo>
                      <a:pt x="401" y="737"/>
                      <a:pt x="407" y="740"/>
                      <a:pt x="408" y="741"/>
                    </a:cubicBezTo>
                    <a:cubicBezTo>
                      <a:pt x="409" y="741"/>
                      <a:pt x="409" y="744"/>
                      <a:pt x="411" y="747"/>
                    </a:cubicBezTo>
                    <a:cubicBezTo>
                      <a:pt x="413" y="750"/>
                      <a:pt x="415" y="748"/>
                      <a:pt x="417" y="748"/>
                    </a:cubicBezTo>
                    <a:cubicBezTo>
                      <a:pt x="418" y="748"/>
                      <a:pt x="419" y="749"/>
                      <a:pt x="420" y="750"/>
                    </a:cubicBezTo>
                    <a:cubicBezTo>
                      <a:pt x="422" y="751"/>
                      <a:pt x="422" y="753"/>
                      <a:pt x="423" y="755"/>
                    </a:cubicBezTo>
                    <a:cubicBezTo>
                      <a:pt x="424" y="757"/>
                      <a:pt x="426" y="758"/>
                      <a:pt x="428" y="758"/>
                    </a:cubicBezTo>
                    <a:cubicBezTo>
                      <a:pt x="430" y="758"/>
                      <a:pt x="431" y="758"/>
                      <a:pt x="432" y="759"/>
                    </a:cubicBezTo>
                    <a:cubicBezTo>
                      <a:pt x="433" y="759"/>
                      <a:pt x="434" y="763"/>
                      <a:pt x="435" y="764"/>
                    </a:cubicBezTo>
                    <a:cubicBezTo>
                      <a:pt x="436" y="765"/>
                      <a:pt x="437" y="769"/>
                      <a:pt x="438" y="771"/>
                    </a:cubicBezTo>
                    <a:cubicBezTo>
                      <a:pt x="439" y="772"/>
                      <a:pt x="439" y="776"/>
                      <a:pt x="439" y="776"/>
                    </a:cubicBezTo>
                    <a:cubicBezTo>
                      <a:pt x="439" y="776"/>
                      <a:pt x="433" y="788"/>
                      <a:pt x="433" y="789"/>
                    </a:cubicBezTo>
                    <a:cubicBezTo>
                      <a:pt x="433" y="789"/>
                      <a:pt x="438" y="788"/>
                      <a:pt x="438" y="788"/>
                    </a:cubicBezTo>
                    <a:cubicBezTo>
                      <a:pt x="438" y="788"/>
                      <a:pt x="441" y="785"/>
                      <a:pt x="441" y="784"/>
                    </a:cubicBezTo>
                    <a:cubicBezTo>
                      <a:pt x="442" y="783"/>
                      <a:pt x="445" y="781"/>
                      <a:pt x="446" y="779"/>
                    </a:cubicBezTo>
                    <a:cubicBezTo>
                      <a:pt x="446" y="778"/>
                      <a:pt x="449" y="775"/>
                      <a:pt x="450" y="773"/>
                    </a:cubicBezTo>
                    <a:cubicBezTo>
                      <a:pt x="451" y="771"/>
                      <a:pt x="451" y="772"/>
                      <a:pt x="452" y="771"/>
                    </a:cubicBezTo>
                    <a:cubicBezTo>
                      <a:pt x="452" y="771"/>
                      <a:pt x="453" y="770"/>
                      <a:pt x="453" y="767"/>
                    </a:cubicBezTo>
                    <a:cubicBezTo>
                      <a:pt x="454" y="765"/>
                      <a:pt x="451" y="766"/>
                      <a:pt x="450" y="765"/>
                    </a:cubicBezTo>
                    <a:cubicBezTo>
                      <a:pt x="449" y="764"/>
                      <a:pt x="447" y="764"/>
                      <a:pt x="446" y="763"/>
                    </a:cubicBezTo>
                    <a:cubicBezTo>
                      <a:pt x="445" y="762"/>
                      <a:pt x="445" y="761"/>
                      <a:pt x="446" y="760"/>
                    </a:cubicBezTo>
                    <a:cubicBezTo>
                      <a:pt x="446" y="758"/>
                      <a:pt x="447" y="757"/>
                      <a:pt x="447" y="756"/>
                    </a:cubicBezTo>
                    <a:cubicBezTo>
                      <a:pt x="446" y="755"/>
                      <a:pt x="448" y="755"/>
                      <a:pt x="449" y="753"/>
                    </a:cubicBezTo>
                    <a:cubicBezTo>
                      <a:pt x="451" y="750"/>
                      <a:pt x="451" y="753"/>
                      <a:pt x="452" y="753"/>
                    </a:cubicBezTo>
                    <a:cubicBezTo>
                      <a:pt x="454" y="752"/>
                      <a:pt x="456" y="753"/>
                      <a:pt x="456" y="753"/>
                    </a:cubicBezTo>
                    <a:cubicBezTo>
                      <a:pt x="456" y="753"/>
                      <a:pt x="459" y="755"/>
                      <a:pt x="461" y="756"/>
                    </a:cubicBezTo>
                    <a:cubicBezTo>
                      <a:pt x="463" y="758"/>
                      <a:pt x="465" y="759"/>
                      <a:pt x="466" y="759"/>
                    </a:cubicBezTo>
                    <a:cubicBezTo>
                      <a:pt x="467" y="760"/>
                      <a:pt x="468" y="761"/>
                      <a:pt x="469" y="760"/>
                    </a:cubicBezTo>
                    <a:cubicBezTo>
                      <a:pt x="470" y="759"/>
                      <a:pt x="469" y="758"/>
                      <a:pt x="469" y="757"/>
                    </a:cubicBezTo>
                    <a:cubicBezTo>
                      <a:pt x="469" y="755"/>
                      <a:pt x="468" y="755"/>
                      <a:pt x="467" y="754"/>
                    </a:cubicBezTo>
                    <a:cubicBezTo>
                      <a:pt x="467" y="753"/>
                      <a:pt x="466" y="753"/>
                      <a:pt x="465" y="752"/>
                    </a:cubicBezTo>
                    <a:cubicBezTo>
                      <a:pt x="465" y="752"/>
                      <a:pt x="456" y="745"/>
                      <a:pt x="455" y="745"/>
                    </a:cubicBezTo>
                    <a:cubicBezTo>
                      <a:pt x="454" y="744"/>
                      <a:pt x="452" y="744"/>
                      <a:pt x="452" y="743"/>
                    </a:cubicBezTo>
                    <a:cubicBezTo>
                      <a:pt x="451" y="742"/>
                      <a:pt x="448" y="741"/>
                      <a:pt x="445" y="739"/>
                    </a:cubicBezTo>
                    <a:cubicBezTo>
                      <a:pt x="442" y="737"/>
                      <a:pt x="439" y="737"/>
                      <a:pt x="438" y="736"/>
                    </a:cubicBezTo>
                    <a:cubicBezTo>
                      <a:pt x="437" y="736"/>
                      <a:pt x="438" y="734"/>
                      <a:pt x="438" y="732"/>
                    </a:cubicBezTo>
                    <a:cubicBezTo>
                      <a:pt x="439" y="731"/>
                      <a:pt x="440" y="731"/>
                      <a:pt x="440" y="730"/>
                    </a:cubicBezTo>
                    <a:cubicBezTo>
                      <a:pt x="440" y="729"/>
                      <a:pt x="436" y="729"/>
                      <a:pt x="436" y="729"/>
                    </a:cubicBezTo>
                    <a:cubicBezTo>
                      <a:pt x="436" y="729"/>
                      <a:pt x="430" y="729"/>
                      <a:pt x="427" y="728"/>
                    </a:cubicBezTo>
                    <a:cubicBezTo>
                      <a:pt x="425" y="726"/>
                      <a:pt x="424" y="728"/>
                      <a:pt x="424" y="728"/>
                    </a:cubicBezTo>
                    <a:cubicBezTo>
                      <a:pt x="424" y="728"/>
                      <a:pt x="422" y="728"/>
                      <a:pt x="421" y="727"/>
                    </a:cubicBezTo>
                    <a:cubicBezTo>
                      <a:pt x="421" y="726"/>
                      <a:pt x="420" y="726"/>
                      <a:pt x="419" y="724"/>
                    </a:cubicBezTo>
                    <a:cubicBezTo>
                      <a:pt x="417" y="721"/>
                      <a:pt x="415" y="721"/>
                      <a:pt x="415" y="720"/>
                    </a:cubicBezTo>
                    <a:cubicBezTo>
                      <a:pt x="415" y="719"/>
                      <a:pt x="410" y="712"/>
                      <a:pt x="409" y="710"/>
                    </a:cubicBezTo>
                    <a:cubicBezTo>
                      <a:pt x="409" y="708"/>
                      <a:pt x="409" y="709"/>
                      <a:pt x="408" y="706"/>
                    </a:cubicBezTo>
                    <a:cubicBezTo>
                      <a:pt x="408" y="704"/>
                      <a:pt x="407" y="704"/>
                      <a:pt x="405" y="702"/>
                    </a:cubicBezTo>
                    <a:cubicBezTo>
                      <a:pt x="402" y="700"/>
                      <a:pt x="401" y="700"/>
                      <a:pt x="399" y="698"/>
                    </a:cubicBezTo>
                    <a:cubicBezTo>
                      <a:pt x="396" y="696"/>
                      <a:pt x="396" y="697"/>
                      <a:pt x="395" y="695"/>
                    </a:cubicBezTo>
                    <a:cubicBezTo>
                      <a:pt x="394" y="694"/>
                      <a:pt x="395" y="695"/>
                      <a:pt x="394" y="694"/>
                    </a:cubicBezTo>
                    <a:cubicBezTo>
                      <a:pt x="393" y="692"/>
                      <a:pt x="391" y="691"/>
                      <a:pt x="390" y="690"/>
                    </a:cubicBezTo>
                    <a:cubicBezTo>
                      <a:pt x="389" y="689"/>
                      <a:pt x="388" y="687"/>
                      <a:pt x="388" y="686"/>
                    </a:cubicBezTo>
                    <a:cubicBezTo>
                      <a:pt x="389" y="685"/>
                      <a:pt x="389" y="684"/>
                      <a:pt x="390" y="684"/>
                    </a:cubicBezTo>
                    <a:cubicBezTo>
                      <a:pt x="390" y="683"/>
                      <a:pt x="391" y="683"/>
                      <a:pt x="391" y="682"/>
                    </a:cubicBezTo>
                    <a:cubicBezTo>
                      <a:pt x="391" y="680"/>
                      <a:pt x="389" y="679"/>
                      <a:pt x="388" y="677"/>
                    </a:cubicBezTo>
                    <a:cubicBezTo>
                      <a:pt x="388" y="675"/>
                      <a:pt x="390" y="673"/>
                      <a:pt x="390" y="673"/>
                    </a:cubicBezTo>
                    <a:cubicBezTo>
                      <a:pt x="390" y="673"/>
                      <a:pt x="394" y="672"/>
                      <a:pt x="394" y="672"/>
                    </a:cubicBezTo>
                    <a:cubicBezTo>
                      <a:pt x="395" y="672"/>
                      <a:pt x="395" y="672"/>
                      <a:pt x="397" y="669"/>
                    </a:cubicBezTo>
                    <a:cubicBezTo>
                      <a:pt x="399" y="667"/>
                      <a:pt x="401" y="668"/>
                      <a:pt x="403" y="668"/>
                    </a:cubicBezTo>
                    <a:cubicBezTo>
                      <a:pt x="404" y="667"/>
                      <a:pt x="407" y="669"/>
                      <a:pt x="407" y="669"/>
                    </a:cubicBezTo>
                    <a:cubicBezTo>
                      <a:pt x="407" y="669"/>
                      <a:pt x="406" y="671"/>
                      <a:pt x="406" y="672"/>
                    </a:cubicBezTo>
                    <a:cubicBezTo>
                      <a:pt x="405" y="673"/>
                      <a:pt x="405" y="674"/>
                      <a:pt x="406" y="674"/>
                    </a:cubicBezTo>
                    <a:cubicBezTo>
                      <a:pt x="406" y="675"/>
                      <a:pt x="407" y="676"/>
                      <a:pt x="407" y="677"/>
                    </a:cubicBezTo>
                    <a:cubicBezTo>
                      <a:pt x="408" y="678"/>
                      <a:pt x="409" y="680"/>
                      <a:pt x="409" y="680"/>
                    </a:cubicBezTo>
                    <a:cubicBezTo>
                      <a:pt x="409" y="680"/>
                      <a:pt x="410" y="681"/>
                      <a:pt x="411" y="682"/>
                    </a:cubicBezTo>
                    <a:cubicBezTo>
                      <a:pt x="411" y="682"/>
                      <a:pt x="412" y="681"/>
                      <a:pt x="413" y="680"/>
                    </a:cubicBezTo>
                    <a:cubicBezTo>
                      <a:pt x="413" y="679"/>
                      <a:pt x="415" y="678"/>
                      <a:pt x="418" y="677"/>
                    </a:cubicBezTo>
                    <a:cubicBezTo>
                      <a:pt x="419" y="677"/>
                      <a:pt x="421" y="679"/>
                      <a:pt x="421" y="679"/>
                    </a:cubicBezTo>
                    <a:cubicBezTo>
                      <a:pt x="421" y="679"/>
                      <a:pt x="421" y="679"/>
                      <a:pt x="421" y="680"/>
                    </a:cubicBezTo>
                    <a:cubicBezTo>
                      <a:pt x="422" y="680"/>
                      <a:pt x="421" y="683"/>
                      <a:pt x="421" y="684"/>
                    </a:cubicBezTo>
                    <a:cubicBezTo>
                      <a:pt x="421" y="684"/>
                      <a:pt x="423" y="685"/>
                      <a:pt x="424" y="685"/>
                    </a:cubicBezTo>
                    <a:cubicBezTo>
                      <a:pt x="426" y="685"/>
                      <a:pt x="427" y="688"/>
                      <a:pt x="428" y="688"/>
                    </a:cubicBezTo>
                    <a:cubicBezTo>
                      <a:pt x="429" y="689"/>
                      <a:pt x="429" y="690"/>
                      <a:pt x="428" y="691"/>
                    </a:cubicBezTo>
                    <a:cubicBezTo>
                      <a:pt x="428" y="691"/>
                      <a:pt x="428" y="692"/>
                      <a:pt x="428" y="694"/>
                    </a:cubicBezTo>
                    <a:cubicBezTo>
                      <a:pt x="429" y="696"/>
                      <a:pt x="429" y="695"/>
                      <a:pt x="430" y="696"/>
                    </a:cubicBezTo>
                    <a:cubicBezTo>
                      <a:pt x="431" y="698"/>
                      <a:pt x="432" y="698"/>
                      <a:pt x="432" y="699"/>
                    </a:cubicBezTo>
                    <a:cubicBezTo>
                      <a:pt x="433" y="699"/>
                      <a:pt x="434" y="700"/>
                      <a:pt x="436" y="702"/>
                    </a:cubicBezTo>
                    <a:cubicBezTo>
                      <a:pt x="438" y="703"/>
                      <a:pt x="438" y="703"/>
                      <a:pt x="438" y="703"/>
                    </a:cubicBezTo>
                    <a:cubicBezTo>
                      <a:pt x="438" y="703"/>
                      <a:pt x="441" y="703"/>
                      <a:pt x="443" y="703"/>
                    </a:cubicBezTo>
                    <a:cubicBezTo>
                      <a:pt x="445" y="703"/>
                      <a:pt x="446" y="704"/>
                      <a:pt x="447" y="705"/>
                    </a:cubicBezTo>
                    <a:cubicBezTo>
                      <a:pt x="447" y="705"/>
                      <a:pt x="447" y="706"/>
                      <a:pt x="448" y="708"/>
                    </a:cubicBezTo>
                    <a:cubicBezTo>
                      <a:pt x="449" y="708"/>
                      <a:pt x="449" y="709"/>
                      <a:pt x="450" y="709"/>
                    </a:cubicBezTo>
                    <a:cubicBezTo>
                      <a:pt x="451" y="710"/>
                      <a:pt x="452" y="711"/>
                      <a:pt x="453" y="711"/>
                    </a:cubicBezTo>
                    <a:cubicBezTo>
                      <a:pt x="453" y="711"/>
                      <a:pt x="455" y="712"/>
                      <a:pt x="458" y="712"/>
                    </a:cubicBezTo>
                    <a:cubicBezTo>
                      <a:pt x="460" y="712"/>
                      <a:pt x="460" y="714"/>
                      <a:pt x="460" y="714"/>
                    </a:cubicBezTo>
                    <a:cubicBezTo>
                      <a:pt x="461" y="714"/>
                      <a:pt x="464" y="716"/>
                      <a:pt x="464" y="716"/>
                    </a:cubicBezTo>
                    <a:cubicBezTo>
                      <a:pt x="464" y="716"/>
                      <a:pt x="467" y="719"/>
                      <a:pt x="469" y="720"/>
                    </a:cubicBezTo>
                    <a:cubicBezTo>
                      <a:pt x="469" y="720"/>
                      <a:pt x="469" y="721"/>
                      <a:pt x="469" y="721"/>
                    </a:cubicBezTo>
                    <a:cubicBezTo>
                      <a:pt x="470" y="721"/>
                      <a:pt x="469" y="720"/>
                      <a:pt x="470" y="720"/>
                    </a:cubicBezTo>
                    <a:cubicBezTo>
                      <a:pt x="471" y="720"/>
                      <a:pt x="473" y="722"/>
                      <a:pt x="475" y="724"/>
                    </a:cubicBezTo>
                    <a:cubicBezTo>
                      <a:pt x="478" y="726"/>
                      <a:pt x="476" y="726"/>
                      <a:pt x="477" y="727"/>
                    </a:cubicBezTo>
                    <a:cubicBezTo>
                      <a:pt x="478" y="728"/>
                      <a:pt x="478" y="729"/>
                      <a:pt x="478" y="729"/>
                    </a:cubicBezTo>
                    <a:cubicBezTo>
                      <a:pt x="478" y="729"/>
                      <a:pt x="480" y="729"/>
                      <a:pt x="482" y="733"/>
                    </a:cubicBezTo>
                    <a:cubicBezTo>
                      <a:pt x="482" y="733"/>
                      <a:pt x="482" y="733"/>
                      <a:pt x="482" y="733"/>
                    </a:cubicBezTo>
                    <a:cubicBezTo>
                      <a:pt x="484" y="738"/>
                      <a:pt x="483" y="735"/>
                      <a:pt x="483" y="736"/>
                    </a:cubicBezTo>
                    <a:cubicBezTo>
                      <a:pt x="483" y="737"/>
                      <a:pt x="483" y="738"/>
                      <a:pt x="483" y="740"/>
                    </a:cubicBezTo>
                    <a:cubicBezTo>
                      <a:pt x="482" y="742"/>
                      <a:pt x="482" y="744"/>
                      <a:pt x="481" y="745"/>
                    </a:cubicBezTo>
                    <a:cubicBezTo>
                      <a:pt x="481" y="746"/>
                      <a:pt x="481" y="750"/>
                      <a:pt x="481" y="751"/>
                    </a:cubicBezTo>
                    <a:cubicBezTo>
                      <a:pt x="481" y="752"/>
                      <a:pt x="481" y="755"/>
                      <a:pt x="481" y="755"/>
                    </a:cubicBezTo>
                    <a:cubicBezTo>
                      <a:pt x="481" y="755"/>
                      <a:pt x="483" y="757"/>
                      <a:pt x="484" y="757"/>
                    </a:cubicBezTo>
                    <a:cubicBezTo>
                      <a:pt x="485" y="758"/>
                      <a:pt x="487" y="760"/>
                      <a:pt x="487" y="760"/>
                    </a:cubicBezTo>
                    <a:cubicBezTo>
                      <a:pt x="486" y="764"/>
                      <a:pt x="486" y="764"/>
                      <a:pt x="486" y="764"/>
                    </a:cubicBezTo>
                    <a:cubicBezTo>
                      <a:pt x="486" y="764"/>
                      <a:pt x="486" y="765"/>
                      <a:pt x="486" y="766"/>
                    </a:cubicBezTo>
                    <a:cubicBezTo>
                      <a:pt x="486" y="767"/>
                      <a:pt x="489" y="767"/>
                      <a:pt x="489" y="767"/>
                    </a:cubicBezTo>
                    <a:cubicBezTo>
                      <a:pt x="489" y="767"/>
                      <a:pt x="490" y="767"/>
                      <a:pt x="491" y="767"/>
                    </a:cubicBezTo>
                    <a:cubicBezTo>
                      <a:pt x="491" y="767"/>
                      <a:pt x="492" y="767"/>
                      <a:pt x="492" y="767"/>
                    </a:cubicBezTo>
                    <a:cubicBezTo>
                      <a:pt x="493" y="768"/>
                      <a:pt x="493" y="769"/>
                      <a:pt x="494" y="769"/>
                    </a:cubicBezTo>
                    <a:cubicBezTo>
                      <a:pt x="495" y="769"/>
                      <a:pt x="498" y="773"/>
                      <a:pt x="498" y="773"/>
                    </a:cubicBezTo>
                    <a:cubicBezTo>
                      <a:pt x="498" y="773"/>
                      <a:pt x="499" y="775"/>
                      <a:pt x="500" y="775"/>
                    </a:cubicBezTo>
                    <a:cubicBezTo>
                      <a:pt x="502" y="775"/>
                      <a:pt x="502" y="778"/>
                      <a:pt x="503" y="778"/>
                    </a:cubicBezTo>
                    <a:cubicBezTo>
                      <a:pt x="504" y="778"/>
                      <a:pt x="505" y="780"/>
                      <a:pt x="507" y="780"/>
                    </a:cubicBezTo>
                    <a:cubicBezTo>
                      <a:pt x="509" y="780"/>
                      <a:pt x="510" y="782"/>
                      <a:pt x="510" y="782"/>
                    </a:cubicBezTo>
                    <a:cubicBezTo>
                      <a:pt x="510" y="782"/>
                      <a:pt x="510" y="785"/>
                      <a:pt x="509" y="786"/>
                    </a:cubicBezTo>
                    <a:cubicBezTo>
                      <a:pt x="508" y="787"/>
                      <a:pt x="508" y="789"/>
                      <a:pt x="507" y="789"/>
                    </a:cubicBezTo>
                    <a:cubicBezTo>
                      <a:pt x="507" y="790"/>
                      <a:pt x="506" y="792"/>
                      <a:pt x="506" y="793"/>
                    </a:cubicBezTo>
                    <a:cubicBezTo>
                      <a:pt x="505" y="794"/>
                      <a:pt x="512" y="798"/>
                      <a:pt x="512" y="798"/>
                    </a:cubicBezTo>
                    <a:cubicBezTo>
                      <a:pt x="512" y="801"/>
                      <a:pt x="512" y="801"/>
                      <a:pt x="512" y="801"/>
                    </a:cubicBezTo>
                    <a:cubicBezTo>
                      <a:pt x="512" y="801"/>
                      <a:pt x="512" y="804"/>
                      <a:pt x="512" y="805"/>
                    </a:cubicBezTo>
                    <a:cubicBezTo>
                      <a:pt x="512" y="805"/>
                      <a:pt x="514" y="807"/>
                      <a:pt x="514" y="807"/>
                    </a:cubicBezTo>
                    <a:cubicBezTo>
                      <a:pt x="515" y="807"/>
                      <a:pt x="517" y="806"/>
                      <a:pt x="517" y="806"/>
                    </a:cubicBezTo>
                    <a:cubicBezTo>
                      <a:pt x="517" y="806"/>
                      <a:pt x="518" y="808"/>
                      <a:pt x="518" y="808"/>
                    </a:cubicBezTo>
                    <a:cubicBezTo>
                      <a:pt x="517" y="809"/>
                      <a:pt x="523" y="810"/>
                      <a:pt x="523" y="809"/>
                    </a:cubicBezTo>
                    <a:cubicBezTo>
                      <a:pt x="524" y="808"/>
                      <a:pt x="525" y="810"/>
                      <a:pt x="526" y="810"/>
                    </a:cubicBezTo>
                    <a:cubicBezTo>
                      <a:pt x="527" y="811"/>
                      <a:pt x="530" y="812"/>
                      <a:pt x="531" y="812"/>
                    </a:cubicBezTo>
                    <a:cubicBezTo>
                      <a:pt x="532" y="811"/>
                      <a:pt x="532" y="811"/>
                      <a:pt x="533" y="809"/>
                    </a:cubicBezTo>
                    <a:cubicBezTo>
                      <a:pt x="534" y="807"/>
                      <a:pt x="532" y="808"/>
                      <a:pt x="531" y="806"/>
                    </a:cubicBezTo>
                    <a:cubicBezTo>
                      <a:pt x="529" y="805"/>
                      <a:pt x="529" y="805"/>
                      <a:pt x="529" y="804"/>
                    </a:cubicBezTo>
                    <a:cubicBezTo>
                      <a:pt x="528" y="803"/>
                      <a:pt x="525" y="798"/>
                      <a:pt x="526" y="798"/>
                    </a:cubicBezTo>
                    <a:cubicBezTo>
                      <a:pt x="528" y="797"/>
                      <a:pt x="529" y="801"/>
                      <a:pt x="529" y="801"/>
                    </a:cubicBezTo>
                    <a:cubicBezTo>
                      <a:pt x="529" y="801"/>
                      <a:pt x="537" y="799"/>
                      <a:pt x="538" y="798"/>
                    </a:cubicBezTo>
                    <a:cubicBezTo>
                      <a:pt x="539" y="796"/>
                      <a:pt x="536" y="798"/>
                      <a:pt x="534" y="796"/>
                    </a:cubicBezTo>
                    <a:cubicBezTo>
                      <a:pt x="533" y="795"/>
                      <a:pt x="532" y="795"/>
                      <a:pt x="530" y="793"/>
                    </a:cubicBezTo>
                    <a:cubicBezTo>
                      <a:pt x="528" y="791"/>
                      <a:pt x="527" y="791"/>
                      <a:pt x="525" y="790"/>
                    </a:cubicBezTo>
                    <a:cubicBezTo>
                      <a:pt x="523" y="788"/>
                      <a:pt x="525" y="789"/>
                      <a:pt x="526" y="788"/>
                    </a:cubicBezTo>
                    <a:cubicBezTo>
                      <a:pt x="526" y="786"/>
                      <a:pt x="527" y="787"/>
                      <a:pt x="528" y="785"/>
                    </a:cubicBezTo>
                    <a:cubicBezTo>
                      <a:pt x="530" y="784"/>
                      <a:pt x="531" y="786"/>
                      <a:pt x="531" y="786"/>
                    </a:cubicBezTo>
                    <a:cubicBezTo>
                      <a:pt x="535" y="790"/>
                      <a:pt x="535" y="790"/>
                      <a:pt x="535" y="790"/>
                    </a:cubicBezTo>
                    <a:cubicBezTo>
                      <a:pt x="541" y="793"/>
                      <a:pt x="541" y="793"/>
                      <a:pt x="541" y="793"/>
                    </a:cubicBezTo>
                    <a:cubicBezTo>
                      <a:pt x="541" y="793"/>
                      <a:pt x="543" y="793"/>
                      <a:pt x="543" y="792"/>
                    </a:cubicBezTo>
                    <a:cubicBezTo>
                      <a:pt x="544" y="792"/>
                      <a:pt x="543" y="790"/>
                      <a:pt x="542" y="789"/>
                    </a:cubicBezTo>
                    <a:cubicBezTo>
                      <a:pt x="542" y="788"/>
                      <a:pt x="540" y="786"/>
                      <a:pt x="539" y="784"/>
                    </a:cubicBezTo>
                    <a:cubicBezTo>
                      <a:pt x="538" y="783"/>
                      <a:pt x="540" y="784"/>
                      <a:pt x="541" y="784"/>
                    </a:cubicBezTo>
                    <a:cubicBezTo>
                      <a:pt x="542" y="785"/>
                      <a:pt x="543" y="785"/>
                      <a:pt x="543" y="785"/>
                    </a:cubicBezTo>
                    <a:cubicBezTo>
                      <a:pt x="544" y="785"/>
                      <a:pt x="545" y="785"/>
                      <a:pt x="545" y="784"/>
                    </a:cubicBezTo>
                    <a:cubicBezTo>
                      <a:pt x="545" y="783"/>
                      <a:pt x="545" y="782"/>
                      <a:pt x="544" y="781"/>
                    </a:cubicBezTo>
                    <a:cubicBezTo>
                      <a:pt x="543" y="780"/>
                      <a:pt x="542" y="780"/>
                      <a:pt x="542" y="780"/>
                    </a:cubicBezTo>
                    <a:cubicBezTo>
                      <a:pt x="541" y="779"/>
                      <a:pt x="539" y="778"/>
                      <a:pt x="538" y="777"/>
                    </a:cubicBezTo>
                    <a:cubicBezTo>
                      <a:pt x="537" y="777"/>
                      <a:pt x="536" y="776"/>
                      <a:pt x="533" y="770"/>
                    </a:cubicBezTo>
                    <a:cubicBezTo>
                      <a:pt x="532" y="768"/>
                      <a:pt x="533" y="770"/>
                      <a:pt x="533" y="768"/>
                    </a:cubicBezTo>
                    <a:cubicBezTo>
                      <a:pt x="532" y="766"/>
                      <a:pt x="532" y="767"/>
                      <a:pt x="528" y="763"/>
                    </a:cubicBezTo>
                    <a:cubicBezTo>
                      <a:pt x="524" y="760"/>
                      <a:pt x="524" y="757"/>
                      <a:pt x="525" y="755"/>
                    </a:cubicBezTo>
                    <a:cubicBezTo>
                      <a:pt x="525" y="753"/>
                      <a:pt x="527" y="749"/>
                      <a:pt x="527" y="749"/>
                    </a:cubicBezTo>
                    <a:cubicBezTo>
                      <a:pt x="527" y="749"/>
                      <a:pt x="530" y="754"/>
                      <a:pt x="530" y="754"/>
                    </a:cubicBezTo>
                    <a:cubicBezTo>
                      <a:pt x="531" y="755"/>
                      <a:pt x="533" y="756"/>
                      <a:pt x="533" y="757"/>
                    </a:cubicBezTo>
                    <a:cubicBezTo>
                      <a:pt x="534" y="758"/>
                      <a:pt x="536" y="758"/>
                      <a:pt x="539" y="759"/>
                    </a:cubicBezTo>
                    <a:cubicBezTo>
                      <a:pt x="539" y="759"/>
                      <a:pt x="540" y="757"/>
                      <a:pt x="541" y="755"/>
                    </a:cubicBezTo>
                    <a:cubicBezTo>
                      <a:pt x="542" y="754"/>
                      <a:pt x="544" y="757"/>
                      <a:pt x="544" y="757"/>
                    </a:cubicBezTo>
                    <a:cubicBezTo>
                      <a:pt x="544" y="757"/>
                      <a:pt x="546" y="756"/>
                      <a:pt x="547" y="755"/>
                    </a:cubicBezTo>
                    <a:cubicBezTo>
                      <a:pt x="548" y="754"/>
                      <a:pt x="547" y="755"/>
                      <a:pt x="546" y="754"/>
                    </a:cubicBezTo>
                    <a:cubicBezTo>
                      <a:pt x="546" y="753"/>
                      <a:pt x="544" y="753"/>
                      <a:pt x="543" y="752"/>
                    </a:cubicBezTo>
                    <a:cubicBezTo>
                      <a:pt x="542" y="750"/>
                      <a:pt x="541" y="751"/>
                      <a:pt x="541" y="747"/>
                    </a:cubicBezTo>
                    <a:cubicBezTo>
                      <a:pt x="542" y="743"/>
                      <a:pt x="543" y="748"/>
                      <a:pt x="544" y="747"/>
                    </a:cubicBezTo>
                    <a:cubicBezTo>
                      <a:pt x="545" y="747"/>
                      <a:pt x="544" y="748"/>
                      <a:pt x="546" y="746"/>
                    </a:cubicBezTo>
                    <a:cubicBezTo>
                      <a:pt x="547" y="745"/>
                      <a:pt x="547" y="747"/>
                      <a:pt x="548" y="747"/>
                    </a:cubicBezTo>
                    <a:cubicBezTo>
                      <a:pt x="549" y="747"/>
                      <a:pt x="550" y="750"/>
                      <a:pt x="551" y="752"/>
                    </a:cubicBezTo>
                    <a:cubicBezTo>
                      <a:pt x="553" y="754"/>
                      <a:pt x="551" y="747"/>
                      <a:pt x="554" y="747"/>
                    </a:cubicBezTo>
                    <a:cubicBezTo>
                      <a:pt x="554" y="747"/>
                      <a:pt x="555" y="747"/>
                      <a:pt x="557" y="746"/>
                    </a:cubicBezTo>
                    <a:cubicBezTo>
                      <a:pt x="558" y="744"/>
                      <a:pt x="560" y="745"/>
                      <a:pt x="561" y="745"/>
                    </a:cubicBezTo>
                    <a:cubicBezTo>
                      <a:pt x="562" y="745"/>
                      <a:pt x="563" y="746"/>
                      <a:pt x="564" y="746"/>
                    </a:cubicBezTo>
                    <a:cubicBezTo>
                      <a:pt x="565" y="746"/>
                      <a:pt x="568" y="748"/>
                      <a:pt x="569" y="749"/>
                    </a:cubicBezTo>
                    <a:cubicBezTo>
                      <a:pt x="570" y="750"/>
                      <a:pt x="572" y="750"/>
                      <a:pt x="572" y="750"/>
                    </a:cubicBezTo>
                    <a:cubicBezTo>
                      <a:pt x="572" y="750"/>
                      <a:pt x="574" y="749"/>
                      <a:pt x="575" y="749"/>
                    </a:cubicBezTo>
                    <a:cubicBezTo>
                      <a:pt x="576" y="749"/>
                      <a:pt x="580" y="750"/>
                      <a:pt x="581" y="750"/>
                    </a:cubicBezTo>
                    <a:cubicBezTo>
                      <a:pt x="581" y="751"/>
                      <a:pt x="583" y="750"/>
                      <a:pt x="584" y="749"/>
                    </a:cubicBezTo>
                    <a:cubicBezTo>
                      <a:pt x="585" y="748"/>
                      <a:pt x="585" y="749"/>
                      <a:pt x="586" y="748"/>
                    </a:cubicBezTo>
                    <a:cubicBezTo>
                      <a:pt x="587" y="747"/>
                      <a:pt x="588" y="747"/>
                      <a:pt x="588" y="747"/>
                    </a:cubicBezTo>
                    <a:cubicBezTo>
                      <a:pt x="589" y="746"/>
                      <a:pt x="590" y="746"/>
                      <a:pt x="590" y="745"/>
                    </a:cubicBezTo>
                    <a:cubicBezTo>
                      <a:pt x="591" y="744"/>
                      <a:pt x="593" y="744"/>
                      <a:pt x="595" y="743"/>
                    </a:cubicBezTo>
                    <a:cubicBezTo>
                      <a:pt x="596" y="743"/>
                      <a:pt x="599" y="743"/>
                      <a:pt x="600" y="744"/>
                    </a:cubicBezTo>
                    <a:cubicBezTo>
                      <a:pt x="602" y="744"/>
                      <a:pt x="605" y="744"/>
                      <a:pt x="607" y="744"/>
                    </a:cubicBezTo>
                    <a:cubicBezTo>
                      <a:pt x="608" y="744"/>
                      <a:pt x="609" y="743"/>
                      <a:pt x="612" y="742"/>
                    </a:cubicBezTo>
                    <a:cubicBezTo>
                      <a:pt x="615" y="741"/>
                      <a:pt x="612" y="742"/>
                      <a:pt x="612" y="740"/>
                    </a:cubicBezTo>
                    <a:cubicBezTo>
                      <a:pt x="611" y="738"/>
                      <a:pt x="612" y="740"/>
                      <a:pt x="611" y="739"/>
                    </a:cubicBezTo>
                    <a:cubicBezTo>
                      <a:pt x="610" y="737"/>
                      <a:pt x="609" y="739"/>
                      <a:pt x="608" y="738"/>
                    </a:cubicBezTo>
                    <a:cubicBezTo>
                      <a:pt x="606" y="737"/>
                      <a:pt x="606" y="738"/>
                      <a:pt x="604" y="738"/>
                    </a:cubicBezTo>
                    <a:cubicBezTo>
                      <a:pt x="603" y="737"/>
                      <a:pt x="602" y="737"/>
                      <a:pt x="599" y="736"/>
                    </a:cubicBezTo>
                    <a:cubicBezTo>
                      <a:pt x="597" y="734"/>
                      <a:pt x="597" y="735"/>
                      <a:pt x="596" y="734"/>
                    </a:cubicBezTo>
                    <a:cubicBezTo>
                      <a:pt x="596" y="733"/>
                      <a:pt x="596" y="734"/>
                      <a:pt x="597" y="732"/>
                    </a:cubicBezTo>
                    <a:cubicBezTo>
                      <a:pt x="597" y="730"/>
                      <a:pt x="596" y="729"/>
                      <a:pt x="596" y="728"/>
                    </a:cubicBezTo>
                    <a:cubicBezTo>
                      <a:pt x="595" y="728"/>
                      <a:pt x="595" y="727"/>
                      <a:pt x="595" y="727"/>
                    </a:cubicBezTo>
                    <a:cubicBezTo>
                      <a:pt x="595" y="725"/>
                      <a:pt x="592" y="726"/>
                      <a:pt x="591" y="722"/>
                    </a:cubicBezTo>
                    <a:cubicBezTo>
                      <a:pt x="590" y="719"/>
                      <a:pt x="590" y="722"/>
                      <a:pt x="590" y="718"/>
                    </a:cubicBezTo>
                    <a:cubicBezTo>
                      <a:pt x="590" y="714"/>
                      <a:pt x="592" y="714"/>
                      <a:pt x="593" y="712"/>
                    </a:cubicBezTo>
                    <a:cubicBezTo>
                      <a:pt x="593" y="710"/>
                      <a:pt x="594" y="710"/>
                      <a:pt x="596" y="708"/>
                    </a:cubicBezTo>
                    <a:cubicBezTo>
                      <a:pt x="598" y="706"/>
                      <a:pt x="600" y="708"/>
                      <a:pt x="601" y="706"/>
                    </a:cubicBezTo>
                    <a:cubicBezTo>
                      <a:pt x="603" y="705"/>
                      <a:pt x="603" y="703"/>
                      <a:pt x="604" y="701"/>
                    </a:cubicBezTo>
                    <a:cubicBezTo>
                      <a:pt x="604" y="701"/>
                      <a:pt x="604" y="701"/>
                      <a:pt x="604" y="701"/>
                    </a:cubicBezTo>
                    <a:cubicBezTo>
                      <a:pt x="604" y="699"/>
                      <a:pt x="604" y="694"/>
                      <a:pt x="604" y="692"/>
                    </a:cubicBezTo>
                    <a:cubicBezTo>
                      <a:pt x="605" y="691"/>
                      <a:pt x="606" y="692"/>
                      <a:pt x="607" y="690"/>
                    </a:cubicBezTo>
                    <a:cubicBezTo>
                      <a:pt x="608" y="689"/>
                      <a:pt x="607" y="689"/>
                      <a:pt x="607" y="688"/>
                    </a:cubicBezTo>
                    <a:cubicBezTo>
                      <a:pt x="608" y="687"/>
                      <a:pt x="609" y="686"/>
                      <a:pt x="609" y="685"/>
                    </a:cubicBezTo>
                    <a:cubicBezTo>
                      <a:pt x="610" y="683"/>
                      <a:pt x="611" y="684"/>
                      <a:pt x="612" y="683"/>
                    </a:cubicBezTo>
                    <a:cubicBezTo>
                      <a:pt x="612" y="683"/>
                      <a:pt x="614" y="684"/>
                      <a:pt x="614" y="684"/>
                    </a:cubicBezTo>
                    <a:cubicBezTo>
                      <a:pt x="615" y="683"/>
                      <a:pt x="617" y="682"/>
                      <a:pt x="618" y="681"/>
                    </a:cubicBezTo>
                    <a:cubicBezTo>
                      <a:pt x="619" y="680"/>
                      <a:pt x="620" y="678"/>
                      <a:pt x="620" y="677"/>
                    </a:cubicBezTo>
                    <a:cubicBezTo>
                      <a:pt x="620" y="676"/>
                      <a:pt x="620" y="676"/>
                      <a:pt x="619" y="674"/>
                    </a:cubicBezTo>
                    <a:cubicBezTo>
                      <a:pt x="618" y="674"/>
                      <a:pt x="618" y="674"/>
                      <a:pt x="618" y="673"/>
                    </a:cubicBezTo>
                    <a:cubicBezTo>
                      <a:pt x="617" y="671"/>
                      <a:pt x="619" y="671"/>
                      <a:pt x="619" y="669"/>
                    </a:cubicBezTo>
                    <a:cubicBezTo>
                      <a:pt x="620" y="667"/>
                      <a:pt x="624" y="668"/>
                      <a:pt x="624" y="668"/>
                    </a:cubicBezTo>
                    <a:cubicBezTo>
                      <a:pt x="624" y="668"/>
                      <a:pt x="627" y="665"/>
                      <a:pt x="630" y="662"/>
                    </a:cubicBezTo>
                    <a:cubicBezTo>
                      <a:pt x="630" y="662"/>
                      <a:pt x="631" y="661"/>
                      <a:pt x="632" y="659"/>
                    </a:cubicBezTo>
                    <a:cubicBezTo>
                      <a:pt x="633" y="658"/>
                      <a:pt x="633" y="658"/>
                      <a:pt x="634" y="657"/>
                    </a:cubicBezTo>
                    <a:cubicBezTo>
                      <a:pt x="635" y="655"/>
                      <a:pt x="635" y="655"/>
                      <a:pt x="636" y="654"/>
                    </a:cubicBezTo>
                    <a:cubicBezTo>
                      <a:pt x="636" y="654"/>
                      <a:pt x="639" y="654"/>
                      <a:pt x="640" y="653"/>
                    </a:cubicBezTo>
                    <a:cubicBezTo>
                      <a:pt x="642" y="652"/>
                      <a:pt x="643" y="652"/>
                      <a:pt x="645" y="652"/>
                    </a:cubicBezTo>
                    <a:cubicBezTo>
                      <a:pt x="647" y="651"/>
                      <a:pt x="645" y="654"/>
                      <a:pt x="645" y="655"/>
                    </a:cubicBezTo>
                    <a:cubicBezTo>
                      <a:pt x="645" y="655"/>
                      <a:pt x="643" y="657"/>
                      <a:pt x="642" y="658"/>
                    </a:cubicBezTo>
                    <a:cubicBezTo>
                      <a:pt x="641" y="659"/>
                      <a:pt x="644" y="660"/>
                      <a:pt x="645" y="660"/>
                    </a:cubicBezTo>
                    <a:cubicBezTo>
                      <a:pt x="646" y="660"/>
                      <a:pt x="646" y="660"/>
                      <a:pt x="646" y="660"/>
                    </a:cubicBezTo>
                    <a:cubicBezTo>
                      <a:pt x="646" y="660"/>
                      <a:pt x="649" y="661"/>
                      <a:pt x="650" y="662"/>
                    </a:cubicBezTo>
                    <a:cubicBezTo>
                      <a:pt x="651" y="662"/>
                      <a:pt x="655" y="664"/>
                      <a:pt x="655" y="664"/>
                    </a:cubicBezTo>
                    <a:cubicBezTo>
                      <a:pt x="656" y="665"/>
                      <a:pt x="657" y="666"/>
                      <a:pt x="658" y="665"/>
                    </a:cubicBezTo>
                    <a:cubicBezTo>
                      <a:pt x="659" y="664"/>
                      <a:pt x="663" y="662"/>
                      <a:pt x="664" y="662"/>
                    </a:cubicBezTo>
                    <a:cubicBezTo>
                      <a:pt x="665" y="661"/>
                      <a:pt x="666" y="662"/>
                      <a:pt x="666" y="663"/>
                    </a:cubicBezTo>
                    <a:cubicBezTo>
                      <a:pt x="667" y="664"/>
                      <a:pt x="666" y="665"/>
                      <a:pt x="666" y="665"/>
                    </a:cubicBezTo>
                    <a:cubicBezTo>
                      <a:pt x="666" y="665"/>
                      <a:pt x="665" y="666"/>
                      <a:pt x="663" y="666"/>
                    </a:cubicBezTo>
                    <a:cubicBezTo>
                      <a:pt x="661" y="667"/>
                      <a:pt x="660" y="668"/>
                      <a:pt x="659" y="668"/>
                    </a:cubicBezTo>
                    <a:cubicBezTo>
                      <a:pt x="658" y="668"/>
                      <a:pt x="654" y="672"/>
                      <a:pt x="654" y="672"/>
                    </a:cubicBezTo>
                    <a:cubicBezTo>
                      <a:pt x="654" y="672"/>
                      <a:pt x="655" y="674"/>
                      <a:pt x="656" y="675"/>
                    </a:cubicBezTo>
                    <a:cubicBezTo>
                      <a:pt x="657" y="676"/>
                      <a:pt x="660" y="677"/>
                      <a:pt x="662" y="677"/>
                    </a:cubicBezTo>
                    <a:cubicBezTo>
                      <a:pt x="663" y="676"/>
                      <a:pt x="665" y="679"/>
                      <a:pt x="665" y="679"/>
                    </a:cubicBezTo>
                    <a:cubicBezTo>
                      <a:pt x="665" y="685"/>
                      <a:pt x="665" y="685"/>
                      <a:pt x="665" y="685"/>
                    </a:cubicBezTo>
                    <a:cubicBezTo>
                      <a:pt x="665" y="685"/>
                      <a:pt x="662" y="685"/>
                      <a:pt x="663" y="686"/>
                    </a:cubicBezTo>
                    <a:cubicBezTo>
                      <a:pt x="663" y="686"/>
                      <a:pt x="665" y="688"/>
                      <a:pt x="665" y="688"/>
                    </a:cubicBezTo>
                    <a:cubicBezTo>
                      <a:pt x="666" y="688"/>
                      <a:pt x="667" y="691"/>
                      <a:pt x="670" y="690"/>
                    </a:cubicBezTo>
                    <a:cubicBezTo>
                      <a:pt x="674" y="689"/>
                      <a:pt x="673" y="690"/>
                      <a:pt x="674" y="689"/>
                    </a:cubicBezTo>
                    <a:cubicBezTo>
                      <a:pt x="675" y="688"/>
                      <a:pt x="676" y="688"/>
                      <a:pt x="678" y="686"/>
                    </a:cubicBezTo>
                    <a:cubicBezTo>
                      <a:pt x="680" y="684"/>
                      <a:pt x="679" y="685"/>
                      <a:pt x="680" y="684"/>
                    </a:cubicBezTo>
                    <a:cubicBezTo>
                      <a:pt x="681" y="683"/>
                      <a:pt x="683" y="685"/>
                      <a:pt x="684" y="685"/>
                    </a:cubicBezTo>
                    <a:cubicBezTo>
                      <a:pt x="684" y="684"/>
                      <a:pt x="685" y="683"/>
                      <a:pt x="687" y="683"/>
                    </a:cubicBezTo>
                    <a:cubicBezTo>
                      <a:pt x="688" y="682"/>
                      <a:pt x="688" y="680"/>
                      <a:pt x="690" y="679"/>
                    </a:cubicBezTo>
                    <a:cubicBezTo>
                      <a:pt x="691" y="677"/>
                      <a:pt x="691" y="679"/>
                      <a:pt x="693" y="680"/>
                    </a:cubicBezTo>
                    <a:cubicBezTo>
                      <a:pt x="694" y="681"/>
                      <a:pt x="696" y="681"/>
                      <a:pt x="697" y="680"/>
                    </a:cubicBezTo>
                    <a:cubicBezTo>
                      <a:pt x="699" y="680"/>
                      <a:pt x="701" y="679"/>
                      <a:pt x="703" y="679"/>
                    </a:cubicBezTo>
                    <a:cubicBezTo>
                      <a:pt x="705" y="679"/>
                      <a:pt x="707" y="678"/>
                      <a:pt x="708" y="677"/>
                    </a:cubicBezTo>
                    <a:cubicBezTo>
                      <a:pt x="709" y="676"/>
                      <a:pt x="707" y="676"/>
                      <a:pt x="707" y="676"/>
                    </a:cubicBezTo>
                    <a:cubicBezTo>
                      <a:pt x="707" y="675"/>
                      <a:pt x="705" y="675"/>
                      <a:pt x="705" y="673"/>
                    </a:cubicBezTo>
                    <a:cubicBezTo>
                      <a:pt x="704" y="672"/>
                      <a:pt x="704" y="673"/>
                      <a:pt x="702" y="673"/>
                    </a:cubicBezTo>
                    <a:cubicBezTo>
                      <a:pt x="701" y="673"/>
                      <a:pt x="700" y="673"/>
                      <a:pt x="698" y="674"/>
                    </a:cubicBezTo>
                    <a:cubicBezTo>
                      <a:pt x="696" y="675"/>
                      <a:pt x="697" y="674"/>
                      <a:pt x="696" y="673"/>
                    </a:cubicBezTo>
                    <a:cubicBezTo>
                      <a:pt x="695" y="673"/>
                      <a:pt x="694" y="673"/>
                      <a:pt x="693" y="672"/>
                    </a:cubicBezTo>
                    <a:cubicBezTo>
                      <a:pt x="693" y="672"/>
                      <a:pt x="689" y="672"/>
                      <a:pt x="687" y="672"/>
                    </a:cubicBezTo>
                    <a:cubicBezTo>
                      <a:pt x="685" y="672"/>
                      <a:pt x="685" y="670"/>
                      <a:pt x="685" y="669"/>
                    </a:cubicBezTo>
                    <a:cubicBezTo>
                      <a:pt x="685" y="668"/>
                      <a:pt x="682" y="665"/>
                      <a:pt x="682" y="665"/>
                    </a:cubicBezTo>
                    <a:cubicBezTo>
                      <a:pt x="682" y="665"/>
                      <a:pt x="680" y="662"/>
                      <a:pt x="681" y="662"/>
                    </a:cubicBezTo>
                    <a:cubicBezTo>
                      <a:pt x="683" y="663"/>
                      <a:pt x="688" y="661"/>
                      <a:pt x="688" y="660"/>
                    </a:cubicBezTo>
                    <a:cubicBezTo>
                      <a:pt x="689" y="660"/>
                      <a:pt x="696" y="655"/>
                      <a:pt x="697" y="654"/>
                    </a:cubicBezTo>
                    <a:cubicBezTo>
                      <a:pt x="698" y="653"/>
                      <a:pt x="699" y="654"/>
                      <a:pt x="700" y="654"/>
                    </a:cubicBezTo>
                    <a:cubicBezTo>
                      <a:pt x="701" y="653"/>
                      <a:pt x="707" y="652"/>
                      <a:pt x="707" y="651"/>
                    </a:cubicBezTo>
                    <a:cubicBezTo>
                      <a:pt x="708" y="650"/>
                      <a:pt x="708" y="651"/>
                      <a:pt x="710" y="651"/>
                    </a:cubicBezTo>
                    <a:cubicBezTo>
                      <a:pt x="711" y="651"/>
                      <a:pt x="717" y="647"/>
                      <a:pt x="717" y="647"/>
                    </a:cubicBezTo>
                    <a:cubicBezTo>
                      <a:pt x="717" y="647"/>
                      <a:pt x="719" y="647"/>
                      <a:pt x="720" y="646"/>
                    </a:cubicBezTo>
                    <a:cubicBezTo>
                      <a:pt x="722" y="644"/>
                      <a:pt x="723" y="646"/>
                      <a:pt x="723" y="646"/>
                    </a:cubicBezTo>
                    <a:cubicBezTo>
                      <a:pt x="723" y="646"/>
                      <a:pt x="725" y="646"/>
                      <a:pt x="726" y="646"/>
                    </a:cubicBezTo>
                    <a:cubicBezTo>
                      <a:pt x="726" y="646"/>
                      <a:pt x="726" y="646"/>
                      <a:pt x="726" y="646"/>
                    </a:cubicBezTo>
                    <a:cubicBezTo>
                      <a:pt x="727" y="645"/>
                      <a:pt x="729" y="646"/>
                      <a:pt x="730" y="645"/>
                    </a:cubicBezTo>
                    <a:cubicBezTo>
                      <a:pt x="731" y="644"/>
                      <a:pt x="736" y="644"/>
                      <a:pt x="737" y="643"/>
                    </a:cubicBezTo>
                    <a:cubicBezTo>
                      <a:pt x="739" y="643"/>
                      <a:pt x="738" y="645"/>
                      <a:pt x="739" y="645"/>
                    </a:cubicBezTo>
                    <a:cubicBezTo>
                      <a:pt x="739" y="645"/>
                      <a:pt x="739" y="646"/>
                      <a:pt x="738" y="647"/>
                    </a:cubicBezTo>
                    <a:cubicBezTo>
                      <a:pt x="737" y="648"/>
                      <a:pt x="733" y="650"/>
                      <a:pt x="733" y="649"/>
                    </a:cubicBezTo>
                    <a:cubicBezTo>
                      <a:pt x="732" y="649"/>
                      <a:pt x="727" y="652"/>
                      <a:pt x="725" y="652"/>
                    </a:cubicBezTo>
                    <a:cubicBezTo>
                      <a:pt x="724" y="652"/>
                      <a:pt x="724" y="654"/>
                      <a:pt x="724" y="654"/>
                    </a:cubicBezTo>
                    <a:cubicBezTo>
                      <a:pt x="729" y="660"/>
                      <a:pt x="729" y="660"/>
                      <a:pt x="729" y="660"/>
                    </a:cubicBezTo>
                    <a:cubicBezTo>
                      <a:pt x="729" y="660"/>
                      <a:pt x="728" y="661"/>
                      <a:pt x="727" y="662"/>
                    </a:cubicBezTo>
                    <a:cubicBezTo>
                      <a:pt x="726" y="662"/>
                      <a:pt x="726" y="664"/>
                      <a:pt x="724" y="665"/>
                    </a:cubicBezTo>
                    <a:cubicBezTo>
                      <a:pt x="723" y="666"/>
                      <a:pt x="724" y="666"/>
                      <a:pt x="723" y="667"/>
                    </a:cubicBezTo>
                    <a:cubicBezTo>
                      <a:pt x="722" y="668"/>
                      <a:pt x="722" y="669"/>
                      <a:pt x="720" y="671"/>
                    </a:cubicBezTo>
                    <a:cubicBezTo>
                      <a:pt x="719" y="672"/>
                      <a:pt x="719" y="672"/>
                      <a:pt x="718" y="672"/>
                    </a:cubicBezTo>
                    <a:cubicBezTo>
                      <a:pt x="716" y="672"/>
                      <a:pt x="715" y="673"/>
                      <a:pt x="713" y="673"/>
                    </a:cubicBezTo>
                    <a:cubicBezTo>
                      <a:pt x="710" y="673"/>
                      <a:pt x="710" y="675"/>
                      <a:pt x="712" y="678"/>
                    </a:cubicBezTo>
                    <a:cubicBezTo>
                      <a:pt x="712" y="679"/>
                      <a:pt x="714" y="680"/>
                      <a:pt x="716" y="682"/>
                    </a:cubicBezTo>
                    <a:cubicBezTo>
                      <a:pt x="716" y="682"/>
                      <a:pt x="719" y="684"/>
                      <a:pt x="720" y="685"/>
                    </a:cubicBezTo>
                    <a:cubicBezTo>
                      <a:pt x="721" y="686"/>
                      <a:pt x="724" y="687"/>
                      <a:pt x="725" y="686"/>
                    </a:cubicBezTo>
                    <a:cubicBezTo>
                      <a:pt x="726" y="686"/>
                      <a:pt x="728" y="688"/>
                      <a:pt x="728" y="688"/>
                    </a:cubicBezTo>
                    <a:cubicBezTo>
                      <a:pt x="728" y="688"/>
                      <a:pt x="731" y="690"/>
                      <a:pt x="732" y="690"/>
                    </a:cubicBezTo>
                    <a:cubicBezTo>
                      <a:pt x="733" y="690"/>
                      <a:pt x="734" y="692"/>
                      <a:pt x="735" y="692"/>
                    </a:cubicBezTo>
                    <a:cubicBezTo>
                      <a:pt x="736" y="692"/>
                      <a:pt x="738" y="695"/>
                      <a:pt x="740" y="695"/>
                    </a:cubicBezTo>
                    <a:cubicBezTo>
                      <a:pt x="742" y="696"/>
                      <a:pt x="744" y="699"/>
                      <a:pt x="744" y="699"/>
                    </a:cubicBezTo>
                    <a:cubicBezTo>
                      <a:pt x="743" y="700"/>
                      <a:pt x="746" y="703"/>
                      <a:pt x="747" y="704"/>
                    </a:cubicBezTo>
                    <a:cubicBezTo>
                      <a:pt x="748" y="705"/>
                      <a:pt x="749" y="706"/>
                      <a:pt x="749" y="706"/>
                    </a:cubicBezTo>
                    <a:cubicBezTo>
                      <a:pt x="750" y="707"/>
                      <a:pt x="751" y="708"/>
                      <a:pt x="753" y="708"/>
                    </a:cubicBezTo>
                    <a:cubicBezTo>
                      <a:pt x="754" y="708"/>
                      <a:pt x="755" y="710"/>
                      <a:pt x="756" y="710"/>
                    </a:cubicBezTo>
                    <a:cubicBezTo>
                      <a:pt x="757" y="710"/>
                      <a:pt x="757" y="711"/>
                      <a:pt x="760" y="710"/>
                    </a:cubicBezTo>
                    <a:cubicBezTo>
                      <a:pt x="762" y="710"/>
                      <a:pt x="762" y="712"/>
                      <a:pt x="762" y="712"/>
                    </a:cubicBezTo>
                    <a:cubicBezTo>
                      <a:pt x="762" y="712"/>
                      <a:pt x="764" y="714"/>
                      <a:pt x="765" y="714"/>
                    </a:cubicBezTo>
                    <a:cubicBezTo>
                      <a:pt x="765" y="714"/>
                      <a:pt x="767" y="716"/>
                      <a:pt x="768" y="716"/>
                    </a:cubicBezTo>
                    <a:cubicBezTo>
                      <a:pt x="769" y="717"/>
                      <a:pt x="768" y="718"/>
                      <a:pt x="769" y="719"/>
                    </a:cubicBezTo>
                    <a:cubicBezTo>
                      <a:pt x="769" y="720"/>
                      <a:pt x="769" y="721"/>
                      <a:pt x="769" y="721"/>
                    </a:cubicBezTo>
                    <a:cubicBezTo>
                      <a:pt x="770" y="723"/>
                      <a:pt x="770" y="723"/>
                      <a:pt x="770" y="723"/>
                    </a:cubicBezTo>
                    <a:cubicBezTo>
                      <a:pt x="770" y="723"/>
                      <a:pt x="771" y="724"/>
                      <a:pt x="771" y="725"/>
                    </a:cubicBezTo>
                    <a:cubicBezTo>
                      <a:pt x="772" y="725"/>
                      <a:pt x="773" y="726"/>
                      <a:pt x="774" y="728"/>
                    </a:cubicBezTo>
                    <a:cubicBezTo>
                      <a:pt x="774" y="729"/>
                      <a:pt x="774" y="730"/>
                      <a:pt x="774" y="730"/>
                    </a:cubicBezTo>
                    <a:cubicBezTo>
                      <a:pt x="774" y="730"/>
                      <a:pt x="773" y="732"/>
                      <a:pt x="772" y="732"/>
                    </a:cubicBezTo>
                    <a:cubicBezTo>
                      <a:pt x="772" y="733"/>
                      <a:pt x="772" y="733"/>
                      <a:pt x="771" y="734"/>
                    </a:cubicBezTo>
                    <a:cubicBezTo>
                      <a:pt x="771" y="734"/>
                      <a:pt x="771" y="735"/>
                      <a:pt x="770" y="735"/>
                    </a:cubicBezTo>
                    <a:cubicBezTo>
                      <a:pt x="769" y="736"/>
                      <a:pt x="768" y="736"/>
                      <a:pt x="768" y="736"/>
                    </a:cubicBezTo>
                    <a:cubicBezTo>
                      <a:pt x="767" y="737"/>
                      <a:pt x="764" y="739"/>
                      <a:pt x="763" y="739"/>
                    </a:cubicBezTo>
                    <a:cubicBezTo>
                      <a:pt x="761" y="740"/>
                      <a:pt x="759" y="742"/>
                      <a:pt x="758" y="742"/>
                    </a:cubicBezTo>
                    <a:cubicBezTo>
                      <a:pt x="757" y="743"/>
                      <a:pt x="756" y="743"/>
                      <a:pt x="755" y="743"/>
                    </a:cubicBezTo>
                    <a:cubicBezTo>
                      <a:pt x="753" y="742"/>
                      <a:pt x="752" y="743"/>
                      <a:pt x="750" y="742"/>
                    </a:cubicBezTo>
                    <a:cubicBezTo>
                      <a:pt x="748" y="741"/>
                      <a:pt x="748" y="741"/>
                      <a:pt x="747" y="741"/>
                    </a:cubicBezTo>
                    <a:cubicBezTo>
                      <a:pt x="746" y="740"/>
                      <a:pt x="745" y="742"/>
                      <a:pt x="744" y="743"/>
                    </a:cubicBezTo>
                    <a:cubicBezTo>
                      <a:pt x="742" y="743"/>
                      <a:pt x="742" y="743"/>
                      <a:pt x="739" y="743"/>
                    </a:cubicBezTo>
                    <a:cubicBezTo>
                      <a:pt x="737" y="742"/>
                      <a:pt x="737" y="743"/>
                      <a:pt x="735" y="742"/>
                    </a:cubicBezTo>
                    <a:cubicBezTo>
                      <a:pt x="733" y="742"/>
                      <a:pt x="733" y="743"/>
                      <a:pt x="731" y="744"/>
                    </a:cubicBezTo>
                    <a:cubicBezTo>
                      <a:pt x="729" y="744"/>
                      <a:pt x="729" y="744"/>
                      <a:pt x="729" y="744"/>
                    </a:cubicBezTo>
                    <a:cubicBezTo>
                      <a:pt x="729" y="744"/>
                      <a:pt x="714" y="742"/>
                      <a:pt x="713" y="741"/>
                    </a:cubicBezTo>
                    <a:cubicBezTo>
                      <a:pt x="711" y="740"/>
                      <a:pt x="707" y="739"/>
                      <a:pt x="707" y="739"/>
                    </a:cubicBezTo>
                    <a:cubicBezTo>
                      <a:pt x="707" y="739"/>
                      <a:pt x="705" y="738"/>
                      <a:pt x="705" y="736"/>
                    </a:cubicBezTo>
                    <a:cubicBezTo>
                      <a:pt x="705" y="735"/>
                      <a:pt x="703" y="736"/>
                      <a:pt x="702" y="735"/>
                    </a:cubicBezTo>
                    <a:cubicBezTo>
                      <a:pt x="702" y="734"/>
                      <a:pt x="700" y="734"/>
                      <a:pt x="699" y="734"/>
                    </a:cubicBezTo>
                    <a:cubicBezTo>
                      <a:pt x="698" y="734"/>
                      <a:pt x="696" y="734"/>
                      <a:pt x="695" y="733"/>
                    </a:cubicBezTo>
                    <a:cubicBezTo>
                      <a:pt x="694" y="732"/>
                      <a:pt x="691" y="732"/>
                      <a:pt x="691" y="731"/>
                    </a:cubicBezTo>
                    <a:cubicBezTo>
                      <a:pt x="690" y="730"/>
                      <a:pt x="691" y="729"/>
                      <a:pt x="691" y="729"/>
                    </a:cubicBezTo>
                    <a:cubicBezTo>
                      <a:pt x="691" y="728"/>
                      <a:pt x="684" y="729"/>
                      <a:pt x="684" y="729"/>
                    </a:cubicBezTo>
                    <a:cubicBezTo>
                      <a:pt x="684" y="729"/>
                      <a:pt x="680" y="730"/>
                      <a:pt x="679" y="729"/>
                    </a:cubicBezTo>
                    <a:cubicBezTo>
                      <a:pt x="677" y="727"/>
                      <a:pt x="675" y="729"/>
                      <a:pt x="674" y="728"/>
                    </a:cubicBezTo>
                    <a:cubicBezTo>
                      <a:pt x="673" y="726"/>
                      <a:pt x="669" y="728"/>
                      <a:pt x="668" y="727"/>
                    </a:cubicBezTo>
                    <a:cubicBezTo>
                      <a:pt x="667" y="726"/>
                      <a:pt x="664" y="728"/>
                      <a:pt x="664" y="728"/>
                    </a:cubicBezTo>
                    <a:cubicBezTo>
                      <a:pt x="659" y="729"/>
                      <a:pt x="659" y="729"/>
                      <a:pt x="659" y="729"/>
                    </a:cubicBezTo>
                    <a:cubicBezTo>
                      <a:pt x="659" y="729"/>
                      <a:pt x="644" y="737"/>
                      <a:pt x="643" y="739"/>
                    </a:cubicBezTo>
                    <a:cubicBezTo>
                      <a:pt x="642" y="740"/>
                      <a:pt x="638" y="742"/>
                      <a:pt x="637" y="741"/>
                    </a:cubicBezTo>
                    <a:cubicBezTo>
                      <a:pt x="636" y="741"/>
                      <a:pt x="635" y="742"/>
                      <a:pt x="634" y="742"/>
                    </a:cubicBezTo>
                    <a:cubicBezTo>
                      <a:pt x="633" y="741"/>
                      <a:pt x="632" y="742"/>
                      <a:pt x="632" y="742"/>
                    </a:cubicBezTo>
                    <a:cubicBezTo>
                      <a:pt x="632" y="742"/>
                      <a:pt x="628" y="743"/>
                      <a:pt x="627" y="741"/>
                    </a:cubicBezTo>
                    <a:cubicBezTo>
                      <a:pt x="626" y="740"/>
                      <a:pt x="624" y="742"/>
                      <a:pt x="620" y="743"/>
                    </a:cubicBezTo>
                    <a:cubicBezTo>
                      <a:pt x="615" y="743"/>
                      <a:pt x="618" y="744"/>
                      <a:pt x="617" y="744"/>
                    </a:cubicBezTo>
                    <a:cubicBezTo>
                      <a:pt x="616" y="744"/>
                      <a:pt x="614" y="745"/>
                      <a:pt x="612" y="746"/>
                    </a:cubicBezTo>
                    <a:cubicBezTo>
                      <a:pt x="611" y="746"/>
                      <a:pt x="609" y="747"/>
                      <a:pt x="608" y="748"/>
                    </a:cubicBezTo>
                    <a:cubicBezTo>
                      <a:pt x="607" y="748"/>
                      <a:pt x="608" y="749"/>
                      <a:pt x="607" y="750"/>
                    </a:cubicBezTo>
                    <a:cubicBezTo>
                      <a:pt x="607" y="750"/>
                      <a:pt x="605" y="751"/>
                      <a:pt x="605" y="751"/>
                    </a:cubicBezTo>
                    <a:cubicBezTo>
                      <a:pt x="603" y="753"/>
                      <a:pt x="603" y="753"/>
                      <a:pt x="603" y="753"/>
                    </a:cubicBezTo>
                    <a:cubicBezTo>
                      <a:pt x="603" y="753"/>
                      <a:pt x="600" y="754"/>
                      <a:pt x="599" y="754"/>
                    </a:cubicBezTo>
                    <a:cubicBezTo>
                      <a:pt x="598" y="754"/>
                      <a:pt x="590" y="753"/>
                      <a:pt x="585" y="752"/>
                    </a:cubicBezTo>
                    <a:cubicBezTo>
                      <a:pt x="581" y="751"/>
                      <a:pt x="581" y="752"/>
                      <a:pt x="579" y="751"/>
                    </a:cubicBezTo>
                    <a:cubicBezTo>
                      <a:pt x="578" y="751"/>
                      <a:pt x="578" y="752"/>
                      <a:pt x="577" y="753"/>
                    </a:cubicBezTo>
                    <a:cubicBezTo>
                      <a:pt x="575" y="754"/>
                      <a:pt x="575" y="755"/>
                      <a:pt x="574" y="756"/>
                    </a:cubicBezTo>
                    <a:cubicBezTo>
                      <a:pt x="573" y="757"/>
                      <a:pt x="573" y="758"/>
                      <a:pt x="571" y="759"/>
                    </a:cubicBezTo>
                    <a:cubicBezTo>
                      <a:pt x="570" y="761"/>
                      <a:pt x="571" y="763"/>
                      <a:pt x="571" y="765"/>
                    </a:cubicBezTo>
                    <a:cubicBezTo>
                      <a:pt x="572" y="768"/>
                      <a:pt x="574" y="765"/>
                      <a:pt x="575" y="765"/>
                    </a:cubicBezTo>
                    <a:cubicBezTo>
                      <a:pt x="576" y="764"/>
                      <a:pt x="580" y="766"/>
                      <a:pt x="579" y="767"/>
                    </a:cubicBezTo>
                    <a:cubicBezTo>
                      <a:pt x="579" y="768"/>
                      <a:pt x="576" y="771"/>
                      <a:pt x="580" y="775"/>
                    </a:cubicBezTo>
                    <a:cubicBezTo>
                      <a:pt x="584" y="779"/>
                      <a:pt x="580" y="776"/>
                      <a:pt x="582" y="779"/>
                    </a:cubicBezTo>
                    <a:cubicBezTo>
                      <a:pt x="583" y="780"/>
                      <a:pt x="584" y="781"/>
                      <a:pt x="584" y="781"/>
                    </a:cubicBezTo>
                    <a:cubicBezTo>
                      <a:pt x="584" y="781"/>
                      <a:pt x="582" y="784"/>
                      <a:pt x="580" y="785"/>
                    </a:cubicBezTo>
                    <a:cubicBezTo>
                      <a:pt x="578" y="786"/>
                      <a:pt x="577" y="786"/>
                      <a:pt x="577" y="786"/>
                    </a:cubicBezTo>
                    <a:cubicBezTo>
                      <a:pt x="577" y="786"/>
                      <a:pt x="578" y="788"/>
                      <a:pt x="580" y="788"/>
                    </a:cubicBezTo>
                    <a:cubicBezTo>
                      <a:pt x="582" y="788"/>
                      <a:pt x="583" y="790"/>
                      <a:pt x="584" y="790"/>
                    </a:cubicBezTo>
                    <a:cubicBezTo>
                      <a:pt x="585" y="790"/>
                      <a:pt x="585" y="792"/>
                      <a:pt x="584" y="793"/>
                    </a:cubicBezTo>
                    <a:cubicBezTo>
                      <a:pt x="582" y="793"/>
                      <a:pt x="580" y="794"/>
                      <a:pt x="579" y="794"/>
                    </a:cubicBezTo>
                    <a:cubicBezTo>
                      <a:pt x="578" y="795"/>
                      <a:pt x="581" y="797"/>
                      <a:pt x="582" y="797"/>
                    </a:cubicBezTo>
                    <a:cubicBezTo>
                      <a:pt x="583" y="798"/>
                      <a:pt x="584" y="799"/>
                      <a:pt x="584" y="799"/>
                    </a:cubicBezTo>
                    <a:cubicBezTo>
                      <a:pt x="584" y="799"/>
                      <a:pt x="585" y="802"/>
                      <a:pt x="586" y="802"/>
                    </a:cubicBezTo>
                    <a:cubicBezTo>
                      <a:pt x="587" y="802"/>
                      <a:pt x="589" y="803"/>
                      <a:pt x="591" y="803"/>
                    </a:cubicBezTo>
                    <a:cubicBezTo>
                      <a:pt x="594" y="803"/>
                      <a:pt x="593" y="804"/>
                      <a:pt x="593" y="805"/>
                    </a:cubicBezTo>
                    <a:cubicBezTo>
                      <a:pt x="594" y="806"/>
                      <a:pt x="595" y="809"/>
                      <a:pt x="596" y="809"/>
                    </a:cubicBezTo>
                    <a:cubicBezTo>
                      <a:pt x="597" y="809"/>
                      <a:pt x="598" y="809"/>
                      <a:pt x="598" y="810"/>
                    </a:cubicBezTo>
                    <a:cubicBezTo>
                      <a:pt x="598" y="810"/>
                      <a:pt x="598" y="810"/>
                      <a:pt x="599" y="809"/>
                    </a:cubicBezTo>
                    <a:cubicBezTo>
                      <a:pt x="599" y="807"/>
                      <a:pt x="600" y="809"/>
                      <a:pt x="601" y="808"/>
                    </a:cubicBezTo>
                    <a:cubicBezTo>
                      <a:pt x="602" y="808"/>
                      <a:pt x="603" y="809"/>
                      <a:pt x="606" y="811"/>
                    </a:cubicBezTo>
                    <a:cubicBezTo>
                      <a:pt x="606" y="811"/>
                      <a:pt x="609" y="813"/>
                      <a:pt x="611" y="814"/>
                    </a:cubicBezTo>
                    <a:cubicBezTo>
                      <a:pt x="614" y="815"/>
                      <a:pt x="613" y="816"/>
                      <a:pt x="613" y="817"/>
                    </a:cubicBezTo>
                    <a:cubicBezTo>
                      <a:pt x="614" y="818"/>
                      <a:pt x="619" y="818"/>
                      <a:pt x="621" y="817"/>
                    </a:cubicBezTo>
                    <a:cubicBezTo>
                      <a:pt x="623" y="816"/>
                      <a:pt x="625" y="817"/>
                      <a:pt x="626" y="817"/>
                    </a:cubicBezTo>
                    <a:cubicBezTo>
                      <a:pt x="626" y="816"/>
                      <a:pt x="629" y="818"/>
                      <a:pt x="630" y="814"/>
                    </a:cubicBezTo>
                    <a:cubicBezTo>
                      <a:pt x="630" y="809"/>
                      <a:pt x="630" y="813"/>
                      <a:pt x="631" y="809"/>
                    </a:cubicBezTo>
                    <a:cubicBezTo>
                      <a:pt x="631" y="809"/>
                      <a:pt x="631" y="808"/>
                      <a:pt x="631" y="808"/>
                    </a:cubicBezTo>
                    <a:cubicBezTo>
                      <a:pt x="631" y="809"/>
                      <a:pt x="631" y="809"/>
                      <a:pt x="632" y="809"/>
                    </a:cubicBezTo>
                    <a:cubicBezTo>
                      <a:pt x="633" y="808"/>
                      <a:pt x="632" y="809"/>
                      <a:pt x="637" y="808"/>
                    </a:cubicBezTo>
                    <a:cubicBezTo>
                      <a:pt x="642" y="807"/>
                      <a:pt x="640" y="808"/>
                      <a:pt x="642" y="808"/>
                    </a:cubicBezTo>
                    <a:cubicBezTo>
                      <a:pt x="644" y="808"/>
                      <a:pt x="643" y="810"/>
                      <a:pt x="644" y="810"/>
                    </a:cubicBezTo>
                    <a:cubicBezTo>
                      <a:pt x="644" y="810"/>
                      <a:pt x="645" y="812"/>
                      <a:pt x="648" y="813"/>
                    </a:cubicBezTo>
                    <a:cubicBezTo>
                      <a:pt x="650" y="814"/>
                      <a:pt x="649" y="816"/>
                      <a:pt x="651" y="816"/>
                    </a:cubicBezTo>
                    <a:cubicBezTo>
                      <a:pt x="652" y="816"/>
                      <a:pt x="651" y="818"/>
                      <a:pt x="653" y="818"/>
                    </a:cubicBezTo>
                    <a:cubicBezTo>
                      <a:pt x="654" y="819"/>
                      <a:pt x="654" y="820"/>
                      <a:pt x="657" y="821"/>
                    </a:cubicBezTo>
                    <a:cubicBezTo>
                      <a:pt x="657" y="821"/>
                      <a:pt x="659" y="820"/>
                      <a:pt x="660" y="819"/>
                    </a:cubicBezTo>
                    <a:cubicBezTo>
                      <a:pt x="662" y="819"/>
                      <a:pt x="665" y="818"/>
                      <a:pt x="665" y="817"/>
                    </a:cubicBezTo>
                    <a:cubicBezTo>
                      <a:pt x="666" y="817"/>
                      <a:pt x="668" y="818"/>
                      <a:pt x="669" y="817"/>
                    </a:cubicBezTo>
                    <a:cubicBezTo>
                      <a:pt x="671" y="816"/>
                      <a:pt x="672" y="815"/>
                      <a:pt x="673" y="814"/>
                    </a:cubicBezTo>
                    <a:cubicBezTo>
                      <a:pt x="675" y="812"/>
                      <a:pt x="676" y="812"/>
                      <a:pt x="676" y="812"/>
                    </a:cubicBezTo>
                    <a:cubicBezTo>
                      <a:pt x="677" y="811"/>
                      <a:pt x="678" y="810"/>
                      <a:pt x="680" y="808"/>
                    </a:cubicBezTo>
                    <a:cubicBezTo>
                      <a:pt x="681" y="806"/>
                      <a:pt x="680" y="808"/>
                      <a:pt x="683" y="809"/>
                    </a:cubicBezTo>
                    <a:cubicBezTo>
                      <a:pt x="683" y="809"/>
                      <a:pt x="685" y="810"/>
                      <a:pt x="687" y="810"/>
                    </a:cubicBezTo>
                    <a:cubicBezTo>
                      <a:pt x="689" y="810"/>
                      <a:pt x="692" y="811"/>
                      <a:pt x="695" y="809"/>
                    </a:cubicBezTo>
                    <a:cubicBezTo>
                      <a:pt x="696" y="808"/>
                      <a:pt x="697" y="809"/>
                      <a:pt x="698" y="807"/>
                    </a:cubicBezTo>
                    <a:cubicBezTo>
                      <a:pt x="700" y="805"/>
                      <a:pt x="699" y="808"/>
                      <a:pt x="698" y="815"/>
                    </a:cubicBezTo>
                    <a:cubicBezTo>
                      <a:pt x="696" y="823"/>
                      <a:pt x="697" y="819"/>
                      <a:pt x="696" y="820"/>
                    </a:cubicBezTo>
                    <a:cubicBezTo>
                      <a:pt x="695" y="821"/>
                      <a:pt x="696" y="821"/>
                      <a:pt x="695" y="822"/>
                    </a:cubicBezTo>
                    <a:cubicBezTo>
                      <a:pt x="695" y="822"/>
                      <a:pt x="695" y="822"/>
                      <a:pt x="695" y="823"/>
                    </a:cubicBezTo>
                    <a:cubicBezTo>
                      <a:pt x="696" y="823"/>
                      <a:pt x="696" y="823"/>
                      <a:pt x="696" y="823"/>
                    </a:cubicBezTo>
                    <a:cubicBezTo>
                      <a:pt x="696" y="823"/>
                      <a:pt x="696" y="823"/>
                      <a:pt x="695" y="823"/>
                    </a:cubicBezTo>
                    <a:cubicBezTo>
                      <a:pt x="695" y="824"/>
                      <a:pt x="697" y="826"/>
                      <a:pt x="697" y="827"/>
                    </a:cubicBezTo>
                    <a:cubicBezTo>
                      <a:pt x="697" y="828"/>
                      <a:pt x="696" y="830"/>
                      <a:pt x="696" y="835"/>
                    </a:cubicBezTo>
                    <a:cubicBezTo>
                      <a:pt x="697" y="840"/>
                      <a:pt x="696" y="837"/>
                      <a:pt x="696" y="838"/>
                    </a:cubicBezTo>
                    <a:cubicBezTo>
                      <a:pt x="696" y="839"/>
                      <a:pt x="696" y="839"/>
                      <a:pt x="696" y="839"/>
                    </a:cubicBezTo>
                    <a:cubicBezTo>
                      <a:pt x="696" y="840"/>
                      <a:pt x="696" y="840"/>
                      <a:pt x="696" y="842"/>
                    </a:cubicBezTo>
                    <a:cubicBezTo>
                      <a:pt x="696" y="844"/>
                      <a:pt x="696" y="844"/>
                      <a:pt x="695" y="845"/>
                    </a:cubicBezTo>
                    <a:cubicBezTo>
                      <a:pt x="694" y="846"/>
                      <a:pt x="694" y="847"/>
                      <a:pt x="692" y="849"/>
                    </a:cubicBezTo>
                    <a:cubicBezTo>
                      <a:pt x="691" y="851"/>
                      <a:pt x="691" y="852"/>
                      <a:pt x="690" y="854"/>
                    </a:cubicBezTo>
                    <a:cubicBezTo>
                      <a:pt x="688" y="857"/>
                      <a:pt x="688" y="858"/>
                      <a:pt x="687" y="858"/>
                    </a:cubicBezTo>
                    <a:cubicBezTo>
                      <a:pt x="687" y="859"/>
                      <a:pt x="686" y="861"/>
                      <a:pt x="686" y="862"/>
                    </a:cubicBezTo>
                    <a:cubicBezTo>
                      <a:pt x="685" y="863"/>
                      <a:pt x="684" y="864"/>
                      <a:pt x="684" y="864"/>
                    </a:cubicBezTo>
                    <a:cubicBezTo>
                      <a:pt x="684" y="864"/>
                      <a:pt x="685" y="867"/>
                      <a:pt x="685" y="869"/>
                    </a:cubicBezTo>
                    <a:cubicBezTo>
                      <a:pt x="685" y="871"/>
                      <a:pt x="685" y="871"/>
                      <a:pt x="684" y="872"/>
                    </a:cubicBezTo>
                    <a:cubicBezTo>
                      <a:pt x="683" y="873"/>
                      <a:pt x="684" y="874"/>
                      <a:pt x="682" y="876"/>
                    </a:cubicBezTo>
                    <a:cubicBezTo>
                      <a:pt x="681" y="878"/>
                      <a:pt x="681" y="878"/>
                      <a:pt x="680" y="880"/>
                    </a:cubicBezTo>
                    <a:cubicBezTo>
                      <a:pt x="678" y="881"/>
                      <a:pt x="679" y="882"/>
                      <a:pt x="678" y="883"/>
                    </a:cubicBezTo>
                    <a:cubicBezTo>
                      <a:pt x="677" y="884"/>
                      <a:pt x="677" y="885"/>
                      <a:pt x="675" y="887"/>
                    </a:cubicBezTo>
                    <a:cubicBezTo>
                      <a:pt x="677" y="889"/>
                      <a:pt x="677" y="890"/>
                      <a:pt x="677" y="893"/>
                    </a:cubicBezTo>
                    <a:cubicBezTo>
                      <a:pt x="678" y="896"/>
                      <a:pt x="681" y="899"/>
                      <a:pt x="682" y="903"/>
                    </a:cubicBezTo>
                    <a:cubicBezTo>
                      <a:pt x="683" y="906"/>
                      <a:pt x="685" y="913"/>
                      <a:pt x="685" y="917"/>
                    </a:cubicBezTo>
                    <a:cubicBezTo>
                      <a:pt x="684" y="913"/>
                      <a:pt x="683" y="909"/>
                      <a:pt x="682" y="906"/>
                    </a:cubicBezTo>
                    <a:cubicBezTo>
                      <a:pt x="681" y="903"/>
                      <a:pt x="678" y="900"/>
                      <a:pt x="677" y="896"/>
                    </a:cubicBezTo>
                    <a:cubicBezTo>
                      <a:pt x="677" y="893"/>
                      <a:pt x="677" y="892"/>
                      <a:pt x="675" y="890"/>
                    </a:cubicBezTo>
                    <a:cubicBezTo>
                      <a:pt x="675" y="891"/>
                      <a:pt x="674" y="891"/>
                      <a:pt x="673" y="892"/>
                    </a:cubicBezTo>
                    <a:cubicBezTo>
                      <a:pt x="671" y="894"/>
                      <a:pt x="672" y="893"/>
                      <a:pt x="671" y="894"/>
                    </a:cubicBezTo>
                    <a:cubicBezTo>
                      <a:pt x="671" y="894"/>
                      <a:pt x="660" y="894"/>
                      <a:pt x="657" y="894"/>
                    </a:cubicBezTo>
                    <a:cubicBezTo>
                      <a:pt x="653" y="895"/>
                      <a:pt x="653" y="894"/>
                      <a:pt x="653" y="893"/>
                    </a:cubicBezTo>
                    <a:cubicBezTo>
                      <a:pt x="652" y="892"/>
                      <a:pt x="650" y="893"/>
                      <a:pt x="649" y="891"/>
                    </a:cubicBezTo>
                    <a:cubicBezTo>
                      <a:pt x="648" y="889"/>
                      <a:pt x="647" y="890"/>
                      <a:pt x="646" y="890"/>
                    </a:cubicBezTo>
                    <a:cubicBezTo>
                      <a:pt x="646" y="889"/>
                      <a:pt x="642" y="889"/>
                      <a:pt x="642" y="888"/>
                    </a:cubicBezTo>
                    <a:cubicBezTo>
                      <a:pt x="642" y="888"/>
                      <a:pt x="631" y="888"/>
                      <a:pt x="628" y="889"/>
                    </a:cubicBezTo>
                    <a:cubicBezTo>
                      <a:pt x="626" y="890"/>
                      <a:pt x="626" y="890"/>
                      <a:pt x="626" y="890"/>
                    </a:cubicBezTo>
                    <a:cubicBezTo>
                      <a:pt x="626" y="890"/>
                      <a:pt x="622" y="893"/>
                      <a:pt x="620" y="895"/>
                    </a:cubicBezTo>
                    <a:cubicBezTo>
                      <a:pt x="617" y="897"/>
                      <a:pt x="615" y="898"/>
                      <a:pt x="614" y="898"/>
                    </a:cubicBezTo>
                    <a:cubicBezTo>
                      <a:pt x="612" y="898"/>
                      <a:pt x="612" y="899"/>
                      <a:pt x="611" y="898"/>
                    </a:cubicBezTo>
                    <a:cubicBezTo>
                      <a:pt x="611" y="897"/>
                      <a:pt x="609" y="898"/>
                      <a:pt x="608" y="897"/>
                    </a:cubicBezTo>
                    <a:cubicBezTo>
                      <a:pt x="607" y="896"/>
                      <a:pt x="606" y="896"/>
                      <a:pt x="604" y="896"/>
                    </a:cubicBezTo>
                    <a:cubicBezTo>
                      <a:pt x="602" y="895"/>
                      <a:pt x="600" y="895"/>
                      <a:pt x="599" y="895"/>
                    </a:cubicBezTo>
                    <a:cubicBezTo>
                      <a:pt x="598" y="894"/>
                      <a:pt x="595" y="894"/>
                      <a:pt x="595" y="894"/>
                    </a:cubicBezTo>
                    <a:cubicBezTo>
                      <a:pt x="594" y="893"/>
                      <a:pt x="590" y="893"/>
                      <a:pt x="590" y="893"/>
                    </a:cubicBezTo>
                    <a:cubicBezTo>
                      <a:pt x="590" y="893"/>
                      <a:pt x="580" y="890"/>
                      <a:pt x="579" y="889"/>
                    </a:cubicBezTo>
                    <a:cubicBezTo>
                      <a:pt x="578" y="889"/>
                      <a:pt x="570" y="888"/>
                      <a:pt x="570" y="888"/>
                    </a:cubicBezTo>
                    <a:cubicBezTo>
                      <a:pt x="570" y="888"/>
                      <a:pt x="566" y="888"/>
                      <a:pt x="566" y="888"/>
                    </a:cubicBezTo>
                    <a:cubicBezTo>
                      <a:pt x="565" y="887"/>
                      <a:pt x="563" y="888"/>
                      <a:pt x="560" y="886"/>
                    </a:cubicBezTo>
                    <a:cubicBezTo>
                      <a:pt x="560" y="886"/>
                      <a:pt x="559" y="886"/>
                      <a:pt x="559" y="886"/>
                    </a:cubicBezTo>
                    <a:cubicBezTo>
                      <a:pt x="558" y="885"/>
                      <a:pt x="557" y="884"/>
                      <a:pt x="556" y="883"/>
                    </a:cubicBezTo>
                    <a:cubicBezTo>
                      <a:pt x="555" y="881"/>
                      <a:pt x="556" y="882"/>
                      <a:pt x="555" y="881"/>
                    </a:cubicBezTo>
                    <a:cubicBezTo>
                      <a:pt x="555" y="880"/>
                      <a:pt x="554" y="881"/>
                      <a:pt x="552" y="880"/>
                    </a:cubicBezTo>
                    <a:cubicBezTo>
                      <a:pt x="550" y="880"/>
                      <a:pt x="548" y="881"/>
                      <a:pt x="547" y="881"/>
                    </a:cubicBezTo>
                    <a:cubicBezTo>
                      <a:pt x="546" y="881"/>
                      <a:pt x="543" y="881"/>
                      <a:pt x="543" y="881"/>
                    </a:cubicBezTo>
                    <a:cubicBezTo>
                      <a:pt x="543" y="881"/>
                      <a:pt x="534" y="880"/>
                      <a:pt x="533" y="879"/>
                    </a:cubicBezTo>
                    <a:cubicBezTo>
                      <a:pt x="532" y="878"/>
                      <a:pt x="531" y="879"/>
                      <a:pt x="531" y="878"/>
                    </a:cubicBezTo>
                    <a:cubicBezTo>
                      <a:pt x="531" y="876"/>
                      <a:pt x="529" y="876"/>
                      <a:pt x="529" y="875"/>
                    </a:cubicBezTo>
                    <a:cubicBezTo>
                      <a:pt x="529" y="873"/>
                      <a:pt x="527" y="873"/>
                      <a:pt x="526" y="872"/>
                    </a:cubicBezTo>
                    <a:cubicBezTo>
                      <a:pt x="524" y="870"/>
                      <a:pt x="523" y="871"/>
                      <a:pt x="523" y="871"/>
                    </a:cubicBezTo>
                    <a:cubicBezTo>
                      <a:pt x="522" y="870"/>
                      <a:pt x="520" y="871"/>
                      <a:pt x="518" y="870"/>
                    </a:cubicBezTo>
                    <a:cubicBezTo>
                      <a:pt x="517" y="868"/>
                      <a:pt x="516" y="869"/>
                      <a:pt x="515" y="868"/>
                    </a:cubicBezTo>
                    <a:cubicBezTo>
                      <a:pt x="515" y="868"/>
                      <a:pt x="510" y="869"/>
                      <a:pt x="508" y="870"/>
                    </a:cubicBezTo>
                    <a:cubicBezTo>
                      <a:pt x="505" y="870"/>
                      <a:pt x="506" y="871"/>
                      <a:pt x="505" y="871"/>
                    </a:cubicBezTo>
                    <a:cubicBezTo>
                      <a:pt x="505" y="872"/>
                      <a:pt x="501" y="874"/>
                      <a:pt x="499" y="874"/>
                    </a:cubicBezTo>
                    <a:cubicBezTo>
                      <a:pt x="498" y="873"/>
                      <a:pt x="497" y="875"/>
                      <a:pt x="495" y="876"/>
                    </a:cubicBezTo>
                    <a:cubicBezTo>
                      <a:pt x="494" y="877"/>
                      <a:pt x="492" y="878"/>
                      <a:pt x="491" y="880"/>
                    </a:cubicBezTo>
                    <a:cubicBezTo>
                      <a:pt x="490" y="881"/>
                      <a:pt x="489" y="884"/>
                      <a:pt x="489" y="884"/>
                    </a:cubicBezTo>
                    <a:cubicBezTo>
                      <a:pt x="489" y="884"/>
                      <a:pt x="491" y="889"/>
                      <a:pt x="491" y="889"/>
                    </a:cubicBezTo>
                    <a:cubicBezTo>
                      <a:pt x="491" y="890"/>
                      <a:pt x="492" y="893"/>
                      <a:pt x="492" y="894"/>
                    </a:cubicBezTo>
                    <a:cubicBezTo>
                      <a:pt x="492" y="895"/>
                      <a:pt x="489" y="901"/>
                      <a:pt x="489" y="901"/>
                    </a:cubicBezTo>
                    <a:cubicBezTo>
                      <a:pt x="484" y="903"/>
                      <a:pt x="484" y="903"/>
                      <a:pt x="484" y="903"/>
                    </a:cubicBezTo>
                    <a:cubicBezTo>
                      <a:pt x="484" y="903"/>
                      <a:pt x="480" y="905"/>
                      <a:pt x="479" y="905"/>
                    </a:cubicBezTo>
                    <a:cubicBezTo>
                      <a:pt x="478" y="905"/>
                      <a:pt x="476" y="905"/>
                      <a:pt x="476" y="906"/>
                    </a:cubicBezTo>
                    <a:cubicBezTo>
                      <a:pt x="475" y="906"/>
                      <a:pt x="473" y="903"/>
                      <a:pt x="471" y="902"/>
                    </a:cubicBezTo>
                    <a:cubicBezTo>
                      <a:pt x="470" y="901"/>
                      <a:pt x="468" y="900"/>
                      <a:pt x="467" y="899"/>
                    </a:cubicBezTo>
                    <a:cubicBezTo>
                      <a:pt x="466" y="898"/>
                      <a:pt x="465" y="899"/>
                      <a:pt x="463" y="897"/>
                    </a:cubicBezTo>
                    <a:cubicBezTo>
                      <a:pt x="462" y="896"/>
                      <a:pt x="458" y="896"/>
                      <a:pt x="458" y="895"/>
                    </a:cubicBezTo>
                    <a:cubicBezTo>
                      <a:pt x="457" y="894"/>
                      <a:pt x="454" y="894"/>
                      <a:pt x="454" y="894"/>
                    </a:cubicBezTo>
                    <a:cubicBezTo>
                      <a:pt x="454" y="894"/>
                      <a:pt x="445" y="893"/>
                      <a:pt x="445" y="892"/>
                    </a:cubicBezTo>
                    <a:cubicBezTo>
                      <a:pt x="445" y="891"/>
                      <a:pt x="441" y="893"/>
                      <a:pt x="439" y="893"/>
                    </a:cubicBezTo>
                    <a:cubicBezTo>
                      <a:pt x="437" y="893"/>
                      <a:pt x="437" y="893"/>
                      <a:pt x="437" y="891"/>
                    </a:cubicBezTo>
                    <a:cubicBezTo>
                      <a:pt x="437" y="890"/>
                      <a:pt x="434" y="891"/>
                      <a:pt x="433" y="890"/>
                    </a:cubicBezTo>
                    <a:cubicBezTo>
                      <a:pt x="431" y="890"/>
                      <a:pt x="432" y="888"/>
                      <a:pt x="432" y="886"/>
                    </a:cubicBezTo>
                    <a:cubicBezTo>
                      <a:pt x="432" y="884"/>
                      <a:pt x="430" y="883"/>
                      <a:pt x="429" y="881"/>
                    </a:cubicBezTo>
                    <a:cubicBezTo>
                      <a:pt x="428" y="878"/>
                      <a:pt x="428" y="878"/>
                      <a:pt x="428" y="877"/>
                    </a:cubicBezTo>
                    <a:cubicBezTo>
                      <a:pt x="427" y="877"/>
                      <a:pt x="426" y="875"/>
                      <a:pt x="425" y="875"/>
                    </a:cubicBezTo>
                    <a:cubicBezTo>
                      <a:pt x="424" y="875"/>
                      <a:pt x="422" y="876"/>
                      <a:pt x="420" y="875"/>
                    </a:cubicBezTo>
                    <a:cubicBezTo>
                      <a:pt x="419" y="875"/>
                      <a:pt x="412" y="870"/>
                      <a:pt x="412" y="870"/>
                    </a:cubicBezTo>
                    <a:cubicBezTo>
                      <a:pt x="404" y="868"/>
                      <a:pt x="404" y="868"/>
                      <a:pt x="404" y="868"/>
                    </a:cubicBezTo>
                    <a:cubicBezTo>
                      <a:pt x="404" y="868"/>
                      <a:pt x="396" y="870"/>
                      <a:pt x="395" y="869"/>
                    </a:cubicBezTo>
                    <a:cubicBezTo>
                      <a:pt x="395" y="868"/>
                      <a:pt x="393" y="870"/>
                      <a:pt x="391" y="870"/>
                    </a:cubicBezTo>
                    <a:cubicBezTo>
                      <a:pt x="389" y="870"/>
                      <a:pt x="388" y="869"/>
                      <a:pt x="388" y="869"/>
                    </a:cubicBezTo>
                    <a:cubicBezTo>
                      <a:pt x="388" y="869"/>
                      <a:pt x="386" y="868"/>
                      <a:pt x="385" y="867"/>
                    </a:cubicBezTo>
                    <a:cubicBezTo>
                      <a:pt x="384" y="866"/>
                      <a:pt x="383" y="866"/>
                      <a:pt x="382" y="865"/>
                    </a:cubicBezTo>
                    <a:cubicBezTo>
                      <a:pt x="381" y="865"/>
                      <a:pt x="380" y="864"/>
                      <a:pt x="379" y="864"/>
                    </a:cubicBezTo>
                    <a:cubicBezTo>
                      <a:pt x="378" y="863"/>
                      <a:pt x="378" y="863"/>
                      <a:pt x="377" y="863"/>
                    </a:cubicBezTo>
                    <a:cubicBezTo>
                      <a:pt x="376" y="861"/>
                      <a:pt x="375" y="860"/>
                      <a:pt x="374" y="859"/>
                    </a:cubicBezTo>
                    <a:cubicBezTo>
                      <a:pt x="373" y="859"/>
                      <a:pt x="373" y="857"/>
                      <a:pt x="372" y="856"/>
                    </a:cubicBezTo>
                    <a:cubicBezTo>
                      <a:pt x="371" y="855"/>
                      <a:pt x="368" y="855"/>
                      <a:pt x="368" y="855"/>
                    </a:cubicBezTo>
                    <a:cubicBezTo>
                      <a:pt x="368" y="855"/>
                      <a:pt x="367" y="858"/>
                      <a:pt x="366" y="857"/>
                    </a:cubicBezTo>
                    <a:cubicBezTo>
                      <a:pt x="365" y="857"/>
                      <a:pt x="364" y="857"/>
                      <a:pt x="362" y="855"/>
                    </a:cubicBezTo>
                    <a:cubicBezTo>
                      <a:pt x="361" y="853"/>
                      <a:pt x="360" y="853"/>
                      <a:pt x="360" y="852"/>
                    </a:cubicBezTo>
                    <a:cubicBezTo>
                      <a:pt x="359" y="850"/>
                      <a:pt x="360" y="851"/>
                      <a:pt x="361" y="850"/>
                    </a:cubicBezTo>
                    <a:cubicBezTo>
                      <a:pt x="362" y="849"/>
                      <a:pt x="363" y="848"/>
                      <a:pt x="363" y="847"/>
                    </a:cubicBezTo>
                    <a:cubicBezTo>
                      <a:pt x="363" y="846"/>
                      <a:pt x="366" y="845"/>
                      <a:pt x="367" y="845"/>
                    </a:cubicBezTo>
                    <a:cubicBezTo>
                      <a:pt x="367" y="844"/>
                      <a:pt x="369" y="843"/>
                      <a:pt x="371" y="842"/>
                    </a:cubicBezTo>
                    <a:cubicBezTo>
                      <a:pt x="372" y="841"/>
                      <a:pt x="372" y="839"/>
                      <a:pt x="373" y="838"/>
                    </a:cubicBezTo>
                    <a:cubicBezTo>
                      <a:pt x="374" y="836"/>
                      <a:pt x="373" y="836"/>
                      <a:pt x="373" y="835"/>
                    </a:cubicBezTo>
                    <a:cubicBezTo>
                      <a:pt x="373" y="833"/>
                      <a:pt x="373" y="832"/>
                      <a:pt x="373" y="832"/>
                    </a:cubicBezTo>
                    <a:cubicBezTo>
                      <a:pt x="373" y="831"/>
                      <a:pt x="369" y="825"/>
                      <a:pt x="368" y="824"/>
                    </a:cubicBezTo>
                    <a:cubicBezTo>
                      <a:pt x="367" y="823"/>
                      <a:pt x="366" y="822"/>
                      <a:pt x="366" y="820"/>
                    </a:cubicBezTo>
                    <a:cubicBezTo>
                      <a:pt x="366" y="819"/>
                      <a:pt x="367" y="819"/>
                      <a:pt x="367" y="818"/>
                    </a:cubicBezTo>
                    <a:cubicBezTo>
                      <a:pt x="368" y="816"/>
                      <a:pt x="369" y="816"/>
                      <a:pt x="370" y="814"/>
                    </a:cubicBezTo>
                    <a:cubicBezTo>
                      <a:pt x="371" y="812"/>
                      <a:pt x="372" y="812"/>
                      <a:pt x="373" y="808"/>
                    </a:cubicBezTo>
                    <a:cubicBezTo>
                      <a:pt x="373" y="808"/>
                      <a:pt x="371" y="807"/>
                      <a:pt x="370" y="807"/>
                    </a:cubicBezTo>
                    <a:cubicBezTo>
                      <a:pt x="370" y="807"/>
                      <a:pt x="366" y="811"/>
                      <a:pt x="364" y="811"/>
                    </a:cubicBezTo>
                    <a:cubicBezTo>
                      <a:pt x="361" y="812"/>
                      <a:pt x="364" y="811"/>
                      <a:pt x="364" y="810"/>
                    </a:cubicBezTo>
                    <a:cubicBezTo>
                      <a:pt x="363" y="808"/>
                      <a:pt x="363" y="806"/>
                      <a:pt x="363" y="805"/>
                    </a:cubicBezTo>
                    <a:cubicBezTo>
                      <a:pt x="363" y="803"/>
                      <a:pt x="360" y="804"/>
                      <a:pt x="359" y="802"/>
                    </a:cubicBezTo>
                    <a:cubicBezTo>
                      <a:pt x="357" y="801"/>
                      <a:pt x="356" y="802"/>
                      <a:pt x="355" y="802"/>
                    </a:cubicBezTo>
                    <a:cubicBezTo>
                      <a:pt x="355" y="801"/>
                      <a:pt x="352" y="804"/>
                      <a:pt x="351" y="804"/>
                    </a:cubicBezTo>
                    <a:cubicBezTo>
                      <a:pt x="351" y="804"/>
                      <a:pt x="349" y="806"/>
                      <a:pt x="349" y="806"/>
                    </a:cubicBezTo>
                    <a:cubicBezTo>
                      <a:pt x="349" y="806"/>
                      <a:pt x="341" y="809"/>
                      <a:pt x="338" y="809"/>
                    </a:cubicBezTo>
                    <a:cubicBezTo>
                      <a:pt x="337" y="809"/>
                      <a:pt x="337" y="809"/>
                      <a:pt x="337" y="809"/>
                    </a:cubicBezTo>
                    <a:cubicBezTo>
                      <a:pt x="336" y="809"/>
                      <a:pt x="333" y="811"/>
                      <a:pt x="332" y="810"/>
                    </a:cubicBezTo>
                    <a:cubicBezTo>
                      <a:pt x="331" y="809"/>
                      <a:pt x="330" y="810"/>
                      <a:pt x="328" y="807"/>
                    </a:cubicBezTo>
                    <a:cubicBezTo>
                      <a:pt x="327" y="805"/>
                      <a:pt x="326" y="808"/>
                      <a:pt x="326" y="807"/>
                    </a:cubicBezTo>
                    <a:cubicBezTo>
                      <a:pt x="325" y="806"/>
                      <a:pt x="324" y="808"/>
                      <a:pt x="323" y="807"/>
                    </a:cubicBezTo>
                    <a:cubicBezTo>
                      <a:pt x="323" y="807"/>
                      <a:pt x="320" y="809"/>
                      <a:pt x="319" y="808"/>
                    </a:cubicBezTo>
                    <a:cubicBezTo>
                      <a:pt x="318" y="807"/>
                      <a:pt x="317" y="808"/>
                      <a:pt x="316" y="807"/>
                    </a:cubicBezTo>
                    <a:cubicBezTo>
                      <a:pt x="316" y="807"/>
                      <a:pt x="313" y="806"/>
                      <a:pt x="312" y="806"/>
                    </a:cubicBezTo>
                    <a:cubicBezTo>
                      <a:pt x="311" y="806"/>
                      <a:pt x="309" y="808"/>
                      <a:pt x="309" y="808"/>
                    </a:cubicBezTo>
                    <a:cubicBezTo>
                      <a:pt x="308" y="808"/>
                      <a:pt x="306" y="810"/>
                      <a:pt x="306" y="810"/>
                    </a:cubicBezTo>
                    <a:cubicBezTo>
                      <a:pt x="306" y="810"/>
                      <a:pt x="300" y="814"/>
                      <a:pt x="297" y="813"/>
                    </a:cubicBezTo>
                    <a:cubicBezTo>
                      <a:pt x="297" y="813"/>
                      <a:pt x="295" y="812"/>
                      <a:pt x="295" y="812"/>
                    </a:cubicBezTo>
                    <a:cubicBezTo>
                      <a:pt x="293" y="809"/>
                      <a:pt x="293" y="809"/>
                      <a:pt x="293" y="809"/>
                    </a:cubicBezTo>
                    <a:cubicBezTo>
                      <a:pt x="282" y="808"/>
                      <a:pt x="282" y="808"/>
                      <a:pt x="282" y="808"/>
                    </a:cubicBezTo>
                    <a:cubicBezTo>
                      <a:pt x="282" y="808"/>
                      <a:pt x="277" y="809"/>
                      <a:pt x="276" y="809"/>
                    </a:cubicBezTo>
                    <a:cubicBezTo>
                      <a:pt x="276" y="809"/>
                      <a:pt x="272" y="809"/>
                      <a:pt x="270" y="809"/>
                    </a:cubicBezTo>
                    <a:cubicBezTo>
                      <a:pt x="268" y="810"/>
                      <a:pt x="269" y="810"/>
                      <a:pt x="268" y="810"/>
                    </a:cubicBezTo>
                    <a:cubicBezTo>
                      <a:pt x="267" y="809"/>
                      <a:pt x="265" y="812"/>
                      <a:pt x="264" y="812"/>
                    </a:cubicBezTo>
                    <a:cubicBezTo>
                      <a:pt x="262" y="812"/>
                      <a:pt x="258" y="814"/>
                      <a:pt x="257" y="814"/>
                    </a:cubicBezTo>
                    <a:cubicBezTo>
                      <a:pt x="256" y="814"/>
                      <a:pt x="247" y="815"/>
                      <a:pt x="244" y="815"/>
                    </a:cubicBezTo>
                    <a:cubicBezTo>
                      <a:pt x="241" y="814"/>
                      <a:pt x="240" y="817"/>
                      <a:pt x="239" y="817"/>
                    </a:cubicBezTo>
                    <a:cubicBezTo>
                      <a:pt x="238" y="817"/>
                      <a:pt x="237" y="819"/>
                      <a:pt x="236" y="819"/>
                    </a:cubicBezTo>
                    <a:cubicBezTo>
                      <a:pt x="235" y="820"/>
                      <a:pt x="233" y="821"/>
                      <a:pt x="232" y="822"/>
                    </a:cubicBezTo>
                    <a:cubicBezTo>
                      <a:pt x="231" y="822"/>
                      <a:pt x="228" y="825"/>
                      <a:pt x="227" y="825"/>
                    </a:cubicBezTo>
                    <a:cubicBezTo>
                      <a:pt x="226" y="825"/>
                      <a:pt x="226" y="823"/>
                      <a:pt x="226" y="823"/>
                    </a:cubicBezTo>
                    <a:cubicBezTo>
                      <a:pt x="226" y="823"/>
                      <a:pt x="216" y="827"/>
                      <a:pt x="216" y="826"/>
                    </a:cubicBezTo>
                    <a:cubicBezTo>
                      <a:pt x="215" y="826"/>
                      <a:pt x="214" y="828"/>
                      <a:pt x="213" y="829"/>
                    </a:cubicBezTo>
                    <a:cubicBezTo>
                      <a:pt x="212" y="829"/>
                      <a:pt x="211" y="831"/>
                      <a:pt x="210" y="831"/>
                    </a:cubicBezTo>
                    <a:cubicBezTo>
                      <a:pt x="209" y="832"/>
                      <a:pt x="207" y="834"/>
                      <a:pt x="207" y="834"/>
                    </a:cubicBezTo>
                    <a:cubicBezTo>
                      <a:pt x="204" y="837"/>
                      <a:pt x="204" y="837"/>
                      <a:pt x="204" y="837"/>
                    </a:cubicBezTo>
                    <a:cubicBezTo>
                      <a:pt x="204" y="837"/>
                      <a:pt x="202" y="838"/>
                      <a:pt x="201" y="837"/>
                    </a:cubicBezTo>
                    <a:cubicBezTo>
                      <a:pt x="201" y="837"/>
                      <a:pt x="199" y="838"/>
                      <a:pt x="198" y="837"/>
                    </a:cubicBezTo>
                    <a:cubicBezTo>
                      <a:pt x="196" y="837"/>
                      <a:pt x="196" y="838"/>
                      <a:pt x="195" y="836"/>
                    </a:cubicBezTo>
                    <a:cubicBezTo>
                      <a:pt x="195" y="835"/>
                      <a:pt x="193" y="835"/>
                      <a:pt x="193" y="835"/>
                    </a:cubicBezTo>
                    <a:cubicBezTo>
                      <a:pt x="193" y="834"/>
                      <a:pt x="190" y="836"/>
                      <a:pt x="189" y="835"/>
                    </a:cubicBezTo>
                    <a:cubicBezTo>
                      <a:pt x="188" y="833"/>
                      <a:pt x="188" y="834"/>
                      <a:pt x="187" y="832"/>
                    </a:cubicBezTo>
                    <a:cubicBezTo>
                      <a:pt x="186" y="831"/>
                      <a:pt x="185" y="833"/>
                      <a:pt x="184" y="833"/>
                    </a:cubicBezTo>
                    <a:cubicBezTo>
                      <a:pt x="183" y="832"/>
                      <a:pt x="181" y="833"/>
                      <a:pt x="181" y="833"/>
                    </a:cubicBezTo>
                    <a:cubicBezTo>
                      <a:pt x="178" y="834"/>
                      <a:pt x="178" y="834"/>
                      <a:pt x="178" y="834"/>
                    </a:cubicBezTo>
                    <a:cubicBezTo>
                      <a:pt x="178" y="834"/>
                      <a:pt x="174" y="835"/>
                      <a:pt x="173" y="835"/>
                    </a:cubicBezTo>
                    <a:cubicBezTo>
                      <a:pt x="172" y="835"/>
                      <a:pt x="168" y="834"/>
                      <a:pt x="168" y="833"/>
                    </a:cubicBezTo>
                    <a:cubicBezTo>
                      <a:pt x="168" y="833"/>
                      <a:pt x="164" y="834"/>
                      <a:pt x="163" y="832"/>
                    </a:cubicBezTo>
                    <a:cubicBezTo>
                      <a:pt x="163" y="831"/>
                      <a:pt x="156" y="830"/>
                      <a:pt x="156" y="828"/>
                    </a:cubicBezTo>
                    <a:cubicBezTo>
                      <a:pt x="156" y="827"/>
                      <a:pt x="155" y="827"/>
                      <a:pt x="154" y="826"/>
                    </a:cubicBezTo>
                    <a:cubicBezTo>
                      <a:pt x="154" y="825"/>
                      <a:pt x="152" y="825"/>
                      <a:pt x="152" y="824"/>
                    </a:cubicBezTo>
                    <a:cubicBezTo>
                      <a:pt x="152" y="824"/>
                      <a:pt x="151" y="825"/>
                      <a:pt x="150" y="826"/>
                    </a:cubicBezTo>
                    <a:cubicBezTo>
                      <a:pt x="149" y="826"/>
                      <a:pt x="148" y="828"/>
                      <a:pt x="147" y="829"/>
                    </a:cubicBezTo>
                    <a:cubicBezTo>
                      <a:pt x="146" y="831"/>
                      <a:pt x="147" y="831"/>
                      <a:pt x="147" y="833"/>
                    </a:cubicBezTo>
                    <a:cubicBezTo>
                      <a:pt x="146" y="834"/>
                      <a:pt x="143" y="840"/>
                      <a:pt x="143" y="840"/>
                    </a:cubicBezTo>
                    <a:cubicBezTo>
                      <a:pt x="143" y="840"/>
                      <a:pt x="142" y="842"/>
                      <a:pt x="142" y="843"/>
                    </a:cubicBezTo>
                    <a:cubicBezTo>
                      <a:pt x="142" y="844"/>
                      <a:pt x="141" y="846"/>
                      <a:pt x="141" y="846"/>
                    </a:cubicBezTo>
                    <a:cubicBezTo>
                      <a:pt x="140" y="847"/>
                      <a:pt x="139" y="849"/>
                      <a:pt x="139" y="850"/>
                    </a:cubicBezTo>
                    <a:cubicBezTo>
                      <a:pt x="138" y="850"/>
                      <a:pt x="136" y="853"/>
                      <a:pt x="135" y="852"/>
                    </a:cubicBezTo>
                    <a:cubicBezTo>
                      <a:pt x="135" y="852"/>
                      <a:pt x="132" y="855"/>
                      <a:pt x="132" y="855"/>
                    </a:cubicBezTo>
                    <a:cubicBezTo>
                      <a:pt x="126" y="858"/>
                      <a:pt x="126" y="858"/>
                      <a:pt x="126" y="858"/>
                    </a:cubicBezTo>
                    <a:cubicBezTo>
                      <a:pt x="126" y="858"/>
                      <a:pt x="122" y="860"/>
                      <a:pt x="121" y="859"/>
                    </a:cubicBezTo>
                    <a:cubicBezTo>
                      <a:pt x="120" y="859"/>
                      <a:pt x="118" y="861"/>
                      <a:pt x="117" y="861"/>
                    </a:cubicBezTo>
                    <a:cubicBezTo>
                      <a:pt x="117" y="861"/>
                      <a:pt x="115" y="864"/>
                      <a:pt x="113" y="866"/>
                    </a:cubicBezTo>
                    <a:cubicBezTo>
                      <a:pt x="111" y="868"/>
                      <a:pt x="110" y="869"/>
                      <a:pt x="109" y="870"/>
                    </a:cubicBezTo>
                    <a:cubicBezTo>
                      <a:pt x="108" y="871"/>
                      <a:pt x="106" y="874"/>
                      <a:pt x="106" y="874"/>
                    </a:cubicBezTo>
                    <a:cubicBezTo>
                      <a:pt x="106" y="875"/>
                      <a:pt x="103" y="878"/>
                      <a:pt x="103" y="879"/>
                    </a:cubicBezTo>
                    <a:cubicBezTo>
                      <a:pt x="102" y="880"/>
                      <a:pt x="102" y="883"/>
                      <a:pt x="102" y="883"/>
                    </a:cubicBezTo>
                    <a:cubicBezTo>
                      <a:pt x="102" y="883"/>
                      <a:pt x="99" y="898"/>
                      <a:pt x="99" y="900"/>
                    </a:cubicBezTo>
                    <a:cubicBezTo>
                      <a:pt x="99" y="901"/>
                      <a:pt x="99" y="903"/>
                      <a:pt x="100" y="903"/>
                    </a:cubicBezTo>
                    <a:cubicBezTo>
                      <a:pt x="100" y="903"/>
                      <a:pt x="100" y="907"/>
                      <a:pt x="100" y="908"/>
                    </a:cubicBezTo>
                    <a:cubicBezTo>
                      <a:pt x="100" y="909"/>
                      <a:pt x="100" y="910"/>
                      <a:pt x="99" y="911"/>
                    </a:cubicBezTo>
                    <a:cubicBezTo>
                      <a:pt x="98" y="912"/>
                      <a:pt x="97" y="914"/>
                      <a:pt x="96" y="915"/>
                    </a:cubicBezTo>
                    <a:cubicBezTo>
                      <a:pt x="96" y="916"/>
                      <a:pt x="94" y="918"/>
                      <a:pt x="93" y="919"/>
                    </a:cubicBezTo>
                    <a:cubicBezTo>
                      <a:pt x="93" y="919"/>
                      <a:pt x="92" y="920"/>
                      <a:pt x="91" y="922"/>
                    </a:cubicBezTo>
                    <a:cubicBezTo>
                      <a:pt x="89" y="924"/>
                      <a:pt x="88" y="923"/>
                      <a:pt x="87" y="924"/>
                    </a:cubicBezTo>
                    <a:cubicBezTo>
                      <a:pt x="85" y="925"/>
                      <a:pt x="85" y="926"/>
                      <a:pt x="85" y="926"/>
                    </a:cubicBezTo>
                    <a:cubicBezTo>
                      <a:pt x="83" y="929"/>
                      <a:pt x="83" y="929"/>
                      <a:pt x="83" y="929"/>
                    </a:cubicBezTo>
                    <a:cubicBezTo>
                      <a:pt x="83" y="929"/>
                      <a:pt x="81" y="931"/>
                      <a:pt x="80" y="931"/>
                    </a:cubicBezTo>
                    <a:cubicBezTo>
                      <a:pt x="79" y="932"/>
                      <a:pt x="78" y="933"/>
                      <a:pt x="76" y="934"/>
                    </a:cubicBezTo>
                    <a:cubicBezTo>
                      <a:pt x="75" y="935"/>
                      <a:pt x="72" y="937"/>
                      <a:pt x="72" y="936"/>
                    </a:cubicBezTo>
                    <a:cubicBezTo>
                      <a:pt x="71" y="936"/>
                      <a:pt x="58" y="941"/>
                      <a:pt x="57" y="941"/>
                    </a:cubicBezTo>
                    <a:cubicBezTo>
                      <a:pt x="56" y="942"/>
                      <a:pt x="54" y="945"/>
                      <a:pt x="53" y="946"/>
                    </a:cubicBezTo>
                    <a:cubicBezTo>
                      <a:pt x="113" y="946"/>
                      <a:pt x="113" y="946"/>
                      <a:pt x="113" y="946"/>
                    </a:cubicBezTo>
                    <a:cubicBezTo>
                      <a:pt x="113" y="944"/>
                      <a:pt x="113" y="944"/>
                      <a:pt x="113" y="944"/>
                    </a:cubicBezTo>
                    <a:cubicBezTo>
                      <a:pt x="114" y="946"/>
                      <a:pt x="114" y="946"/>
                      <a:pt x="114" y="946"/>
                    </a:cubicBezTo>
                    <a:cubicBezTo>
                      <a:pt x="114" y="946"/>
                      <a:pt x="114" y="946"/>
                      <a:pt x="114" y="946"/>
                    </a:cubicBezTo>
                    <a:cubicBezTo>
                      <a:pt x="113" y="944"/>
                      <a:pt x="113" y="944"/>
                      <a:pt x="113" y="944"/>
                    </a:cubicBezTo>
                    <a:cubicBezTo>
                      <a:pt x="113" y="946"/>
                      <a:pt x="113" y="946"/>
                      <a:pt x="113" y="946"/>
                    </a:cubicBezTo>
                    <a:cubicBezTo>
                      <a:pt x="53" y="946"/>
                      <a:pt x="53" y="946"/>
                      <a:pt x="53" y="946"/>
                    </a:cubicBezTo>
                    <a:cubicBezTo>
                      <a:pt x="52" y="947"/>
                      <a:pt x="51" y="953"/>
                      <a:pt x="51" y="953"/>
                    </a:cubicBezTo>
                    <a:cubicBezTo>
                      <a:pt x="49" y="957"/>
                      <a:pt x="49" y="957"/>
                      <a:pt x="49" y="957"/>
                    </a:cubicBezTo>
                    <a:cubicBezTo>
                      <a:pt x="49" y="957"/>
                      <a:pt x="45" y="960"/>
                      <a:pt x="44" y="960"/>
                    </a:cubicBezTo>
                    <a:cubicBezTo>
                      <a:pt x="44" y="961"/>
                      <a:pt x="40" y="963"/>
                      <a:pt x="40" y="963"/>
                    </a:cubicBezTo>
                    <a:cubicBezTo>
                      <a:pt x="40" y="963"/>
                      <a:pt x="37" y="967"/>
                      <a:pt x="36" y="967"/>
                    </a:cubicBezTo>
                    <a:cubicBezTo>
                      <a:pt x="35" y="967"/>
                      <a:pt x="35" y="972"/>
                      <a:pt x="35" y="972"/>
                    </a:cubicBezTo>
                    <a:cubicBezTo>
                      <a:pt x="35" y="972"/>
                      <a:pt x="34" y="976"/>
                      <a:pt x="33" y="977"/>
                    </a:cubicBezTo>
                    <a:cubicBezTo>
                      <a:pt x="33" y="977"/>
                      <a:pt x="31" y="982"/>
                      <a:pt x="31" y="982"/>
                    </a:cubicBezTo>
                    <a:cubicBezTo>
                      <a:pt x="31" y="982"/>
                      <a:pt x="28" y="986"/>
                      <a:pt x="27" y="987"/>
                    </a:cubicBezTo>
                    <a:cubicBezTo>
                      <a:pt x="27" y="987"/>
                      <a:pt x="25" y="990"/>
                      <a:pt x="24" y="990"/>
                    </a:cubicBezTo>
                    <a:cubicBezTo>
                      <a:pt x="23" y="991"/>
                      <a:pt x="22" y="992"/>
                      <a:pt x="21" y="993"/>
                    </a:cubicBezTo>
                    <a:cubicBezTo>
                      <a:pt x="20" y="994"/>
                      <a:pt x="19" y="997"/>
                      <a:pt x="19" y="998"/>
                    </a:cubicBezTo>
                    <a:cubicBezTo>
                      <a:pt x="18" y="999"/>
                      <a:pt x="18" y="999"/>
                      <a:pt x="18" y="1001"/>
                    </a:cubicBezTo>
                    <a:cubicBezTo>
                      <a:pt x="17" y="1003"/>
                      <a:pt x="17" y="1005"/>
                      <a:pt x="16" y="1007"/>
                    </a:cubicBezTo>
                    <a:cubicBezTo>
                      <a:pt x="16" y="1008"/>
                      <a:pt x="13" y="1015"/>
                      <a:pt x="11" y="1017"/>
                    </a:cubicBezTo>
                    <a:cubicBezTo>
                      <a:pt x="8" y="1019"/>
                      <a:pt x="7" y="1020"/>
                      <a:pt x="7" y="1021"/>
                    </a:cubicBezTo>
                    <a:cubicBezTo>
                      <a:pt x="6" y="1023"/>
                      <a:pt x="5" y="1024"/>
                      <a:pt x="5" y="1025"/>
                    </a:cubicBezTo>
                    <a:cubicBezTo>
                      <a:pt x="5" y="1026"/>
                      <a:pt x="4" y="1029"/>
                      <a:pt x="3" y="1032"/>
                    </a:cubicBezTo>
                    <a:cubicBezTo>
                      <a:pt x="3" y="1032"/>
                      <a:pt x="3" y="1032"/>
                      <a:pt x="3" y="1032"/>
                    </a:cubicBezTo>
                    <a:cubicBezTo>
                      <a:pt x="3" y="1033"/>
                      <a:pt x="2" y="1033"/>
                      <a:pt x="2" y="1034"/>
                    </a:cubicBezTo>
                    <a:cubicBezTo>
                      <a:pt x="1" y="1037"/>
                      <a:pt x="2" y="1039"/>
                      <a:pt x="2" y="1040"/>
                    </a:cubicBezTo>
                    <a:cubicBezTo>
                      <a:pt x="3" y="1040"/>
                      <a:pt x="3" y="1040"/>
                      <a:pt x="5" y="1039"/>
                    </a:cubicBezTo>
                    <a:cubicBezTo>
                      <a:pt x="7" y="1037"/>
                      <a:pt x="10" y="1044"/>
                      <a:pt x="11" y="1044"/>
                    </a:cubicBezTo>
                    <a:cubicBezTo>
                      <a:pt x="12" y="1044"/>
                      <a:pt x="15" y="1053"/>
                      <a:pt x="15" y="1053"/>
                    </a:cubicBezTo>
                    <a:cubicBezTo>
                      <a:pt x="15" y="1054"/>
                      <a:pt x="14" y="1056"/>
                      <a:pt x="12" y="1057"/>
                    </a:cubicBezTo>
                    <a:cubicBezTo>
                      <a:pt x="11" y="1058"/>
                      <a:pt x="11" y="1060"/>
                      <a:pt x="11" y="1060"/>
                    </a:cubicBezTo>
                    <a:cubicBezTo>
                      <a:pt x="11" y="1060"/>
                      <a:pt x="12" y="1063"/>
                      <a:pt x="13" y="1064"/>
                    </a:cubicBezTo>
                    <a:cubicBezTo>
                      <a:pt x="14" y="1064"/>
                      <a:pt x="15" y="1067"/>
                      <a:pt x="15" y="1067"/>
                    </a:cubicBezTo>
                    <a:cubicBezTo>
                      <a:pt x="16" y="1072"/>
                      <a:pt x="16" y="1072"/>
                      <a:pt x="16" y="1072"/>
                    </a:cubicBezTo>
                    <a:cubicBezTo>
                      <a:pt x="16" y="1072"/>
                      <a:pt x="18" y="1079"/>
                      <a:pt x="18" y="1079"/>
                    </a:cubicBezTo>
                    <a:cubicBezTo>
                      <a:pt x="18" y="1080"/>
                      <a:pt x="16" y="1083"/>
                      <a:pt x="16" y="1083"/>
                    </a:cubicBezTo>
                    <a:cubicBezTo>
                      <a:pt x="16" y="1083"/>
                      <a:pt x="12" y="1086"/>
                      <a:pt x="12" y="1091"/>
                    </a:cubicBezTo>
                    <a:cubicBezTo>
                      <a:pt x="12" y="1095"/>
                      <a:pt x="12" y="1097"/>
                      <a:pt x="11" y="1097"/>
                    </a:cubicBezTo>
                    <a:cubicBezTo>
                      <a:pt x="11" y="1097"/>
                      <a:pt x="11" y="1098"/>
                      <a:pt x="11" y="1099"/>
                    </a:cubicBezTo>
                    <a:cubicBezTo>
                      <a:pt x="10" y="1100"/>
                      <a:pt x="10" y="1101"/>
                      <a:pt x="10" y="1101"/>
                    </a:cubicBezTo>
                    <a:cubicBezTo>
                      <a:pt x="10" y="1101"/>
                      <a:pt x="9" y="1107"/>
                      <a:pt x="8" y="1108"/>
                    </a:cubicBezTo>
                    <a:cubicBezTo>
                      <a:pt x="6" y="1109"/>
                      <a:pt x="7" y="1111"/>
                      <a:pt x="7" y="1112"/>
                    </a:cubicBezTo>
                    <a:cubicBezTo>
                      <a:pt x="6" y="1112"/>
                      <a:pt x="3" y="1116"/>
                      <a:pt x="2" y="1117"/>
                    </a:cubicBezTo>
                    <a:cubicBezTo>
                      <a:pt x="0" y="1118"/>
                      <a:pt x="0" y="1121"/>
                      <a:pt x="1" y="1121"/>
                    </a:cubicBezTo>
                    <a:cubicBezTo>
                      <a:pt x="2" y="1121"/>
                      <a:pt x="2" y="1125"/>
                      <a:pt x="3" y="1125"/>
                    </a:cubicBezTo>
                    <a:cubicBezTo>
                      <a:pt x="4" y="1126"/>
                      <a:pt x="4" y="1129"/>
                      <a:pt x="5" y="1128"/>
                    </a:cubicBezTo>
                    <a:cubicBezTo>
                      <a:pt x="6" y="1128"/>
                      <a:pt x="9" y="1133"/>
                      <a:pt x="9" y="1133"/>
                    </a:cubicBezTo>
                    <a:cubicBezTo>
                      <a:pt x="9" y="1133"/>
                      <a:pt x="9" y="1138"/>
                      <a:pt x="10" y="1137"/>
                    </a:cubicBezTo>
                    <a:cubicBezTo>
                      <a:pt x="10" y="1137"/>
                      <a:pt x="9" y="1138"/>
                      <a:pt x="8" y="1139"/>
                    </a:cubicBezTo>
                    <a:cubicBezTo>
                      <a:pt x="7" y="1141"/>
                      <a:pt x="7" y="1142"/>
                      <a:pt x="6" y="1143"/>
                    </a:cubicBezTo>
                    <a:cubicBezTo>
                      <a:pt x="6" y="1144"/>
                      <a:pt x="7" y="1146"/>
                      <a:pt x="7" y="1146"/>
                    </a:cubicBezTo>
                    <a:cubicBezTo>
                      <a:pt x="7" y="1150"/>
                      <a:pt x="7" y="1150"/>
                      <a:pt x="7" y="1150"/>
                    </a:cubicBezTo>
                    <a:cubicBezTo>
                      <a:pt x="7" y="1150"/>
                      <a:pt x="7" y="1152"/>
                      <a:pt x="7" y="1153"/>
                    </a:cubicBezTo>
                    <a:cubicBezTo>
                      <a:pt x="8" y="1153"/>
                      <a:pt x="8" y="1153"/>
                      <a:pt x="8" y="1154"/>
                    </a:cubicBezTo>
                    <a:cubicBezTo>
                      <a:pt x="8" y="1154"/>
                      <a:pt x="9" y="1156"/>
                      <a:pt x="9" y="1156"/>
                    </a:cubicBezTo>
                    <a:cubicBezTo>
                      <a:pt x="9" y="1156"/>
                      <a:pt x="11" y="1156"/>
                      <a:pt x="12" y="1156"/>
                    </a:cubicBezTo>
                    <a:cubicBezTo>
                      <a:pt x="13" y="1156"/>
                      <a:pt x="12" y="1158"/>
                      <a:pt x="13" y="1159"/>
                    </a:cubicBezTo>
                    <a:cubicBezTo>
                      <a:pt x="13" y="1160"/>
                      <a:pt x="15" y="1161"/>
                      <a:pt x="16" y="1160"/>
                    </a:cubicBezTo>
                    <a:cubicBezTo>
                      <a:pt x="17" y="1160"/>
                      <a:pt x="17" y="1161"/>
                      <a:pt x="18" y="1160"/>
                    </a:cubicBezTo>
                    <a:cubicBezTo>
                      <a:pt x="19" y="1159"/>
                      <a:pt x="22" y="1160"/>
                      <a:pt x="23" y="1160"/>
                    </a:cubicBezTo>
                    <a:cubicBezTo>
                      <a:pt x="24" y="1160"/>
                      <a:pt x="26" y="1162"/>
                      <a:pt x="26" y="1162"/>
                    </a:cubicBezTo>
                    <a:cubicBezTo>
                      <a:pt x="26" y="1166"/>
                      <a:pt x="26" y="1166"/>
                      <a:pt x="26" y="1166"/>
                    </a:cubicBezTo>
                    <a:cubicBezTo>
                      <a:pt x="26" y="1166"/>
                      <a:pt x="26" y="1168"/>
                      <a:pt x="26" y="1169"/>
                    </a:cubicBezTo>
                    <a:cubicBezTo>
                      <a:pt x="26" y="1169"/>
                      <a:pt x="27" y="1171"/>
                      <a:pt x="28" y="1170"/>
                    </a:cubicBezTo>
                    <a:cubicBezTo>
                      <a:pt x="28" y="1170"/>
                      <a:pt x="29" y="1172"/>
                      <a:pt x="31" y="1173"/>
                    </a:cubicBezTo>
                    <a:cubicBezTo>
                      <a:pt x="31" y="1174"/>
                      <a:pt x="31" y="1174"/>
                      <a:pt x="32" y="1174"/>
                    </a:cubicBezTo>
                    <a:cubicBezTo>
                      <a:pt x="32" y="1174"/>
                      <a:pt x="33" y="1177"/>
                      <a:pt x="34" y="1178"/>
                    </a:cubicBezTo>
                    <a:cubicBezTo>
                      <a:pt x="35" y="1179"/>
                      <a:pt x="36" y="1181"/>
                      <a:pt x="37" y="1182"/>
                    </a:cubicBezTo>
                    <a:cubicBezTo>
                      <a:pt x="38" y="1182"/>
                      <a:pt x="41" y="1183"/>
                      <a:pt x="41" y="1183"/>
                    </a:cubicBezTo>
                    <a:cubicBezTo>
                      <a:pt x="41" y="1183"/>
                      <a:pt x="46" y="1188"/>
                      <a:pt x="51" y="1195"/>
                    </a:cubicBezTo>
                    <a:cubicBezTo>
                      <a:pt x="52" y="1198"/>
                      <a:pt x="53" y="1199"/>
                      <a:pt x="53" y="1200"/>
                    </a:cubicBezTo>
                    <a:cubicBezTo>
                      <a:pt x="53" y="1200"/>
                      <a:pt x="53" y="1200"/>
                      <a:pt x="53" y="1200"/>
                    </a:cubicBezTo>
                    <a:cubicBezTo>
                      <a:pt x="54" y="1201"/>
                      <a:pt x="56" y="1203"/>
                      <a:pt x="56" y="1204"/>
                    </a:cubicBezTo>
                    <a:cubicBezTo>
                      <a:pt x="57" y="1205"/>
                      <a:pt x="59" y="1210"/>
                      <a:pt x="59" y="1211"/>
                    </a:cubicBezTo>
                    <a:cubicBezTo>
                      <a:pt x="59" y="1212"/>
                      <a:pt x="59" y="1215"/>
                      <a:pt x="59" y="1215"/>
                    </a:cubicBezTo>
                    <a:cubicBezTo>
                      <a:pt x="60" y="1217"/>
                      <a:pt x="60" y="1217"/>
                      <a:pt x="60" y="1217"/>
                    </a:cubicBezTo>
                    <a:cubicBezTo>
                      <a:pt x="60" y="1217"/>
                      <a:pt x="63" y="1217"/>
                      <a:pt x="64" y="1217"/>
                    </a:cubicBezTo>
                    <a:cubicBezTo>
                      <a:pt x="65" y="1217"/>
                      <a:pt x="65" y="1219"/>
                      <a:pt x="65" y="1220"/>
                    </a:cubicBezTo>
                    <a:cubicBezTo>
                      <a:pt x="66" y="1220"/>
                      <a:pt x="69" y="1222"/>
                      <a:pt x="70" y="1222"/>
                    </a:cubicBezTo>
                    <a:cubicBezTo>
                      <a:pt x="71" y="1222"/>
                      <a:pt x="72" y="1226"/>
                      <a:pt x="74" y="1227"/>
                    </a:cubicBezTo>
                    <a:cubicBezTo>
                      <a:pt x="74" y="1228"/>
                      <a:pt x="74" y="1228"/>
                      <a:pt x="75" y="1228"/>
                    </a:cubicBezTo>
                    <a:cubicBezTo>
                      <a:pt x="77" y="1229"/>
                      <a:pt x="80" y="1230"/>
                      <a:pt x="80" y="1230"/>
                    </a:cubicBezTo>
                    <a:cubicBezTo>
                      <a:pt x="80" y="1230"/>
                      <a:pt x="86" y="1232"/>
                      <a:pt x="88" y="1234"/>
                    </a:cubicBezTo>
                    <a:cubicBezTo>
                      <a:pt x="89" y="1237"/>
                      <a:pt x="92" y="1239"/>
                      <a:pt x="93" y="1240"/>
                    </a:cubicBezTo>
                    <a:cubicBezTo>
                      <a:pt x="94" y="1241"/>
                      <a:pt x="96" y="1243"/>
                      <a:pt x="97" y="1244"/>
                    </a:cubicBezTo>
                    <a:cubicBezTo>
                      <a:pt x="98" y="1246"/>
                      <a:pt x="101" y="1246"/>
                      <a:pt x="101" y="1246"/>
                    </a:cubicBezTo>
                    <a:cubicBezTo>
                      <a:pt x="101" y="1246"/>
                      <a:pt x="104" y="1248"/>
                      <a:pt x="104" y="1249"/>
                    </a:cubicBezTo>
                    <a:cubicBezTo>
                      <a:pt x="104" y="1250"/>
                      <a:pt x="107" y="1252"/>
                      <a:pt x="108" y="1252"/>
                    </a:cubicBezTo>
                    <a:cubicBezTo>
                      <a:pt x="108" y="1252"/>
                      <a:pt x="111" y="1255"/>
                      <a:pt x="112" y="1255"/>
                    </a:cubicBezTo>
                    <a:cubicBezTo>
                      <a:pt x="113" y="1256"/>
                      <a:pt x="117" y="1256"/>
                      <a:pt x="118" y="1257"/>
                    </a:cubicBezTo>
                    <a:cubicBezTo>
                      <a:pt x="119" y="1258"/>
                      <a:pt x="123" y="1260"/>
                      <a:pt x="125" y="1260"/>
                    </a:cubicBezTo>
                    <a:cubicBezTo>
                      <a:pt x="126" y="1260"/>
                      <a:pt x="129" y="1261"/>
                      <a:pt x="129" y="1261"/>
                    </a:cubicBezTo>
                    <a:cubicBezTo>
                      <a:pt x="130" y="1260"/>
                      <a:pt x="130" y="1260"/>
                      <a:pt x="130" y="1260"/>
                    </a:cubicBezTo>
                    <a:cubicBezTo>
                      <a:pt x="135" y="1258"/>
                      <a:pt x="137" y="1257"/>
                      <a:pt x="139" y="1255"/>
                    </a:cubicBezTo>
                    <a:cubicBezTo>
                      <a:pt x="141" y="1252"/>
                      <a:pt x="141" y="1254"/>
                      <a:pt x="143" y="1253"/>
                    </a:cubicBezTo>
                    <a:cubicBezTo>
                      <a:pt x="144" y="1253"/>
                      <a:pt x="147" y="1253"/>
                      <a:pt x="150" y="1251"/>
                    </a:cubicBezTo>
                    <a:cubicBezTo>
                      <a:pt x="153" y="1249"/>
                      <a:pt x="154" y="1250"/>
                      <a:pt x="158" y="1249"/>
                    </a:cubicBezTo>
                    <a:cubicBezTo>
                      <a:pt x="162" y="1248"/>
                      <a:pt x="164" y="1249"/>
                      <a:pt x="166" y="1249"/>
                    </a:cubicBezTo>
                    <a:cubicBezTo>
                      <a:pt x="167" y="1248"/>
                      <a:pt x="176" y="1249"/>
                      <a:pt x="179" y="1248"/>
                    </a:cubicBezTo>
                    <a:cubicBezTo>
                      <a:pt x="182" y="1247"/>
                      <a:pt x="184" y="1248"/>
                      <a:pt x="185" y="1248"/>
                    </a:cubicBezTo>
                    <a:cubicBezTo>
                      <a:pt x="186" y="1249"/>
                      <a:pt x="186" y="1249"/>
                      <a:pt x="188" y="1249"/>
                    </a:cubicBezTo>
                    <a:cubicBezTo>
                      <a:pt x="189" y="1249"/>
                      <a:pt x="191" y="1250"/>
                      <a:pt x="194" y="1250"/>
                    </a:cubicBezTo>
                    <a:cubicBezTo>
                      <a:pt x="198" y="1251"/>
                      <a:pt x="198" y="1254"/>
                      <a:pt x="199" y="1256"/>
                    </a:cubicBezTo>
                    <a:cubicBezTo>
                      <a:pt x="200" y="1257"/>
                      <a:pt x="201" y="1255"/>
                      <a:pt x="201" y="1255"/>
                    </a:cubicBezTo>
                    <a:cubicBezTo>
                      <a:pt x="201" y="1255"/>
                      <a:pt x="205" y="1253"/>
                      <a:pt x="208" y="1251"/>
                    </a:cubicBezTo>
                    <a:cubicBezTo>
                      <a:pt x="211" y="1250"/>
                      <a:pt x="213" y="1249"/>
                      <a:pt x="215" y="1248"/>
                    </a:cubicBezTo>
                    <a:cubicBezTo>
                      <a:pt x="217" y="1246"/>
                      <a:pt x="218" y="1246"/>
                      <a:pt x="219" y="1245"/>
                    </a:cubicBezTo>
                    <a:cubicBezTo>
                      <a:pt x="220" y="1245"/>
                      <a:pt x="220" y="1246"/>
                      <a:pt x="224" y="1245"/>
                    </a:cubicBezTo>
                    <a:cubicBezTo>
                      <a:pt x="227" y="1244"/>
                      <a:pt x="227" y="1245"/>
                      <a:pt x="229" y="1244"/>
                    </a:cubicBezTo>
                    <a:cubicBezTo>
                      <a:pt x="230" y="1243"/>
                      <a:pt x="231" y="1243"/>
                      <a:pt x="233" y="1242"/>
                    </a:cubicBezTo>
                    <a:cubicBezTo>
                      <a:pt x="233" y="1242"/>
                      <a:pt x="233" y="1241"/>
                      <a:pt x="233" y="1241"/>
                    </a:cubicBezTo>
                    <a:cubicBezTo>
                      <a:pt x="235" y="1240"/>
                      <a:pt x="236" y="1239"/>
                      <a:pt x="237" y="1239"/>
                    </a:cubicBezTo>
                    <a:cubicBezTo>
                      <a:pt x="239" y="1239"/>
                      <a:pt x="242" y="1238"/>
                      <a:pt x="244" y="1237"/>
                    </a:cubicBezTo>
                    <a:cubicBezTo>
                      <a:pt x="246" y="1236"/>
                      <a:pt x="247" y="1236"/>
                      <a:pt x="249" y="1235"/>
                    </a:cubicBezTo>
                    <a:cubicBezTo>
                      <a:pt x="249" y="1235"/>
                      <a:pt x="249" y="1235"/>
                      <a:pt x="249" y="1235"/>
                    </a:cubicBezTo>
                    <a:cubicBezTo>
                      <a:pt x="251" y="1234"/>
                      <a:pt x="252" y="1234"/>
                      <a:pt x="252" y="1234"/>
                    </a:cubicBezTo>
                    <a:cubicBezTo>
                      <a:pt x="252" y="1234"/>
                      <a:pt x="261" y="1234"/>
                      <a:pt x="263" y="1231"/>
                    </a:cubicBezTo>
                    <a:cubicBezTo>
                      <a:pt x="266" y="1229"/>
                      <a:pt x="267" y="1232"/>
                      <a:pt x="267" y="1232"/>
                    </a:cubicBezTo>
                    <a:cubicBezTo>
                      <a:pt x="267" y="1232"/>
                      <a:pt x="268" y="1232"/>
                      <a:pt x="269" y="1232"/>
                    </a:cubicBezTo>
                    <a:cubicBezTo>
                      <a:pt x="270" y="1232"/>
                      <a:pt x="271" y="1232"/>
                      <a:pt x="273" y="1232"/>
                    </a:cubicBezTo>
                    <a:cubicBezTo>
                      <a:pt x="277" y="1232"/>
                      <a:pt x="279" y="1230"/>
                      <a:pt x="283" y="1232"/>
                    </a:cubicBezTo>
                    <a:cubicBezTo>
                      <a:pt x="286" y="1233"/>
                      <a:pt x="285" y="1235"/>
                      <a:pt x="288" y="1236"/>
                    </a:cubicBezTo>
                    <a:cubicBezTo>
                      <a:pt x="290" y="1236"/>
                      <a:pt x="290" y="1240"/>
                      <a:pt x="293" y="1239"/>
                    </a:cubicBezTo>
                    <a:cubicBezTo>
                      <a:pt x="296" y="1238"/>
                      <a:pt x="296" y="1243"/>
                      <a:pt x="297" y="1244"/>
                    </a:cubicBezTo>
                    <a:cubicBezTo>
                      <a:pt x="299" y="1244"/>
                      <a:pt x="297" y="1248"/>
                      <a:pt x="297" y="1250"/>
                    </a:cubicBezTo>
                    <a:cubicBezTo>
                      <a:pt x="298" y="1252"/>
                      <a:pt x="299" y="1255"/>
                      <a:pt x="301" y="1256"/>
                    </a:cubicBezTo>
                    <a:cubicBezTo>
                      <a:pt x="304" y="1257"/>
                      <a:pt x="305" y="1259"/>
                      <a:pt x="305" y="1258"/>
                    </a:cubicBezTo>
                    <a:cubicBezTo>
                      <a:pt x="306" y="1257"/>
                      <a:pt x="316" y="1258"/>
                      <a:pt x="318" y="1258"/>
                    </a:cubicBezTo>
                    <a:cubicBezTo>
                      <a:pt x="321" y="1259"/>
                      <a:pt x="323" y="1259"/>
                      <a:pt x="324" y="1258"/>
                    </a:cubicBezTo>
                    <a:cubicBezTo>
                      <a:pt x="326" y="1258"/>
                      <a:pt x="329" y="1256"/>
                      <a:pt x="330" y="1256"/>
                    </a:cubicBezTo>
                    <a:cubicBezTo>
                      <a:pt x="332" y="1255"/>
                      <a:pt x="336" y="1253"/>
                      <a:pt x="338" y="1253"/>
                    </a:cubicBezTo>
                    <a:cubicBezTo>
                      <a:pt x="340" y="1252"/>
                      <a:pt x="338" y="1254"/>
                      <a:pt x="338" y="1256"/>
                    </a:cubicBezTo>
                    <a:cubicBezTo>
                      <a:pt x="338" y="1256"/>
                      <a:pt x="338" y="1257"/>
                      <a:pt x="338" y="1258"/>
                    </a:cubicBezTo>
                    <a:cubicBezTo>
                      <a:pt x="338" y="1259"/>
                      <a:pt x="339" y="1260"/>
                      <a:pt x="340" y="1261"/>
                    </a:cubicBezTo>
                    <a:cubicBezTo>
                      <a:pt x="341" y="1261"/>
                      <a:pt x="342" y="1264"/>
                      <a:pt x="343" y="1264"/>
                    </a:cubicBezTo>
                    <a:cubicBezTo>
                      <a:pt x="344" y="1264"/>
                      <a:pt x="346" y="1263"/>
                      <a:pt x="348" y="1262"/>
                    </a:cubicBezTo>
                    <a:cubicBezTo>
                      <a:pt x="349" y="1261"/>
                      <a:pt x="350" y="1266"/>
                      <a:pt x="351" y="1266"/>
                    </a:cubicBezTo>
                    <a:cubicBezTo>
                      <a:pt x="352" y="1266"/>
                      <a:pt x="354" y="1273"/>
                      <a:pt x="355" y="1274"/>
                    </a:cubicBezTo>
                    <a:cubicBezTo>
                      <a:pt x="356" y="1274"/>
                      <a:pt x="355" y="1283"/>
                      <a:pt x="356" y="1283"/>
                    </a:cubicBezTo>
                    <a:cubicBezTo>
                      <a:pt x="356" y="1283"/>
                      <a:pt x="354" y="1287"/>
                      <a:pt x="353" y="1288"/>
                    </a:cubicBezTo>
                    <a:cubicBezTo>
                      <a:pt x="352" y="1289"/>
                      <a:pt x="352" y="1289"/>
                      <a:pt x="352" y="1289"/>
                    </a:cubicBezTo>
                    <a:cubicBezTo>
                      <a:pt x="351" y="1290"/>
                      <a:pt x="351" y="1292"/>
                      <a:pt x="351" y="1294"/>
                    </a:cubicBezTo>
                    <a:cubicBezTo>
                      <a:pt x="352" y="1296"/>
                      <a:pt x="351" y="1298"/>
                      <a:pt x="352" y="1301"/>
                    </a:cubicBezTo>
                    <a:cubicBezTo>
                      <a:pt x="352" y="1304"/>
                      <a:pt x="351" y="1305"/>
                      <a:pt x="351" y="1309"/>
                    </a:cubicBezTo>
                    <a:cubicBezTo>
                      <a:pt x="352" y="1313"/>
                      <a:pt x="348" y="1314"/>
                      <a:pt x="347" y="1315"/>
                    </a:cubicBezTo>
                    <a:cubicBezTo>
                      <a:pt x="345" y="1317"/>
                      <a:pt x="345" y="1322"/>
                      <a:pt x="345" y="1324"/>
                    </a:cubicBezTo>
                    <a:cubicBezTo>
                      <a:pt x="346" y="1327"/>
                      <a:pt x="345" y="1331"/>
                      <a:pt x="346" y="1333"/>
                    </a:cubicBezTo>
                    <a:cubicBezTo>
                      <a:pt x="346" y="1334"/>
                      <a:pt x="349" y="1341"/>
                      <a:pt x="350" y="1341"/>
                    </a:cubicBezTo>
                    <a:cubicBezTo>
                      <a:pt x="352" y="1341"/>
                      <a:pt x="353" y="1347"/>
                      <a:pt x="354" y="1346"/>
                    </a:cubicBezTo>
                    <a:cubicBezTo>
                      <a:pt x="355" y="1346"/>
                      <a:pt x="363" y="1355"/>
                      <a:pt x="368" y="1363"/>
                    </a:cubicBezTo>
                    <a:cubicBezTo>
                      <a:pt x="370" y="1366"/>
                      <a:pt x="371" y="1368"/>
                      <a:pt x="372" y="1369"/>
                    </a:cubicBezTo>
                    <a:cubicBezTo>
                      <a:pt x="374" y="1371"/>
                      <a:pt x="374" y="1372"/>
                      <a:pt x="375" y="1372"/>
                    </a:cubicBezTo>
                    <a:cubicBezTo>
                      <a:pt x="377" y="1372"/>
                      <a:pt x="380" y="1378"/>
                      <a:pt x="384" y="1381"/>
                    </a:cubicBezTo>
                    <a:cubicBezTo>
                      <a:pt x="384" y="1381"/>
                      <a:pt x="384" y="1382"/>
                      <a:pt x="384" y="1382"/>
                    </a:cubicBezTo>
                    <a:cubicBezTo>
                      <a:pt x="387" y="1385"/>
                      <a:pt x="387" y="1390"/>
                      <a:pt x="387" y="1391"/>
                    </a:cubicBezTo>
                    <a:cubicBezTo>
                      <a:pt x="387" y="1392"/>
                      <a:pt x="387" y="1393"/>
                      <a:pt x="387" y="1394"/>
                    </a:cubicBezTo>
                    <a:cubicBezTo>
                      <a:pt x="387" y="1395"/>
                      <a:pt x="387" y="1397"/>
                      <a:pt x="387" y="1398"/>
                    </a:cubicBezTo>
                    <a:cubicBezTo>
                      <a:pt x="388" y="1400"/>
                      <a:pt x="390" y="1403"/>
                      <a:pt x="391" y="1405"/>
                    </a:cubicBezTo>
                    <a:cubicBezTo>
                      <a:pt x="393" y="1407"/>
                      <a:pt x="394" y="1413"/>
                      <a:pt x="397" y="1415"/>
                    </a:cubicBezTo>
                    <a:cubicBezTo>
                      <a:pt x="399" y="1417"/>
                      <a:pt x="399" y="1421"/>
                      <a:pt x="401" y="1423"/>
                    </a:cubicBezTo>
                    <a:cubicBezTo>
                      <a:pt x="404" y="1425"/>
                      <a:pt x="401" y="1428"/>
                      <a:pt x="400" y="1430"/>
                    </a:cubicBezTo>
                    <a:cubicBezTo>
                      <a:pt x="399" y="1431"/>
                      <a:pt x="396" y="1434"/>
                      <a:pt x="396" y="1435"/>
                    </a:cubicBezTo>
                    <a:cubicBezTo>
                      <a:pt x="396" y="1436"/>
                      <a:pt x="398" y="1441"/>
                      <a:pt x="401" y="1445"/>
                    </a:cubicBezTo>
                    <a:cubicBezTo>
                      <a:pt x="403" y="1449"/>
                      <a:pt x="404" y="1455"/>
                      <a:pt x="406" y="1458"/>
                    </a:cubicBezTo>
                    <a:cubicBezTo>
                      <a:pt x="408" y="1461"/>
                      <a:pt x="407" y="1464"/>
                      <a:pt x="407" y="1465"/>
                    </a:cubicBezTo>
                    <a:cubicBezTo>
                      <a:pt x="407" y="1466"/>
                      <a:pt x="407" y="1469"/>
                      <a:pt x="408" y="1470"/>
                    </a:cubicBezTo>
                    <a:cubicBezTo>
                      <a:pt x="408" y="1472"/>
                      <a:pt x="406" y="1476"/>
                      <a:pt x="406" y="1476"/>
                    </a:cubicBezTo>
                    <a:cubicBezTo>
                      <a:pt x="406" y="1476"/>
                      <a:pt x="404" y="1479"/>
                      <a:pt x="403" y="1480"/>
                    </a:cubicBezTo>
                    <a:cubicBezTo>
                      <a:pt x="403" y="1481"/>
                      <a:pt x="400" y="1482"/>
                      <a:pt x="399" y="1483"/>
                    </a:cubicBezTo>
                    <a:cubicBezTo>
                      <a:pt x="397" y="1484"/>
                      <a:pt x="395" y="1486"/>
                      <a:pt x="394" y="1488"/>
                    </a:cubicBezTo>
                    <a:cubicBezTo>
                      <a:pt x="392" y="1490"/>
                      <a:pt x="391" y="1493"/>
                      <a:pt x="392" y="1495"/>
                    </a:cubicBezTo>
                    <a:cubicBezTo>
                      <a:pt x="392" y="1496"/>
                      <a:pt x="389" y="1499"/>
                      <a:pt x="389" y="1499"/>
                    </a:cubicBezTo>
                    <a:cubicBezTo>
                      <a:pt x="388" y="1500"/>
                      <a:pt x="386" y="1507"/>
                      <a:pt x="387" y="1508"/>
                    </a:cubicBezTo>
                    <a:cubicBezTo>
                      <a:pt x="387" y="1510"/>
                      <a:pt x="386" y="1515"/>
                      <a:pt x="386" y="1516"/>
                    </a:cubicBezTo>
                    <a:cubicBezTo>
                      <a:pt x="386" y="1517"/>
                      <a:pt x="383" y="1522"/>
                      <a:pt x="383" y="1523"/>
                    </a:cubicBezTo>
                    <a:cubicBezTo>
                      <a:pt x="383" y="1523"/>
                      <a:pt x="382" y="1525"/>
                      <a:pt x="382" y="1527"/>
                    </a:cubicBezTo>
                    <a:cubicBezTo>
                      <a:pt x="381" y="1529"/>
                      <a:pt x="380" y="1533"/>
                      <a:pt x="380" y="1533"/>
                    </a:cubicBezTo>
                    <a:cubicBezTo>
                      <a:pt x="380" y="1542"/>
                      <a:pt x="380" y="1542"/>
                      <a:pt x="380" y="1542"/>
                    </a:cubicBezTo>
                    <a:cubicBezTo>
                      <a:pt x="380" y="1542"/>
                      <a:pt x="380" y="1543"/>
                      <a:pt x="380" y="1544"/>
                    </a:cubicBezTo>
                    <a:cubicBezTo>
                      <a:pt x="380" y="1548"/>
                      <a:pt x="379" y="1557"/>
                      <a:pt x="381" y="1560"/>
                    </a:cubicBezTo>
                    <a:cubicBezTo>
                      <a:pt x="383" y="1563"/>
                      <a:pt x="382" y="1564"/>
                      <a:pt x="383" y="1565"/>
                    </a:cubicBezTo>
                    <a:cubicBezTo>
                      <a:pt x="383" y="1566"/>
                      <a:pt x="385" y="1567"/>
                      <a:pt x="387" y="1568"/>
                    </a:cubicBezTo>
                    <a:cubicBezTo>
                      <a:pt x="388" y="1568"/>
                      <a:pt x="389" y="1571"/>
                      <a:pt x="390" y="1572"/>
                    </a:cubicBezTo>
                    <a:cubicBezTo>
                      <a:pt x="391" y="1572"/>
                      <a:pt x="393" y="1577"/>
                      <a:pt x="394" y="1577"/>
                    </a:cubicBezTo>
                    <a:cubicBezTo>
                      <a:pt x="395" y="1577"/>
                      <a:pt x="396" y="1583"/>
                      <a:pt x="396" y="1583"/>
                    </a:cubicBezTo>
                    <a:cubicBezTo>
                      <a:pt x="396" y="1583"/>
                      <a:pt x="398" y="1589"/>
                      <a:pt x="399" y="1588"/>
                    </a:cubicBezTo>
                    <a:cubicBezTo>
                      <a:pt x="400" y="1588"/>
                      <a:pt x="402" y="1597"/>
                      <a:pt x="402" y="1597"/>
                    </a:cubicBezTo>
                    <a:cubicBezTo>
                      <a:pt x="404" y="1602"/>
                      <a:pt x="404" y="1602"/>
                      <a:pt x="404" y="1602"/>
                    </a:cubicBezTo>
                    <a:cubicBezTo>
                      <a:pt x="404" y="1602"/>
                      <a:pt x="405" y="1602"/>
                      <a:pt x="406" y="1603"/>
                    </a:cubicBezTo>
                    <a:cubicBezTo>
                      <a:pt x="407" y="1604"/>
                      <a:pt x="407" y="1606"/>
                      <a:pt x="408" y="1606"/>
                    </a:cubicBezTo>
                    <a:cubicBezTo>
                      <a:pt x="409" y="1607"/>
                      <a:pt x="409" y="1608"/>
                      <a:pt x="413" y="1611"/>
                    </a:cubicBezTo>
                    <a:cubicBezTo>
                      <a:pt x="416" y="1614"/>
                      <a:pt x="415" y="1616"/>
                      <a:pt x="416" y="1617"/>
                    </a:cubicBezTo>
                    <a:cubicBezTo>
                      <a:pt x="416" y="1618"/>
                      <a:pt x="417" y="1621"/>
                      <a:pt x="417" y="1622"/>
                    </a:cubicBezTo>
                    <a:cubicBezTo>
                      <a:pt x="417" y="1623"/>
                      <a:pt x="417" y="1627"/>
                      <a:pt x="417" y="1627"/>
                    </a:cubicBezTo>
                    <a:cubicBezTo>
                      <a:pt x="417" y="1627"/>
                      <a:pt x="414" y="1636"/>
                      <a:pt x="414" y="1637"/>
                    </a:cubicBezTo>
                    <a:cubicBezTo>
                      <a:pt x="414" y="1638"/>
                      <a:pt x="414" y="1639"/>
                      <a:pt x="415" y="1641"/>
                    </a:cubicBezTo>
                    <a:cubicBezTo>
                      <a:pt x="417" y="1642"/>
                      <a:pt x="417" y="1644"/>
                      <a:pt x="418" y="1645"/>
                    </a:cubicBezTo>
                    <a:cubicBezTo>
                      <a:pt x="419" y="1645"/>
                      <a:pt x="419" y="1649"/>
                      <a:pt x="420" y="1649"/>
                    </a:cubicBezTo>
                    <a:cubicBezTo>
                      <a:pt x="420" y="1648"/>
                      <a:pt x="420" y="1654"/>
                      <a:pt x="421" y="1657"/>
                    </a:cubicBezTo>
                    <a:cubicBezTo>
                      <a:pt x="421" y="1660"/>
                      <a:pt x="420" y="1661"/>
                      <a:pt x="420" y="1661"/>
                    </a:cubicBezTo>
                    <a:cubicBezTo>
                      <a:pt x="420" y="1662"/>
                      <a:pt x="419" y="1663"/>
                      <a:pt x="420" y="1665"/>
                    </a:cubicBezTo>
                    <a:cubicBezTo>
                      <a:pt x="420" y="1667"/>
                      <a:pt x="421" y="1667"/>
                      <a:pt x="423" y="1675"/>
                    </a:cubicBezTo>
                    <a:cubicBezTo>
                      <a:pt x="424" y="1682"/>
                      <a:pt x="424" y="1680"/>
                      <a:pt x="425" y="1681"/>
                    </a:cubicBezTo>
                    <a:cubicBezTo>
                      <a:pt x="427" y="1682"/>
                      <a:pt x="426" y="1687"/>
                      <a:pt x="427" y="1687"/>
                    </a:cubicBezTo>
                    <a:cubicBezTo>
                      <a:pt x="428" y="1686"/>
                      <a:pt x="434" y="1697"/>
                      <a:pt x="437" y="1701"/>
                    </a:cubicBezTo>
                    <a:cubicBezTo>
                      <a:pt x="439" y="1705"/>
                      <a:pt x="440" y="1705"/>
                      <a:pt x="441" y="1706"/>
                    </a:cubicBezTo>
                    <a:cubicBezTo>
                      <a:pt x="441" y="1706"/>
                      <a:pt x="441" y="1706"/>
                      <a:pt x="441" y="1706"/>
                    </a:cubicBezTo>
                    <a:cubicBezTo>
                      <a:pt x="443" y="1708"/>
                      <a:pt x="444" y="1710"/>
                      <a:pt x="445" y="1712"/>
                    </a:cubicBezTo>
                    <a:cubicBezTo>
                      <a:pt x="446" y="1714"/>
                      <a:pt x="448" y="1716"/>
                      <a:pt x="449" y="1716"/>
                    </a:cubicBezTo>
                    <a:cubicBezTo>
                      <a:pt x="451" y="1716"/>
                      <a:pt x="450" y="1720"/>
                      <a:pt x="450" y="1721"/>
                    </a:cubicBezTo>
                    <a:cubicBezTo>
                      <a:pt x="450" y="1723"/>
                      <a:pt x="452" y="1726"/>
                      <a:pt x="452" y="1727"/>
                    </a:cubicBezTo>
                    <a:cubicBezTo>
                      <a:pt x="452" y="1728"/>
                      <a:pt x="453" y="1732"/>
                      <a:pt x="453" y="1733"/>
                    </a:cubicBezTo>
                    <a:cubicBezTo>
                      <a:pt x="453" y="1734"/>
                      <a:pt x="454" y="1737"/>
                      <a:pt x="457" y="1739"/>
                    </a:cubicBezTo>
                    <a:cubicBezTo>
                      <a:pt x="459" y="1741"/>
                      <a:pt x="460" y="1742"/>
                      <a:pt x="461" y="1743"/>
                    </a:cubicBezTo>
                    <a:cubicBezTo>
                      <a:pt x="462" y="1744"/>
                      <a:pt x="462" y="1748"/>
                      <a:pt x="463" y="1748"/>
                    </a:cubicBezTo>
                    <a:cubicBezTo>
                      <a:pt x="464" y="1749"/>
                      <a:pt x="466" y="1751"/>
                      <a:pt x="466" y="1752"/>
                    </a:cubicBezTo>
                    <a:cubicBezTo>
                      <a:pt x="466" y="1753"/>
                      <a:pt x="466" y="1760"/>
                      <a:pt x="465" y="1762"/>
                    </a:cubicBezTo>
                    <a:cubicBezTo>
                      <a:pt x="465" y="1765"/>
                      <a:pt x="465" y="1762"/>
                      <a:pt x="463" y="1765"/>
                    </a:cubicBezTo>
                    <a:cubicBezTo>
                      <a:pt x="460" y="1767"/>
                      <a:pt x="460" y="1766"/>
                      <a:pt x="460" y="1766"/>
                    </a:cubicBezTo>
                    <a:cubicBezTo>
                      <a:pt x="460" y="1769"/>
                      <a:pt x="460" y="1769"/>
                      <a:pt x="460" y="1769"/>
                    </a:cubicBezTo>
                    <a:cubicBezTo>
                      <a:pt x="460" y="1769"/>
                      <a:pt x="462" y="1773"/>
                      <a:pt x="463" y="1772"/>
                    </a:cubicBezTo>
                    <a:cubicBezTo>
                      <a:pt x="464" y="1772"/>
                      <a:pt x="466" y="1778"/>
                      <a:pt x="466" y="1779"/>
                    </a:cubicBezTo>
                    <a:cubicBezTo>
                      <a:pt x="467" y="1780"/>
                      <a:pt x="466" y="1781"/>
                      <a:pt x="466" y="1781"/>
                    </a:cubicBezTo>
                    <a:cubicBezTo>
                      <a:pt x="466" y="1781"/>
                      <a:pt x="466" y="1783"/>
                      <a:pt x="466" y="1785"/>
                    </a:cubicBezTo>
                    <a:cubicBezTo>
                      <a:pt x="466" y="1786"/>
                      <a:pt x="468" y="1786"/>
                      <a:pt x="469" y="1785"/>
                    </a:cubicBezTo>
                    <a:cubicBezTo>
                      <a:pt x="469" y="1785"/>
                      <a:pt x="471" y="1786"/>
                      <a:pt x="472" y="1787"/>
                    </a:cubicBezTo>
                    <a:cubicBezTo>
                      <a:pt x="472" y="1787"/>
                      <a:pt x="474" y="1788"/>
                      <a:pt x="475" y="1788"/>
                    </a:cubicBezTo>
                    <a:cubicBezTo>
                      <a:pt x="476" y="1788"/>
                      <a:pt x="476" y="1791"/>
                      <a:pt x="476" y="1791"/>
                    </a:cubicBezTo>
                    <a:cubicBezTo>
                      <a:pt x="476" y="1791"/>
                      <a:pt x="477" y="1792"/>
                      <a:pt x="478" y="1792"/>
                    </a:cubicBezTo>
                    <a:cubicBezTo>
                      <a:pt x="479" y="1792"/>
                      <a:pt x="480" y="1794"/>
                      <a:pt x="483" y="1793"/>
                    </a:cubicBezTo>
                    <a:cubicBezTo>
                      <a:pt x="485" y="1792"/>
                      <a:pt x="486" y="1794"/>
                      <a:pt x="490" y="1795"/>
                    </a:cubicBezTo>
                    <a:cubicBezTo>
                      <a:pt x="492" y="1796"/>
                      <a:pt x="493" y="1793"/>
                      <a:pt x="494" y="1792"/>
                    </a:cubicBezTo>
                    <a:cubicBezTo>
                      <a:pt x="495" y="1791"/>
                      <a:pt x="496" y="1791"/>
                      <a:pt x="496" y="1791"/>
                    </a:cubicBezTo>
                    <a:cubicBezTo>
                      <a:pt x="501" y="1790"/>
                      <a:pt x="501" y="1790"/>
                      <a:pt x="501" y="1790"/>
                    </a:cubicBezTo>
                    <a:cubicBezTo>
                      <a:pt x="501" y="1790"/>
                      <a:pt x="503" y="1790"/>
                      <a:pt x="508" y="1790"/>
                    </a:cubicBezTo>
                    <a:cubicBezTo>
                      <a:pt x="512" y="1790"/>
                      <a:pt x="509" y="1788"/>
                      <a:pt x="511" y="1787"/>
                    </a:cubicBezTo>
                    <a:cubicBezTo>
                      <a:pt x="513" y="1786"/>
                      <a:pt x="513" y="1789"/>
                      <a:pt x="515" y="1788"/>
                    </a:cubicBezTo>
                    <a:cubicBezTo>
                      <a:pt x="517" y="1786"/>
                      <a:pt x="515" y="1788"/>
                      <a:pt x="518" y="1786"/>
                    </a:cubicBezTo>
                    <a:cubicBezTo>
                      <a:pt x="519" y="1785"/>
                      <a:pt x="519" y="1785"/>
                      <a:pt x="521" y="1783"/>
                    </a:cubicBezTo>
                    <a:cubicBezTo>
                      <a:pt x="522" y="1782"/>
                      <a:pt x="522" y="1784"/>
                      <a:pt x="524" y="1783"/>
                    </a:cubicBezTo>
                    <a:cubicBezTo>
                      <a:pt x="524" y="1783"/>
                      <a:pt x="525" y="1783"/>
                      <a:pt x="528" y="1785"/>
                    </a:cubicBezTo>
                    <a:cubicBezTo>
                      <a:pt x="528" y="1785"/>
                      <a:pt x="530" y="1785"/>
                      <a:pt x="532" y="1784"/>
                    </a:cubicBezTo>
                    <a:cubicBezTo>
                      <a:pt x="534" y="1784"/>
                      <a:pt x="534" y="1784"/>
                      <a:pt x="534" y="1784"/>
                    </a:cubicBezTo>
                    <a:cubicBezTo>
                      <a:pt x="535" y="1783"/>
                      <a:pt x="536" y="1784"/>
                      <a:pt x="537" y="1784"/>
                    </a:cubicBezTo>
                    <a:cubicBezTo>
                      <a:pt x="538" y="1783"/>
                      <a:pt x="538" y="1785"/>
                      <a:pt x="540" y="1784"/>
                    </a:cubicBezTo>
                    <a:cubicBezTo>
                      <a:pt x="541" y="1784"/>
                      <a:pt x="542" y="1785"/>
                      <a:pt x="544" y="1786"/>
                    </a:cubicBezTo>
                    <a:cubicBezTo>
                      <a:pt x="544" y="1786"/>
                      <a:pt x="550" y="1788"/>
                      <a:pt x="552" y="1787"/>
                    </a:cubicBezTo>
                    <a:cubicBezTo>
                      <a:pt x="553" y="1787"/>
                      <a:pt x="553" y="1786"/>
                      <a:pt x="554" y="1784"/>
                    </a:cubicBezTo>
                    <a:cubicBezTo>
                      <a:pt x="554" y="1783"/>
                      <a:pt x="556" y="1784"/>
                      <a:pt x="556" y="1783"/>
                    </a:cubicBezTo>
                    <a:cubicBezTo>
                      <a:pt x="557" y="1783"/>
                      <a:pt x="559" y="1785"/>
                      <a:pt x="559" y="1785"/>
                    </a:cubicBezTo>
                    <a:cubicBezTo>
                      <a:pt x="561" y="1785"/>
                      <a:pt x="561" y="1785"/>
                      <a:pt x="561" y="1785"/>
                    </a:cubicBezTo>
                    <a:cubicBezTo>
                      <a:pt x="561" y="1785"/>
                      <a:pt x="563" y="1784"/>
                      <a:pt x="564" y="1783"/>
                    </a:cubicBezTo>
                    <a:cubicBezTo>
                      <a:pt x="565" y="1782"/>
                      <a:pt x="565" y="1782"/>
                      <a:pt x="567" y="1779"/>
                    </a:cubicBezTo>
                    <a:cubicBezTo>
                      <a:pt x="567" y="1779"/>
                      <a:pt x="570" y="1780"/>
                      <a:pt x="571" y="1780"/>
                    </a:cubicBezTo>
                    <a:cubicBezTo>
                      <a:pt x="574" y="1780"/>
                      <a:pt x="574" y="1780"/>
                      <a:pt x="574" y="1780"/>
                    </a:cubicBezTo>
                    <a:cubicBezTo>
                      <a:pt x="574" y="1780"/>
                      <a:pt x="576" y="1780"/>
                      <a:pt x="578" y="1779"/>
                    </a:cubicBezTo>
                    <a:cubicBezTo>
                      <a:pt x="579" y="1778"/>
                      <a:pt x="579" y="1779"/>
                      <a:pt x="581" y="1778"/>
                    </a:cubicBezTo>
                    <a:cubicBezTo>
                      <a:pt x="582" y="1777"/>
                      <a:pt x="583" y="1777"/>
                      <a:pt x="584" y="1776"/>
                    </a:cubicBezTo>
                    <a:cubicBezTo>
                      <a:pt x="585" y="1776"/>
                      <a:pt x="587" y="1774"/>
                      <a:pt x="587" y="1774"/>
                    </a:cubicBezTo>
                    <a:cubicBezTo>
                      <a:pt x="587" y="1774"/>
                      <a:pt x="590" y="1772"/>
                      <a:pt x="593" y="1769"/>
                    </a:cubicBezTo>
                    <a:cubicBezTo>
                      <a:pt x="594" y="1768"/>
                      <a:pt x="595" y="1767"/>
                      <a:pt x="597" y="1765"/>
                    </a:cubicBezTo>
                    <a:cubicBezTo>
                      <a:pt x="600" y="1762"/>
                      <a:pt x="599" y="1764"/>
                      <a:pt x="600" y="1762"/>
                    </a:cubicBezTo>
                    <a:cubicBezTo>
                      <a:pt x="601" y="1761"/>
                      <a:pt x="601" y="1762"/>
                      <a:pt x="602" y="1760"/>
                    </a:cubicBezTo>
                    <a:cubicBezTo>
                      <a:pt x="602" y="1759"/>
                      <a:pt x="603" y="1759"/>
                      <a:pt x="605" y="1757"/>
                    </a:cubicBezTo>
                    <a:cubicBezTo>
                      <a:pt x="606" y="1755"/>
                      <a:pt x="607" y="1755"/>
                      <a:pt x="609" y="1753"/>
                    </a:cubicBezTo>
                    <a:cubicBezTo>
                      <a:pt x="612" y="1751"/>
                      <a:pt x="612" y="1752"/>
                      <a:pt x="613" y="1750"/>
                    </a:cubicBezTo>
                    <a:cubicBezTo>
                      <a:pt x="614" y="1748"/>
                      <a:pt x="616" y="1747"/>
                      <a:pt x="619" y="1744"/>
                    </a:cubicBezTo>
                    <a:cubicBezTo>
                      <a:pt x="622" y="1740"/>
                      <a:pt x="619" y="1744"/>
                      <a:pt x="619" y="1743"/>
                    </a:cubicBezTo>
                    <a:cubicBezTo>
                      <a:pt x="619" y="1742"/>
                      <a:pt x="622" y="1741"/>
                      <a:pt x="623" y="1741"/>
                    </a:cubicBezTo>
                    <a:cubicBezTo>
                      <a:pt x="623" y="1740"/>
                      <a:pt x="626" y="1736"/>
                      <a:pt x="626" y="1735"/>
                    </a:cubicBezTo>
                    <a:cubicBezTo>
                      <a:pt x="627" y="1734"/>
                      <a:pt x="627" y="1734"/>
                      <a:pt x="627" y="1733"/>
                    </a:cubicBezTo>
                    <a:cubicBezTo>
                      <a:pt x="628" y="1731"/>
                      <a:pt x="629" y="1730"/>
                      <a:pt x="630" y="1728"/>
                    </a:cubicBezTo>
                    <a:cubicBezTo>
                      <a:pt x="631" y="1726"/>
                      <a:pt x="633" y="1726"/>
                      <a:pt x="633" y="1725"/>
                    </a:cubicBezTo>
                    <a:cubicBezTo>
                      <a:pt x="633" y="1724"/>
                      <a:pt x="635" y="1723"/>
                      <a:pt x="635" y="1723"/>
                    </a:cubicBezTo>
                    <a:cubicBezTo>
                      <a:pt x="635" y="1723"/>
                      <a:pt x="636" y="1721"/>
                      <a:pt x="637" y="1720"/>
                    </a:cubicBezTo>
                    <a:cubicBezTo>
                      <a:pt x="637" y="1719"/>
                      <a:pt x="640" y="1716"/>
                      <a:pt x="640" y="1715"/>
                    </a:cubicBezTo>
                    <a:cubicBezTo>
                      <a:pt x="641" y="1714"/>
                      <a:pt x="641" y="1714"/>
                      <a:pt x="642" y="1713"/>
                    </a:cubicBezTo>
                    <a:cubicBezTo>
                      <a:pt x="642" y="1712"/>
                      <a:pt x="644" y="1712"/>
                      <a:pt x="644" y="1712"/>
                    </a:cubicBezTo>
                    <a:cubicBezTo>
                      <a:pt x="645" y="1711"/>
                      <a:pt x="648" y="1708"/>
                      <a:pt x="648" y="1707"/>
                    </a:cubicBezTo>
                    <a:cubicBezTo>
                      <a:pt x="649" y="1706"/>
                      <a:pt x="650" y="1705"/>
                      <a:pt x="651" y="1702"/>
                    </a:cubicBezTo>
                    <a:cubicBezTo>
                      <a:pt x="652" y="1700"/>
                      <a:pt x="652" y="1701"/>
                      <a:pt x="652" y="1699"/>
                    </a:cubicBezTo>
                    <a:cubicBezTo>
                      <a:pt x="653" y="1697"/>
                      <a:pt x="654" y="1696"/>
                      <a:pt x="654" y="1695"/>
                    </a:cubicBezTo>
                    <a:cubicBezTo>
                      <a:pt x="655" y="1694"/>
                      <a:pt x="656" y="1692"/>
                      <a:pt x="657" y="1690"/>
                    </a:cubicBezTo>
                    <a:cubicBezTo>
                      <a:pt x="657" y="1688"/>
                      <a:pt x="656" y="1688"/>
                      <a:pt x="657" y="1685"/>
                    </a:cubicBezTo>
                    <a:cubicBezTo>
                      <a:pt x="658" y="1684"/>
                      <a:pt x="658" y="1683"/>
                      <a:pt x="658" y="1682"/>
                    </a:cubicBezTo>
                    <a:cubicBezTo>
                      <a:pt x="658" y="1682"/>
                      <a:pt x="658" y="1681"/>
                      <a:pt x="658" y="1681"/>
                    </a:cubicBezTo>
                    <a:cubicBezTo>
                      <a:pt x="658" y="1679"/>
                      <a:pt x="659" y="1679"/>
                      <a:pt x="658" y="1677"/>
                    </a:cubicBezTo>
                    <a:cubicBezTo>
                      <a:pt x="658" y="1676"/>
                      <a:pt x="659" y="1676"/>
                      <a:pt x="660" y="1675"/>
                    </a:cubicBezTo>
                    <a:cubicBezTo>
                      <a:pt x="661" y="1674"/>
                      <a:pt x="660" y="1673"/>
                      <a:pt x="660" y="1671"/>
                    </a:cubicBezTo>
                    <a:cubicBezTo>
                      <a:pt x="659" y="1670"/>
                      <a:pt x="658" y="1669"/>
                      <a:pt x="658" y="1669"/>
                    </a:cubicBezTo>
                    <a:cubicBezTo>
                      <a:pt x="658" y="1669"/>
                      <a:pt x="657" y="1670"/>
                      <a:pt x="656" y="1669"/>
                    </a:cubicBezTo>
                    <a:cubicBezTo>
                      <a:pt x="654" y="1668"/>
                      <a:pt x="656" y="1669"/>
                      <a:pt x="654" y="1668"/>
                    </a:cubicBezTo>
                    <a:cubicBezTo>
                      <a:pt x="653" y="1666"/>
                      <a:pt x="654" y="1668"/>
                      <a:pt x="655" y="1664"/>
                    </a:cubicBezTo>
                    <a:cubicBezTo>
                      <a:pt x="655" y="1661"/>
                      <a:pt x="655" y="1664"/>
                      <a:pt x="657" y="1662"/>
                    </a:cubicBezTo>
                    <a:cubicBezTo>
                      <a:pt x="658" y="1660"/>
                      <a:pt x="658" y="1661"/>
                      <a:pt x="659" y="1660"/>
                    </a:cubicBezTo>
                    <a:cubicBezTo>
                      <a:pt x="660" y="1658"/>
                      <a:pt x="661" y="1658"/>
                      <a:pt x="663" y="1657"/>
                    </a:cubicBezTo>
                    <a:cubicBezTo>
                      <a:pt x="665" y="1655"/>
                      <a:pt x="666" y="1656"/>
                      <a:pt x="668" y="1655"/>
                    </a:cubicBezTo>
                    <a:cubicBezTo>
                      <a:pt x="670" y="1653"/>
                      <a:pt x="671" y="1654"/>
                      <a:pt x="672" y="1653"/>
                    </a:cubicBezTo>
                    <a:cubicBezTo>
                      <a:pt x="673" y="1653"/>
                      <a:pt x="678" y="1651"/>
                      <a:pt x="678" y="1651"/>
                    </a:cubicBezTo>
                    <a:cubicBezTo>
                      <a:pt x="678" y="1651"/>
                      <a:pt x="681" y="1651"/>
                      <a:pt x="681" y="1650"/>
                    </a:cubicBezTo>
                    <a:cubicBezTo>
                      <a:pt x="682" y="1650"/>
                      <a:pt x="685" y="1648"/>
                      <a:pt x="686" y="1648"/>
                    </a:cubicBezTo>
                    <a:cubicBezTo>
                      <a:pt x="686" y="1647"/>
                      <a:pt x="689" y="1646"/>
                      <a:pt x="689" y="1646"/>
                    </a:cubicBezTo>
                    <a:cubicBezTo>
                      <a:pt x="689" y="1646"/>
                      <a:pt x="691" y="1642"/>
                      <a:pt x="691" y="1640"/>
                    </a:cubicBezTo>
                    <a:cubicBezTo>
                      <a:pt x="690" y="1639"/>
                      <a:pt x="691" y="1639"/>
                      <a:pt x="692" y="1636"/>
                    </a:cubicBezTo>
                    <a:cubicBezTo>
                      <a:pt x="692" y="1633"/>
                      <a:pt x="692" y="1635"/>
                      <a:pt x="692" y="1633"/>
                    </a:cubicBezTo>
                    <a:cubicBezTo>
                      <a:pt x="692" y="1630"/>
                      <a:pt x="693" y="1629"/>
                      <a:pt x="693" y="1629"/>
                    </a:cubicBezTo>
                    <a:cubicBezTo>
                      <a:pt x="693" y="1629"/>
                      <a:pt x="693" y="1628"/>
                      <a:pt x="693" y="1626"/>
                    </a:cubicBezTo>
                    <a:cubicBezTo>
                      <a:pt x="693" y="1624"/>
                      <a:pt x="693" y="1622"/>
                      <a:pt x="693" y="1622"/>
                    </a:cubicBezTo>
                    <a:cubicBezTo>
                      <a:pt x="694" y="1621"/>
                      <a:pt x="693" y="1620"/>
                      <a:pt x="693" y="1618"/>
                    </a:cubicBezTo>
                    <a:cubicBezTo>
                      <a:pt x="693" y="1616"/>
                      <a:pt x="691" y="1616"/>
                      <a:pt x="691" y="1614"/>
                    </a:cubicBezTo>
                    <a:cubicBezTo>
                      <a:pt x="692" y="1612"/>
                      <a:pt x="691" y="1613"/>
                      <a:pt x="692" y="1612"/>
                    </a:cubicBezTo>
                    <a:cubicBezTo>
                      <a:pt x="692" y="1610"/>
                      <a:pt x="691" y="1611"/>
                      <a:pt x="691" y="1609"/>
                    </a:cubicBezTo>
                    <a:cubicBezTo>
                      <a:pt x="690" y="1608"/>
                      <a:pt x="690" y="1608"/>
                      <a:pt x="689" y="1606"/>
                    </a:cubicBezTo>
                    <a:cubicBezTo>
                      <a:pt x="688" y="1605"/>
                      <a:pt x="687" y="1605"/>
                      <a:pt x="687" y="1603"/>
                    </a:cubicBezTo>
                    <a:cubicBezTo>
                      <a:pt x="687" y="1602"/>
                      <a:pt x="688" y="1602"/>
                      <a:pt x="688" y="1599"/>
                    </a:cubicBezTo>
                    <a:cubicBezTo>
                      <a:pt x="689" y="1597"/>
                      <a:pt x="688" y="1597"/>
                      <a:pt x="688" y="1596"/>
                    </a:cubicBezTo>
                    <a:cubicBezTo>
                      <a:pt x="688" y="1594"/>
                      <a:pt x="688" y="1594"/>
                      <a:pt x="686" y="1593"/>
                    </a:cubicBezTo>
                    <a:cubicBezTo>
                      <a:pt x="685" y="1591"/>
                      <a:pt x="685" y="1592"/>
                      <a:pt x="683" y="1590"/>
                    </a:cubicBezTo>
                    <a:cubicBezTo>
                      <a:pt x="681" y="1587"/>
                      <a:pt x="683" y="1589"/>
                      <a:pt x="683" y="1587"/>
                    </a:cubicBezTo>
                    <a:cubicBezTo>
                      <a:pt x="683" y="1585"/>
                      <a:pt x="683" y="1586"/>
                      <a:pt x="683" y="1585"/>
                    </a:cubicBezTo>
                    <a:cubicBezTo>
                      <a:pt x="683" y="1584"/>
                      <a:pt x="683" y="1584"/>
                      <a:pt x="683" y="1582"/>
                    </a:cubicBezTo>
                    <a:cubicBezTo>
                      <a:pt x="682" y="1581"/>
                      <a:pt x="682" y="1579"/>
                      <a:pt x="682" y="1579"/>
                    </a:cubicBezTo>
                    <a:cubicBezTo>
                      <a:pt x="683" y="1579"/>
                      <a:pt x="684" y="1581"/>
                      <a:pt x="684" y="1581"/>
                    </a:cubicBezTo>
                    <a:cubicBezTo>
                      <a:pt x="684" y="1581"/>
                      <a:pt x="685" y="1581"/>
                      <a:pt x="686" y="1579"/>
                    </a:cubicBezTo>
                    <a:cubicBezTo>
                      <a:pt x="688" y="1577"/>
                      <a:pt x="689" y="1577"/>
                      <a:pt x="690" y="1576"/>
                    </a:cubicBezTo>
                    <a:cubicBezTo>
                      <a:pt x="691" y="1574"/>
                      <a:pt x="692" y="1576"/>
                      <a:pt x="692" y="1575"/>
                    </a:cubicBezTo>
                    <a:cubicBezTo>
                      <a:pt x="693" y="1574"/>
                      <a:pt x="694" y="1574"/>
                      <a:pt x="695" y="1573"/>
                    </a:cubicBezTo>
                    <a:cubicBezTo>
                      <a:pt x="696" y="1572"/>
                      <a:pt x="697" y="1572"/>
                      <a:pt x="699" y="1569"/>
                    </a:cubicBezTo>
                    <a:cubicBezTo>
                      <a:pt x="701" y="1567"/>
                      <a:pt x="701" y="1568"/>
                      <a:pt x="702" y="1567"/>
                    </a:cubicBezTo>
                    <a:cubicBezTo>
                      <a:pt x="703" y="1566"/>
                      <a:pt x="704" y="1564"/>
                      <a:pt x="704" y="1564"/>
                    </a:cubicBezTo>
                    <a:cubicBezTo>
                      <a:pt x="704" y="1563"/>
                      <a:pt x="705" y="1562"/>
                      <a:pt x="705" y="1562"/>
                    </a:cubicBezTo>
                    <a:cubicBezTo>
                      <a:pt x="705" y="1562"/>
                      <a:pt x="707" y="1560"/>
                      <a:pt x="709" y="1559"/>
                    </a:cubicBezTo>
                    <a:cubicBezTo>
                      <a:pt x="711" y="1557"/>
                      <a:pt x="711" y="1556"/>
                      <a:pt x="713" y="1554"/>
                    </a:cubicBezTo>
                    <a:cubicBezTo>
                      <a:pt x="714" y="1553"/>
                      <a:pt x="714" y="1553"/>
                      <a:pt x="716" y="1552"/>
                    </a:cubicBezTo>
                    <a:cubicBezTo>
                      <a:pt x="717" y="1551"/>
                      <a:pt x="717" y="1552"/>
                      <a:pt x="719" y="1551"/>
                    </a:cubicBezTo>
                    <a:cubicBezTo>
                      <a:pt x="720" y="1550"/>
                      <a:pt x="721" y="1550"/>
                      <a:pt x="722" y="1550"/>
                    </a:cubicBezTo>
                    <a:cubicBezTo>
                      <a:pt x="723" y="1549"/>
                      <a:pt x="724" y="1549"/>
                      <a:pt x="725" y="1548"/>
                    </a:cubicBezTo>
                    <a:cubicBezTo>
                      <a:pt x="727" y="1546"/>
                      <a:pt x="728" y="1546"/>
                      <a:pt x="732" y="1545"/>
                    </a:cubicBezTo>
                    <a:cubicBezTo>
                      <a:pt x="732" y="1544"/>
                      <a:pt x="737" y="1542"/>
                      <a:pt x="737" y="1542"/>
                    </a:cubicBezTo>
                    <a:cubicBezTo>
                      <a:pt x="737" y="1542"/>
                      <a:pt x="741" y="1540"/>
                      <a:pt x="742" y="1541"/>
                    </a:cubicBezTo>
                    <a:cubicBezTo>
                      <a:pt x="743" y="1541"/>
                      <a:pt x="750" y="1533"/>
                      <a:pt x="754" y="1529"/>
                    </a:cubicBezTo>
                    <a:cubicBezTo>
                      <a:pt x="758" y="1525"/>
                      <a:pt x="756" y="1527"/>
                      <a:pt x="756" y="1526"/>
                    </a:cubicBezTo>
                    <a:cubicBezTo>
                      <a:pt x="757" y="1524"/>
                      <a:pt x="758" y="1524"/>
                      <a:pt x="758" y="1523"/>
                    </a:cubicBezTo>
                    <a:cubicBezTo>
                      <a:pt x="759" y="1522"/>
                      <a:pt x="760" y="1515"/>
                      <a:pt x="760" y="1514"/>
                    </a:cubicBezTo>
                    <a:cubicBezTo>
                      <a:pt x="761" y="1513"/>
                      <a:pt x="760" y="1512"/>
                      <a:pt x="760" y="1511"/>
                    </a:cubicBezTo>
                    <a:cubicBezTo>
                      <a:pt x="760" y="1509"/>
                      <a:pt x="760" y="1507"/>
                      <a:pt x="760" y="1506"/>
                    </a:cubicBezTo>
                    <a:cubicBezTo>
                      <a:pt x="760" y="1505"/>
                      <a:pt x="759" y="1502"/>
                      <a:pt x="760" y="1500"/>
                    </a:cubicBezTo>
                    <a:cubicBezTo>
                      <a:pt x="761" y="1498"/>
                      <a:pt x="759" y="1497"/>
                      <a:pt x="759" y="1495"/>
                    </a:cubicBezTo>
                    <a:cubicBezTo>
                      <a:pt x="759" y="1492"/>
                      <a:pt x="759" y="1492"/>
                      <a:pt x="759" y="1491"/>
                    </a:cubicBezTo>
                    <a:cubicBezTo>
                      <a:pt x="759" y="1489"/>
                      <a:pt x="758" y="1487"/>
                      <a:pt x="758" y="1485"/>
                    </a:cubicBezTo>
                    <a:cubicBezTo>
                      <a:pt x="758" y="1483"/>
                      <a:pt x="758" y="1482"/>
                      <a:pt x="758" y="1481"/>
                    </a:cubicBezTo>
                    <a:cubicBezTo>
                      <a:pt x="757" y="1479"/>
                      <a:pt x="757" y="1480"/>
                      <a:pt x="757" y="1475"/>
                    </a:cubicBezTo>
                    <a:cubicBezTo>
                      <a:pt x="757" y="1471"/>
                      <a:pt x="758" y="1471"/>
                      <a:pt x="758" y="1470"/>
                    </a:cubicBezTo>
                    <a:cubicBezTo>
                      <a:pt x="758" y="1468"/>
                      <a:pt x="758" y="1468"/>
                      <a:pt x="759" y="1467"/>
                    </a:cubicBezTo>
                    <a:cubicBezTo>
                      <a:pt x="759" y="1466"/>
                      <a:pt x="758" y="1457"/>
                      <a:pt x="758" y="1456"/>
                    </a:cubicBezTo>
                    <a:cubicBezTo>
                      <a:pt x="758" y="1456"/>
                      <a:pt x="758" y="1455"/>
                      <a:pt x="757" y="1454"/>
                    </a:cubicBezTo>
                    <a:cubicBezTo>
                      <a:pt x="757" y="1453"/>
                      <a:pt x="756" y="1452"/>
                      <a:pt x="756" y="1452"/>
                    </a:cubicBezTo>
                    <a:cubicBezTo>
                      <a:pt x="756" y="1451"/>
                      <a:pt x="755" y="1450"/>
                      <a:pt x="754" y="1450"/>
                    </a:cubicBezTo>
                    <a:cubicBezTo>
                      <a:pt x="754" y="1449"/>
                      <a:pt x="752" y="1448"/>
                      <a:pt x="752" y="1447"/>
                    </a:cubicBezTo>
                    <a:cubicBezTo>
                      <a:pt x="752" y="1447"/>
                      <a:pt x="751" y="1445"/>
                      <a:pt x="750" y="1444"/>
                    </a:cubicBezTo>
                    <a:cubicBezTo>
                      <a:pt x="750" y="1443"/>
                      <a:pt x="748" y="1443"/>
                      <a:pt x="747" y="1442"/>
                    </a:cubicBezTo>
                    <a:cubicBezTo>
                      <a:pt x="747" y="1442"/>
                      <a:pt x="746" y="1439"/>
                      <a:pt x="746" y="1438"/>
                    </a:cubicBezTo>
                    <a:cubicBezTo>
                      <a:pt x="746" y="1436"/>
                      <a:pt x="745" y="1436"/>
                      <a:pt x="744" y="1434"/>
                    </a:cubicBezTo>
                    <a:cubicBezTo>
                      <a:pt x="743" y="1432"/>
                      <a:pt x="743" y="1432"/>
                      <a:pt x="742" y="1429"/>
                    </a:cubicBezTo>
                    <a:cubicBezTo>
                      <a:pt x="740" y="1425"/>
                      <a:pt x="741" y="1427"/>
                      <a:pt x="742" y="1426"/>
                    </a:cubicBezTo>
                    <a:cubicBezTo>
                      <a:pt x="742" y="1425"/>
                      <a:pt x="743" y="1425"/>
                      <a:pt x="743" y="1424"/>
                    </a:cubicBezTo>
                    <a:cubicBezTo>
                      <a:pt x="743" y="1422"/>
                      <a:pt x="744" y="1422"/>
                      <a:pt x="743" y="1420"/>
                    </a:cubicBezTo>
                    <a:cubicBezTo>
                      <a:pt x="743" y="1420"/>
                      <a:pt x="742" y="1418"/>
                      <a:pt x="742" y="1417"/>
                    </a:cubicBezTo>
                    <a:cubicBezTo>
                      <a:pt x="742" y="1417"/>
                      <a:pt x="743" y="1415"/>
                      <a:pt x="743" y="1415"/>
                    </a:cubicBezTo>
                    <a:cubicBezTo>
                      <a:pt x="745" y="1413"/>
                      <a:pt x="745" y="1413"/>
                      <a:pt x="745" y="1413"/>
                    </a:cubicBezTo>
                    <a:cubicBezTo>
                      <a:pt x="745" y="1413"/>
                      <a:pt x="746" y="1409"/>
                      <a:pt x="746" y="1409"/>
                    </a:cubicBezTo>
                    <a:cubicBezTo>
                      <a:pt x="746" y="1408"/>
                      <a:pt x="745" y="1408"/>
                      <a:pt x="742" y="1405"/>
                    </a:cubicBezTo>
                    <a:cubicBezTo>
                      <a:pt x="740" y="1402"/>
                      <a:pt x="740" y="1403"/>
                      <a:pt x="739" y="1402"/>
                    </a:cubicBezTo>
                    <a:cubicBezTo>
                      <a:pt x="738" y="1401"/>
                      <a:pt x="738" y="1400"/>
                      <a:pt x="737" y="1399"/>
                    </a:cubicBezTo>
                    <a:cubicBezTo>
                      <a:pt x="737" y="1397"/>
                      <a:pt x="737" y="1397"/>
                      <a:pt x="737" y="1396"/>
                    </a:cubicBezTo>
                    <a:cubicBezTo>
                      <a:pt x="737" y="1394"/>
                      <a:pt x="737" y="1393"/>
                      <a:pt x="737" y="1391"/>
                    </a:cubicBezTo>
                    <a:cubicBezTo>
                      <a:pt x="737" y="1390"/>
                      <a:pt x="737" y="1390"/>
                      <a:pt x="737" y="1389"/>
                    </a:cubicBezTo>
                    <a:cubicBezTo>
                      <a:pt x="738" y="1387"/>
                      <a:pt x="737" y="1389"/>
                      <a:pt x="739" y="1386"/>
                    </a:cubicBezTo>
                    <a:cubicBezTo>
                      <a:pt x="740" y="1385"/>
                      <a:pt x="740" y="1383"/>
                      <a:pt x="741" y="1381"/>
                    </a:cubicBezTo>
                    <a:cubicBezTo>
                      <a:pt x="741" y="1381"/>
                      <a:pt x="742" y="1380"/>
                      <a:pt x="742" y="1379"/>
                    </a:cubicBezTo>
                    <a:cubicBezTo>
                      <a:pt x="743" y="1377"/>
                      <a:pt x="743" y="1378"/>
                      <a:pt x="744" y="1376"/>
                    </a:cubicBezTo>
                    <a:cubicBezTo>
                      <a:pt x="744" y="1374"/>
                      <a:pt x="745" y="1375"/>
                      <a:pt x="746" y="1371"/>
                    </a:cubicBezTo>
                    <a:cubicBezTo>
                      <a:pt x="747" y="1368"/>
                      <a:pt x="748" y="1369"/>
                      <a:pt x="749" y="1366"/>
                    </a:cubicBezTo>
                    <a:cubicBezTo>
                      <a:pt x="751" y="1364"/>
                      <a:pt x="751" y="1362"/>
                      <a:pt x="751" y="1359"/>
                    </a:cubicBezTo>
                    <a:cubicBezTo>
                      <a:pt x="751" y="1356"/>
                      <a:pt x="752" y="1355"/>
                      <a:pt x="753" y="1354"/>
                    </a:cubicBezTo>
                    <a:cubicBezTo>
                      <a:pt x="754" y="1354"/>
                      <a:pt x="755" y="1354"/>
                      <a:pt x="756" y="1353"/>
                    </a:cubicBezTo>
                    <a:cubicBezTo>
                      <a:pt x="757" y="1352"/>
                      <a:pt x="758" y="1351"/>
                      <a:pt x="759" y="1349"/>
                    </a:cubicBezTo>
                    <a:cubicBezTo>
                      <a:pt x="761" y="1347"/>
                      <a:pt x="762" y="1345"/>
                      <a:pt x="763" y="1344"/>
                    </a:cubicBezTo>
                    <a:cubicBezTo>
                      <a:pt x="764" y="1343"/>
                      <a:pt x="766" y="1343"/>
                      <a:pt x="766" y="1343"/>
                    </a:cubicBezTo>
                    <a:cubicBezTo>
                      <a:pt x="766" y="1343"/>
                      <a:pt x="769" y="1343"/>
                      <a:pt x="770" y="1340"/>
                    </a:cubicBezTo>
                    <a:cubicBezTo>
                      <a:pt x="771" y="1339"/>
                      <a:pt x="771" y="1339"/>
                      <a:pt x="771" y="1338"/>
                    </a:cubicBezTo>
                    <a:cubicBezTo>
                      <a:pt x="772" y="1337"/>
                      <a:pt x="773" y="1337"/>
                      <a:pt x="774" y="1336"/>
                    </a:cubicBezTo>
                    <a:cubicBezTo>
                      <a:pt x="775" y="1335"/>
                      <a:pt x="775" y="1334"/>
                      <a:pt x="776" y="1332"/>
                    </a:cubicBezTo>
                    <a:cubicBezTo>
                      <a:pt x="777" y="1331"/>
                      <a:pt x="777" y="1331"/>
                      <a:pt x="778" y="1328"/>
                    </a:cubicBezTo>
                    <a:cubicBezTo>
                      <a:pt x="779" y="1326"/>
                      <a:pt x="779" y="1327"/>
                      <a:pt x="780" y="1326"/>
                    </a:cubicBezTo>
                    <a:cubicBezTo>
                      <a:pt x="781" y="1325"/>
                      <a:pt x="783" y="1324"/>
                      <a:pt x="786" y="1321"/>
                    </a:cubicBezTo>
                    <a:cubicBezTo>
                      <a:pt x="788" y="1319"/>
                      <a:pt x="787" y="1320"/>
                      <a:pt x="789" y="1318"/>
                    </a:cubicBezTo>
                    <a:cubicBezTo>
                      <a:pt x="790" y="1316"/>
                      <a:pt x="791" y="1317"/>
                      <a:pt x="793" y="1314"/>
                    </a:cubicBezTo>
                    <a:cubicBezTo>
                      <a:pt x="794" y="1311"/>
                      <a:pt x="795" y="1312"/>
                      <a:pt x="796" y="1310"/>
                    </a:cubicBezTo>
                    <a:cubicBezTo>
                      <a:pt x="798" y="1307"/>
                      <a:pt x="800" y="1306"/>
                      <a:pt x="801" y="1304"/>
                    </a:cubicBezTo>
                    <a:cubicBezTo>
                      <a:pt x="802" y="1302"/>
                      <a:pt x="803" y="1303"/>
                      <a:pt x="805" y="1300"/>
                    </a:cubicBezTo>
                    <a:cubicBezTo>
                      <a:pt x="808" y="1298"/>
                      <a:pt x="809" y="1298"/>
                      <a:pt x="810" y="1297"/>
                    </a:cubicBezTo>
                    <a:cubicBezTo>
                      <a:pt x="811" y="1297"/>
                      <a:pt x="813" y="1296"/>
                      <a:pt x="813" y="1295"/>
                    </a:cubicBezTo>
                    <a:cubicBezTo>
                      <a:pt x="814" y="1295"/>
                      <a:pt x="818" y="1293"/>
                      <a:pt x="818" y="1293"/>
                    </a:cubicBezTo>
                    <a:cubicBezTo>
                      <a:pt x="821" y="1292"/>
                      <a:pt x="821" y="1292"/>
                      <a:pt x="821" y="1292"/>
                    </a:cubicBezTo>
                    <a:cubicBezTo>
                      <a:pt x="821" y="1292"/>
                      <a:pt x="829" y="1286"/>
                      <a:pt x="830" y="1285"/>
                    </a:cubicBezTo>
                    <a:cubicBezTo>
                      <a:pt x="831" y="1284"/>
                      <a:pt x="833" y="1283"/>
                      <a:pt x="834" y="1283"/>
                    </a:cubicBezTo>
                    <a:cubicBezTo>
                      <a:pt x="834" y="1282"/>
                      <a:pt x="836" y="1281"/>
                      <a:pt x="836" y="1280"/>
                    </a:cubicBezTo>
                    <a:cubicBezTo>
                      <a:pt x="837" y="1278"/>
                      <a:pt x="838" y="1278"/>
                      <a:pt x="839" y="1276"/>
                    </a:cubicBezTo>
                    <a:cubicBezTo>
                      <a:pt x="840" y="1275"/>
                      <a:pt x="842" y="1272"/>
                      <a:pt x="842" y="1272"/>
                    </a:cubicBezTo>
                    <a:cubicBezTo>
                      <a:pt x="842" y="1272"/>
                      <a:pt x="852" y="1261"/>
                      <a:pt x="853" y="1260"/>
                    </a:cubicBezTo>
                    <a:cubicBezTo>
                      <a:pt x="853" y="1259"/>
                      <a:pt x="858" y="1254"/>
                      <a:pt x="859" y="1253"/>
                    </a:cubicBezTo>
                    <a:cubicBezTo>
                      <a:pt x="859" y="1253"/>
                      <a:pt x="860" y="1252"/>
                      <a:pt x="860" y="1250"/>
                    </a:cubicBezTo>
                    <a:cubicBezTo>
                      <a:pt x="861" y="1248"/>
                      <a:pt x="865" y="1246"/>
                      <a:pt x="865" y="1243"/>
                    </a:cubicBezTo>
                    <a:cubicBezTo>
                      <a:pt x="865" y="1241"/>
                      <a:pt x="867" y="1239"/>
                      <a:pt x="867" y="1237"/>
                    </a:cubicBezTo>
                    <a:cubicBezTo>
                      <a:pt x="868" y="1236"/>
                      <a:pt x="870" y="1235"/>
                      <a:pt x="870" y="1234"/>
                    </a:cubicBezTo>
                    <a:cubicBezTo>
                      <a:pt x="870" y="1233"/>
                      <a:pt x="871" y="1233"/>
                      <a:pt x="873" y="1230"/>
                    </a:cubicBezTo>
                    <a:cubicBezTo>
                      <a:pt x="875" y="1227"/>
                      <a:pt x="874" y="1228"/>
                      <a:pt x="875" y="1226"/>
                    </a:cubicBezTo>
                    <a:cubicBezTo>
                      <a:pt x="875" y="1224"/>
                      <a:pt x="876" y="1224"/>
                      <a:pt x="878" y="1221"/>
                    </a:cubicBezTo>
                    <a:cubicBezTo>
                      <a:pt x="879" y="1219"/>
                      <a:pt x="878" y="1221"/>
                      <a:pt x="878" y="1220"/>
                    </a:cubicBezTo>
                    <a:cubicBezTo>
                      <a:pt x="879" y="1218"/>
                      <a:pt x="881" y="1216"/>
                      <a:pt x="882" y="1213"/>
                    </a:cubicBezTo>
                    <a:cubicBezTo>
                      <a:pt x="884" y="1211"/>
                      <a:pt x="883" y="1212"/>
                      <a:pt x="884" y="1210"/>
                    </a:cubicBezTo>
                    <a:cubicBezTo>
                      <a:pt x="886" y="1208"/>
                      <a:pt x="884" y="1210"/>
                      <a:pt x="886" y="1206"/>
                    </a:cubicBezTo>
                    <a:cubicBezTo>
                      <a:pt x="888" y="1201"/>
                      <a:pt x="887" y="1204"/>
                      <a:pt x="889" y="1203"/>
                    </a:cubicBezTo>
                    <a:cubicBezTo>
                      <a:pt x="890" y="1202"/>
                      <a:pt x="889" y="1201"/>
                      <a:pt x="890" y="1199"/>
                    </a:cubicBezTo>
                    <a:cubicBezTo>
                      <a:pt x="891" y="1198"/>
                      <a:pt x="891" y="1198"/>
                      <a:pt x="892" y="1196"/>
                    </a:cubicBezTo>
                    <a:cubicBezTo>
                      <a:pt x="893" y="1194"/>
                      <a:pt x="893" y="1194"/>
                      <a:pt x="894" y="1192"/>
                    </a:cubicBezTo>
                    <a:cubicBezTo>
                      <a:pt x="895" y="1190"/>
                      <a:pt x="894" y="1191"/>
                      <a:pt x="894" y="1188"/>
                    </a:cubicBezTo>
                    <a:cubicBezTo>
                      <a:pt x="894" y="1185"/>
                      <a:pt x="895" y="1185"/>
                      <a:pt x="895" y="1184"/>
                    </a:cubicBezTo>
                    <a:cubicBezTo>
                      <a:pt x="896" y="1183"/>
                      <a:pt x="896" y="1182"/>
                      <a:pt x="897" y="1181"/>
                    </a:cubicBezTo>
                    <a:cubicBezTo>
                      <a:pt x="897" y="1181"/>
                      <a:pt x="899" y="1179"/>
                      <a:pt x="899" y="1179"/>
                    </a:cubicBezTo>
                    <a:cubicBezTo>
                      <a:pt x="899" y="1179"/>
                      <a:pt x="900" y="1170"/>
                      <a:pt x="899" y="1170"/>
                    </a:cubicBezTo>
                    <a:cubicBezTo>
                      <a:pt x="899" y="1169"/>
                      <a:pt x="898" y="1164"/>
                      <a:pt x="898" y="1162"/>
                    </a:cubicBezTo>
                    <a:cubicBezTo>
                      <a:pt x="897" y="1160"/>
                      <a:pt x="897" y="1161"/>
                      <a:pt x="895" y="1159"/>
                    </a:cubicBezTo>
                    <a:cubicBezTo>
                      <a:pt x="894" y="1158"/>
                      <a:pt x="894" y="1160"/>
                      <a:pt x="892" y="1160"/>
                    </a:cubicBezTo>
                    <a:cubicBezTo>
                      <a:pt x="890" y="1160"/>
                      <a:pt x="891" y="1161"/>
                      <a:pt x="888" y="1163"/>
                    </a:cubicBezTo>
                    <a:cubicBezTo>
                      <a:pt x="888" y="1163"/>
                      <a:pt x="885" y="1165"/>
                      <a:pt x="883" y="1165"/>
                    </a:cubicBezTo>
                    <a:cubicBezTo>
                      <a:pt x="882" y="1165"/>
                      <a:pt x="881" y="1166"/>
                      <a:pt x="879" y="1166"/>
                    </a:cubicBezTo>
                    <a:cubicBezTo>
                      <a:pt x="877" y="1166"/>
                      <a:pt x="876" y="1167"/>
                      <a:pt x="874" y="1166"/>
                    </a:cubicBezTo>
                    <a:cubicBezTo>
                      <a:pt x="873" y="1166"/>
                      <a:pt x="870" y="1168"/>
                      <a:pt x="870" y="1168"/>
                    </a:cubicBezTo>
                    <a:cubicBezTo>
                      <a:pt x="867" y="1169"/>
                      <a:pt x="867" y="1169"/>
                      <a:pt x="867" y="1169"/>
                    </a:cubicBezTo>
                    <a:cubicBezTo>
                      <a:pt x="867" y="1169"/>
                      <a:pt x="865" y="1170"/>
                      <a:pt x="864" y="1170"/>
                    </a:cubicBezTo>
                    <a:cubicBezTo>
                      <a:pt x="863" y="1169"/>
                      <a:pt x="856" y="1170"/>
                      <a:pt x="856" y="1170"/>
                    </a:cubicBezTo>
                    <a:cubicBezTo>
                      <a:pt x="855" y="1170"/>
                      <a:pt x="852" y="1171"/>
                      <a:pt x="852" y="1171"/>
                    </a:cubicBezTo>
                    <a:cubicBezTo>
                      <a:pt x="850" y="1171"/>
                      <a:pt x="850" y="1171"/>
                      <a:pt x="850" y="1171"/>
                    </a:cubicBezTo>
                    <a:cubicBezTo>
                      <a:pt x="846" y="1172"/>
                      <a:pt x="846" y="1172"/>
                      <a:pt x="846" y="1172"/>
                    </a:cubicBezTo>
                    <a:cubicBezTo>
                      <a:pt x="843" y="1174"/>
                      <a:pt x="843" y="1174"/>
                      <a:pt x="843" y="1174"/>
                    </a:cubicBezTo>
                    <a:cubicBezTo>
                      <a:pt x="843" y="1174"/>
                      <a:pt x="840" y="1176"/>
                      <a:pt x="839" y="1175"/>
                    </a:cubicBezTo>
                    <a:cubicBezTo>
                      <a:pt x="839" y="1175"/>
                      <a:pt x="836" y="1176"/>
                      <a:pt x="836" y="1175"/>
                    </a:cubicBezTo>
                    <a:cubicBezTo>
                      <a:pt x="836" y="1174"/>
                      <a:pt x="832" y="1174"/>
                      <a:pt x="832" y="1174"/>
                    </a:cubicBezTo>
                    <a:cubicBezTo>
                      <a:pt x="832" y="1174"/>
                      <a:pt x="830" y="1174"/>
                      <a:pt x="828" y="1175"/>
                    </a:cubicBezTo>
                    <a:cubicBezTo>
                      <a:pt x="827" y="1175"/>
                      <a:pt x="826" y="1176"/>
                      <a:pt x="826" y="1176"/>
                    </a:cubicBezTo>
                    <a:cubicBezTo>
                      <a:pt x="823" y="1176"/>
                      <a:pt x="823" y="1176"/>
                      <a:pt x="823" y="1176"/>
                    </a:cubicBezTo>
                    <a:cubicBezTo>
                      <a:pt x="823" y="1176"/>
                      <a:pt x="819" y="1179"/>
                      <a:pt x="818" y="1179"/>
                    </a:cubicBezTo>
                    <a:cubicBezTo>
                      <a:pt x="817" y="1180"/>
                      <a:pt x="814" y="1179"/>
                      <a:pt x="814" y="1179"/>
                    </a:cubicBezTo>
                    <a:cubicBezTo>
                      <a:pt x="814" y="1179"/>
                      <a:pt x="808" y="1178"/>
                      <a:pt x="808" y="1177"/>
                    </a:cubicBezTo>
                    <a:cubicBezTo>
                      <a:pt x="808" y="1177"/>
                      <a:pt x="803" y="1175"/>
                      <a:pt x="802" y="1174"/>
                    </a:cubicBezTo>
                    <a:cubicBezTo>
                      <a:pt x="802" y="1173"/>
                      <a:pt x="799" y="1171"/>
                      <a:pt x="798" y="1171"/>
                    </a:cubicBezTo>
                    <a:cubicBezTo>
                      <a:pt x="798" y="1170"/>
                      <a:pt x="797" y="1167"/>
                      <a:pt x="797" y="1167"/>
                    </a:cubicBezTo>
                    <a:cubicBezTo>
                      <a:pt x="796" y="1166"/>
                      <a:pt x="796" y="1166"/>
                      <a:pt x="796" y="1166"/>
                    </a:cubicBezTo>
                    <a:cubicBezTo>
                      <a:pt x="795" y="1164"/>
                      <a:pt x="795" y="1164"/>
                      <a:pt x="795" y="1164"/>
                    </a:cubicBezTo>
                    <a:cubicBezTo>
                      <a:pt x="795" y="1164"/>
                      <a:pt x="791" y="1164"/>
                      <a:pt x="790" y="1164"/>
                    </a:cubicBezTo>
                    <a:cubicBezTo>
                      <a:pt x="788" y="1165"/>
                      <a:pt x="788" y="1164"/>
                      <a:pt x="788" y="1162"/>
                    </a:cubicBezTo>
                    <a:cubicBezTo>
                      <a:pt x="788" y="1161"/>
                      <a:pt x="791" y="1162"/>
                      <a:pt x="791" y="1162"/>
                    </a:cubicBezTo>
                    <a:cubicBezTo>
                      <a:pt x="791" y="1162"/>
                      <a:pt x="796" y="1160"/>
                      <a:pt x="796" y="1160"/>
                    </a:cubicBezTo>
                    <a:cubicBezTo>
                      <a:pt x="797" y="1159"/>
                      <a:pt x="796" y="1157"/>
                      <a:pt x="797" y="1157"/>
                    </a:cubicBezTo>
                    <a:cubicBezTo>
                      <a:pt x="798" y="1156"/>
                      <a:pt x="796" y="1154"/>
                      <a:pt x="795" y="1153"/>
                    </a:cubicBezTo>
                    <a:cubicBezTo>
                      <a:pt x="795" y="1151"/>
                      <a:pt x="794" y="1151"/>
                      <a:pt x="794" y="1151"/>
                    </a:cubicBezTo>
                    <a:cubicBezTo>
                      <a:pt x="794" y="1151"/>
                      <a:pt x="791" y="1151"/>
                      <a:pt x="790" y="1150"/>
                    </a:cubicBezTo>
                    <a:cubicBezTo>
                      <a:pt x="789" y="1148"/>
                      <a:pt x="788" y="1148"/>
                      <a:pt x="787" y="1147"/>
                    </a:cubicBezTo>
                    <a:cubicBezTo>
                      <a:pt x="786" y="1146"/>
                      <a:pt x="785" y="1145"/>
                      <a:pt x="784" y="1144"/>
                    </a:cubicBezTo>
                    <a:cubicBezTo>
                      <a:pt x="784" y="1143"/>
                      <a:pt x="783" y="1141"/>
                      <a:pt x="783" y="1139"/>
                    </a:cubicBezTo>
                    <a:cubicBezTo>
                      <a:pt x="782" y="1138"/>
                      <a:pt x="779" y="1136"/>
                      <a:pt x="779" y="1136"/>
                    </a:cubicBezTo>
                    <a:cubicBezTo>
                      <a:pt x="772" y="1129"/>
                      <a:pt x="772" y="1129"/>
                      <a:pt x="772" y="1129"/>
                    </a:cubicBezTo>
                    <a:cubicBezTo>
                      <a:pt x="772" y="1129"/>
                      <a:pt x="767" y="1126"/>
                      <a:pt x="766" y="1125"/>
                    </a:cubicBezTo>
                    <a:cubicBezTo>
                      <a:pt x="765" y="1123"/>
                      <a:pt x="763" y="1122"/>
                      <a:pt x="763" y="1122"/>
                    </a:cubicBezTo>
                    <a:cubicBezTo>
                      <a:pt x="763" y="1122"/>
                      <a:pt x="761" y="1122"/>
                      <a:pt x="761" y="1121"/>
                    </a:cubicBezTo>
                    <a:cubicBezTo>
                      <a:pt x="760" y="1121"/>
                      <a:pt x="757" y="1119"/>
                      <a:pt x="757" y="1119"/>
                    </a:cubicBezTo>
                    <a:cubicBezTo>
                      <a:pt x="755" y="1119"/>
                      <a:pt x="755" y="1119"/>
                      <a:pt x="755" y="1119"/>
                    </a:cubicBezTo>
                    <a:cubicBezTo>
                      <a:pt x="755" y="1119"/>
                      <a:pt x="754" y="1118"/>
                      <a:pt x="753" y="1117"/>
                    </a:cubicBezTo>
                    <a:cubicBezTo>
                      <a:pt x="753" y="1116"/>
                      <a:pt x="752" y="1115"/>
                      <a:pt x="752" y="1114"/>
                    </a:cubicBezTo>
                    <a:cubicBezTo>
                      <a:pt x="752" y="1113"/>
                      <a:pt x="748" y="1111"/>
                      <a:pt x="748" y="1111"/>
                    </a:cubicBezTo>
                    <a:cubicBezTo>
                      <a:pt x="748" y="1111"/>
                      <a:pt x="748" y="1111"/>
                      <a:pt x="748" y="1111"/>
                    </a:cubicBezTo>
                    <a:cubicBezTo>
                      <a:pt x="748" y="1110"/>
                      <a:pt x="745" y="1110"/>
                      <a:pt x="744" y="1110"/>
                    </a:cubicBezTo>
                    <a:cubicBezTo>
                      <a:pt x="744" y="1110"/>
                      <a:pt x="742" y="1105"/>
                      <a:pt x="742" y="1104"/>
                    </a:cubicBezTo>
                    <a:cubicBezTo>
                      <a:pt x="742" y="1104"/>
                      <a:pt x="737" y="1091"/>
                      <a:pt x="737" y="1088"/>
                    </a:cubicBezTo>
                    <a:cubicBezTo>
                      <a:pt x="737" y="1086"/>
                      <a:pt x="736" y="1084"/>
                      <a:pt x="735" y="1082"/>
                    </a:cubicBezTo>
                    <a:cubicBezTo>
                      <a:pt x="735" y="1079"/>
                      <a:pt x="733" y="1079"/>
                      <a:pt x="733" y="1078"/>
                    </a:cubicBezTo>
                    <a:cubicBezTo>
                      <a:pt x="733" y="1078"/>
                      <a:pt x="733" y="1078"/>
                      <a:pt x="733" y="1078"/>
                    </a:cubicBezTo>
                    <a:cubicBezTo>
                      <a:pt x="732" y="1077"/>
                      <a:pt x="730" y="1076"/>
                      <a:pt x="730" y="1075"/>
                    </a:cubicBezTo>
                    <a:cubicBezTo>
                      <a:pt x="729" y="1075"/>
                      <a:pt x="724" y="1071"/>
                      <a:pt x="723" y="1069"/>
                    </a:cubicBezTo>
                    <a:cubicBezTo>
                      <a:pt x="722" y="1068"/>
                      <a:pt x="719" y="1066"/>
                      <a:pt x="719" y="1066"/>
                    </a:cubicBezTo>
                    <a:cubicBezTo>
                      <a:pt x="718" y="1065"/>
                      <a:pt x="717" y="1064"/>
                      <a:pt x="716" y="1063"/>
                    </a:cubicBezTo>
                    <a:cubicBezTo>
                      <a:pt x="716" y="1062"/>
                      <a:pt x="715" y="1059"/>
                      <a:pt x="715" y="1057"/>
                    </a:cubicBezTo>
                    <a:cubicBezTo>
                      <a:pt x="715" y="1056"/>
                      <a:pt x="714" y="1053"/>
                      <a:pt x="714" y="1051"/>
                    </a:cubicBezTo>
                    <a:cubicBezTo>
                      <a:pt x="714" y="1050"/>
                      <a:pt x="713" y="1045"/>
                      <a:pt x="713" y="1044"/>
                    </a:cubicBezTo>
                    <a:cubicBezTo>
                      <a:pt x="713" y="1042"/>
                      <a:pt x="715" y="1039"/>
                      <a:pt x="715" y="1039"/>
                    </a:cubicBezTo>
                    <a:cubicBezTo>
                      <a:pt x="715" y="1039"/>
                      <a:pt x="711" y="1028"/>
                      <a:pt x="711" y="1028"/>
                    </a:cubicBezTo>
                    <a:cubicBezTo>
                      <a:pt x="711" y="1027"/>
                      <a:pt x="710" y="1026"/>
                      <a:pt x="709" y="1023"/>
                    </a:cubicBezTo>
                    <a:cubicBezTo>
                      <a:pt x="708" y="1021"/>
                      <a:pt x="707" y="1021"/>
                      <a:pt x="707" y="1020"/>
                    </a:cubicBezTo>
                    <a:cubicBezTo>
                      <a:pt x="707" y="1019"/>
                      <a:pt x="704" y="1018"/>
                      <a:pt x="703" y="1018"/>
                    </a:cubicBezTo>
                    <a:cubicBezTo>
                      <a:pt x="703" y="1017"/>
                      <a:pt x="702" y="1015"/>
                      <a:pt x="702" y="1014"/>
                    </a:cubicBezTo>
                    <a:cubicBezTo>
                      <a:pt x="701" y="1012"/>
                      <a:pt x="699" y="1013"/>
                      <a:pt x="699" y="1012"/>
                    </a:cubicBezTo>
                    <a:cubicBezTo>
                      <a:pt x="698" y="1010"/>
                      <a:pt x="696" y="1011"/>
                      <a:pt x="695" y="1010"/>
                    </a:cubicBezTo>
                    <a:cubicBezTo>
                      <a:pt x="695" y="1009"/>
                      <a:pt x="694" y="1009"/>
                      <a:pt x="694" y="1009"/>
                    </a:cubicBezTo>
                    <a:cubicBezTo>
                      <a:pt x="693" y="1008"/>
                      <a:pt x="693" y="1007"/>
                      <a:pt x="693" y="1006"/>
                    </a:cubicBezTo>
                    <a:cubicBezTo>
                      <a:pt x="692" y="1005"/>
                      <a:pt x="692" y="1002"/>
                      <a:pt x="692" y="1001"/>
                    </a:cubicBezTo>
                    <a:cubicBezTo>
                      <a:pt x="692" y="1000"/>
                      <a:pt x="694" y="999"/>
                      <a:pt x="694" y="999"/>
                    </a:cubicBezTo>
                    <a:cubicBezTo>
                      <a:pt x="694" y="999"/>
                      <a:pt x="694" y="996"/>
                      <a:pt x="694" y="996"/>
                    </a:cubicBezTo>
                    <a:cubicBezTo>
                      <a:pt x="694" y="995"/>
                      <a:pt x="694" y="995"/>
                      <a:pt x="694" y="994"/>
                    </a:cubicBezTo>
                    <a:cubicBezTo>
                      <a:pt x="694" y="993"/>
                      <a:pt x="690" y="990"/>
                      <a:pt x="690" y="990"/>
                    </a:cubicBezTo>
                    <a:cubicBezTo>
                      <a:pt x="690" y="990"/>
                      <a:pt x="688" y="988"/>
                      <a:pt x="688" y="987"/>
                    </a:cubicBezTo>
                    <a:cubicBezTo>
                      <a:pt x="688" y="985"/>
                      <a:pt x="685" y="983"/>
                      <a:pt x="685" y="982"/>
                    </a:cubicBezTo>
                    <a:cubicBezTo>
                      <a:pt x="685" y="981"/>
                      <a:pt x="682" y="978"/>
                      <a:pt x="682" y="977"/>
                    </a:cubicBezTo>
                    <a:cubicBezTo>
                      <a:pt x="681" y="977"/>
                      <a:pt x="680" y="974"/>
                      <a:pt x="680" y="974"/>
                    </a:cubicBezTo>
                    <a:cubicBezTo>
                      <a:pt x="680" y="973"/>
                      <a:pt x="674" y="961"/>
                      <a:pt x="674" y="959"/>
                    </a:cubicBezTo>
                    <a:cubicBezTo>
                      <a:pt x="673" y="957"/>
                      <a:pt x="673" y="957"/>
                      <a:pt x="673" y="956"/>
                    </a:cubicBezTo>
                    <a:cubicBezTo>
                      <a:pt x="672" y="955"/>
                      <a:pt x="671" y="954"/>
                      <a:pt x="671" y="953"/>
                    </a:cubicBezTo>
                    <a:cubicBezTo>
                      <a:pt x="671" y="952"/>
                      <a:pt x="670" y="951"/>
                      <a:pt x="669" y="950"/>
                    </a:cubicBezTo>
                    <a:cubicBezTo>
                      <a:pt x="669" y="949"/>
                      <a:pt x="668" y="948"/>
                      <a:pt x="667" y="946"/>
                    </a:cubicBezTo>
                    <a:cubicBezTo>
                      <a:pt x="667" y="945"/>
                      <a:pt x="666" y="945"/>
                      <a:pt x="666" y="944"/>
                    </a:cubicBezTo>
                    <a:cubicBezTo>
                      <a:pt x="666" y="944"/>
                      <a:pt x="666" y="942"/>
                      <a:pt x="665" y="940"/>
                    </a:cubicBezTo>
                    <a:cubicBezTo>
                      <a:pt x="665" y="939"/>
                      <a:pt x="663" y="936"/>
                      <a:pt x="662" y="935"/>
                    </a:cubicBezTo>
                    <a:cubicBezTo>
                      <a:pt x="662" y="933"/>
                      <a:pt x="661" y="933"/>
                      <a:pt x="660" y="932"/>
                    </a:cubicBezTo>
                    <a:cubicBezTo>
                      <a:pt x="660" y="931"/>
                      <a:pt x="656" y="929"/>
                      <a:pt x="656" y="929"/>
                    </a:cubicBezTo>
                    <a:cubicBezTo>
                      <a:pt x="655" y="922"/>
                      <a:pt x="655" y="922"/>
                      <a:pt x="655" y="922"/>
                    </a:cubicBezTo>
                    <a:cubicBezTo>
                      <a:pt x="655" y="922"/>
                      <a:pt x="654" y="915"/>
                      <a:pt x="654" y="915"/>
                    </a:cubicBezTo>
                    <a:cubicBezTo>
                      <a:pt x="655" y="916"/>
                      <a:pt x="655" y="919"/>
                      <a:pt x="655" y="919"/>
                    </a:cubicBezTo>
                    <a:cubicBezTo>
                      <a:pt x="655" y="919"/>
                      <a:pt x="658" y="922"/>
                      <a:pt x="658" y="923"/>
                    </a:cubicBezTo>
                    <a:cubicBezTo>
                      <a:pt x="659" y="923"/>
                      <a:pt x="660" y="925"/>
                      <a:pt x="661" y="925"/>
                    </a:cubicBezTo>
                    <a:cubicBezTo>
                      <a:pt x="662" y="924"/>
                      <a:pt x="661" y="927"/>
                      <a:pt x="662" y="927"/>
                    </a:cubicBezTo>
                    <a:cubicBezTo>
                      <a:pt x="663" y="927"/>
                      <a:pt x="664" y="932"/>
                      <a:pt x="665" y="933"/>
                    </a:cubicBezTo>
                    <a:cubicBezTo>
                      <a:pt x="666" y="934"/>
                      <a:pt x="666" y="936"/>
                      <a:pt x="666" y="936"/>
                    </a:cubicBezTo>
                    <a:cubicBezTo>
                      <a:pt x="666" y="936"/>
                      <a:pt x="669" y="939"/>
                      <a:pt x="669" y="939"/>
                    </a:cubicBezTo>
                    <a:cubicBezTo>
                      <a:pt x="670" y="939"/>
                      <a:pt x="672" y="943"/>
                      <a:pt x="672" y="943"/>
                    </a:cubicBezTo>
                    <a:cubicBezTo>
                      <a:pt x="677" y="942"/>
                      <a:pt x="677" y="942"/>
                      <a:pt x="677" y="942"/>
                    </a:cubicBezTo>
                    <a:cubicBezTo>
                      <a:pt x="677" y="940"/>
                      <a:pt x="678" y="938"/>
                      <a:pt x="678" y="937"/>
                    </a:cubicBezTo>
                    <a:cubicBezTo>
                      <a:pt x="678" y="935"/>
                      <a:pt x="680" y="932"/>
                      <a:pt x="680" y="932"/>
                    </a:cubicBezTo>
                    <a:cubicBezTo>
                      <a:pt x="681" y="928"/>
                      <a:pt x="681" y="928"/>
                      <a:pt x="681" y="928"/>
                    </a:cubicBezTo>
                    <a:cubicBezTo>
                      <a:pt x="681" y="928"/>
                      <a:pt x="681" y="928"/>
                      <a:pt x="681" y="928"/>
                    </a:cubicBezTo>
                    <a:cubicBezTo>
                      <a:pt x="681" y="928"/>
                      <a:pt x="681" y="928"/>
                      <a:pt x="681" y="928"/>
                    </a:cubicBezTo>
                    <a:cubicBezTo>
                      <a:pt x="682" y="924"/>
                      <a:pt x="682" y="924"/>
                      <a:pt x="682" y="924"/>
                    </a:cubicBezTo>
                    <a:cubicBezTo>
                      <a:pt x="682" y="924"/>
                      <a:pt x="682" y="924"/>
                      <a:pt x="682" y="924"/>
                    </a:cubicBezTo>
                    <a:cubicBezTo>
                      <a:pt x="682" y="925"/>
                      <a:pt x="682" y="926"/>
                      <a:pt x="682" y="926"/>
                    </a:cubicBezTo>
                    <a:cubicBezTo>
                      <a:pt x="681" y="927"/>
                      <a:pt x="681" y="930"/>
                      <a:pt x="681" y="931"/>
                    </a:cubicBezTo>
                    <a:cubicBezTo>
                      <a:pt x="680" y="932"/>
                      <a:pt x="681" y="934"/>
                      <a:pt x="681" y="934"/>
                    </a:cubicBezTo>
                    <a:cubicBezTo>
                      <a:pt x="681" y="934"/>
                      <a:pt x="683" y="936"/>
                      <a:pt x="685" y="936"/>
                    </a:cubicBezTo>
                    <a:cubicBezTo>
                      <a:pt x="686" y="936"/>
                      <a:pt x="686" y="938"/>
                      <a:pt x="687" y="938"/>
                    </a:cubicBezTo>
                    <a:cubicBezTo>
                      <a:pt x="689" y="939"/>
                      <a:pt x="690" y="940"/>
                      <a:pt x="691" y="941"/>
                    </a:cubicBezTo>
                    <a:cubicBezTo>
                      <a:pt x="693" y="941"/>
                      <a:pt x="693" y="943"/>
                      <a:pt x="693" y="944"/>
                    </a:cubicBezTo>
                    <a:cubicBezTo>
                      <a:pt x="693" y="944"/>
                      <a:pt x="694" y="946"/>
                      <a:pt x="694" y="947"/>
                    </a:cubicBezTo>
                    <a:cubicBezTo>
                      <a:pt x="695" y="948"/>
                      <a:pt x="696" y="950"/>
                      <a:pt x="696" y="950"/>
                    </a:cubicBezTo>
                    <a:cubicBezTo>
                      <a:pt x="696" y="950"/>
                      <a:pt x="698" y="952"/>
                      <a:pt x="699" y="953"/>
                    </a:cubicBezTo>
                    <a:cubicBezTo>
                      <a:pt x="701" y="954"/>
                      <a:pt x="700" y="955"/>
                      <a:pt x="701" y="955"/>
                    </a:cubicBezTo>
                    <a:cubicBezTo>
                      <a:pt x="702" y="956"/>
                      <a:pt x="702" y="958"/>
                      <a:pt x="703" y="960"/>
                    </a:cubicBezTo>
                    <a:cubicBezTo>
                      <a:pt x="705" y="962"/>
                      <a:pt x="706" y="964"/>
                      <a:pt x="706" y="965"/>
                    </a:cubicBezTo>
                    <a:cubicBezTo>
                      <a:pt x="707" y="966"/>
                      <a:pt x="713" y="973"/>
                      <a:pt x="714" y="974"/>
                    </a:cubicBezTo>
                    <a:cubicBezTo>
                      <a:pt x="716" y="975"/>
                      <a:pt x="715" y="977"/>
                      <a:pt x="715" y="977"/>
                    </a:cubicBezTo>
                    <a:cubicBezTo>
                      <a:pt x="715" y="977"/>
                      <a:pt x="715" y="979"/>
                      <a:pt x="715" y="980"/>
                    </a:cubicBezTo>
                    <a:cubicBezTo>
                      <a:pt x="716" y="981"/>
                      <a:pt x="716" y="984"/>
                      <a:pt x="716" y="984"/>
                    </a:cubicBezTo>
                    <a:cubicBezTo>
                      <a:pt x="717" y="985"/>
                      <a:pt x="717" y="987"/>
                      <a:pt x="718" y="987"/>
                    </a:cubicBezTo>
                    <a:cubicBezTo>
                      <a:pt x="720" y="988"/>
                      <a:pt x="719" y="989"/>
                      <a:pt x="721" y="989"/>
                    </a:cubicBezTo>
                    <a:cubicBezTo>
                      <a:pt x="722" y="988"/>
                      <a:pt x="723" y="991"/>
                      <a:pt x="725" y="991"/>
                    </a:cubicBezTo>
                    <a:cubicBezTo>
                      <a:pt x="727" y="991"/>
                      <a:pt x="727" y="994"/>
                      <a:pt x="727" y="995"/>
                    </a:cubicBezTo>
                    <a:cubicBezTo>
                      <a:pt x="728" y="995"/>
                      <a:pt x="729" y="996"/>
                      <a:pt x="729" y="996"/>
                    </a:cubicBezTo>
                    <a:cubicBezTo>
                      <a:pt x="729" y="996"/>
                      <a:pt x="730" y="998"/>
                      <a:pt x="731" y="999"/>
                    </a:cubicBezTo>
                    <a:cubicBezTo>
                      <a:pt x="733" y="999"/>
                      <a:pt x="732" y="1001"/>
                      <a:pt x="733" y="1002"/>
                    </a:cubicBezTo>
                    <a:cubicBezTo>
                      <a:pt x="734" y="1002"/>
                      <a:pt x="735" y="1005"/>
                      <a:pt x="737" y="1006"/>
                    </a:cubicBezTo>
                    <a:cubicBezTo>
                      <a:pt x="738" y="1007"/>
                      <a:pt x="738" y="1012"/>
                      <a:pt x="738" y="1012"/>
                    </a:cubicBezTo>
                    <a:cubicBezTo>
                      <a:pt x="738" y="1012"/>
                      <a:pt x="738" y="1019"/>
                      <a:pt x="739" y="1021"/>
                    </a:cubicBezTo>
                    <a:cubicBezTo>
                      <a:pt x="740" y="1023"/>
                      <a:pt x="740" y="1024"/>
                      <a:pt x="740" y="1025"/>
                    </a:cubicBezTo>
                    <a:cubicBezTo>
                      <a:pt x="740" y="1026"/>
                      <a:pt x="739" y="1029"/>
                      <a:pt x="739" y="1029"/>
                    </a:cubicBezTo>
                    <a:cubicBezTo>
                      <a:pt x="739" y="1029"/>
                      <a:pt x="739" y="1031"/>
                      <a:pt x="740" y="1033"/>
                    </a:cubicBezTo>
                    <a:cubicBezTo>
                      <a:pt x="741" y="1034"/>
                      <a:pt x="741" y="1036"/>
                      <a:pt x="742" y="1037"/>
                    </a:cubicBezTo>
                    <a:cubicBezTo>
                      <a:pt x="743" y="1038"/>
                      <a:pt x="745" y="1040"/>
                      <a:pt x="745" y="1040"/>
                    </a:cubicBezTo>
                    <a:cubicBezTo>
                      <a:pt x="745" y="1040"/>
                      <a:pt x="746" y="1041"/>
                      <a:pt x="747" y="1041"/>
                    </a:cubicBezTo>
                    <a:cubicBezTo>
                      <a:pt x="748" y="1041"/>
                      <a:pt x="749" y="1042"/>
                      <a:pt x="751" y="1043"/>
                    </a:cubicBezTo>
                    <a:cubicBezTo>
                      <a:pt x="753" y="1044"/>
                      <a:pt x="753" y="1045"/>
                      <a:pt x="754" y="1046"/>
                    </a:cubicBezTo>
                    <a:cubicBezTo>
                      <a:pt x="755" y="1046"/>
                      <a:pt x="755" y="1047"/>
                      <a:pt x="756" y="1048"/>
                    </a:cubicBezTo>
                    <a:cubicBezTo>
                      <a:pt x="756" y="1049"/>
                      <a:pt x="756" y="1050"/>
                      <a:pt x="757" y="1050"/>
                    </a:cubicBezTo>
                    <a:cubicBezTo>
                      <a:pt x="757" y="1050"/>
                      <a:pt x="759" y="1052"/>
                      <a:pt x="760" y="1053"/>
                    </a:cubicBezTo>
                    <a:cubicBezTo>
                      <a:pt x="762" y="1054"/>
                      <a:pt x="764" y="1056"/>
                      <a:pt x="764" y="1056"/>
                    </a:cubicBezTo>
                    <a:cubicBezTo>
                      <a:pt x="764" y="1056"/>
                      <a:pt x="767" y="1064"/>
                      <a:pt x="769" y="1067"/>
                    </a:cubicBezTo>
                    <a:cubicBezTo>
                      <a:pt x="770" y="1069"/>
                      <a:pt x="770" y="1071"/>
                      <a:pt x="770" y="1071"/>
                    </a:cubicBezTo>
                    <a:cubicBezTo>
                      <a:pt x="770" y="1071"/>
                      <a:pt x="771" y="1074"/>
                      <a:pt x="771" y="1075"/>
                    </a:cubicBezTo>
                    <a:cubicBezTo>
                      <a:pt x="772" y="1076"/>
                      <a:pt x="772" y="1077"/>
                      <a:pt x="774" y="1078"/>
                    </a:cubicBezTo>
                    <a:cubicBezTo>
                      <a:pt x="775" y="1079"/>
                      <a:pt x="776" y="1081"/>
                      <a:pt x="776" y="1081"/>
                    </a:cubicBezTo>
                    <a:cubicBezTo>
                      <a:pt x="776" y="1081"/>
                      <a:pt x="777" y="1081"/>
                      <a:pt x="778" y="1082"/>
                    </a:cubicBezTo>
                    <a:cubicBezTo>
                      <a:pt x="779" y="1082"/>
                      <a:pt x="779" y="1082"/>
                      <a:pt x="780" y="1084"/>
                    </a:cubicBezTo>
                    <a:cubicBezTo>
                      <a:pt x="781" y="1085"/>
                      <a:pt x="781" y="1087"/>
                      <a:pt x="782" y="1088"/>
                    </a:cubicBezTo>
                    <a:cubicBezTo>
                      <a:pt x="783" y="1088"/>
                      <a:pt x="784" y="1090"/>
                      <a:pt x="785" y="1091"/>
                    </a:cubicBezTo>
                    <a:cubicBezTo>
                      <a:pt x="786" y="1092"/>
                      <a:pt x="785" y="1094"/>
                      <a:pt x="785" y="1094"/>
                    </a:cubicBezTo>
                    <a:cubicBezTo>
                      <a:pt x="785" y="1096"/>
                      <a:pt x="785" y="1096"/>
                      <a:pt x="785" y="1096"/>
                    </a:cubicBezTo>
                    <a:cubicBezTo>
                      <a:pt x="785" y="1096"/>
                      <a:pt x="786" y="1099"/>
                      <a:pt x="787" y="1100"/>
                    </a:cubicBezTo>
                    <a:cubicBezTo>
                      <a:pt x="787" y="1100"/>
                      <a:pt x="787" y="1100"/>
                      <a:pt x="787" y="1101"/>
                    </a:cubicBezTo>
                    <a:cubicBezTo>
                      <a:pt x="788" y="1101"/>
                      <a:pt x="787" y="1103"/>
                      <a:pt x="787" y="1103"/>
                    </a:cubicBezTo>
                    <a:cubicBezTo>
                      <a:pt x="787" y="1105"/>
                      <a:pt x="787" y="1105"/>
                      <a:pt x="787" y="1105"/>
                    </a:cubicBezTo>
                    <a:cubicBezTo>
                      <a:pt x="786" y="1109"/>
                      <a:pt x="786" y="1109"/>
                      <a:pt x="786" y="1109"/>
                    </a:cubicBezTo>
                    <a:cubicBezTo>
                      <a:pt x="789" y="1116"/>
                      <a:pt x="789" y="1116"/>
                      <a:pt x="789" y="1116"/>
                    </a:cubicBezTo>
                    <a:cubicBezTo>
                      <a:pt x="789" y="1116"/>
                      <a:pt x="791" y="1129"/>
                      <a:pt x="792" y="1133"/>
                    </a:cubicBezTo>
                    <a:cubicBezTo>
                      <a:pt x="794" y="1136"/>
                      <a:pt x="793" y="1136"/>
                      <a:pt x="793" y="1136"/>
                    </a:cubicBezTo>
                    <a:cubicBezTo>
                      <a:pt x="793" y="1136"/>
                      <a:pt x="794" y="1140"/>
                      <a:pt x="795" y="1141"/>
                    </a:cubicBezTo>
                    <a:cubicBezTo>
                      <a:pt x="795" y="1142"/>
                      <a:pt x="796" y="1145"/>
                      <a:pt x="796" y="1145"/>
                    </a:cubicBezTo>
                    <a:cubicBezTo>
                      <a:pt x="796" y="1145"/>
                      <a:pt x="798" y="1146"/>
                      <a:pt x="799" y="1146"/>
                    </a:cubicBezTo>
                    <a:cubicBezTo>
                      <a:pt x="799" y="1147"/>
                      <a:pt x="801" y="1147"/>
                      <a:pt x="801" y="1147"/>
                    </a:cubicBezTo>
                    <a:cubicBezTo>
                      <a:pt x="801" y="1147"/>
                      <a:pt x="809" y="1147"/>
                      <a:pt x="810" y="1147"/>
                    </a:cubicBezTo>
                    <a:cubicBezTo>
                      <a:pt x="810" y="1146"/>
                      <a:pt x="813" y="1146"/>
                      <a:pt x="814" y="1146"/>
                    </a:cubicBezTo>
                    <a:cubicBezTo>
                      <a:pt x="815" y="1146"/>
                      <a:pt x="816" y="1146"/>
                      <a:pt x="816" y="1146"/>
                    </a:cubicBezTo>
                    <a:cubicBezTo>
                      <a:pt x="816" y="1146"/>
                      <a:pt x="819" y="1144"/>
                      <a:pt x="820" y="1144"/>
                    </a:cubicBezTo>
                    <a:cubicBezTo>
                      <a:pt x="821" y="1143"/>
                      <a:pt x="824" y="1141"/>
                      <a:pt x="825" y="1140"/>
                    </a:cubicBezTo>
                    <a:cubicBezTo>
                      <a:pt x="826" y="1139"/>
                      <a:pt x="827" y="1139"/>
                      <a:pt x="828" y="1139"/>
                    </a:cubicBezTo>
                    <a:cubicBezTo>
                      <a:pt x="828" y="1139"/>
                      <a:pt x="830" y="1139"/>
                      <a:pt x="831" y="1139"/>
                    </a:cubicBezTo>
                    <a:cubicBezTo>
                      <a:pt x="833" y="1138"/>
                      <a:pt x="834" y="1139"/>
                      <a:pt x="835" y="1138"/>
                    </a:cubicBezTo>
                    <a:cubicBezTo>
                      <a:pt x="836" y="1138"/>
                      <a:pt x="839" y="1136"/>
                      <a:pt x="840" y="1135"/>
                    </a:cubicBezTo>
                    <a:cubicBezTo>
                      <a:pt x="841" y="1135"/>
                      <a:pt x="843" y="1136"/>
                      <a:pt x="844" y="1135"/>
                    </a:cubicBezTo>
                    <a:cubicBezTo>
                      <a:pt x="845" y="1135"/>
                      <a:pt x="846" y="1136"/>
                      <a:pt x="846" y="1135"/>
                    </a:cubicBezTo>
                    <a:cubicBezTo>
                      <a:pt x="847" y="1134"/>
                      <a:pt x="849" y="1135"/>
                      <a:pt x="850" y="1133"/>
                    </a:cubicBezTo>
                    <a:cubicBezTo>
                      <a:pt x="852" y="1132"/>
                      <a:pt x="853" y="1132"/>
                      <a:pt x="853" y="1131"/>
                    </a:cubicBezTo>
                    <a:cubicBezTo>
                      <a:pt x="854" y="1129"/>
                      <a:pt x="856" y="1130"/>
                      <a:pt x="856" y="1130"/>
                    </a:cubicBezTo>
                    <a:cubicBezTo>
                      <a:pt x="856" y="1130"/>
                      <a:pt x="858" y="1131"/>
                      <a:pt x="859" y="1131"/>
                    </a:cubicBezTo>
                    <a:cubicBezTo>
                      <a:pt x="860" y="1130"/>
                      <a:pt x="861" y="1131"/>
                      <a:pt x="862" y="1131"/>
                    </a:cubicBezTo>
                    <a:cubicBezTo>
                      <a:pt x="863" y="1131"/>
                      <a:pt x="864" y="1130"/>
                      <a:pt x="865" y="1129"/>
                    </a:cubicBezTo>
                    <a:cubicBezTo>
                      <a:pt x="865" y="1128"/>
                      <a:pt x="868" y="1126"/>
                      <a:pt x="868" y="1126"/>
                    </a:cubicBezTo>
                    <a:cubicBezTo>
                      <a:pt x="870" y="1124"/>
                      <a:pt x="870" y="1124"/>
                      <a:pt x="870" y="1124"/>
                    </a:cubicBezTo>
                    <a:cubicBezTo>
                      <a:pt x="873" y="1121"/>
                      <a:pt x="873" y="1121"/>
                      <a:pt x="873" y="1121"/>
                    </a:cubicBezTo>
                    <a:cubicBezTo>
                      <a:pt x="873" y="1121"/>
                      <a:pt x="876" y="1119"/>
                      <a:pt x="877" y="1119"/>
                    </a:cubicBezTo>
                    <a:cubicBezTo>
                      <a:pt x="878" y="1119"/>
                      <a:pt x="879" y="1119"/>
                      <a:pt x="879" y="1119"/>
                    </a:cubicBezTo>
                    <a:cubicBezTo>
                      <a:pt x="879" y="1119"/>
                      <a:pt x="881" y="1119"/>
                      <a:pt x="882" y="1118"/>
                    </a:cubicBezTo>
                    <a:cubicBezTo>
                      <a:pt x="883" y="1118"/>
                      <a:pt x="888" y="1117"/>
                      <a:pt x="888" y="1117"/>
                    </a:cubicBezTo>
                    <a:cubicBezTo>
                      <a:pt x="888" y="1117"/>
                      <a:pt x="890" y="1117"/>
                      <a:pt x="891" y="1116"/>
                    </a:cubicBezTo>
                    <a:cubicBezTo>
                      <a:pt x="892" y="1116"/>
                      <a:pt x="896" y="1115"/>
                      <a:pt x="896" y="1115"/>
                    </a:cubicBezTo>
                    <a:cubicBezTo>
                      <a:pt x="900" y="1113"/>
                      <a:pt x="900" y="1113"/>
                      <a:pt x="900" y="1113"/>
                    </a:cubicBezTo>
                    <a:cubicBezTo>
                      <a:pt x="900" y="1113"/>
                      <a:pt x="903" y="1113"/>
                      <a:pt x="904" y="1112"/>
                    </a:cubicBezTo>
                    <a:cubicBezTo>
                      <a:pt x="904" y="1112"/>
                      <a:pt x="906" y="1111"/>
                      <a:pt x="908" y="1110"/>
                    </a:cubicBezTo>
                    <a:cubicBezTo>
                      <a:pt x="912" y="1106"/>
                      <a:pt x="912" y="1106"/>
                      <a:pt x="912" y="1106"/>
                    </a:cubicBezTo>
                    <a:cubicBezTo>
                      <a:pt x="912" y="1106"/>
                      <a:pt x="912" y="1101"/>
                      <a:pt x="913" y="1100"/>
                    </a:cubicBezTo>
                    <a:cubicBezTo>
                      <a:pt x="914" y="1098"/>
                      <a:pt x="916" y="1098"/>
                      <a:pt x="916" y="1098"/>
                    </a:cubicBezTo>
                    <a:cubicBezTo>
                      <a:pt x="916" y="1098"/>
                      <a:pt x="918" y="1097"/>
                      <a:pt x="919" y="1096"/>
                    </a:cubicBezTo>
                    <a:cubicBezTo>
                      <a:pt x="919" y="1096"/>
                      <a:pt x="922" y="1094"/>
                      <a:pt x="922" y="1094"/>
                    </a:cubicBezTo>
                    <a:cubicBezTo>
                      <a:pt x="924" y="1093"/>
                      <a:pt x="924" y="1093"/>
                      <a:pt x="924" y="1093"/>
                    </a:cubicBezTo>
                    <a:cubicBezTo>
                      <a:pt x="926" y="1093"/>
                      <a:pt x="926" y="1093"/>
                      <a:pt x="926" y="1093"/>
                    </a:cubicBezTo>
                    <a:cubicBezTo>
                      <a:pt x="928" y="1093"/>
                      <a:pt x="928" y="1093"/>
                      <a:pt x="928" y="1093"/>
                    </a:cubicBezTo>
                    <a:cubicBezTo>
                      <a:pt x="928" y="1093"/>
                      <a:pt x="932" y="1091"/>
                      <a:pt x="932" y="1090"/>
                    </a:cubicBezTo>
                    <a:cubicBezTo>
                      <a:pt x="933" y="1090"/>
                      <a:pt x="938" y="1088"/>
                      <a:pt x="938" y="1088"/>
                    </a:cubicBezTo>
                    <a:cubicBezTo>
                      <a:pt x="938" y="1088"/>
                      <a:pt x="944" y="1089"/>
                      <a:pt x="945" y="1088"/>
                    </a:cubicBezTo>
                    <a:cubicBezTo>
                      <a:pt x="946" y="1087"/>
                      <a:pt x="949" y="1089"/>
                      <a:pt x="949" y="1088"/>
                    </a:cubicBezTo>
                    <a:cubicBezTo>
                      <a:pt x="949" y="1087"/>
                      <a:pt x="949" y="1088"/>
                      <a:pt x="950" y="1085"/>
                    </a:cubicBezTo>
                    <a:cubicBezTo>
                      <a:pt x="951" y="1082"/>
                      <a:pt x="952" y="1081"/>
                      <a:pt x="954" y="1077"/>
                    </a:cubicBezTo>
                    <a:cubicBezTo>
                      <a:pt x="955" y="1076"/>
                      <a:pt x="956" y="1077"/>
                      <a:pt x="957" y="1077"/>
                    </a:cubicBezTo>
                    <a:cubicBezTo>
                      <a:pt x="958" y="1077"/>
                      <a:pt x="964" y="1076"/>
                      <a:pt x="964" y="1076"/>
                    </a:cubicBezTo>
                    <a:cubicBezTo>
                      <a:pt x="968" y="1075"/>
                      <a:pt x="968" y="1075"/>
                      <a:pt x="968" y="1075"/>
                    </a:cubicBezTo>
                    <a:cubicBezTo>
                      <a:pt x="968" y="1075"/>
                      <a:pt x="968" y="1073"/>
                      <a:pt x="968" y="1071"/>
                    </a:cubicBezTo>
                    <a:cubicBezTo>
                      <a:pt x="968" y="1070"/>
                      <a:pt x="970" y="1070"/>
                      <a:pt x="971" y="1069"/>
                    </a:cubicBezTo>
                    <a:cubicBezTo>
                      <a:pt x="971" y="1067"/>
                      <a:pt x="972" y="1066"/>
                      <a:pt x="972" y="1065"/>
                    </a:cubicBezTo>
                    <a:cubicBezTo>
                      <a:pt x="972" y="1064"/>
                      <a:pt x="974" y="1063"/>
                      <a:pt x="975" y="1062"/>
                    </a:cubicBezTo>
                    <a:cubicBezTo>
                      <a:pt x="975" y="1061"/>
                      <a:pt x="981" y="1062"/>
                      <a:pt x="982" y="1062"/>
                    </a:cubicBezTo>
                    <a:cubicBezTo>
                      <a:pt x="982" y="1061"/>
                      <a:pt x="985" y="1061"/>
                      <a:pt x="985" y="1061"/>
                    </a:cubicBezTo>
                    <a:cubicBezTo>
                      <a:pt x="985" y="1061"/>
                      <a:pt x="985" y="1053"/>
                      <a:pt x="985" y="1049"/>
                    </a:cubicBezTo>
                    <a:cubicBezTo>
                      <a:pt x="985" y="1045"/>
                      <a:pt x="986" y="1047"/>
                      <a:pt x="986" y="1047"/>
                    </a:cubicBezTo>
                    <a:cubicBezTo>
                      <a:pt x="986" y="1046"/>
                      <a:pt x="988" y="1043"/>
                      <a:pt x="989" y="1042"/>
                    </a:cubicBezTo>
                    <a:cubicBezTo>
                      <a:pt x="990" y="1041"/>
                      <a:pt x="991" y="1041"/>
                      <a:pt x="992" y="1040"/>
                    </a:cubicBezTo>
                    <a:cubicBezTo>
                      <a:pt x="993" y="1040"/>
                      <a:pt x="993" y="1039"/>
                      <a:pt x="994" y="1038"/>
                    </a:cubicBezTo>
                    <a:cubicBezTo>
                      <a:pt x="995" y="1036"/>
                      <a:pt x="996" y="1036"/>
                      <a:pt x="998" y="1034"/>
                    </a:cubicBezTo>
                    <a:cubicBezTo>
                      <a:pt x="1000" y="1032"/>
                      <a:pt x="1001" y="1031"/>
                      <a:pt x="1002" y="1030"/>
                    </a:cubicBezTo>
                    <a:cubicBezTo>
                      <a:pt x="1002" y="1029"/>
                      <a:pt x="1004" y="1028"/>
                      <a:pt x="1005" y="1027"/>
                    </a:cubicBezTo>
                    <a:cubicBezTo>
                      <a:pt x="1005" y="1025"/>
                      <a:pt x="1009" y="1023"/>
                      <a:pt x="1009" y="1022"/>
                    </a:cubicBezTo>
                    <a:cubicBezTo>
                      <a:pt x="1009" y="1022"/>
                      <a:pt x="1012" y="1015"/>
                      <a:pt x="1012" y="1015"/>
                    </a:cubicBezTo>
                    <a:cubicBezTo>
                      <a:pt x="1010" y="1014"/>
                      <a:pt x="1010" y="1014"/>
                      <a:pt x="1010" y="1014"/>
                    </a:cubicBezTo>
                    <a:cubicBezTo>
                      <a:pt x="1008" y="1012"/>
                      <a:pt x="1008" y="1012"/>
                      <a:pt x="1008" y="1012"/>
                    </a:cubicBezTo>
                    <a:cubicBezTo>
                      <a:pt x="1005" y="1009"/>
                      <a:pt x="1005" y="1009"/>
                      <a:pt x="1005" y="1009"/>
                    </a:cubicBezTo>
                    <a:cubicBezTo>
                      <a:pt x="1005" y="1009"/>
                      <a:pt x="1002" y="1006"/>
                      <a:pt x="1002" y="1005"/>
                    </a:cubicBezTo>
                    <a:cubicBezTo>
                      <a:pt x="1002" y="1005"/>
                      <a:pt x="999" y="1001"/>
                      <a:pt x="999" y="1001"/>
                    </a:cubicBezTo>
                    <a:cubicBezTo>
                      <a:pt x="999" y="1001"/>
                      <a:pt x="995" y="999"/>
                      <a:pt x="995" y="998"/>
                    </a:cubicBezTo>
                    <a:cubicBezTo>
                      <a:pt x="995" y="998"/>
                      <a:pt x="992" y="996"/>
                      <a:pt x="991" y="996"/>
                    </a:cubicBezTo>
                    <a:cubicBezTo>
                      <a:pt x="991" y="995"/>
                      <a:pt x="987" y="997"/>
                      <a:pt x="987" y="996"/>
                    </a:cubicBezTo>
                    <a:cubicBezTo>
                      <a:pt x="986" y="996"/>
                      <a:pt x="985" y="995"/>
                      <a:pt x="985" y="995"/>
                    </a:cubicBezTo>
                    <a:cubicBezTo>
                      <a:pt x="984" y="994"/>
                      <a:pt x="982" y="994"/>
                      <a:pt x="981" y="994"/>
                    </a:cubicBezTo>
                    <a:cubicBezTo>
                      <a:pt x="980" y="994"/>
                      <a:pt x="977" y="993"/>
                      <a:pt x="977" y="993"/>
                    </a:cubicBezTo>
                    <a:cubicBezTo>
                      <a:pt x="976" y="992"/>
                      <a:pt x="976" y="992"/>
                      <a:pt x="976" y="990"/>
                    </a:cubicBezTo>
                    <a:cubicBezTo>
                      <a:pt x="976" y="989"/>
                      <a:pt x="973" y="989"/>
                      <a:pt x="971" y="987"/>
                    </a:cubicBezTo>
                    <a:cubicBezTo>
                      <a:pt x="970" y="986"/>
                      <a:pt x="969" y="986"/>
                      <a:pt x="969" y="985"/>
                    </a:cubicBezTo>
                    <a:cubicBezTo>
                      <a:pt x="969" y="984"/>
                      <a:pt x="966" y="977"/>
                      <a:pt x="966" y="977"/>
                    </a:cubicBezTo>
                    <a:cubicBezTo>
                      <a:pt x="965" y="976"/>
                      <a:pt x="966" y="973"/>
                      <a:pt x="966" y="972"/>
                    </a:cubicBezTo>
                    <a:cubicBezTo>
                      <a:pt x="966" y="971"/>
                      <a:pt x="967" y="969"/>
                      <a:pt x="967" y="967"/>
                    </a:cubicBezTo>
                    <a:cubicBezTo>
                      <a:pt x="966" y="966"/>
                      <a:pt x="966" y="959"/>
                      <a:pt x="966" y="959"/>
                    </a:cubicBezTo>
                    <a:cubicBezTo>
                      <a:pt x="965" y="959"/>
                      <a:pt x="964" y="962"/>
                      <a:pt x="964" y="963"/>
                    </a:cubicBezTo>
                    <a:cubicBezTo>
                      <a:pt x="964" y="964"/>
                      <a:pt x="961" y="964"/>
                      <a:pt x="960" y="966"/>
                    </a:cubicBezTo>
                    <a:cubicBezTo>
                      <a:pt x="959" y="968"/>
                      <a:pt x="957" y="969"/>
                      <a:pt x="957" y="969"/>
                    </a:cubicBezTo>
                    <a:cubicBezTo>
                      <a:pt x="954" y="971"/>
                      <a:pt x="954" y="971"/>
                      <a:pt x="954" y="971"/>
                    </a:cubicBezTo>
                    <a:cubicBezTo>
                      <a:pt x="952" y="976"/>
                      <a:pt x="952" y="976"/>
                      <a:pt x="952" y="976"/>
                    </a:cubicBezTo>
                    <a:cubicBezTo>
                      <a:pt x="952" y="976"/>
                      <a:pt x="949" y="978"/>
                      <a:pt x="949" y="979"/>
                    </a:cubicBezTo>
                    <a:cubicBezTo>
                      <a:pt x="949" y="979"/>
                      <a:pt x="945" y="982"/>
                      <a:pt x="945" y="982"/>
                    </a:cubicBezTo>
                    <a:cubicBezTo>
                      <a:pt x="945" y="982"/>
                      <a:pt x="941" y="985"/>
                      <a:pt x="940" y="985"/>
                    </a:cubicBezTo>
                    <a:cubicBezTo>
                      <a:pt x="940" y="986"/>
                      <a:pt x="933" y="989"/>
                      <a:pt x="931" y="990"/>
                    </a:cubicBezTo>
                    <a:cubicBezTo>
                      <a:pt x="930" y="990"/>
                      <a:pt x="928" y="991"/>
                      <a:pt x="927" y="991"/>
                    </a:cubicBezTo>
                    <a:cubicBezTo>
                      <a:pt x="927" y="991"/>
                      <a:pt x="922" y="990"/>
                      <a:pt x="922" y="990"/>
                    </a:cubicBezTo>
                    <a:cubicBezTo>
                      <a:pt x="921" y="990"/>
                      <a:pt x="918" y="990"/>
                      <a:pt x="918" y="990"/>
                    </a:cubicBezTo>
                    <a:cubicBezTo>
                      <a:pt x="918" y="990"/>
                      <a:pt x="916" y="992"/>
                      <a:pt x="914" y="992"/>
                    </a:cubicBezTo>
                    <a:cubicBezTo>
                      <a:pt x="913" y="992"/>
                      <a:pt x="911" y="992"/>
                      <a:pt x="911" y="992"/>
                    </a:cubicBezTo>
                    <a:cubicBezTo>
                      <a:pt x="911" y="992"/>
                      <a:pt x="909" y="990"/>
                      <a:pt x="907" y="990"/>
                    </a:cubicBezTo>
                    <a:cubicBezTo>
                      <a:pt x="907" y="990"/>
                      <a:pt x="906" y="990"/>
                      <a:pt x="905" y="990"/>
                    </a:cubicBezTo>
                    <a:cubicBezTo>
                      <a:pt x="904" y="990"/>
                      <a:pt x="904" y="990"/>
                      <a:pt x="903" y="990"/>
                    </a:cubicBezTo>
                    <a:cubicBezTo>
                      <a:pt x="902" y="989"/>
                      <a:pt x="900" y="986"/>
                      <a:pt x="899" y="985"/>
                    </a:cubicBezTo>
                    <a:cubicBezTo>
                      <a:pt x="899" y="985"/>
                      <a:pt x="900" y="985"/>
                      <a:pt x="901" y="984"/>
                    </a:cubicBezTo>
                    <a:cubicBezTo>
                      <a:pt x="901" y="983"/>
                      <a:pt x="902" y="982"/>
                      <a:pt x="901" y="979"/>
                    </a:cubicBezTo>
                    <a:cubicBezTo>
                      <a:pt x="900" y="977"/>
                      <a:pt x="903" y="976"/>
                      <a:pt x="904" y="976"/>
                    </a:cubicBezTo>
                    <a:cubicBezTo>
                      <a:pt x="905" y="975"/>
                      <a:pt x="905" y="970"/>
                      <a:pt x="905" y="969"/>
                    </a:cubicBezTo>
                    <a:cubicBezTo>
                      <a:pt x="904" y="968"/>
                      <a:pt x="902" y="966"/>
                      <a:pt x="901" y="965"/>
                    </a:cubicBezTo>
                    <a:cubicBezTo>
                      <a:pt x="900" y="964"/>
                      <a:pt x="899" y="964"/>
                      <a:pt x="899" y="963"/>
                    </a:cubicBezTo>
                    <a:cubicBezTo>
                      <a:pt x="899" y="963"/>
                      <a:pt x="896" y="965"/>
                      <a:pt x="895" y="966"/>
                    </a:cubicBezTo>
                    <a:cubicBezTo>
                      <a:pt x="895" y="966"/>
                      <a:pt x="893" y="971"/>
                      <a:pt x="893" y="971"/>
                    </a:cubicBezTo>
                    <a:cubicBezTo>
                      <a:pt x="892" y="971"/>
                      <a:pt x="892" y="977"/>
                      <a:pt x="892" y="977"/>
                    </a:cubicBezTo>
                    <a:cubicBezTo>
                      <a:pt x="891" y="976"/>
                      <a:pt x="890" y="976"/>
                      <a:pt x="890" y="974"/>
                    </a:cubicBezTo>
                    <a:cubicBezTo>
                      <a:pt x="889" y="973"/>
                      <a:pt x="888" y="970"/>
                      <a:pt x="887" y="970"/>
                    </a:cubicBezTo>
                    <a:cubicBezTo>
                      <a:pt x="886" y="969"/>
                      <a:pt x="885" y="968"/>
                      <a:pt x="884" y="967"/>
                    </a:cubicBezTo>
                    <a:cubicBezTo>
                      <a:pt x="883" y="966"/>
                      <a:pt x="884" y="965"/>
                      <a:pt x="884" y="964"/>
                    </a:cubicBezTo>
                    <a:cubicBezTo>
                      <a:pt x="884" y="963"/>
                      <a:pt x="886" y="960"/>
                      <a:pt x="886" y="958"/>
                    </a:cubicBezTo>
                    <a:cubicBezTo>
                      <a:pt x="887" y="956"/>
                      <a:pt x="885" y="956"/>
                      <a:pt x="884" y="956"/>
                    </a:cubicBezTo>
                    <a:cubicBezTo>
                      <a:pt x="882" y="956"/>
                      <a:pt x="882" y="954"/>
                      <a:pt x="882" y="953"/>
                    </a:cubicBezTo>
                    <a:cubicBezTo>
                      <a:pt x="881" y="951"/>
                      <a:pt x="878" y="950"/>
                      <a:pt x="878" y="950"/>
                    </a:cubicBezTo>
                    <a:cubicBezTo>
                      <a:pt x="878" y="950"/>
                      <a:pt x="872" y="948"/>
                      <a:pt x="871" y="947"/>
                    </a:cubicBezTo>
                    <a:cubicBezTo>
                      <a:pt x="871" y="947"/>
                      <a:pt x="871" y="944"/>
                      <a:pt x="870" y="940"/>
                    </a:cubicBezTo>
                    <a:cubicBezTo>
                      <a:pt x="869" y="936"/>
                      <a:pt x="869" y="939"/>
                      <a:pt x="867" y="937"/>
                    </a:cubicBezTo>
                    <a:cubicBezTo>
                      <a:pt x="865" y="936"/>
                      <a:pt x="864" y="935"/>
                      <a:pt x="864" y="934"/>
                    </a:cubicBezTo>
                    <a:cubicBezTo>
                      <a:pt x="864" y="933"/>
                      <a:pt x="864" y="932"/>
                      <a:pt x="863" y="932"/>
                    </a:cubicBezTo>
                    <a:cubicBezTo>
                      <a:pt x="863" y="931"/>
                      <a:pt x="863" y="930"/>
                      <a:pt x="863" y="929"/>
                    </a:cubicBezTo>
                    <a:cubicBezTo>
                      <a:pt x="863" y="927"/>
                      <a:pt x="862" y="926"/>
                      <a:pt x="860" y="923"/>
                    </a:cubicBezTo>
                    <a:cubicBezTo>
                      <a:pt x="858" y="921"/>
                      <a:pt x="858" y="921"/>
                      <a:pt x="857" y="920"/>
                    </a:cubicBezTo>
                    <a:cubicBezTo>
                      <a:pt x="856" y="919"/>
                      <a:pt x="857" y="917"/>
                      <a:pt x="857" y="915"/>
                    </a:cubicBezTo>
                    <a:cubicBezTo>
                      <a:pt x="857" y="912"/>
                      <a:pt x="858" y="914"/>
                      <a:pt x="859" y="914"/>
                    </a:cubicBezTo>
                    <a:cubicBezTo>
                      <a:pt x="860" y="914"/>
                      <a:pt x="861" y="913"/>
                      <a:pt x="860" y="911"/>
                    </a:cubicBezTo>
                    <a:cubicBezTo>
                      <a:pt x="860" y="910"/>
                      <a:pt x="860" y="909"/>
                      <a:pt x="861" y="909"/>
                    </a:cubicBezTo>
                    <a:cubicBezTo>
                      <a:pt x="861" y="908"/>
                      <a:pt x="862" y="908"/>
                      <a:pt x="862" y="908"/>
                    </a:cubicBezTo>
                    <a:cubicBezTo>
                      <a:pt x="862" y="908"/>
                      <a:pt x="863" y="908"/>
                      <a:pt x="863" y="907"/>
                    </a:cubicBezTo>
                    <a:cubicBezTo>
                      <a:pt x="863" y="907"/>
                      <a:pt x="866" y="906"/>
                      <a:pt x="867" y="905"/>
                    </a:cubicBezTo>
                    <a:cubicBezTo>
                      <a:pt x="867" y="904"/>
                      <a:pt x="868" y="904"/>
                      <a:pt x="870" y="904"/>
                    </a:cubicBezTo>
                    <a:cubicBezTo>
                      <a:pt x="871" y="903"/>
                      <a:pt x="873" y="905"/>
                      <a:pt x="874" y="906"/>
                    </a:cubicBezTo>
                    <a:cubicBezTo>
                      <a:pt x="875" y="906"/>
                      <a:pt x="877" y="907"/>
                      <a:pt x="877" y="907"/>
                    </a:cubicBezTo>
                    <a:cubicBezTo>
                      <a:pt x="877" y="907"/>
                      <a:pt x="881" y="907"/>
                      <a:pt x="883" y="907"/>
                    </a:cubicBezTo>
                    <a:cubicBezTo>
                      <a:pt x="886" y="907"/>
                      <a:pt x="884" y="908"/>
                      <a:pt x="884" y="910"/>
                    </a:cubicBezTo>
                    <a:cubicBezTo>
                      <a:pt x="884" y="911"/>
                      <a:pt x="887" y="912"/>
                      <a:pt x="887" y="913"/>
                    </a:cubicBezTo>
                    <a:cubicBezTo>
                      <a:pt x="887" y="913"/>
                      <a:pt x="890" y="916"/>
                      <a:pt x="892" y="916"/>
                    </a:cubicBezTo>
                    <a:cubicBezTo>
                      <a:pt x="893" y="917"/>
                      <a:pt x="894" y="922"/>
                      <a:pt x="895" y="922"/>
                    </a:cubicBezTo>
                    <a:cubicBezTo>
                      <a:pt x="895" y="923"/>
                      <a:pt x="896" y="928"/>
                      <a:pt x="896" y="928"/>
                    </a:cubicBezTo>
                    <a:cubicBezTo>
                      <a:pt x="897" y="931"/>
                      <a:pt x="897" y="931"/>
                      <a:pt x="897" y="931"/>
                    </a:cubicBezTo>
                    <a:cubicBezTo>
                      <a:pt x="899" y="934"/>
                      <a:pt x="899" y="934"/>
                      <a:pt x="899" y="934"/>
                    </a:cubicBezTo>
                    <a:cubicBezTo>
                      <a:pt x="899" y="934"/>
                      <a:pt x="900" y="937"/>
                      <a:pt x="901" y="937"/>
                    </a:cubicBezTo>
                    <a:cubicBezTo>
                      <a:pt x="901" y="938"/>
                      <a:pt x="903" y="938"/>
                      <a:pt x="905" y="938"/>
                    </a:cubicBezTo>
                    <a:cubicBezTo>
                      <a:pt x="906" y="939"/>
                      <a:pt x="907" y="940"/>
                      <a:pt x="909" y="942"/>
                    </a:cubicBezTo>
                    <a:cubicBezTo>
                      <a:pt x="909" y="942"/>
                      <a:pt x="908" y="944"/>
                      <a:pt x="908" y="944"/>
                    </a:cubicBezTo>
                    <a:cubicBezTo>
                      <a:pt x="907" y="945"/>
                      <a:pt x="909" y="947"/>
                      <a:pt x="909" y="947"/>
                    </a:cubicBezTo>
                    <a:cubicBezTo>
                      <a:pt x="910" y="947"/>
                      <a:pt x="911" y="946"/>
                      <a:pt x="911" y="946"/>
                    </a:cubicBezTo>
                    <a:cubicBezTo>
                      <a:pt x="911" y="945"/>
                      <a:pt x="912" y="944"/>
                      <a:pt x="913" y="943"/>
                    </a:cubicBezTo>
                    <a:cubicBezTo>
                      <a:pt x="914" y="943"/>
                      <a:pt x="915" y="945"/>
                      <a:pt x="917" y="946"/>
                    </a:cubicBezTo>
                    <a:cubicBezTo>
                      <a:pt x="918" y="946"/>
                      <a:pt x="920" y="946"/>
                      <a:pt x="920" y="946"/>
                    </a:cubicBezTo>
                    <a:cubicBezTo>
                      <a:pt x="921" y="946"/>
                      <a:pt x="922" y="949"/>
                      <a:pt x="924" y="950"/>
                    </a:cubicBezTo>
                    <a:cubicBezTo>
                      <a:pt x="925" y="950"/>
                      <a:pt x="928" y="953"/>
                      <a:pt x="928" y="953"/>
                    </a:cubicBezTo>
                    <a:cubicBezTo>
                      <a:pt x="929" y="953"/>
                      <a:pt x="935" y="955"/>
                      <a:pt x="937" y="955"/>
                    </a:cubicBezTo>
                    <a:cubicBezTo>
                      <a:pt x="940" y="956"/>
                      <a:pt x="940" y="957"/>
                      <a:pt x="940" y="957"/>
                    </a:cubicBezTo>
                    <a:cubicBezTo>
                      <a:pt x="940" y="957"/>
                      <a:pt x="943" y="957"/>
                      <a:pt x="944" y="957"/>
                    </a:cubicBezTo>
                    <a:cubicBezTo>
                      <a:pt x="945" y="956"/>
                      <a:pt x="946" y="956"/>
                      <a:pt x="946" y="956"/>
                    </a:cubicBezTo>
                    <a:cubicBezTo>
                      <a:pt x="947" y="955"/>
                      <a:pt x="948" y="955"/>
                      <a:pt x="950" y="954"/>
                    </a:cubicBezTo>
                    <a:cubicBezTo>
                      <a:pt x="951" y="953"/>
                      <a:pt x="951" y="956"/>
                      <a:pt x="953" y="956"/>
                    </a:cubicBezTo>
                    <a:cubicBezTo>
                      <a:pt x="954" y="956"/>
                      <a:pt x="955" y="956"/>
                      <a:pt x="955" y="955"/>
                    </a:cubicBezTo>
                    <a:cubicBezTo>
                      <a:pt x="956" y="955"/>
                      <a:pt x="958" y="955"/>
                      <a:pt x="959" y="954"/>
                    </a:cubicBezTo>
                    <a:cubicBezTo>
                      <a:pt x="960" y="953"/>
                      <a:pt x="959" y="954"/>
                      <a:pt x="960" y="952"/>
                    </a:cubicBezTo>
                    <a:cubicBezTo>
                      <a:pt x="962" y="951"/>
                      <a:pt x="963" y="950"/>
                      <a:pt x="964" y="949"/>
                    </a:cubicBezTo>
                    <a:cubicBezTo>
                      <a:pt x="966" y="947"/>
                      <a:pt x="968" y="949"/>
                      <a:pt x="969" y="949"/>
                    </a:cubicBezTo>
                    <a:cubicBezTo>
                      <a:pt x="970" y="949"/>
                      <a:pt x="973" y="951"/>
                      <a:pt x="973" y="951"/>
                    </a:cubicBezTo>
                    <a:cubicBezTo>
                      <a:pt x="974" y="951"/>
                      <a:pt x="975" y="954"/>
                      <a:pt x="975" y="956"/>
                    </a:cubicBezTo>
                    <a:cubicBezTo>
                      <a:pt x="976" y="958"/>
                      <a:pt x="977" y="960"/>
                      <a:pt x="977" y="962"/>
                    </a:cubicBezTo>
                    <a:cubicBezTo>
                      <a:pt x="977" y="963"/>
                      <a:pt x="980" y="966"/>
                      <a:pt x="980" y="966"/>
                    </a:cubicBezTo>
                    <a:cubicBezTo>
                      <a:pt x="980" y="966"/>
                      <a:pt x="982" y="968"/>
                      <a:pt x="983" y="968"/>
                    </a:cubicBezTo>
                    <a:cubicBezTo>
                      <a:pt x="983" y="968"/>
                      <a:pt x="987" y="969"/>
                      <a:pt x="988" y="968"/>
                    </a:cubicBezTo>
                    <a:cubicBezTo>
                      <a:pt x="990" y="968"/>
                      <a:pt x="992" y="968"/>
                      <a:pt x="993" y="968"/>
                    </a:cubicBezTo>
                    <a:cubicBezTo>
                      <a:pt x="993" y="967"/>
                      <a:pt x="995" y="970"/>
                      <a:pt x="996" y="970"/>
                    </a:cubicBezTo>
                    <a:cubicBezTo>
                      <a:pt x="996" y="971"/>
                      <a:pt x="1002" y="972"/>
                      <a:pt x="1003" y="972"/>
                    </a:cubicBezTo>
                    <a:cubicBezTo>
                      <a:pt x="1005" y="972"/>
                      <a:pt x="1010" y="972"/>
                      <a:pt x="1011" y="972"/>
                    </a:cubicBezTo>
                    <a:cubicBezTo>
                      <a:pt x="1012" y="972"/>
                      <a:pt x="1019" y="974"/>
                      <a:pt x="1021" y="974"/>
                    </a:cubicBezTo>
                    <a:cubicBezTo>
                      <a:pt x="1022" y="974"/>
                      <a:pt x="1025" y="975"/>
                      <a:pt x="1026" y="975"/>
                    </a:cubicBezTo>
                    <a:cubicBezTo>
                      <a:pt x="1027" y="975"/>
                      <a:pt x="1029" y="978"/>
                      <a:pt x="1030" y="978"/>
                    </a:cubicBezTo>
                    <a:cubicBezTo>
                      <a:pt x="1030" y="978"/>
                      <a:pt x="1032" y="978"/>
                      <a:pt x="1034" y="978"/>
                    </a:cubicBezTo>
                    <a:cubicBezTo>
                      <a:pt x="1034" y="978"/>
                      <a:pt x="1034" y="978"/>
                      <a:pt x="1034" y="978"/>
                    </a:cubicBezTo>
                    <a:cubicBezTo>
                      <a:pt x="1036" y="977"/>
                      <a:pt x="1039" y="977"/>
                      <a:pt x="1040" y="977"/>
                    </a:cubicBezTo>
                    <a:cubicBezTo>
                      <a:pt x="1042" y="977"/>
                      <a:pt x="1045" y="978"/>
                      <a:pt x="1046" y="977"/>
                    </a:cubicBezTo>
                    <a:cubicBezTo>
                      <a:pt x="1047" y="976"/>
                      <a:pt x="1050" y="976"/>
                      <a:pt x="1050" y="976"/>
                    </a:cubicBezTo>
                    <a:cubicBezTo>
                      <a:pt x="1050" y="976"/>
                      <a:pt x="1056" y="977"/>
                      <a:pt x="1056" y="976"/>
                    </a:cubicBezTo>
                    <a:cubicBezTo>
                      <a:pt x="1057" y="976"/>
                      <a:pt x="1058" y="976"/>
                      <a:pt x="1059" y="976"/>
                    </a:cubicBezTo>
                    <a:cubicBezTo>
                      <a:pt x="1060" y="975"/>
                      <a:pt x="1062" y="976"/>
                      <a:pt x="1063" y="975"/>
                    </a:cubicBezTo>
                    <a:cubicBezTo>
                      <a:pt x="1064" y="975"/>
                      <a:pt x="1066" y="975"/>
                      <a:pt x="1068" y="974"/>
                    </a:cubicBezTo>
                    <a:cubicBezTo>
                      <a:pt x="1070" y="974"/>
                      <a:pt x="1070" y="975"/>
                      <a:pt x="1071" y="975"/>
                    </a:cubicBezTo>
                    <a:cubicBezTo>
                      <a:pt x="1073" y="975"/>
                      <a:pt x="1074" y="975"/>
                      <a:pt x="1075" y="975"/>
                    </a:cubicBezTo>
                    <a:cubicBezTo>
                      <a:pt x="1076" y="975"/>
                      <a:pt x="1078" y="975"/>
                      <a:pt x="1080" y="975"/>
                    </a:cubicBezTo>
                    <a:cubicBezTo>
                      <a:pt x="1081" y="975"/>
                      <a:pt x="1083" y="975"/>
                      <a:pt x="1084" y="975"/>
                    </a:cubicBezTo>
                    <a:cubicBezTo>
                      <a:pt x="1086" y="974"/>
                      <a:pt x="1089" y="975"/>
                      <a:pt x="1089" y="975"/>
                    </a:cubicBezTo>
                    <a:cubicBezTo>
                      <a:pt x="1096" y="972"/>
                      <a:pt x="1096" y="972"/>
                      <a:pt x="1096" y="972"/>
                    </a:cubicBezTo>
                    <a:cubicBezTo>
                      <a:pt x="1096" y="972"/>
                      <a:pt x="1099" y="973"/>
                      <a:pt x="1099" y="974"/>
                    </a:cubicBezTo>
                    <a:cubicBezTo>
                      <a:pt x="1099" y="975"/>
                      <a:pt x="1100" y="975"/>
                      <a:pt x="1100" y="977"/>
                    </a:cubicBezTo>
                    <a:cubicBezTo>
                      <a:pt x="1100" y="978"/>
                      <a:pt x="1101" y="979"/>
                      <a:pt x="1101" y="980"/>
                    </a:cubicBezTo>
                    <a:cubicBezTo>
                      <a:pt x="1102" y="981"/>
                      <a:pt x="1104" y="981"/>
                      <a:pt x="1104" y="981"/>
                    </a:cubicBezTo>
                    <a:cubicBezTo>
                      <a:pt x="1105" y="981"/>
                      <a:pt x="1106" y="983"/>
                      <a:pt x="1106" y="983"/>
                    </a:cubicBezTo>
                    <a:cubicBezTo>
                      <a:pt x="1107" y="984"/>
                      <a:pt x="1107" y="986"/>
                      <a:pt x="1108" y="986"/>
                    </a:cubicBezTo>
                    <a:cubicBezTo>
                      <a:pt x="1109" y="987"/>
                      <a:pt x="1109" y="988"/>
                      <a:pt x="1110" y="990"/>
                    </a:cubicBezTo>
                    <a:cubicBezTo>
                      <a:pt x="1111" y="991"/>
                      <a:pt x="1112" y="993"/>
                      <a:pt x="1112" y="994"/>
                    </a:cubicBezTo>
                    <a:cubicBezTo>
                      <a:pt x="1112" y="995"/>
                      <a:pt x="1114" y="996"/>
                      <a:pt x="1115" y="996"/>
                    </a:cubicBezTo>
                    <a:cubicBezTo>
                      <a:pt x="1116" y="996"/>
                      <a:pt x="1118" y="997"/>
                      <a:pt x="1120" y="997"/>
                    </a:cubicBezTo>
                    <a:cubicBezTo>
                      <a:pt x="1121" y="997"/>
                      <a:pt x="1121" y="997"/>
                      <a:pt x="1121" y="998"/>
                    </a:cubicBezTo>
                    <a:cubicBezTo>
                      <a:pt x="1122" y="999"/>
                      <a:pt x="1122" y="999"/>
                      <a:pt x="1122" y="999"/>
                    </a:cubicBezTo>
                    <a:cubicBezTo>
                      <a:pt x="1123" y="998"/>
                      <a:pt x="1125" y="1001"/>
                      <a:pt x="1125" y="1002"/>
                    </a:cubicBezTo>
                    <a:cubicBezTo>
                      <a:pt x="1125" y="1002"/>
                      <a:pt x="1128" y="1004"/>
                      <a:pt x="1128" y="1004"/>
                    </a:cubicBezTo>
                    <a:cubicBezTo>
                      <a:pt x="1128" y="1004"/>
                      <a:pt x="1131" y="1007"/>
                      <a:pt x="1132" y="1007"/>
                    </a:cubicBezTo>
                    <a:cubicBezTo>
                      <a:pt x="1132" y="1007"/>
                      <a:pt x="1134" y="1008"/>
                      <a:pt x="1134" y="1008"/>
                    </a:cubicBezTo>
                    <a:cubicBezTo>
                      <a:pt x="1135" y="1008"/>
                      <a:pt x="1141" y="1010"/>
                      <a:pt x="1143" y="1009"/>
                    </a:cubicBezTo>
                    <a:cubicBezTo>
                      <a:pt x="1145" y="1008"/>
                      <a:pt x="1148" y="1009"/>
                      <a:pt x="1146" y="1011"/>
                    </a:cubicBezTo>
                    <a:cubicBezTo>
                      <a:pt x="1145" y="1012"/>
                      <a:pt x="1145" y="1012"/>
                      <a:pt x="1143" y="1013"/>
                    </a:cubicBezTo>
                    <a:cubicBezTo>
                      <a:pt x="1141" y="1014"/>
                      <a:pt x="1142" y="1014"/>
                      <a:pt x="1141" y="1014"/>
                    </a:cubicBezTo>
                    <a:cubicBezTo>
                      <a:pt x="1139" y="1015"/>
                      <a:pt x="1139" y="1015"/>
                      <a:pt x="1137" y="1016"/>
                    </a:cubicBezTo>
                    <a:cubicBezTo>
                      <a:pt x="1135" y="1016"/>
                      <a:pt x="1132" y="1015"/>
                      <a:pt x="1132" y="1017"/>
                    </a:cubicBezTo>
                    <a:cubicBezTo>
                      <a:pt x="1132" y="1018"/>
                      <a:pt x="1133" y="1019"/>
                      <a:pt x="1133" y="1019"/>
                    </a:cubicBezTo>
                    <a:cubicBezTo>
                      <a:pt x="1133" y="1019"/>
                      <a:pt x="1135" y="1021"/>
                      <a:pt x="1136" y="1022"/>
                    </a:cubicBezTo>
                    <a:cubicBezTo>
                      <a:pt x="1137" y="1022"/>
                      <a:pt x="1136" y="1024"/>
                      <a:pt x="1138" y="1024"/>
                    </a:cubicBezTo>
                    <a:cubicBezTo>
                      <a:pt x="1139" y="1024"/>
                      <a:pt x="1140" y="1026"/>
                      <a:pt x="1141" y="1027"/>
                    </a:cubicBezTo>
                    <a:cubicBezTo>
                      <a:pt x="1143" y="1028"/>
                      <a:pt x="1144" y="1030"/>
                      <a:pt x="1144" y="1031"/>
                    </a:cubicBezTo>
                    <a:cubicBezTo>
                      <a:pt x="1145" y="1031"/>
                      <a:pt x="1146" y="1033"/>
                      <a:pt x="1147" y="1034"/>
                    </a:cubicBezTo>
                    <a:cubicBezTo>
                      <a:pt x="1148" y="1034"/>
                      <a:pt x="1151" y="1035"/>
                      <a:pt x="1152" y="1036"/>
                    </a:cubicBezTo>
                    <a:cubicBezTo>
                      <a:pt x="1153" y="1036"/>
                      <a:pt x="1154" y="1037"/>
                      <a:pt x="1156" y="1037"/>
                    </a:cubicBezTo>
                    <a:cubicBezTo>
                      <a:pt x="1158" y="1037"/>
                      <a:pt x="1158" y="1038"/>
                      <a:pt x="1160" y="1037"/>
                    </a:cubicBezTo>
                    <a:cubicBezTo>
                      <a:pt x="1161" y="1037"/>
                      <a:pt x="1163" y="1036"/>
                      <a:pt x="1165" y="1034"/>
                    </a:cubicBezTo>
                    <a:cubicBezTo>
                      <a:pt x="1167" y="1032"/>
                      <a:pt x="1169" y="1033"/>
                      <a:pt x="1171" y="1032"/>
                    </a:cubicBezTo>
                    <a:cubicBezTo>
                      <a:pt x="1172" y="1030"/>
                      <a:pt x="1173" y="1029"/>
                      <a:pt x="1174" y="1028"/>
                    </a:cubicBezTo>
                    <a:cubicBezTo>
                      <a:pt x="1175" y="1028"/>
                      <a:pt x="1174" y="1026"/>
                      <a:pt x="1173" y="1025"/>
                    </a:cubicBezTo>
                    <a:cubicBezTo>
                      <a:pt x="1172" y="1025"/>
                      <a:pt x="1174" y="1021"/>
                      <a:pt x="1174" y="1019"/>
                    </a:cubicBezTo>
                    <a:cubicBezTo>
                      <a:pt x="1174" y="1017"/>
                      <a:pt x="1176" y="1017"/>
                      <a:pt x="1177" y="1016"/>
                    </a:cubicBezTo>
                    <a:cubicBezTo>
                      <a:pt x="1179" y="1016"/>
                      <a:pt x="1179" y="1018"/>
                      <a:pt x="1178" y="1019"/>
                    </a:cubicBezTo>
                    <a:cubicBezTo>
                      <a:pt x="1178" y="1020"/>
                      <a:pt x="1179" y="1020"/>
                      <a:pt x="1179" y="1021"/>
                    </a:cubicBezTo>
                    <a:cubicBezTo>
                      <a:pt x="1179" y="1022"/>
                      <a:pt x="1181" y="1023"/>
                      <a:pt x="1181" y="1024"/>
                    </a:cubicBezTo>
                    <a:cubicBezTo>
                      <a:pt x="1182" y="1024"/>
                      <a:pt x="1181" y="1025"/>
                      <a:pt x="1180" y="1026"/>
                    </a:cubicBezTo>
                    <a:cubicBezTo>
                      <a:pt x="1179" y="1027"/>
                      <a:pt x="1180" y="1028"/>
                      <a:pt x="1180" y="1030"/>
                    </a:cubicBezTo>
                    <a:cubicBezTo>
                      <a:pt x="1180" y="1032"/>
                      <a:pt x="1181" y="1033"/>
                      <a:pt x="1181" y="1034"/>
                    </a:cubicBezTo>
                    <a:cubicBezTo>
                      <a:pt x="1182" y="1034"/>
                      <a:pt x="1182" y="1039"/>
                      <a:pt x="1182" y="1040"/>
                    </a:cubicBezTo>
                    <a:cubicBezTo>
                      <a:pt x="1181" y="1042"/>
                      <a:pt x="1181" y="1045"/>
                      <a:pt x="1181" y="1045"/>
                    </a:cubicBezTo>
                    <a:cubicBezTo>
                      <a:pt x="1181" y="1045"/>
                      <a:pt x="1182" y="1049"/>
                      <a:pt x="1182" y="1051"/>
                    </a:cubicBezTo>
                    <a:cubicBezTo>
                      <a:pt x="1182" y="1053"/>
                      <a:pt x="1183" y="1055"/>
                      <a:pt x="1182" y="1056"/>
                    </a:cubicBezTo>
                    <a:cubicBezTo>
                      <a:pt x="1182" y="1058"/>
                      <a:pt x="1184" y="1062"/>
                      <a:pt x="1184" y="1063"/>
                    </a:cubicBezTo>
                    <a:cubicBezTo>
                      <a:pt x="1183" y="1063"/>
                      <a:pt x="1183" y="1074"/>
                      <a:pt x="1183" y="1076"/>
                    </a:cubicBezTo>
                    <a:cubicBezTo>
                      <a:pt x="1184" y="1078"/>
                      <a:pt x="1185" y="1080"/>
                      <a:pt x="1186" y="1081"/>
                    </a:cubicBezTo>
                    <a:cubicBezTo>
                      <a:pt x="1186" y="1082"/>
                      <a:pt x="1186" y="1085"/>
                      <a:pt x="1185" y="1086"/>
                    </a:cubicBezTo>
                    <a:cubicBezTo>
                      <a:pt x="1185" y="1086"/>
                      <a:pt x="1187" y="1089"/>
                      <a:pt x="1187" y="1090"/>
                    </a:cubicBezTo>
                    <a:cubicBezTo>
                      <a:pt x="1188" y="1091"/>
                      <a:pt x="1188" y="1093"/>
                      <a:pt x="1188" y="1094"/>
                    </a:cubicBezTo>
                    <a:cubicBezTo>
                      <a:pt x="1188" y="1095"/>
                      <a:pt x="1188" y="1097"/>
                      <a:pt x="1188" y="1098"/>
                    </a:cubicBezTo>
                    <a:cubicBezTo>
                      <a:pt x="1188" y="1099"/>
                      <a:pt x="1190" y="1102"/>
                      <a:pt x="1191" y="1104"/>
                    </a:cubicBezTo>
                    <a:cubicBezTo>
                      <a:pt x="1192" y="1105"/>
                      <a:pt x="1194" y="1108"/>
                      <a:pt x="1194" y="1110"/>
                    </a:cubicBezTo>
                    <a:cubicBezTo>
                      <a:pt x="1194" y="1112"/>
                      <a:pt x="1196" y="1113"/>
                      <a:pt x="1197" y="1115"/>
                    </a:cubicBezTo>
                    <a:cubicBezTo>
                      <a:pt x="1197" y="1116"/>
                      <a:pt x="1198" y="1117"/>
                      <a:pt x="1199" y="1119"/>
                    </a:cubicBezTo>
                    <a:cubicBezTo>
                      <a:pt x="1200" y="1120"/>
                      <a:pt x="1201" y="1124"/>
                      <a:pt x="1201" y="1125"/>
                    </a:cubicBezTo>
                    <a:cubicBezTo>
                      <a:pt x="1201" y="1126"/>
                      <a:pt x="1202" y="1129"/>
                      <a:pt x="1202" y="1129"/>
                    </a:cubicBezTo>
                    <a:cubicBezTo>
                      <a:pt x="1202" y="1129"/>
                      <a:pt x="1204" y="1131"/>
                      <a:pt x="1205" y="1136"/>
                    </a:cubicBezTo>
                    <a:cubicBezTo>
                      <a:pt x="1206" y="1141"/>
                      <a:pt x="1207" y="1141"/>
                      <a:pt x="1207" y="1143"/>
                    </a:cubicBezTo>
                    <a:cubicBezTo>
                      <a:pt x="1207" y="1146"/>
                      <a:pt x="1209" y="1147"/>
                      <a:pt x="1209" y="1149"/>
                    </a:cubicBezTo>
                    <a:cubicBezTo>
                      <a:pt x="1210" y="1150"/>
                      <a:pt x="1212" y="1153"/>
                      <a:pt x="1212" y="1154"/>
                    </a:cubicBezTo>
                    <a:cubicBezTo>
                      <a:pt x="1213" y="1155"/>
                      <a:pt x="1217" y="1158"/>
                      <a:pt x="1218" y="1158"/>
                    </a:cubicBezTo>
                    <a:cubicBezTo>
                      <a:pt x="1218" y="1158"/>
                      <a:pt x="1221" y="1168"/>
                      <a:pt x="1222" y="1170"/>
                    </a:cubicBezTo>
                    <a:cubicBezTo>
                      <a:pt x="1224" y="1173"/>
                      <a:pt x="1224" y="1173"/>
                      <a:pt x="1224" y="1175"/>
                    </a:cubicBezTo>
                    <a:cubicBezTo>
                      <a:pt x="1224" y="1176"/>
                      <a:pt x="1226" y="1179"/>
                      <a:pt x="1226" y="1179"/>
                    </a:cubicBezTo>
                    <a:cubicBezTo>
                      <a:pt x="1226" y="1179"/>
                      <a:pt x="1226" y="1184"/>
                      <a:pt x="1226" y="1185"/>
                    </a:cubicBezTo>
                    <a:cubicBezTo>
                      <a:pt x="1226" y="1186"/>
                      <a:pt x="1226" y="1189"/>
                      <a:pt x="1225" y="1190"/>
                    </a:cubicBezTo>
                    <a:cubicBezTo>
                      <a:pt x="1225" y="1190"/>
                      <a:pt x="1229" y="1191"/>
                      <a:pt x="1230" y="1193"/>
                    </a:cubicBezTo>
                    <a:cubicBezTo>
                      <a:pt x="1231" y="1194"/>
                      <a:pt x="1232" y="1196"/>
                      <a:pt x="1232" y="1198"/>
                    </a:cubicBezTo>
                    <a:cubicBezTo>
                      <a:pt x="1231" y="1201"/>
                      <a:pt x="1234" y="1202"/>
                      <a:pt x="1234" y="1203"/>
                    </a:cubicBezTo>
                    <a:cubicBezTo>
                      <a:pt x="1235" y="1203"/>
                      <a:pt x="1236" y="1204"/>
                      <a:pt x="1239" y="1205"/>
                    </a:cubicBezTo>
                    <a:cubicBezTo>
                      <a:pt x="1241" y="1207"/>
                      <a:pt x="1241" y="1208"/>
                      <a:pt x="1241" y="1208"/>
                    </a:cubicBezTo>
                    <a:cubicBezTo>
                      <a:pt x="1241" y="1208"/>
                      <a:pt x="1245" y="1208"/>
                      <a:pt x="1246" y="1207"/>
                    </a:cubicBezTo>
                    <a:cubicBezTo>
                      <a:pt x="1248" y="1206"/>
                      <a:pt x="1250" y="1205"/>
                      <a:pt x="1251" y="1204"/>
                    </a:cubicBezTo>
                    <a:cubicBezTo>
                      <a:pt x="1251" y="1202"/>
                      <a:pt x="1253" y="1201"/>
                      <a:pt x="1254" y="1198"/>
                    </a:cubicBezTo>
                    <a:cubicBezTo>
                      <a:pt x="1254" y="1196"/>
                      <a:pt x="1255" y="1197"/>
                      <a:pt x="1256" y="1195"/>
                    </a:cubicBezTo>
                    <a:cubicBezTo>
                      <a:pt x="1257" y="1193"/>
                      <a:pt x="1257" y="1195"/>
                      <a:pt x="1258" y="1195"/>
                    </a:cubicBezTo>
                    <a:cubicBezTo>
                      <a:pt x="1259" y="1195"/>
                      <a:pt x="1260" y="1195"/>
                      <a:pt x="1261" y="1193"/>
                    </a:cubicBezTo>
                    <a:cubicBezTo>
                      <a:pt x="1261" y="1192"/>
                      <a:pt x="1262" y="1192"/>
                      <a:pt x="1263" y="1192"/>
                    </a:cubicBezTo>
                    <a:cubicBezTo>
                      <a:pt x="1263" y="1192"/>
                      <a:pt x="1267" y="1192"/>
                      <a:pt x="1269" y="1191"/>
                    </a:cubicBezTo>
                    <a:cubicBezTo>
                      <a:pt x="1271" y="1191"/>
                      <a:pt x="1268" y="1191"/>
                      <a:pt x="1266" y="1190"/>
                    </a:cubicBezTo>
                    <a:cubicBezTo>
                      <a:pt x="1264" y="1190"/>
                      <a:pt x="1264" y="1190"/>
                      <a:pt x="1262" y="1189"/>
                    </a:cubicBezTo>
                    <a:cubicBezTo>
                      <a:pt x="1261" y="1188"/>
                      <a:pt x="1262" y="1189"/>
                      <a:pt x="1262" y="1185"/>
                    </a:cubicBezTo>
                    <a:cubicBezTo>
                      <a:pt x="1262" y="1182"/>
                      <a:pt x="1264" y="1184"/>
                      <a:pt x="1265" y="1183"/>
                    </a:cubicBezTo>
                    <a:cubicBezTo>
                      <a:pt x="1266" y="1181"/>
                      <a:pt x="1267" y="1181"/>
                      <a:pt x="1269" y="1179"/>
                    </a:cubicBezTo>
                    <a:cubicBezTo>
                      <a:pt x="1270" y="1178"/>
                      <a:pt x="1271" y="1177"/>
                      <a:pt x="1272" y="1176"/>
                    </a:cubicBezTo>
                    <a:cubicBezTo>
                      <a:pt x="1273" y="1174"/>
                      <a:pt x="1275" y="1173"/>
                      <a:pt x="1275" y="1172"/>
                    </a:cubicBezTo>
                    <a:cubicBezTo>
                      <a:pt x="1275" y="1171"/>
                      <a:pt x="1275" y="1170"/>
                      <a:pt x="1274" y="1168"/>
                    </a:cubicBezTo>
                    <a:cubicBezTo>
                      <a:pt x="1274" y="1166"/>
                      <a:pt x="1274" y="1167"/>
                      <a:pt x="1273" y="1165"/>
                    </a:cubicBezTo>
                    <a:cubicBezTo>
                      <a:pt x="1272" y="1162"/>
                      <a:pt x="1273" y="1162"/>
                      <a:pt x="1273" y="1161"/>
                    </a:cubicBezTo>
                    <a:cubicBezTo>
                      <a:pt x="1272" y="1159"/>
                      <a:pt x="1273" y="1158"/>
                      <a:pt x="1273" y="1156"/>
                    </a:cubicBezTo>
                    <a:cubicBezTo>
                      <a:pt x="1273" y="1155"/>
                      <a:pt x="1275" y="1154"/>
                      <a:pt x="1278" y="1151"/>
                    </a:cubicBezTo>
                    <a:cubicBezTo>
                      <a:pt x="1280" y="1149"/>
                      <a:pt x="1279" y="1148"/>
                      <a:pt x="1279" y="1145"/>
                    </a:cubicBezTo>
                    <a:cubicBezTo>
                      <a:pt x="1279" y="1143"/>
                      <a:pt x="1280" y="1143"/>
                      <a:pt x="1280" y="1140"/>
                    </a:cubicBezTo>
                    <a:cubicBezTo>
                      <a:pt x="1280" y="1137"/>
                      <a:pt x="1280" y="1137"/>
                      <a:pt x="1280" y="1135"/>
                    </a:cubicBezTo>
                    <a:cubicBezTo>
                      <a:pt x="1280" y="1133"/>
                      <a:pt x="1279" y="1130"/>
                      <a:pt x="1279" y="1128"/>
                    </a:cubicBezTo>
                    <a:cubicBezTo>
                      <a:pt x="1279" y="1126"/>
                      <a:pt x="1278" y="1124"/>
                      <a:pt x="1277" y="1121"/>
                    </a:cubicBezTo>
                    <a:cubicBezTo>
                      <a:pt x="1277" y="1119"/>
                      <a:pt x="1277" y="1118"/>
                      <a:pt x="1277" y="1116"/>
                    </a:cubicBezTo>
                    <a:cubicBezTo>
                      <a:pt x="1277" y="1114"/>
                      <a:pt x="1278" y="1112"/>
                      <a:pt x="1279" y="1109"/>
                    </a:cubicBezTo>
                    <a:cubicBezTo>
                      <a:pt x="1281" y="1107"/>
                      <a:pt x="1283" y="1104"/>
                      <a:pt x="1284" y="1104"/>
                    </a:cubicBezTo>
                    <a:cubicBezTo>
                      <a:pt x="1285" y="1103"/>
                      <a:pt x="1287" y="1105"/>
                      <a:pt x="1288" y="1105"/>
                    </a:cubicBezTo>
                    <a:cubicBezTo>
                      <a:pt x="1288" y="1105"/>
                      <a:pt x="1289" y="1105"/>
                      <a:pt x="1290" y="1103"/>
                    </a:cubicBezTo>
                    <a:cubicBezTo>
                      <a:pt x="1292" y="1102"/>
                      <a:pt x="1292" y="1101"/>
                      <a:pt x="1292" y="1100"/>
                    </a:cubicBezTo>
                    <a:cubicBezTo>
                      <a:pt x="1292" y="1098"/>
                      <a:pt x="1293" y="1098"/>
                      <a:pt x="1295" y="1097"/>
                    </a:cubicBezTo>
                    <a:cubicBezTo>
                      <a:pt x="1296" y="1096"/>
                      <a:pt x="1298" y="1098"/>
                      <a:pt x="1300" y="1098"/>
                    </a:cubicBezTo>
                    <a:cubicBezTo>
                      <a:pt x="1302" y="1097"/>
                      <a:pt x="1303" y="1096"/>
                      <a:pt x="1305" y="1095"/>
                    </a:cubicBezTo>
                    <a:cubicBezTo>
                      <a:pt x="1306" y="1093"/>
                      <a:pt x="1306" y="1094"/>
                      <a:pt x="1306" y="1092"/>
                    </a:cubicBezTo>
                    <a:cubicBezTo>
                      <a:pt x="1306" y="1090"/>
                      <a:pt x="1307" y="1089"/>
                      <a:pt x="1307" y="1088"/>
                    </a:cubicBezTo>
                    <a:cubicBezTo>
                      <a:pt x="1306" y="1087"/>
                      <a:pt x="1309" y="1088"/>
                      <a:pt x="1312" y="1086"/>
                    </a:cubicBezTo>
                    <a:cubicBezTo>
                      <a:pt x="1315" y="1084"/>
                      <a:pt x="1314" y="1085"/>
                      <a:pt x="1315" y="1082"/>
                    </a:cubicBezTo>
                    <a:cubicBezTo>
                      <a:pt x="1317" y="1080"/>
                      <a:pt x="1318" y="1080"/>
                      <a:pt x="1319" y="1079"/>
                    </a:cubicBezTo>
                    <a:cubicBezTo>
                      <a:pt x="1320" y="1078"/>
                      <a:pt x="1323" y="1077"/>
                      <a:pt x="1324" y="1076"/>
                    </a:cubicBezTo>
                    <a:cubicBezTo>
                      <a:pt x="1325" y="1075"/>
                      <a:pt x="1327" y="1074"/>
                      <a:pt x="1327" y="1073"/>
                    </a:cubicBezTo>
                    <a:cubicBezTo>
                      <a:pt x="1327" y="1073"/>
                      <a:pt x="1330" y="1071"/>
                      <a:pt x="1331" y="1070"/>
                    </a:cubicBezTo>
                    <a:cubicBezTo>
                      <a:pt x="1333" y="1068"/>
                      <a:pt x="1335" y="1068"/>
                      <a:pt x="1335" y="1066"/>
                    </a:cubicBezTo>
                    <a:cubicBezTo>
                      <a:pt x="1336" y="1065"/>
                      <a:pt x="1338" y="1063"/>
                      <a:pt x="1338" y="1062"/>
                    </a:cubicBezTo>
                    <a:cubicBezTo>
                      <a:pt x="1339" y="1061"/>
                      <a:pt x="1341" y="1060"/>
                      <a:pt x="1342" y="1059"/>
                    </a:cubicBezTo>
                    <a:cubicBezTo>
                      <a:pt x="1343" y="1057"/>
                      <a:pt x="1346" y="1055"/>
                      <a:pt x="1347" y="1052"/>
                    </a:cubicBezTo>
                    <a:cubicBezTo>
                      <a:pt x="1348" y="1052"/>
                      <a:pt x="1349" y="1053"/>
                      <a:pt x="1351" y="1052"/>
                    </a:cubicBezTo>
                    <a:cubicBezTo>
                      <a:pt x="1351" y="1052"/>
                      <a:pt x="1352" y="1052"/>
                      <a:pt x="1354" y="1051"/>
                    </a:cubicBezTo>
                    <a:cubicBezTo>
                      <a:pt x="1355" y="1050"/>
                      <a:pt x="1356" y="1050"/>
                      <a:pt x="1357" y="1049"/>
                    </a:cubicBezTo>
                    <a:cubicBezTo>
                      <a:pt x="1358" y="1049"/>
                      <a:pt x="1359" y="1049"/>
                      <a:pt x="1360" y="1048"/>
                    </a:cubicBezTo>
                    <a:cubicBezTo>
                      <a:pt x="1361" y="1047"/>
                      <a:pt x="1361" y="1047"/>
                      <a:pt x="1362" y="1046"/>
                    </a:cubicBezTo>
                    <a:cubicBezTo>
                      <a:pt x="1362" y="1046"/>
                      <a:pt x="1363" y="1045"/>
                      <a:pt x="1365" y="1043"/>
                    </a:cubicBezTo>
                    <a:cubicBezTo>
                      <a:pt x="1367" y="1041"/>
                      <a:pt x="1367" y="1041"/>
                      <a:pt x="1367" y="1040"/>
                    </a:cubicBezTo>
                    <a:cubicBezTo>
                      <a:pt x="1368" y="1038"/>
                      <a:pt x="1368" y="1038"/>
                      <a:pt x="1367" y="1036"/>
                    </a:cubicBezTo>
                    <a:cubicBezTo>
                      <a:pt x="1367" y="1034"/>
                      <a:pt x="1368" y="1033"/>
                      <a:pt x="1367" y="1031"/>
                    </a:cubicBezTo>
                    <a:cubicBezTo>
                      <a:pt x="1366" y="1030"/>
                      <a:pt x="1369" y="1029"/>
                      <a:pt x="1370" y="1028"/>
                    </a:cubicBezTo>
                    <a:cubicBezTo>
                      <a:pt x="1371" y="1027"/>
                      <a:pt x="1374" y="1028"/>
                      <a:pt x="1374" y="1028"/>
                    </a:cubicBezTo>
                    <a:cubicBezTo>
                      <a:pt x="1374" y="1028"/>
                      <a:pt x="1378" y="1025"/>
                      <a:pt x="1380" y="1025"/>
                    </a:cubicBezTo>
                    <a:cubicBezTo>
                      <a:pt x="1381" y="1027"/>
                      <a:pt x="1381" y="1027"/>
                      <a:pt x="1381" y="1027"/>
                    </a:cubicBezTo>
                    <a:cubicBezTo>
                      <a:pt x="1381" y="1027"/>
                      <a:pt x="1385" y="1026"/>
                      <a:pt x="1386" y="1024"/>
                    </a:cubicBezTo>
                    <a:cubicBezTo>
                      <a:pt x="1387" y="1023"/>
                      <a:pt x="1388" y="1025"/>
                      <a:pt x="1388" y="1025"/>
                    </a:cubicBezTo>
                    <a:cubicBezTo>
                      <a:pt x="1393" y="1026"/>
                      <a:pt x="1393" y="1026"/>
                      <a:pt x="1393" y="1026"/>
                    </a:cubicBezTo>
                    <a:cubicBezTo>
                      <a:pt x="1393" y="1026"/>
                      <a:pt x="1393" y="1026"/>
                      <a:pt x="1394" y="1026"/>
                    </a:cubicBezTo>
                    <a:cubicBezTo>
                      <a:pt x="1395" y="1027"/>
                      <a:pt x="1396" y="1027"/>
                      <a:pt x="1398" y="1027"/>
                    </a:cubicBezTo>
                    <a:cubicBezTo>
                      <a:pt x="1398" y="1027"/>
                      <a:pt x="1401" y="1024"/>
                      <a:pt x="1402" y="1022"/>
                    </a:cubicBezTo>
                    <a:cubicBezTo>
                      <a:pt x="1403" y="1021"/>
                      <a:pt x="1407" y="1017"/>
                      <a:pt x="1407" y="1017"/>
                    </a:cubicBezTo>
                    <a:cubicBezTo>
                      <a:pt x="1407" y="1017"/>
                      <a:pt x="1408" y="1020"/>
                      <a:pt x="1408" y="1021"/>
                    </a:cubicBezTo>
                    <a:cubicBezTo>
                      <a:pt x="1408" y="1022"/>
                      <a:pt x="1410" y="1022"/>
                      <a:pt x="1411" y="1021"/>
                    </a:cubicBezTo>
                    <a:cubicBezTo>
                      <a:pt x="1412" y="1021"/>
                      <a:pt x="1413" y="1022"/>
                      <a:pt x="1413" y="1022"/>
                    </a:cubicBezTo>
                    <a:cubicBezTo>
                      <a:pt x="1414" y="1021"/>
                      <a:pt x="1416" y="1019"/>
                      <a:pt x="1417" y="1018"/>
                    </a:cubicBezTo>
                    <a:cubicBezTo>
                      <a:pt x="1418" y="1018"/>
                      <a:pt x="1420" y="1020"/>
                      <a:pt x="1420" y="1018"/>
                    </a:cubicBezTo>
                    <a:cubicBezTo>
                      <a:pt x="1421" y="1017"/>
                      <a:pt x="1423" y="1017"/>
                      <a:pt x="1424" y="1015"/>
                    </a:cubicBezTo>
                    <a:cubicBezTo>
                      <a:pt x="1425" y="1013"/>
                      <a:pt x="1426" y="1014"/>
                      <a:pt x="1427" y="1014"/>
                    </a:cubicBezTo>
                    <a:cubicBezTo>
                      <a:pt x="1427" y="1013"/>
                      <a:pt x="1430" y="1015"/>
                      <a:pt x="1430" y="1015"/>
                    </a:cubicBezTo>
                    <a:cubicBezTo>
                      <a:pt x="1431" y="1015"/>
                      <a:pt x="1431" y="1017"/>
                      <a:pt x="1432" y="1019"/>
                    </a:cubicBezTo>
                    <a:cubicBezTo>
                      <a:pt x="1432" y="1021"/>
                      <a:pt x="1432" y="1023"/>
                      <a:pt x="1432" y="1025"/>
                    </a:cubicBezTo>
                    <a:cubicBezTo>
                      <a:pt x="1432" y="1027"/>
                      <a:pt x="1433" y="1028"/>
                      <a:pt x="1433" y="1030"/>
                    </a:cubicBezTo>
                    <a:cubicBezTo>
                      <a:pt x="1433" y="1030"/>
                      <a:pt x="1434" y="1031"/>
                      <a:pt x="1434" y="1032"/>
                    </a:cubicBezTo>
                    <a:cubicBezTo>
                      <a:pt x="1435" y="1031"/>
                      <a:pt x="1436" y="1032"/>
                      <a:pt x="1436" y="1031"/>
                    </a:cubicBezTo>
                    <a:cubicBezTo>
                      <a:pt x="1437" y="1031"/>
                      <a:pt x="1437" y="1030"/>
                      <a:pt x="1438" y="1030"/>
                    </a:cubicBezTo>
                    <a:cubicBezTo>
                      <a:pt x="1439" y="1029"/>
                      <a:pt x="1440" y="1030"/>
                      <a:pt x="1441" y="1029"/>
                    </a:cubicBezTo>
                    <a:cubicBezTo>
                      <a:pt x="1441" y="1029"/>
                      <a:pt x="1442" y="1029"/>
                      <a:pt x="1442" y="1028"/>
                    </a:cubicBezTo>
                    <a:cubicBezTo>
                      <a:pt x="1440" y="1031"/>
                      <a:pt x="1437" y="1032"/>
                      <a:pt x="1435" y="1033"/>
                    </a:cubicBezTo>
                    <a:cubicBezTo>
                      <a:pt x="1436" y="1034"/>
                      <a:pt x="1437" y="1036"/>
                      <a:pt x="1437" y="1037"/>
                    </a:cubicBezTo>
                    <a:cubicBezTo>
                      <a:pt x="1438" y="1039"/>
                      <a:pt x="1438" y="1039"/>
                      <a:pt x="1438" y="1039"/>
                    </a:cubicBezTo>
                    <a:cubicBezTo>
                      <a:pt x="1438" y="1039"/>
                      <a:pt x="1440" y="1040"/>
                      <a:pt x="1440" y="1040"/>
                    </a:cubicBezTo>
                    <a:cubicBezTo>
                      <a:pt x="1441" y="1040"/>
                      <a:pt x="1443" y="1042"/>
                      <a:pt x="1443" y="1043"/>
                    </a:cubicBezTo>
                    <a:cubicBezTo>
                      <a:pt x="1443" y="1044"/>
                      <a:pt x="1444" y="1047"/>
                      <a:pt x="1444" y="1047"/>
                    </a:cubicBezTo>
                    <a:cubicBezTo>
                      <a:pt x="1444" y="1047"/>
                      <a:pt x="1447" y="1048"/>
                      <a:pt x="1448" y="1048"/>
                    </a:cubicBezTo>
                    <a:cubicBezTo>
                      <a:pt x="1449" y="1047"/>
                      <a:pt x="1450" y="1049"/>
                      <a:pt x="1452" y="1049"/>
                    </a:cubicBezTo>
                    <a:cubicBezTo>
                      <a:pt x="1453" y="1049"/>
                      <a:pt x="1454" y="1052"/>
                      <a:pt x="1455" y="1053"/>
                    </a:cubicBezTo>
                    <a:cubicBezTo>
                      <a:pt x="1456" y="1054"/>
                      <a:pt x="1456" y="1055"/>
                      <a:pt x="1456" y="1055"/>
                    </a:cubicBezTo>
                    <a:cubicBezTo>
                      <a:pt x="1456" y="1055"/>
                      <a:pt x="1456" y="1058"/>
                      <a:pt x="1456" y="1059"/>
                    </a:cubicBezTo>
                    <a:cubicBezTo>
                      <a:pt x="1455" y="1061"/>
                      <a:pt x="1454" y="1064"/>
                      <a:pt x="1454" y="1064"/>
                    </a:cubicBezTo>
                    <a:cubicBezTo>
                      <a:pt x="1454" y="1064"/>
                      <a:pt x="1455" y="1066"/>
                      <a:pt x="1456" y="1065"/>
                    </a:cubicBezTo>
                    <a:cubicBezTo>
                      <a:pt x="1457" y="1065"/>
                      <a:pt x="1457" y="1064"/>
                      <a:pt x="1458" y="1063"/>
                    </a:cubicBezTo>
                    <a:cubicBezTo>
                      <a:pt x="1460" y="1061"/>
                      <a:pt x="1458" y="1063"/>
                      <a:pt x="1461" y="1062"/>
                    </a:cubicBezTo>
                    <a:cubicBezTo>
                      <a:pt x="1463" y="1062"/>
                      <a:pt x="1462" y="1063"/>
                      <a:pt x="1462" y="1064"/>
                    </a:cubicBezTo>
                    <a:cubicBezTo>
                      <a:pt x="1462" y="1065"/>
                      <a:pt x="1465" y="1073"/>
                      <a:pt x="1466" y="1077"/>
                    </a:cubicBezTo>
                    <a:cubicBezTo>
                      <a:pt x="1468" y="1081"/>
                      <a:pt x="1467" y="1080"/>
                      <a:pt x="1466" y="1081"/>
                    </a:cubicBezTo>
                    <a:cubicBezTo>
                      <a:pt x="1466" y="1083"/>
                      <a:pt x="1466" y="1084"/>
                      <a:pt x="1466" y="1085"/>
                    </a:cubicBezTo>
                    <a:cubicBezTo>
                      <a:pt x="1467" y="1086"/>
                      <a:pt x="1467" y="1093"/>
                      <a:pt x="1467" y="1094"/>
                    </a:cubicBezTo>
                    <a:cubicBezTo>
                      <a:pt x="1466" y="1095"/>
                      <a:pt x="1465" y="1098"/>
                      <a:pt x="1465" y="1099"/>
                    </a:cubicBezTo>
                    <a:cubicBezTo>
                      <a:pt x="1465" y="1100"/>
                      <a:pt x="1466" y="1102"/>
                      <a:pt x="1467" y="1102"/>
                    </a:cubicBezTo>
                    <a:cubicBezTo>
                      <a:pt x="1468" y="1102"/>
                      <a:pt x="1471" y="1102"/>
                      <a:pt x="1472" y="1102"/>
                    </a:cubicBezTo>
                    <a:cubicBezTo>
                      <a:pt x="1473" y="1102"/>
                      <a:pt x="1477" y="1105"/>
                      <a:pt x="1478" y="1105"/>
                    </a:cubicBezTo>
                    <a:cubicBezTo>
                      <a:pt x="1480" y="1105"/>
                      <a:pt x="1480" y="1104"/>
                      <a:pt x="1481" y="1103"/>
                    </a:cubicBezTo>
                    <a:cubicBezTo>
                      <a:pt x="1482" y="1102"/>
                      <a:pt x="1484" y="1100"/>
                      <a:pt x="1484" y="1100"/>
                    </a:cubicBezTo>
                    <a:cubicBezTo>
                      <a:pt x="1485" y="1099"/>
                      <a:pt x="1488" y="1099"/>
                      <a:pt x="1489" y="1098"/>
                    </a:cubicBezTo>
                    <a:cubicBezTo>
                      <a:pt x="1490" y="1098"/>
                      <a:pt x="1491" y="1093"/>
                      <a:pt x="1492" y="1092"/>
                    </a:cubicBezTo>
                    <a:cubicBezTo>
                      <a:pt x="1492" y="1090"/>
                      <a:pt x="1495" y="1090"/>
                      <a:pt x="1496" y="1089"/>
                    </a:cubicBezTo>
                    <a:cubicBezTo>
                      <a:pt x="1498" y="1088"/>
                      <a:pt x="1498" y="1085"/>
                      <a:pt x="1499" y="1086"/>
                    </a:cubicBezTo>
                    <a:cubicBezTo>
                      <a:pt x="1501" y="1086"/>
                      <a:pt x="1501" y="1088"/>
                      <a:pt x="1501" y="1089"/>
                    </a:cubicBezTo>
                    <a:cubicBezTo>
                      <a:pt x="1501" y="1091"/>
                      <a:pt x="1503" y="1093"/>
                      <a:pt x="1503" y="1094"/>
                    </a:cubicBezTo>
                    <a:cubicBezTo>
                      <a:pt x="1503" y="1095"/>
                      <a:pt x="1506" y="1095"/>
                      <a:pt x="1507" y="1098"/>
                    </a:cubicBezTo>
                    <a:cubicBezTo>
                      <a:pt x="1509" y="1100"/>
                      <a:pt x="1508" y="1102"/>
                      <a:pt x="1507" y="1103"/>
                    </a:cubicBezTo>
                    <a:cubicBezTo>
                      <a:pt x="1507" y="1105"/>
                      <a:pt x="1508" y="1108"/>
                      <a:pt x="1509" y="1109"/>
                    </a:cubicBezTo>
                    <a:cubicBezTo>
                      <a:pt x="1509" y="1110"/>
                      <a:pt x="1510" y="1113"/>
                      <a:pt x="1511" y="1114"/>
                    </a:cubicBezTo>
                    <a:cubicBezTo>
                      <a:pt x="1511" y="1116"/>
                      <a:pt x="1510" y="1118"/>
                      <a:pt x="1509" y="1119"/>
                    </a:cubicBezTo>
                    <a:cubicBezTo>
                      <a:pt x="1509" y="1120"/>
                      <a:pt x="1510" y="1124"/>
                      <a:pt x="1510" y="1124"/>
                    </a:cubicBezTo>
                    <a:cubicBezTo>
                      <a:pt x="1510" y="1124"/>
                      <a:pt x="1512" y="1125"/>
                      <a:pt x="1512" y="1126"/>
                    </a:cubicBezTo>
                    <a:cubicBezTo>
                      <a:pt x="1513" y="1126"/>
                      <a:pt x="1515" y="1129"/>
                      <a:pt x="1515" y="1135"/>
                    </a:cubicBezTo>
                    <a:cubicBezTo>
                      <a:pt x="1515" y="1140"/>
                      <a:pt x="1516" y="1138"/>
                      <a:pt x="1516" y="1138"/>
                    </a:cubicBezTo>
                    <a:cubicBezTo>
                      <a:pt x="1516" y="1138"/>
                      <a:pt x="1518" y="1139"/>
                      <a:pt x="1519" y="1140"/>
                    </a:cubicBezTo>
                    <a:cubicBezTo>
                      <a:pt x="1520" y="1141"/>
                      <a:pt x="1520" y="1143"/>
                      <a:pt x="1520" y="1143"/>
                    </a:cubicBezTo>
                    <a:cubicBezTo>
                      <a:pt x="1520" y="1144"/>
                      <a:pt x="1521" y="1147"/>
                      <a:pt x="1521" y="1149"/>
                    </a:cubicBezTo>
                    <a:cubicBezTo>
                      <a:pt x="1521" y="1150"/>
                      <a:pt x="1521" y="1151"/>
                      <a:pt x="1520" y="1152"/>
                    </a:cubicBezTo>
                    <a:cubicBezTo>
                      <a:pt x="1519" y="1153"/>
                      <a:pt x="1520" y="1153"/>
                      <a:pt x="1518" y="1154"/>
                    </a:cubicBezTo>
                    <a:cubicBezTo>
                      <a:pt x="1517" y="1154"/>
                      <a:pt x="1519" y="1158"/>
                      <a:pt x="1520" y="1159"/>
                    </a:cubicBezTo>
                    <a:cubicBezTo>
                      <a:pt x="1520" y="1160"/>
                      <a:pt x="1521" y="1157"/>
                      <a:pt x="1522" y="1157"/>
                    </a:cubicBezTo>
                    <a:cubicBezTo>
                      <a:pt x="1523" y="1158"/>
                      <a:pt x="1523" y="1166"/>
                      <a:pt x="1522" y="1169"/>
                    </a:cubicBezTo>
                    <a:cubicBezTo>
                      <a:pt x="1522" y="1172"/>
                      <a:pt x="1523" y="1170"/>
                      <a:pt x="1522" y="1171"/>
                    </a:cubicBezTo>
                    <a:cubicBezTo>
                      <a:pt x="1521" y="1172"/>
                      <a:pt x="1520" y="1174"/>
                      <a:pt x="1520" y="1174"/>
                    </a:cubicBezTo>
                    <a:cubicBezTo>
                      <a:pt x="1520" y="1174"/>
                      <a:pt x="1521" y="1174"/>
                      <a:pt x="1521" y="1175"/>
                    </a:cubicBezTo>
                    <a:cubicBezTo>
                      <a:pt x="1522" y="1175"/>
                      <a:pt x="1522" y="1175"/>
                      <a:pt x="1523" y="1176"/>
                    </a:cubicBezTo>
                    <a:cubicBezTo>
                      <a:pt x="1523" y="1176"/>
                      <a:pt x="1523" y="1179"/>
                      <a:pt x="1523" y="1179"/>
                    </a:cubicBezTo>
                    <a:cubicBezTo>
                      <a:pt x="1523" y="1179"/>
                      <a:pt x="1521" y="1182"/>
                      <a:pt x="1520" y="1183"/>
                    </a:cubicBezTo>
                    <a:cubicBezTo>
                      <a:pt x="1519" y="1183"/>
                      <a:pt x="1519" y="1186"/>
                      <a:pt x="1518" y="1187"/>
                    </a:cubicBezTo>
                    <a:cubicBezTo>
                      <a:pt x="1517" y="1189"/>
                      <a:pt x="1517" y="1190"/>
                      <a:pt x="1517" y="1191"/>
                    </a:cubicBezTo>
                    <a:cubicBezTo>
                      <a:pt x="1517" y="1192"/>
                      <a:pt x="1517" y="1194"/>
                      <a:pt x="1517" y="1196"/>
                    </a:cubicBezTo>
                    <a:cubicBezTo>
                      <a:pt x="1516" y="1198"/>
                      <a:pt x="1516" y="1201"/>
                      <a:pt x="1515" y="1204"/>
                    </a:cubicBezTo>
                    <a:cubicBezTo>
                      <a:pt x="1515" y="1204"/>
                      <a:pt x="1516" y="1205"/>
                      <a:pt x="1517" y="1204"/>
                    </a:cubicBezTo>
                    <a:cubicBezTo>
                      <a:pt x="1517" y="1203"/>
                      <a:pt x="1520" y="1204"/>
                      <a:pt x="1521" y="1205"/>
                    </a:cubicBezTo>
                    <a:cubicBezTo>
                      <a:pt x="1523" y="1206"/>
                      <a:pt x="1523" y="1207"/>
                      <a:pt x="1523" y="1207"/>
                    </a:cubicBezTo>
                    <a:cubicBezTo>
                      <a:pt x="1523" y="1207"/>
                      <a:pt x="1525" y="1210"/>
                      <a:pt x="1526" y="1210"/>
                    </a:cubicBezTo>
                    <a:cubicBezTo>
                      <a:pt x="1528" y="1211"/>
                      <a:pt x="1530" y="1215"/>
                      <a:pt x="1530" y="1216"/>
                    </a:cubicBezTo>
                    <a:cubicBezTo>
                      <a:pt x="1530" y="1216"/>
                      <a:pt x="1531" y="1218"/>
                      <a:pt x="1531" y="1219"/>
                    </a:cubicBezTo>
                    <a:cubicBezTo>
                      <a:pt x="1531" y="1220"/>
                      <a:pt x="1534" y="1221"/>
                      <a:pt x="1535" y="1222"/>
                    </a:cubicBezTo>
                    <a:cubicBezTo>
                      <a:pt x="1535" y="1223"/>
                      <a:pt x="1537" y="1225"/>
                      <a:pt x="1537" y="1226"/>
                    </a:cubicBezTo>
                    <a:cubicBezTo>
                      <a:pt x="1537" y="1226"/>
                      <a:pt x="1536" y="1227"/>
                      <a:pt x="1535" y="1227"/>
                    </a:cubicBezTo>
                    <a:cubicBezTo>
                      <a:pt x="1534" y="1227"/>
                      <a:pt x="1532" y="1228"/>
                      <a:pt x="1532" y="1228"/>
                    </a:cubicBezTo>
                    <a:cubicBezTo>
                      <a:pt x="1531" y="1228"/>
                      <a:pt x="1535" y="1230"/>
                      <a:pt x="1535" y="1230"/>
                    </a:cubicBezTo>
                    <a:cubicBezTo>
                      <a:pt x="1536" y="1231"/>
                      <a:pt x="1539" y="1230"/>
                      <a:pt x="1539" y="1230"/>
                    </a:cubicBezTo>
                    <a:cubicBezTo>
                      <a:pt x="1539" y="1230"/>
                      <a:pt x="1540" y="1230"/>
                      <a:pt x="1541" y="1231"/>
                    </a:cubicBezTo>
                    <a:cubicBezTo>
                      <a:pt x="1542" y="1233"/>
                      <a:pt x="1543" y="1234"/>
                      <a:pt x="1543" y="1236"/>
                    </a:cubicBezTo>
                    <a:cubicBezTo>
                      <a:pt x="1543" y="1238"/>
                      <a:pt x="1543" y="1240"/>
                      <a:pt x="1543" y="1242"/>
                    </a:cubicBezTo>
                    <a:cubicBezTo>
                      <a:pt x="1543" y="1244"/>
                      <a:pt x="1544" y="1245"/>
                      <a:pt x="1544" y="1246"/>
                    </a:cubicBezTo>
                    <a:cubicBezTo>
                      <a:pt x="1545" y="1247"/>
                      <a:pt x="1546" y="1251"/>
                      <a:pt x="1546" y="1253"/>
                    </a:cubicBezTo>
                    <a:cubicBezTo>
                      <a:pt x="1546" y="1255"/>
                      <a:pt x="1545" y="1256"/>
                      <a:pt x="1545" y="1257"/>
                    </a:cubicBezTo>
                    <a:cubicBezTo>
                      <a:pt x="1545" y="1257"/>
                      <a:pt x="1548" y="1260"/>
                      <a:pt x="1549" y="1261"/>
                    </a:cubicBezTo>
                    <a:cubicBezTo>
                      <a:pt x="1549" y="1262"/>
                      <a:pt x="1553" y="1268"/>
                      <a:pt x="1553" y="1270"/>
                    </a:cubicBezTo>
                    <a:cubicBezTo>
                      <a:pt x="1553" y="1271"/>
                      <a:pt x="1555" y="1274"/>
                      <a:pt x="1555" y="1274"/>
                    </a:cubicBezTo>
                    <a:cubicBezTo>
                      <a:pt x="1556" y="1275"/>
                      <a:pt x="1559" y="1278"/>
                      <a:pt x="1560" y="1279"/>
                    </a:cubicBezTo>
                    <a:cubicBezTo>
                      <a:pt x="1562" y="1279"/>
                      <a:pt x="1565" y="1283"/>
                      <a:pt x="1566" y="1283"/>
                    </a:cubicBezTo>
                    <a:cubicBezTo>
                      <a:pt x="1567" y="1283"/>
                      <a:pt x="1572" y="1289"/>
                      <a:pt x="1572" y="1290"/>
                    </a:cubicBezTo>
                    <a:cubicBezTo>
                      <a:pt x="1573" y="1291"/>
                      <a:pt x="1578" y="1293"/>
                      <a:pt x="1578" y="1293"/>
                    </a:cubicBezTo>
                    <a:cubicBezTo>
                      <a:pt x="1587" y="1296"/>
                      <a:pt x="1587" y="1296"/>
                      <a:pt x="1587" y="1296"/>
                    </a:cubicBezTo>
                    <a:cubicBezTo>
                      <a:pt x="1592" y="1299"/>
                      <a:pt x="1592" y="1299"/>
                      <a:pt x="1592" y="1299"/>
                    </a:cubicBezTo>
                    <a:cubicBezTo>
                      <a:pt x="1592" y="1299"/>
                      <a:pt x="1594" y="1297"/>
                      <a:pt x="1595" y="1295"/>
                    </a:cubicBezTo>
                    <a:cubicBezTo>
                      <a:pt x="1595" y="1293"/>
                      <a:pt x="1595" y="1293"/>
                      <a:pt x="1595" y="1291"/>
                    </a:cubicBezTo>
                    <a:cubicBezTo>
                      <a:pt x="1594" y="1289"/>
                      <a:pt x="1594" y="1289"/>
                      <a:pt x="1592" y="1287"/>
                    </a:cubicBezTo>
                    <a:cubicBezTo>
                      <a:pt x="1591" y="1286"/>
                      <a:pt x="1590" y="1284"/>
                      <a:pt x="1589" y="1283"/>
                    </a:cubicBezTo>
                    <a:cubicBezTo>
                      <a:pt x="1589" y="1283"/>
                      <a:pt x="1588" y="1280"/>
                      <a:pt x="1588" y="1277"/>
                    </a:cubicBezTo>
                    <a:cubicBezTo>
                      <a:pt x="1587" y="1274"/>
                      <a:pt x="1585" y="1274"/>
                      <a:pt x="1583" y="1272"/>
                    </a:cubicBezTo>
                    <a:cubicBezTo>
                      <a:pt x="1581" y="1269"/>
                      <a:pt x="1583" y="1269"/>
                      <a:pt x="1583" y="1264"/>
                    </a:cubicBezTo>
                    <a:cubicBezTo>
                      <a:pt x="1582" y="1260"/>
                      <a:pt x="1583" y="1261"/>
                      <a:pt x="1583" y="1257"/>
                    </a:cubicBezTo>
                    <a:cubicBezTo>
                      <a:pt x="1584" y="1253"/>
                      <a:pt x="1584" y="1253"/>
                      <a:pt x="1584" y="1251"/>
                    </a:cubicBezTo>
                    <a:cubicBezTo>
                      <a:pt x="1584" y="1248"/>
                      <a:pt x="1581" y="1247"/>
                      <a:pt x="1581" y="1246"/>
                    </a:cubicBezTo>
                    <a:cubicBezTo>
                      <a:pt x="1581" y="1244"/>
                      <a:pt x="1578" y="1241"/>
                      <a:pt x="1577" y="1240"/>
                    </a:cubicBezTo>
                    <a:cubicBezTo>
                      <a:pt x="1576" y="1238"/>
                      <a:pt x="1574" y="1237"/>
                      <a:pt x="1573" y="1237"/>
                    </a:cubicBezTo>
                    <a:cubicBezTo>
                      <a:pt x="1572" y="1236"/>
                      <a:pt x="1571" y="1234"/>
                      <a:pt x="1570" y="1233"/>
                    </a:cubicBezTo>
                    <a:cubicBezTo>
                      <a:pt x="1569" y="1232"/>
                      <a:pt x="1568" y="1233"/>
                      <a:pt x="1566" y="1232"/>
                    </a:cubicBezTo>
                    <a:cubicBezTo>
                      <a:pt x="1566" y="1232"/>
                      <a:pt x="1566" y="1232"/>
                      <a:pt x="1566" y="1232"/>
                    </a:cubicBezTo>
                    <a:cubicBezTo>
                      <a:pt x="1564" y="1232"/>
                      <a:pt x="1565" y="1231"/>
                      <a:pt x="1565" y="1229"/>
                    </a:cubicBezTo>
                    <a:cubicBezTo>
                      <a:pt x="1564" y="1226"/>
                      <a:pt x="1562" y="1227"/>
                      <a:pt x="1561" y="1227"/>
                    </a:cubicBezTo>
                    <a:cubicBezTo>
                      <a:pt x="1561" y="1227"/>
                      <a:pt x="1558" y="1224"/>
                      <a:pt x="1558" y="1224"/>
                    </a:cubicBezTo>
                    <a:cubicBezTo>
                      <a:pt x="1558" y="1224"/>
                      <a:pt x="1557" y="1224"/>
                      <a:pt x="1555" y="1223"/>
                    </a:cubicBezTo>
                    <a:cubicBezTo>
                      <a:pt x="1554" y="1222"/>
                      <a:pt x="1554" y="1223"/>
                      <a:pt x="1553" y="1222"/>
                    </a:cubicBezTo>
                    <a:cubicBezTo>
                      <a:pt x="1551" y="1221"/>
                      <a:pt x="1551" y="1222"/>
                      <a:pt x="1550" y="1221"/>
                    </a:cubicBezTo>
                    <a:cubicBezTo>
                      <a:pt x="1549" y="1220"/>
                      <a:pt x="1549" y="1221"/>
                      <a:pt x="1548" y="1221"/>
                    </a:cubicBezTo>
                    <a:cubicBezTo>
                      <a:pt x="1547" y="1220"/>
                      <a:pt x="1546" y="1219"/>
                      <a:pt x="1545" y="1218"/>
                    </a:cubicBezTo>
                    <a:cubicBezTo>
                      <a:pt x="1545" y="1218"/>
                      <a:pt x="1544" y="1216"/>
                      <a:pt x="1543" y="1215"/>
                    </a:cubicBezTo>
                    <a:cubicBezTo>
                      <a:pt x="1542" y="1214"/>
                      <a:pt x="1543" y="1213"/>
                      <a:pt x="1543" y="1213"/>
                    </a:cubicBezTo>
                    <a:cubicBezTo>
                      <a:pt x="1543" y="1212"/>
                      <a:pt x="1542" y="1209"/>
                      <a:pt x="1542" y="1208"/>
                    </a:cubicBezTo>
                    <a:cubicBezTo>
                      <a:pt x="1542" y="1207"/>
                      <a:pt x="1543" y="1208"/>
                      <a:pt x="1543" y="1205"/>
                    </a:cubicBezTo>
                    <a:cubicBezTo>
                      <a:pt x="1542" y="1202"/>
                      <a:pt x="1540" y="1203"/>
                      <a:pt x="1540" y="1202"/>
                    </a:cubicBezTo>
                    <a:cubicBezTo>
                      <a:pt x="1540" y="1201"/>
                      <a:pt x="1540" y="1201"/>
                      <a:pt x="1539" y="1200"/>
                    </a:cubicBezTo>
                    <a:cubicBezTo>
                      <a:pt x="1539" y="1199"/>
                      <a:pt x="1538" y="1198"/>
                      <a:pt x="1536" y="1196"/>
                    </a:cubicBezTo>
                    <a:cubicBezTo>
                      <a:pt x="1534" y="1194"/>
                      <a:pt x="1536" y="1195"/>
                      <a:pt x="1537" y="1193"/>
                    </a:cubicBezTo>
                    <a:cubicBezTo>
                      <a:pt x="1537" y="1192"/>
                      <a:pt x="1536" y="1192"/>
                      <a:pt x="1535" y="1191"/>
                    </a:cubicBezTo>
                    <a:cubicBezTo>
                      <a:pt x="1534" y="1191"/>
                      <a:pt x="1535" y="1191"/>
                      <a:pt x="1533" y="1191"/>
                    </a:cubicBezTo>
                    <a:cubicBezTo>
                      <a:pt x="1532" y="1191"/>
                      <a:pt x="1532" y="1191"/>
                      <a:pt x="1530" y="1190"/>
                    </a:cubicBezTo>
                    <a:cubicBezTo>
                      <a:pt x="1529" y="1189"/>
                      <a:pt x="1529" y="1188"/>
                      <a:pt x="1529" y="1186"/>
                    </a:cubicBezTo>
                    <a:cubicBezTo>
                      <a:pt x="1528" y="1185"/>
                      <a:pt x="1529" y="1184"/>
                      <a:pt x="1529" y="1182"/>
                    </a:cubicBezTo>
                    <a:cubicBezTo>
                      <a:pt x="1529" y="1180"/>
                      <a:pt x="1529" y="1177"/>
                      <a:pt x="1529" y="1175"/>
                    </a:cubicBezTo>
                    <a:cubicBezTo>
                      <a:pt x="1530" y="1174"/>
                      <a:pt x="1536" y="1160"/>
                      <a:pt x="1536" y="1158"/>
                    </a:cubicBezTo>
                    <a:cubicBezTo>
                      <a:pt x="1536" y="1157"/>
                      <a:pt x="1537" y="1156"/>
                      <a:pt x="1538" y="1155"/>
                    </a:cubicBezTo>
                    <a:cubicBezTo>
                      <a:pt x="1539" y="1154"/>
                      <a:pt x="1539" y="1152"/>
                      <a:pt x="1539" y="1151"/>
                    </a:cubicBezTo>
                    <a:cubicBezTo>
                      <a:pt x="1539" y="1149"/>
                      <a:pt x="1540" y="1147"/>
                      <a:pt x="1539" y="1143"/>
                    </a:cubicBezTo>
                    <a:cubicBezTo>
                      <a:pt x="1539" y="1138"/>
                      <a:pt x="1539" y="1139"/>
                      <a:pt x="1540" y="1136"/>
                    </a:cubicBezTo>
                    <a:cubicBezTo>
                      <a:pt x="1541" y="1133"/>
                      <a:pt x="1542" y="1136"/>
                      <a:pt x="1544" y="1134"/>
                    </a:cubicBezTo>
                    <a:cubicBezTo>
                      <a:pt x="1545" y="1133"/>
                      <a:pt x="1547" y="1134"/>
                      <a:pt x="1548" y="1134"/>
                    </a:cubicBezTo>
                    <a:cubicBezTo>
                      <a:pt x="1549" y="1134"/>
                      <a:pt x="1550" y="1136"/>
                      <a:pt x="1550" y="1137"/>
                    </a:cubicBezTo>
                    <a:cubicBezTo>
                      <a:pt x="1550" y="1139"/>
                      <a:pt x="1550" y="1141"/>
                      <a:pt x="1550" y="1142"/>
                    </a:cubicBezTo>
                    <a:cubicBezTo>
                      <a:pt x="1549" y="1143"/>
                      <a:pt x="1550" y="1145"/>
                      <a:pt x="1551" y="1146"/>
                    </a:cubicBezTo>
                    <a:cubicBezTo>
                      <a:pt x="1551" y="1147"/>
                      <a:pt x="1558" y="1147"/>
                      <a:pt x="1560" y="1146"/>
                    </a:cubicBezTo>
                    <a:cubicBezTo>
                      <a:pt x="1562" y="1146"/>
                      <a:pt x="1563" y="1147"/>
                      <a:pt x="1564" y="1148"/>
                    </a:cubicBezTo>
                    <a:cubicBezTo>
                      <a:pt x="1566" y="1149"/>
                      <a:pt x="1567" y="1150"/>
                      <a:pt x="1568" y="1151"/>
                    </a:cubicBezTo>
                    <a:cubicBezTo>
                      <a:pt x="1568" y="1152"/>
                      <a:pt x="1571" y="1156"/>
                      <a:pt x="1573" y="1156"/>
                    </a:cubicBezTo>
                    <a:cubicBezTo>
                      <a:pt x="1574" y="1156"/>
                      <a:pt x="1575" y="1156"/>
                      <a:pt x="1575" y="1157"/>
                    </a:cubicBezTo>
                    <a:cubicBezTo>
                      <a:pt x="1576" y="1158"/>
                      <a:pt x="1577" y="1159"/>
                      <a:pt x="1577" y="1160"/>
                    </a:cubicBezTo>
                    <a:cubicBezTo>
                      <a:pt x="1577" y="1160"/>
                      <a:pt x="1580" y="1164"/>
                      <a:pt x="1581" y="1165"/>
                    </a:cubicBezTo>
                    <a:cubicBezTo>
                      <a:pt x="1582" y="1167"/>
                      <a:pt x="1582" y="1168"/>
                      <a:pt x="1583" y="1169"/>
                    </a:cubicBezTo>
                    <a:cubicBezTo>
                      <a:pt x="1584" y="1170"/>
                      <a:pt x="1586" y="1172"/>
                      <a:pt x="1587" y="1172"/>
                    </a:cubicBezTo>
                    <a:cubicBezTo>
                      <a:pt x="1589" y="1172"/>
                      <a:pt x="1590" y="1176"/>
                      <a:pt x="1590" y="1177"/>
                    </a:cubicBezTo>
                    <a:cubicBezTo>
                      <a:pt x="1590" y="1177"/>
                      <a:pt x="1591" y="1180"/>
                      <a:pt x="1591" y="1180"/>
                    </a:cubicBezTo>
                    <a:cubicBezTo>
                      <a:pt x="1591" y="1180"/>
                      <a:pt x="1594" y="1178"/>
                      <a:pt x="1594" y="1177"/>
                    </a:cubicBezTo>
                    <a:cubicBezTo>
                      <a:pt x="1594" y="1176"/>
                      <a:pt x="1595" y="1177"/>
                      <a:pt x="1596" y="1177"/>
                    </a:cubicBezTo>
                    <a:cubicBezTo>
                      <a:pt x="1597" y="1177"/>
                      <a:pt x="1597" y="1179"/>
                      <a:pt x="1599" y="1179"/>
                    </a:cubicBezTo>
                    <a:cubicBezTo>
                      <a:pt x="1600" y="1179"/>
                      <a:pt x="1600" y="1180"/>
                      <a:pt x="1601" y="1180"/>
                    </a:cubicBezTo>
                    <a:cubicBezTo>
                      <a:pt x="1602" y="1180"/>
                      <a:pt x="1603" y="1182"/>
                      <a:pt x="1603" y="1183"/>
                    </a:cubicBezTo>
                    <a:cubicBezTo>
                      <a:pt x="1604" y="1183"/>
                      <a:pt x="1605" y="1184"/>
                      <a:pt x="1605" y="1185"/>
                    </a:cubicBezTo>
                    <a:cubicBezTo>
                      <a:pt x="1606" y="1186"/>
                      <a:pt x="1605" y="1186"/>
                      <a:pt x="1604" y="1187"/>
                    </a:cubicBezTo>
                    <a:cubicBezTo>
                      <a:pt x="1603" y="1188"/>
                      <a:pt x="1603" y="1190"/>
                      <a:pt x="1601" y="1192"/>
                    </a:cubicBezTo>
                    <a:cubicBezTo>
                      <a:pt x="1600" y="1195"/>
                      <a:pt x="1601" y="1199"/>
                      <a:pt x="1601" y="1200"/>
                    </a:cubicBezTo>
                    <a:cubicBezTo>
                      <a:pt x="1602" y="1201"/>
                      <a:pt x="1603" y="1201"/>
                      <a:pt x="1604" y="1201"/>
                    </a:cubicBezTo>
                    <a:cubicBezTo>
                      <a:pt x="1604" y="1200"/>
                      <a:pt x="1606" y="1199"/>
                      <a:pt x="1607" y="1197"/>
                    </a:cubicBezTo>
                    <a:cubicBezTo>
                      <a:pt x="1609" y="1196"/>
                      <a:pt x="1610" y="1195"/>
                      <a:pt x="1611" y="1194"/>
                    </a:cubicBezTo>
                    <a:cubicBezTo>
                      <a:pt x="1612" y="1193"/>
                      <a:pt x="1615" y="1195"/>
                      <a:pt x="1618" y="1192"/>
                    </a:cubicBezTo>
                    <a:cubicBezTo>
                      <a:pt x="1621" y="1189"/>
                      <a:pt x="1620" y="1189"/>
                      <a:pt x="1620" y="1189"/>
                    </a:cubicBezTo>
                    <a:cubicBezTo>
                      <a:pt x="1620" y="1189"/>
                      <a:pt x="1622" y="1189"/>
                      <a:pt x="1624" y="1189"/>
                    </a:cubicBezTo>
                    <a:cubicBezTo>
                      <a:pt x="1627" y="1189"/>
                      <a:pt x="1626" y="1188"/>
                      <a:pt x="1625" y="1185"/>
                    </a:cubicBezTo>
                    <a:cubicBezTo>
                      <a:pt x="1625" y="1183"/>
                      <a:pt x="1623" y="1183"/>
                      <a:pt x="1622" y="1181"/>
                    </a:cubicBezTo>
                    <a:cubicBezTo>
                      <a:pt x="1621" y="1179"/>
                      <a:pt x="1622" y="1180"/>
                      <a:pt x="1622" y="1180"/>
                    </a:cubicBezTo>
                    <a:cubicBezTo>
                      <a:pt x="1622" y="1180"/>
                      <a:pt x="1624" y="1178"/>
                      <a:pt x="1625" y="1176"/>
                    </a:cubicBezTo>
                    <a:cubicBezTo>
                      <a:pt x="1627" y="1173"/>
                      <a:pt x="1626" y="1175"/>
                      <a:pt x="1628" y="1172"/>
                    </a:cubicBezTo>
                    <a:cubicBezTo>
                      <a:pt x="1631" y="1170"/>
                      <a:pt x="1630" y="1174"/>
                      <a:pt x="1630" y="1174"/>
                    </a:cubicBezTo>
                    <a:cubicBezTo>
                      <a:pt x="1630" y="1175"/>
                      <a:pt x="1632" y="1175"/>
                      <a:pt x="1634" y="1176"/>
                    </a:cubicBezTo>
                    <a:cubicBezTo>
                      <a:pt x="1635" y="1176"/>
                      <a:pt x="1638" y="1174"/>
                      <a:pt x="1640" y="1173"/>
                    </a:cubicBezTo>
                    <a:cubicBezTo>
                      <a:pt x="1642" y="1173"/>
                      <a:pt x="1645" y="1172"/>
                      <a:pt x="1647" y="1169"/>
                    </a:cubicBezTo>
                    <a:cubicBezTo>
                      <a:pt x="1648" y="1166"/>
                      <a:pt x="1649" y="1168"/>
                      <a:pt x="1652" y="1166"/>
                    </a:cubicBezTo>
                    <a:cubicBezTo>
                      <a:pt x="1655" y="1164"/>
                      <a:pt x="1657" y="1163"/>
                      <a:pt x="1658" y="1160"/>
                    </a:cubicBezTo>
                    <a:cubicBezTo>
                      <a:pt x="1659" y="1156"/>
                      <a:pt x="1660" y="1156"/>
                      <a:pt x="1659" y="1155"/>
                    </a:cubicBezTo>
                    <a:cubicBezTo>
                      <a:pt x="1658" y="1153"/>
                      <a:pt x="1659" y="1151"/>
                      <a:pt x="1660" y="1150"/>
                    </a:cubicBezTo>
                    <a:cubicBezTo>
                      <a:pt x="1660" y="1150"/>
                      <a:pt x="1662" y="1147"/>
                      <a:pt x="1663" y="1144"/>
                    </a:cubicBezTo>
                    <a:cubicBezTo>
                      <a:pt x="1663" y="1141"/>
                      <a:pt x="1663" y="1143"/>
                      <a:pt x="1663" y="1141"/>
                    </a:cubicBezTo>
                    <a:cubicBezTo>
                      <a:pt x="1663" y="1140"/>
                      <a:pt x="1661" y="1139"/>
                      <a:pt x="1659" y="1137"/>
                    </a:cubicBezTo>
                    <a:cubicBezTo>
                      <a:pt x="1657" y="1135"/>
                      <a:pt x="1660" y="1136"/>
                      <a:pt x="1659" y="1132"/>
                    </a:cubicBezTo>
                    <a:cubicBezTo>
                      <a:pt x="1658" y="1128"/>
                      <a:pt x="1658" y="1126"/>
                      <a:pt x="1659" y="1123"/>
                    </a:cubicBezTo>
                    <a:cubicBezTo>
                      <a:pt x="1659" y="1120"/>
                      <a:pt x="1658" y="1120"/>
                      <a:pt x="1657" y="1117"/>
                    </a:cubicBezTo>
                    <a:cubicBezTo>
                      <a:pt x="1655" y="1113"/>
                      <a:pt x="1655" y="1114"/>
                      <a:pt x="1655" y="1112"/>
                    </a:cubicBezTo>
                    <a:cubicBezTo>
                      <a:pt x="1655" y="1109"/>
                      <a:pt x="1652" y="1107"/>
                      <a:pt x="1650" y="1105"/>
                    </a:cubicBezTo>
                    <a:cubicBezTo>
                      <a:pt x="1648" y="1103"/>
                      <a:pt x="1639" y="1094"/>
                      <a:pt x="1637" y="1092"/>
                    </a:cubicBezTo>
                    <a:cubicBezTo>
                      <a:pt x="1636" y="1090"/>
                      <a:pt x="1635" y="1090"/>
                      <a:pt x="1635" y="1090"/>
                    </a:cubicBezTo>
                    <a:cubicBezTo>
                      <a:pt x="1635" y="1090"/>
                      <a:pt x="1632" y="1088"/>
                      <a:pt x="1631" y="1087"/>
                    </a:cubicBezTo>
                    <a:cubicBezTo>
                      <a:pt x="1629" y="1086"/>
                      <a:pt x="1629" y="1086"/>
                      <a:pt x="1629" y="1084"/>
                    </a:cubicBezTo>
                    <a:cubicBezTo>
                      <a:pt x="1629" y="1082"/>
                      <a:pt x="1628" y="1083"/>
                      <a:pt x="1626" y="1081"/>
                    </a:cubicBezTo>
                    <a:cubicBezTo>
                      <a:pt x="1623" y="1078"/>
                      <a:pt x="1624" y="1079"/>
                      <a:pt x="1624" y="1077"/>
                    </a:cubicBezTo>
                    <a:cubicBezTo>
                      <a:pt x="1624" y="1075"/>
                      <a:pt x="1624" y="1075"/>
                      <a:pt x="1623" y="1073"/>
                    </a:cubicBezTo>
                    <a:cubicBezTo>
                      <a:pt x="1622" y="1071"/>
                      <a:pt x="1621" y="1072"/>
                      <a:pt x="1619" y="1071"/>
                    </a:cubicBezTo>
                    <a:cubicBezTo>
                      <a:pt x="1617" y="1069"/>
                      <a:pt x="1618" y="1069"/>
                      <a:pt x="1617" y="1068"/>
                    </a:cubicBezTo>
                    <a:cubicBezTo>
                      <a:pt x="1617" y="1068"/>
                      <a:pt x="1616" y="1067"/>
                      <a:pt x="1615" y="1065"/>
                    </a:cubicBezTo>
                    <a:cubicBezTo>
                      <a:pt x="1614" y="1063"/>
                      <a:pt x="1613" y="1063"/>
                      <a:pt x="1613" y="1062"/>
                    </a:cubicBezTo>
                    <a:cubicBezTo>
                      <a:pt x="1612" y="1061"/>
                      <a:pt x="1615" y="1061"/>
                      <a:pt x="1615" y="1060"/>
                    </a:cubicBezTo>
                    <a:cubicBezTo>
                      <a:pt x="1615" y="1059"/>
                      <a:pt x="1615" y="1058"/>
                      <a:pt x="1614" y="1057"/>
                    </a:cubicBezTo>
                    <a:cubicBezTo>
                      <a:pt x="1614" y="1056"/>
                      <a:pt x="1615" y="1053"/>
                      <a:pt x="1616" y="1051"/>
                    </a:cubicBezTo>
                    <a:cubicBezTo>
                      <a:pt x="1617" y="1048"/>
                      <a:pt x="1618" y="1048"/>
                      <a:pt x="1619" y="1048"/>
                    </a:cubicBezTo>
                    <a:cubicBezTo>
                      <a:pt x="1620" y="1048"/>
                      <a:pt x="1624" y="1046"/>
                      <a:pt x="1625" y="1044"/>
                    </a:cubicBezTo>
                    <a:cubicBezTo>
                      <a:pt x="1626" y="1042"/>
                      <a:pt x="1625" y="1040"/>
                      <a:pt x="1625" y="1039"/>
                    </a:cubicBezTo>
                    <a:cubicBezTo>
                      <a:pt x="1625" y="1039"/>
                      <a:pt x="1625" y="1038"/>
                      <a:pt x="1625" y="1037"/>
                    </a:cubicBezTo>
                    <a:cubicBezTo>
                      <a:pt x="1625" y="1035"/>
                      <a:pt x="1627" y="1036"/>
                      <a:pt x="1628" y="1035"/>
                    </a:cubicBezTo>
                    <a:cubicBezTo>
                      <a:pt x="1629" y="1034"/>
                      <a:pt x="1631" y="1034"/>
                      <a:pt x="1633" y="1033"/>
                    </a:cubicBezTo>
                    <a:cubicBezTo>
                      <a:pt x="1635" y="1033"/>
                      <a:pt x="1635" y="1033"/>
                      <a:pt x="1636" y="1032"/>
                    </a:cubicBezTo>
                    <a:cubicBezTo>
                      <a:pt x="1637" y="1032"/>
                      <a:pt x="1638" y="1030"/>
                      <a:pt x="1639" y="1029"/>
                    </a:cubicBezTo>
                    <a:cubicBezTo>
                      <a:pt x="1639" y="1028"/>
                      <a:pt x="1641" y="1027"/>
                      <a:pt x="1643" y="1027"/>
                    </a:cubicBezTo>
                    <a:cubicBezTo>
                      <a:pt x="1643" y="1027"/>
                      <a:pt x="1643" y="1027"/>
                      <a:pt x="1643" y="1027"/>
                    </a:cubicBezTo>
                    <a:cubicBezTo>
                      <a:pt x="1645" y="1027"/>
                      <a:pt x="1646" y="1026"/>
                      <a:pt x="1647" y="1025"/>
                    </a:cubicBezTo>
                    <a:cubicBezTo>
                      <a:pt x="1648" y="1024"/>
                      <a:pt x="1651" y="1022"/>
                      <a:pt x="1651" y="1022"/>
                    </a:cubicBezTo>
                    <a:cubicBezTo>
                      <a:pt x="1652" y="1025"/>
                      <a:pt x="1652" y="1025"/>
                      <a:pt x="1652" y="1025"/>
                    </a:cubicBezTo>
                    <a:cubicBezTo>
                      <a:pt x="1655" y="1027"/>
                      <a:pt x="1655" y="1027"/>
                      <a:pt x="1655" y="1027"/>
                    </a:cubicBezTo>
                    <a:cubicBezTo>
                      <a:pt x="1655" y="1027"/>
                      <a:pt x="1658" y="1029"/>
                      <a:pt x="1659" y="1028"/>
                    </a:cubicBezTo>
                    <a:cubicBezTo>
                      <a:pt x="1660" y="1028"/>
                      <a:pt x="1662" y="1028"/>
                      <a:pt x="1662" y="1027"/>
                    </a:cubicBezTo>
                    <a:cubicBezTo>
                      <a:pt x="1663" y="1026"/>
                      <a:pt x="1663" y="1025"/>
                      <a:pt x="1664" y="1025"/>
                    </a:cubicBezTo>
                    <a:cubicBezTo>
                      <a:pt x="1665" y="1025"/>
                      <a:pt x="1668" y="1028"/>
                      <a:pt x="1668" y="1028"/>
                    </a:cubicBezTo>
                    <a:cubicBezTo>
                      <a:pt x="1668" y="1029"/>
                      <a:pt x="1667" y="1034"/>
                      <a:pt x="1666" y="1035"/>
                    </a:cubicBezTo>
                    <a:cubicBezTo>
                      <a:pt x="1666" y="1037"/>
                      <a:pt x="1668" y="1039"/>
                      <a:pt x="1668" y="1039"/>
                    </a:cubicBezTo>
                    <a:cubicBezTo>
                      <a:pt x="1672" y="1043"/>
                      <a:pt x="1672" y="1043"/>
                      <a:pt x="1672" y="1043"/>
                    </a:cubicBezTo>
                    <a:cubicBezTo>
                      <a:pt x="1672" y="1043"/>
                      <a:pt x="1676" y="1043"/>
                      <a:pt x="1676" y="1042"/>
                    </a:cubicBezTo>
                    <a:cubicBezTo>
                      <a:pt x="1677" y="1041"/>
                      <a:pt x="1677" y="1041"/>
                      <a:pt x="1676" y="1040"/>
                    </a:cubicBezTo>
                    <a:cubicBezTo>
                      <a:pt x="1675" y="1038"/>
                      <a:pt x="1675" y="1037"/>
                      <a:pt x="1674" y="1035"/>
                    </a:cubicBezTo>
                    <a:cubicBezTo>
                      <a:pt x="1673" y="1032"/>
                      <a:pt x="1675" y="1034"/>
                      <a:pt x="1676" y="1032"/>
                    </a:cubicBezTo>
                    <a:cubicBezTo>
                      <a:pt x="1676" y="1030"/>
                      <a:pt x="1677" y="1029"/>
                      <a:pt x="1678" y="1028"/>
                    </a:cubicBezTo>
                    <a:cubicBezTo>
                      <a:pt x="1680" y="1027"/>
                      <a:pt x="1680" y="1029"/>
                      <a:pt x="1682" y="1029"/>
                    </a:cubicBezTo>
                    <a:cubicBezTo>
                      <a:pt x="1683" y="1029"/>
                      <a:pt x="1684" y="1029"/>
                      <a:pt x="1685" y="1029"/>
                    </a:cubicBezTo>
                    <a:cubicBezTo>
                      <a:pt x="1686" y="1028"/>
                      <a:pt x="1688" y="1027"/>
                      <a:pt x="1690" y="1025"/>
                    </a:cubicBezTo>
                    <a:cubicBezTo>
                      <a:pt x="1692" y="1023"/>
                      <a:pt x="1692" y="1025"/>
                      <a:pt x="1693" y="1026"/>
                    </a:cubicBezTo>
                    <a:cubicBezTo>
                      <a:pt x="1694" y="1026"/>
                      <a:pt x="1697" y="1025"/>
                      <a:pt x="1698" y="1025"/>
                    </a:cubicBezTo>
                    <a:cubicBezTo>
                      <a:pt x="1700" y="1025"/>
                      <a:pt x="1700" y="1025"/>
                      <a:pt x="1701" y="1025"/>
                    </a:cubicBezTo>
                    <a:cubicBezTo>
                      <a:pt x="1702" y="1025"/>
                      <a:pt x="1703" y="1024"/>
                      <a:pt x="1704" y="1024"/>
                    </a:cubicBezTo>
                    <a:cubicBezTo>
                      <a:pt x="1706" y="1023"/>
                      <a:pt x="1706" y="1022"/>
                      <a:pt x="1707" y="1021"/>
                    </a:cubicBezTo>
                    <a:cubicBezTo>
                      <a:pt x="1709" y="1020"/>
                      <a:pt x="1709" y="1020"/>
                      <a:pt x="1711" y="1020"/>
                    </a:cubicBezTo>
                    <a:cubicBezTo>
                      <a:pt x="1712" y="1019"/>
                      <a:pt x="1715" y="1021"/>
                      <a:pt x="1719" y="1020"/>
                    </a:cubicBezTo>
                    <a:cubicBezTo>
                      <a:pt x="1723" y="1018"/>
                      <a:pt x="1722" y="1015"/>
                      <a:pt x="1722" y="1013"/>
                    </a:cubicBezTo>
                    <a:cubicBezTo>
                      <a:pt x="1723" y="1012"/>
                      <a:pt x="1725" y="1014"/>
                      <a:pt x="1727" y="1014"/>
                    </a:cubicBezTo>
                    <a:cubicBezTo>
                      <a:pt x="1729" y="1015"/>
                      <a:pt x="1730" y="1015"/>
                      <a:pt x="1731" y="1013"/>
                    </a:cubicBezTo>
                    <a:cubicBezTo>
                      <a:pt x="1732" y="1012"/>
                      <a:pt x="1735" y="1011"/>
                      <a:pt x="1736" y="1011"/>
                    </a:cubicBezTo>
                    <a:cubicBezTo>
                      <a:pt x="1736" y="1010"/>
                      <a:pt x="1741" y="1011"/>
                      <a:pt x="1743" y="1010"/>
                    </a:cubicBezTo>
                    <a:cubicBezTo>
                      <a:pt x="1746" y="1010"/>
                      <a:pt x="1748" y="1010"/>
                      <a:pt x="1750" y="1009"/>
                    </a:cubicBezTo>
                    <a:cubicBezTo>
                      <a:pt x="1753" y="1008"/>
                      <a:pt x="1754" y="1007"/>
                      <a:pt x="1756" y="1005"/>
                    </a:cubicBezTo>
                    <a:cubicBezTo>
                      <a:pt x="1758" y="1003"/>
                      <a:pt x="1758" y="1003"/>
                      <a:pt x="1761" y="999"/>
                    </a:cubicBezTo>
                    <a:cubicBezTo>
                      <a:pt x="1763" y="995"/>
                      <a:pt x="1765" y="996"/>
                      <a:pt x="1768" y="996"/>
                    </a:cubicBezTo>
                    <a:cubicBezTo>
                      <a:pt x="1770" y="995"/>
                      <a:pt x="1771" y="994"/>
                      <a:pt x="1772" y="993"/>
                    </a:cubicBezTo>
                    <a:cubicBezTo>
                      <a:pt x="1774" y="992"/>
                      <a:pt x="1775" y="992"/>
                      <a:pt x="1776" y="991"/>
                    </a:cubicBezTo>
                    <a:cubicBezTo>
                      <a:pt x="1777" y="990"/>
                      <a:pt x="1777" y="989"/>
                      <a:pt x="1776" y="987"/>
                    </a:cubicBezTo>
                    <a:cubicBezTo>
                      <a:pt x="1775" y="986"/>
                      <a:pt x="1775" y="987"/>
                      <a:pt x="1776" y="985"/>
                    </a:cubicBezTo>
                    <a:cubicBezTo>
                      <a:pt x="1777" y="984"/>
                      <a:pt x="1778" y="985"/>
                      <a:pt x="1780" y="983"/>
                    </a:cubicBezTo>
                    <a:cubicBezTo>
                      <a:pt x="1782" y="982"/>
                      <a:pt x="1782" y="982"/>
                      <a:pt x="1784" y="982"/>
                    </a:cubicBezTo>
                    <a:cubicBezTo>
                      <a:pt x="1785" y="981"/>
                      <a:pt x="1786" y="981"/>
                      <a:pt x="1788" y="980"/>
                    </a:cubicBezTo>
                    <a:cubicBezTo>
                      <a:pt x="1789" y="979"/>
                      <a:pt x="1790" y="977"/>
                      <a:pt x="1793" y="974"/>
                    </a:cubicBezTo>
                    <a:cubicBezTo>
                      <a:pt x="1793" y="974"/>
                      <a:pt x="1796" y="973"/>
                      <a:pt x="1797" y="973"/>
                    </a:cubicBezTo>
                    <a:cubicBezTo>
                      <a:pt x="1798" y="972"/>
                      <a:pt x="1797" y="972"/>
                      <a:pt x="1797" y="970"/>
                    </a:cubicBezTo>
                    <a:cubicBezTo>
                      <a:pt x="1797" y="968"/>
                      <a:pt x="1796" y="967"/>
                      <a:pt x="1795" y="966"/>
                    </a:cubicBezTo>
                    <a:cubicBezTo>
                      <a:pt x="1794" y="964"/>
                      <a:pt x="1796" y="966"/>
                      <a:pt x="1797" y="965"/>
                    </a:cubicBezTo>
                    <a:cubicBezTo>
                      <a:pt x="1799" y="964"/>
                      <a:pt x="1800" y="964"/>
                      <a:pt x="1800" y="962"/>
                    </a:cubicBezTo>
                    <a:cubicBezTo>
                      <a:pt x="1800" y="960"/>
                      <a:pt x="1799" y="961"/>
                      <a:pt x="1800" y="957"/>
                    </a:cubicBezTo>
                    <a:cubicBezTo>
                      <a:pt x="1800" y="957"/>
                      <a:pt x="1802" y="958"/>
                      <a:pt x="1802" y="957"/>
                    </a:cubicBezTo>
                    <a:cubicBezTo>
                      <a:pt x="1803" y="956"/>
                      <a:pt x="1803" y="954"/>
                      <a:pt x="1803" y="952"/>
                    </a:cubicBezTo>
                    <a:cubicBezTo>
                      <a:pt x="1804" y="949"/>
                      <a:pt x="1805" y="949"/>
                      <a:pt x="1807" y="948"/>
                    </a:cubicBezTo>
                    <a:cubicBezTo>
                      <a:pt x="1810" y="948"/>
                      <a:pt x="1810" y="947"/>
                      <a:pt x="1810" y="946"/>
                    </a:cubicBezTo>
                    <a:cubicBezTo>
                      <a:pt x="1811" y="944"/>
                      <a:pt x="1812" y="942"/>
                      <a:pt x="1812" y="940"/>
                    </a:cubicBezTo>
                    <a:cubicBezTo>
                      <a:pt x="1811" y="939"/>
                      <a:pt x="1813" y="937"/>
                      <a:pt x="1813" y="936"/>
                    </a:cubicBezTo>
                    <a:cubicBezTo>
                      <a:pt x="1814" y="936"/>
                      <a:pt x="1817" y="935"/>
                      <a:pt x="1820" y="934"/>
                    </a:cubicBezTo>
                    <a:cubicBezTo>
                      <a:pt x="1822" y="934"/>
                      <a:pt x="1821" y="932"/>
                      <a:pt x="1822" y="931"/>
                    </a:cubicBezTo>
                    <a:cubicBezTo>
                      <a:pt x="1823" y="929"/>
                      <a:pt x="1824" y="925"/>
                      <a:pt x="1824" y="923"/>
                    </a:cubicBezTo>
                    <a:cubicBezTo>
                      <a:pt x="1823" y="921"/>
                      <a:pt x="1823" y="920"/>
                      <a:pt x="1824" y="919"/>
                    </a:cubicBezTo>
                    <a:cubicBezTo>
                      <a:pt x="1825" y="917"/>
                      <a:pt x="1829" y="908"/>
                      <a:pt x="1829" y="908"/>
                    </a:cubicBezTo>
                    <a:cubicBezTo>
                      <a:pt x="1828" y="909"/>
                      <a:pt x="1827" y="909"/>
                      <a:pt x="1826" y="909"/>
                    </a:cubicBezTo>
                    <a:cubicBezTo>
                      <a:pt x="1824" y="910"/>
                      <a:pt x="1824" y="910"/>
                      <a:pt x="1823" y="908"/>
                    </a:cubicBezTo>
                    <a:cubicBezTo>
                      <a:pt x="1822" y="906"/>
                      <a:pt x="1822" y="905"/>
                      <a:pt x="1821" y="904"/>
                    </a:cubicBezTo>
                    <a:cubicBezTo>
                      <a:pt x="1820" y="903"/>
                      <a:pt x="1819" y="903"/>
                      <a:pt x="1815" y="903"/>
                    </a:cubicBezTo>
                    <a:cubicBezTo>
                      <a:pt x="1811" y="904"/>
                      <a:pt x="1812" y="904"/>
                      <a:pt x="1813" y="902"/>
                    </a:cubicBezTo>
                    <a:cubicBezTo>
                      <a:pt x="1815" y="900"/>
                      <a:pt x="1816" y="900"/>
                      <a:pt x="1817" y="899"/>
                    </a:cubicBezTo>
                    <a:cubicBezTo>
                      <a:pt x="1817" y="898"/>
                      <a:pt x="1821" y="897"/>
                      <a:pt x="1822" y="897"/>
                    </a:cubicBezTo>
                    <a:cubicBezTo>
                      <a:pt x="1823" y="897"/>
                      <a:pt x="1825" y="896"/>
                      <a:pt x="1827" y="895"/>
                    </a:cubicBezTo>
                    <a:cubicBezTo>
                      <a:pt x="1828" y="893"/>
                      <a:pt x="1826" y="893"/>
                      <a:pt x="1825" y="892"/>
                    </a:cubicBezTo>
                    <a:cubicBezTo>
                      <a:pt x="1823" y="890"/>
                      <a:pt x="1823" y="888"/>
                      <a:pt x="1822" y="886"/>
                    </a:cubicBezTo>
                    <a:cubicBezTo>
                      <a:pt x="1822" y="883"/>
                      <a:pt x="1825" y="884"/>
                      <a:pt x="1826" y="884"/>
                    </a:cubicBezTo>
                    <a:cubicBezTo>
                      <a:pt x="1827" y="884"/>
                      <a:pt x="1827" y="882"/>
                      <a:pt x="1827" y="881"/>
                    </a:cubicBezTo>
                    <a:cubicBezTo>
                      <a:pt x="1827" y="881"/>
                      <a:pt x="1824" y="879"/>
                      <a:pt x="1823" y="878"/>
                    </a:cubicBezTo>
                    <a:cubicBezTo>
                      <a:pt x="1822" y="877"/>
                      <a:pt x="1821" y="876"/>
                      <a:pt x="1820" y="875"/>
                    </a:cubicBezTo>
                    <a:cubicBezTo>
                      <a:pt x="1819" y="873"/>
                      <a:pt x="1816" y="874"/>
                      <a:pt x="1816" y="871"/>
                    </a:cubicBezTo>
                    <a:cubicBezTo>
                      <a:pt x="1816" y="867"/>
                      <a:pt x="1815" y="867"/>
                      <a:pt x="1814" y="865"/>
                    </a:cubicBezTo>
                    <a:cubicBezTo>
                      <a:pt x="1813" y="863"/>
                      <a:pt x="1810" y="862"/>
                      <a:pt x="1809" y="860"/>
                    </a:cubicBezTo>
                    <a:cubicBezTo>
                      <a:pt x="1808" y="858"/>
                      <a:pt x="1808" y="857"/>
                      <a:pt x="1808" y="855"/>
                    </a:cubicBezTo>
                    <a:cubicBezTo>
                      <a:pt x="1808" y="853"/>
                      <a:pt x="1806" y="848"/>
                      <a:pt x="1805" y="847"/>
                    </a:cubicBezTo>
                    <a:cubicBezTo>
                      <a:pt x="1804" y="845"/>
                      <a:pt x="1800" y="841"/>
                      <a:pt x="1798" y="840"/>
                    </a:cubicBezTo>
                    <a:cubicBezTo>
                      <a:pt x="1796" y="839"/>
                      <a:pt x="1796" y="840"/>
                      <a:pt x="1794" y="839"/>
                    </a:cubicBezTo>
                    <a:cubicBezTo>
                      <a:pt x="1792" y="838"/>
                      <a:pt x="1793" y="837"/>
                      <a:pt x="1792" y="835"/>
                    </a:cubicBezTo>
                    <a:cubicBezTo>
                      <a:pt x="1792" y="833"/>
                      <a:pt x="1793" y="834"/>
                      <a:pt x="1794" y="833"/>
                    </a:cubicBezTo>
                    <a:cubicBezTo>
                      <a:pt x="1794" y="832"/>
                      <a:pt x="1796" y="830"/>
                      <a:pt x="1798" y="829"/>
                    </a:cubicBezTo>
                    <a:cubicBezTo>
                      <a:pt x="1799" y="827"/>
                      <a:pt x="1800" y="825"/>
                      <a:pt x="1801" y="823"/>
                    </a:cubicBezTo>
                    <a:cubicBezTo>
                      <a:pt x="1803" y="822"/>
                      <a:pt x="1806" y="821"/>
                      <a:pt x="1806" y="820"/>
                    </a:cubicBezTo>
                    <a:cubicBezTo>
                      <a:pt x="1807" y="819"/>
                      <a:pt x="1809" y="818"/>
                      <a:pt x="1812" y="815"/>
                    </a:cubicBezTo>
                    <a:cubicBezTo>
                      <a:pt x="1814" y="812"/>
                      <a:pt x="1813" y="813"/>
                      <a:pt x="1815" y="812"/>
                    </a:cubicBezTo>
                    <a:cubicBezTo>
                      <a:pt x="1817" y="810"/>
                      <a:pt x="1820" y="809"/>
                      <a:pt x="1823" y="808"/>
                    </a:cubicBezTo>
                    <a:cubicBezTo>
                      <a:pt x="1826" y="807"/>
                      <a:pt x="1827" y="807"/>
                      <a:pt x="1829" y="808"/>
                    </a:cubicBezTo>
                    <a:cubicBezTo>
                      <a:pt x="1832" y="808"/>
                      <a:pt x="1833" y="807"/>
                      <a:pt x="1835" y="805"/>
                    </a:cubicBezTo>
                    <a:cubicBezTo>
                      <a:pt x="1837" y="804"/>
                      <a:pt x="1835" y="801"/>
                      <a:pt x="1835" y="801"/>
                    </a:cubicBezTo>
                    <a:cubicBezTo>
                      <a:pt x="1835" y="800"/>
                      <a:pt x="1833" y="799"/>
                      <a:pt x="1831" y="799"/>
                    </a:cubicBezTo>
                    <a:cubicBezTo>
                      <a:pt x="1829" y="799"/>
                      <a:pt x="1827" y="798"/>
                      <a:pt x="1825" y="799"/>
                    </a:cubicBezTo>
                    <a:cubicBezTo>
                      <a:pt x="1823" y="799"/>
                      <a:pt x="1822" y="799"/>
                      <a:pt x="1821" y="799"/>
                    </a:cubicBezTo>
                    <a:cubicBezTo>
                      <a:pt x="1820" y="800"/>
                      <a:pt x="1817" y="797"/>
                      <a:pt x="1816" y="795"/>
                    </a:cubicBezTo>
                    <a:cubicBezTo>
                      <a:pt x="1815" y="794"/>
                      <a:pt x="1814" y="793"/>
                      <a:pt x="1813" y="792"/>
                    </a:cubicBezTo>
                    <a:cubicBezTo>
                      <a:pt x="1813" y="792"/>
                      <a:pt x="1811" y="792"/>
                      <a:pt x="1809" y="792"/>
                    </a:cubicBezTo>
                    <a:cubicBezTo>
                      <a:pt x="1807" y="792"/>
                      <a:pt x="1806" y="793"/>
                      <a:pt x="1805" y="795"/>
                    </a:cubicBezTo>
                    <a:cubicBezTo>
                      <a:pt x="1804" y="796"/>
                      <a:pt x="1799" y="798"/>
                      <a:pt x="1798" y="800"/>
                    </a:cubicBezTo>
                    <a:cubicBezTo>
                      <a:pt x="1796" y="802"/>
                      <a:pt x="1791" y="802"/>
                      <a:pt x="1791" y="802"/>
                    </a:cubicBezTo>
                    <a:cubicBezTo>
                      <a:pt x="1791" y="802"/>
                      <a:pt x="1789" y="801"/>
                      <a:pt x="1789" y="799"/>
                    </a:cubicBezTo>
                    <a:cubicBezTo>
                      <a:pt x="1789" y="797"/>
                      <a:pt x="1789" y="795"/>
                      <a:pt x="1789" y="793"/>
                    </a:cubicBezTo>
                    <a:cubicBezTo>
                      <a:pt x="1789" y="792"/>
                      <a:pt x="1789" y="791"/>
                      <a:pt x="1789" y="790"/>
                    </a:cubicBezTo>
                    <a:cubicBezTo>
                      <a:pt x="1789" y="789"/>
                      <a:pt x="1787" y="788"/>
                      <a:pt x="1786" y="788"/>
                    </a:cubicBezTo>
                    <a:cubicBezTo>
                      <a:pt x="1785" y="788"/>
                      <a:pt x="1782" y="788"/>
                      <a:pt x="1781" y="787"/>
                    </a:cubicBezTo>
                    <a:cubicBezTo>
                      <a:pt x="1780" y="786"/>
                      <a:pt x="1779" y="786"/>
                      <a:pt x="1778" y="786"/>
                    </a:cubicBezTo>
                    <a:cubicBezTo>
                      <a:pt x="1777" y="786"/>
                      <a:pt x="1775" y="785"/>
                      <a:pt x="1774" y="784"/>
                    </a:cubicBezTo>
                    <a:cubicBezTo>
                      <a:pt x="1773" y="783"/>
                      <a:pt x="1771" y="782"/>
                      <a:pt x="1771" y="778"/>
                    </a:cubicBezTo>
                    <a:cubicBezTo>
                      <a:pt x="1771" y="775"/>
                      <a:pt x="1772" y="775"/>
                      <a:pt x="1773" y="774"/>
                    </a:cubicBezTo>
                    <a:cubicBezTo>
                      <a:pt x="1774" y="772"/>
                      <a:pt x="1776" y="772"/>
                      <a:pt x="1778" y="772"/>
                    </a:cubicBezTo>
                    <a:cubicBezTo>
                      <a:pt x="1780" y="772"/>
                      <a:pt x="1785" y="772"/>
                      <a:pt x="1786" y="773"/>
                    </a:cubicBezTo>
                    <a:cubicBezTo>
                      <a:pt x="1788" y="773"/>
                      <a:pt x="1790" y="771"/>
                      <a:pt x="1791" y="769"/>
                    </a:cubicBezTo>
                    <a:cubicBezTo>
                      <a:pt x="1793" y="766"/>
                      <a:pt x="1793" y="766"/>
                      <a:pt x="1794" y="765"/>
                    </a:cubicBezTo>
                    <a:cubicBezTo>
                      <a:pt x="1795" y="763"/>
                      <a:pt x="1797" y="763"/>
                      <a:pt x="1797" y="761"/>
                    </a:cubicBezTo>
                    <a:cubicBezTo>
                      <a:pt x="1798" y="759"/>
                      <a:pt x="1800" y="759"/>
                      <a:pt x="1802" y="758"/>
                    </a:cubicBezTo>
                    <a:cubicBezTo>
                      <a:pt x="1804" y="758"/>
                      <a:pt x="1805" y="757"/>
                      <a:pt x="1806" y="757"/>
                    </a:cubicBezTo>
                    <a:cubicBezTo>
                      <a:pt x="1806" y="756"/>
                      <a:pt x="1808" y="755"/>
                      <a:pt x="1810" y="752"/>
                    </a:cubicBezTo>
                    <a:cubicBezTo>
                      <a:pt x="1811" y="749"/>
                      <a:pt x="1814" y="748"/>
                      <a:pt x="1816" y="747"/>
                    </a:cubicBezTo>
                    <a:cubicBezTo>
                      <a:pt x="1817" y="746"/>
                      <a:pt x="1822" y="745"/>
                      <a:pt x="1824" y="746"/>
                    </a:cubicBezTo>
                    <a:cubicBezTo>
                      <a:pt x="1827" y="747"/>
                      <a:pt x="1826" y="746"/>
                      <a:pt x="1827" y="747"/>
                    </a:cubicBezTo>
                    <a:cubicBezTo>
                      <a:pt x="1829" y="747"/>
                      <a:pt x="1830" y="750"/>
                      <a:pt x="1830" y="751"/>
                    </a:cubicBezTo>
                    <a:cubicBezTo>
                      <a:pt x="1830" y="751"/>
                      <a:pt x="1830" y="753"/>
                      <a:pt x="1829" y="754"/>
                    </a:cubicBezTo>
                    <a:cubicBezTo>
                      <a:pt x="1828" y="755"/>
                      <a:pt x="1827" y="756"/>
                      <a:pt x="1826" y="758"/>
                    </a:cubicBezTo>
                    <a:cubicBezTo>
                      <a:pt x="1825" y="759"/>
                      <a:pt x="1823" y="761"/>
                      <a:pt x="1822" y="762"/>
                    </a:cubicBezTo>
                    <a:cubicBezTo>
                      <a:pt x="1820" y="763"/>
                      <a:pt x="1819" y="766"/>
                      <a:pt x="1819" y="766"/>
                    </a:cubicBezTo>
                    <a:cubicBezTo>
                      <a:pt x="1819" y="766"/>
                      <a:pt x="1822" y="768"/>
                      <a:pt x="1823" y="768"/>
                    </a:cubicBezTo>
                    <a:cubicBezTo>
                      <a:pt x="1823" y="768"/>
                      <a:pt x="1824" y="769"/>
                      <a:pt x="1823" y="769"/>
                    </a:cubicBezTo>
                    <a:cubicBezTo>
                      <a:pt x="1823" y="770"/>
                      <a:pt x="1820" y="774"/>
                      <a:pt x="1819" y="774"/>
                    </a:cubicBezTo>
                    <a:cubicBezTo>
                      <a:pt x="1819" y="774"/>
                      <a:pt x="1816" y="777"/>
                      <a:pt x="1816" y="777"/>
                    </a:cubicBezTo>
                    <a:cubicBezTo>
                      <a:pt x="1816" y="777"/>
                      <a:pt x="1819" y="778"/>
                      <a:pt x="1822" y="776"/>
                    </a:cubicBezTo>
                    <a:cubicBezTo>
                      <a:pt x="1824" y="774"/>
                      <a:pt x="1824" y="774"/>
                      <a:pt x="1825" y="774"/>
                    </a:cubicBezTo>
                    <a:cubicBezTo>
                      <a:pt x="1826" y="773"/>
                      <a:pt x="1829" y="771"/>
                      <a:pt x="1833" y="768"/>
                    </a:cubicBezTo>
                    <a:cubicBezTo>
                      <a:pt x="1837" y="766"/>
                      <a:pt x="1839" y="765"/>
                      <a:pt x="1841" y="764"/>
                    </a:cubicBezTo>
                    <a:cubicBezTo>
                      <a:pt x="1843" y="763"/>
                      <a:pt x="1845" y="764"/>
                      <a:pt x="1846" y="763"/>
                    </a:cubicBezTo>
                    <a:cubicBezTo>
                      <a:pt x="1847" y="763"/>
                      <a:pt x="1855" y="761"/>
                      <a:pt x="1856" y="761"/>
                    </a:cubicBezTo>
                    <a:cubicBezTo>
                      <a:pt x="1857" y="762"/>
                      <a:pt x="1858" y="763"/>
                      <a:pt x="1859" y="763"/>
                    </a:cubicBezTo>
                    <a:cubicBezTo>
                      <a:pt x="1859" y="763"/>
                      <a:pt x="1860" y="763"/>
                      <a:pt x="1861" y="763"/>
                    </a:cubicBezTo>
                    <a:cubicBezTo>
                      <a:pt x="1864" y="763"/>
                      <a:pt x="1868" y="765"/>
                      <a:pt x="1870" y="765"/>
                    </a:cubicBezTo>
                    <a:cubicBezTo>
                      <a:pt x="1872" y="766"/>
                      <a:pt x="1872" y="767"/>
                      <a:pt x="1872" y="769"/>
                    </a:cubicBezTo>
                    <a:cubicBezTo>
                      <a:pt x="1872" y="771"/>
                      <a:pt x="1872" y="775"/>
                      <a:pt x="1870" y="776"/>
                    </a:cubicBezTo>
                    <a:cubicBezTo>
                      <a:pt x="1869" y="778"/>
                      <a:pt x="1869" y="779"/>
                      <a:pt x="1867" y="780"/>
                    </a:cubicBezTo>
                    <a:cubicBezTo>
                      <a:pt x="1866" y="781"/>
                      <a:pt x="1866" y="786"/>
                      <a:pt x="1866" y="789"/>
                    </a:cubicBezTo>
                    <a:cubicBezTo>
                      <a:pt x="1866" y="791"/>
                      <a:pt x="1871" y="793"/>
                      <a:pt x="1873" y="794"/>
                    </a:cubicBezTo>
                    <a:cubicBezTo>
                      <a:pt x="1875" y="795"/>
                      <a:pt x="1874" y="795"/>
                      <a:pt x="1875" y="794"/>
                    </a:cubicBezTo>
                    <a:cubicBezTo>
                      <a:pt x="1876" y="793"/>
                      <a:pt x="1877" y="792"/>
                      <a:pt x="1879" y="792"/>
                    </a:cubicBezTo>
                    <a:cubicBezTo>
                      <a:pt x="1881" y="791"/>
                      <a:pt x="1885" y="792"/>
                      <a:pt x="1886" y="793"/>
                    </a:cubicBezTo>
                    <a:cubicBezTo>
                      <a:pt x="1887" y="793"/>
                      <a:pt x="1887" y="795"/>
                      <a:pt x="1887" y="796"/>
                    </a:cubicBezTo>
                    <a:cubicBezTo>
                      <a:pt x="1887" y="796"/>
                      <a:pt x="1887" y="796"/>
                      <a:pt x="1887" y="796"/>
                    </a:cubicBezTo>
                    <a:cubicBezTo>
                      <a:pt x="1886" y="797"/>
                      <a:pt x="1889" y="800"/>
                      <a:pt x="1890" y="801"/>
                    </a:cubicBezTo>
                    <a:cubicBezTo>
                      <a:pt x="1891" y="801"/>
                      <a:pt x="1891" y="806"/>
                      <a:pt x="1890" y="807"/>
                    </a:cubicBezTo>
                    <a:cubicBezTo>
                      <a:pt x="1889" y="807"/>
                      <a:pt x="1882" y="807"/>
                      <a:pt x="1882" y="807"/>
                    </a:cubicBezTo>
                    <a:cubicBezTo>
                      <a:pt x="1882" y="807"/>
                      <a:pt x="1888" y="814"/>
                      <a:pt x="1886" y="815"/>
                    </a:cubicBezTo>
                    <a:cubicBezTo>
                      <a:pt x="1884" y="816"/>
                      <a:pt x="1887" y="816"/>
                      <a:pt x="1887" y="816"/>
                    </a:cubicBezTo>
                    <a:cubicBezTo>
                      <a:pt x="1890" y="822"/>
                      <a:pt x="1890" y="822"/>
                      <a:pt x="1890" y="822"/>
                    </a:cubicBezTo>
                    <a:cubicBezTo>
                      <a:pt x="1890" y="822"/>
                      <a:pt x="1889" y="830"/>
                      <a:pt x="1888" y="831"/>
                    </a:cubicBezTo>
                    <a:cubicBezTo>
                      <a:pt x="1886" y="832"/>
                      <a:pt x="1881" y="838"/>
                      <a:pt x="1880" y="839"/>
                    </a:cubicBezTo>
                    <a:cubicBezTo>
                      <a:pt x="1879" y="840"/>
                      <a:pt x="1879" y="844"/>
                      <a:pt x="1879" y="845"/>
                    </a:cubicBezTo>
                    <a:cubicBezTo>
                      <a:pt x="1879" y="846"/>
                      <a:pt x="1883" y="847"/>
                      <a:pt x="1883" y="846"/>
                    </a:cubicBezTo>
                    <a:cubicBezTo>
                      <a:pt x="1884" y="846"/>
                      <a:pt x="1889" y="840"/>
                      <a:pt x="1889" y="840"/>
                    </a:cubicBezTo>
                    <a:cubicBezTo>
                      <a:pt x="1889" y="846"/>
                      <a:pt x="1889" y="846"/>
                      <a:pt x="1889" y="846"/>
                    </a:cubicBezTo>
                    <a:cubicBezTo>
                      <a:pt x="1896" y="842"/>
                      <a:pt x="1896" y="842"/>
                      <a:pt x="1896" y="842"/>
                    </a:cubicBezTo>
                    <a:cubicBezTo>
                      <a:pt x="1900" y="841"/>
                      <a:pt x="1900" y="841"/>
                      <a:pt x="1900" y="841"/>
                    </a:cubicBezTo>
                    <a:cubicBezTo>
                      <a:pt x="1900" y="841"/>
                      <a:pt x="1902" y="842"/>
                      <a:pt x="1902" y="841"/>
                    </a:cubicBezTo>
                    <a:cubicBezTo>
                      <a:pt x="1902" y="840"/>
                      <a:pt x="1907" y="837"/>
                      <a:pt x="1908" y="836"/>
                    </a:cubicBezTo>
                    <a:cubicBezTo>
                      <a:pt x="1908" y="836"/>
                      <a:pt x="1911" y="835"/>
                      <a:pt x="1912" y="837"/>
                    </a:cubicBezTo>
                    <a:cubicBezTo>
                      <a:pt x="1914" y="838"/>
                      <a:pt x="1915" y="838"/>
                      <a:pt x="1915" y="838"/>
                    </a:cubicBezTo>
                    <a:cubicBezTo>
                      <a:pt x="1916" y="838"/>
                      <a:pt x="1919" y="837"/>
                      <a:pt x="1920" y="834"/>
                    </a:cubicBezTo>
                    <a:cubicBezTo>
                      <a:pt x="1921" y="832"/>
                      <a:pt x="1926" y="832"/>
                      <a:pt x="1927" y="832"/>
                    </a:cubicBezTo>
                    <a:cubicBezTo>
                      <a:pt x="1928" y="832"/>
                      <a:pt x="1932" y="832"/>
                      <a:pt x="1932" y="832"/>
                    </a:cubicBezTo>
                    <a:cubicBezTo>
                      <a:pt x="1930" y="830"/>
                      <a:pt x="1930" y="830"/>
                      <a:pt x="1930" y="830"/>
                    </a:cubicBezTo>
                    <a:cubicBezTo>
                      <a:pt x="1930" y="830"/>
                      <a:pt x="1930" y="827"/>
                      <a:pt x="1929" y="826"/>
                    </a:cubicBezTo>
                    <a:cubicBezTo>
                      <a:pt x="1929" y="825"/>
                      <a:pt x="1926" y="823"/>
                      <a:pt x="1926" y="822"/>
                    </a:cubicBezTo>
                    <a:cubicBezTo>
                      <a:pt x="1925" y="820"/>
                      <a:pt x="1927" y="817"/>
                      <a:pt x="1927" y="816"/>
                    </a:cubicBezTo>
                    <a:cubicBezTo>
                      <a:pt x="1928" y="815"/>
                      <a:pt x="1925" y="803"/>
                      <a:pt x="1925" y="801"/>
                    </a:cubicBezTo>
                    <a:cubicBezTo>
                      <a:pt x="1924" y="800"/>
                      <a:pt x="1923" y="798"/>
                      <a:pt x="1923" y="797"/>
                    </a:cubicBezTo>
                    <a:cubicBezTo>
                      <a:pt x="1923" y="796"/>
                      <a:pt x="1920" y="794"/>
                      <a:pt x="1920" y="793"/>
                    </a:cubicBezTo>
                    <a:cubicBezTo>
                      <a:pt x="1919" y="792"/>
                      <a:pt x="1914" y="788"/>
                      <a:pt x="1913" y="788"/>
                    </a:cubicBezTo>
                    <a:cubicBezTo>
                      <a:pt x="1913" y="788"/>
                      <a:pt x="1913" y="784"/>
                      <a:pt x="1913" y="783"/>
                    </a:cubicBezTo>
                    <a:cubicBezTo>
                      <a:pt x="1913" y="783"/>
                      <a:pt x="1913" y="782"/>
                      <a:pt x="1913" y="782"/>
                    </a:cubicBezTo>
                    <a:cubicBezTo>
                      <a:pt x="1912" y="781"/>
                      <a:pt x="1910" y="780"/>
                      <a:pt x="1910" y="780"/>
                    </a:cubicBezTo>
                    <a:cubicBezTo>
                      <a:pt x="1910" y="780"/>
                      <a:pt x="1906" y="776"/>
                      <a:pt x="1905" y="776"/>
                    </a:cubicBezTo>
                    <a:cubicBezTo>
                      <a:pt x="1904" y="775"/>
                      <a:pt x="1901" y="770"/>
                      <a:pt x="1900" y="769"/>
                    </a:cubicBezTo>
                    <a:cubicBezTo>
                      <a:pt x="1900" y="768"/>
                      <a:pt x="1902" y="766"/>
                      <a:pt x="1902" y="765"/>
                    </a:cubicBezTo>
                    <a:cubicBezTo>
                      <a:pt x="1903" y="764"/>
                      <a:pt x="1904" y="761"/>
                      <a:pt x="1905" y="758"/>
                    </a:cubicBezTo>
                    <a:cubicBezTo>
                      <a:pt x="1906" y="755"/>
                      <a:pt x="1909" y="756"/>
                      <a:pt x="1911" y="755"/>
                    </a:cubicBezTo>
                    <a:cubicBezTo>
                      <a:pt x="1913" y="754"/>
                      <a:pt x="1917" y="751"/>
                      <a:pt x="1919" y="753"/>
                    </a:cubicBezTo>
                    <a:cubicBezTo>
                      <a:pt x="1922" y="754"/>
                      <a:pt x="1926" y="748"/>
                      <a:pt x="1926" y="747"/>
                    </a:cubicBezTo>
                    <a:cubicBezTo>
                      <a:pt x="1926" y="747"/>
                      <a:pt x="1930" y="733"/>
                      <a:pt x="1931" y="733"/>
                    </a:cubicBezTo>
                    <a:cubicBezTo>
                      <a:pt x="1932" y="732"/>
                      <a:pt x="1933" y="730"/>
                      <a:pt x="1933" y="728"/>
                    </a:cubicBezTo>
                    <a:cubicBezTo>
                      <a:pt x="1934" y="726"/>
                      <a:pt x="1939" y="724"/>
                      <a:pt x="1940" y="722"/>
                    </a:cubicBezTo>
                    <a:cubicBezTo>
                      <a:pt x="1941" y="722"/>
                      <a:pt x="1942" y="721"/>
                      <a:pt x="1943" y="721"/>
                    </a:cubicBezTo>
                    <a:cubicBezTo>
                      <a:pt x="1944" y="720"/>
                      <a:pt x="1946" y="719"/>
                      <a:pt x="1946" y="719"/>
                    </a:cubicBezTo>
                    <a:cubicBezTo>
                      <a:pt x="1947" y="719"/>
                      <a:pt x="1952" y="715"/>
                      <a:pt x="1952" y="714"/>
                    </a:cubicBezTo>
                    <a:cubicBezTo>
                      <a:pt x="1952" y="714"/>
                      <a:pt x="1957" y="707"/>
                      <a:pt x="1957" y="707"/>
                    </a:cubicBezTo>
                    <a:cubicBezTo>
                      <a:pt x="1961" y="707"/>
                      <a:pt x="1959" y="711"/>
                      <a:pt x="1961" y="711"/>
                    </a:cubicBezTo>
                    <a:cubicBezTo>
                      <a:pt x="1962" y="711"/>
                      <a:pt x="1962" y="710"/>
                      <a:pt x="1963" y="709"/>
                    </a:cubicBezTo>
                    <a:cubicBezTo>
                      <a:pt x="1964" y="708"/>
                      <a:pt x="1964" y="711"/>
                      <a:pt x="1969" y="714"/>
                    </a:cubicBezTo>
                    <a:cubicBezTo>
                      <a:pt x="1973" y="716"/>
                      <a:pt x="1975" y="718"/>
                      <a:pt x="1977" y="718"/>
                    </a:cubicBezTo>
                    <a:cubicBezTo>
                      <a:pt x="1979" y="718"/>
                      <a:pt x="1983" y="714"/>
                      <a:pt x="1983" y="714"/>
                    </a:cubicBezTo>
                    <a:cubicBezTo>
                      <a:pt x="1983" y="714"/>
                      <a:pt x="1987" y="713"/>
                      <a:pt x="1989" y="712"/>
                    </a:cubicBezTo>
                    <a:cubicBezTo>
                      <a:pt x="1990" y="710"/>
                      <a:pt x="1996" y="706"/>
                      <a:pt x="1997" y="704"/>
                    </a:cubicBezTo>
                    <a:cubicBezTo>
                      <a:pt x="1998" y="702"/>
                      <a:pt x="2002" y="700"/>
                      <a:pt x="2003" y="698"/>
                    </a:cubicBezTo>
                    <a:cubicBezTo>
                      <a:pt x="2005" y="696"/>
                      <a:pt x="2008" y="693"/>
                      <a:pt x="2010" y="691"/>
                    </a:cubicBezTo>
                    <a:cubicBezTo>
                      <a:pt x="2013" y="688"/>
                      <a:pt x="2020" y="681"/>
                      <a:pt x="2020" y="681"/>
                    </a:cubicBezTo>
                    <a:cubicBezTo>
                      <a:pt x="2020" y="681"/>
                      <a:pt x="2024" y="677"/>
                      <a:pt x="2025" y="675"/>
                    </a:cubicBezTo>
                    <a:cubicBezTo>
                      <a:pt x="2027" y="674"/>
                      <a:pt x="2036" y="664"/>
                      <a:pt x="2038" y="663"/>
                    </a:cubicBezTo>
                    <a:cubicBezTo>
                      <a:pt x="2039" y="662"/>
                      <a:pt x="2038" y="660"/>
                      <a:pt x="2039" y="658"/>
                    </a:cubicBezTo>
                    <a:cubicBezTo>
                      <a:pt x="2040" y="656"/>
                      <a:pt x="2043" y="654"/>
                      <a:pt x="2044" y="652"/>
                    </a:cubicBezTo>
                    <a:cubicBezTo>
                      <a:pt x="2045" y="650"/>
                      <a:pt x="2046" y="648"/>
                      <a:pt x="2048" y="643"/>
                    </a:cubicBezTo>
                    <a:cubicBezTo>
                      <a:pt x="2050" y="638"/>
                      <a:pt x="2049" y="640"/>
                      <a:pt x="2051" y="639"/>
                    </a:cubicBezTo>
                    <a:cubicBezTo>
                      <a:pt x="2053" y="637"/>
                      <a:pt x="2056" y="635"/>
                      <a:pt x="2056" y="635"/>
                    </a:cubicBezTo>
                    <a:cubicBezTo>
                      <a:pt x="2056" y="635"/>
                      <a:pt x="2061" y="630"/>
                      <a:pt x="2062" y="628"/>
                    </a:cubicBezTo>
                    <a:cubicBezTo>
                      <a:pt x="2064" y="627"/>
                      <a:pt x="2067" y="622"/>
                      <a:pt x="2067" y="622"/>
                    </a:cubicBezTo>
                    <a:cubicBezTo>
                      <a:pt x="2067" y="622"/>
                      <a:pt x="2069" y="614"/>
                      <a:pt x="2070" y="612"/>
                    </a:cubicBezTo>
                    <a:cubicBezTo>
                      <a:pt x="2071" y="610"/>
                      <a:pt x="2069" y="608"/>
                      <a:pt x="2070" y="607"/>
                    </a:cubicBezTo>
                    <a:cubicBezTo>
                      <a:pt x="2070" y="606"/>
                      <a:pt x="2071" y="603"/>
                      <a:pt x="2071" y="601"/>
                    </a:cubicBezTo>
                    <a:cubicBezTo>
                      <a:pt x="2071" y="599"/>
                      <a:pt x="2071" y="596"/>
                      <a:pt x="2072" y="594"/>
                    </a:cubicBezTo>
                    <a:cubicBezTo>
                      <a:pt x="2072" y="593"/>
                      <a:pt x="2070" y="588"/>
                      <a:pt x="2070" y="586"/>
                    </a:cubicBezTo>
                    <a:cubicBezTo>
                      <a:pt x="2070" y="585"/>
                      <a:pt x="2073" y="580"/>
                      <a:pt x="2073" y="578"/>
                    </a:cubicBezTo>
                    <a:cubicBezTo>
                      <a:pt x="2074" y="577"/>
                      <a:pt x="2081" y="560"/>
                      <a:pt x="2081" y="559"/>
                    </a:cubicBezTo>
                    <a:cubicBezTo>
                      <a:pt x="2081" y="558"/>
                      <a:pt x="2082" y="556"/>
                      <a:pt x="2082" y="556"/>
                    </a:cubicBezTo>
                    <a:cubicBezTo>
                      <a:pt x="2082" y="556"/>
                      <a:pt x="2083" y="550"/>
                      <a:pt x="2082" y="549"/>
                    </a:cubicBezTo>
                    <a:cubicBezTo>
                      <a:pt x="2081" y="548"/>
                      <a:pt x="2080" y="544"/>
                      <a:pt x="2080" y="542"/>
                    </a:cubicBezTo>
                    <a:cubicBezTo>
                      <a:pt x="2081" y="541"/>
                      <a:pt x="2083" y="539"/>
                      <a:pt x="2082" y="538"/>
                    </a:cubicBezTo>
                    <a:cubicBezTo>
                      <a:pt x="2082" y="538"/>
                      <a:pt x="2078" y="536"/>
                      <a:pt x="2078" y="536"/>
                    </a:cubicBezTo>
                    <a:cubicBezTo>
                      <a:pt x="2075" y="532"/>
                      <a:pt x="2075" y="532"/>
                      <a:pt x="2075" y="532"/>
                    </a:cubicBezTo>
                    <a:cubicBezTo>
                      <a:pt x="2075" y="532"/>
                      <a:pt x="2067" y="529"/>
                      <a:pt x="2066" y="529"/>
                    </a:cubicBezTo>
                    <a:cubicBezTo>
                      <a:pt x="2066" y="528"/>
                      <a:pt x="2064" y="522"/>
                      <a:pt x="2062" y="521"/>
                    </a:cubicBezTo>
                    <a:cubicBezTo>
                      <a:pt x="2061" y="520"/>
                      <a:pt x="2058" y="520"/>
                      <a:pt x="2058" y="520"/>
                    </a:cubicBezTo>
                    <a:cubicBezTo>
                      <a:pt x="2057" y="520"/>
                      <a:pt x="2053" y="520"/>
                      <a:pt x="2053" y="520"/>
                    </a:cubicBezTo>
                    <a:cubicBezTo>
                      <a:pt x="2049" y="522"/>
                      <a:pt x="2049" y="522"/>
                      <a:pt x="2049" y="522"/>
                    </a:cubicBezTo>
                    <a:cubicBezTo>
                      <a:pt x="2048" y="525"/>
                      <a:pt x="2048" y="525"/>
                      <a:pt x="2048" y="525"/>
                    </a:cubicBezTo>
                    <a:cubicBezTo>
                      <a:pt x="2048" y="525"/>
                      <a:pt x="2045" y="529"/>
                      <a:pt x="2044" y="530"/>
                    </a:cubicBezTo>
                    <a:cubicBezTo>
                      <a:pt x="2043" y="532"/>
                      <a:pt x="2040" y="533"/>
                      <a:pt x="2040" y="532"/>
                    </a:cubicBezTo>
                    <a:cubicBezTo>
                      <a:pt x="2039" y="532"/>
                      <a:pt x="2037" y="534"/>
                      <a:pt x="2035" y="534"/>
                    </a:cubicBezTo>
                    <a:cubicBezTo>
                      <a:pt x="2033" y="534"/>
                      <a:pt x="2032" y="534"/>
                      <a:pt x="2032" y="533"/>
                    </a:cubicBezTo>
                    <a:cubicBezTo>
                      <a:pt x="2033" y="532"/>
                      <a:pt x="2035" y="530"/>
                      <a:pt x="2035" y="530"/>
                    </a:cubicBezTo>
                    <a:cubicBezTo>
                      <a:pt x="2035" y="530"/>
                      <a:pt x="2035" y="528"/>
                      <a:pt x="2034" y="527"/>
                    </a:cubicBezTo>
                    <a:cubicBezTo>
                      <a:pt x="2033" y="526"/>
                      <a:pt x="2032" y="525"/>
                      <a:pt x="2032" y="525"/>
                    </a:cubicBezTo>
                    <a:cubicBezTo>
                      <a:pt x="2032" y="525"/>
                      <a:pt x="2032" y="522"/>
                      <a:pt x="2031" y="521"/>
                    </a:cubicBezTo>
                    <a:cubicBezTo>
                      <a:pt x="2031" y="520"/>
                      <a:pt x="2035" y="519"/>
                      <a:pt x="2035" y="519"/>
                    </a:cubicBezTo>
                    <a:cubicBezTo>
                      <a:pt x="2036" y="517"/>
                      <a:pt x="2036" y="517"/>
                      <a:pt x="2036" y="517"/>
                    </a:cubicBezTo>
                    <a:cubicBezTo>
                      <a:pt x="2036" y="517"/>
                      <a:pt x="2034" y="516"/>
                      <a:pt x="2034" y="517"/>
                    </a:cubicBezTo>
                    <a:cubicBezTo>
                      <a:pt x="2033" y="517"/>
                      <a:pt x="2029" y="520"/>
                      <a:pt x="2030" y="520"/>
                    </a:cubicBezTo>
                    <a:cubicBezTo>
                      <a:pt x="2031" y="520"/>
                      <a:pt x="2028" y="524"/>
                      <a:pt x="2029" y="524"/>
                    </a:cubicBezTo>
                    <a:cubicBezTo>
                      <a:pt x="2030" y="524"/>
                      <a:pt x="2028" y="527"/>
                      <a:pt x="2027" y="528"/>
                    </a:cubicBezTo>
                    <a:cubicBezTo>
                      <a:pt x="2027" y="529"/>
                      <a:pt x="2025" y="529"/>
                      <a:pt x="2023" y="528"/>
                    </a:cubicBezTo>
                    <a:cubicBezTo>
                      <a:pt x="2021" y="528"/>
                      <a:pt x="2021" y="527"/>
                      <a:pt x="2021" y="527"/>
                    </a:cubicBezTo>
                    <a:cubicBezTo>
                      <a:pt x="2020" y="525"/>
                      <a:pt x="2021" y="521"/>
                      <a:pt x="2022" y="520"/>
                    </a:cubicBezTo>
                    <a:cubicBezTo>
                      <a:pt x="2022" y="519"/>
                      <a:pt x="2022" y="517"/>
                      <a:pt x="2023" y="516"/>
                    </a:cubicBezTo>
                    <a:cubicBezTo>
                      <a:pt x="2024" y="515"/>
                      <a:pt x="2022" y="515"/>
                      <a:pt x="2021" y="514"/>
                    </a:cubicBezTo>
                    <a:cubicBezTo>
                      <a:pt x="2021" y="513"/>
                      <a:pt x="2018" y="514"/>
                      <a:pt x="2018" y="514"/>
                    </a:cubicBezTo>
                    <a:cubicBezTo>
                      <a:pt x="2018" y="514"/>
                      <a:pt x="2014" y="515"/>
                      <a:pt x="2013" y="515"/>
                    </a:cubicBezTo>
                    <a:cubicBezTo>
                      <a:pt x="2013" y="514"/>
                      <a:pt x="2011" y="515"/>
                      <a:pt x="2009" y="514"/>
                    </a:cubicBezTo>
                    <a:cubicBezTo>
                      <a:pt x="2008" y="514"/>
                      <a:pt x="2006" y="513"/>
                      <a:pt x="2005" y="513"/>
                    </a:cubicBezTo>
                    <a:cubicBezTo>
                      <a:pt x="2004" y="512"/>
                      <a:pt x="2003" y="512"/>
                      <a:pt x="2003" y="509"/>
                    </a:cubicBezTo>
                    <a:cubicBezTo>
                      <a:pt x="2003" y="508"/>
                      <a:pt x="2004" y="508"/>
                      <a:pt x="2005" y="507"/>
                    </a:cubicBezTo>
                    <a:cubicBezTo>
                      <a:pt x="2006" y="506"/>
                      <a:pt x="2007" y="506"/>
                      <a:pt x="2009" y="504"/>
                    </a:cubicBezTo>
                    <a:cubicBezTo>
                      <a:pt x="2011" y="503"/>
                      <a:pt x="2011" y="503"/>
                      <a:pt x="2013" y="501"/>
                    </a:cubicBezTo>
                    <a:cubicBezTo>
                      <a:pt x="2015" y="499"/>
                      <a:pt x="2015" y="500"/>
                      <a:pt x="2016" y="498"/>
                    </a:cubicBezTo>
                    <a:cubicBezTo>
                      <a:pt x="2017" y="497"/>
                      <a:pt x="2019" y="497"/>
                      <a:pt x="2021" y="495"/>
                    </a:cubicBezTo>
                    <a:cubicBezTo>
                      <a:pt x="2023" y="493"/>
                      <a:pt x="2024" y="493"/>
                      <a:pt x="2027" y="491"/>
                    </a:cubicBezTo>
                    <a:cubicBezTo>
                      <a:pt x="2029" y="489"/>
                      <a:pt x="2028" y="490"/>
                      <a:pt x="2029" y="489"/>
                    </a:cubicBezTo>
                    <a:cubicBezTo>
                      <a:pt x="2030" y="489"/>
                      <a:pt x="2032" y="488"/>
                      <a:pt x="2036" y="485"/>
                    </a:cubicBezTo>
                    <a:cubicBezTo>
                      <a:pt x="2040" y="483"/>
                      <a:pt x="2038" y="483"/>
                      <a:pt x="2038" y="480"/>
                    </a:cubicBezTo>
                    <a:cubicBezTo>
                      <a:pt x="2039" y="477"/>
                      <a:pt x="2038" y="480"/>
                      <a:pt x="2041" y="479"/>
                    </a:cubicBezTo>
                    <a:cubicBezTo>
                      <a:pt x="2043" y="477"/>
                      <a:pt x="2042" y="478"/>
                      <a:pt x="2044" y="475"/>
                    </a:cubicBezTo>
                    <a:cubicBezTo>
                      <a:pt x="2046" y="473"/>
                      <a:pt x="2046" y="474"/>
                      <a:pt x="2048" y="471"/>
                    </a:cubicBezTo>
                    <a:cubicBezTo>
                      <a:pt x="2051" y="467"/>
                      <a:pt x="2052" y="467"/>
                      <a:pt x="2056" y="465"/>
                    </a:cubicBezTo>
                    <a:cubicBezTo>
                      <a:pt x="2060" y="463"/>
                      <a:pt x="2061" y="462"/>
                      <a:pt x="2061" y="462"/>
                    </a:cubicBezTo>
                    <a:cubicBezTo>
                      <a:pt x="2061" y="462"/>
                      <a:pt x="2066" y="459"/>
                      <a:pt x="2068" y="457"/>
                    </a:cubicBezTo>
                    <a:cubicBezTo>
                      <a:pt x="2070" y="455"/>
                      <a:pt x="2070" y="456"/>
                      <a:pt x="2071" y="455"/>
                    </a:cubicBezTo>
                    <a:cubicBezTo>
                      <a:pt x="2073" y="453"/>
                      <a:pt x="2071" y="455"/>
                      <a:pt x="2073" y="452"/>
                    </a:cubicBezTo>
                    <a:cubicBezTo>
                      <a:pt x="2075" y="449"/>
                      <a:pt x="2073" y="450"/>
                      <a:pt x="2074" y="449"/>
                    </a:cubicBezTo>
                    <a:cubicBezTo>
                      <a:pt x="2074" y="448"/>
                      <a:pt x="2075" y="447"/>
                      <a:pt x="2076" y="446"/>
                    </a:cubicBezTo>
                    <a:cubicBezTo>
                      <a:pt x="2078" y="444"/>
                      <a:pt x="2078" y="445"/>
                      <a:pt x="2081" y="444"/>
                    </a:cubicBezTo>
                    <a:cubicBezTo>
                      <a:pt x="2085" y="442"/>
                      <a:pt x="2082" y="443"/>
                      <a:pt x="2084" y="441"/>
                    </a:cubicBezTo>
                    <a:cubicBezTo>
                      <a:pt x="2086" y="439"/>
                      <a:pt x="2086" y="439"/>
                      <a:pt x="2089" y="436"/>
                    </a:cubicBezTo>
                    <a:cubicBezTo>
                      <a:pt x="2091" y="433"/>
                      <a:pt x="2094" y="432"/>
                      <a:pt x="2096" y="430"/>
                    </a:cubicBezTo>
                    <a:cubicBezTo>
                      <a:pt x="2097" y="429"/>
                      <a:pt x="2096" y="430"/>
                      <a:pt x="2099" y="429"/>
                    </a:cubicBezTo>
                    <a:cubicBezTo>
                      <a:pt x="2103" y="428"/>
                      <a:pt x="2105" y="428"/>
                      <a:pt x="2106" y="427"/>
                    </a:cubicBezTo>
                    <a:cubicBezTo>
                      <a:pt x="2108" y="426"/>
                      <a:pt x="2112" y="426"/>
                      <a:pt x="2113" y="426"/>
                    </a:cubicBezTo>
                    <a:cubicBezTo>
                      <a:pt x="2114" y="426"/>
                      <a:pt x="2121" y="428"/>
                      <a:pt x="2125" y="427"/>
                    </a:cubicBezTo>
                    <a:cubicBezTo>
                      <a:pt x="2128" y="425"/>
                      <a:pt x="2129" y="427"/>
                      <a:pt x="2131" y="426"/>
                    </a:cubicBezTo>
                    <a:cubicBezTo>
                      <a:pt x="2133" y="425"/>
                      <a:pt x="2135" y="425"/>
                      <a:pt x="2136" y="425"/>
                    </a:cubicBezTo>
                    <a:cubicBezTo>
                      <a:pt x="2137" y="425"/>
                      <a:pt x="2140" y="427"/>
                      <a:pt x="2142" y="427"/>
                    </a:cubicBezTo>
                    <a:cubicBezTo>
                      <a:pt x="2143" y="427"/>
                      <a:pt x="2144" y="430"/>
                      <a:pt x="2145" y="429"/>
                    </a:cubicBezTo>
                    <a:cubicBezTo>
                      <a:pt x="2146" y="428"/>
                      <a:pt x="2146" y="427"/>
                      <a:pt x="2147" y="426"/>
                    </a:cubicBezTo>
                    <a:cubicBezTo>
                      <a:pt x="2148" y="425"/>
                      <a:pt x="2150" y="424"/>
                      <a:pt x="2152" y="424"/>
                    </a:cubicBezTo>
                    <a:cubicBezTo>
                      <a:pt x="2154" y="423"/>
                      <a:pt x="2155" y="426"/>
                      <a:pt x="2156" y="427"/>
                    </a:cubicBezTo>
                    <a:cubicBezTo>
                      <a:pt x="2157" y="427"/>
                      <a:pt x="2157" y="427"/>
                      <a:pt x="2157" y="427"/>
                    </a:cubicBezTo>
                    <a:cubicBezTo>
                      <a:pt x="2159" y="428"/>
                      <a:pt x="2160" y="429"/>
                      <a:pt x="2160" y="429"/>
                    </a:cubicBezTo>
                    <a:cubicBezTo>
                      <a:pt x="2160" y="429"/>
                      <a:pt x="2163" y="428"/>
                      <a:pt x="2168" y="425"/>
                    </a:cubicBezTo>
                    <a:cubicBezTo>
                      <a:pt x="2170" y="427"/>
                      <a:pt x="2170" y="427"/>
                      <a:pt x="2170" y="427"/>
                    </a:cubicBezTo>
                    <a:cubicBezTo>
                      <a:pt x="2172" y="430"/>
                      <a:pt x="2172" y="430"/>
                      <a:pt x="2172" y="430"/>
                    </a:cubicBezTo>
                    <a:cubicBezTo>
                      <a:pt x="2172" y="430"/>
                      <a:pt x="2176" y="428"/>
                      <a:pt x="2177" y="426"/>
                    </a:cubicBezTo>
                    <a:cubicBezTo>
                      <a:pt x="2177" y="426"/>
                      <a:pt x="2183" y="424"/>
                      <a:pt x="2185" y="422"/>
                    </a:cubicBezTo>
                    <a:cubicBezTo>
                      <a:pt x="2187" y="420"/>
                      <a:pt x="2188" y="419"/>
                      <a:pt x="2190" y="419"/>
                    </a:cubicBezTo>
                    <a:cubicBezTo>
                      <a:pt x="2192" y="418"/>
                      <a:pt x="2194" y="419"/>
                      <a:pt x="2196" y="419"/>
                    </a:cubicBezTo>
                    <a:cubicBezTo>
                      <a:pt x="2198" y="419"/>
                      <a:pt x="2199" y="421"/>
                      <a:pt x="2201" y="421"/>
                    </a:cubicBezTo>
                    <a:cubicBezTo>
                      <a:pt x="2203" y="422"/>
                      <a:pt x="2202" y="423"/>
                      <a:pt x="2204" y="424"/>
                    </a:cubicBezTo>
                    <a:cubicBezTo>
                      <a:pt x="2206" y="425"/>
                      <a:pt x="2205" y="423"/>
                      <a:pt x="2209" y="421"/>
                    </a:cubicBezTo>
                    <a:cubicBezTo>
                      <a:pt x="2212" y="419"/>
                      <a:pt x="2211" y="422"/>
                      <a:pt x="2212" y="423"/>
                    </a:cubicBezTo>
                    <a:cubicBezTo>
                      <a:pt x="2213" y="423"/>
                      <a:pt x="2224" y="429"/>
                      <a:pt x="2224" y="429"/>
                    </a:cubicBezTo>
                    <a:cubicBezTo>
                      <a:pt x="2224" y="429"/>
                      <a:pt x="2221" y="429"/>
                      <a:pt x="2220" y="429"/>
                    </a:cubicBezTo>
                    <a:cubicBezTo>
                      <a:pt x="2218" y="429"/>
                      <a:pt x="2216" y="429"/>
                      <a:pt x="2216" y="429"/>
                    </a:cubicBezTo>
                    <a:cubicBezTo>
                      <a:pt x="2216" y="429"/>
                      <a:pt x="2212" y="431"/>
                      <a:pt x="2210" y="432"/>
                    </a:cubicBezTo>
                    <a:cubicBezTo>
                      <a:pt x="2208" y="433"/>
                      <a:pt x="2212" y="435"/>
                      <a:pt x="2212" y="435"/>
                    </a:cubicBezTo>
                    <a:cubicBezTo>
                      <a:pt x="2213" y="436"/>
                      <a:pt x="2215" y="436"/>
                      <a:pt x="2217" y="435"/>
                    </a:cubicBezTo>
                    <a:cubicBezTo>
                      <a:pt x="2219" y="434"/>
                      <a:pt x="2218" y="436"/>
                      <a:pt x="2220" y="436"/>
                    </a:cubicBezTo>
                    <a:cubicBezTo>
                      <a:pt x="2221" y="435"/>
                      <a:pt x="2222" y="435"/>
                      <a:pt x="2223" y="434"/>
                    </a:cubicBezTo>
                    <a:cubicBezTo>
                      <a:pt x="2224" y="434"/>
                      <a:pt x="2226" y="433"/>
                      <a:pt x="2227" y="433"/>
                    </a:cubicBezTo>
                    <a:cubicBezTo>
                      <a:pt x="2229" y="434"/>
                      <a:pt x="2229" y="435"/>
                      <a:pt x="2231" y="435"/>
                    </a:cubicBezTo>
                    <a:cubicBezTo>
                      <a:pt x="2233" y="435"/>
                      <a:pt x="2232" y="436"/>
                      <a:pt x="2235" y="434"/>
                    </a:cubicBezTo>
                    <a:cubicBezTo>
                      <a:pt x="2237" y="432"/>
                      <a:pt x="2237" y="431"/>
                      <a:pt x="2239" y="430"/>
                    </a:cubicBezTo>
                    <a:cubicBezTo>
                      <a:pt x="2240" y="429"/>
                      <a:pt x="2241" y="428"/>
                      <a:pt x="2242" y="428"/>
                    </a:cubicBezTo>
                    <a:cubicBezTo>
                      <a:pt x="2243" y="428"/>
                      <a:pt x="2245" y="430"/>
                      <a:pt x="2246" y="431"/>
                    </a:cubicBezTo>
                    <a:cubicBezTo>
                      <a:pt x="2246" y="432"/>
                      <a:pt x="2247" y="432"/>
                      <a:pt x="2249" y="430"/>
                    </a:cubicBezTo>
                    <a:cubicBezTo>
                      <a:pt x="2250" y="428"/>
                      <a:pt x="2251" y="429"/>
                      <a:pt x="2252" y="429"/>
                    </a:cubicBezTo>
                    <a:cubicBezTo>
                      <a:pt x="2253" y="428"/>
                      <a:pt x="2255" y="430"/>
                      <a:pt x="2258" y="430"/>
                    </a:cubicBezTo>
                    <a:cubicBezTo>
                      <a:pt x="2261" y="430"/>
                      <a:pt x="2262" y="429"/>
                      <a:pt x="2263" y="429"/>
                    </a:cubicBezTo>
                    <a:cubicBezTo>
                      <a:pt x="2263" y="428"/>
                      <a:pt x="2264" y="427"/>
                      <a:pt x="2264" y="426"/>
                    </a:cubicBezTo>
                    <a:cubicBezTo>
                      <a:pt x="2265" y="426"/>
                      <a:pt x="2264" y="424"/>
                      <a:pt x="2264" y="424"/>
                    </a:cubicBezTo>
                    <a:cubicBezTo>
                      <a:pt x="2264" y="423"/>
                      <a:pt x="2261" y="422"/>
                      <a:pt x="2260" y="422"/>
                    </a:cubicBezTo>
                    <a:cubicBezTo>
                      <a:pt x="2260" y="422"/>
                      <a:pt x="2256" y="423"/>
                      <a:pt x="2255" y="423"/>
                    </a:cubicBezTo>
                    <a:cubicBezTo>
                      <a:pt x="2253" y="423"/>
                      <a:pt x="2252" y="423"/>
                      <a:pt x="2252" y="423"/>
                    </a:cubicBezTo>
                    <a:cubicBezTo>
                      <a:pt x="2252" y="423"/>
                      <a:pt x="2252" y="419"/>
                      <a:pt x="2251" y="417"/>
                    </a:cubicBezTo>
                    <a:cubicBezTo>
                      <a:pt x="2251" y="416"/>
                      <a:pt x="2252" y="415"/>
                      <a:pt x="2253" y="414"/>
                    </a:cubicBezTo>
                    <a:cubicBezTo>
                      <a:pt x="2254" y="413"/>
                      <a:pt x="2254" y="413"/>
                      <a:pt x="2255" y="411"/>
                    </a:cubicBezTo>
                    <a:cubicBezTo>
                      <a:pt x="2256" y="410"/>
                      <a:pt x="2258" y="409"/>
                      <a:pt x="2260" y="407"/>
                    </a:cubicBezTo>
                    <a:cubicBezTo>
                      <a:pt x="2261" y="405"/>
                      <a:pt x="2263" y="403"/>
                      <a:pt x="2263" y="403"/>
                    </a:cubicBezTo>
                    <a:cubicBezTo>
                      <a:pt x="2264" y="402"/>
                      <a:pt x="2268" y="401"/>
                      <a:pt x="2270" y="399"/>
                    </a:cubicBezTo>
                    <a:cubicBezTo>
                      <a:pt x="2272" y="397"/>
                      <a:pt x="2273" y="396"/>
                      <a:pt x="2274" y="395"/>
                    </a:cubicBezTo>
                    <a:cubicBezTo>
                      <a:pt x="2276" y="393"/>
                      <a:pt x="2283" y="388"/>
                      <a:pt x="2287" y="384"/>
                    </a:cubicBezTo>
                    <a:cubicBezTo>
                      <a:pt x="2290" y="381"/>
                      <a:pt x="2288" y="383"/>
                      <a:pt x="2290" y="381"/>
                    </a:cubicBezTo>
                    <a:cubicBezTo>
                      <a:pt x="2291" y="380"/>
                      <a:pt x="2291" y="380"/>
                      <a:pt x="2294" y="378"/>
                    </a:cubicBezTo>
                    <a:cubicBezTo>
                      <a:pt x="2297" y="376"/>
                      <a:pt x="2295" y="378"/>
                      <a:pt x="2297" y="378"/>
                    </a:cubicBezTo>
                    <a:cubicBezTo>
                      <a:pt x="2298" y="378"/>
                      <a:pt x="2299" y="378"/>
                      <a:pt x="2300" y="378"/>
                    </a:cubicBezTo>
                    <a:cubicBezTo>
                      <a:pt x="2302" y="378"/>
                      <a:pt x="2302" y="378"/>
                      <a:pt x="2303" y="378"/>
                    </a:cubicBezTo>
                    <a:cubicBezTo>
                      <a:pt x="2305" y="378"/>
                      <a:pt x="2306" y="379"/>
                      <a:pt x="2307" y="379"/>
                    </a:cubicBezTo>
                    <a:cubicBezTo>
                      <a:pt x="2308" y="379"/>
                      <a:pt x="2309" y="379"/>
                      <a:pt x="2310" y="378"/>
                    </a:cubicBezTo>
                    <a:cubicBezTo>
                      <a:pt x="2311" y="377"/>
                      <a:pt x="2312" y="377"/>
                      <a:pt x="2314" y="376"/>
                    </a:cubicBezTo>
                    <a:cubicBezTo>
                      <a:pt x="2316" y="374"/>
                      <a:pt x="2315" y="376"/>
                      <a:pt x="2316" y="376"/>
                    </a:cubicBezTo>
                    <a:cubicBezTo>
                      <a:pt x="2317" y="376"/>
                      <a:pt x="2318" y="377"/>
                      <a:pt x="2318" y="378"/>
                    </a:cubicBezTo>
                    <a:cubicBezTo>
                      <a:pt x="2318" y="379"/>
                      <a:pt x="2320" y="380"/>
                      <a:pt x="2322" y="380"/>
                    </a:cubicBezTo>
                    <a:cubicBezTo>
                      <a:pt x="2324" y="380"/>
                      <a:pt x="2324" y="382"/>
                      <a:pt x="2325" y="381"/>
                    </a:cubicBezTo>
                    <a:cubicBezTo>
                      <a:pt x="2326" y="380"/>
                      <a:pt x="2326" y="379"/>
                      <a:pt x="2327" y="378"/>
                    </a:cubicBezTo>
                    <a:cubicBezTo>
                      <a:pt x="2329" y="376"/>
                      <a:pt x="2329" y="378"/>
                      <a:pt x="2330" y="378"/>
                    </a:cubicBezTo>
                    <a:cubicBezTo>
                      <a:pt x="2331" y="378"/>
                      <a:pt x="2332" y="379"/>
                      <a:pt x="2332" y="380"/>
                    </a:cubicBezTo>
                    <a:cubicBezTo>
                      <a:pt x="2332" y="382"/>
                      <a:pt x="2329" y="384"/>
                      <a:pt x="2328" y="385"/>
                    </a:cubicBezTo>
                    <a:cubicBezTo>
                      <a:pt x="2327" y="386"/>
                      <a:pt x="2326" y="389"/>
                      <a:pt x="2325" y="390"/>
                    </a:cubicBezTo>
                    <a:cubicBezTo>
                      <a:pt x="2324" y="391"/>
                      <a:pt x="2325" y="393"/>
                      <a:pt x="2326" y="393"/>
                    </a:cubicBezTo>
                    <a:cubicBezTo>
                      <a:pt x="2326" y="393"/>
                      <a:pt x="2329" y="393"/>
                      <a:pt x="2330" y="393"/>
                    </a:cubicBezTo>
                    <a:cubicBezTo>
                      <a:pt x="2332" y="393"/>
                      <a:pt x="2332" y="395"/>
                      <a:pt x="2332" y="395"/>
                    </a:cubicBezTo>
                    <a:cubicBezTo>
                      <a:pt x="2328" y="399"/>
                      <a:pt x="2328" y="399"/>
                      <a:pt x="2328" y="399"/>
                    </a:cubicBezTo>
                    <a:cubicBezTo>
                      <a:pt x="2328" y="399"/>
                      <a:pt x="2330" y="400"/>
                      <a:pt x="2332" y="399"/>
                    </a:cubicBezTo>
                    <a:cubicBezTo>
                      <a:pt x="2334" y="399"/>
                      <a:pt x="2335" y="398"/>
                      <a:pt x="2337" y="397"/>
                    </a:cubicBezTo>
                    <a:cubicBezTo>
                      <a:pt x="2338" y="396"/>
                      <a:pt x="2339" y="395"/>
                      <a:pt x="2342" y="393"/>
                    </a:cubicBezTo>
                    <a:cubicBezTo>
                      <a:pt x="2345" y="391"/>
                      <a:pt x="2345" y="391"/>
                      <a:pt x="2345" y="391"/>
                    </a:cubicBezTo>
                    <a:cubicBezTo>
                      <a:pt x="2345" y="391"/>
                      <a:pt x="2349" y="390"/>
                      <a:pt x="2351" y="388"/>
                    </a:cubicBezTo>
                    <a:cubicBezTo>
                      <a:pt x="2354" y="387"/>
                      <a:pt x="2353" y="387"/>
                      <a:pt x="2354" y="386"/>
                    </a:cubicBezTo>
                    <a:cubicBezTo>
                      <a:pt x="2355" y="384"/>
                      <a:pt x="2354" y="384"/>
                      <a:pt x="2355" y="383"/>
                    </a:cubicBezTo>
                    <a:cubicBezTo>
                      <a:pt x="2357" y="382"/>
                      <a:pt x="2358" y="381"/>
                      <a:pt x="2360" y="382"/>
                    </a:cubicBezTo>
                    <a:cubicBezTo>
                      <a:pt x="2360" y="382"/>
                      <a:pt x="2360" y="382"/>
                      <a:pt x="2361" y="382"/>
                    </a:cubicBezTo>
                    <a:cubicBezTo>
                      <a:pt x="2361" y="382"/>
                      <a:pt x="2364" y="383"/>
                      <a:pt x="2365" y="383"/>
                    </a:cubicBezTo>
                    <a:cubicBezTo>
                      <a:pt x="2366" y="383"/>
                      <a:pt x="2367" y="382"/>
                      <a:pt x="2368" y="381"/>
                    </a:cubicBezTo>
                    <a:cubicBezTo>
                      <a:pt x="2369" y="380"/>
                      <a:pt x="2367" y="380"/>
                      <a:pt x="2366" y="380"/>
                    </a:cubicBezTo>
                    <a:cubicBezTo>
                      <a:pt x="2364" y="380"/>
                      <a:pt x="2365" y="379"/>
                      <a:pt x="2365" y="377"/>
                    </a:cubicBezTo>
                    <a:cubicBezTo>
                      <a:pt x="2365" y="376"/>
                      <a:pt x="2365" y="374"/>
                      <a:pt x="2366" y="372"/>
                    </a:cubicBezTo>
                    <a:cubicBezTo>
                      <a:pt x="2367" y="370"/>
                      <a:pt x="2369" y="369"/>
                      <a:pt x="2371" y="366"/>
                    </a:cubicBezTo>
                    <a:cubicBezTo>
                      <a:pt x="2372" y="364"/>
                      <a:pt x="2372" y="365"/>
                      <a:pt x="2375" y="364"/>
                    </a:cubicBezTo>
                    <a:cubicBezTo>
                      <a:pt x="2377" y="362"/>
                      <a:pt x="2375" y="364"/>
                      <a:pt x="2375" y="363"/>
                    </a:cubicBezTo>
                    <a:cubicBezTo>
                      <a:pt x="2376" y="362"/>
                      <a:pt x="2377" y="360"/>
                      <a:pt x="2378" y="360"/>
                    </a:cubicBezTo>
                    <a:cubicBezTo>
                      <a:pt x="2379" y="360"/>
                      <a:pt x="2383" y="359"/>
                      <a:pt x="2384" y="359"/>
                    </a:cubicBezTo>
                    <a:cubicBezTo>
                      <a:pt x="2385" y="358"/>
                      <a:pt x="2386" y="358"/>
                      <a:pt x="2389" y="361"/>
                    </a:cubicBezTo>
                    <a:cubicBezTo>
                      <a:pt x="2391" y="363"/>
                      <a:pt x="2395" y="362"/>
                      <a:pt x="2393" y="363"/>
                    </a:cubicBezTo>
                    <a:cubicBezTo>
                      <a:pt x="2391" y="364"/>
                      <a:pt x="2389" y="362"/>
                      <a:pt x="2389" y="362"/>
                    </a:cubicBezTo>
                    <a:cubicBezTo>
                      <a:pt x="2389" y="362"/>
                      <a:pt x="2388" y="364"/>
                      <a:pt x="2387" y="365"/>
                    </a:cubicBezTo>
                    <a:cubicBezTo>
                      <a:pt x="2387" y="366"/>
                      <a:pt x="2384" y="367"/>
                      <a:pt x="2383" y="367"/>
                    </a:cubicBezTo>
                    <a:cubicBezTo>
                      <a:pt x="2382" y="367"/>
                      <a:pt x="2382" y="369"/>
                      <a:pt x="2381" y="370"/>
                    </a:cubicBezTo>
                    <a:cubicBezTo>
                      <a:pt x="2381" y="371"/>
                      <a:pt x="2379" y="373"/>
                      <a:pt x="2379" y="374"/>
                    </a:cubicBezTo>
                    <a:cubicBezTo>
                      <a:pt x="2379" y="376"/>
                      <a:pt x="2379" y="378"/>
                      <a:pt x="2379" y="380"/>
                    </a:cubicBezTo>
                    <a:cubicBezTo>
                      <a:pt x="2378" y="381"/>
                      <a:pt x="2378" y="380"/>
                      <a:pt x="2378" y="381"/>
                    </a:cubicBezTo>
                    <a:cubicBezTo>
                      <a:pt x="2377" y="382"/>
                      <a:pt x="2376" y="384"/>
                      <a:pt x="2376" y="386"/>
                    </a:cubicBezTo>
                    <a:cubicBezTo>
                      <a:pt x="2376" y="387"/>
                      <a:pt x="2376" y="388"/>
                      <a:pt x="2376" y="389"/>
                    </a:cubicBezTo>
                    <a:cubicBezTo>
                      <a:pt x="2376" y="391"/>
                      <a:pt x="2375" y="393"/>
                      <a:pt x="2374" y="393"/>
                    </a:cubicBezTo>
                    <a:cubicBezTo>
                      <a:pt x="2374" y="394"/>
                      <a:pt x="2373" y="395"/>
                      <a:pt x="2372" y="395"/>
                    </a:cubicBezTo>
                    <a:cubicBezTo>
                      <a:pt x="2371" y="395"/>
                      <a:pt x="2370" y="396"/>
                      <a:pt x="2370" y="397"/>
                    </a:cubicBezTo>
                    <a:cubicBezTo>
                      <a:pt x="2369" y="397"/>
                      <a:pt x="2368" y="398"/>
                      <a:pt x="2368" y="398"/>
                    </a:cubicBezTo>
                    <a:cubicBezTo>
                      <a:pt x="2367" y="398"/>
                      <a:pt x="2364" y="400"/>
                      <a:pt x="2364" y="400"/>
                    </a:cubicBezTo>
                    <a:cubicBezTo>
                      <a:pt x="2363" y="401"/>
                      <a:pt x="2361" y="402"/>
                      <a:pt x="2359" y="402"/>
                    </a:cubicBezTo>
                    <a:cubicBezTo>
                      <a:pt x="2358" y="402"/>
                      <a:pt x="2357" y="404"/>
                      <a:pt x="2355" y="404"/>
                    </a:cubicBezTo>
                    <a:cubicBezTo>
                      <a:pt x="2354" y="405"/>
                      <a:pt x="2354" y="405"/>
                      <a:pt x="2353" y="405"/>
                    </a:cubicBezTo>
                    <a:cubicBezTo>
                      <a:pt x="2352" y="405"/>
                      <a:pt x="2352" y="406"/>
                      <a:pt x="2350" y="408"/>
                    </a:cubicBezTo>
                    <a:cubicBezTo>
                      <a:pt x="2349" y="410"/>
                      <a:pt x="2349" y="411"/>
                      <a:pt x="2349" y="411"/>
                    </a:cubicBezTo>
                    <a:cubicBezTo>
                      <a:pt x="2348" y="412"/>
                      <a:pt x="2345" y="415"/>
                      <a:pt x="2344" y="415"/>
                    </a:cubicBezTo>
                    <a:cubicBezTo>
                      <a:pt x="2343" y="416"/>
                      <a:pt x="2343" y="417"/>
                      <a:pt x="2342" y="417"/>
                    </a:cubicBezTo>
                    <a:cubicBezTo>
                      <a:pt x="2342" y="418"/>
                      <a:pt x="2340" y="419"/>
                      <a:pt x="2339" y="420"/>
                    </a:cubicBezTo>
                    <a:cubicBezTo>
                      <a:pt x="2338" y="421"/>
                      <a:pt x="2336" y="422"/>
                      <a:pt x="2334" y="423"/>
                    </a:cubicBezTo>
                    <a:cubicBezTo>
                      <a:pt x="2332" y="424"/>
                      <a:pt x="2329" y="427"/>
                      <a:pt x="2329" y="427"/>
                    </a:cubicBezTo>
                    <a:cubicBezTo>
                      <a:pt x="2329" y="427"/>
                      <a:pt x="2319" y="439"/>
                      <a:pt x="2319" y="440"/>
                    </a:cubicBezTo>
                    <a:cubicBezTo>
                      <a:pt x="2318" y="441"/>
                      <a:pt x="2315" y="442"/>
                      <a:pt x="2313" y="444"/>
                    </a:cubicBezTo>
                    <a:cubicBezTo>
                      <a:pt x="2311" y="445"/>
                      <a:pt x="2311" y="446"/>
                      <a:pt x="2309" y="447"/>
                    </a:cubicBezTo>
                    <a:cubicBezTo>
                      <a:pt x="2308" y="447"/>
                      <a:pt x="2306" y="448"/>
                      <a:pt x="2306" y="448"/>
                    </a:cubicBezTo>
                    <a:cubicBezTo>
                      <a:pt x="2306" y="448"/>
                      <a:pt x="2303" y="450"/>
                      <a:pt x="2302" y="450"/>
                    </a:cubicBezTo>
                    <a:cubicBezTo>
                      <a:pt x="2302" y="451"/>
                      <a:pt x="2300" y="451"/>
                      <a:pt x="2299" y="452"/>
                    </a:cubicBezTo>
                    <a:cubicBezTo>
                      <a:pt x="2298" y="453"/>
                      <a:pt x="2291" y="456"/>
                      <a:pt x="2290" y="456"/>
                    </a:cubicBezTo>
                    <a:cubicBezTo>
                      <a:pt x="2289" y="456"/>
                      <a:pt x="2285" y="457"/>
                      <a:pt x="2285" y="457"/>
                    </a:cubicBezTo>
                    <a:cubicBezTo>
                      <a:pt x="2285" y="457"/>
                      <a:pt x="2287" y="461"/>
                      <a:pt x="2287" y="462"/>
                    </a:cubicBezTo>
                    <a:cubicBezTo>
                      <a:pt x="2287" y="463"/>
                      <a:pt x="2287" y="464"/>
                      <a:pt x="2287" y="465"/>
                    </a:cubicBezTo>
                    <a:cubicBezTo>
                      <a:pt x="2286" y="466"/>
                      <a:pt x="2285" y="467"/>
                      <a:pt x="2284" y="470"/>
                    </a:cubicBezTo>
                    <a:cubicBezTo>
                      <a:pt x="2282" y="472"/>
                      <a:pt x="2281" y="472"/>
                      <a:pt x="2280" y="473"/>
                    </a:cubicBezTo>
                    <a:cubicBezTo>
                      <a:pt x="2278" y="474"/>
                      <a:pt x="2278" y="475"/>
                      <a:pt x="2276" y="477"/>
                    </a:cubicBezTo>
                    <a:cubicBezTo>
                      <a:pt x="2274" y="478"/>
                      <a:pt x="2274" y="480"/>
                      <a:pt x="2273" y="481"/>
                    </a:cubicBezTo>
                    <a:cubicBezTo>
                      <a:pt x="2273" y="482"/>
                      <a:pt x="2272" y="486"/>
                      <a:pt x="2271" y="488"/>
                    </a:cubicBezTo>
                    <a:cubicBezTo>
                      <a:pt x="2270" y="489"/>
                      <a:pt x="2270" y="492"/>
                      <a:pt x="2270" y="493"/>
                    </a:cubicBezTo>
                    <a:cubicBezTo>
                      <a:pt x="2269" y="495"/>
                      <a:pt x="2268" y="500"/>
                      <a:pt x="2268" y="502"/>
                    </a:cubicBezTo>
                    <a:cubicBezTo>
                      <a:pt x="2268" y="504"/>
                      <a:pt x="2269" y="509"/>
                      <a:pt x="2270" y="512"/>
                    </a:cubicBezTo>
                    <a:cubicBezTo>
                      <a:pt x="2270" y="515"/>
                      <a:pt x="2271" y="520"/>
                      <a:pt x="2272" y="521"/>
                    </a:cubicBezTo>
                    <a:cubicBezTo>
                      <a:pt x="2273" y="522"/>
                      <a:pt x="2275" y="532"/>
                      <a:pt x="2275" y="533"/>
                    </a:cubicBezTo>
                    <a:cubicBezTo>
                      <a:pt x="2275" y="534"/>
                      <a:pt x="2275" y="543"/>
                      <a:pt x="2274" y="545"/>
                    </a:cubicBezTo>
                    <a:cubicBezTo>
                      <a:pt x="2274" y="546"/>
                      <a:pt x="2276" y="549"/>
                      <a:pt x="2277" y="550"/>
                    </a:cubicBezTo>
                    <a:cubicBezTo>
                      <a:pt x="2278" y="552"/>
                      <a:pt x="2279" y="554"/>
                      <a:pt x="2279" y="558"/>
                    </a:cubicBezTo>
                    <a:cubicBezTo>
                      <a:pt x="2279" y="563"/>
                      <a:pt x="2279" y="564"/>
                      <a:pt x="2279" y="567"/>
                    </a:cubicBezTo>
                    <a:cubicBezTo>
                      <a:pt x="2280" y="569"/>
                      <a:pt x="2282" y="574"/>
                      <a:pt x="2282" y="576"/>
                    </a:cubicBezTo>
                    <a:cubicBezTo>
                      <a:pt x="2282" y="578"/>
                      <a:pt x="2283" y="583"/>
                      <a:pt x="2284" y="582"/>
                    </a:cubicBezTo>
                    <a:cubicBezTo>
                      <a:pt x="2285" y="581"/>
                      <a:pt x="2286" y="580"/>
                      <a:pt x="2287" y="578"/>
                    </a:cubicBezTo>
                    <a:cubicBezTo>
                      <a:pt x="2289" y="575"/>
                      <a:pt x="2291" y="575"/>
                      <a:pt x="2293" y="572"/>
                    </a:cubicBezTo>
                    <a:cubicBezTo>
                      <a:pt x="2295" y="570"/>
                      <a:pt x="2299" y="569"/>
                      <a:pt x="2301" y="568"/>
                    </a:cubicBezTo>
                    <a:cubicBezTo>
                      <a:pt x="2303" y="567"/>
                      <a:pt x="2305" y="564"/>
                      <a:pt x="2305" y="562"/>
                    </a:cubicBezTo>
                    <a:cubicBezTo>
                      <a:pt x="2305" y="560"/>
                      <a:pt x="2307" y="557"/>
                      <a:pt x="2307" y="554"/>
                    </a:cubicBezTo>
                    <a:cubicBezTo>
                      <a:pt x="2307" y="551"/>
                      <a:pt x="2309" y="549"/>
                      <a:pt x="2310" y="549"/>
                    </a:cubicBezTo>
                    <a:cubicBezTo>
                      <a:pt x="2310" y="548"/>
                      <a:pt x="2312" y="546"/>
                      <a:pt x="2314" y="544"/>
                    </a:cubicBezTo>
                    <a:cubicBezTo>
                      <a:pt x="2316" y="541"/>
                      <a:pt x="2319" y="541"/>
                      <a:pt x="2320" y="541"/>
                    </a:cubicBezTo>
                    <a:cubicBezTo>
                      <a:pt x="2322" y="540"/>
                      <a:pt x="2326" y="542"/>
                      <a:pt x="2327" y="540"/>
                    </a:cubicBezTo>
                    <a:cubicBezTo>
                      <a:pt x="2328" y="538"/>
                      <a:pt x="2327" y="538"/>
                      <a:pt x="2326" y="536"/>
                    </a:cubicBezTo>
                    <a:cubicBezTo>
                      <a:pt x="2326" y="534"/>
                      <a:pt x="2326" y="531"/>
                      <a:pt x="2326" y="528"/>
                    </a:cubicBezTo>
                    <a:cubicBezTo>
                      <a:pt x="2326" y="526"/>
                      <a:pt x="2328" y="524"/>
                      <a:pt x="2330" y="522"/>
                    </a:cubicBezTo>
                    <a:cubicBezTo>
                      <a:pt x="2331" y="521"/>
                      <a:pt x="2334" y="520"/>
                      <a:pt x="2336" y="518"/>
                    </a:cubicBezTo>
                    <a:cubicBezTo>
                      <a:pt x="2337" y="515"/>
                      <a:pt x="2339" y="517"/>
                      <a:pt x="2340" y="517"/>
                    </a:cubicBezTo>
                    <a:cubicBezTo>
                      <a:pt x="2342" y="516"/>
                      <a:pt x="2347" y="517"/>
                      <a:pt x="2348" y="516"/>
                    </a:cubicBezTo>
                    <a:cubicBezTo>
                      <a:pt x="2350" y="515"/>
                      <a:pt x="2355" y="512"/>
                      <a:pt x="2356" y="511"/>
                    </a:cubicBezTo>
                    <a:cubicBezTo>
                      <a:pt x="2356" y="510"/>
                      <a:pt x="2355" y="509"/>
                      <a:pt x="2354" y="507"/>
                    </a:cubicBezTo>
                    <a:cubicBezTo>
                      <a:pt x="2353" y="506"/>
                      <a:pt x="2351" y="505"/>
                      <a:pt x="2350" y="503"/>
                    </a:cubicBezTo>
                    <a:cubicBezTo>
                      <a:pt x="2349" y="500"/>
                      <a:pt x="2350" y="500"/>
                      <a:pt x="2351" y="497"/>
                    </a:cubicBezTo>
                    <a:cubicBezTo>
                      <a:pt x="2351" y="494"/>
                      <a:pt x="2353" y="495"/>
                      <a:pt x="2354" y="494"/>
                    </a:cubicBezTo>
                    <a:cubicBezTo>
                      <a:pt x="2355" y="492"/>
                      <a:pt x="2357" y="487"/>
                      <a:pt x="2357" y="486"/>
                    </a:cubicBezTo>
                    <a:cubicBezTo>
                      <a:pt x="2357" y="485"/>
                      <a:pt x="2361" y="482"/>
                      <a:pt x="2361" y="482"/>
                    </a:cubicBezTo>
                    <a:cubicBezTo>
                      <a:pt x="2362" y="482"/>
                      <a:pt x="2362" y="484"/>
                      <a:pt x="2362" y="486"/>
                    </a:cubicBezTo>
                    <a:cubicBezTo>
                      <a:pt x="2361" y="487"/>
                      <a:pt x="2364" y="489"/>
                      <a:pt x="2364" y="489"/>
                    </a:cubicBezTo>
                    <a:cubicBezTo>
                      <a:pt x="2364" y="489"/>
                      <a:pt x="2370" y="486"/>
                      <a:pt x="2371" y="485"/>
                    </a:cubicBezTo>
                    <a:cubicBezTo>
                      <a:pt x="2371" y="483"/>
                      <a:pt x="2372" y="482"/>
                      <a:pt x="2372" y="481"/>
                    </a:cubicBezTo>
                    <a:cubicBezTo>
                      <a:pt x="2372" y="479"/>
                      <a:pt x="2370" y="476"/>
                      <a:pt x="2369" y="476"/>
                    </a:cubicBezTo>
                    <a:cubicBezTo>
                      <a:pt x="2368" y="476"/>
                      <a:pt x="2365" y="474"/>
                      <a:pt x="2365" y="474"/>
                    </a:cubicBezTo>
                    <a:cubicBezTo>
                      <a:pt x="2365" y="474"/>
                      <a:pt x="2366" y="472"/>
                      <a:pt x="2364" y="471"/>
                    </a:cubicBezTo>
                    <a:cubicBezTo>
                      <a:pt x="2363" y="470"/>
                      <a:pt x="2364" y="468"/>
                      <a:pt x="2364" y="465"/>
                    </a:cubicBezTo>
                    <a:cubicBezTo>
                      <a:pt x="2364" y="463"/>
                      <a:pt x="2367" y="461"/>
                      <a:pt x="2369" y="460"/>
                    </a:cubicBezTo>
                    <a:cubicBezTo>
                      <a:pt x="2370" y="458"/>
                      <a:pt x="2370" y="457"/>
                      <a:pt x="2370" y="456"/>
                    </a:cubicBezTo>
                    <a:cubicBezTo>
                      <a:pt x="2370" y="455"/>
                      <a:pt x="2363" y="452"/>
                      <a:pt x="2362" y="453"/>
                    </a:cubicBezTo>
                    <a:cubicBezTo>
                      <a:pt x="2361" y="453"/>
                      <a:pt x="2359" y="455"/>
                      <a:pt x="2358" y="455"/>
                    </a:cubicBezTo>
                    <a:cubicBezTo>
                      <a:pt x="2357" y="456"/>
                      <a:pt x="2356" y="454"/>
                      <a:pt x="2355" y="454"/>
                    </a:cubicBezTo>
                    <a:cubicBezTo>
                      <a:pt x="2354" y="454"/>
                      <a:pt x="2353" y="450"/>
                      <a:pt x="2352" y="448"/>
                    </a:cubicBezTo>
                    <a:cubicBezTo>
                      <a:pt x="2351" y="446"/>
                      <a:pt x="2355" y="444"/>
                      <a:pt x="2356" y="441"/>
                    </a:cubicBezTo>
                    <a:cubicBezTo>
                      <a:pt x="2357" y="438"/>
                      <a:pt x="2361" y="438"/>
                      <a:pt x="2363" y="435"/>
                    </a:cubicBezTo>
                    <a:cubicBezTo>
                      <a:pt x="2364" y="433"/>
                      <a:pt x="2367" y="431"/>
                      <a:pt x="2368" y="429"/>
                    </a:cubicBezTo>
                    <a:cubicBezTo>
                      <a:pt x="2369" y="427"/>
                      <a:pt x="2376" y="416"/>
                      <a:pt x="2376" y="416"/>
                    </a:cubicBezTo>
                    <a:cubicBezTo>
                      <a:pt x="2376" y="416"/>
                      <a:pt x="2377" y="416"/>
                      <a:pt x="2379" y="415"/>
                    </a:cubicBezTo>
                    <a:cubicBezTo>
                      <a:pt x="2381" y="414"/>
                      <a:pt x="2383" y="414"/>
                      <a:pt x="2383" y="414"/>
                    </a:cubicBezTo>
                    <a:cubicBezTo>
                      <a:pt x="2383" y="414"/>
                      <a:pt x="2387" y="416"/>
                      <a:pt x="2389" y="416"/>
                    </a:cubicBezTo>
                    <a:cubicBezTo>
                      <a:pt x="2392" y="417"/>
                      <a:pt x="2394" y="416"/>
                      <a:pt x="2395" y="413"/>
                    </a:cubicBezTo>
                    <a:cubicBezTo>
                      <a:pt x="2396" y="410"/>
                      <a:pt x="2399" y="411"/>
                      <a:pt x="2402" y="409"/>
                    </a:cubicBezTo>
                    <a:cubicBezTo>
                      <a:pt x="2404" y="407"/>
                      <a:pt x="2406" y="405"/>
                      <a:pt x="2407" y="404"/>
                    </a:cubicBezTo>
                    <a:cubicBezTo>
                      <a:pt x="2409" y="403"/>
                      <a:pt x="2409" y="409"/>
                      <a:pt x="2409" y="410"/>
                    </a:cubicBezTo>
                    <a:cubicBezTo>
                      <a:pt x="2408" y="411"/>
                      <a:pt x="2407" y="419"/>
                      <a:pt x="2407" y="419"/>
                    </a:cubicBezTo>
                    <a:cubicBezTo>
                      <a:pt x="2407" y="419"/>
                      <a:pt x="2410" y="417"/>
                      <a:pt x="2411" y="415"/>
                    </a:cubicBezTo>
                    <a:cubicBezTo>
                      <a:pt x="2412" y="412"/>
                      <a:pt x="2415" y="411"/>
                      <a:pt x="2417" y="410"/>
                    </a:cubicBezTo>
                    <a:cubicBezTo>
                      <a:pt x="2419" y="408"/>
                      <a:pt x="2422" y="408"/>
                      <a:pt x="2425" y="406"/>
                    </a:cubicBezTo>
                    <a:cubicBezTo>
                      <a:pt x="2427" y="405"/>
                      <a:pt x="2430" y="403"/>
                      <a:pt x="2430" y="401"/>
                    </a:cubicBezTo>
                    <a:cubicBezTo>
                      <a:pt x="2431" y="400"/>
                      <a:pt x="2435" y="401"/>
                      <a:pt x="2437" y="401"/>
                    </a:cubicBezTo>
                    <a:cubicBezTo>
                      <a:pt x="2439" y="402"/>
                      <a:pt x="2444" y="401"/>
                      <a:pt x="2445" y="401"/>
                    </a:cubicBezTo>
                    <a:cubicBezTo>
                      <a:pt x="2446" y="401"/>
                      <a:pt x="2449" y="401"/>
                      <a:pt x="2449" y="401"/>
                    </a:cubicBezTo>
                    <a:cubicBezTo>
                      <a:pt x="2461" y="416"/>
                      <a:pt x="2461" y="416"/>
                      <a:pt x="2461" y="416"/>
                    </a:cubicBezTo>
                    <a:cubicBezTo>
                      <a:pt x="2461" y="416"/>
                      <a:pt x="2463" y="415"/>
                      <a:pt x="2463" y="413"/>
                    </a:cubicBezTo>
                    <a:cubicBezTo>
                      <a:pt x="2463" y="411"/>
                      <a:pt x="2463" y="410"/>
                      <a:pt x="2464" y="408"/>
                    </a:cubicBezTo>
                    <a:cubicBezTo>
                      <a:pt x="2464" y="406"/>
                      <a:pt x="2467" y="406"/>
                      <a:pt x="2467" y="405"/>
                    </a:cubicBezTo>
                    <a:cubicBezTo>
                      <a:pt x="2468" y="404"/>
                      <a:pt x="2474" y="402"/>
                      <a:pt x="2475" y="401"/>
                    </a:cubicBezTo>
                    <a:cubicBezTo>
                      <a:pt x="2476" y="400"/>
                      <a:pt x="2480" y="397"/>
                      <a:pt x="2480" y="395"/>
                    </a:cubicBezTo>
                    <a:cubicBezTo>
                      <a:pt x="2481" y="394"/>
                      <a:pt x="2483" y="395"/>
                      <a:pt x="2484" y="396"/>
                    </a:cubicBezTo>
                    <a:cubicBezTo>
                      <a:pt x="2484" y="396"/>
                      <a:pt x="2489" y="393"/>
                      <a:pt x="2491" y="390"/>
                    </a:cubicBezTo>
                    <a:cubicBezTo>
                      <a:pt x="2493" y="387"/>
                      <a:pt x="2498" y="384"/>
                      <a:pt x="2500" y="381"/>
                    </a:cubicBezTo>
                    <a:cubicBezTo>
                      <a:pt x="2502" y="379"/>
                      <a:pt x="2506" y="380"/>
                      <a:pt x="2508" y="380"/>
                    </a:cubicBezTo>
                    <a:cubicBezTo>
                      <a:pt x="2510" y="379"/>
                      <a:pt x="2515" y="378"/>
                      <a:pt x="2516" y="378"/>
                    </a:cubicBezTo>
                    <a:cubicBezTo>
                      <a:pt x="2517" y="378"/>
                      <a:pt x="2524" y="374"/>
                      <a:pt x="2524" y="372"/>
                    </a:cubicBezTo>
                    <a:cubicBezTo>
                      <a:pt x="2524" y="370"/>
                      <a:pt x="2531" y="369"/>
                      <a:pt x="2532" y="369"/>
                    </a:cubicBezTo>
                    <a:cubicBezTo>
                      <a:pt x="2533" y="369"/>
                      <a:pt x="2540" y="368"/>
                      <a:pt x="2540" y="368"/>
                    </a:cubicBezTo>
                    <a:cubicBezTo>
                      <a:pt x="2540" y="368"/>
                      <a:pt x="2549" y="362"/>
                      <a:pt x="2549" y="361"/>
                    </a:cubicBezTo>
                    <a:cubicBezTo>
                      <a:pt x="2549" y="359"/>
                      <a:pt x="2552" y="357"/>
                      <a:pt x="2553" y="358"/>
                    </a:cubicBezTo>
                    <a:cubicBezTo>
                      <a:pt x="2554" y="358"/>
                      <a:pt x="2560" y="362"/>
                      <a:pt x="2562" y="363"/>
                    </a:cubicBezTo>
                    <a:cubicBezTo>
                      <a:pt x="2564" y="364"/>
                      <a:pt x="2572" y="366"/>
                      <a:pt x="2574" y="366"/>
                    </a:cubicBezTo>
                    <a:cubicBezTo>
                      <a:pt x="2576" y="367"/>
                      <a:pt x="2578" y="365"/>
                      <a:pt x="2579" y="363"/>
                    </a:cubicBezTo>
                    <a:cubicBezTo>
                      <a:pt x="2580" y="362"/>
                      <a:pt x="2580" y="360"/>
                      <a:pt x="2581" y="358"/>
                    </a:cubicBezTo>
                    <a:cubicBezTo>
                      <a:pt x="2582" y="357"/>
                      <a:pt x="2582" y="356"/>
                      <a:pt x="2583" y="353"/>
                    </a:cubicBezTo>
                    <a:cubicBezTo>
                      <a:pt x="2583" y="351"/>
                      <a:pt x="2581" y="351"/>
                      <a:pt x="2580" y="349"/>
                    </a:cubicBezTo>
                    <a:cubicBezTo>
                      <a:pt x="2580" y="347"/>
                      <a:pt x="2575" y="345"/>
                      <a:pt x="2574" y="345"/>
                    </a:cubicBezTo>
                    <a:cubicBezTo>
                      <a:pt x="2573" y="345"/>
                      <a:pt x="2568" y="341"/>
                      <a:pt x="2568" y="341"/>
                    </a:cubicBezTo>
                    <a:cubicBezTo>
                      <a:pt x="2568" y="341"/>
                      <a:pt x="2573" y="337"/>
                      <a:pt x="2573" y="336"/>
                    </a:cubicBezTo>
                    <a:cubicBezTo>
                      <a:pt x="2573" y="336"/>
                      <a:pt x="2572" y="330"/>
                      <a:pt x="2572" y="330"/>
                    </a:cubicBezTo>
                    <a:cubicBezTo>
                      <a:pt x="2572" y="329"/>
                      <a:pt x="2568" y="326"/>
                      <a:pt x="2568" y="326"/>
                    </a:cubicBezTo>
                    <a:cubicBezTo>
                      <a:pt x="2568" y="326"/>
                      <a:pt x="2564" y="327"/>
                      <a:pt x="2564" y="326"/>
                    </a:cubicBezTo>
                    <a:cubicBezTo>
                      <a:pt x="2565" y="324"/>
                      <a:pt x="2561" y="324"/>
                      <a:pt x="2560" y="325"/>
                    </a:cubicBezTo>
                    <a:cubicBezTo>
                      <a:pt x="2560" y="325"/>
                      <a:pt x="2557" y="324"/>
                      <a:pt x="2556" y="324"/>
                    </a:cubicBezTo>
                    <a:cubicBezTo>
                      <a:pt x="2555" y="323"/>
                      <a:pt x="2554" y="320"/>
                      <a:pt x="2554" y="319"/>
                    </a:cubicBezTo>
                    <a:cubicBezTo>
                      <a:pt x="2554" y="318"/>
                      <a:pt x="2552" y="316"/>
                      <a:pt x="2551" y="316"/>
                    </a:cubicBezTo>
                    <a:cubicBezTo>
                      <a:pt x="2550" y="316"/>
                      <a:pt x="2548" y="319"/>
                      <a:pt x="2547" y="319"/>
                    </a:cubicBezTo>
                    <a:cubicBezTo>
                      <a:pt x="2546" y="320"/>
                      <a:pt x="2542" y="318"/>
                      <a:pt x="2540" y="316"/>
                    </a:cubicBezTo>
                    <a:cubicBezTo>
                      <a:pt x="2540" y="316"/>
                      <a:pt x="2541" y="315"/>
                      <a:pt x="2544" y="314"/>
                    </a:cubicBezTo>
                    <a:cubicBezTo>
                      <a:pt x="2546" y="314"/>
                      <a:pt x="2549" y="315"/>
                      <a:pt x="2549" y="314"/>
                    </a:cubicBezTo>
                    <a:cubicBezTo>
                      <a:pt x="2548" y="313"/>
                      <a:pt x="2546" y="312"/>
                      <a:pt x="2548" y="311"/>
                    </a:cubicBezTo>
                    <a:cubicBezTo>
                      <a:pt x="2549" y="310"/>
                      <a:pt x="2554" y="313"/>
                      <a:pt x="2555" y="314"/>
                    </a:cubicBezTo>
                    <a:cubicBezTo>
                      <a:pt x="2556" y="315"/>
                      <a:pt x="2562" y="318"/>
                      <a:pt x="2565" y="319"/>
                    </a:cubicBezTo>
                    <a:cubicBezTo>
                      <a:pt x="2568" y="320"/>
                      <a:pt x="2572" y="320"/>
                      <a:pt x="2573" y="320"/>
                    </a:cubicBezTo>
                    <a:cubicBezTo>
                      <a:pt x="2575" y="321"/>
                      <a:pt x="2578" y="317"/>
                      <a:pt x="2585" y="313"/>
                    </a:cubicBezTo>
                    <a:cubicBezTo>
                      <a:pt x="2591" y="308"/>
                      <a:pt x="2592" y="310"/>
                      <a:pt x="2593" y="309"/>
                    </a:cubicBezTo>
                    <a:cubicBezTo>
                      <a:pt x="2594" y="308"/>
                      <a:pt x="2597" y="304"/>
                      <a:pt x="2598" y="301"/>
                    </a:cubicBezTo>
                    <a:cubicBezTo>
                      <a:pt x="2599" y="297"/>
                      <a:pt x="2597" y="298"/>
                      <a:pt x="2593" y="294"/>
                    </a:cubicBezTo>
                    <a:cubicBezTo>
                      <a:pt x="2589" y="290"/>
                      <a:pt x="2593" y="291"/>
                      <a:pt x="2594" y="288"/>
                    </a:cubicBezTo>
                    <a:cubicBezTo>
                      <a:pt x="2595" y="285"/>
                      <a:pt x="2600" y="283"/>
                      <a:pt x="2601" y="282"/>
                    </a:cubicBezTo>
                    <a:cubicBezTo>
                      <a:pt x="2602" y="282"/>
                      <a:pt x="2608" y="282"/>
                      <a:pt x="2609" y="284"/>
                    </a:cubicBezTo>
                    <a:cubicBezTo>
                      <a:pt x="2610" y="286"/>
                      <a:pt x="2609" y="289"/>
                      <a:pt x="2608" y="291"/>
                    </a:cubicBezTo>
                    <a:cubicBezTo>
                      <a:pt x="2606" y="294"/>
                      <a:pt x="2608" y="297"/>
                      <a:pt x="2610" y="300"/>
                    </a:cubicBezTo>
                    <a:cubicBezTo>
                      <a:pt x="2611" y="302"/>
                      <a:pt x="2612" y="301"/>
                      <a:pt x="2617" y="301"/>
                    </a:cubicBezTo>
                    <a:cubicBezTo>
                      <a:pt x="2622" y="301"/>
                      <a:pt x="2623" y="301"/>
                      <a:pt x="2626" y="300"/>
                    </a:cubicBezTo>
                    <a:cubicBezTo>
                      <a:pt x="2629" y="299"/>
                      <a:pt x="2630" y="300"/>
                      <a:pt x="2635" y="300"/>
                    </a:cubicBezTo>
                    <a:cubicBezTo>
                      <a:pt x="2639" y="300"/>
                      <a:pt x="2640" y="301"/>
                      <a:pt x="2642" y="303"/>
                    </a:cubicBezTo>
                    <a:cubicBezTo>
                      <a:pt x="2645" y="304"/>
                      <a:pt x="2644" y="305"/>
                      <a:pt x="2645" y="309"/>
                    </a:cubicBezTo>
                    <a:cubicBezTo>
                      <a:pt x="2645" y="313"/>
                      <a:pt x="2646" y="312"/>
                      <a:pt x="2649" y="314"/>
                    </a:cubicBezTo>
                    <a:cubicBezTo>
                      <a:pt x="2652" y="315"/>
                      <a:pt x="2651" y="315"/>
                      <a:pt x="2653" y="315"/>
                    </a:cubicBezTo>
                    <a:cubicBezTo>
                      <a:pt x="2656" y="316"/>
                      <a:pt x="2659" y="317"/>
                      <a:pt x="2661" y="319"/>
                    </a:cubicBezTo>
                    <a:cubicBezTo>
                      <a:pt x="2663" y="320"/>
                      <a:pt x="2665" y="320"/>
                      <a:pt x="2666" y="322"/>
                    </a:cubicBezTo>
                    <a:cubicBezTo>
                      <a:pt x="2668" y="323"/>
                      <a:pt x="2673" y="324"/>
                      <a:pt x="2674" y="324"/>
                    </a:cubicBezTo>
                    <a:cubicBezTo>
                      <a:pt x="2676" y="323"/>
                      <a:pt x="2676" y="318"/>
                      <a:pt x="2676" y="318"/>
                    </a:cubicBezTo>
                    <a:cubicBezTo>
                      <a:pt x="2679" y="327"/>
                      <a:pt x="2679" y="327"/>
                      <a:pt x="2679" y="327"/>
                    </a:cubicBezTo>
                    <a:cubicBezTo>
                      <a:pt x="2679" y="327"/>
                      <a:pt x="2681" y="327"/>
                      <a:pt x="2682" y="326"/>
                    </a:cubicBezTo>
                    <a:cubicBezTo>
                      <a:pt x="2682" y="324"/>
                      <a:pt x="2681" y="325"/>
                      <a:pt x="2682" y="323"/>
                    </a:cubicBezTo>
                    <a:cubicBezTo>
                      <a:pt x="2682" y="322"/>
                      <a:pt x="2685" y="324"/>
                      <a:pt x="2686" y="324"/>
                    </a:cubicBezTo>
                    <a:cubicBezTo>
                      <a:pt x="2687" y="324"/>
                      <a:pt x="2690" y="324"/>
                      <a:pt x="2690" y="322"/>
                    </a:cubicBezTo>
                    <a:cubicBezTo>
                      <a:pt x="2689" y="320"/>
                      <a:pt x="2687" y="320"/>
                      <a:pt x="2685" y="320"/>
                    </a:cubicBezTo>
                    <a:cubicBezTo>
                      <a:pt x="2684" y="319"/>
                      <a:pt x="2686" y="318"/>
                      <a:pt x="2686" y="318"/>
                    </a:cubicBezTo>
                    <a:cubicBezTo>
                      <a:pt x="2686" y="318"/>
                      <a:pt x="2692" y="318"/>
                      <a:pt x="2693" y="317"/>
                    </a:cubicBezTo>
                    <a:cubicBezTo>
                      <a:pt x="2693" y="317"/>
                      <a:pt x="2692" y="316"/>
                      <a:pt x="2691" y="315"/>
                    </a:cubicBezTo>
                    <a:cubicBezTo>
                      <a:pt x="2689" y="314"/>
                      <a:pt x="2689" y="314"/>
                      <a:pt x="2688" y="313"/>
                    </a:cubicBezTo>
                    <a:cubicBezTo>
                      <a:pt x="2688" y="311"/>
                      <a:pt x="2690" y="311"/>
                      <a:pt x="2692" y="311"/>
                    </a:cubicBezTo>
                    <a:cubicBezTo>
                      <a:pt x="2692" y="311"/>
                      <a:pt x="2693" y="311"/>
                      <a:pt x="2693" y="312"/>
                    </a:cubicBezTo>
                    <a:cubicBezTo>
                      <a:pt x="2693" y="311"/>
                      <a:pt x="2693" y="311"/>
                      <a:pt x="2693" y="311"/>
                    </a:cubicBezTo>
                    <a:cubicBezTo>
                      <a:pt x="2693" y="310"/>
                      <a:pt x="2694" y="310"/>
                      <a:pt x="2693" y="308"/>
                    </a:cubicBezTo>
                    <a:cubicBezTo>
                      <a:pt x="2693" y="306"/>
                      <a:pt x="2693" y="307"/>
                      <a:pt x="2692" y="305"/>
                    </a:cubicBezTo>
                    <a:cubicBezTo>
                      <a:pt x="2691" y="304"/>
                      <a:pt x="2691" y="302"/>
                      <a:pt x="2690" y="300"/>
                    </a:cubicBezTo>
                    <a:cubicBezTo>
                      <a:pt x="2689" y="298"/>
                      <a:pt x="2691" y="298"/>
                      <a:pt x="2692" y="299"/>
                    </a:cubicBezTo>
                    <a:cubicBezTo>
                      <a:pt x="2693" y="300"/>
                      <a:pt x="2694" y="300"/>
                      <a:pt x="2696" y="302"/>
                    </a:cubicBezTo>
                    <a:cubicBezTo>
                      <a:pt x="2696" y="302"/>
                      <a:pt x="2700" y="301"/>
                      <a:pt x="2701" y="301"/>
                    </a:cubicBezTo>
                    <a:cubicBezTo>
                      <a:pt x="2701" y="300"/>
                      <a:pt x="2705" y="300"/>
                      <a:pt x="2706" y="300"/>
                    </a:cubicBezTo>
                    <a:cubicBezTo>
                      <a:pt x="2707" y="300"/>
                      <a:pt x="2707" y="301"/>
                      <a:pt x="2709" y="300"/>
                    </a:cubicBezTo>
                    <a:cubicBezTo>
                      <a:pt x="2711" y="300"/>
                      <a:pt x="2712" y="299"/>
                      <a:pt x="2713" y="298"/>
                    </a:cubicBezTo>
                    <a:cubicBezTo>
                      <a:pt x="2713" y="297"/>
                      <a:pt x="2714" y="297"/>
                      <a:pt x="2715" y="295"/>
                    </a:cubicBezTo>
                    <a:cubicBezTo>
                      <a:pt x="2717" y="292"/>
                      <a:pt x="2715" y="295"/>
                      <a:pt x="2716" y="293"/>
                    </a:cubicBezTo>
                    <a:cubicBezTo>
                      <a:pt x="2716" y="292"/>
                      <a:pt x="2716" y="291"/>
                      <a:pt x="2716" y="290"/>
                    </a:cubicBezTo>
                    <a:cubicBezTo>
                      <a:pt x="2716" y="289"/>
                      <a:pt x="2718" y="290"/>
                      <a:pt x="2720" y="290"/>
                    </a:cubicBezTo>
                    <a:cubicBezTo>
                      <a:pt x="2722" y="290"/>
                      <a:pt x="2725" y="289"/>
                      <a:pt x="2726" y="288"/>
                    </a:cubicBezTo>
                    <a:cubicBezTo>
                      <a:pt x="2727" y="287"/>
                      <a:pt x="2724" y="287"/>
                      <a:pt x="2724" y="286"/>
                    </a:cubicBezTo>
                    <a:close/>
                    <a:moveTo>
                      <a:pt x="938" y="748"/>
                    </a:moveTo>
                    <a:cubicBezTo>
                      <a:pt x="935" y="748"/>
                      <a:pt x="935" y="748"/>
                      <a:pt x="935" y="748"/>
                    </a:cubicBezTo>
                    <a:cubicBezTo>
                      <a:pt x="935" y="748"/>
                      <a:pt x="934" y="750"/>
                      <a:pt x="928" y="748"/>
                    </a:cubicBezTo>
                    <a:cubicBezTo>
                      <a:pt x="925" y="747"/>
                      <a:pt x="921" y="745"/>
                      <a:pt x="921" y="745"/>
                    </a:cubicBezTo>
                    <a:cubicBezTo>
                      <a:pt x="921" y="745"/>
                      <a:pt x="919" y="748"/>
                      <a:pt x="918" y="749"/>
                    </a:cubicBezTo>
                    <a:cubicBezTo>
                      <a:pt x="917" y="751"/>
                      <a:pt x="918" y="756"/>
                      <a:pt x="918" y="756"/>
                    </a:cubicBezTo>
                    <a:cubicBezTo>
                      <a:pt x="918" y="756"/>
                      <a:pt x="917" y="761"/>
                      <a:pt x="919" y="761"/>
                    </a:cubicBezTo>
                    <a:cubicBezTo>
                      <a:pt x="920" y="761"/>
                      <a:pt x="923" y="760"/>
                      <a:pt x="924" y="760"/>
                    </a:cubicBezTo>
                    <a:cubicBezTo>
                      <a:pt x="926" y="760"/>
                      <a:pt x="930" y="767"/>
                      <a:pt x="930" y="767"/>
                    </a:cubicBezTo>
                    <a:cubicBezTo>
                      <a:pt x="930" y="767"/>
                      <a:pt x="927" y="766"/>
                      <a:pt x="925" y="766"/>
                    </a:cubicBezTo>
                    <a:cubicBezTo>
                      <a:pt x="924" y="765"/>
                      <a:pt x="923" y="771"/>
                      <a:pt x="923" y="771"/>
                    </a:cubicBezTo>
                    <a:cubicBezTo>
                      <a:pt x="923" y="771"/>
                      <a:pt x="922" y="774"/>
                      <a:pt x="926" y="771"/>
                    </a:cubicBezTo>
                    <a:cubicBezTo>
                      <a:pt x="927" y="770"/>
                      <a:pt x="933" y="774"/>
                      <a:pt x="933" y="776"/>
                    </a:cubicBezTo>
                    <a:cubicBezTo>
                      <a:pt x="934" y="777"/>
                      <a:pt x="933" y="781"/>
                      <a:pt x="933" y="781"/>
                    </a:cubicBezTo>
                    <a:cubicBezTo>
                      <a:pt x="933" y="781"/>
                      <a:pt x="932" y="799"/>
                      <a:pt x="932" y="800"/>
                    </a:cubicBezTo>
                    <a:cubicBezTo>
                      <a:pt x="932" y="802"/>
                      <a:pt x="934" y="810"/>
                      <a:pt x="933" y="809"/>
                    </a:cubicBezTo>
                    <a:cubicBezTo>
                      <a:pt x="931" y="808"/>
                      <a:pt x="929" y="807"/>
                      <a:pt x="927" y="808"/>
                    </a:cubicBezTo>
                    <a:cubicBezTo>
                      <a:pt x="926" y="809"/>
                      <a:pt x="918" y="810"/>
                      <a:pt x="917" y="810"/>
                    </a:cubicBezTo>
                    <a:cubicBezTo>
                      <a:pt x="916" y="810"/>
                      <a:pt x="909" y="810"/>
                      <a:pt x="907" y="809"/>
                    </a:cubicBezTo>
                    <a:cubicBezTo>
                      <a:pt x="905" y="808"/>
                      <a:pt x="900" y="810"/>
                      <a:pt x="898" y="809"/>
                    </a:cubicBezTo>
                    <a:cubicBezTo>
                      <a:pt x="897" y="807"/>
                      <a:pt x="891" y="807"/>
                      <a:pt x="889" y="806"/>
                    </a:cubicBezTo>
                    <a:cubicBezTo>
                      <a:pt x="887" y="805"/>
                      <a:pt x="885" y="803"/>
                      <a:pt x="884" y="800"/>
                    </a:cubicBezTo>
                    <a:cubicBezTo>
                      <a:pt x="884" y="798"/>
                      <a:pt x="881" y="796"/>
                      <a:pt x="879" y="798"/>
                    </a:cubicBezTo>
                    <a:cubicBezTo>
                      <a:pt x="877" y="799"/>
                      <a:pt x="874" y="797"/>
                      <a:pt x="869" y="796"/>
                    </a:cubicBezTo>
                    <a:cubicBezTo>
                      <a:pt x="868" y="791"/>
                      <a:pt x="868" y="791"/>
                      <a:pt x="868" y="791"/>
                    </a:cubicBezTo>
                    <a:cubicBezTo>
                      <a:pt x="868" y="787"/>
                      <a:pt x="868" y="787"/>
                      <a:pt x="868" y="787"/>
                    </a:cubicBezTo>
                    <a:cubicBezTo>
                      <a:pt x="867" y="782"/>
                      <a:pt x="867" y="782"/>
                      <a:pt x="867" y="782"/>
                    </a:cubicBezTo>
                    <a:cubicBezTo>
                      <a:pt x="869" y="781"/>
                      <a:pt x="867" y="779"/>
                      <a:pt x="867" y="778"/>
                    </a:cubicBezTo>
                    <a:cubicBezTo>
                      <a:pt x="868" y="777"/>
                      <a:pt x="867" y="774"/>
                      <a:pt x="867" y="774"/>
                    </a:cubicBezTo>
                    <a:cubicBezTo>
                      <a:pt x="873" y="770"/>
                      <a:pt x="873" y="770"/>
                      <a:pt x="873" y="770"/>
                    </a:cubicBezTo>
                    <a:cubicBezTo>
                      <a:pt x="873" y="770"/>
                      <a:pt x="872" y="768"/>
                      <a:pt x="872" y="763"/>
                    </a:cubicBezTo>
                    <a:cubicBezTo>
                      <a:pt x="872" y="762"/>
                      <a:pt x="877" y="760"/>
                      <a:pt x="877" y="760"/>
                    </a:cubicBezTo>
                    <a:cubicBezTo>
                      <a:pt x="877" y="760"/>
                      <a:pt x="879" y="758"/>
                      <a:pt x="878" y="754"/>
                    </a:cubicBezTo>
                    <a:cubicBezTo>
                      <a:pt x="874" y="748"/>
                      <a:pt x="874" y="748"/>
                      <a:pt x="874" y="748"/>
                    </a:cubicBezTo>
                    <a:cubicBezTo>
                      <a:pt x="871" y="744"/>
                      <a:pt x="871" y="744"/>
                      <a:pt x="871" y="744"/>
                    </a:cubicBezTo>
                    <a:cubicBezTo>
                      <a:pt x="867" y="738"/>
                      <a:pt x="867" y="738"/>
                      <a:pt x="867" y="738"/>
                    </a:cubicBezTo>
                    <a:cubicBezTo>
                      <a:pt x="867" y="738"/>
                      <a:pt x="866" y="734"/>
                      <a:pt x="866" y="732"/>
                    </a:cubicBezTo>
                    <a:cubicBezTo>
                      <a:pt x="866" y="731"/>
                      <a:pt x="860" y="727"/>
                      <a:pt x="860" y="727"/>
                    </a:cubicBezTo>
                    <a:cubicBezTo>
                      <a:pt x="856" y="722"/>
                      <a:pt x="856" y="722"/>
                      <a:pt x="856" y="722"/>
                    </a:cubicBezTo>
                    <a:cubicBezTo>
                      <a:pt x="856" y="722"/>
                      <a:pt x="855" y="720"/>
                      <a:pt x="853" y="715"/>
                    </a:cubicBezTo>
                    <a:cubicBezTo>
                      <a:pt x="852" y="713"/>
                      <a:pt x="850" y="712"/>
                      <a:pt x="848" y="710"/>
                    </a:cubicBezTo>
                    <a:cubicBezTo>
                      <a:pt x="847" y="707"/>
                      <a:pt x="846" y="706"/>
                      <a:pt x="846" y="706"/>
                    </a:cubicBezTo>
                    <a:cubicBezTo>
                      <a:pt x="846" y="706"/>
                      <a:pt x="851" y="702"/>
                      <a:pt x="853" y="701"/>
                    </a:cubicBezTo>
                    <a:cubicBezTo>
                      <a:pt x="854" y="699"/>
                      <a:pt x="853" y="699"/>
                      <a:pt x="847" y="696"/>
                    </a:cubicBezTo>
                    <a:cubicBezTo>
                      <a:pt x="845" y="696"/>
                      <a:pt x="845" y="692"/>
                      <a:pt x="841" y="691"/>
                    </a:cubicBezTo>
                    <a:cubicBezTo>
                      <a:pt x="838" y="691"/>
                      <a:pt x="839" y="691"/>
                      <a:pt x="837" y="688"/>
                    </a:cubicBezTo>
                    <a:cubicBezTo>
                      <a:pt x="836" y="686"/>
                      <a:pt x="839" y="687"/>
                      <a:pt x="841" y="686"/>
                    </a:cubicBezTo>
                    <a:cubicBezTo>
                      <a:pt x="843" y="684"/>
                      <a:pt x="843" y="684"/>
                      <a:pt x="844" y="681"/>
                    </a:cubicBezTo>
                    <a:cubicBezTo>
                      <a:pt x="845" y="678"/>
                      <a:pt x="848" y="675"/>
                      <a:pt x="848" y="673"/>
                    </a:cubicBezTo>
                    <a:cubicBezTo>
                      <a:pt x="848" y="672"/>
                      <a:pt x="848" y="669"/>
                      <a:pt x="848" y="669"/>
                    </a:cubicBezTo>
                    <a:cubicBezTo>
                      <a:pt x="848" y="669"/>
                      <a:pt x="851" y="670"/>
                      <a:pt x="854" y="670"/>
                    </a:cubicBezTo>
                    <a:cubicBezTo>
                      <a:pt x="857" y="670"/>
                      <a:pt x="860" y="667"/>
                      <a:pt x="862" y="667"/>
                    </a:cubicBezTo>
                    <a:cubicBezTo>
                      <a:pt x="863" y="667"/>
                      <a:pt x="866" y="669"/>
                      <a:pt x="865" y="666"/>
                    </a:cubicBezTo>
                    <a:cubicBezTo>
                      <a:pt x="863" y="663"/>
                      <a:pt x="865" y="666"/>
                      <a:pt x="869" y="663"/>
                    </a:cubicBezTo>
                    <a:cubicBezTo>
                      <a:pt x="870" y="663"/>
                      <a:pt x="871" y="662"/>
                      <a:pt x="873" y="657"/>
                    </a:cubicBezTo>
                    <a:cubicBezTo>
                      <a:pt x="879" y="654"/>
                      <a:pt x="879" y="654"/>
                      <a:pt x="879" y="654"/>
                    </a:cubicBezTo>
                    <a:cubicBezTo>
                      <a:pt x="881" y="651"/>
                      <a:pt x="885" y="651"/>
                      <a:pt x="886" y="650"/>
                    </a:cubicBezTo>
                    <a:cubicBezTo>
                      <a:pt x="888" y="650"/>
                      <a:pt x="893" y="649"/>
                      <a:pt x="894" y="647"/>
                    </a:cubicBezTo>
                    <a:cubicBezTo>
                      <a:pt x="895" y="644"/>
                      <a:pt x="899" y="646"/>
                      <a:pt x="900" y="646"/>
                    </a:cubicBezTo>
                    <a:cubicBezTo>
                      <a:pt x="902" y="647"/>
                      <a:pt x="907" y="649"/>
                      <a:pt x="907" y="649"/>
                    </a:cubicBezTo>
                    <a:cubicBezTo>
                      <a:pt x="907" y="649"/>
                      <a:pt x="911" y="651"/>
                      <a:pt x="912" y="648"/>
                    </a:cubicBezTo>
                    <a:cubicBezTo>
                      <a:pt x="913" y="645"/>
                      <a:pt x="919" y="648"/>
                      <a:pt x="919" y="650"/>
                    </a:cubicBezTo>
                    <a:cubicBezTo>
                      <a:pt x="919" y="651"/>
                      <a:pt x="923" y="656"/>
                      <a:pt x="923" y="656"/>
                    </a:cubicBezTo>
                    <a:cubicBezTo>
                      <a:pt x="923" y="656"/>
                      <a:pt x="924" y="659"/>
                      <a:pt x="924" y="661"/>
                    </a:cubicBezTo>
                    <a:cubicBezTo>
                      <a:pt x="924" y="663"/>
                      <a:pt x="923" y="666"/>
                      <a:pt x="922" y="668"/>
                    </a:cubicBezTo>
                    <a:cubicBezTo>
                      <a:pt x="920" y="669"/>
                      <a:pt x="921" y="670"/>
                      <a:pt x="922" y="673"/>
                    </a:cubicBezTo>
                    <a:cubicBezTo>
                      <a:pt x="922" y="674"/>
                      <a:pt x="924" y="676"/>
                      <a:pt x="925" y="677"/>
                    </a:cubicBezTo>
                    <a:cubicBezTo>
                      <a:pt x="926" y="677"/>
                      <a:pt x="926" y="677"/>
                      <a:pt x="926" y="677"/>
                    </a:cubicBezTo>
                    <a:cubicBezTo>
                      <a:pt x="927" y="678"/>
                      <a:pt x="926" y="678"/>
                      <a:pt x="925" y="677"/>
                    </a:cubicBezTo>
                    <a:cubicBezTo>
                      <a:pt x="924" y="677"/>
                      <a:pt x="921" y="677"/>
                      <a:pt x="919" y="676"/>
                    </a:cubicBezTo>
                    <a:cubicBezTo>
                      <a:pt x="917" y="675"/>
                      <a:pt x="908" y="674"/>
                      <a:pt x="907" y="674"/>
                    </a:cubicBezTo>
                    <a:cubicBezTo>
                      <a:pt x="905" y="674"/>
                      <a:pt x="901" y="674"/>
                      <a:pt x="899" y="674"/>
                    </a:cubicBezTo>
                    <a:cubicBezTo>
                      <a:pt x="897" y="675"/>
                      <a:pt x="896" y="680"/>
                      <a:pt x="894" y="680"/>
                    </a:cubicBezTo>
                    <a:cubicBezTo>
                      <a:pt x="892" y="680"/>
                      <a:pt x="895" y="684"/>
                      <a:pt x="895" y="684"/>
                    </a:cubicBezTo>
                    <a:cubicBezTo>
                      <a:pt x="895" y="684"/>
                      <a:pt x="900" y="688"/>
                      <a:pt x="899" y="688"/>
                    </a:cubicBezTo>
                    <a:cubicBezTo>
                      <a:pt x="897" y="688"/>
                      <a:pt x="888" y="686"/>
                      <a:pt x="886" y="686"/>
                    </a:cubicBezTo>
                    <a:cubicBezTo>
                      <a:pt x="884" y="686"/>
                      <a:pt x="884" y="692"/>
                      <a:pt x="884" y="692"/>
                    </a:cubicBezTo>
                    <a:cubicBezTo>
                      <a:pt x="884" y="692"/>
                      <a:pt x="889" y="693"/>
                      <a:pt x="890" y="693"/>
                    </a:cubicBezTo>
                    <a:cubicBezTo>
                      <a:pt x="891" y="693"/>
                      <a:pt x="893" y="695"/>
                      <a:pt x="893" y="695"/>
                    </a:cubicBezTo>
                    <a:cubicBezTo>
                      <a:pt x="892" y="696"/>
                      <a:pt x="890" y="698"/>
                      <a:pt x="893" y="699"/>
                    </a:cubicBezTo>
                    <a:cubicBezTo>
                      <a:pt x="896" y="699"/>
                      <a:pt x="897" y="700"/>
                      <a:pt x="897" y="700"/>
                    </a:cubicBezTo>
                    <a:cubicBezTo>
                      <a:pt x="897" y="700"/>
                      <a:pt x="897" y="704"/>
                      <a:pt x="897" y="708"/>
                    </a:cubicBezTo>
                    <a:cubicBezTo>
                      <a:pt x="897" y="708"/>
                      <a:pt x="899" y="709"/>
                      <a:pt x="903" y="711"/>
                    </a:cubicBezTo>
                    <a:cubicBezTo>
                      <a:pt x="905" y="712"/>
                      <a:pt x="905" y="715"/>
                      <a:pt x="908" y="714"/>
                    </a:cubicBezTo>
                    <a:cubicBezTo>
                      <a:pt x="910" y="713"/>
                      <a:pt x="913" y="715"/>
                      <a:pt x="915" y="717"/>
                    </a:cubicBezTo>
                    <a:cubicBezTo>
                      <a:pt x="917" y="718"/>
                      <a:pt x="918" y="720"/>
                      <a:pt x="917" y="722"/>
                    </a:cubicBezTo>
                    <a:cubicBezTo>
                      <a:pt x="915" y="724"/>
                      <a:pt x="913" y="727"/>
                      <a:pt x="913" y="729"/>
                    </a:cubicBezTo>
                    <a:cubicBezTo>
                      <a:pt x="913" y="732"/>
                      <a:pt x="912" y="733"/>
                      <a:pt x="914" y="736"/>
                    </a:cubicBezTo>
                    <a:cubicBezTo>
                      <a:pt x="917" y="740"/>
                      <a:pt x="918" y="744"/>
                      <a:pt x="918" y="742"/>
                    </a:cubicBezTo>
                    <a:cubicBezTo>
                      <a:pt x="919" y="739"/>
                      <a:pt x="918" y="738"/>
                      <a:pt x="920" y="734"/>
                    </a:cubicBezTo>
                    <a:cubicBezTo>
                      <a:pt x="922" y="729"/>
                      <a:pt x="924" y="727"/>
                      <a:pt x="924" y="727"/>
                    </a:cubicBezTo>
                    <a:cubicBezTo>
                      <a:pt x="925" y="726"/>
                      <a:pt x="932" y="725"/>
                      <a:pt x="932" y="725"/>
                    </a:cubicBezTo>
                    <a:cubicBezTo>
                      <a:pt x="932" y="725"/>
                      <a:pt x="932" y="727"/>
                      <a:pt x="931" y="729"/>
                    </a:cubicBezTo>
                    <a:cubicBezTo>
                      <a:pt x="929" y="732"/>
                      <a:pt x="934" y="734"/>
                      <a:pt x="938" y="738"/>
                    </a:cubicBezTo>
                    <a:cubicBezTo>
                      <a:pt x="940" y="739"/>
                      <a:pt x="943" y="742"/>
                      <a:pt x="943" y="742"/>
                    </a:cubicBezTo>
                    <a:cubicBezTo>
                      <a:pt x="944" y="746"/>
                      <a:pt x="944" y="746"/>
                      <a:pt x="944" y="746"/>
                    </a:cubicBezTo>
                    <a:lnTo>
                      <a:pt x="938" y="748"/>
                    </a:lnTo>
                    <a:close/>
                    <a:moveTo>
                      <a:pt x="1666" y="506"/>
                    </a:moveTo>
                    <a:cubicBezTo>
                      <a:pt x="1664" y="510"/>
                      <a:pt x="1664" y="510"/>
                      <a:pt x="1664" y="510"/>
                    </a:cubicBezTo>
                    <a:cubicBezTo>
                      <a:pt x="1664" y="510"/>
                      <a:pt x="1663" y="513"/>
                      <a:pt x="1662" y="517"/>
                    </a:cubicBezTo>
                    <a:cubicBezTo>
                      <a:pt x="1662" y="522"/>
                      <a:pt x="1662" y="522"/>
                      <a:pt x="1662" y="522"/>
                    </a:cubicBezTo>
                    <a:cubicBezTo>
                      <a:pt x="1659" y="529"/>
                      <a:pt x="1659" y="529"/>
                      <a:pt x="1659" y="529"/>
                    </a:cubicBezTo>
                    <a:cubicBezTo>
                      <a:pt x="1659" y="529"/>
                      <a:pt x="1656" y="530"/>
                      <a:pt x="1654" y="530"/>
                    </a:cubicBezTo>
                    <a:cubicBezTo>
                      <a:pt x="1653" y="530"/>
                      <a:pt x="1652" y="531"/>
                      <a:pt x="1651" y="535"/>
                    </a:cubicBezTo>
                    <a:cubicBezTo>
                      <a:pt x="1651" y="537"/>
                      <a:pt x="1653" y="539"/>
                      <a:pt x="1653" y="539"/>
                    </a:cubicBezTo>
                    <a:cubicBezTo>
                      <a:pt x="1649" y="540"/>
                      <a:pt x="1649" y="540"/>
                      <a:pt x="1649" y="540"/>
                    </a:cubicBezTo>
                    <a:cubicBezTo>
                      <a:pt x="1648" y="543"/>
                      <a:pt x="1648" y="543"/>
                      <a:pt x="1648" y="543"/>
                    </a:cubicBezTo>
                    <a:cubicBezTo>
                      <a:pt x="1640" y="548"/>
                      <a:pt x="1640" y="548"/>
                      <a:pt x="1640" y="548"/>
                    </a:cubicBezTo>
                    <a:cubicBezTo>
                      <a:pt x="1632" y="551"/>
                      <a:pt x="1632" y="551"/>
                      <a:pt x="1632" y="551"/>
                    </a:cubicBezTo>
                    <a:cubicBezTo>
                      <a:pt x="1628" y="555"/>
                      <a:pt x="1628" y="555"/>
                      <a:pt x="1628" y="555"/>
                    </a:cubicBezTo>
                    <a:cubicBezTo>
                      <a:pt x="1622" y="555"/>
                      <a:pt x="1622" y="555"/>
                      <a:pt x="1622" y="555"/>
                    </a:cubicBezTo>
                    <a:cubicBezTo>
                      <a:pt x="1621" y="558"/>
                      <a:pt x="1621" y="558"/>
                      <a:pt x="1621" y="558"/>
                    </a:cubicBezTo>
                    <a:cubicBezTo>
                      <a:pt x="1615" y="564"/>
                      <a:pt x="1615" y="564"/>
                      <a:pt x="1615" y="564"/>
                    </a:cubicBezTo>
                    <a:cubicBezTo>
                      <a:pt x="1615" y="564"/>
                      <a:pt x="1612" y="565"/>
                      <a:pt x="1610" y="565"/>
                    </a:cubicBezTo>
                    <a:cubicBezTo>
                      <a:pt x="1609" y="565"/>
                      <a:pt x="1603" y="569"/>
                      <a:pt x="1603" y="569"/>
                    </a:cubicBezTo>
                    <a:cubicBezTo>
                      <a:pt x="1602" y="570"/>
                      <a:pt x="1595" y="572"/>
                      <a:pt x="1595" y="572"/>
                    </a:cubicBezTo>
                    <a:cubicBezTo>
                      <a:pt x="1589" y="571"/>
                      <a:pt x="1589" y="571"/>
                      <a:pt x="1589" y="571"/>
                    </a:cubicBezTo>
                    <a:cubicBezTo>
                      <a:pt x="1590" y="566"/>
                      <a:pt x="1590" y="566"/>
                      <a:pt x="1590" y="566"/>
                    </a:cubicBezTo>
                    <a:cubicBezTo>
                      <a:pt x="1592" y="564"/>
                      <a:pt x="1595" y="567"/>
                      <a:pt x="1595" y="567"/>
                    </a:cubicBezTo>
                    <a:cubicBezTo>
                      <a:pt x="1595" y="567"/>
                      <a:pt x="1599" y="566"/>
                      <a:pt x="1601" y="564"/>
                    </a:cubicBezTo>
                    <a:cubicBezTo>
                      <a:pt x="1604" y="563"/>
                      <a:pt x="1609" y="560"/>
                      <a:pt x="1609" y="560"/>
                    </a:cubicBezTo>
                    <a:cubicBezTo>
                      <a:pt x="1609" y="558"/>
                      <a:pt x="1610" y="558"/>
                      <a:pt x="1614" y="554"/>
                    </a:cubicBezTo>
                    <a:cubicBezTo>
                      <a:pt x="1615" y="552"/>
                      <a:pt x="1619" y="550"/>
                      <a:pt x="1619" y="550"/>
                    </a:cubicBezTo>
                    <a:cubicBezTo>
                      <a:pt x="1621" y="550"/>
                      <a:pt x="1624" y="549"/>
                      <a:pt x="1625" y="547"/>
                    </a:cubicBezTo>
                    <a:cubicBezTo>
                      <a:pt x="1626" y="545"/>
                      <a:pt x="1629" y="541"/>
                      <a:pt x="1629" y="541"/>
                    </a:cubicBezTo>
                    <a:cubicBezTo>
                      <a:pt x="1633" y="544"/>
                      <a:pt x="1633" y="544"/>
                      <a:pt x="1633" y="544"/>
                    </a:cubicBezTo>
                    <a:cubicBezTo>
                      <a:pt x="1634" y="543"/>
                      <a:pt x="1637" y="541"/>
                      <a:pt x="1641" y="537"/>
                    </a:cubicBezTo>
                    <a:cubicBezTo>
                      <a:pt x="1638" y="535"/>
                      <a:pt x="1638" y="535"/>
                      <a:pt x="1638" y="535"/>
                    </a:cubicBezTo>
                    <a:cubicBezTo>
                      <a:pt x="1639" y="533"/>
                      <a:pt x="1640" y="531"/>
                      <a:pt x="1642" y="530"/>
                    </a:cubicBezTo>
                    <a:cubicBezTo>
                      <a:pt x="1643" y="529"/>
                      <a:pt x="1646" y="527"/>
                      <a:pt x="1646" y="525"/>
                    </a:cubicBezTo>
                    <a:cubicBezTo>
                      <a:pt x="1647" y="523"/>
                      <a:pt x="1647" y="522"/>
                      <a:pt x="1647" y="519"/>
                    </a:cubicBezTo>
                    <a:cubicBezTo>
                      <a:pt x="1647" y="516"/>
                      <a:pt x="1650" y="515"/>
                      <a:pt x="1652" y="513"/>
                    </a:cubicBezTo>
                    <a:cubicBezTo>
                      <a:pt x="1653" y="511"/>
                      <a:pt x="1655" y="509"/>
                      <a:pt x="1655" y="508"/>
                    </a:cubicBezTo>
                    <a:cubicBezTo>
                      <a:pt x="1655" y="506"/>
                      <a:pt x="1657" y="505"/>
                      <a:pt x="1658" y="500"/>
                    </a:cubicBezTo>
                    <a:cubicBezTo>
                      <a:pt x="1659" y="496"/>
                      <a:pt x="1666" y="494"/>
                      <a:pt x="1666" y="494"/>
                    </a:cubicBezTo>
                    <a:cubicBezTo>
                      <a:pt x="1667" y="499"/>
                      <a:pt x="1667" y="499"/>
                      <a:pt x="1667" y="499"/>
                    </a:cubicBezTo>
                    <a:lnTo>
                      <a:pt x="1666" y="506"/>
                    </a:ln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30" name="Freeform: Shape 29">
                <a:extLst>
                  <a:ext uri="{FF2B5EF4-FFF2-40B4-BE49-F238E27FC236}">
                    <a16:creationId xmlns:a16="http://schemas.microsoft.com/office/drawing/2014/main" id="{71109B3F-9E69-FD9E-C846-427DD049BC86}"/>
                  </a:ext>
                </a:extLst>
              </p:cNvPr>
              <p:cNvSpPr>
                <a:spLocks/>
              </p:cNvSpPr>
              <p:nvPr/>
            </p:nvSpPr>
            <p:spPr bwMode="auto">
              <a:xfrm>
                <a:off x="14242513" y="2120900"/>
                <a:ext cx="1703319" cy="788789"/>
              </a:xfrm>
              <a:custGeom>
                <a:avLst/>
                <a:gdLst>
                  <a:gd name="connsiteX0" fmla="*/ 1596508 w 1703319"/>
                  <a:gd name="connsiteY0" fmla="*/ 785813 h 788789"/>
                  <a:gd name="connsiteX1" fmla="*/ 1597037 w 1703319"/>
                  <a:gd name="connsiteY1" fmla="*/ 788194 h 788789"/>
                  <a:gd name="connsiteX2" fmla="*/ 1595185 w 1703319"/>
                  <a:gd name="connsiteY2" fmla="*/ 788194 h 788789"/>
                  <a:gd name="connsiteX3" fmla="*/ 1596508 w 1703319"/>
                  <a:gd name="connsiteY3" fmla="*/ 785813 h 788789"/>
                  <a:gd name="connsiteX4" fmla="*/ 1487095 w 1703319"/>
                  <a:gd name="connsiteY4" fmla="*/ 751245 h 788789"/>
                  <a:gd name="connsiteX5" fmla="*/ 1488963 w 1703319"/>
                  <a:gd name="connsiteY5" fmla="*/ 751957 h 788789"/>
                  <a:gd name="connsiteX6" fmla="*/ 1491578 w 1703319"/>
                  <a:gd name="connsiteY6" fmla="*/ 753026 h 788789"/>
                  <a:gd name="connsiteX7" fmla="*/ 1493819 w 1703319"/>
                  <a:gd name="connsiteY7" fmla="*/ 753739 h 788789"/>
                  <a:gd name="connsiteX8" fmla="*/ 1495313 w 1703319"/>
                  <a:gd name="connsiteY8" fmla="*/ 754096 h 788789"/>
                  <a:gd name="connsiteX9" fmla="*/ 1497554 w 1703319"/>
                  <a:gd name="connsiteY9" fmla="*/ 753383 h 788789"/>
                  <a:gd name="connsiteX10" fmla="*/ 1500916 w 1703319"/>
                  <a:gd name="connsiteY10" fmla="*/ 751957 h 788789"/>
                  <a:gd name="connsiteX11" fmla="*/ 1503157 w 1703319"/>
                  <a:gd name="connsiteY11" fmla="*/ 752670 h 788789"/>
                  <a:gd name="connsiteX12" fmla="*/ 1503157 w 1703319"/>
                  <a:gd name="connsiteY12" fmla="*/ 753739 h 788789"/>
                  <a:gd name="connsiteX13" fmla="*/ 1503157 w 1703319"/>
                  <a:gd name="connsiteY13" fmla="*/ 756947 h 788789"/>
                  <a:gd name="connsiteX14" fmla="*/ 1503157 w 1703319"/>
                  <a:gd name="connsiteY14" fmla="*/ 759798 h 788789"/>
                  <a:gd name="connsiteX15" fmla="*/ 1502036 w 1703319"/>
                  <a:gd name="connsiteY15" fmla="*/ 760867 h 788789"/>
                  <a:gd name="connsiteX16" fmla="*/ 1501663 w 1703319"/>
                  <a:gd name="connsiteY16" fmla="*/ 762649 h 788789"/>
                  <a:gd name="connsiteX17" fmla="*/ 1501663 w 1703319"/>
                  <a:gd name="connsiteY17" fmla="*/ 765500 h 788789"/>
                  <a:gd name="connsiteX18" fmla="*/ 1500169 w 1703319"/>
                  <a:gd name="connsiteY18" fmla="*/ 764431 h 788789"/>
                  <a:gd name="connsiteX19" fmla="*/ 1498675 w 1703319"/>
                  <a:gd name="connsiteY19" fmla="*/ 764074 h 788789"/>
                  <a:gd name="connsiteX20" fmla="*/ 1498675 w 1703319"/>
                  <a:gd name="connsiteY20" fmla="*/ 766213 h 788789"/>
                  <a:gd name="connsiteX21" fmla="*/ 1497180 w 1703319"/>
                  <a:gd name="connsiteY21" fmla="*/ 766213 h 788789"/>
                  <a:gd name="connsiteX22" fmla="*/ 1496060 w 1703319"/>
                  <a:gd name="connsiteY22" fmla="*/ 767638 h 788789"/>
                  <a:gd name="connsiteX23" fmla="*/ 1494192 w 1703319"/>
                  <a:gd name="connsiteY23" fmla="*/ 767638 h 788789"/>
                  <a:gd name="connsiteX24" fmla="*/ 1492698 w 1703319"/>
                  <a:gd name="connsiteY24" fmla="*/ 766569 h 788789"/>
                  <a:gd name="connsiteX25" fmla="*/ 1490830 w 1703319"/>
                  <a:gd name="connsiteY25" fmla="*/ 765500 h 788789"/>
                  <a:gd name="connsiteX26" fmla="*/ 1488589 w 1703319"/>
                  <a:gd name="connsiteY26" fmla="*/ 763005 h 788789"/>
                  <a:gd name="connsiteX27" fmla="*/ 1488589 w 1703319"/>
                  <a:gd name="connsiteY27" fmla="*/ 760867 h 788789"/>
                  <a:gd name="connsiteX28" fmla="*/ 1488216 w 1703319"/>
                  <a:gd name="connsiteY28" fmla="*/ 759085 h 788789"/>
                  <a:gd name="connsiteX29" fmla="*/ 1487095 w 1703319"/>
                  <a:gd name="connsiteY29" fmla="*/ 756234 h 788789"/>
                  <a:gd name="connsiteX30" fmla="*/ 1485228 w 1703319"/>
                  <a:gd name="connsiteY30" fmla="*/ 753739 h 788789"/>
                  <a:gd name="connsiteX31" fmla="*/ 1486348 w 1703319"/>
                  <a:gd name="connsiteY31" fmla="*/ 751957 h 788789"/>
                  <a:gd name="connsiteX32" fmla="*/ 1487095 w 1703319"/>
                  <a:gd name="connsiteY32" fmla="*/ 751245 h 788789"/>
                  <a:gd name="connsiteX33" fmla="*/ 1617763 w 1703319"/>
                  <a:gd name="connsiteY33" fmla="*/ 749539 h 788789"/>
                  <a:gd name="connsiteX34" fmla="*/ 1619626 w 1703319"/>
                  <a:gd name="connsiteY34" fmla="*/ 749904 h 788789"/>
                  <a:gd name="connsiteX35" fmla="*/ 1621490 w 1703319"/>
                  <a:gd name="connsiteY35" fmla="*/ 752460 h 788789"/>
                  <a:gd name="connsiteX36" fmla="*/ 1622981 w 1703319"/>
                  <a:gd name="connsiteY36" fmla="*/ 752460 h 788789"/>
                  <a:gd name="connsiteX37" fmla="*/ 1627826 w 1703319"/>
                  <a:gd name="connsiteY37" fmla="*/ 752460 h 788789"/>
                  <a:gd name="connsiteX38" fmla="*/ 1625963 w 1703319"/>
                  <a:gd name="connsiteY38" fmla="*/ 756111 h 788789"/>
                  <a:gd name="connsiteX39" fmla="*/ 1624472 w 1703319"/>
                  <a:gd name="connsiteY39" fmla="*/ 760128 h 788789"/>
                  <a:gd name="connsiteX40" fmla="*/ 1619999 w 1703319"/>
                  <a:gd name="connsiteY40" fmla="*/ 764874 h 788789"/>
                  <a:gd name="connsiteX41" fmla="*/ 1621863 w 1703319"/>
                  <a:gd name="connsiteY41" fmla="*/ 767430 h 788789"/>
                  <a:gd name="connsiteX42" fmla="*/ 1618508 w 1703319"/>
                  <a:gd name="connsiteY42" fmla="*/ 767795 h 788789"/>
                  <a:gd name="connsiteX43" fmla="*/ 1615154 w 1703319"/>
                  <a:gd name="connsiteY43" fmla="*/ 769621 h 788789"/>
                  <a:gd name="connsiteX44" fmla="*/ 1612917 w 1703319"/>
                  <a:gd name="connsiteY44" fmla="*/ 770716 h 788789"/>
                  <a:gd name="connsiteX45" fmla="*/ 1611426 w 1703319"/>
                  <a:gd name="connsiteY45" fmla="*/ 775098 h 788789"/>
                  <a:gd name="connsiteX46" fmla="*/ 1607699 w 1703319"/>
                  <a:gd name="connsiteY46" fmla="*/ 780210 h 788789"/>
                  <a:gd name="connsiteX47" fmla="*/ 1605463 w 1703319"/>
                  <a:gd name="connsiteY47" fmla="*/ 783131 h 788789"/>
                  <a:gd name="connsiteX48" fmla="*/ 1601736 w 1703319"/>
                  <a:gd name="connsiteY48" fmla="*/ 783861 h 788789"/>
                  <a:gd name="connsiteX49" fmla="*/ 1597636 w 1703319"/>
                  <a:gd name="connsiteY49" fmla="*/ 783861 h 788789"/>
                  <a:gd name="connsiteX50" fmla="*/ 1596145 w 1703319"/>
                  <a:gd name="connsiteY50" fmla="*/ 783861 h 788789"/>
                  <a:gd name="connsiteX51" fmla="*/ 1593908 w 1703319"/>
                  <a:gd name="connsiteY51" fmla="*/ 782035 h 788789"/>
                  <a:gd name="connsiteX52" fmla="*/ 1589063 w 1703319"/>
                  <a:gd name="connsiteY52" fmla="*/ 780575 h 788789"/>
                  <a:gd name="connsiteX53" fmla="*/ 1592045 w 1703319"/>
                  <a:gd name="connsiteY53" fmla="*/ 777289 h 788789"/>
                  <a:gd name="connsiteX54" fmla="*/ 1594654 w 1703319"/>
                  <a:gd name="connsiteY54" fmla="*/ 773637 h 788789"/>
                  <a:gd name="connsiteX55" fmla="*/ 1598754 w 1703319"/>
                  <a:gd name="connsiteY55" fmla="*/ 769621 h 788789"/>
                  <a:gd name="connsiteX56" fmla="*/ 1603972 w 1703319"/>
                  <a:gd name="connsiteY56" fmla="*/ 766335 h 788789"/>
                  <a:gd name="connsiteX57" fmla="*/ 1609190 w 1703319"/>
                  <a:gd name="connsiteY57" fmla="*/ 763049 h 788789"/>
                  <a:gd name="connsiteX58" fmla="*/ 1611426 w 1703319"/>
                  <a:gd name="connsiteY58" fmla="*/ 760128 h 788789"/>
                  <a:gd name="connsiteX59" fmla="*/ 1614781 w 1703319"/>
                  <a:gd name="connsiteY59" fmla="*/ 755016 h 788789"/>
                  <a:gd name="connsiteX60" fmla="*/ 1616272 w 1703319"/>
                  <a:gd name="connsiteY60" fmla="*/ 752095 h 788789"/>
                  <a:gd name="connsiteX61" fmla="*/ 1617763 w 1703319"/>
                  <a:gd name="connsiteY61" fmla="*/ 749539 h 788789"/>
                  <a:gd name="connsiteX62" fmla="*/ 1501258 w 1703319"/>
                  <a:gd name="connsiteY62" fmla="*/ 746414 h 788789"/>
                  <a:gd name="connsiteX63" fmla="*/ 1502581 w 1703319"/>
                  <a:gd name="connsiteY63" fmla="*/ 746702 h 788789"/>
                  <a:gd name="connsiteX64" fmla="*/ 1503375 w 1703319"/>
                  <a:gd name="connsiteY64" fmla="*/ 747857 h 788789"/>
                  <a:gd name="connsiteX65" fmla="*/ 1502581 w 1703319"/>
                  <a:gd name="connsiteY65" fmla="*/ 749011 h 788789"/>
                  <a:gd name="connsiteX66" fmla="*/ 1501787 w 1703319"/>
                  <a:gd name="connsiteY66" fmla="*/ 747280 h 788789"/>
                  <a:gd name="connsiteX67" fmla="*/ 1501258 w 1703319"/>
                  <a:gd name="connsiteY67" fmla="*/ 746414 h 788789"/>
                  <a:gd name="connsiteX68" fmla="*/ 1482671 w 1703319"/>
                  <a:gd name="connsiteY68" fmla="*/ 744856 h 788789"/>
                  <a:gd name="connsiteX69" fmla="*/ 1483069 w 1703319"/>
                  <a:gd name="connsiteY69" fmla="*/ 745808 h 788789"/>
                  <a:gd name="connsiteX70" fmla="*/ 1482671 w 1703319"/>
                  <a:gd name="connsiteY70" fmla="*/ 747396 h 788789"/>
                  <a:gd name="connsiteX71" fmla="*/ 1482076 w 1703319"/>
                  <a:gd name="connsiteY71" fmla="*/ 746126 h 788789"/>
                  <a:gd name="connsiteX72" fmla="*/ 1482671 w 1703319"/>
                  <a:gd name="connsiteY72" fmla="*/ 744856 h 788789"/>
                  <a:gd name="connsiteX73" fmla="*/ 1633112 w 1703319"/>
                  <a:gd name="connsiteY73" fmla="*/ 728160 h 788789"/>
                  <a:gd name="connsiteX74" fmla="*/ 1634972 w 1703319"/>
                  <a:gd name="connsiteY74" fmla="*/ 730692 h 788789"/>
                  <a:gd name="connsiteX75" fmla="*/ 1637205 w 1703319"/>
                  <a:gd name="connsiteY75" fmla="*/ 733948 h 788789"/>
                  <a:gd name="connsiteX76" fmla="*/ 1642786 w 1703319"/>
                  <a:gd name="connsiteY76" fmla="*/ 735394 h 788789"/>
                  <a:gd name="connsiteX77" fmla="*/ 1646135 w 1703319"/>
                  <a:gd name="connsiteY77" fmla="*/ 732862 h 788789"/>
                  <a:gd name="connsiteX78" fmla="*/ 1647623 w 1703319"/>
                  <a:gd name="connsiteY78" fmla="*/ 735756 h 788789"/>
                  <a:gd name="connsiteX79" fmla="*/ 1645762 w 1703319"/>
                  <a:gd name="connsiteY79" fmla="*/ 738650 h 788789"/>
                  <a:gd name="connsiteX80" fmla="*/ 1644274 w 1703319"/>
                  <a:gd name="connsiteY80" fmla="*/ 740820 h 788789"/>
                  <a:gd name="connsiteX81" fmla="*/ 1643158 w 1703319"/>
                  <a:gd name="connsiteY81" fmla="*/ 741905 h 788789"/>
                  <a:gd name="connsiteX82" fmla="*/ 1640553 w 1703319"/>
                  <a:gd name="connsiteY82" fmla="*/ 742629 h 788789"/>
                  <a:gd name="connsiteX83" fmla="*/ 1640553 w 1703319"/>
                  <a:gd name="connsiteY83" fmla="*/ 746607 h 788789"/>
                  <a:gd name="connsiteX84" fmla="*/ 1637949 w 1703319"/>
                  <a:gd name="connsiteY84" fmla="*/ 749863 h 788789"/>
                  <a:gd name="connsiteX85" fmla="*/ 1634228 w 1703319"/>
                  <a:gd name="connsiteY85" fmla="*/ 753118 h 788789"/>
                  <a:gd name="connsiteX86" fmla="*/ 1631623 w 1703319"/>
                  <a:gd name="connsiteY86" fmla="*/ 754565 h 788789"/>
                  <a:gd name="connsiteX87" fmla="*/ 1629763 w 1703319"/>
                  <a:gd name="connsiteY87" fmla="*/ 752033 h 788789"/>
                  <a:gd name="connsiteX88" fmla="*/ 1630507 w 1703319"/>
                  <a:gd name="connsiteY88" fmla="*/ 748054 h 788789"/>
                  <a:gd name="connsiteX89" fmla="*/ 1628275 w 1703319"/>
                  <a:gd name="connsiteY89" fmla="*/ 745161 h 788789"/>
                  <a:gd name="connsiteX90" fmla="*/ 1624554 w 1703319"/>
                  <a:gd name="connsiteY90" fmla="*/ 743352 h 788789"/>
                  <a:gd name="connsiteX91" fmla="*/ 1626414 w 1703319"/>
                  <a:gd name="connsiteY91" fmla="*/ 740820 h 788789"/>
                  <a:gd name="connsiteX92" fmla="*/ 1628647 w 1703319"/>
                  <a:gd name="connsiteY92" fmla="*/ 737565 h 788789"/>
                  <a:gd name="connsiteX93" fmla="*/ 1629019 w 1703319"/>
                  <a:gd name="connsiteY93" fmla="*/ 733224 h 788789"/>
                  <a:gd name="connsiteX94" fmla="*/ 1630507 w 1703319"/>
                  <a:gd name="connsiteY94" fmla="*/ 729607 h 788789"/>
                  <a:gd name="connsiteX95" fmla="*/ 1632368 w 1703319"/>
                  <a:gd name="connsiteY95" fmla="*/ 729607 h 788789"/>
                  <a:gd name="connsiteX96" fmla="*/ 1633112 w 1703319"/>
                  <a:gd name="connsiteY96" fmla="*/ 728160 h 788789"/>
                  <a:gd name="connsiteX97" fmla="*/ 1628610 w 1703319"/>
                  <a:gd name="connsiteY97" fmla="*/ 725885 h 788789"/>
                  <a:gd name="connsiteX98" fmla="*/ 1628258 w 1703319"/>
                  <a:gd name="connsiteY98" fmla="*/ 729457 h 788789"/>
                  <a:gd name="connsiteX99" fmla="*/ 1626141 w 1703319"/>
                  <a:gd name="connsiteY99" fmla="*/ 727473 h 788789"/>
                  <a:gd name="connsiteX100" fmla="*/ 1628610 w 1703319"/>
                  <a:gd name="connsiteY100" fmla="*/ 725885 h 788789"/>
                  <a:gd name="connsiteX101" fmla="*/ 1451517 w 1703319"/>
                  <a:gd name="connsiteY101" fmla="*/ 722313 h 788789"/>
                  <a:gd name="connsiteX102" fmla="*/ 1453898 w 1703319"/>
                  <a:gd name="connsiteY102" fmla="*/ 722710 h 788789"/>
                  <a:gd name="connsiteX103" fmla="*/ 1454295 w 1703319"/>
                  <a:gd name="connsiteY103" fmla="*/ 723901 h 788789"/>
                  <a:gd name="connsiteX104" fmla="*/ 1451914 w 1703319"/>
                  <a:gd name="connsiteY104" fmla="*/ 724694 h 788789"/>
                  <a:gd name="connsiteX105" fmla="*/ 1449929 w 1703319"/>
                  <a:gd name="connsiteY105" fmla="*/ 725091 h 788789"/>
                  <a:gd name="connsiteX106" fmla="*/ 1447548 w 1703319"/>
                  <a:gd name="connsiteY106" fmla="*/ 724694 h 788789"/>
                  <a:gd name="connsiteX107" fmla="*/ 1448739 w 1703319"/>
                  <a:gd name="connsiteY107" fmla="*/ 723504 h 788789"/>
                  <a:gd name="connsiteX108" fmla="*/ 1451517 w 1703319"/>
                  <a:gd name="connsiteY108" fmla="*/ 722313 h 788789"/>
                  <a:gd name="connsiteX109" fmla="*/ 1618601 w 1703319"/>
                  <a:gd name="connsiteY109" fmla="*/ 716704 h 788789"/>
                  <a:gd name="connsiteX110" fmla="*/ 1625348 w 1703319"/>
                  <a:gd name="connsiteY110" fmla="*/ 719297 h 788789"/>
                  <a:gd name="connsiteX111" fmla="*/ 1628126 w 1703319"/>
                  <a:gd name="connsiteY111" fmla="*/ 722260 h 788789"/>
                  <a:gd name="connsiteX112" fmla="*/ 1628523 w 1703319"/>
                  <a:gd name="connsiteY112" fmla="*/ 725224 h 788789"/>
                  <a:gd name="connsiteX113" fmla="*/ 1625745 w 1703319"/>
                  <a:gd name="connsiteY113" fmla="*/ 726335 h 788789"/>
                  <a:gd name="connsiteX114" fmla="*/ 1622570 w 1703319"/>
                  <a:gd name="connsiteY114" fmla="*/ 722631 h 788789"/>
                  <a:gd name="connsiteX115" fmla="*/ 1620585 w 1703319"/>
                  <a:gd name="connsiteY115" fmla="*/ 720038 h 788789"/>
                  <a:gd name="connsiteX116" fmla="*/ 1618601 w 1703319"/>
                  <a:gd name="connsiteY116" fmla="*/ 716704 h 788789"/>
                  <a:gd name="connsiteX117" fmla="*/ 1030171 w 1703319"/>
                  <a:gd name="connsiteY117" fmla="*/ 603250 h 788789"/>
                  <a:gd name="connsiteX118" fmla="*/ 1030909 w 1703319"/>
                  <a:gd name="connsiteY118" fmla="*/ 603612 h 788789"/>
                  <a:gd name="connsiteX119" fmla="*/ 1032384 w 1703319"/>
                  <a:gd name="connsiteY119" fmla="*/ 604337 h 788789"/>
                  <a:gd name="connsiteX120" fmla="*/ 1033122 w 1703319"/>
                  <a:gd name="connsiteY120" fmla="*/ 605787 h 788789"/>
                  <a:gd name="connsiteX121" fmla="*/ 1033491 w 1703319"/>
                  <a:gd name="connsiteY121" fmla="*/ 607598 h 788789"/>
                  <a:gd name="connsiteX122" fmla="*/ 1034228 w 1703319"/>
                  <a:gd name="connsiteY122" fmla="*/ 609048 h 788789"/>
                  <a:gd name="connsiteX123" fmla="*/ 1034228 w 1703319"/>
                  <a:gd name="connsiteY123" fmla="*/ 610497 h 788789"/>
                  <a:gd name="connsiteX124" fmla="*/ 1034597 w 1703319"/>
                  <a:gd name="connsiteY124" fmla="*/ 612672 h 788789"/>
                  <a:gd name="connsiteX125" fmla="*/ 1035704 w 1703319"/>
                  <a:gd name="connsiteY125" fmla="*/ 615571 h 788789"/>
                  <a:gd name="connsiteX126" fmla="*/ 1036810 w 1703319"/>
                  <a:gd name="connsiteY126" fmla="*/ 618832 h 788789"/>
                  <a:gd name="connsiteX127" fmla="*/ 1036441 w 1703319"/>
                  <a:gd name="connsiteY127" fmla="*/ 620281 h 788789"/>
                  <a:gd name="connsiteX128" fmla="*/ 1035704 w 1703319"/>
                  <a:gd name="connsiteY128" fmla="*/ 621006 h 788789"/>
                  <a:gd name="connsiteX129" fmla="*/ 1033860 w 1703319"/>
                  <a:gd name="connsiteY129" fmla="*/ 621006 h 788789"/>
                  <a:gd name="connsiteX130" fmla="*/ 1033122 w 1703319"/>
                  <a:gd name="connsiteY130" fmla="*/ 619557 h 788789"/>
                  <a:gd name="connsiteX131" fmla="*/ 1032753 w 1703319"/>
                  <a:gd name="connsiteY131" fmla="*/ 620644 h 788789"/>
                  <a:gd name="connsiteX132" fmla="*/ 1032753 w 1703319"/>
                  <a:gd name="connsiteY132" fmla="*/ 621731 h 788789"/>
                  <a:gd name="connsiteX133" fmla="*/ 1033491 w 1703319"/>
                  <a:gd name="connsiteY133" fmla="*/ 623543 h 788789"/>
                  <a:gd name="connsiteX134" fmla="*/ 1033122 w 1703319"/>
                  <a:gd name="connsiteY134" fmla="*/ 625717 h 788789"/>
                  <a:gd name="connsiteX135" fmla="*/ 1031278 w 1703319"/>
                  <a:gd name="connsiteY135" fmla="*/ 627166 h 788789"/>
                  <a:gd name="connsiteX136" fmla="*/ 1031278 w 1703319"/>
                  <a:gd name="connsiteY136" fmla="*/ 629703 h 788789"/>
                  <a:gd name="connsiteX137" fmla="*/ 1031278 w 1703319"/>
                  <a:gd name="connsiteY137" fmla="*/ 631152 h 788789"/>
                  <a:gd name="connsiteX138" fmla="*/ 1030540 w 1703319"/>
                  <a:gd name="connsiteY138" fmla="*/ 634051 h 788789"/>
                  <a:gd name="connsiteX139" fmla="*/ 1030540 w 1703319"/>
                  <a:gd name="connsiteY139" fmla="*/ 635138 h 788789"/>
                  <a:gd name="connsiteX140" fmla="*/ 1029434 w 1703319"/>
                  <a:gd name="connsiteY140" fmla="*/ 637312 h 788789"/>
                  <a:gd name="connsiteX141" fmla="*/ 1029434 w 1703319"/>
                  <a:gd name="connsiteY141" fmla="*/ 639487 h 788789"/>
                  <a:gd name="connsiteX142" fmla="*/ 1028327 w 1703319"/>
                  <a:gd name="connsiteY142" fmla="*/ 641661 h 788789"/>
                  <a:gd name="connsiteX143" fmla="*/ 1027959 w 1703319"/>
                  <a:gd name="connsiteY143" fmla="*/ 643110 h 788789"/>
                  <a:gd name="connsiteX144" fmla="*/ 1027221 w 1703319"/>
                  <a:gd name="connsiteY144" fmla="*/ 644560 h 788789"/>
                  <a:gd name="connsiteX145" fmla="*/ 1026852 w 1703319"/>
                  <a:gd name="connsiteY145" fmla="*/ 646009 h 788789"/>
                  <a:gd name="connsiteX146" fmla="*/ 1026114 w 1703319"/>
                  <a:gd name="connsiteY146" fmla="*/ 647459 h 788789"/>
                  <a:gd name="connsiteX147" fmla="*/ 1025008 w 1703319"/>
                  <a:gd name="connsiteY147" fmla="*/ 649270 h 788789"/>
                  <a:gd name="connsiteX148" fmla="*/ 1025008 w 1703319"/>
                  <a:gd name="connsiteY148" fmla="*/ 650720 h 788789"/>
                  <a:gd name="connsiteX149" fmla="*/ 1024639 w 1703319"/>
                  <a:gd name="connsiteY149" fmla="*/ 652532 h 788789"/>
                  <a:gd name="connsiteX150" fmla="*/ 1023902 w 1703319"/>
                  <a:gd name="connsiteY150" fmla="*/ 654343 h 788789"/>
                  <a:gd name="connsiteX151" fmla="*/ 1023533 w 1703319"/>
                  <a:gd name="connsiteY151" fmla="*/ 655793 h 788789"/>
                  <a:gd name="connsiteX152" fmla="*/ 1023164 w 1703319"/>
                  <a:gd name="connsiteY152" fmla="*/ 657605 h 788789"/>
                  <a:gd name="connsiteX153" fmla="*/ 1022426 w 1703319"/>
                  <a:gd name="connsiteY153" fmla="*/ 659417 h 788789"/>
                  <a:gd name="connsiteX154" fmla="*/ 1022057 w 1703319"/>
                  <a:gd name="connsiteY154" fmla="*/ 661228 h 788789"/>
                  <a:gd name="connsiteX155" fmla="*/ 1021320 w 1703319"/>
                  <a:gd name="connsiteY155" fmla="*/ 662678 h 788789"/>
                  <a:gd name="connsiteX156" fmla="*/ 1021320 w 1703319"/>
                  <a:gd name="connsiteY156" fmla="*/ 664127 h 788789"/>
                  <a:gd name="connsiteX157" fmla="*/ 1020213 w 1703319"/>
                  <a:gd name="connsiteY157" fmla="*/ 665214 h 788789"/>
                  <a:gd name="connsiteX158" fmla="*/ 1019476 w 1703319"/>
                  <a:gd name="connsiteY158" fmla="*/ 666301 h 788789"/>
                  <a:gd name="connsiteX159" fmla="*/ 1018369 w 1703319"/>
                  <a:gd name="connsiteY159" fmla="*/ 667751 h 788789"/>
                  <a:gd name="connsiteX160" fmla="*/ 1017263 w 1703319"/>
                  <a:gd name="connsiteY160" fmla="*/ 667751 h 788789"/>
                  <a:gd name="connsiteX161" fmla="*/ 1016525 w 1703319"/>
                  <a:gd name="connsiteY161" fmla="*/ 668113 h 788789"/>
                  <a:gd name="connsiteX162" fmla="*/ 1014681 w 1703319"/>
                  <a:gd name="connsiteY162" fmla="*/ 668476 h 788789"/>
                  <a:gd name="connsiteX163" fmla="*/ 1012837 w 1703319"/>
                  <a:gd name="connsiteY163" fmla="*/ 669563 h 788789"/>
                  <a:gd name="connsiteX164" fmla="*/ 1011362 w 1703319"/>
                  <a:gd name="connsiteY164" fmla="*/ 669925 h 788789"/>
                  <a:gd name="connsiteX165" fmla="*/ 1010255 w 1703319"/>
                  <a:gd name="connsiteY165" fmla="*/ 669563 h 788789"/>
                  <a:gd name="connsiteX166" fmla="*/ 1009149 w 1703319"/>
                  <a:gd name="connsiteY166" fmla="*/ 669200 h 788789"/>
                  <a:gd name="connsiteX167" fmla="*/ 1008411 w 1703319"/>
                  <a:gd name="connsiteY167" fmla="*/ 668838 h 788789"/>
                  <a:gd name="connsiteX168" fmla="*/ 1007674 w 1703319"/>
                  <a:gd name="connsiteY168" fmla="*/ 668113 h 788789"/>
                  <a:gd name="connsiteX169" fmla="*/ 1006936 w 1703319"/>
                  <a:gd name="connsiteY169" fmla="*/ 667389 h 788789"/>
                  <a:gd name="connsiteX170" fmla="*/ 1005461 w 1703319"/>
                  <a:gd name="connsiteY170" fmla="*/ 667026 h 788789"/>
                  <a:gd name="connsiteX171" fmla="*/ 1004354 w 1703319"/>
                  <a:gd name="connsiteY171" fmla="*/ 665577 h 788789"/>
                  <a:gd name="connsiteX172" fmla="*/ 1003617 w 1703319"/>
                  <a:gd name="connsiteY172" fmla="*/ 664127 h 788789"/>
                  <a:gd name="connsiteX173" fmla="*/ 1002879 w 1703319"/>
                  <a:gd name="connsiteY173" fmla="*/ 663403 h 788789"/>
                  <a:gd name="connsiteX174" fmla="*/ 1002879 w 1703319"/>
                  <a:gd name="connsiteY174" fmla="*/ 662315 h 788789"/>
                  <a:gd name="connsiteX175" fmla="*/ 1003248 w 1703319"/>
                  <a:gd name="connsiteY175" fmla="*/ 659779 h 788789"/>
                  <a:gd name="connsiteX176" fmla="*/ 1003248 w 1703319"/>
                  <a:gd name="connsiteY176" fmla="*/ 659054 h 788789"/>
                  <a:gd name="connsiteX177" fmla="*/ 1001772 w 1703319"/>
                  <a:gd name="connsiteY177" fmla="*/ 656518 h 788789"/>
                  <a:gd name="connsiteX178" fmla="*/ 1001404 w 1703319"/>
                  <a:gd name="connsiteY178" fmla="*/ 655068 h 788789"/>
                  <a:gd name="connsiteX179" fmla="*/ 1001404 w 1703319"/>
                  <a:gd name="connsiteY179" fmla="*/ 653981 h 788789"/>
                  <a:gd name="connsiteX180" fmla="*/ 1002879 w 1703319"/>
                  <a:gd name="connsiteY180" fmla="*/ 652894 h 788789"/>
                  <a:gd name="connsiteX181" fmla="*/ 1001772 w 1703319"/>
                  <a:gd name="connsiteY181" fmla="*/ 651082 h 788789"/>
                  <a:gd name="connsiteX182" fmla="*/ 1002141 w 1703319"/>
                  <a:gd name="connsiteY182" fmla="*/ 649633 h 788789"/>
                  <a:gd name="connsiteX183" fmla="*/ 1002879 w 1703319"/>
                  <a:gd name="connsiteY183" fmla="*/ 648546 h 788789"/>
                  <a:gd name="connsiteX184" fmla="*/ 1003985 w 1703319"/>
                  <a:gd name="connsiteY184" fmla="*/ 647821 h 788789"/>
                  <a:gd name="connsiteX185" fmla="*/ 1003985 w 1703319"/>
                  <a:gd name="connsiteY185" fmla="*/ 647459 h 788789"/>
                  <a:gd name="connsiteX186" fmla="*/ 1003985 w 1703319"/>
                  <a:gd name="connsiteY186" fmla="*/ 646371 h 788789"/>
                  <a:gd name="connsiteX187" fmla="*/ 1005092 w 1703319"/>
                  <a:gd name="connsiteY187" fmla="*/ 645647 h 788789"/>
                  <a:gd name="connsiteX188" fmla="*/ 1005829 w 1703319"/>
                  <a:gd name="connsiteY188" fmla="*/ 643835 h 788789"/>
                  <a:gd name="connsiteX189" fmla="*/ 1006567 w 1703319"/>
                  <a:gd name="connsiteY189" fmla="*/ 642748 h 788789"/>
                  <a:gd name="connsiteX190" fmla="*/ 1006936 w 1703319"/>
                  <a:gd name="connsiteY190" fmla="*/ 640211 h 788789"/>
                  <a:gd name="connsiteX191" fmla="*/ 1006936 w 1703319"/>
                  <a:gd name="connsiteY191" fmla="*/ 639487 h 788789"/>
                  <a:gd name="connsiteX192" fmla="*/ 1006198 w 1703319"/>
                  <a:gd name="connsiteY192" fmla="*/ 638037 h 788789"/>
                  <a:gd name="connsiteX193" fmla="*/ 1005461 w 1703319"/>
                  <a:gd name="connsiteY193" fmla="*/ 637312 h 788789"/>
                  <a:gd name="connsiteX194" fmla="*/ 1005461 w 1703319"/>
                  <a:gd name="connsiteY194" fmla="*/ 633326 h 788789"/>
                  <a:gd name="connsiteX195" fmla="*/ 1005092 w 1703319"/>
                  <a:gd name="connsiteY195" fmla="*/ 631877 h 788789"/>
                  <a:gd name="connsiteX196" fmla="*/ 1005092 w 1703319"/>
                  <a:gd name="connsiteY196" fmla="*/ 630790 h 788789"/>
                  <a:gd name="connsiteX197" fmla="*/ 1005092 w 1703319"/>
                  <a:gd name="connsiteY197" fmla="*/ 629703 h 788789"/>
                  <a:gd name="connsiteX198" fmla="*/ 1005461 w 1703319"/>
                  <a:gd name="connsiteY198" fmla="*/ 628253 h 788789"/>
                  <a:gd name="connsiteX199" fmla="*/ 1005829 w 1703319"/>
                  <a:gd name="connsiteY199" fmla="*/ 627166 h 788789"/>
                  <a:gd name="connsiteX200" fmla="*/ 1006936 w 1703319"/>
                  <a:gd name="connsiteY200" fmla="*/ 624630 h 788789"/>
                  <a:gd name="connsiteX201" fmla="*/ 1007674 w 1703319"/>
                  <a:gd name="connsiteY201" fmla="*/ 622818 h 788789"/>
                  <a:gd name="connsiteX202" fmla="*/ 1009149 w 1703319"/>
                  <a:gd name="connsiteY202" fmla="*/ 623180 h 788789"/>
                  <a:gd name="connsiteX203" fmla="*/ 1010255 w 1703319"/>
                  <a:gd name="connsiteY203" fmla="*/ 622093 h 788789"/>
                  <a:gd name="connsiteX204" fmla="*/ 1012099 w 1703319"/>
                  <a:gd name="connsiteY204" fmla="*/ 621731 h 788789"/>
                  <a:gd name="connsiteX205" fmla="*/ 1013575 w 1703319"/>
                  <a:gd name="connsiteY205" fmla="*/ 621368 h 788789"/>
                  <a:gd name="connsiteX206" fmla="*/ 1015050 w 1703319"/>
                  <a:gd name="connsiteY206" fmla="*/ 621731 h 788789"/>
                  <a:gd name="connsiteX207" fmla="*/ 1016525 w 1703319"/>
                  <a:gd name="connsiteY207" fmla="*/ 621731 h 788789"/>
                  <a:gd name="connsiteX208" fmla="*/ 1016525 w 1703319"/>
                  <a:gd name="connsiteY208" fmla="*/ 620644 h 788789"/>
                  <a:gd name="connsiteX209" fmla="*/ 1018000 w 1703319"/>
                  <a:gd name="connsiteY209" fmla="*/ 619194 h 788789"/>
                  <a:gd name="connsiteX210" fmla="*/ 1019476 w 1703319"/>
                  <a:gd name="connsiteY210" fmla="*/ 618832 h 788789"/>
                  <a:gd name="connsiteX211" fmla="*/ 1020582 w 1703319"/>
                  <a:gd name="connsiteY211" fmla="*/ 618107 h 788789"/>
                  <a:gd name="connsiteX212" fmla="*/ 1020582 w 1703319"/>
                  <a:gd name="connsiteY212" fmla="*/ 616658 h 788789"/>
                  <a:gd name="connsiteX213" fmla="*/ 1023164 w 1703319"/>
                  <a:gd name="connsiteY213" fmla="*/ 616295 h 788789"/>
                  <a:gd name="connsiteX214" fmla="*/ 1023164 w 1703319"/>
                  <a:gd name="connsiteY214" fmla="*/ 615208 h 788789"/>
                  <a:gd name="connsiteX215" fmla="*/ 1023902 w 1703319"/>
                  <a:gd name="connsiteY215" fmla="*/ 613396 h 788789"/>
                  <a:gd name="connsiteX216" fmla="*/ 1023902 w 1703319"/>
                  <a:gd name="connsiteY216" fmla="*/ 613034 h 788789"/>
                  <a:gd name="connsiteX217" fmla="*/ 1024270 w 1703319"/>
                  <a:gd name="connsiteY217" fmla="*/ 612309 h 788789"/>
                  <a:gd name="connsiteX218" fmla="*/ 1024270 w 1703319"/>
                  <a:gd name="connsiteY218" fmla="*/ 611222 h 788789"/>
                  <a:gd name="connsiteX219" fmla="*/ 1026114 w 1703319"/>
                  <a:gd name="connsiteY219" fmla="*/ 610860 h 788789"/>
                  <a:gd name="connsiteX220" fmla="*/ 1027221 w 1703319"/>
                  <a:gd name="connsiteY220" fmla="*/ 609773 h 788789"/>
                  <a:gd name="connsiteX221" fmla="*/ 1028696 w 1703319"/>
                  <a:gd name="connsiteY221" fmla="*/ 608323 h 788789"/>
                  <a:gd name="connsiteX222" fmla="*/ 1028696 w 1703319"/>
                  <a:gd name="connsiteY222" fmla="*/ 607598 h 788789"/>
                  <a:gd name="connsiteX223" fmla="*/ 1028327 w 1703319"/>
                  <a:gd name="connsiteY223" fmla="*/ 605787 h 788789"/>
                  <a:gd name="connsiteX224" fmla="*/ 1028696 w 1703319"/>
                  <a:gd name="connsiteY224" fmla="*/ 604700 h 788789"/>
                  <a:gd name="connsiteX225" fmla="*/ 1030171 w 1703319"/>
                  <a:gd name="connsiteY225" fmla="*/ 603250 h 788789"/>
                  <a:gd name="connsiteX226" fmla="*/ 1475827 w 1703319"/>
                  <a:gd name="connsiteY226" fmla="*/ 597263 h 788789"/>
                  <a:gd name="connsiteX227" fmla="*/ 1476549 w 1703319"/>
                  <a:gd name="connsiteY227" fmla="*/ 597263 h 788789"/>
                  <a:gd name="connsiteX228" fmla="*/ 1476549 w 1703319"/>
                  <a:gd name="connsiteY228" fmla="*/ 597990 h 788789"/>
                  <a:gd name="connsiteX229" fmla="*/ 1477272 w 1703319"/>
                  <a:gd name="connsiteY229" fmla="*/ 599080 h 788789"/>
                  <a:gd name="connsiteX230" fmla="*/ 1477272 w 1703319"/>
                  <a:gd name="connsiteY230" fmla="*/ 600533 h 788789"/>
                  <a:gd name="connsiteX231" fmla="*/ 1477995 w 1703319"/>
                  <a:gd name="connsiteY231" fmla="*/ 601260 h 788789"/>
                  <a:gd name="connsiteX232" fmla="*/ 1478717 w 1703319"/>
                  <a:gd name="connsiteY232" fmla="*/ 602350 h 788789"/>
                  <a:gd name="connsiteX233" fmla="*/ 1478717 w 1703319"/>
                  <a:gd name="connsiteY233" fmla="*/ 603803 h 788789"/>
                  <a:gd name="connsiteX234" fmla="*/ 1479440 w 1703319"/>
                  <a:gd name="connsiteY234" fmla="*/ 604893 h 788789"/>
                  <a:gd name="connsiteX235" fmla="*/ 1480163 w 1703319"/>
                  <a:gd name="connsiteY235" fmla="*/ 605620 h 788789"/>
                  <a:gd name="connsiteX236" fmla="*/ 1480524 w 1703319"/>
                  <a:gd name="connsiteY236" fmla="*/ 607073 h 788789"/>
                  <a:gd name="connsiteX237" fmla="*/ 1480524 w 1703319"/>
                  <a:gd name="connsiteY237" fmla="*/ 608526 h 788789"/>
                  <a:gd name="connsiteX238" fmla="*/ 1480885 w 1703319"/>
                  <a:gd name="connsiteY238" fmla="*/ 610343 h 788789"/>
                  <a:gd name="connsiteX239" fmla="*/ 1481247 w 1703319"/>
                  <a:gd name="connsiteY239" fmla="*/ 611796 h 788789"/>
                  <a:gd name="connsiteX240" fmla="*/ 1481608 w 1703319"/>
                  <a:gd name="connsiteY240" fmla="*/ 612886 h 788789"/>
                  <a:gd name="connsiteX241" fmla="*/ 1481969 w 1703319"/>
                  <a:gd name="connsiteY241" fmla="*/ 613976 h 788789"/>
                  <a:gd name="connsiteX242" fmla="*/ 1483053 w 1703319"/>
                  <a:gd name="connsiteY242" fmla="*/ 615066 h 788789"/>
                  <a:gd name="connsiteX243" fmla="*/ 1484499 w 1703319"/>
                  <a:gd name="connsiteY243" fmla="*/ 614702 h 788789"/>
                  <a:gd name="connsiteX244" fmla="*/ 1485944 w 1703319"/>
                  <a:gd name="connsiteY244" fmla="*/ 613976 h 788789"/>
                  <a:gd name="connsiteX245" fmla="*/ 1486305 w 1703319"/>
                  <a:gd name="connsiteY245" fmla="*/ 614702 h 788789"/>
                  <a:gd name="connsiteX246" fmla="*/ 1487389 w 1703319"/>
                  <a:gd name="connsiteY246" fmla="*/ 615792 h 788789"/>
                  <a:gd name="connsiteX247" fmla="*/ 1488112 w 1703319"/>
                  <a:gd name="connsiteY247" fmla="*/ 616519 h 788789"/>
                  <a:gd name="connsiteX248" fmla="*/ 1489196 w 1703319"/>
                  <a:gd name="connsiteY248" fmla="*/ 617245 h 788789"/>
                  <a:gd name="connsiteX249" fmla="*/ 1489196 w 1703319"/>
                  <a:gd name="connsiteY249" fmla="*/ 618699 h 788789"/>
                  <a:gd name="connsiteX250" fmla="*/ 1489557 w 1703319"/>
                  <a:gd name="connsiteY250" fmla="*/ 620515 h 788789"/>
                  <a:gd name="connsiteX251" fmla="*/ 1489557 w 1703319"/>
                  <a:gd name="connsiteY251" fmla="*/ 622332 h 788789"/>
                  <a:gd name="connsiteX252" fmla="*/ 1489557 w 1703319"/>
                  <a:gd name="connsiteY252" fmla="*/ 624512 h 788789"/>
                  <a:gd name="connsiteX253" fmla="*/ 1490280 w 1703319"/>
                  <a:gd name="connsiteY253" fmla="*/ 625238 h 788789"/>
                  <a:gd name="connsiteX254" fmla="*/ 1490641 w 1703319"/>
                  <a:gd name="connsiteY254" fmla="*/ 625965 h 788789"/>
                  <a:gd name="connsiteX255" fmla="*/ 1491364 w 1703319"/>
                  <a:gd name="connsiteY255" fmla="*/ 627055 h 788789"/>
                  <a:gd name="connsiteX256" fmla="*/ 1492448 w 1703319"/>
                  <a:gd name="connsiteY256" fmla="*/ 628508 h 788789"/>
                  <a:gd name="connsiteX257" fmla="*/ 1492809 w 1703319"/>
                  <a:gd name="connsiteY257" fmla="*/ 629598 h 788789"/>
                  <a:gd name="connsiteX258" fmla="*/ 1493171 w 1703319"/>
                  <a:gd name="connsiteY258" fmla="*/ 631051 h 788789"/>
                  <a:gd name="connsiteX259" fmla="*/ 1493171 w 1703319"/>
                  <a:gd name="connsiteY259" fmla="*/ 633231 h 788789"/>
                  <a:gd name="connsiteX260" fmla="*/ 1494255 w 1703319"/>
                  <a:gd name="connsiteY260" fmla="*/ 633958 h 788789"/>
                  <a:gd name="connsiteX261" fmla="*/ 1494255 w 1703319"/>
                  <a:gd name="connsiteY261" fmla="*/ 635048 h 788789"/>
                  <a:gd name="connsiteX262" fmla="*/ 1495339 w 1703319"/>
                  <a:gd name="connsiteY262" fmla="*/ 637591 h 788789"/>
                  <a:gd name="connsiteX263" fmla="*/ 1496061 w 1703319"/>
                  <a:gd name="connsiteY263" fmla="*/ 638317 h 788789"/>
                  <a:gd name="connsiteX264" fmla="*/ 1497868 w 1703319"/>
                  <a:gd name="connsiteY264" fmla="*/ 639044 h 788789"/>
                  <a:gd name="connsiteX265" fmla="*/ 1498952 w 1703319"/>
                  <a:gd name="connsiteY265" fmla="*/ 639044 h 788789"/>
                  <a:gd name="connsiteX266" fmla="*/ 1500036 w 1703319"/>
                  <a:gd name="connsiteY266" fmla="*/ 639771 h 788789"/>
                  <a:gd name="connsiteX267" fmla="*/ 1500759 w 1703319"/>
                  <a:gd name="connsiteY267" fmla="*/ 640860 h 788789"/>
                  <a:gd name="connsiteX268" fmla="*/ 1501481 w 1703319"/>
                  <a:gd name="connsiteY268" fmla="*/ 641587 h 788789"/>
                  <a:gd name="connsiteX269" fmla="*/ 1504011 w 1703319"/>
                  <a:gd name="connsiteY269" fmla="*/ 642314 h 788789"/>
                  <a:gd name="connsiteX270" fmla="*/ 1502927 w 1703319"/>
                  <a:gd name="connsiteY270" fmla="*/ 643040 h 788789"/>
                  <a:gd name="connsiteX271" fmla="*/ 1505095 w 1703319"/>
                  <a:gd name="connsiteY271" fmla="*/ 643404 h 788789"/>
                  <a:gd name="connsiteX272" fmla="*/ 1506540 w 1703319"/>
                  <a:gd name="connsiteY272" fmla="*/ 643767 h 788789"/>
                  <a:gd name="connsiteX273" fmla="*/ 1505817 w 1703319"/>
                  <a:gd name="connsiteY273" fmla="*/ 644857 h 788789"/>
                  <a:gd name="connsiteX274" fmla="*/ 1505817 w 1703319"/>
                  <a:gd name="connsiteY274" fmla="*/ 645947 h 788789"/>
                  <a:gd name="connsiteX275" fmla="*/ 1506901 w 1703319"/>
                  <a:gd name="connsiteY275" fmla="*/ 646673 h 788789"/>
                  <a:gd name="connsiteX276" fmla="*/ 1507263 w 1703319"/>
                  <a:gd name="connsiteY276" fmla="*/ 647037 h 788789"/>
                  <a:gd name="connsiteX277" fmla="*/ 1508347 w 1703319"/>
                  <a:gd name="connsiteY277" fmla="*/ 648490 h 788789"/>
                  <a:gd name="connsiteX278" fmla="*/ 1509069 w 1703319"/>
                  <a:gd name="connsiteY278" fmla="*/ 649943 h 788789"/>
                  <a:gd name="connsiteX279" fmla="*/ 1509069 w 1703319"/>
                  <a:gd name="connsiteY279" fmla="*/ 651760 h 788789"/>
                  <a:gd name="connsiteX280" fmla="*/ 1509792 w 1703319"/>
                  <a:gd name="connsiteY280" fmla="*/ 653213 h 788789"/>
                  <a:gd name="connsiteX281" fmla="*/ 1510515 w 1703319"/>
                  <a:gd name="connsiteY281" fmla="*/ 655393 h 788789"/>
                  <a:gd name="connsiteX282" fmla="*/ 1511599 w 1703319"/>
                  <a:gd name="connsiteY282" fmla="*/ 653576 h 788789"/>
                  <a:gd name="connsiteX283" fmla="*/ 1512683 w 1703319"/>
                  <a:gd name="connsiteY283" fmla="*/ 653940 h 788789"/>
                  <a:gd name="connsiteX284" fmla="*/ 1513044 w 1703319"/>
                  <a:gd name="connsiteY284" fmla="*/ 654303 h 788789"/>
                  <a:gd name="connsiteX285" fmla="*/ 1513405 w 1703319"/>
                  <a:gd name="connsiteY285" fmla="*/ 655029 h 788789"/>
                  <a:gd name="connsiteX286" fmla="*/ 1514489 w 1703319"/>
                  <a:gd name="connsiteY286" fmla="*/ 655393 h 788789"/>
                  <a:gd name="connsiteX287" fmla="*/ 1514851 w 1703319"/>
                  <a:gd name="connsiteY287" fmla="*/ 654666 h 788789"/>
                  <a:gd name="connsiteX288" fmla="*/ 1515573 w 1703319"/>
                  <a:gd name="connsiteY288" fmla="*/ 656119 h 788789"/>
                  <a:gd name="connsiteX289" fmla="*/ 1515935 w 1703319"/>
                  <a:gd name="connsiteY289" fmla="*/ 657209 h 788789"/>
                  <a:gd name="connsiteX290" fmla="*/ 1515935 w 1703319"/>
                  <a:gd name="connsiteY290" fmla="*/ 659389 h 788789"/>
                  <a:gd name="connsiteX291" fmla="*/ 1517019 w 1703319"/>
                  <a:gd name="connsiteY291" fmla="*/ 660116 h 788789"/>
                  <a:gd name="connsiteX292" fmla="*/ 1517380 w 1703319"/>
                  <a:gd name="connsiteY292" fmla="*/ 661206 h 788789"/>
                  <a:gd name="connsiteX293" fmla="*/ 1518464 w 1703319"/>
                  <a:gd name="connsiteY293" fmla="*/ 661569 h 788789"/>
                  <a:gd name="connsiteX294" fmla="*/ 1520271 w 1703319"/>
                  <a:gd name="connsiteY294" fmla="*/ 662659 h 788789"/>
                  <a:gd name="connsiteX295" fmla="*/ 1520271 w 1703319"/>
                  <a:gd name="connsiteY295" fmla="*/ 663386 h 788789"/>
                  <a:gd name="connsiteX296" fmla="*/ 1522439 w 1703319"/>
                  <a:gd name="connsiteY296" fmla="*/ 664476 h 788789"/>
                  <a:gd name="connsiteX297" fmla="*/ 1523523 w 1703319"/>
                  <a:gd name="connsiteY297" fmla="*/ 667019 h 788789"/>
                  <a:gd name="connsiteX298" fmla="*/ 1524968 w 1703319"/>
                  <a:gd name="connsiteY298" fmla="*/ 668472 h 788789"/>
                  <a:gd name="connsiteX299" fmla="*/ 1525329 w 1703319"/>
                  <a:gd name="connsiteY299" fmla="*/ 668835 h 788789"/>
                  <a:gd name="connsiteX300" fmla="*/ 1526413 w 1703319"/>
                  <a:gd name="connsiteY300" fmla="*/ 668472 h 788789"/>
                  <a:gd name="connsiteX301" fmla="*/ 1527497 w 1703319"/>
                  <a:gd name="connsiteY301" fmla="*/ 666292 h 788789"/>
                  <a:gd name="connsiteX302" fmla="*/ 1527859 w 1703319"/>
                  <a:gd name="connsiteY302" fmla="*/ 668835 h 788789"/>
                  <a:gd name="connsiteX303" fmla="*/ 1527136 w 1703319"/>
                  <a:gd name="connsiteY303" fmla="*/ 670288 h 788789"/>
                  <a:gd name="connsiteX304" fmla="*/ 1527136 w 1703319"/>
                  <a:gd name="connsiteY304" fmla="*/ 671378 h 788789"/>
                  <a:gd name="connsiteX305" fmla="*/ 1527136 w 1703319"/>
                  <a:gd name="connsiteY305" fmla="*/ 672468 h 788789"/>
                  <a:gd name="connsiteX306" fmla="*/ 1527497 w 1703319"/>
                  <a:gd name="connsiteY306" fmla="*/ 673922 h 788789"/>
                  <a:gd name="connsiteX307" fmla="*/ 1527136 w 1703319"/>
                  <a:gd name="connsiteY307" fmla="*/ 675738 h 788789"/>
                  <a:gd name="connsiteX308" fmla="*/ 1526775 w 1703319"/>
                  <a:gd name="connsiteY308" fmla="*/ 677555 h 788789"/>
                  <a:gd name="connsiteX309" fmla="*/ 1526413 w 1703319"/>
                  <a:gd name="connsiteY309" fmla="*/ 678645 h 788789"/>
                  <a:gd name="connsiteX310" fmla="*/ 1526775 w 1703319"/>
                  <a:gd name="connsiteY310" fmla="*/ 679734 h 788789"/>
                  <a:gd name="connsiteX311" fmla="*/ 1527136 w 1703319"/>
                  <a:gd name="connsiteY311" fmla="*/ 680824 h 788789"/>
                  <a:gd name="connsiteX312" fmla="*/ 1527859 w 1703319"/>
                  <a:gd name="connsiteY312" fmla="*/ 681551 h 788789"/>
                  <a:gd name="connsiteX313" fmla="*/ 1528220 w 1703319"/>
                  <a:gd name="connsiteY313" fmla="*/ 683004 h 788789"/>
                  <a:gd name="connsiteX314" fmla="*/ 1528581 w 1703319"/>
                  <a:gd name="connsiteY314" fmla="*/ 684094 h 788789"/>
                  <a:gd name="connsiteX315" fmla="*/ 1529304 w 1703319"/>
                  <a:gd name="connsiteY315" fmla="*/ 685547 h 788789"/>
                  <a:gd name="connsiteX316" fmla="*/ 1528943 w 1703319"/>
                  <a:gd name="connsiteY316" fmla="*/ 687001 h 788789"/>
                  <a:gd name="connsiteX317" fmla="*/ 1529304 w 1703319"/>
                  <a:gd name="connsiteY317" fmla="*/ 688091 h 788789"/>
                  <a:gd name="connsiteX318" fmla="*/ 1528943 w 1703319"/>
                  <a:gd name="connsiteY318" fmla="*/ 689180 h 788789"/>
                  <a:gd name="connsiteX319" fmla="*/ 1528581 w 1703319"/>
                  <a:gd name="connsiteY319" fmla="*/ 689907 h 788789"/>
                  <a:gd name="connsiteX320" fmla="*/ 1527859 w 1703319"/>
                  <a:gd name="connsiteY320" fmla="*/ 691360 h 788789"/>
                  <a:gd name="connsiteX321" fmla="*/ 1527136 w 1703319"/>
                  <a:gd name="connsiteY321" fmla="*/ 692450 h 788789"/>
                  <a:gd name="connsiteX322" fmla="*/ 1527136 w 1703319"/>
                  <a:gd name="connsiteY322" fmla="*/ 693540 h 788789"/>
                  <a:gd name="connsiteX323" fmla="*/ 1527136 w 1703319"/>
                  <a:gd name="connsiteY323" fmla="*/ 694993 h 788789"/>
                  <a:gd name="connsiteX324" fmla="*/ 1526775 w 1703319"/>
                  <a:gd name="connsiteY324" fmla="*/ 696447 h 788789"/>
                  <a:gd name="connsiteX325" fmla="*/ 1526413 w 1703319"/>
                  <a:gd name="connsiteY325" fmla="*/ 697537 h 788789"/>
                  <a:gd name="connsiteX326" fmla="*/ 1526413 w 1703319"/>
                  <a:gd name="connsiteY326" fmla="*/ 699353 h 788789"/>
                  <a:gd name="connsiteX327" fmla="*/ 1525691 w 1703319"/>
                  <a:gd name="connsiteY327" fmla="*/ 700443 h 788789"/>
                  <a:gd name="connsiteX328" fmla="*/ 1525329 w 1703319"/>
                  <a:gd name="connsiteY328" fmla="*/ 701533 h 788789"/>
                  <a:gd name="connsiteX329" fmla="*/ 1525329 w 1703319"/>
                  <a:gd name="connsiteY329" fmla="*/ 702623 h 788789"/>
                  <a:gd name="connsiteX330" fmla="*/ 1524607 w 1703319"/>
                  <a:gd name="connsiteY330" fmla="*/ 703350 h 788789"/>
                  <a:gd name="connsiteX331" fmla="*/ 1524607 w 1703319"/>
                  <a:gd name="connsiteY331" fmla="*/ 704076 h 788789"/>
                  <a:gd name="connsiteX332" fmla="*/ 1524607 w 1703319"/>
                  <a:gd name="connsiteY332" fmla="*/ 705529 h 788789"/>
                  <a:gd name="connsiteX333" fmla="*/ 1523523 w 1703319"/>
                  <a:gd name="connsiteY333" fmla="*/ 706983 h 788789"/>
                  <a:gd name="connsiteX334" fmla="*/ 1522800 w 1703319"/>
                  <a:gd name="connsiteY334" fmla="*/ 707709 h 788789"/>
                  <a:gd name="connsiteX335" fmla="*/ 1521355 w 1703319"/>
                  <a:gd name="connsiteY335" fmla="*/ 708799 h 788789"/>
                  <a:gd name="connsiteX336" fmla="*/ 1520632 w 1703319"/>
                  <a:gd name="connsiteY336" fmla="*/ 709526 h 788789"/>
                  <a:gd name="connsiteX337" fmla="*/ 1519548 w 1703319"/>
                  <a:gd name="connsiteY337" fmla="*/ 710616 h 788789"/>
                  <a:gd name="connsiteX338" fmla="*/ 1518825 w 1703319"/>
                  <a:gd name="connsiteY338" fmla="*/ 711706 h 788789"/>
                  <a:gd name="connsiteX339" fmla="*/ 1518825 w 1703319"/>
                  <a:gd name="connsiteY339" fmla="*/ 712432 h 788789"/>
                  <a:gd name="connsiteX340" fmla="*/ 1518464 w 1703319"/>
                  <a:gd name="connsiteY340" fmla="*/ 713159 h 788789"/>
                  <a:gd name="connsiteX341" fmla="*/ 1517741 w 1703319"/>
                  <a:gd name="connsiteY341" fmla="*/ 714612 h 788789"/>
                  <a:gd name="connsiteX342" fmla="*/ 1517019 w 1703319"/>
                  <a:gd name="connsiteY342" fmla="*/ 715702 h 788789"/>
                  <a:gd name="connsiteX343" fmla="*/ 1516657 w 1703319"/>
                  <a:gd name="connsiteY343" fmla="*/ 716429 h 788789"/>
                  <a:gd name="connsiteX344" fmla="*/ 1516296 w 1703319"/>
                  <a:gd name="connsiteY344" fmla="*/ 717519 h 788789"/>
                  <a:gd name="connsiteX345" fmla="*/ 1516296 w 1703319"/>
                  <a:gd name="connsiteY345" fmla="*/ 718608 h 788789"/>
                  <a:gd name="connsiteX346" fmla="*/ 1515935 w 1703319"/>
                  <a:gd name="connsiteY346" fmla="*/ 719698 h 788789"/>
                  <a:gd name="connsiteX347" fmla="*/ 1515573 w 1703319"/>
                  <a:gd name="connsiteY347" fmla="*/ 720788 h 788789"/>
                  <a:gd name="connsiteX348" fmla="*/ 1514128 w 1703319"/>
                  <a:gd name="connsiteY348" fmla="*/ 722242 h 788789"/>
                  <a:gd name="connsiteX349" fmla="*/ 1513767 w 1703319"/>
                  <a:gd name="connsiteY349" fmla="*/ 723695 h 788789"/>
                  <a:gd name="connsiteX350" fmla="*/ 1513044 w 1703319"/>
                  <a:gd name="connsiteY350" fmla="*/ 724785 h 788789"/>
                  <a:gd name="connsiteX351" fmla="*/ 1512683 w 1703319"/>
                  <a:gd name="connsiteY351" fmla="*/ 726238 h 788789"/>
                  <a:gd name="connsiteX352" fmla="*/ 1512683 w 1703319"/>
                  <a:gd name="connsiteY352" fmla="*/ 726965 h 788789"/>
                  <a:gd name="connsiteX353" fmla="*/ 1512683 w 1703319"/>
                  <a:gd name="connsiteY353" fmla="*/ 728054 h 788789"/>
                  <a:gd name="connsiteX354" fmla="*/ 1512321 w 1703319"/>
                  <a:gd name="connsiteY354" fmla="*/ 728781 h 788789"/>
                  <a:gd name="connsiteX355" fmla="*/ 1512321 w 1703319"/>
                  <a:gd name="connsiteY355" fmla="*/ 730961 h 788789"/>
                  <a:gd name="connsiteX356" fmla="*/ 1512321 w 1703319"/>
                  <a:gd name="connsiteY356" fmla="*/ 731688 h 788789"/>
                  <a:gd name="connsiteX357" fmla="*/ 1511599 w 1703319"/>
                  <a:gd name="connsiteY357" fmla="*/ 733504 h 788789"/>
                  <a:gd name="connsiteX358" fmla="*/ 1510876 w 1703319"/>
                  <a:gd name="connsiteY358" fmla="*/ 734957 h 788789"/>
                  <a:gd name="connsiteX359" fmla="*/ 1510153 w 1703319"/>
                  <a:gd name="connsiteY359" fmla="*/ 735321 h 788789"/>
                  <a:gd name="connsiteX360" fmla="*/ 1509069 w 1703319"/>
                  <a:gd name="connsiteY360" fmla="*/ 735321 h 788789"/>
                  <a:gd name="connsiteX361" fmla="*/ 1507624 w 1703319"/>
                  <a:gd name="connsiteY361" fmla="*/ 735321 h 788789"/>
                  <a:gd name="connsiteX362" fmla="*/ 1506901 w 1703319"/>
                  <a:gd name="connsiteY362" fmla="*/ 735684 h 788789"/>
                  <a:gd name="connsiteX363" fmla="*/ 1505456 w 1703319"/>
                  <a:gd name="connsiteY363" fmla="*/ 734957 h 788789"/>
                  <a:gd name="connsiteX364" fmla="*/ 1503649 w 1703319"/>
                  <a:gd name="connsiteY364" fmla="*/ 735684 h 788789"/>
                  <a:gd name="connsiteX365" fmla="*/ 1502565 w 1703319"/>
                  <a:gd name="connsiteY365" fmla="*/ 735684 h 788789"/>
                  <a:gd name="connsiteX366" fmla="*/ 1501120 w 1703319"/>
                  <a:gd name="connsiteY366" fmla="*/ 736411 h 788789"/>
                  <a:gd name="connsiteX367" fmla="*/ 1500397 w 1703319"/>
                  <a:gd name="connsiteY367" fmla="*/ 737501 h 788789"/>
                  <a:gd name="connsiteX368" fmla="*/ 1499313 w 1703319"/>
                  <a:gd name="connsiteY368" fmla="*/ 738590 h 788789"/>
                  <a:gd name="connsiteX369" fmla="*/ 1497507 w 1703319"/>
                  <a:gd name="connsiteY369" fmla="*/ 740407 h 788789"/>
                  <a:gd name="connsiteX370" fmla="*/ 1496784 w 1703319"/>
                  <a:gd name="connsiteY370" fmla="*/ 740770 h 788789"/>
                  <a:gd name="connsiteX371" fmla="*/ 1495700 w 1703319"/>
                  <a:gd name="connsiteY371" fmla="*/ 740770 h 788789"/>
                  <a:gd name="connsiteX372" fmla="*/ 1494977 w 1703319"/>
                  <a:gd name="connsiteY372" fmla="*/ 741860 h 788789"/>
                  <a:gd name="connsiteX373" fmla="*/ 1494616 w 1703319"/>
                  <a:gd name="connsiteY373" fmla="*/ 742950 h 788789"/>
                  <a:gd name="connsiteX374" fmla="*/ 1494255 w 1703319"/>
                  <a:gd name="connsiteY374" fmla="*/ 742224 h 788789"/>
                  <a:gd name="connsiteX375" fmla="*/ 1493532 w 1703319"/>
                  <a:gd name="connsiteY375" fmla="*/ 741497 h 788789"/>
                  <a:gd name="connsiteX376" fmla="*/ 1492809 w 1703319"/>
                  <a:gd name="connsiteY376" fmla="*/ 740770 h 788789"/>
                  <a:gd name="connsiteX377" fmla="*/ 1492087 w 1703319"/>
                  <a:gd name="connsiteY377" fmla="*/ 740044 h 788789"/>
                  <a:gd name="connsiteX378" fmla="*/ 1491003 w 1703319"/>
                  <a:gd name="connsiteY378" fmla="*/ 740044 h 788789"/>
                  <a:gd name="connsiteX379" fmla="*/ 1489919 w 1703319"/>
                  <a:gd name="connsiteY379" fmla="*/ 739680 h 788789"/>
                  <a:gd name="connsiteX380" fmla="*/ 1489196 w 1703319"/>
                  <a:gd name="connsiteY380" fmla="*/ 739317 h 788789"/>
                  <a:gd name="connsiteX381" fmla="*/ 1490280 w 1703319"/>
                  <a:gd name="connsiteY381" fmla="*/ 738954 h 788789"/>
                  <a:gd name="connsiteX382" fmla="*/ 1489919 w 1703319"/>
                  <a:gd name="connsiteY382" fmla="*/ 737864 h 788789"/>
                  <a:gd name="connsiteX383" fmla="*/ 1488473 w 1703319"/>
                  <a:gd name="connsiteY383" fmla="*/ 738590 h 788789"/>
                  <a:gd name="connsiteX384" fmla="*/ 1487751 w 1703319"/>
                  <a:gd name="connsiteY384" fmla="*/ 738227 h 788789"/>
                  <a:gd name="connsiteX385" fmla="*/ 1488112 w 1703319"/>
                  <a:gd name="connsiteY385" fmla="*/ 737137 h 788789"/>
                  <a:gd name="connsiteX386" fmla="*/ 1487389 w 1703319"/>
                  <a:gd name="connsiteY386" fmla="*/ 736411 h 788789"/>
                  <a:gd name="connsiteX387" fmla="*/ 1486667 w 1703319"/>
                  <a:gd name="connsiteY387" fmla="*/ 736774 h 788789"/>
                  <a:gd name="connsiteX388" fmla="*/ 1486305 w 1703319"/>
                  <a:gd name="connsiteY388" fmla="*/ 738227 h 788789"/>
                  <a:gd name="connsiteX389" fmla="*/ 1485583 w 1703319"/>
                  <a:gd name="connsiteY389" fmla="*/ 738590 h 788789"/>
                  <a:gd name="connsiteX390" fmla="*/ 1485221 w 1703319"/>
                  <a:gd name="connsiteY390" fmla="*/ 738227 h 788789"/>
                  <a:gd name="connsiteX391" fmla="*/ 1484499 w 1703319"/>
                  <a:gd name="connsiteY391" fmla="*/ 738590 h 788789"/>
                  <a:gd name="connsiteX392" fmla="*/ 1483776 w 1703319"/>
                  <a:gd name="connsiteY392" fmla="*/ 739317 h 788789"/>
                  <a:gd name="connsiteX393" fmla="*/ 1482692 w 1703319"/>
                  <a:gd name="connsiteY393" fmla="*/ 740407 h 788789"/>
                  <a:gd name="connsiteX394" fmla="*/ 1481247 w 1703319"/>
                  <a:gd name="connsiteY394" fmla="*/ 741134 h 788789"/>
                  <a:gd name="connsiteX395" fmla="*/ 1480885 w 1703319"/>
                  <a:gd name="connsiteY395" fmla="*/ 741134 h 788789"/>
                  <a:gd name="connsiteX396" fmla="*/ 1480163 w 1703319"/>
                  <a:gd name="connsiteY396" fmla="*/ 741134 h 788789"/>
                  <a:gd name="connsiteX397" fmla="*/ 1479440 w 1703319"/>
                  <a:gd name="connsiteY397" fmla="*/ 740407 h 788789"/>
                  <a:gd name="connsiteX398" fmla="*/ 1478717 w 1703319"/>
                  <a:gd name="connsiteY398" fmla="*/ 740044 h 788789"/>
                  <a:gd name="connsiteX399" fmla="*/ 1477633 w 1703319"/>
                  <a:gd name="connsiteY399" fmla="*/ 739680 h 788789"/>
                  <a:gd name="connsiteX400" fmla="*/ 1476911 w 1703319"/>
                  <a:gd name="connsiteY400" fmla="*/ 738954 h 788789"/>
                  <a:gd name="connsiteX401" fmla="*/ 1475827 w 1703319"/>
                  <a:gd name="connsiteY401" fmla="*/ 738954 h 788789"/>
                  <a:gd name="connsiteX402" fmla="*/ 1474020 w 1703319"/>
                  <a:gd name="connsiteY402" fmla="*/ 738590 h 788789"/>
                  <a:gd name="connsiteX403" fmla="*/ 1472936 w 1703319"/>
                  <a:gd name="connsiteY403" fmla="*/ 738590 h 788789"/>
                  <a:gd name="connsiteX404" fmla="*/ 1472213 w 1703319"/>
                  <a:gd name="connsiteY404" fmla="*/ 738590 h 788789"/>
                  <a:gd name="connsiteX405" fmla="*/ 1470768 w 1703319"/>
                  <a:gd name="connsiteY405" fmla="*/ 738227 h 788789"/>
                  <a:gd name="connsiteX406" fmla="*/ 1468961 w 1703319"/>
                  <a:gd name="connsiteY406" fmla="*/ 737137 h 788789"/>
                  <a:gd name="connsiteX407" fmla="*/ 1467877 w 1703319"/>
                  <a:gd name="connsiteY407" fmla="*/ 737137 h 788789"/>
                  <a:gd name="connsiteX408" fmla="*/ 1466432 w 1703319"/>
                  <a:gd name="connsiteY408" fmla="*/ 736411 h 788789"/>
                  <a:gd name="connsiteX409" fmla="*/ 1465348 w 1703319"/>
                  <a:gd name="connsiteY409" fmla="*/ 734957 h 788789"/>
                  <a:gd name="connsiteX410" fmla="*/ 1464264 w 1703319"/>
                  <a:gd name="connsiteY410" fmla="*/ 733504 h 788789"/>
                  <a:gd name="connsiteX411" fmla="*/ 1463903 w 1703319"/>
                  <a:gd name="connsiteY411" fmla="*/ 732414 h 788789"/>
                  <a:gd name="connsiteX412" fmla="*/ 1463180 w 1703319"/>
                  <a:gd name="connsiteY412" fmla="*/ 730961 h 788789"/>
                  <a:gd name="connsiteX413" fmla="*/ 1463180 w 1703319"/>
                  <a:gd name="connsiteY413" fmla="*/ 730234 h 788789"/>
                  <a:gd name="connsiteX414" fmla="*/ 1462819 w 1703319"/>
                  <a:gd name="connsiteY414" fmla="*/ 729508 h 788789"/>
                  <a:gd name="connsiteX415" fmla="*/ 1462819 w 1703319"/>
                  <a:gd name="connsiteY415" fmla="*/ 728781 h 788789"/>
                  <a:gd name="connsiteX416" fmla="*/ 1462819 w 1703319"/>
                  <a:gd name="connsiteY416" fmla="*/ 726965 h 788789"/>
                  <a:gd name="connsiteX417" fmla="*/ 1461735 w 1703319"/>
                  <a:gd name="connsiteY417" fmla="*/ 725875 h 788789"/>
                  <a:gd name="connsiteX418" fmla="*/ 1461012 w 1703319"/>
                  <a:gd name="connsiteY418" fmla="*/ 725148 h 788789"/>
                  <a:gd name="connsiteX419" fmla="*/ 1461012 w 1703319"/>
                  <a:gd name="connsiteY419" fmla="*/ 723695 h 788789"/>
                  <a:gd name="connsiteX420" fmla="*/ 1460651 w 1703319"/>
                  <a:gd name="connsiteY420" fmla="*/ 723331 h 788789"/>
                  <a:gd name="connsiteX421" fmla="*/ 1458844 w 1703319"/>
                  <a:gd name="connsiteY421" fmla="*/ 722968 h 788789"/>
                  <a:gd name="connsiteX422" fmla="*/ 1457037 w 1703319"/>
                  <a:gd name="connsiteY422" fmla="*/ 723331 h 788789"/>
                  <a:gd name="connsiteX423" fmla="*/ 1456676 w 1703319"/>
                  <a:gd name="connsiteY423" fmla="*/ 722605 h 788789"/>
                  <a:gd name="connsiteX424" fmla="*/ 1457037 w 1703319"/>
                  <a:gd name="connsiteY424" fmla="*/ 721878 h 788789"/>
                  <a:gd name="connsiteX425" fmla="*/ 1457399 w 1703319"/>
                  <a:gd name="connsiteY425" fmla="*/ 720788 h 788789"/>
                  <a:gd name="connsiteX426" fmla="*/ 1457399 w 1703319"/>
                  <a:gd name="connsiteY426" fmla="*/ 718972 h 788789"/>
                  <a:gd name="connsiteX427" fmla="*/ 1457037 w 1703319"/>
                  <a:gd name="connsiteY427" fmla="*/ 718245 h 788789"/>
                  <a:gd name="connsiteX428" fmla="*/ 1454869 w 1703319"/>
                  <a:gd name="connsiteY428" fmla="*/ 717519 h 788789"/>
                  <a:gd name="connsiteX429" fmla="*/ 1454508 w 1703319"/>
                  <a:gd name="connsiteY429" fmla="*/ 718608 h 788789"/>
                  <a:gd name="connsiteX430" fmla="*/ 1454147 w 1703319"/>
                  <a:gd name="connsiteY430" fmla="*/ 720062 h 788789"/>
                  <a:gd name="connsiteX431" fmla="*/ 1453424 w 1703319"/>
                  <a:gd name="connsiteY431" fmla="*/ 720425 h 788789"/>
                  <a:gd name="connsiteX432" fmla="*/ 1452701 w 1703319"/>
                  <a:gd name="connsiteY432" fmla="*/ 720425 h 788789"/>
                  <a:gd name="connsiteX433" fmla="*/ 1451617 w 1703319"/>
                  <a:gd name="connsiteY433" fmla="*/ 720788 h 788789"/>
                  <a:gd name="connsiteX434" fmla="*/ 1450895 w 1703319"/>
                  <a:gd name="connsiteY434" fmla="*/ 721878 h 788789"/>
                  <a:gd name="connsiteX435" fmla="*/ 1450172 w 1703319"/>
                  <a:gd name="connsiteY435" fmla="*/ 721152 h 788789"/>
                  <a:gd name="connsiteX436" fmla="*/ 1450895 w 1703319"/>
                  <a:gd name="connsiteY436" fmla="*/ 719698 h 788789"/>
                  <a:gd name="connsiteX437" fmla="*/ 1451256 w 1703319"/>
                  <a:gd name="connsiteY437" fmla="*/ 719698 h 788789"/>
                  <a:gd name="connsiteX438" fmla="*/ 1452340 w 1703319"/>
                  <a:gd name="connsiteY438" fmla="*/ 719335 h 788789"/>
                  <a:gd name="connsiteX439" fmla="*/ 1452701 w 1703319"/>
                  <a:gd name="connsiteY439" fmla="*/ 718245 h 788789"/>
                  <a:gd name="connsiteX440" fmla="*/ 1452701 w 1703319"/>
                  <a:gd name="connsiteY440" fmla="*/ 717155 h 788789"/>
                  <a:gd name="connsiteX441" fmla="*/ 1452701 w 1703319"/>
                  <a:gd name="connsiteY441" fmla="*/ 716065 h 788789"/>
                  <a:gd name="connsiteX442" fmla="*/ 1453063 w 1703319"/>
                  <a:gd name="connsiteY442" fmla="*/ 714975 h 788789"/>
                  <a:gd name="connsiteX443" fmla="*/ 1453424 w 1703319"/>
                  <a:gd name="connsiteY443" fmla="*/ 713885 h 788789"/>
                  <a:gd name="connsiteX444" fmla="*/ 1454147 w 1703319"/>
                  <a:gd name="connsiteY444" fmla="*/ 712796 h 788789"/>
                  <a:gd name="connsiteX445" fmla="*/ 1454147 w 1703319"/>
                  <a:gd name="connsiteY445" fmla="*/ 711706 h 788789"/>
                  <a:gd name="connsiteX446" fmla="*/ 1454508 w 1703319"/>
                  <a:gd name="connsiteY446" fmla="*/ 710616 h 788789"/>
                  <a:gd name="connsiteX447" fmla="*/ 1454869 w 1703319"/>
                  <a:gd name="connsiteY447" fmla="*/ 709889 h 788789"/>
                  <a:gd name="connsiteX448" fmla="*/ 1453785 w 1703319"/>
                  <a:gd name="connsiteY448" fmla="*/ 708436 h 788789"/>
                  <a:gd name="connsiteX449" fmla="*/ 1453785 w 1703319"/>
                  <a:gd name="connsiteY449" fmla="*/ 709526 h 788789"/>
                  <a:gd name="connsiteX450" fmla="*/ 1453063 w 1703319"/>
                  <a:gd name="connsiteY450" fmla="*/ 710252 h 788789"/>
                  <a:gd name="connsiteX451" fmla="*/ 1452701 w 1703319"/>
                  <a:gd name="connsiteY451" fmla="*/ 710979 h 788789"/>
                  <a:gd name="connsiteX452" fmla="*/ 1451979 w 1703319"/>
                  <a:gd name="connsiteY452" fmla="*/ 712432 h 788789"/>
                  <a:gd name="connsiteX453" fmla="*/ 1450895 w 1703319"/>
                  <a:gd name="connsiteY453" fmla="*/ 713159 h 788789"/>
                  <a:gd name="connsiteX454" fmla="*/ 1450172 w 1703319"/>
                  <a:gd name="connsiteY454" fmla="*/ 713522 h 788789"/>
                  <a:gd name="connsiteX455" fmla="*/ 1449811 w 1703319"/>
                  <a:gd name="connsiteY455" fmla="*/ 714249 h 788789"/>
                  <a:gd name="connsiteX456" fmla="*/ 1448727 w 1703319"/>
                  <a:gd name="connsiteY456" fmla="*/ 714975 h 788789"/>
                  <a:gd name="connsiteX457" fmla="*/ 1447643 w 1703319"/>
                  <a:gd name="connsiteY457" fmla="*/ 715702 h 788789"/>
                  <a:gd name="connsiteX458" fmla="*/ 1446559 w 1703319"/>
                  <a:gd name="connsiteY458" fmla="*/ 717155 h 788789"/>
                  <a:gd name="connsiteX459" fmla="*/ 1445836 w 1703319"/>
                  <a:gd name="connsiteY459" fmla="*/ 718245 h 788789"/>
                  <a:gd name="connsiteX460" fmla="*/ 1445475 w 1703319"/>
                  <a:gd name="connsiteY460" fmla="*/ 718972 h 788789"/>
                  <a:gd name="connsiteX461" fmla="*/ 1445113 w 1703319"/>
                  <a:gd name="connsiteY461" fmla="*/ 720062 h 788789"/>
                  <a:gd name="connsiteX462" fmla="*/ 1444391 w 1703319"/>
                  <a:gd name="connsiteY462" fmla="*/ 720062 h 788789"/>
                  <a:gd name="connsiteX463" fmla="*/ 1443307 w 1703319"/>
                  <a:gd name="connsiteY463" fmla="*/ 719335 h 788789"/>
                  <a:gd name="connsiteX464" fmla="*/ 1442223 w 1703319"/>
                  <a:gd name="connsiteY464" fmla="*/ 717882 h 788789"/>
                  <a:gd name="connsiteX465" fmla="*/ 1441861 w 1703319"/>
                  <a:gd name="connsiteY465" fmla="*/ 716429 h 788789"/>
                  <a:gd name="connsiteX466" fmla="*/ 1441500 w 1703319"/>
                  <a:gd name="connsiteY466" fmla="*/ 715339 h 788789"/>
                  <a:gd name="connsiteX467" fmla="*/ 1441500 w 1703319"/>
                  <a:gd name="connsiteY467" fmla="*/ 714612 h 788789"/>
                  <a:gd name="connsiteX468" fmla="*/ 1440777 w 1703319"/>
                  <a:gd name="connsiteY468" fmla="*/ 713885 h 788789"/>
                  <a:gd name="connsiteX469" fmla="*/ 1440055 w 1703319"/>
                  <a:gd name="connsiteY469" fmla="*/ 712432 h 788789"/>
                  <a:gd name="connsiteX470" fmla="*/ 1439693 w 1703319"/>
                  <a:gd name="connsiteY470" fmla="*/ 711342 h 788789"/>
                  <a:gd name="connsiteX471" fmla="*/ 1437887 w 1703319"/>
                  <a:gd name="connsiteY471" fmla="*/ 710616 h 788789"/>
                  <a:gd name="connsiteX472" fmla="*/ 1436441 w 1703319"/>
                  <a:gd name="connsiteY472" fmla="*/ 708799 h 788789"/>
                  <a:gd name="connsiteX473" fmla="*/ 1437164 w 1703319"/>
                  <a:gd name="connsiteY473" fmla="*/ 708073 h 788789"/>
                  <a:gd name="connsiteX474" fmla="*/ 1437164 w 1703319"/>
                  <a:gd name="connsiteY474" fmla="*/ 707346 h 788789"/>
                  <a:gd name="connsiteX475" fmla="*/ 1436441 w 1703319"/>
                  <a:gd name="connsiteY475" fmla="*/ 706619 h 788789"/>
                  <a:gd name="connsiteX476" fmla="*/ 1434996 w 1703319"/>
                  <a:gd name="connsiteY476" fmla="*/ 705893 h 788789"/>
                  <a:gd name="connsiteX477" fmla="*/ 1434273 w 1703319"/>
                  <a:gd name="connsiteY477" fmla="*/ 705166 h 788789"/>
                  <a:gd name="connsiteX478" fmla="*/ 1432828 w 1703319"/>
                  <a:gd name="connsiteY478" fmla="*/ 705529 h 788789"/>
                  <a:gd name="connsiteX479" fmla="*/ 1431744 w 1703319"/>
                  <a:gd name="connsiteY479" fmla="*/ 704439 h 788789"/>
                  <a:gd name="connsiteX480" fmla="*/ 1430660 w 1703319"/>
                  <a:gd name="connsiteY480" fmla="*/ 704076 h 788789"/>
                  <a:gd name="connsiteX481" fmla="*/ 1429214 w 1703319"/>
                  <a:gd name="connsiteY481" fmla="*/ 704803 h 788789"/>
                  <a:gd name="connsiteX482" fmla="*/ 1427769 w 1703319"/>
                  <a:gd name="connsiteY482" fmla="*/ 704803 h 788789"/>
                  <a:gd name="connsiteX483" fmla="*/ 1426685 w 1703319"/>
                  <a:gd name="connsiteY483" fmla="*/ 704439 h 788789"/>
                  <a:gd name="connsiteX484" fmla="*/ 1426324 w 1703319"/>
                  <a:gd name="connsiteY484" fmla="*/ 703350 h 788789"/>
                  <a:gd name="connsiteX485" fmla="*/ 1425240 w 1703319"/>
                  <a:gd name="connsiteY485" fmla="*/ 702260 h 788789"/>
                  <a:gd name="connsiteX486" fmla="*/ 1423794 w 1703319"/>
                  <a:gd name="connsiteY486" fmla="*/ 701533 h 788789"/>
                  <a:gd name="connsiteX487" fmla="*/ 1421988 w 1703319"/>
                  <a:gd name="connsiteY487" fmla="*/ 701896 h 788789"/>
                  <a:gd name="connsiteX488" fmla="*/ 1420542 w 1703319"/>
                  <a:gd name="connsiteY488" fmla="*/ 701896 h 788789"/>
                  <a:gd name="connsiteX489" fmla="*/ 1418013 w 1703319"/>
                  <a:gd name="connsiteY489" fmla="*/ 701896 h 788789"/>
                  <a:gd name="connsiteX490" fmla="*/ 1416568 w 1703319"/>
                  <a:gd name="connsiteY490" fmla="*/ 701896 h 788789"/>
                  <a:gd name="connsiteX491" fmla="*/ 1414761 w 1703319"/>
                  <a:gd name="connsiteY491" fmla="*/ 702260 h 788789"/>
                  <a:gd name="connsiteX492" fmla="*/ 1413316 w 1703319"/>
                  <a:gd name="connsiteY492" fmla="*/ 702260 h 788789"/>
                  <a:gd name="connsiteX493" fmla="*/ 1411870 w 1703319"/>
                  <a:gd name="connsiteY493" fmla="*/ 702260 h 788789"/>
                  <a:gd name="connsiteX494" fmla="*/ 1410786 w 1703319"/>
                  <a:gd name="connsiteY494" fmla="*/ 702623 h 788789"/>
                  <a:gd name="connsiteX495" fmla="*/ 1409702 w 1703319"/>
                  <a:gd name="connsiteY495" fmla="*/ 703350 h 788789"/>
                  <a:gd name="connsiteX496" fmla="*/ 1408618 w 1703319"/>
                  <a:gd name="connsiteY496" fmla="*/ 704076 h 788789"/>
                  <a:gd name="connsiteX497" fmla="*/ 1407534 w 1703319"/>
                  <a:gd name="connsiteY497" fmla="*/ 704803 h 788789"/>
                  <a:gd name="connsiteX498" fmla="*/ 1406089 w 1703319"/>
                  <a:gd name="connsiteY498" fmla="*/ 704803 h 788789"/>
                  <a:gd name="connsiteX499" fmla="*/ 1403921 w 1703319"/>
                  <a:gd name="connsiteY499" fmla="*/ 705529 h 788789"/>
                  <a:gd name="connsiteX500" fmla="*/ 1402476 w 1703319"/>
                  <a:gd name="connsiteY500" fmla="*/ 705529 h 788789"/>
                  <a:gd name="connsiteX501" fmla="*/ 1398862 w 1703319"/>
                  <a:gd name="connsiteY501" fmla="*/ 705529 h 788789"/>
                  <a:gd name="connsiteX502" fmla="*/ 1397417 w 1703319"/>
                  <a:gd name="connsiteY502" fmla="*/ 705529 h 788789"/>
                  <a:gd name="connsiteX503" fmla="*/ 1396333 w 1703319"/>
                  <a:gd name="connsiteY503" fmla="*/ 705893 h 788789"/>
                  <a:gd name="connsiteX504" fmla="*/ 1395249 w 1703319"/>
                  <a:gd name="connsiteY504" fmla="*/ 706983 h 788789"/>
                  <a:gd name="connsiteX505" fmla="*/ 1393804 w 1703319"/>
                  <a:gd name="connsiteY505" fmla="*/ 708073 h 788789"/>
                  <a:gd name="connsiteX506" fmla="*/ 1391636 w 1703319"/>
                  <a:gd name="connsiteY506" fmla="*/ 708799 h 788789"/>
                  <a:gd name="connsiteX507" fmla="*/ 1389468 w 1703319"/>
                  <a:gd name="connsiteY507" fmla="*/ 710252 h 788789"/>
                  <a:gd name="connsiteX508" fmla="*/ 1388745 w 1703319"/>
                  <a:gd name="connsiteY508" fmla="*/ 711706 h 788789"/>
                  <a:gd name="connsiteX509" fmla="*/ 1387661 w 1703319"/>
                  <a:gd name="connsiteY509" fmla="*/ 712432 h 788789"/>
                  <a:gd name="connsiteX510" fmla="*/ 1386577 w 1703319"/>
                  <a:gd name="connsiteY510" fmla="*/ 713522 h 788789"/>
                  <a:gd name="connsiteX511" fmla="*/ 1385493 w 1703319"/>
                  <a:gd name="connsiteY511" fmla="*/ 713885 h 788789"/>
                  <a:gd name="connsiteX512" fmla="*/ 1384409 w 1703319"/>
                  <a:gd name="connsiteY512" fmla="*/ 714249 h 788789"/>
                  <a:gd name="connsiteX513" fmla="*/ 1383686 w 1703319"/>
                  <a:gd name="connsiteY513" fmla="*/ 714249 h 788789"/>
                  <a:gd name="connsiteX514" fmla="*/ 1382602 w 1703319"/>
                  <a:gd name="connsiteY514" fmla="*/ 714249 h 788789"/>
                  <a:gd name="connsiteX515" fmla="*/ 1380796 w 1703319"/>
                  <a:gd name="connsiteY515" fmla="*/ 714612 h 788789"/>
                  <a:gd name="connsiteX516" fmla="*/ 1378989 w 1703319"/>
                  <a:gd name="connsiteY516" fmla="*/ 714249 h 788789"/>
                  <a:gd name="connsiteX517" fmla="*/ 1377905 w 1703319"/>
                  <a:gd name="connsiteY517" fmla="*/ 713885 h 788789"/>
                  <a:gd name="connsiteX518" fmla="*/ 1377182 w 1703319"/>
                  <a:gd name="connsiteY518" fmla="*/ 713885 h 788789"/>
                  <a:gd name="connsiteX519" fmla="*/ 1376098 w 1703319"/>
                  <a:gd name="connsiteY519" fmla="*/ 713885 h 788789"/>
                  <a:gd name="connsiteX520" fmla="*/ 1375014 w 1703319"/>
                  <a:gd name="connsiteY520" fmla="*/ 713885 h 788789"/>
                  <a:gd name="connsiteX521" fmla="*/ 1373208 w 1703319"/>
                  <a:gd name="connsiteY521" fmla="*/ 714612 h 788789"/>
                  <a:gd name="connsiteX522" fmla="*/ 1371762 w 1703319"/>
                  <a:gd name="connsiteY522" fmla="*/ 714612 h 788789"/>
                  <a:gd name="connsiteX523" fmla="*/ 1369594 w 1703319"/>
                  <a:gd name="connsiteY523" fmla="*/ 714975 h 788789"/>
                  <a:gd name="connsiteX524" fmla="*/ 1368872 w 1703319"/>
                  <a:gd name="connsiteY524" fmla="*/ 715339 h 788789"/>
                  <a:gd name="connsiteX525" fmla="*/ 1368149 w 1703319"/>
                  <a:gd name="connsiteY525" fmla="*/ 716429 h 788789"/>
                  <a:gd name="connsiteX526" fmla="*/ 1365981 w 1703319"/>
                  <a:gd name="connsiteY526" fmla="*/ 717519 h 788789"/>
                  <a:gd name="connsiteX527" fmla="*/ 1364536 w 1703319"/>
                  <a:gd name="connsiteY527" fmla="*/ 717882 h 788789"/>
                  <a:gd name="connsiteX528" fmla="*/ 1363452 w 1703319"/>
                  <a:gd name="connsiteY528" fmla="*/ 718972 h 788789"/>
                  <a:gd name="connsiteX529" fmla="*/ 1362368 w 1703319"/>
                  <a:gd name="connsiteY529" fmla="*/ 719698 h 788789"/>
                  <a:gd name="connsiteX530" fmla="*/ 1361284 w 1703319"/>
                  <a:gd name="connsiteY530" fmla="*/ 720425 h 788789"/>
                  <a:gd name="connsiteX531" fmla="*/ 1358393 w 1703319"/>
                  <a:gd name="connsiteY531" fmla="*/ 720788 h 788789"/>
                  <a:gd name="connsiteX532" fmla="*/ 1356586 w 1703319"/>
                  <a:gd name="connsiteY532" fmla="*/ 720425 h 788789"/>
                  <a:gd name="connsiteX533" fmla="*/ 1354418 w 1703319"/>
                  <a:gd name="connsiteY533" fmla="*/ 720788 h 788789"/>
                  <a:gd name="connsiteX534" fmla="*/ 1353334 w 1703319"/>
                  <a:gd name="connsiteY534" fmla="*/ 720425 h 788789"/>
                  <a:gd name="connsiteX535" fmla="*/ 1351889 w 1703319"/>
                  <a:gd name="connsiteY535" fmla="*/ 720062 h 788789"/>
                  <a:gd name="connsiteX536" fmla="*/ 1350444 w 1703319"/>
                  <a:gd name="connsiteY536" fmla="*/ 718972 h 788789"/>
                  <a:gd name="connsiteX537" fmla="*/ 1350082 w 1703319"/>
                  <a:gd name="connsiteY537" fmla="*/ 717882 h 788789"/>
                  <a:gd name="connsiteX538" fmla="*/ 1349360 w 1703319"/>
                  <a:gd name="connsiteY538" fmla="*/ 717155 h 788789"/>
                  <a:gd name="connsiteX539" fmla="*/ 1348276 w 1703319"/>
                  <a:gd name="connsiteY539" fmla="*/ 716429 h 788789"/>
                  <a:gd name="connsiteX540" fmla="*/ 1346830 w 1703319"/>
                  <a:gd name="connsiteY540" fmla="*/ 716065 h 788789"/>
                  <a:gd name="connsiteX541" fmla="*/ 1345746 w 1703319"/>
                  <a:gd name="connsiteY541" fmla="*/ 715702 h 788789"/>
                  <a:gd name="connsiteX542" fmla="*/ 1345746 w 1703319"/>
                  <a:gd name="connsiteY542" fmla="*/ 714975 h 788789"/>
                  <a:gd name="connsiteX543" fmla="*/ 1345746 w 1703319"/>
                  <a:gd name="connsiteY543" fmla="*/ 713522 h 788789"/>
                  <a:gd name="connsiteX544" fmla="*/ 1346830 w 1703319"/>
                  <a:gd name="connsiteY544" fmla="*/ 712796 h 788789"/>
                  <a:gd name="connsiteX545" fmla="*/ 1348276 w 1703319"/>
                  <a:gd name="connsiteY545" fmla="*/ 712069 h 788789"/>
                  <a:gd name="connsiteX546" fmla="*/ 1348637 w 1703319"/>
                  <a:gd name="connsiteY546" fmla="*/ 711342 h 788789"/>
                  <a:gd name="connsiteX547" fmla="*/ 1348637 w 1703319"/>
                  <a:gd name="connsiteY547" fmla="*/ 709889 h 788789"/>
                  <a:gd name="connsiteX548" fmla="*/ 1348637 w 1703319"/>
                  <a:gd name="connsiteY548" fmla="*/ 708436 h 788789"/>
                  <a:gd name="connsiteX549" fmla="*/ 1348637 w 1703319"/>
                  <a:gd name="connsiteY549" fmla="*/ 708073 h 788789"/>
                  <a:gd name="connsiteX550" fmla="*/ 1348998 w 1703319"/>
                  <a:gd name="connsiteY550" fmla="*/ 706619 h 788789"/>
                  <a:gd name="connsiteX551" fmla="*/ 1348637 w 1703319"/>
                  <a:gd name="connsiteY551" fmla="*/ 704076 h 788789"/>
                  <a:gd name="connsiteX552" fmla="*/ 1348998 w 1703319"/>
                  <a:gd name="connsiteY552" fmla="*/ 703350 h 788789"/>
                  <a:gd name="connsiteX553" fmla="*/ 1348637 w 1703319"/>
                  <a:gd name="connsiteY553" fmla="*/ 701170 h 788789"/>
                  <a:gd name="connsiteX554" fmla="*/ 1347553 w 1703319"/>
                  <a:gd name="connsiteY554" fmla="*/ 700080 h 788789"/>
                  <a:gd name="connsiteX555" fmla="*/ 1346108 w 1703319"/>
                  <a:gd name="connsiteY555" fmla="*/ 698263 h 788789"/>
                  <a:gd name="connsiteX556" fmla="*/ 1345746 w 1703319"/>
                  <a:gd name="connsiteY556" fmla="*/ 696810 h 788789"/>
                  <a:gd name="connsiteX557" fmla="*/ 1345385 w 1703319"/>
                  <a:gd name="connsiteY557" fmla="*/ 695357 h 788789"/>
                  <a:gd name="connsiteX558" fmla="*/ 1345385 w 1703319"/>
                  <a:gd name="connsiteY558" fmla="*/ 693903 h 788789"/>
                  <a:gd name="connsiteX559" fmla="*/ 1345024 w 1703319"/>
                  <a:gd name="connsiteY559" fmla="*/ 693177 h 788789"/>
                  <a:gd name="connsiteX560" fmla="*/ 1345385 w 1703319"/>
                  <a:gd name="connsiteY560" fmla="*/ 691724 h 788789"/>
                  <a:gd name="connsiteX561" fmla="*/ 1345024 w 1703319"/>
                  <a:gd name="connsiteY561" fmla="*/ 689180 h 788789"/>
                  <a:gd name="connsiteX562" fmla="*/ 1343578 w 1703319"/>
                  <a:gd name="connsiteY562" fmla="*/ 687364 h 788789"/>
                  <a:gd name="connsiteX563" fmla="*/ 1343217 w 1703319"/>
                  <a:gd name="connsiteY563" fmla="*/ 686274 h 788789"/>
                  <a:gd name="connsiteX564" fmla="*/ 1341772 w 1703319"/>
                  <a:gd name="connsiteY564" fmla="*/ 684457 h 788789"/>
                  <a:gd name="connsiteX565" fmla="*/ 1341410 w 1703319"/>
                  <a:gd name="connsiteY565" fmla="*/ 682641 h 788789"/>
                  <a:gd name="connsiteX566" fmla="*/ 1341410 w 1703319"/>
                  <a:gd name="connsiteY566" fmla="*/ 680098 h 788789"/>
                  <a:gd name="connsiteX567" fmla="*/ 1340688 w 1703319"/>
                  <a:gd name="connsiteY567" fmla="*/ 679371 h 788789"/>
                  <a:gd name="connsiteX568" fmla="*/ 1339965 w 1703319"/>
                  <a:gd name="connsiteY568" fmla="*/ 678645 h 788789"/>
                  <a:gd name="connsiteX569" fmla="*/ 1339604 w 1703319"/>
                  <a:gd name="connsiteY569" fmla="*/ 676828 h 788789"/>
                  <a:gd name="connsiteX570" fmla="*/ 1338520 w 1703319"/>
                  <a:gd name="connsiteY570" fmla="*/ 676101 h 788789"/>
                  <a:gd name="connsiteX571" fmla="*/ 1337436 w 1703319"/>
                  <a:gd name="connsiteY571" fmla="*/ 675738 h 788789"/>
                  <a:gd name="connsiteX572" fmla="*/ 1336713 w 1703319"/>
                  <a:gd name="connsiteY572" fmla="*/ 674648 h 788789"/>
                  <a:gd name="connsiteX573" fmla="*/ 1335990 w 1703319"/>
                  <a:gd name="connsiteY573" fmla="*/ 673558 h 788789"/>
                  <a:gd name="connsiteX574" fmla="*/ 1335629 w 1703319"/>
                  <a:gd name="connsiteY574" fmla="*/ 671378 h 788789"/>
                  <a:gd name="connsiteX575" fmla="*/ 1335990 w 1703319"/>
                  <a:gd name="connsiteY575" fmla="*/ 672105 h 788789"/>
                  <a:gd name="connsiteX576" fmla="*/ 1336352 w 1703319"/>
                  <a:gd name="connsiteY576" fmla="*/ 672832 h 788789"/>
                  <a:gd name="connsiteX577" fmla="*/ 1337074 w 1703319"/>
                  <a:gd name="connsiteY577" fmla="*/ 673195 h 788789"/>
                  <a:gd name="connsiteX578" fmla="*/ 1337436 w 1703319"/>
                  <a:gd name="connsiteY578" fmla="*/ 674648 h 788789"/>
                  <a:gd name="connsiteX579" fmla="*/ 1338881 w 1703319"/>
                  <a:gd name="connsiteY579" fmla="*/ 675375 h 788789"/>
                  <a:gd name="connsiteX580" fmla="*/ 1339965 w 1703319"/>
                  <a:gd name="connsiteY580" fmla="*/ 676465 h 788789"/>
                  <a:gd name="connsiteX581" fmla="*/ 1340326 w 1703319"/>
                  <a:gd name="connsiteY581" fmla="*/ 675375 h 788789"/>
                  <a:gd name="connsiteX582" fmla="*/ 1339965 w 1703319"/>
                  <a:gd name="connsiteY582" fmla="*/ 675011 h 788789"/>
                  <a:gd name="connsiteX583" fmla="*/ 1339242 w 1703319"/>
                  <a:gd name="connsiteY583" fmla="*/ 673558 h 788789"/>
                  <a:gd name="connsiteX584" fmla="*/ 1337797 w 1703319"/>
                  <a:gd name="connsiteY584" fmla="*/ 671742 h 788789"/>
                  <a:gd name="connsiteX585" fmla="*/ 1338881 w 1703319"/>
                  <a:gd name="connsiteY585" fmla="*/ 672468 h 788789"/>
                  <a:gd name="connsiteX586" fmla="*/ 1339965 w 1703319"/>
                  <a:gd name="connsiteY586" fmla="*/ 673195 h 788789"/>
                  <a:gd name="connsiteX587" fmla="*/ 1341049 w 1703319"/>
                  <a:gd name="connsiteY587" fmla="*/ 675011 h 788789"/>
                  <a:gd name="connsiteX588" fmla="*/ 1341410 w 1703319"/>
                  <a:gd name="connsiteY588" fmla="*/ 673558 h 788789"/>
                  <a:gd name="connsiteX589" fmla="*/ 1341049 w 1703319"/>
                  <a:gd name="connsiteY589" fmla="*/ 672832 h 788789"/>
                  <a:gd name="connsiteX590" fmla="*/ 1341410 w 1703319"/>
                  <a:gd name="connsiteY590" fmla="*/ 671742 h 788789"/>
                  <a:gd name="connsiteX591" fmla="*/ 1340688 w 1703319"/>
                  <a:gd name="connsiteY591" fmla="*/ 670652 h 788789"/>
                  <a:gd name="connsiteX592" fmla="*/ 1339242 w 1703319"/>
                  <a:gd name="connsiteY592" fmla="*/ 667745 h 788789"/>
                  <a:gd name="connsiteX593" fmla="*/ 1338520 w 1703319"/>
                  <a:gd name="connsiteY593" fmla="*/ 667382 h 788789"/>
                  <a:gd name="connsiteX594" fmla="*/ 1337797 w 1703319"/>
                  <a:gd name="connsiteY594" fmla="*/ 665565 h 788789"/>
                  <a:gd name="connsiteX595" fmla="*/ 1338158 w 1703319"/>
                  <a:gd name="connsiteY595" fmla="*/ 664112 h 788789"/>
                  <a:gd name="connsiteX596" fmla="*/ 1338520 w 1703319"/>
                  <a:gd name="connsiteY596" fmla="*/ 662659 h 788789"/>
                  <a:gd name="connsiteX597" fmla="*/ 1339242 w 1703319"/>
                  <a:gd name="connsiteY597" fmla="*/ 661206 h 788789"/>
                  <a:gd name="connsiteX598" fmla="*/ 1339604 w 1703319"/>
                  <a:gd name="connsiteY598" fmla="*/ 660116 h 788789"/>
                  <a:gd name="connsiteX599" fmla="*/ 1339604 w 1703319"/>
                  <a:gd name="connsiteY599" fmla="*/ 659026 h 788789"/>
                  <a:gd name="connsiteX600" fmla="*/ 1339604 w 1703319"/>
                  <a:gd name="connsiteY600" fmla="*/ 657209 h 788789"/>
                  <a:gd name="connsiteX601" fmla="*/ 1339604 w 1703319"/>
                  <a:gd name="connsiteY601" fmla="*/ 656119 h 788789"/>
                  <a:gd name="connsiteX602" fmla="*/ 1339965 w 1703319"/>
                  <a:gd name="connsiteY602" fmla="*/ 655029 h 788789"/>
                  <a:gd name="connsiteX603" fmla="*/ 1340688 w 1703319"/>
                  <a:gd name="connsiteY603" fmla="*/ 652850 h 788789"/>
                  <a:gd name="connsiteX604" fmla="*/ 1341410 w 1703319"/>
                  <a:gd name="connsiteY604" fmla="*/ 652486 h 788789"/>
                  <a:gd name="connsiteX605" fmla="*/ 1341410 w 1703319"/>
                  <a:gd name="connsiteY605" fmla="*/ 653213 h 788789"/>
                  <a:gd name="connsiteX606" fmla="*/ 1341049 w 1703319"/>
                  <a:gd name="connsiteY606" fmla="*/ 654303 h 788789"/>
                  <a:gd name="connsiteX607" fmla="*/ 1341410 w 1703319"/>
                  <a:gd name="connsiteY607" fmla="*/ 655029 h 788789"/>
                  <a:gd name="connsiteX608" fmla="*/ 1342494 w 1703319"/>
                  <a:gd name="connsiteY608" fmla="*/ 655393 h 788789"/>
                  <a:gd name="connsiteX609" fmla="*/ 1342856 w 1703319"/>
                  <a:gd name="connsiteY609" fmla="*/ 654303 h 788789"/>
                  <a:gd name="connsiteX610" fmla="*/ 1344662 w 1703319"/>
                  <a:gd name="connsiteY610" fmla="*/ 652486 h 788789"/>
                  <a:gd name="connsiteX611" fmla="*/ 1345024 w 1703319"/>
                  <a:gd name="connsiteY611" fmla="*/ 651396 h 788789"/>
                  <a:gd name="connsiteX612" fmla="*/ 1346830 w 1703319"/>
                  <a:gd name="connsiteY612" fmla="*/ 651760 h 788789"/>
                  <a:gd name="connsiteX613" fmla="*/ 1347192 w 1703319"/>
                  <a:gd name="connsiteY613" fmla="*/ 650670 h 788789"/>
                  <a:gd name="connsiteX614" fmla="*/ 1348276 w 1703319"/>
                  <a:gd name="connsiteY614" fmla="*/ 650306 h 788789"/>
                  <a:gd name="connsiteX615" fmla="*/ 1350082 w 1703319"/>
                  <a:gd name="connsiteY615" fmla="*/ 649217 h 788789"/>
                  <a:gd name="connsiteX616" fmla="*/ 1351166 w 1703319"/>
                  <a:gd name="connsiteY616" fmla="*/ 648127 h 788789"/>
                  <a:gd name="connsiteX617" fmla="*/ 1352612 w 1703319"/>
                  <a:gd name="connsiteY617" fmla="*/ 647037 h 788789"/>
                  <a:gd name="connsiteX618" fmla="*/ 1353334 w 1703319"/>
                  <a:gd name="connsiteY618" fmla="*/ 646673 h 788789"/>
                  <a:gd name="connsiteX619" fmla="*/ 1355141 w 1703319"/>
                  <a:gd name="connsiteY619" fmla="*/ 645947 h 788789"/>
                  <a:gd name="connsiteX620" fmla="*/ 1358032 w 1703319"/>
                  <a:gd name="connsiteY620" fmla="*/ 646310 h 788789"/>
                  <a:gd name="connsiteX621" fmla="*/ 1358754 w 1703319"/>
                  <a:gd name="connsiteY621" fmla="*/ 646310 h 788789"/>
                  <a:gd name="connsiteX622" fmla="*/ 1360200 w 1703319"/>
                  <a:gd name="connsiteY622" fmla="*/ 645583 h 788789"/>
                  <a:gd name="connsiteX623" fmla="*/ 1360922 w 1703319"/>
                  <a:gd name="connsiteY623" fmla="*/ 644857 h 788789"/>
                  <a:gd name="connsiteX624" fmla="*/ 1362729 w 1703319"/>
                  <a:gd name="connsiteY624" fmla="*/ 644130 h 788789"/>
                  <a:gd name="connsiteX625" fmla="*/ 1363813 w 1703319"/>
                  <a:gd name="connsiteY625" fmla="*/ 643767 h 788789"/>
                  <a:gd name="connsiteX626" fmla="*/ 1364897 w 1703319"/>
                  <a:gd name="connsiteY626" fmla="*/ 643040 h 788789"/>
                  <a:gd name="connsiteX627" fmla="*/ 1365981 w 1703319"/>
                  <a:gd name="connsiteY627" fmla="*/ 643767 h 788789"/>
                  <a:gd name="connsiteX628" fmla="*/ 1366704 w 1703319"/>
                  <a:gd name="connsiteY628" fmla="*/ 643767 h 788789"/>
                  <a:gd name="connsiteX629" fmla="*/ 1367788 w 1703319"/>
                  <a:gd name="connsiteY629" fmla="*/ 643040 h 788789"/>
                  <a:gd name="connsiteX630" fmla="*/ 1368872 w 1703319"/>
                  <a:gd name="connsiteY630" fmla="*/ 642677 h 788789"/>
                  <a:gd name="connsiteX631" fmla="*/ 1370678 w 1703319"/>
                  <a:gd name="connsiteY631" fmla="*/ 642314 h 788789"/>
                  <a:gd name="connsiteX632" fmla="*/ 1372124 w 1703319"/>
                  <a:gd name="connsiteY632" fmla="*/ 641950 h 788789"/>
                  <a:gd name="connsiteX633" fmla="*/ 1374653 w 1703319"/>
                  <a:gd name="connsiteY633" fmla="*/ 640497 h 788789"/>
                  <a:gd name="connsiteX634" fmla="*/ 1375376 w 1703319"/>
                  <a:gd name="connsiteY634" fmla="*/ 639771 h 788789"/>
                  <a:gd name="connsiteX635" fmla="*/ 1376098 w 1703319"/>
                  <a:gd name="connsiteY635" fmla="*/ 639044 h 788789"/>
                  <a:gd name="connsiteX636" fmla="*/ 1377905 w 1703319"/>
                  <a:gd name="connsiteY636" fmla="*/ 636864 h 788789"/>
                  <a:gd name="connsiteX637" fmla="*/ 1377905 w 1703319"/>
                  <a:gd name="connsiteY637" fmla="*/ 635774 h 788789"/>
                  <a:gd name="connsiteX638" fmla="*/ 1379350 w 1703319"/>
                  <a:gd name="connsiteY638" fmla="*/ 634684 h 788789"/>
                  <a:gd name="connsiteX639" fmla="*/ 1379712 w 1703319"/>
                  <a:gd name="connsiteY639" fmla="*/ 633231 h 788789"/>
                  <a:gd name="connsiteX640" fmla="*/ 1380073 w 1703319"/>
                  <a:gd name="connsiteY640" fmla="*/ 631778 h 788789"/>
                  <a:gd name="connsiteX641" fmla="*/ 1379350 w 1703319"/>
                  <a:gd name="connsiteY641" fmla="*/ 630688 h 788789"/>
                  <a:gd name="connsiteX642" fmla="*/ 1379350 w 1703319"/>
                  <a:gd name="connsiteY642" fmla="*/ 629961 h 788789"/>
                  <a:gd name="connsiteX643" fmla="*/ 1381518 w 1703319"/>
                  <a:gd name="connsiteY643" fmla="*/ 627418 h 788789"/>
                  <a:gd name="connsiteX644" fmla="*/ 1382602 w 1703319"/>
                  <a:gd name="connsiteY644" fmla="*/ 625965 h 788789"/>
                  <a:gd name="connsiteX645" fmla="*/ 1383325 w 1703319"/>
                  <a:gd name="connsiteY645" fmla="*/ 626328 h 788789"/>
                  <a:gd name="connsiteX646" fmla="*/ 1385132 w 1703319"/>
                  <a:gd name="connsiteY646" fmla="*/ 627781 h 788789"/>
                  <a:gd name="connsiteX647" fmla="*/ 1385854 w 1703319"/>
                  <a:gd name="connsiteY647" fmla="*/ 630688 h 788789"/>
                  <a:gd name="connsiteX648" fmla="*/ 1386216 w 1703319"/>
                  <a:gd name="connsiteY648" fmla="*/ 629235 h 788789"/>
                  <a:gd name="connsiteX649" fmla="*/ 1388022 w 1703319"/>
                  <a:gd name="connsiteY649" fmla="*/ 627055 h 788789"/>
                  <a:gd name="connsiteX650" fmla="*/ 1386577 w 1703319"/>
                  <a:gd name="connsiteY650" fmla="*/ 625601 h 788789"/>
                  <a:gd name="connsiteX651" fmla="*/ 1386938 w 1703319"/>
                  <a:gd name="connsiteY651" fmla="*/ 623785 h 788789"/>
                  <a:gd name="connsiteX652" fmla="*/ 1389106 w 1703319"/>
                  <a:gd name="connsiteY652" fmla="*/ 624875 h 788789"/>
                  <a:gd name="connsiteX653" fmla="*/ 1390913 w 1703319"/>
                  <a:gd name="connsiteY653" fmla="*/ 624512 h 788789"/>
                  <a:gd name="connsiteX654" fmla="*/ 1390190 w 1703319"/>
                  <a:gd name="connsiteY654" fmla="*/ 622695 h 788789"/>
                  <a:gd name="connsiteX655" fmla="*/ 1390552 w 1703319"/>
                  <a:gd name="connsiteY655" fmla="*/ 620878 h 788789"/>
                  <a:gd name="connsiteX656" fmla="*/ 1392720 w 1703319"/>
                  <a:gd name="connsiteY656" fmla="*/ 620152 h 788789"/>
                  <a:gd name="connsiteX657" fmla="*/ 1393081 w 1703319"/>
                  <a:gd name="connsiteY657" fmla="*/ 617972 h 788789"/>
                  <a:gd name="connsiteX658" fmla="*/ 1394526 w 1703319"/>
                  <a:gd name="connsiteY658" fmla="*/ 616155 h 788789"/>
                  <a:gd name="connsiteX659" fmla="*/ 1396694 w 1703319"/>
                  <a:gd name="connsiteY659" fmla="*/ 616519 h 788789"/>
                  <a:gd name="connsiteX660" fmla="*/ 1398501 w 1703319"/>
                  <a:gd name="connsiteY660" fmla="*/ 614339 h 788789"/>
                  <a:gd name="connsiteX661" fmla="*/ 1400308 w 1703319"/>
                  <a:gd name="connsiteY661" fmla="*/ 613612 h 788789"/>
                  <a:gd name="connsiteX662" fmla="*/ 1401392 w 1703319"/>
                  <a:gd name="connsiteY662" fmla="*/ 612522 h 788789"/>
                  <a:gd name="connsiteX663" fmla="*/ 1403560 w 1703319"/>
                  <a:gd name="connsiteY663" fmla="*/ 613976 h 788789"/>
                  <a:gd name="connsiteX664" fmla="*/ 1404644 w 1703319"/>
                  <a:gd name="connsiteY664" fmla="*/ 613976 h 788789"/>
                  <a:gd name="connsiteX665" fmla="*/ 1407173 w 1703319"/>
                  <a:gd name="connsiteY665" fmla="*/ 616155 h 788789"/>
                  <a:gd name="connsiteX666" fmla="*/ 1407534 w 1703319"/>
                  <a:gd name="connsiteY666" fmla="*/ 618699 h 788789"/>
                  <a:gd name="connsiteX667" fmla="*/ 1407534 w 1703319"/>
                  <a:gd name="connsiteY667" fmla="*/ 620152 h 788789"/>
                  <a:gd name="connsiteX668" fmla="*/ 1409702 w 1703319"/>
                  <a:gd name="connsiteY668" fmla="*/ 617972 h 788789"/>
                  <a:gd name="connsiteX669" fmla="*/ 1411509 w 1703319"/>
                  <a:gd name="connsiteY669" fmla="*/ 617609 h 788789"/>
                  <a:gd name="connsiteX670" fmla="*/ 1413316 w 1703319"/>
                  <a:gd name="connsiteY670" fmla="*/ 618335 h 788789"/>
                  <a:gd name="connsiteX671" fmla="*/ 1415484 w 1703319"/>
                  <a:gd name="connsiteY671" fmla="*/ 618335 h 788789"/>
                  <a:gd name="connsiteX672" fmla="*/ 1414761 w 1703319"/>
                  <a:gd name="connsiteY672" fmla="*/ 616882 h 788789"/>
                  <a:gd name="connsiteX673" fmla="*/ 1414400 w 1703319"/>
                  <a:gd name="connsiteY673" fmla="*/ 615429 h 788789"/>
                  <a:gd name="connsiteX674" fmla="*/ 1414400 w 1703319"/>
                  <a:gd name="connsiteY674" fmla="*/ 613249 h 788789"/>
                  <a:gd name="connsiteX675" fmla="*/ 1415484 w 1703319"/>
                  <a:gd name="connsiteY675" fmla="*/ 611796 h 788789"/>
                  <a:gd name="connsiteX676" fmla="*/ 1416929 w 1703319"/>
                  <a:gd name="connsiteY676" fmla="*/ 611069 h 788789"/>
                  <a:gd name="connsiteX677" fmla="*/ 1418013 w 1703319"/>
                  <a:gd name="connsiteY677" fmla="*/ 609253 h 788789"/>
                  <a:gd name="connsiteX678" fmla="*/ 1417652 w 1703319"/>
                  <a:gd name="connsiteY678" fmla="*/ 607799 h 788789"/>
                  <a:gd name="connsiteX679" fmla="*/ 1418013 w 1703319"/>
                  <a:gd name="connsiteY679" fmla="*/ 607436 h 788789"/>
                  <a:gd name="connsiteX680" fmla="*/ 1418736 w 1703319"/>
                  <a:gd name="connsiteY680" fmla="*/ 607073 h 788789"/>
                  <a:gd name="connsiteX681" fmla="*/ 1419458 w 1703319"/>
                  <a:gd name="connsiteY681" fmla="*/ 606346 h 788789"/>
                  <a:gd name="connsiteX682" fmla="*/ 1420904 w 1703319"/>
                  <a:gd name="connsiteY682" fmla="*/ 605983 h 788789"/>
                  <a:gd name="connsiteX683" fmla="*/ 1421626 w 1703319"/>
                  <a:gd name="connsiteY683" fmla="*/ 604893 h 788789"/>
                  <a:gd name="connsiteX684" fmla="*/ 1423433 w 1703319"/>
                  <a:gd name="connsiteY684" fmla="*/ 604166 h 788789"/>
                  <a:gd name="connsiteX685" fmla="*/ 1425240 w 1703319"/>
                  <a:gd name="connsiteY685" fmla="*/ 605256 h 788789"/>
                  <a:gd name="connsiteX686" fmla="*/ 1425962 w 1703319"/>
                  <a:gd name="connsiteY686" fmla="*/ 604530 h 788789"/>
                  <a:gd name="connsiteX687" fmla="*/ 1426685 w 1703319"/>
                  <a:gd name="connsiteY687" fmla="*/ 603803 h 788789"/>
                  <a:gd name="connsiteX688" fmla="*/ 1427769 w 1703319"/>
                  <a:gd name="connsiteY688" fmla="*/ 604166 h 788789"/>
                  <a:gd name="connsiteX689" fmla="*/ 1428492 w 1703319"/>
                  <a:gd name="connsiteY689" fmla="*/ 604166 h 788789"/>
                  <a:gd name="connsiteX690" fmla="*/ 1429214 w 1703319"/>
                  <a:gd name="connsiteY690" fmla="*/ 603076 h 788789"/>
                  <a:gd name="connsiteX691" fmla="*/ 1428853 w 1703319"/>
                  <a:gd name="connsiteY691" fmla="*/ 601623 h 788789"/>
                  <a:gd name="connsiteX692" fmla="*/ 1428130 w 1703319"/>
                  <a:gd name="connsiteY692" fmla="*/ 601260 h 788789"/>
                  <a:gd name="connsiteX693" fmla="*/ 1426685 w 1703319"/>
                  <a:gd name="connsiteY693" fmla="*/ 600897 h 788789"/>
                  <a:gd name="connsiteX694" fmla="*/ 1425601 w 1703319"/>
                  <a:gd name="connsiteY694" fmla="*/ 600170 h 788789"/>
                  <a:gd name="connsiteX695" fmla="*/ 1425962 w 1703319"/>
                  <a:gd name="connsiteY695" fmla="*/ 599443 h 788789"/>
                  <a:gd name="connsiteX696" fmla="*/ 1427408 w 1703319"/>
                  <a:gd name="connsiteY696" fmla="*/ 598717 h 788789"/>
                  <a:gd name="connsiteX697" fmla="*/ 1428492 w 1703319"/>
                  <a:gd name="connsiteY697" fmla="*/ 599080 h 788789"/>
                  <a:gd name="connsiteX698" fmla="*/ 1429214 w 1703319"/>
                  <a:gd name="connsiteY698" fmla="*/ 599443 h 788789"/>
                  <a:gd name="connsiteX699" fmla="*/ 1429937 w 1703319"/>
                  <a:gd name="connsiteY699" fmla="*/ 600533 h 788789"/>
                  <a:gd name="connsiteX700" fmla="*/ 1431021 w 1703319"/>
                  <a:gd name="connsiteY700" fmla="*/ 600170 h 788789"/>
                  <a:gd name="connsiteX701" fmla="*/ 1431383 w 1703319"/>
                  <a:gd name="connsiteY701" fmla="*/ 600897 h 788789"/>
                  <a:gd name="connsiteX702" fmla="*/ 1432105 w 1703319"/>
                  <a:gd name="connsiteY702" fmla="*/ 601623 h 788789"/>
                  <a:gd name="connsiteX703" fmla="*/ 1433189 w 1703319"/>
                  <a:gd name="connsiteY703" fmla="*/ 601986 h 788789"/>
                  <a:gd name="connsiteX704" fmla="*/ 1434273 w 1703319"/>
                  <a:gd name="connsiteY704" fmla="*/ 601986 h 788789"/>
                  <a:gd name="connsiteX705" fmla="*/ 1435719 w 1703319"/>
                  <a:gd name="connsiteY705" fmla="*/ 602713 h 788789"/>
                  <a:gd name="connsiteX706" fmla="*/ 1437887 w 1703319"/>
                  <a:gd name="connsiteY706" fmla="*/ 603803 h 788789"/>
                  <a:gd name="connsiteX707" fmla="*/ 1438248 w 1703319"/>
                  <a:gd name="connsiteY707" fmla="*/ 603076 h 788789"/>
                  <a:gd name="connsiteX708" fmla="*/ 1438971 w 1703319"/>
                  <a:gd name="connsiteY708" fmla="*/ 603440 h 788789"/>
                  <a:gd name="connsiteX709" fmla="*/ 1440416 w 1703319"/>
                  <a:gd name="connsiteY709" fmla="*/ 603440 h 788789"/>
                  <a:gd name="connsiteX710" fmla="*/ 1441500 w 1703319"/>
                  <a:gd name="connsiteY710" fmla="*/ 604530 h 788789"/>
                  <a:gd name="connsiteX711" fmla="*/ 1442584 w 1703319"/>
                  <a:gd name="connsiteY711" fmla="*/ 604166 h 788789"/>
                  <a:gd name="connsiteX712" fmla="*/ 1443668 w 1703319"/>
                  <a:gd name="connsiteY712" fmla="*/ 603440 h 788789"/>
                  <a:gd name="connsiteX713" fmla="*/ 1444391 w 1703319"/>
                  <a:gd name="connsiteY713" fmla="*/ 602713 h 788789"/>
                  <a:gd name="connsiteX714" fmla="*/ 1444752 w 1703319"/>
                  <a:gd name="connsiteY714" fmla="*/ 604166 h 788789"/>
                  <a:gd name="connsiteX715" fmla="*/ 1445836 w 1703319"/>
                  <a:gd name="connsiteY715" fmla="*/ 604530 h 788789"/>
                  <a:gd name="connsiteX716" fmla="*/ 1446559 w 1703319"/>
                  <a:gd name="connsiteY716" fmla="*/ 605256 h 788789"/>
                  <a:gd name="connsiteX717" fmla="*/ 1446920 w 1703319"/>
                  <a:gd name="connsiteY717" fmla="*/ 604530 h 788789"/>
                  <a:gd name="connsiteX718" fmla="*/ 1447643 w 1703319"/>
                  <a:gd name="connsiteY718" fmla="*/ 603076 h 788789"/>
                  <a:gd name="connsiteX719" fmla="*/ 1448365 w 1703319"/>
                  <a:gd name="connsiteY719" fmla="*/ 604166 h 788789"/>
                  <a:gd name="connsiteX720" fmla="*/ 1449811 w 1703319"/>
                  <a:gd name="connsiteY720" fmla="*/ 605620 h 788789"/>
                  <a:gd name="connsiteX721" fmla="*/ 1448727 w 1703319"/>
                  <a:gd name="connsiteY721" fmla="*/ 606709 h 788789"/>
                  <a:gd name="connsiteX722" fmla="*/ 1448004 w 1703319"/>
                  <a:gd name="connsiteY722" fmla="*/ 607799 h 788789"/>
                  <a:gd name="connsiteX723" fmla="*/ 1448365 w 1703319"/>
                  <a:gd name="connsiteY723" fmla="*/ 608889 h 788789"/>
                  <a:gd name="connsiteX724" fmla="*/ 1448004 w 1703319"/>
                  <a:gd name="connsiteY724" fmla="*/ 609979 h 788789"/>
                  <a:gd name="connsiteX725" fmla="*/ 1447281 w 1703319"/>
                  <a:gd name="connsiteY725" fmla="*/ 609979 h 788789"/>
                  <a:gd name="connsiteX726" fmla="*/ 1445475 w 1703319"/>
                  <a:gd name="connsiteY726" fmla="*/ 609616 h 788789"/>
                  <a:gd name="connsiteX727" fmla="*/ 1444752 w 1703319"/>
                  <a:gd name="connsiteY727" fmla="*/ 611069 h 788789"/>
                  <a:gd name="connsiteX728" fmla="*/ 1446559 w 1703319"/>
                  <a:gd name="connsiteY728" fmla="*/ 611432 h 788789"/>
                  <a:gd name="connsiteX729" fmla="*/ 1445475 w 1703319"/>
                  <a:gd name="connsiteY729" fmla="*/ 612159 h 788789"/>
                  <a:gd name="connsiteX730" fmla="*/ 1445475 w 1703319"/>
                  <a:gd name="connsiteY730" fmla="*/ 613249 h 788789"/>
                  <a:gd name="connsiteX731" fmla="*/ 1444752 w 1703319"/>
                  <a:gd name="connsiteY731" fmla="*/ 614339 h 788789"/>
                  <a:gd name="connsiteX732" fmla="*/ 1444391 w 1703319"/>
                  <a:gd name="connsiteY732" fmla="*/ 614702 h 788789"/>
                  <a:gd name="connsiteX733" fmla="*/ 1442945 w 1703319"/>
                  <a:gd name="connsiteY733" fmla="*/ 616155 h 788789"/>
                  <a:gd name="connsiteX734" fmla="*/ 1442584 w 1703319"/>
                  <a:gd name="connsiteY734" fmla="*/ 617245 h 788789"/>
                  <a:gd name="connsiteX735" fmla="*/ 1443307 w 1703319"/>
                  <a:gd name="connsiteY735" fmla="*/ 618335 h 788789"/>
                  <a:gd name="connsiteX736" fmla="*/ 1445475 w 1703319"/>
                  <a:gd name="connsiteY736" fmla="*/ 619425 h 788789"/>
                  <a:gd name="connsiteX737" fmla="*/ 1446197 w 1703319"/>
                  <a:gd name="connsiteY737" fmla="*/ 620152 h 788789"/>
                  <a:gd name="connsiteX738" fmla="*/ 1446559 w 1703319"/>
                  <a:gd name="connsiteY738" fmla="*/ 620878 h 788789"/>
                  <a:gd name="connsiteX739" fmla="*/ 1447281 w 1703319"/>
                  <a:gd name="connsiteY739" fmla="*/ 621605 h 788789"/>
                  <a:gd name="connsiteX740" fmla="*/ 1448004 w 1703319"/>
                  <a:gd name="connsiteY740" fmla="*/ 622332 h 788789"/>
                  <a:gd name="connsiteX741" fmla="*/ 1449088 w 1703319"/>
                  <a:gd name="connsiteY741" fmla="*/ 622695 h 788789"/>
                  <a:gd name="connsiteX742" fmla="*/ 1450172 w 1703319"/>
                  <a:gd name="connsiteY742" fmla="*/ 622332 h 788789"/>
                  <a:gd name="connsiteX743" fmla="*/ 1450895 w 1703319"/>
                  <a:gd name="connsiteY743" fmla="*/ 622332 h 788789"/>
                  <a:gd name="connsiteX744" fmla="*/ 1451979 w 1703319"/>
                  <a:gd name="connsiteY744" fmla="*/ 623785 h 788789"/>
                  <a:gd name="connsiteX745" fmla="*/ 1453424 w 1703319"/>
                  <a:gd name="connsiteY745" fmla="*/ 624875 h 788789"/>
                  <a:gd name="connsiteX746" fmla="*/ 1454147 w 1703319"/>
                  <a:gd name="connsiteY746" fmla="*/ 625601 h 788789"/>
                  <a:gd name="connsiteX747" fmla="*/ 1455231 w 1703319"/>
                  <a:gd name="connsiteY747" fmla="*/ 625965 h 788789"/>
                  <a:gd name="connsiteX748" fmla="*/ 1456315 w 1703319"/>
                  <a:gd name="connsiteY748" fmla="*/ 626328 h 788789"/>
                  <a:gd name="connsiteX749" fmla="*/ 1457399 w 1703319"/>
                  <a:gd name="connsiteY749" fmla="*/ 626691 h 788789"/>
                  <a:gd name="connsiteX750" fmla="*/ 1458483 w 1703319"/>
                  <a:gd name="connsiteY750" fmla="*/ 627055 h 788789"/>
                  <a:gd name="connsiteX751" fmla="*/ 1459205 w 1703319"/>
                  <a:gd name="connsiteY751" fmla="*/ 627418 h 788789"/>
                  <a:gd name="connsiteX752" fmla="*/ 1459567 w 1703319"/>
                  <a:gd name="connsiteY752" fmla="*/ 628145 h 788789"/>
                  <a:gd name="connsiteX753" fmla="*/ 1459928 w 1703319"/>
                  <a:gd name="connsiteY753" fmla="*/ 628871 h 788789"/>
                  <a:gd name="connsiteX754" fmla="*/ 1461012 w 1703319"/>
                  <a:gd name="connsiteY754" fmla="*/ 629235 h 788789"/>
                  <a:gd name="connsiteX755" fmla="*/ 1461735 w 1703319"/>
                  <a:gd name="connsiteY755" fmla="*/ 629961 h 788789"/>
                  <a:gd name="connsiteX756" fmla="*/ 1462457 w 1703319"/>
                  <a:gd name="connsiteY756" fmla="*/ 630325 h 788789"/>
                  <a:gd name="connsiteX757" fmla="*/ 1463180 w 1703319"/>
                  <a:gd name="connsiteY757" fmla="*/ 631051 h 788789"/>
                  <a:gd name="connsiteX758" fmla="*/ 1463903 w 1703319"/>
                  <a:gd name="connsiteY758" fmla="*/ 630688 h 788789"/>
                  <a:gd name="connsiteX759" fmla="*/ 1464987 w 1703319"/>
                  <a:gd name="connsiteY759" fmla="*/ 631051 h 788789"/>
                  <a:gd name="connsiteX760" fmla="*/ 1466071 w 1703319"/>
                  <a:gd name="connsiteY760" fmla="*/ 630688 h 788789"/>
                  <a:gd name="connsiteX761" fmla="*/ 1467516 w 1703319"/>
                  <a:gd name="connsiteY761" fmla="*/ 630325 h 788789"/>
                  <a:gd name="connsiteX762" fmla="*/ 1468600 w 1703319"/>
                  <a:gd name="connsiteY762" fmla="*/ 628871 h 788789"/>
                  <a:gd name="connsiteX763" fmla="*/ 1468961 w 1703319"/>
                  <a:gd name="connsiteY763" fmla="*/ 628145 h 788789"/>
                  <a:gd name="connsiteX764" fmla="*/ 1470407 w 1703319"/>
                  <a:gd name="connsiteY764" fmla="*/ 626691 h 788789"/>
                  <a:gd name="connsiteX765" fmla="*/ 1470407 w 1703319"/>
                  <a:gd name="connsiteY765" fmla="*/ 625965 h 788789"/>
                  <a:gd name="connsiteX766" fmla="*/ 1470407 w 1703319"/>
                  <a:gd name="connsiteY766" fmla="*/ 625238 h 788789"/>
                  <a:gd name="connsiteX767" fmla="*/ 1470768 w 1703319"/>
                  <a:gd name="connsiteY767" fmla="*/ 624512 h 788789"/>
                  <a:gd name="connsiteX768" fmla="*/ 1470768 w 1703319"/>
                  <a:gd name="connsiteY768" fmla="*/ 623422 h 788789"/>
                  <a:gd name="connsiteX769" fmla="*/ 1471129 w 1703319"/>
                  <a:gd name="connsiteY769" fmla="*/ 622332 h 788789"/>
                  <a:gd name="connsiteX770" fmla="*/ 1471129 w 1703319"/>
                  <a:gd name="connsiteY770" fmla="*/ 620878 h 788789"/>
                  <a:gd name="connsiteX771" fmla="*/ 1471129 w 1703319"/>
                  <a:gd name="connsiteY771" fmla="*/ 620515 h 788789"/>
                  <a:gd name="connsiteX772" fmla="*/ 1471491 w 1703319"/>
                  <a:gd name="connsiteY772" fmla="*/ 619789 h 788789"/>
                  <a:gd name="connsiteX773" fmla="*/ 1472213 w 1703319"/>
                  <a:gd name="connsiteY773" fmla="*/ 619425 h 788789"/>
                  <a:gd name="connsiteX774" fmla="*/ 1471852 w 1703319"/>
                  <a:gd name="connsiteY774" fmla="*/ 617609 h 788789"/>
                  <a:gd name="connsiteX775" fmla="*/ 1471129 w 1703319"/>
                  <a:gd name="connsiteY775" fmla="*/ 616519 h 788789"/>
                  <a:gd name="connsiteX776" fmla="*/ 1471491 w 1703319"/>
                  <a:gd name="connsiteY776" fmla="*/ 614702 h 788789"/>
                  <a:gd name="connsiteX777" fmla="*/ 1471852 w 1703319"/>
                  <a:gd name="connsiteY777" fmla="*/ 613249 h 788789"/>
                  <a:gd name="connsiteX778" fmla="*/ 1471491 w 1703319"/>
                  <a:gd name="connsiteY778" fmla="*/ 612159 h 788789"/>
                  <a:gd name="connsiteX779" fmla="*/ 1471852 w 1703319"/>
                  <a:gd name="connsiteY779" fmla="*/ 610706 h 788789"/>
                  <a:gd name="connsiteX780" fmla="*/ 1472213 w 1703319"/>
                  <a:gd name="connsiteY780" fmla="*/ 610343 h 788789"/>
                  <a:gd name="connsiteX781" fmla="*/ 1472213 w 1703319"/>
                  <a:gd name="connsiteY781" fmla="*/ 609979 h 788789"/>
                  <a:gd name="connsiteX782" fmla="*/ 1472213 w 1703319"/>
                  <a:gd name="connsiteY782" fmla="*/ 607799 h 788789"/>
                  <a:gd name="connsiteX783" fmla="*/ 1473297 w 1703319"/>
                  <a:gd name="connsiteY783" fmla="*/ 607073 h 788789"/>
                  <a:gd name="connsiteX784" fmla="*/ 1472575 w 1703319"/>
                  <a:gd name="connsiteY784" fmla="*/ 606346 h 788789"/>
                  <a:gd name="connsiteX785" fmla="*/ 1472213 w 1703319"/>
                  <a:gd name="connsiteY785" fmla="*/ 605256 h 788789"/>
                  <a:gd name="connsiteX786" fmla="*/ 1472575 w 1703319"/>
                  <a:gd name="connsiteY786" fmla="*/ 604530 h 788789"/>
                  <a:gd name="connsiteX787" fmla="*/ 1473297 w 1703319"/>
                  <a:gd name="connsiteY787" fmla="*/ 603440 h 788789"/>
                  <a:gd name="connsiteX788" fmla="*/ 1474020 w 1703319"/>
                  <a:gd name="connsiteY788" fmla="*/ 601986 h 788789"/>
                  <a:gd name="connsiteX789" fmla="*/ 1474381 w 1703319"/>
                  <a:gd name="connsiteY789" fmla="*/ 600897 h 788789"/>
                  <a:gd name="connsiteX790" fmla="*/ 1474381 w 1703319"/>
                  <a:gd name="connsiteY790" fmla="*/ 599080 h 788789"/>
                  <a:gd name="connsiteX791" fmla="*/ 1474743 w 1703319"/>
                  <a:gd name="connsiteY791" fmla="*/ 597990 h 788789"/>
                  <a:gd name="connsiteX792" fmla="*/ 1475827 w 1703319"/>
                  <a:gd name="connsiteY792" fmla="*/ 597263 h 788789"/>
                  <a:gd name="connsiteX793" fmla="*/ 1558296 w 1703319"/>
                  <a:gd name="connsiteY793" fmla="*/ 590550 h 788789"/>
                  <a:gd name="connsiteX794" fmla="*/ 1558965 w 1703319"/>
                  <a:gd name="connsiteY794" fmla="*/ 590550 h 788789"/>
                  <a:gd name="connsiteX795" fmla="*/ 1559967 w 1703319"/>
                  <a:gd name="connsiteY795" fmla="*/ 590839 h 788789"/>
                  <a:gd name="connsiteX796" fmla="*/ 1560970 w 1703319"/>
                  <a:gd name="connsiteY796" fmla="*/ 591127 h 788789"/>
                  <a:gd name="connsiteX797" fmla="*/ 1561638 w 1703319"/>
                  <a:gd name="connsiteY797" fmla="*/ 591993 h 788789"/>
                  <a:gd name="connsiteX798" fmla="*/ 1561973 w 1703319"/>
                  <a:gd name="connsiteY798" fmla="*/ 592859 h 788789"/>
                  <a:gd name="connsiteX799" fmla="*/ 1561973 w 1703319"/>
                  <a:gd name="connsiteY799" fmla="*/ 593148 h 788789"/>
                  <a:gd name="connsiteX800" fmla="*/ 1560636 w 1703319"/>
                  <a:gd name="connsiteY800" fmla="*/ 593436 h 788789"/>
                  <a:gd name="connsiteX801" fmla="*/ 1559299 w 1703319"/>
                  <a:gd name="connsiteY801" fmla="*/ 592571 h 788789"/>
                  <a:gd name="connsiteX802" fmla="*/ 1558630 w 1703319"/>
                  <a:gd name="connsiteY802" fmla="*/ 592282 h 788789"/>
                  <a:gd name="connsiteX803" fmla="*/ 1557628 w 1703319"/>
                  <a:gd name="connsiteY803" fmla="*/ 591993 h 788789"/>
                  <a:gd name="connsiteX804" fmla="*/ 1557294 w 1703319"/>
                  <a:gd name="connsiteY804" fmla="*/ 590839 h 788789"/>
                  <a:gd name="connsiteX805" fmla="*/ 1558296 w 1703319"/>
                  <a:gd name="connsiteY805" fmla="*/ 590550 h 788789"/>
                  <a:gd name="connsiteX806" fmla="*/ 1361911 w 1703319"/>
                  <a:gd name="connsiteY806" fmla="*/ 587829 h 788789"/>
                  <a:gd name="connsiteX807" fmla="*/ 1363557 w 1703319"/>
                  <a:gd name="connsiteY807" fmla="*/ 587829 h 788789"/>
                  <a:gd name="connsiteX808" fmla="*/ 1366026 w 1703319"/>
                  <a:gd name="connsiteY808" fmla="*/ 587829 h 788789"/>
                  <a:gd name="connsiteX809" fmla="*/ 1368084 w 1703319"/>
                  <a:gd name="connsiteY809" fmla="*/ 588736 h 788789"/>
                  <a:gd name="connsiteX810" fmla="*/ 1368908 w 1703319"/>
                  <a:gd name="connsiteY810" fmla="*/ 590097 h 788789"/>
                  <a:gd name="connsiteX811" fmla="*/ 1370142 w 1703319"/>
                  <a:gd name="connsiteY811" fmla="*/ 591457 h 788789"/>
                  <a:gd name="connsiteX812" fmla="*/ 1369319 w 1703319"/>
                  <a:gd name="connsiteY812" fmla="*/ 592818 h 788789"/>
                  <a:gd name="connsiteX813" fmla="*/ 1367261 w 1703319"/>
                  <a:gd name="connsiteY813" fmla="*/ 593272 h 788789"/>
                  <a:gd name="connsiteX814" fmla="*/ 1366026 w 1703319"/>
                  <a:gd name="connsiteY814" fmla="*/ 592364 h 788789"/>
                  <a:gd name="connsiteX815" fmla="*/ 1364792 w 1703319"/>
                  <a:gd name="connsiteY815" fmla="*/ 591911 h 788789"/>
                  <a:gd name="connsiteX816" fmla="*/ 1361911 w 1703319"/>
                  <a:gd name="connsiteY816" fmla="*/ 591004 h 788789"/>
                  <a:gd name="connsiteX817" fmla="*/ 1360676 w 1703319"/>
                  <a:gd name="connsiteY817" fmla="*/ 590550 h 788789"/>
                  <a:gd name="connsiteX818" fmla="*/ 1360264 w 1703319"/>
                  <a:gd name="connsiteY818" fmla="*/ 588282 h 788789"/>
                  <a:gd name="connsiteX819" fmla="*/ 1361911 w 1703319"/>
                  <a:gd name="connsiteY819" fmla="*/ 587829 h 788789"/>
                  <a:gd name="connsiteX820" fmla="*/ 1561420 w 1703319"/>
                  <a:gd name="connsiteY820" fmla="*/ 584200 h 788789"/>
                  <a:gd name="connsiteX821" fmla="*/ 1562153 w 1703319"/>
                  <a:gd name="connsiteY821" fmla="*/ 584922 h 788789"/>
                  <a:gd name="connsiteX822" fmla="*/ 1562520 w 1703319"/>
                  <a:gd name="connsiteY822" fmla="*/ 586726 h 788789"/>
                  <a:gd name="connsiteX823" fmla="*/ 1562886 w 1703319"/>
                  <a:gd name="connsiteY823" fmla="*/ 587808 h 788789"/>
                  <a:gd name="connsiteX824" fmla="*/ 1564351 w 1703319"/>
                  <a:gd name="connsiteY824" fmla="*/ 588891 h 788789"/>
                  <a:gd name="connsiteX825" fmla="*/ 1565451 w 1703319"/>
                  <a:gd name="connsiteY825" fmla="*/ 590334 h 788789"/>
                  <a:gd name="connsiteX826" fmla="*/ 1565817 w 1703319"/>
                  <a:gd name="connsiteY826" fmla="*/ 591416 h 788789"/>
                  <a:gd name="connsiteX827" fmla="*/ 1565084 w 1703319"/>
                  <a:gd name="connsiteY827" fmla="*/ 592138 h 788789"/>
                  <a:gd name="connsiteX828" fmla="*/ 1563985 w 1703319"/>
                  <a:gd name="connsiteY828" fmla="*/ 591056 h 788789"/>
                  <a:gd name="connsiteX829" fmla="*/ 1562886 w 1703319"/>
                  <a:gd name="connsiteY829" fmla="*/ 589973 h 788789"/>
                  <a:gd name="connsiteX830" fmla="*/ 1561787 w 1703319"/>
                  <a:gd name="connsiteY830" fmla="*/ 588530 h 788789"/>
                  <a:gd name="connsiteX831" fmla="*/ 1561420 w 1703319"/>
                  <a:gd name="connsiteY831" fmla="*/ 587447 h 788789"/>
                  <a:gd name="connsiteX832" fmla="*/ 1561054 w 1703319"/>
                  <a:gd name="connsiteY832" fmla="*/ 585643 h 788789"/>
                  <a:gd name="connsiteX833" fmla="*/ 1561420 w 1703319"/>
                  <a:gd name="connsiteY833" fmla="*/ 584561 h 788789"/>
                  <a:gd name="connsiteX834" fmla="*/ 1561420 w 1703319"/>
                  <a:gd name="connsiteY834" fmla="*/ 584200 h 788789"/>
                  <a:gd name="connsiteX835" fmla="*/ 1420561 w 1703319"/>
                  <a:gd name="connsiteY835" fmla="*/ 584200 h 788789"/>
                  <a:gd name="connsiteX836" fmla="*/ 1421037 w 1703319"/>
                  <a:gd name="connsiteY836" fmla="*/ 584518 h 788789"/>
                  <a:gd name="connsiteX837" fmla="*/ 1422466 w 1703319"/>
                  <a:gd name="connsiteY837" fmla="*/ 584518 h 788789"/>
                  <a:gd name="connsiteX838" fmla="*/ 1421037 w 1703319"/>
                  <a:gd name="connsiteY838" fmla="*/ 585471 h 788789"/>
                  <a:gd name="connsiteX839" fmla="*/ 1419608 w 1703319"/>
                  <a:gd name="connsiteY839" fmla="*/ 585153 h 788789"/>
                  <a:gd name="connsiteX840" fmla="*/ 1420561 w 1703319"/>
                  <a:gd name="connsiteY840" fmla="*/ 584200 h 788789"/>
                  <a:gd name="connsiteX841" fmla="*/ 1353651 w 1703319"/>
                  <a:gd name="connsiteY841" fmla="*/ 584200 h 788789"/>
                  <a:gd name="connsiteX842" fmla="*/ 1355519 w 1703319"/>
                  <a:gd name="connsiteY842" fmla="*/ 585666 h 788789"/>
                  <a:gd name="connsiteX843" fmla="*/ 1355145 w 1703319"/>
                  <a:gd name="connsiteY843" fmla="*/ 587131 h 788789"/>
                  <a:gd name="connsiteX844" fmla="*/ 1353278 w 1703319"/>
                  <a:gd name="connsiteY844" fmla="*/ 588597 h 788789"/>
                  <a:gd name="connsiteX845" fmla="*/ 1351784 w 1703319"/>
                  <a:gd name="connsiteY845" fmla="*/ 587864 h 788789"/>
                  <a:gd name="connsiteX846" fmla="*/ 1350663 w 1703319"/>
                  <a:gd name="connsiteY846" fmla="*/ 586765 h 788789"/>
                  <a:gd name="connsiteX847" fmla="*/ 1351037 w 1703319"/>
                  <a:gd name="connsiteY847" fmla="*/ 584933 h 788789"/>
                  <a:gd name="connsiteX848" fmla="*/ 1352157 w 1703319"/>
                  <a:gd name="connsiteY848" fmla="*/ 584567 h 788789"/>
                  <a:gd name="connsiteX849" fmla="*/ 1353651 w 1703319"/>
                  <a:gd name="connsiteY849" fmla="*/ 584200 h 788789"/>
                  <a:gd name="connsiteX850" fmla="*/ 1353847 w 1703319"/>
                  <a:gd name="connsiteY850" fmla="*/ 583407 h 788789"/>
                  <a:gd name="connsiteX851" fmla="*/ 1358005 w 1703319"/>
                  <a:gd name="connsiteY851" fmla="*/ 583804 h 788789"/>
                  <a:gd name="connsiteX852" fmla="*/ 1360651 w 1703319"/>
                  <a:gd name="connsiteY852" fmla="*/ 584201 h 788789"/>
                  <a:gd name="connsiteX853" fmla="*/ 1361029 w 1703319"/>
                  <a:gd name="connsiteY853" fmla="*/ 585788 h 788789"/>
                  <a:gd name="connsiteX854" fmla="*/ 1360273 w 1703319"/>
                  <a:gd name="connsiteY854" fmla="*/ 586582 h 788789"/>
                  <a:gd name="connsiteX855" fmla="*/ 1358761 w 1703319"/>
                  <a:gd name="connsiteY855" fmla="*/ 586979 h 788789"/>
                  <a:gd name="connsiteX856" fmla="*/ 1356871 w 1703319"/>
                  <a:gd name="connsiteY856" fmla="*/ 586185 h 788789"/>
                  <a:gd name="connsiteX857" fmla="*/ 1356493 w 1703319"/>
                  <a:gd name="connsiteY857" fmla="*/ 584995 h 788789"/>
                  <a:gd name="connsiteX858" fmla="*/ 1353847 w 1703319"/>
                  <a:gd name="connsiteY858" fmla="*/ 583407 h 788789"/>
                  <a:gd name="connsiteX859" fmla="*/ 1341238 w 1703319"/>
                  <a:gd name="connsiteY859" fmla="*/ 583142 h 788789"/>
                  <a:gd name="connsiteX860" fmla="*/ 1343354 w 1703319"/>
                  <a:gd name="connsiteY860" fmla="*/ 583142 h 788789"/>
                  <a:gd name="connsiteX861" fmla="*/ 1345894 w 1703319"/>
                  <a:gd name="connsiteY861" fmla="*/ 583671 h 788789"/>
                  <a:gd name="connsiteX862" fmla="*/ 1344624 w 1703319"/>
                  <a:gd name="connsiteY862" fmla="*/ 584994 h 788789"/>
                  <a:gd name="connsiteX863" fmla="*/ 1344201 w 1703319"/>
                  <a:gd name="connsiteY863" fmla="*/ 585524 h 788789"/>
                  <a:gd name="connsiteX864" fmla="*/ 1342084 w 1703319"/>
                  <a:gd name="connsiteY864" fmla="*/ 584994 h 788789"/>
                  <a:gd name="connsiteX865" fmla="*/ 1340814 w 1703319"/>
                  <a:gd name="connsiteY865" fmla="*/ 584465 h 788789"/>
                  <a:gd name="connsiteX866" fmla="*/ 1341238 w 1703319"/>
                  <a:gd name="connsiteY866" fmla="*/ 583142 h 788789"/>
                  <a:gd name="connsiteX867" fmla="*/ 1347607 w 1703319"/>
                  <a:gd name="connsiteY867" fmla="*/ 583089 h 788789"/>
                  <a:gd name="connsiteX868" fmla="*/ 1349627 w 1703319"/>
                  <a:gd name="connsiteY868" fmla="*/ 583089 h 788789"/>
                  <a:gd name="connsiteX869" fmla="*/ 1349339 w 1703319"/>
                  <a:gd name="connsiteY869" fmla="*/ 586424 h 788789"/>
                  <a:gd name="connsiteX870" fmla="*/ 1349050 w 1703319"/>
                  <a:gd name="connsiteY870" fmla="*/ 586900 h 788789"/>
                  <a:gd name="connsiteX871" fmla="*/ 1347318 w 1703319"/>
                  <a:gd name="connsiteY871" fmla="*/ 587376 h 788789"/>
                  <a:gd name="connsiteX872" fmla="*/ 1347030 w 1703319"/>
                  <a:gd name="connsiteY872" fmla="*/ 586900 h 788789"/>
                  <a:gd name="connsiteX873" fmla="*/ 1347030 w 1703319"/>
                  <a:gd name="connsiteY873" fmla="*/ 584995 h 788789"/>
                  <a:gd name="connsiteX874" fmla="*/ 1347607 w 1703319"/>
                  <a:gd name="connsiteY874" fmla="*/ 583089 h 788789"/>
                  <a:gd name="connsiteX875" fmla="*/ 1378945 w 1703319"/>
                  <a:gd name="connsiteY875" fmla="*/ 583010 h 788789"/>
                  <a:gd name="connsiteX876" fmla="*/ 1381212 w 1703319"/>
                  <a:gd name="connsiteY876" fmla="*/ 583407 h 788789"/>
                  <a:gd name="connsiteX877" fmla="*/ 1380759 w 1703319"/>
                  <a:gd name="connsiteY877" fmla="*/ 584994 h 788789"/>
                  <a:gd name="connsiteX878" fmla="*/ 1378945 w 1703319"/>
                  <a:gd name="connsiteY878" fmla="*/ 584994 h 788789"/>
                  <a:gd name="connsiteX879" fmla="*/ 1378037 w 1703319"/>
                  <a:gd name="connsiteY879" fmla="*/ 585788 h 788789"/>
                  <a:gd name="connsiteX880" fmla="*/ 1375770 w 1703319"/>
                  <a:gd name="connsiteY880" fmla="*/ 585788 h 788789"/>
                  <a:gd name="connsiteX881" fmla="*/ 1377130 w 1703319"/>
                  <a:gd name="connsiteY881" fmla="*/ 584994 h 788789"/>
                  <a:gd name="connsiteX882" fmla="*/ 1378037 w 1703319"/>
                  <a:gd name="connsiteY882" fmla="*/ 584201 h 788789"/>
                  <a:gd name="connsiteX883" fmla="*/ 1378945 w 1703319"/>
                  <a:gd name="connsiteY883" fmla="*/ 583010 h 788789"/>
                  <a:gd name="connsiteX884" fmla="*/ 1388260 w 1703319"/>
                  <a:gd name="connsiteY884" fmla="*/ 582812 h 788789"/>
                  <a:gd name="connsiteX885" fmla="*/ 1389726 w 1703319"/>
                  <a:gd name="connsiteY885" fmla="*/ 583010 h 788789"/>
                  <a:gd name="connsiteX886" fmla="*/ 1390825 w 1703319"/>
                  <a:gd name="connsiteY886" fmla="*/ 583209 h 788789"/>
                  <a:gd name="connsiteX887" fmla="*/ 1389726 w 1703319"/>
                  <a:gd name="connsiteY887" fmla="*/ 583804 h 788789"/>
                  <a:gd name="connsiteX888" fmla="*/ 1388260 w 1703319"/>
                  <a:gd name="connsiteY888" fmla="*/ 583804 h 788789"/>
                  <a:gd name="connsiteX889" fmla="*/ 1386429 w 1703319"/>
                  <a:gd name="connsiteY889" fmla="*/ 584003 h 788789"/>
                  <a:gd name="connsiteX890" fmla="*/ 1384597 w 1703319"/>
                  <a:gd name="connsiteY890" fmla="*/ 583804 h 788789"/>
                  <a:gd name="connsiteX891" fmla="*/ 1383498 w 1703319"/>
                  <a:gd name="connsiteY891" fmla="*/ 584003 h 788789"/>
                  <a:gd name="connsiteX892" fmla="*/ 1382032 w 1703319"/>
                  <a:gd name="connsiteY892" fmla="*/ 583804 h 788789"/>
                  <a:gd name="connsiteX893" fmla="*/ 1383131 w 1703319"/>
                  <a:gd name="connsiteY893" fmla="*/ 583407 h 788789"/>
                  <a:gd name="connsiteX894" fmla="*/ 1384597 w 1703319"/>
                  <a:gd name="connsiteY894" fmla="*/ 583407 h 788789"/>
                  <a:gd name="connsiteX895" fmla="*/ 1386429 w 1703319"/>
                  <a:gd name="connsiteY895" fmla="*/ 583606 h 788789"/>
                  <a:gd name="connsiteX896" fmla="*/ 1387161 w 1703319"/>
                  <a:gd name="connsiteY896" fmla="*/ 583209 h 788789"/>
                  <a:gd name="connsiteX897" fmla="*/ 1388260 w 1703319"/>
                  <a:gd name="connsiteY897" fmla="*/ 582812 h 788789"/>
                  <a:gd name="connsiteX898" fmla="*/ 1545459 w 1703319"/>
                  <a:gd name="connsiteY898" fmla="*/ 582613 h 788789"/>
                  <a:gd name="connsiteX899" fmla="*/ 1546579 w 1703319"/>
                  <a:gd name="connsiteY899" fmla="*/ 582613 h 788789"/>
                  <a:gd name="connsiteX900" fmla="*/ 1547326 w 1703319"/>
                  <a:gd name="connsiteY900" fmla="*/ 583346 h 788789"/>
                  <a:gd name="connsiteX901" fmla="*/ 1548073 w 1703319"/>
                  <a:gd name="connsiteY901" fmla="*/ 584079 h 788789"/>
                  <a:gd name="connsiteX902" fmla="*/ 1548447 w 1703319"/>
                  <a:gd name="connsiteY902" fmla="*/ 585178 h 788789"/>
                  <a:gd name="connsiteX903" fmla="*/ 1549194 w 1703319"/>
                  <a:gd name="connsiteY903" fmla="*/ 585544 h 788789"/>
                  <a:gd name="connsiteX904" fmla="*/ 1549941 w 1703319"/>
                  <a:gd name="connsiteY904" fmla="*/ 586643 h 788789"/>
                  <a:gd name="connsiteX905" fmla="*/ 1549567 w 1703319"/>
                  <a:gd name="connsiteY905" fmla="*/ 587010 h 788789"/>
                  <a:gd name="connsiteX906" fmla="*/ 1548820 w 1703319"/>
                  <a:gd name="connsiteY906" fmla="*/ 586643 h 788789"/>
                  <a:gd name="connsiteX907" fmla="*/ 1547700 w 1703319"/>
                  <a:gd name="connsiteY907" fmla="*/ 585911 h 788789"/>
                  <a:gd name="connsiteX908" fmla="*/ 1546953 w 1703319"/>
                  <a:gd name="connsiteY908" fmla="*/ 585178 h 788789"/>
                  <a:gd name="connsiteX909" fmla="*/ 1546206 w 1703319"/>
                  <a:gd name="connsiteY909" fmla="*/ 584811 h 788789"/>
                  <a:gd name="connsiteX910" fmla="*/ 1545085 w 1703319"/>
                  <a:gd name="connsiteY910" fmla="*/ 584079 h 788789"/>
                  <a:gd name="connsiteX911" fmla="*/ 1543965 w 1703319"/>
                  <a:gd name="connsiteY911" fmla="*/ 582980 h 788789"/>
                  <a:gd name="connsiteX912" fmla="*/ 1545459 w 1703319"/>
                  <a:gd name="connsiteY912" fmla="*/ 582613 h 788789"/>
                  <a:gd name="connsiteX913" fmla="*/ 1398176 w 1703319"/>
                  <a:gd name="connsiteY913" fmla="*/ 582613 h 788789"/>
                  <a:gd name="connsiteX914" fmla="*/ 1400353 w 1703319"/>
                  <a:gd name="connsiteY914" fmla="*/ 583460 h 788789"/>
                  <a:gd name="connsiteX915" fmla="*/ 1399627 w 1703319"/>
                  <a:gd name="connsiteY915" fmla="*/ 584306 h 788789"/>
                  <a:gd name="connsiteX916" fmla="*/ 1397813 w 1703319"/>
                  <a:gd name="connsiteY916" fmla="*/ 585576 h 788789"/>
                  <a:gd name="connsiteX917" fmla="*/ 1395636 w 1703319"/>
                  <a:gd name="connsiteY917" fmla="*/ 586423 h 788789"/>
                  <a:gd name="connsiteX918" fmla="*/ 1390575 w 1703319"/>
                  <a:gd name="connsiteY918" fmla="*/ 588954 h 788789"/>
                  <a:gd name="connsiteX919" fmla="*/ 1390810 w 1703319"/>
                  <a:gd name="connsiteY919" fmla="*/ 589280 h 788789"/>
                  <a:gd name="connsiteX920" fmla="*/ 1390429 w 1703319"/>
                  <a:gd name="connsiteY920" fmla="*/ 589915 h 788789"/>
                  <a:gd name="connsiteX921" fmla="*/ 1388905 w 1703319"/>
                  <a:gd name="connsiteY921" fmla="*/ 591185 h 788789"/>
                  <a:gd name="connsiteX922" fmla="*/ 1387381 w 1703319"/>
                  <a:gd name="connsiteY922" fmla="*/ 592138 h 788789"/>
                  <a:gd name="connsiteX923" fmla="*/ 1385857 w 1703319"/>
                  <a:gd name="connsiteY923" fmla="*/ 592455 h 788789"/>
                  <a:gd name="connsiteX924" fmla="*/ 1383571 w 1703319"/>
                  <a:gd name="connsiteY924" fmla="*/ 593408 h 788789"/>
                  <a:gd name="connsiteX925" fmla="*/ 1382428 w 1703319"/>
                  <a:gd name="connsiteY925" fmla="*/ 593725 h 788789"/>
                  <a:gd name="connsiteX926" fmla="*/ 1382047 w 1703319"/>
                  <a:gd name="connsiteY926" fmla="*/ 591820 h 788789"/>
                  <a:gd name="connsiteX927" fmla="*/ 1382809 w 1703319"/>
                  <a:gd name="connsiteY927" fmla="*/ 590550 h 788789"/>
                  <a:gd name="connsiteX928" fmla="*/ 1384333 w 1703319"/>
                  <a:gd name="connsiteY928" fmla="*/ 588963 h 788789"/>
                  <a:gd name="connsiteX929" fmla="*/ 1385857 w 1703319"/>
                  <a:gd name="connsiteY929" fmla="*/ 588645 h 788789"/>
                  <a:gd name="connsiteX930" fmla="*/ 1388524 w 1703319"/>
                  <a:gd name="connsiteY930" fmla="*/ 587693 h 788789"/>
                  <a:gd name="connsiteX931" fmla="*/ 1389667 w 1703319"/>
                  <a:gd name="connsiteY931" fmla="*/ 587693 h 788789"/>
                  <a:gd name="connsiteX932" fmla="*/ 1390548 w 1703319"/>
                  <a:gd name="connsiteY932" fmla="*/ 588916 h 788789"/>
                  <a:gd name="connsiteX933" fmla="*/ 1390193 w 1703319"/>
                  <a:gd name="connsiteY933" fmla="*/ 586846 h 788789"/>
                  <a:gd name="connsiteX934" fmla="*/ 1388742 w 1703319"/>
                  <a:gd name="connsiteY934" fmla="*/ 586423 h 788789"/>
                  <a:gd name="connsiteX935" fmla="*/ 1388742 w 1703319"/>
                  <a:gd name="connsiteY935" fmla="*/ 585576 h 788789"/>
                  <a:gd name="connsiteX936" fmla="*/ 1390193 w 1703319"/>
                  <a:gd name="connsiteY936" fmla="*/ 584306 h 788789"/>
                  <a:gd name="connsiteX937" fmla="*/ 1391645 w 1703319"/>
                  <a:gd name="connsiteY937" fmla="*/ 584306 h 788789"/>
                  <a:gd name="connsiteX938" fmla="*/ 1393822 w 1703319"/>
                  <a:gd name="connsiteY938" fmla="*/ 583460 h 788789"/>
                  <a:gd name="connsiteX939" fmla="*/ 1395273 w 1703319"/>
                  <a:gd name="connsiteY939" fmla="*/ 583460 h 788789"/>
                  <a:gd name="connsiteX940" fmla="*/ 1398176 w 1703319"/>
                  <a:gd name="connsiteY940" fmla="*/ 582613 h 788789"/>
                  <a:gd name="connsiteX941" fmla="*/ 1368059 w 1703319"/>
                  <a:gd name="connsiteY941" fmla="*/ 582613 h 788789"/>
                  <a:gd name="connsiteX942" fmla="*/ 1369510 w 1703319"/>
                  <a:gd name="connsiteY942" fmla="*/ 582613 h 788789"/>
                  <a:gd name="connsiteX943" fmla="*/ 1370599 w 1703319"/>
                  <a:gd name="connsiteY943" fmla="*/ 583566 h 788789"/>
                  <a:gd name="connsiteX944" fmla="*/ 1372050 w 1703319"/>
                  <a:gd name="connsiteY944" fmla="*/ 584518 h 788789"/>
                  <a:gd name="connsiteX945" fmla="*/ 1373502 w 1703319"/>
                  <a:gd name="connsiteY945" fmla="*/ 584042 h 788789"/>
                  <a:gd name="connsiteX946" fmla="*/ 1374953 w 1703319"/>
                  <a:gd name="connsiteY946" fmla="*/ 583566 h 788789"/>
                  <a:gd name="connsiteX947" fmla="*/ 1374953 w 1703319"/>
                  <a:gd name="connsiteY947" fmla="*/ 585471 h 788789"/>
                  <a:gd name="connsiteX948" fmla="*/ 1372413 w 1703319"/>
                  <a:gd name="connsiteY948" fmla="*/ 586424 h 788789"/>
                  <a:gd name="connsiteX949" fmla="*/ 1369147 w 1703319"/>
                  <a:gd name="connsiteY949" fmla="*/ 586900 h 788789"/>
                  <a:gd name="connsiteX950" fmla="*/ 1367333 w 1703319"/>
                  <a:gd name="connsiteY950" fmla="*/ 586900 h 788789"/>
                  <a:gd name="connsiteX951" fmla="*/ 1365156 w 1703319"/>
                  <a:gd name="connsiteY951" fmla="*/ 585947 h 788789"/>
                  <a:gd name="connsiteX952" fmla="*/ 1362979 w 1703319"/>
                  <a:gd name="connsiteY952" fmla="*/ 584518 h 788789"/>
                  <a:gd name="connsiteX953" fmla="*/ 1364793 w 1703319"/>
                  <a:gd name="connsiteY953" fmla="*/ 583566 h 788789"/>
                  <a:gd name="connsiteX954" fmla="*/ 1366245 w 1703319"/>
                  <a:gd name="connsiteY954" fmla="*/ 583089 h 788789"/>
                  <a:gd name="connsiteX955" fmla="*/ 1368059 w 1703319"/>
                  <a:gd name="connsiteY955" fmla="*/ 582613 h 788789"/>
                  <a:gd name="connsiteX956" fmla="*/ 1542798 w 1703319"/>
                  <a:gd name="connsiteY956" fmla="*/ 581501 h 788789"/>
                  <a:gd name="connsiteX957" fmla="*/ 1543195 w 1703319"/>
                  <a:gd name="connsiteY957" fmla="*/ 581501 h 788789"/>
                  <a:gd name="connsiteX958" fmla="*/ 1543195 w 1703319"/>
                  <a:gd name="connsiteY958" fmla="*/ 582930 h 788789"/>
                  <a:gd name="connsiteX959" fmla="*/ 1542798 w 1703319"/>
                  <a:gd name="connsiteY959" fmla="*/ 584359 h 788789"/>
                  <a:gd name="connsiteX960" fmla="*/ 1542401 w 1703319"/>
                  <a:gd name="connsiteY960" fmla="*/ 585788 h 788789"/>
                  <a:gd name="connsiteX961" fmla="*/ 1542004 w 1703319"/>
                  <a:gd name="connsiteY961" fmla="*/ 584359 h 788789"/>
                  <a:gd name="connsiteX962" fmla="*/ 1542798 w 1703319"/>
                  <a:gd name="connsiteY962" fmla="*/ 581501 h 788789"/>
                  <a:gd name="connsiteX963" fmla="*/ 1552650 w 1703319"/>
                  <a:gd name="connsiteY963" fmla="*/ 581025 h 788789"/>
                  <a:gd name="connsiteX964" fmla="*/ 1554144 w 1703319"/>
                  <a:gd name="connsiteY964" fmla="*/ 581932 h 788789"/>
                  <a:gd name="connsiteX965" fmla="*/ 1554517 w 1703319"/>
                  <a:gd name="connsiteY965" fmla="*/ 582386 h 788789"/>
                  <a:gd name="connsiteX966" fmla="*/ 1556011 w 1703319"/>
                  <a:gd name="connsiteY966" fmla="*/ 583293 h 788789"/>
                  <a:gd name="connsiteX967" fmla="*/ 1557132 w 1703319"/>
                  <a:gd name="connsiteY967" fmla="*/ 584654 h 788789"/>
                  <a:gd name="connsiteX968" fmla="*/ 1557879 w 1703319"/>
                  <a:gd name="connsiteY968" fmla="*/ 586922 h 788789"/>
                  <a:gd name="connsiteX969" fmla="*/ 1557132 w 1703319"/>
                  <a:gd name="connsiteY969" fmla="*/ 586014 h 788789"/>
                  <a:gd name="connsiteX970" fmla="*/ 1555264 w 1703319"/>
                  <a:gd name="connsiteY970" fmla="*/ 584654 h 788789"/>
                  <a:gd name="connsiteX971" fmla="*/ 1553770 w 1703319"/>
                  <a:gd name="connsiteY971" fmla="*/ 584200 h 788789"/>
                  <a:gd name="connsiteX972" fmla="*/ 1552650 w 1703319"/>
                  <a:gd name="connsiteY972" fmla="*/ 582839 h 788789"/>
                  <a:gd name="connsiteX973" fmla="*/ 1551529 w 1703319"/>
                  <a:gd name="connsiteY973" fmla="*/ 581479 h 788789"/>
                  <a:gd name="connsiteX974" fmla="*/ 1552650 w 1703319"/>
                  <a:gd name="connsiteY974" fmla="*/ 581025 h 788789"/>
                  <a:gd name="connsiteX975" fmla="*/ 1394647 w 1703319"/>
                  <a:gd name="connsiteY975" fmla="*/ 580073 h 788789"/>
                  <a:gd name="connsiteX976" fmla="*/ 1398382 w 1703319"/>
                  <a:gd name="connsiteY976" fmla="*/ 580391 h 788789"/>
                  <a:gd name="connsiteX977" fmla="*/ 1397261 w 1703319"/>
                  <a:gd name="connsiteY977" fmla="*/ 581661 h 788789"/>
                  <a:gd name="connsiteX978" fmla="*/ 1393153 w 1703319"/>
                  <a:gd name="connsiteY978" fmla="*/ 581978 h 788789"/>
                  <a:gd name="connsiteX979" fmla="*/ 1394647 w 1703319"/>
                  <a:gd name="connsiteY979" fmla="*/ 580073 h 788789"/>
                  <a:gd name="connsiteX980" fmla="*/ 1424926 w 1703319"/>
                  <a:gd name="connsiteY980" fmla="*/ 578190 h 788789"/>
                  <a:gd name="connsiteX981" fmla="*/ 1426117 w 1703319"/>
                  <a:gd name="connsiteY981" fmla="*/ 578190 h 788789"/>
                  <a:gd name="connsiteX982" fmla="*/ 1425323 w 1703319"/>
                  <a:gd name="connsiteY982" fmla="*/ 579551 h 788789"/>
                  <a:gd name="connsiteX983" fmla="*/ 1424132 w 1703319"/>
                  <a:gd name="connsiteY983" fmla="*/ 580232 h 788789"/>
                  <a:gd name="connsiteX984" fmla="*/ 1423735 w 1703319"/>
                  <a:gd name="connsiteY984" fmla="*/ 581592 h 788789"/>
                  <a:gd name="connsiteX985" fmla="*/ 1422545 w 1703319"/>
                  <a:gd name="connsiteY985" fmla="*/ 582273 h 788789"/>
                  <a:gd name="connsiteX986" fmla="*/ 1421751 w 1703319"/>
                  <a:gd name="connsiteY986" fmla="*/ 580572 h 788789"/>
                  <a:gd name="connsiteX987" fmla="*/ 1422942 w 1703319"/>
                  <a:gd name="connsiteY987" fmla="*/ 579551 h 788789"/>
                  <a:gd name="connsiteX988" fmla="*/ 1424926 w 1703319"/>
                  <a:gd name="connsiteY988" fmla="*/ 578190 h 788789"/>
                  <a:gd name="connsiteX989" fmla="*/ 1542370 w 1703319"/>
                  <a:gd name="connsiteY989" fmla="*/ 577850 h 788789"/>
                  <a:gd name="connsiteX990" fmla="*/ 1543470 w 1703319"/>
                  <a:gd name="connsiteY990" fmla="*/ 578427 h 788789"/>
                  <a:gd name="connsiteX991" fmla="*/ 1544202 w 1703319"/>
                  <a:gd name="connsiteY991" fmla="*/ 579005 h 788789"/>
                  <a:gd name="connsiteX992" fmla="*/ 1545301 w 1703319"/>
                  <a:gd name="connsiteY992" fmla="*/ 579582 h 788789"/>
                  <a:gd name="connsiteX993" fmla="*/ 1546401 w 1703319"/>
                  <a:gd name="connsiteY993" fmla="*/ 580448 h 788789"/>
                  <a:gd name="connsiteX994" fmla="*/ 1546034 w 1703319"/>
                  <a:gd name="connsiteY994" fmla="*/ 581025 h 788789"/>
                  <a:gd name="connsiteX995" fmla="*/ 1545301 w 1703319"/>
                  <a:gd name="connsiteY995" fmla="*/ 581025 h 788789"/>
                  <a:gd name="connsiteX996" fmla="*/ 1544202 w 1703319"/>
                  <a:gd name="connsiteY996" fmla="*/ 580159 h 788789"/>
                  <a:gd name="connsiteX997" fmla="*/ 1542737 w 1703319"/>
                  <a:gd name="connsiteY997" fmla="*/ 579005 h 788789"/>
                  <a:gd name="connsiteX998" fmla="*/ 1542370 w 1703319"/>
                  <a:gd name="connsiteY998" fmla="*/ 577850 h 788789"/>
                  <a:gd name="connsiteX999" fmla="*/ 1304758 w 1703319"/>
                  <a:gd name="connsiteY999" fmla="*/ 571843 h 788789"/>
                  <a:gd name="connsiteX1000" fmla="*/ 1305860 w 1703319"/>
                  <a:gd name="connsiteY1000" fmla="*/ 572873 h 788789"/>
                  <a:gd name="connsiteX1001" fmla="*/ 1307329 w 1703319"/>
                  <a:gd name="connsiteY1001" fmla="*/ 573216 h 788789"/>
                  <a:gd name="connsiteX1002" fmla="*/ 1309166 w 1703319"/>
                  <a:gd name="connsiteY1002" fmla="*/ 573560 h 788789"/>
                  <a:gd name="connsiteX1003" fmla="*/ 1311003 w 1703319"/>
                  <a:gd name="connsiteY1003" fmla="*/ 574589 h 788789"/>
                  <a:gd name="connsiteX1004" fmla="*/ 1311737 w 1703319"/>
                  <a:gd name="connsiteY1004" fmla="*/ 575962 h 788789"/>
                  <a:gd name="connsiteX1005" fmla="*/ 1313207 w 1703319"/>
                  <a:gd name="connsiteY1005" fmla="*/ 575962 h 788789"/>
                  <a:gd name="connsiteX1006" fmla="*/ 1316513 w 1703319"/>
                  <a:gd name="connsiteY1006" fmla="*/ 575962 h 788789"/>
                  <a:gd name="connsiteX1007" fmla="*/ 1317248 w 1703319"/>
                  <a:gd name="connsiteY1007" fmla="*/ 575962 h 788789"/>
                  <a:gd name="connsiteX1008" fmla="*/ 1319084 w 1703319"/>
                  <a:gd name="connsiteY1008" fmla="*/ 576649 h 788789"/>
                  <a:gd name="connsiteX1009" fmla="*/ 1320186 w 1703319"/>
                  <a:gd name="connsiteY1009" fmla="*/ 576649 h 788789"/>
                  <a:gd name="connsiteX1010" fmla="*/ 1321289 w 1703319"/>
                  <a:gd name="connsiteY1010" fmla="*/ 575276 h 788789"/>
                  <a:gd name="connsiteX1011" fmla="*/ 1321289 w 1703319"/>
                  <a:gd name="connsiteY1011" fmla="*/ 574933 h 788789"/>
                  <a:gd name="connsiteX1012" fmla="*/ 1322023 w 1703319"/>
                  <a:gd name="connsiteY1012" fmla="*/ 574589 h 788789"/>
                  <a:gd name="connsiteX1013" fmla="*/ 1323125 w 1703319"/>
                  <a:gd name="connsiteY1013" fmla="*/ 574589 h 788789"/>
                  <a:gd name="connsiteX1014" fmla="*/ 1324227 w 1703319"/>
                  <a:gd name="connsiteY1014" fmla="*/ 574589 h 788789"/>
                  <a:gd name="connsiteX1015" fmla="*/ 1326064 w 1703319"/>
                  <a:gd name="connsiteY1015" fmla="*/ 575962 h 788789"/>
                  <a:gd name="connsiteX1016" fmla="*/ 1327534 w 1703319"/>
                  <a:gd name="connsiteY1016" fmla="*/ 575962 h 788789"/>
                  <a:gd name="connsiteX1017" fmla="*/ 1329738 w 1703319"/>
                  <a:gd name="connsiteY1017" fmla="*/ 576649 h 788789"/>
                  <a:gd name="connsiteX1018" fmla="*/ 1330840 w 1703319"/>
                  <a:gd name="connsiteY1018" fmla="*/ 576649 h 788789"/>
                  <a:gd name="connsiteX1019" fmla="*/ 1332309 w 1703319"/>
                  <a:gd name="connsiteY1019" fmla="*/ 576306 h 788789"/>
                  <a:gd name="connsiteX1020" fmla="*/ 1333411 w 1703319"/>
                  <a:gd name="connsiteY1020" fmla="*/ 576306 h 788789"/>
                  <a:gd name="connsiteX1021" fmla="*/ 1334881 w 1703319"/>
                  <a:gd name="connsiteY1021" fmla="*/ 576649 h 788789"/>
                  <a:gd name="connsiteX1022" fmla="*/ 1337085 w 1703319"/>
                  <a:gd name="connsiteY1022" fmla="*/ 576306 h 788789"/>
                  <a:gd name="connsiteX1023" fmla="*/ 1338187 w 1703319"/>
                  <a:gd name="connsiteY1023" fmla="*/ 576649 h 788789"/>
                  <a:gd name="connsiteX1024" fmla="*/ 1337452 w 1703319"/>
                  <a:gd name="connsiteY1024" fmla="*/ 577335 h 788789"/>
                  <a:gd name="connsiteX1025" fmla="*/ 1336350 w 1703319"/>
                  <a:gd name="connsiteY1025" fmla="*/ 577679 h 788789"/>
                  <a:gd name="connsiteX1026" fmla="*/ 1333044 w 1703319"/>
                  <a:gd name="connsiteY1026" fmla="*/ 577679 h 788789"/>
                  <a:gd name="connsiteX1027" fmla="*/ 1331942 w 1703319"/>
                  <a:gd name="connsiteY1027" fmla="*/ 578365 h 788789"/>
                  <a:gd name="connsiteX1028" fmla="*/ 1332309 w 1703319"/>
                  <a:gd name="connsiteY1028" fmla="*/ 579395 h 788789"/>
                  <a:gd name="connsiteX1029" fmla="*/ 1334513 w 1703319"/>
                  <a:gd name="connsiteY1029" fmla="*/ 580424 h 788789"/>
                  <a:gd name="connsiteX1030" fmla="*/ 1336350 w 1703319"/>
                  <a:gd name="connsiteY1030" fmla="*/ 579738 h 788789"/>
                  <a:gd name="connsiteX1031" fmla="*/ 1337085 w 1703319"/>
                  <a:gd name="connsiteY1031" fmla="*/ 579738 h 788789"/>
                  <a:gd name="connsiteX1032" fmla="*/ 1338554 w 1703319"/>
                  <a:gd name="connsiteY1032" fmla="*/ 580081 h 788789"/>
                  <a:gd name="connsiteX1033" fmla="*/ 1340391 w 1703319"/>
                  <a:gd name="connsiteY1033" fmla="*/ 580768 h 788789"/>
                  <a:gd name="connsiteX1034" fmla="*/ 1340024 w 1703319"/>
                  <a:gd name="connsiteY1034" fmla="*/ 582141 h 788789"/>
                  <a:gd name="connsiteX1035" fmla="*/ 1340024 w 1703319"/>
                  <a:gd name="connsiteY1035" fmla="*/ 583514 h 788789"/>
                  <a:gd name="connsiteX1036" fmla="*/ 1338922 w 1703319"/>
                  <a:gd name="connsiteY1036" fmla="*/ 584200 h 788789"/>
                  <a:gd name="connsiteX1037" fmla="*/ 1337085 w 1703319"/>
                  <a:gd name="connsiteY1037" fmla="*/ 583857 h 788789"/>
                  <a:gd name="connsiteX1038" fmla="*/ 1334513 w 1703319"/>
                  <a:gd name="connsiteY1038" fmla="*/ 582827 h 788789"/>
                  <a:gd name="connsiteX1039" fmla="*/ 1332309 w 1703319"/>
                  <a:gd name="connsiteY1039" fmla="*/ 583170 h 788789"/>
                  <a:gd name="connsiteX1040" fmla="*/ 1329738 w 1703319"/>
                  <a:gd name="connsiteY1040" fmla="*/ 582827 h 788789"/>
                  <a:gd name="connsiteX1041" fmla="*/ 1328636 w 1703319"/>
                  <a:gd name="connsiteY1041" fmla="*/ 582827 h 788789"/>
                  <a:gd name="connsiteX1042" fmla="*/ 1327166 w 1703319"/>
                  <a:gd name="connsiteY1042" fmla="*/ 582827 h 788789"/>
                  <a:gd name="connsiteX1043" fmla="*/ 1324962 w 1703319"/>
                  <a:gd name="connsiteY1043" fmla="*/ 582827 h 788789"/>
                  <a:gd name="connsiteX1044" fmla="*/ 1323125 w 1703319"/>
                  <a:gd name="connsiteY1044" fmla="*/ 582484 h 788789"/>
                  <a:gd name="connsiteX1045" fmla="*/ 1321289 w 1703319"/>
                  <a:gd name="connsiteY1045" fmla="*/ 582141 h 788789"/>
                  <a:gd name="connsiteX1046" fmla="*/ 1319452 w 1703319"/>
                  <a:gd name="connsiteY1046" fmla="*/ 581797 h 788789"/>
                  <a:gd name="connsiteX1047" fmla="*/ 1317982 w 1703319"/>
                  <a:gd name="connsiteY1047" fmla="*/ 581111 h 788789"/>
                  <a:gd name="connsiteX1048" fmla="*/ 1316880 w 1703319"/>
                  <a:gd name="connsiteY1048" fmla="*/ 580424 h 788789"/>
                  <a:gd name="connsiteX1049" fmla="*/ 1315411 w 1703319"/>
                  <a:gd name="connsiteY1049" fmla="*/ 580424 h 788789"/>
                  <a:gd name="connsiteX1050" fmla="*/ 1313574 w 1703319"/>
                  <a:gd name="connsiteY1050" fmla="*/ 580424 h 788789"/>
                  <a:gd name="connsiteX1051" fmla="*/ 1311737 w 1703319"/>
                  <a:gd name="connsiteY1051" fmla="*/ 580424 h 788789"/>
                  <a:gd name="connsiteX1052" fmla="*/ 1308798 w 1703319"/>
                  <a:gd name="connsiteY1052" fmla="*/ 580424 h 788789"/>
                  <a:gd name="connsiteX1053" fmla="*/ 1307696 w 1703319"/>
                  <a:gd name="connsiteY1053" fmla="*/ 579738 h 788789"/>
                  <a:gd name="connsiteX1054" fmla="*/ 1305492 w 1703319"/>
                  <a:gd name="connsiteY1054" fmla="*/ 579051 h 788789"/>
                  <a:gd name="connsiteX1055" fmla="*/ 1303655 w 1703319"/>
                  <a:gd name="connsiteY1055" fmla="*/ 579051 h 788789"/>
                  <a:gd name="connsiteX1056" fmla="*/ 1302186 w 1703319"/>
                  <a:gd name="connsiteY1056" fmla="*/ 579395 h 788789"/>
                  <a:gd name="connsiteX1057" fmla="*/ 1301451 w 1703319"/>
                  <a:gd name="connsiteY1057" fmla="*/ 578365 h 788789"/>
                  <a:gd name="connsiteX1058" fmla="*/ 1301451 w 1703319"/>
                  <a:gd name="connsiteY1058" fmla="*/ 577679 h 788789"/>
                  <a:gd name="connsiteX1059" fmla="*/ 1300349 w 1703319"/>
                  <a:gd name="connsiteY1059" fmla="*/ 576649 h 788789"/>
                  <a:gd name="connsiteX1060" fmla="*/ 1298880 w 1703319"/>
                  <a:gd name="connsiteY1060" fmla="*/ 576992 h 788789"/>
                  <a:gd name="connsiteX1061" fmla="*/ 1296676 w 1703319"/>
                  <a:gd name="connsiteY1061" fmla="*/ 575962 h 788789"/>
                  <a:gd name="connsiteX1062" fmla="*/ 1297778 w 1703319"/>
                  <a:gd name="connsiteY1062" fmla="*/ 574933 h 788789"/>
                  <a:gd name="connsiteX1063" fmla="*/ 1299247 w 1703319"/>
                  <a:gd name="connsiteY1063" fmla="*/ 572530 h 788789"/>
                  <a:gd name="connsiteX1064" fmla="*/ 1301084 w 1703319"/>
                  <a:gd name="connsiteY1064" fmla="*/ 572530 h 788789"/>
                  <a:gd name="connsiteX1065" fmla="*/ 1303288 w 1703319"/>
                  <a:gd name="connsiteY1065" fmla="*/ 572873 h 788789"/>
                  <a:gd name="connsiteX1066" fmla="*/ 1304758 w 1703319"/>
                  <a:gd name="connsiteY1066" fmla="*/ 571843 h 788789"/>
                  <a:gd name="connsiteX1067" fmla="*/ 1533169 w 1703319"/>
                  <a:gd name="connsiteY1067" fmla="*/ 570279 h 788789"/>
                  <a:gd name="connsiteX1068" fmla="*/ 1534895 w 1703319"/>
                  <a:gd name="connsiteY1068" fmla="*/ 572478 h 788789"/>
                  <a:gd name="connsiteX1069" fmla="*/ 1535240 w 1703319"/>
                  <a:gd name="connsiteY1069" fmla="*/ 573577 h 788789"/>
                  <a:gd name="connsiteX1070" fmla="*/ 1536275 w 1703319"/>
                  <a:gd name="connsiteY1070" fmla="*/ 574309 h 788789"/>
                  <a:gd name="connsiteX1071" fmla="*/ 1537311 w 1703319"/>
                  <a:gd name="connsiteY1071" fmla="*/ 575408 h 788789"/>
                  <a:gd name="connsiteX1072" fmla="*/ 1538346 w 1703319"/>
                  <a:gd name="connsiteY1072" fmla="*/ 576141 h 788789"/>
                  <a:gd name="connsiteX1073" fmla="*/ 1539727 w 1703319"/>
                  <a:gd name="connsiteY1073" fmla="*/ 577240 h 788789"/>
                  <a:gd name="connsiteX1074" fmla="*/ 1539727 w 1703319"/>
                  <a:gd name="connsiteY1074" fmla="*/ 577973 h 788789"/>
                  <a:gd name="connsiteX1075" fmla="*/ 1539036 w 1703319"/>
                  <a:gd name="connsiteY1075" fmla="*/ 579072 h 788789"/>
                  <a:gd name="connsiteX1076" fmla="*/ 1537656 w 1703319"/>
                  <a:gd name="connsiteY1076" fmla="*/ 579438 h 788789"/>
                  <a:gd name="connsiteX1077" fmla="*/ 1537311 w 1703319"/>
                  <a:gd name="connsiteY1077" fmla="*/ 578339 h 788789"/>
                  <a:gd name="connsiteX1078" fmla="*/ 1535930 w 1703319"/>
                  <a:gd name="connsiteY1078" fmla="*/ 577973 h 788789"/>
                  <a:gd name="connsiteX1079" fmla="*/ 1534550 w 1703319"/>
                  <a:gd name="connsiteY1079" fmla="*/ 576141 h 788789"/>
                  <a:gd name="connsiteX1080" fmla="*/ 1533860 w 1703319"/>
                  <a:gd name="connsiteY1080" fmla="*/ 574676 h 788789"/>
                  <a:gd name="connsiteX1081" fmla="*/ 1533514 w 1703319"/>
                  <a:gd name="connsiteY1081" fmla="*/ 572844 h 788789"/>
                  <a:gd name="connsiteX1082" fmla="*/ 1533169 w 1703319"/>
                  <a:gd name="connsiteY1082" fmla="*/ 570279 h 788789"/>
                  <a:gd name="connsiteX1083" fmla="*/ 1437661 w 1703319"/>
                  <a:gd name="connsiteY1083" fmla="*/ 570231 h 788789"/>
                  <a:gd name="connsiteX1084" fmla="*/ 1438527 w 1703319"/>
                  <a:gd name="connsiteY1084" fmla="*/ 572136 h 788789"/>
                  <a:gd name="connsiteX1085" fmla="*/ 1438527 w 1703319"/>
                  <a:gd name="connsiteY1085" fmla="*/ 574041 h 788789"/>
                  <a:gd name="connsiteX1086" fmla="*/ 1437373 w 1703319"/>
                  <a:gd name="connsiteY1086" fmla="*/ 575946 h 788789"/>
                  <a:gd name="connsiteX1087" fmla="*/ 1436796 w 1703319"/>
                  <a:gd name="connsiteY1087" fmla="*/ 577216 h 788789"/>
                  <a:gd name="connsiteX1088" fmla="*/ 1436218 w 1703319"/>
                  <a:gd name="connsiteY1088" fmla="*/ 575946 h 788789"/>
                  <a:gd name="connsiteX1089" fmla="*/ 1436218 w 1703319"/>
                  <a:gd name="connsiteY1089" fmla="*/ 574041 h 788789"/>
                  <a:gd name="connsiteX1090" fmla="*/ 1436218 w 1703319"/>
                  <a:gd name="connsiteY1090" fmla="*/ 573406 h 788789"/>
                  <a:gd name="connsiteX1091" fmla="*/ 1437661 w 1703319"/>
                  <a:gd name="connsiteY1091" fmla="*/ 570231 h 788789"/>
                  <a:gd name="connsiteX1092" fmla="*/ 1431276 w 1703319"/>
                  <a:gd name="connsiteY1092" fmla="*/ 569058 h 788789"/>
                  <a:gd name="connsiteX1093" fmla="*/ 1432070 w 1703319"/>
                  <a:gd name="connsiteY1093" fmla="*/ 570523 h 788789"/>
                  <a:gd name="connsiteX1094" fmla="*/ 1431276 w 1703319"/>
                  <a:gd name="connsiteY1094" fmla="*/ 571989 h 788789"/>
                  <a:gd name="connsiteX1095" fmla="*/ 1430482 w 1703319"/>
                  <a:gd name="connsiteY1095" fmla="*/ 573088 h 788789"/>
                  <a:gd name="connsiteX1096" fmla="*/ 1429292 w 1703319"/>
                  <a:gd name="connsiteY1096" fmla="*/ 571989 h 788789"/>
                  <a:gd name="connsiteX1097" fmla="*/ 1428895 w 1703319"/>
                  <a:gd name="connsiteY1097" fmla="*/ 570890 h 788789"/>
                  <a:gd name="connsiteX1098" fmla="*/ 1430879 w 1703319"/>
                  <a:gd name="connsiteY1098" fmla="*/ 570157 h 788789"/>
                  <a:gd name="connsiteX1099" fmla="*/ 1431276 w 1703319"/>
                  <a:gd name="connsiteY1099" fmla="*/ 569058 h 788789"/>
                  <a:gd name="connsiteX1100" fmla="*/ 1521516 w 1703319"/>
                  <a:gd name="connsiteY1100" fmla="*/ 565150 h 788789"/>
                  <a:gd name="connsiteX1101" fmla="*/ 1522595 w 1703319"/>
                  <a:gd name="connsiteY1101" fmla="*/ 566683 h 788789"/>
                  <a:gd name="connsiteX1102" fmla="*/ 1522954 w 1703319"/>
                  <a:gd name="connsiteY1102" fmla="*/ 567833 h 788789"/>
                  <a:gd name="connsiteX1103" fmla="*/ 1522595 w 1703319"/>
                  <a:gd name="connsiteY1103" fmla="*/ 568599 h 788789"/>
                  <a:gd name="connsiteX1104" fmla="*/ 1521157 w 1703319"/>
                  <a:gd name="connsiteY1104" fmla="*/ 569749 h 788789"/>
                  <a:gd name="connsiteX1105" fmla="*/ 1521157 w 1703319"/>
                  <a:gd name="connsiteY1105" fmla="*/ 571665 h 788789"/>
                  <a:gd name="connsiteX1106" fmla="*/ 1519719 w 1703319"/>
                  <a:gd name="connsiteY1106" fmla="*/ 572048 h 788789"/>
                  <a:gd name="connsiteX1107" fmla="*/ 1518641 w 1703319"/>
                  <a:gd name="connsiteY1107" fmla="*/ 572048 h 788789"/>
                  <a:gd name="connsiteX1108" fmla="*/ 1517562 w 1703319"/>
                  <a:gd name="connsiteY1108" fmla="*/ 573197 h 788789"/>
                  <a:gd name="connsiteX1109" fmla="*/ 1516484 w 1703319"/>
                  <a:gd name="connsiteY1109" fmla="*/ 574347 h 788789"/>
                  <a:gd name="connsiteX1110" fmla="*/ 1515765 w 1703319"/>
                  <a:gd name="connsiteY1110" fmla="*/ 574347 h 788789"/>
                  <a:gd name="connsiteX1111" fmla="*/ 1514328 w 1703319"/>
                  <a:gd name="connsiteY1111" fmla="*/ 575114 h 788789"/>
                  <a:gd name="connsiteX1112" fmla="*/ 1513249 w 1703319"/>
                  <a:gd name="connsiteY1112" fmla="*/ 575880 h 788789"/>
                  <a:gd name="connsiteX1113" fmla="*/ 1511812 w 1703319"/>
                  <a:gd name="connsiteY1113" fmla="*/ 575880 h 788789"/>
                  <a:gd name="connsiteX1114" fmla="*/ 1510733 w 1703319"/>
                  <a:gd name="connsiteY1114" fmla="*/ 575880 h 788789"/>
                  <a:gd name="connsiteX1115" fmla="*/ 1509655 w 1703319"/>
                  <a:gd name="connsiteY1115" fmla="*/ 575880 h 788789"/>
                  <a:gd name="connsiteX1116" fmla="*/ 1508936 w 1703319"/>
                  <a:gd name="connsiteY1116" fmla="*/ 575114 h 788789"/>
                  <a:gd name="connsiteX1117" fmla="*/ 1507858 w 1703319"/>
                  <a:gd name="connsiteY1117" fmla="*/ 574730 h 788789"/>
                  <a:gd name="connsiteX1118" fmla="*/ 1507498 w 1703319"/>
                  <a:gd name="connsiteY1118" fmla="*/ 574347 h 788789"/>
                  <a:gd name="connsiteX1119" fmla="*/ 1505701 w 1703319"/>
                  <a:gd name="connsiteY1119" fmla="*/ 574347 h 788789"/>
                  <a:gd name="connsiteX1120" fmla="*/ 1503904 w 1703319"/>
                  <a:gd name="connsiteY1120" fmla="*/ 573581 h 788789"/>
                  <a:gd name="connsiteX1121" fmla="*/ 1503904 w 1703319"/>
                  <a:gd name="connsiteY1121" fmla="*/ 572814 h 788789"/>
                  <a:gd name="connsiteX1122" fmla="*/ 1504982 w 1703319"/>
                  <a:gd name="connsiteY1122" fmla="*/ 571281 h 788789"/>
                  <a:gd name="connsiteX1123" fmla="*/ 1506420 w 1703319"/>
                  <a:gd name="connsiteY1123" fmla="*/ 571281 h 788789"/>
                  <a:gd name="connsiteX1124" fmla="*/ 1507498 w 1703319"/>
                  <a:gd name="connsiteY1124" fmla="*/ 571665 h 788789"/>
                  <a:gd name="connsiteX1125" fmla="*/ 1508577 w 1703319"/>
                  <a:gd name="connsiteY1125" fmla="*/ 572048 h 788789"/>
                  <a:gd name="connsiteX1126" fmla="*/ 1509655 w 1703319"/>
                  <a:gd name="connsiteY1126" fmla="*/ 571665 h 788789"/>
                  <a:gd name="connsiteX1127" fmla="*/ 1511812 w 1703319"/>
                  <a:gd name="connsiteY1127" fmla="*/ 571281 h 788789"/>
                  <a:gd name="connsiteX1128" fmla="*/ 1512890 w 1703319"/>
                  <a:gd name="connsiteY1128" fmla="*/ 571281 h 788789"/>
                  <a:gd name="connsiteX1129" fmla="*/ 1513249 w 1703319"/>
                  <a:gd name="connsiteY1129" fmla="*/ 571665 h 788789"/>
                  <a:gd name="connsiteX1130" fmla="*/ 1515046 w 1703319"/>
                  <a:gd name="connsiteY1130" fmla="*/ 571281 h 788789"/>
                  <a:gd name="connsiteX1131" fmla="*/ 1516125 w 1703319"/>
                  <a:gd name="connsiteY1131" fmla="*/ 570898 h 788789"/>
                  <a:gd name="connsiteX1132" fmla="*/ 1516844 w 1703319"/>
                  <a:gd name="connsiteY1132" fmla="*/ 570132 h 788789"/>
                  <a:gd name="connsiteX1133" fmla="*/ 1517203 w 1703319"/>
                  <a:gd name="connsiteY1133" fmla="*/ 569365 h 788789"/>
                  <a:gd name="connsiteX1134" fmla="*/ 1518641 w 1703319"/>
                  <a:gd name="connsiteY1134" fmla="*/ 568599 h 788789"/>
                  <a:gd name="connsiteX1135" fmla="*/ 1519000 w 1703319"/>
                  <a:gd name="connsiteY1135" fmla="*/ 566683 h 788789"/>
                  <a:gd name="connsiteX1136" fmla="*/ 1519000 w 1703319"/>
                  <a:gd name="connsiteY1136" fmla="*/ 565533 h 788789"/>
                  <a:gd name="connsiteX1137" fmla="*/ 1520079 w 1703319"/>
                  <a:gd name="connsiteY1137" fmla="*/ 565533 h 788789"/>
                  <a:gd name="connsiteX1138" fmla="*/ 1521516 w 1703319"/>
                  <a:gd name="connsiteY1138" fmla="*/ 565150 h 788789"/>
                  <a:gd name="connsiteX1139" fmla="*/ 1515690 w 1703319"/>
                  <a:gd name="connsiteY1139" fmla="*/ 558800 h 788789"/>
                  <a:gd name="connsiteX1140" fmla="*/ 1525455 w 1703319"/>
                  <a:gd name="connsiteY1140" fmla="*/ 565315 h 788789"/>
                  <a:gd name="connsiteX1141" fmla="*/ 1525792 w 1703319"/>
                  <a:gd name="connsiteY1141" fmla="*/ 565698 h 788789"/>
                  <a:gd name="connsiteX1142" fmla="*/ 1525455 w 1703319"/>
                  <a:gd name="connsiteY1142" fmla="*/ 567614 h 788789"/>
                  <a:gd name="connsiteX1143" fmla="*/ 1524445 w 1703319"/>
                  <a:gd name="connsiteY1143" fmla="*/ 569147 h 788789"/>
                  <a:gd name="connsiteX1144" fmla="*/ 1523772 w 1703319"/>
                  <a:gd name="connsiteY1144" fmla="*/ 567614 h 788789"/>
                  <a:gd name="connsiteX1145" fmla="*/ 1523772 w 1703319"/>
                  <a:gd name="connsiteY1145" fmla="*/ 565698 h 788789"/>
                  <a:gd name="connsiteX1146" fmla="*/ 1521751 w 1703319"/>
                  <a:gd name="connsiteY1146" fmla="*/ 563015 h 788789"/>
                  <a:gd name="connsiteX1147" fmla="*/ 1515690 w 1703319"/>
                  <a:gd name="connsiteY1147" fmla="*/ 558800 h 788789"/>
                  <a:gd name="connsiteX1148" fmla="*/ 1398776 w 1703319"/>
                  <a:gd name="connsiteY1148" fmla="*/ 558800 h 788789"/>
                  <a:gd name="connsiteX1149" fmla="*/ 1400893 w 1703319"/>
                  <a:gd name="connsiteY1149" fmla="*/ 559197 h 788789"/>
                  <a:gd name="connsiteX1150" fmla="*/ 1401951 w 1703319"/>
                  <a:gd name="connsiteY1150" fmla="*/ 559991 h 788789"/>
                  <a:gd name="connsiteX1151" fmla="*/ 1402304 w 1703319"/>
                  <a:gd name="connsiteY1151" fmla="*/ 561579 h 788789"/>
                  <a:gd name="connsiteX1152" fmla="*/ 1401951 w 1703319"/>
                  <a:gd name="connsiteY1152" fmla="*/ 562372 h 788789"/>
                  <a:gd name="connsiteX1153" fmla="*/ 1401246 w 1703319"/>
                  <a:gd name="connsiteY1153" fmla="*/ 563166 h 788789"/>
                  <a:gd name="connsiteX1154" fmla="*/ 1399129 w 1703319"/>
                  <a:gd name="connsiteY1154" fmla="*/ 563166 h 788789"/>
                  <a:gd name="connsiteX1155" fmla="*/ 1397365 w 1703319"/>
                  <a:gd name="connsiteY1155" fmla="*/ 562372 h 788789"/>
                  <a:gd name="connsiteX1156" fmla="*/ 1396660 w 1703319"/>
                  <a:gd name="connsiteY1156" fmla="*/ 560785 h 788789"/>
                  <a:gd name="connsiteX1157" fmla="*/ 1396307 w 1703319"/>
                  <a:gd name="connsiteY1157" fmla="*/ 559991 h 788789"/>
                  <a:gd name="connsiteX1158" fmla="*/ 1397718 w 1703319"/>
                  <a:gd name="connsiteY1158" fmla="*/ 559197 h 788789"/>
                  <a:gd name="connsiteX1159" fmla="*/ 1398776 w 1703319"/>
                  <a:gd name="connsiteY1159" fmla="*/ 558800 h 788789"/>
                  <a:gd name="connsiteX1160" fmla="*/ 1409909 w 1703319"/>
                  <a:gd name="connsiteY1160" fmla="*/ 557587 h 788789"/>
                  <a:gd name="connsiteX1161" fmla="*/ 1411755 w 1703319"/>
                  <a:gd name="connsiteY1161" fmla="*/ 557587 h 788789"/>
                  <a:gd name="connsiteX1162" fmla="*/ 1412494 w 1703319"/>
                  <a:gd name="connsiteY1162" fmla="*/ 557960 h 788789"/>
                  <a:gd name="connsiteX1163" fmla="*/ 1413970 w 1703319"/>
                  <a:gd name="connsiteY1163" fmla="*/ 557587 h 788789"/>
                  <a:gd name="connsiteX1164" fmla="*/ 1415816 w 1703319"/>
                  <a:gd name="connsiteY1164" fmla="*/ 557587 h 788789"/>
                  <a:gd name="connsiteX1165" fmla="*/ 1416924 w 1703319"/>
                  <a:gd name="connsiteY1165" fmla="*/ 558334 h 788789"/>
                  <a:gd name="connsiteX1166" fmla="*/ 1419508 w 1703319"/>
                  <a:gd name="connsiteY1166" fmla="*/ 559454 h 788789"/>
                  <a:gd name="connsiteX1167" fmla="*/ 1420246 w 1703319"/>
                  <a:gd name="connsiteY1167" fmla="*/ 560575 h 788789"/>
                  <a:gd name="connsiteX1168" fmla="*/ 1420985 w 1703319"/>
                  <a:gd name="connsiteY1168" fmla="*/ 561695 h 788789"/>
                  <a:gd name="connsiteX1169" fmla="*/ 1420985 w 1703319"/>
                  <a:gd name="connsiteY1169" fmla="*/ 562816 h 788789"/>
                  <a:gd name="connsiteX1170" fmla="*/ 1419508 w 1703319"/>
                  <a:gd name="connsiteY1170" fmla="*/ 563190 h 788789"/>
                  <a:gd name="connsiteX1171" fmla="*/ 1418770 w 1703319"/>
                  <a:gd name="connsiteY1171" fmla="*/ 562069 h 788789"/>
                  <a:gd name="connsiteX1172" fmla="*/ 1416185 w 1703319"/>
                  <a:gd name="connsiteY1172" fmla="*/ 560575 h 788789"/>
                  <a:gd name="connsiteX1173" fmla="*/ 1413970 w 1703319"/>
                  <a:gd name="connsiteY1173" fmla="*/ 560575 h 788789"/>
                  <a:gd name="connsiteX1174" fmla="*/ 1412863 w 1703319"/>
                  <a:gd name="connsiteY1174" fmla="*/ 560575 h 788789"/>
                  <a:gd name="connsiteX1175" fmla="*/ 1411755 w 1703319"/>
                  <a:gd name="connsiteY1175" fmla="*/ 560575 h 788789"/>
                  <a:gd name="connsiteX1176" fmla="*/ 1410278 w 1703319"/>
                  <a:gd name="connsiteY1176" fmla="*/ 560201 h 788789"/>
                  <a:gd name="connsiteX1177" fmla="*/ 1408432 w 1703319"/>
                  <a:gd name="connsiteY1177" fmla="*/ 560575 h 788789"/>
                  <a:gd name="connsiteX1178" fmla="*/ 1406956 w 1703319"/>
                  <a:gd name="connsiteY1178" fmla="*/ 560575 h 788789"/>
                  <a:gd name="connsiteX1179" fmla="*/ 1406587 w 1703319"/>
                  <a:gd name="connsiteY1179" fmla="*/ 559454 h 788789"/>
                  <a:gd name="connsiteX1180" fmla="*/ 1406956 w 1703319"/>
                  <a:gd name="connsiteY1180" fmla="*/ 558707 h 788789"/>
                  <a:gd name="connsiteX1181" fmla="*/ 1406956 w 1703319"/>
                  <a:gd name="connsiteY1181" fmla="*/ 558334 h 788789"/>
                  <a:gd name="connsiteX1182" fmla="*/ 1408063 w 1703319"/>
                  <a:gd name="connsiteY1182" fmla="*/ 557960 h 788789"/>
                  <a:gd name="connsiteX1183" fmla="*/ 1409909 w 1703319"/>
                  <a:gd name="connsiteY1183" fmla="*/ 557587 h 788789"/>
                  <a:gd name="connsiteX1184" fmla="*/ 1512370 w 1703319"/>
                  <a:gd name="connsiteY1184" fmla="*/ 557478 h 788789"/>
                  <a:gd name="connsiteX1185" fmla="*/ 1513429 w 1703319"/>
                  <a:gd name="connsiteY1185" fmla="*/ 558007 h 788789"/>
                  <a:gd name="connsiteX1186" fmla="*/ 1512635 w 1703319"/>
                  <a:gd name="connsiteY1186" fmla="*/ 558801 h 788789"/>
                  <a:gd name="connsiteX1187" fmla="*/ 1512106 w 1703319"/>
                  <a:gd name="connsiteY1187" fmla="*/ 558272 h 788789"/>
                  <a:gd name="connsiteX1188" fmla="*/ 1512370 w 1703319"/>
                  <a:gd name="connsiteY1188" fmla="*/ 557478 h 788789"/>
                  <a:gd name="connsiteX1189" fmla="*/ 1307407 w 1703319"/>
                  <a:gd name="connsiteY1189" fmla="*/ 556202 h 788789"/>
                  <a:gd name="connsiteX1190" fmla="*/ 1309876 w 1703319"/>
                  <a:gd name="connsiteY1190" fmla="*/ 556491 h 788789"/>
                  <a:gd name="connsiteX1191" fmla="*/ 1310229 w 1703319"/>
                  <a:gd name="connsiteY1191" fmla="*/ 557934 h 788789"/>
                  <a:gd name="connsiteX1192" fmla="*/ 1309171 w 1703319"/>
                  <a:gd name="connsiteY1192" fmla="*/ 558511 h 788789"/>
                  <a:gd name="connsiteX1193" fmla="*/ 1307760 w 1703319"/>
                  <a:gd name="connsiteY1193" fmla="*/ 557934 h 788789"/>
                  <a:gd name="connsiteX1194" fmla="*/ 1307407 w 1703319"/>
                  <a:gd name="connsiteY1194" fmla="*/ 556202 h 788789"/>
                  <a:gd name="connsiteX1195" fmla="*/ 1498121 w 1703319"/>
                  <a:gd name="connsiteY1195" fmla="*/ 554492 h 788789"/>
                  <a:gd name="connsiteX1196" fmla="*/ 1498121 w 1703319"/>
                  <a:gd name="connsiteY1196" fmla="*/ 556760 h 788789"/>
                  <a:gd name="connsiteX1197" fmla="*/ 1496420 w 1703319"/>
                  <a:gd name="connsiteY1197" fmla="*/ 556760 h 788789"/>
                  <a:gd name="connsiteX1198" fmla="*/ 1495400 w 1703319"/>
                  <a:gd name="connsiteY1198" fmla="*/ 556306 h 788789"/>
                  <a:gd name="connsiteX1199" fmla="*/ 1494379 w 1703319"/>
                  <a:gd name="connsiteY1199" fmla="*/ 555852 h 788789"/>
                  <a:gd name="connsiteX1200" fmla="*/ 1495059 w 1703319"/>
                  <a:gd name="connsiteY1200" fmla="*/ 554945 h 788789"/>
                  <a:gd name="connsiteX1201" fmla="*/ 1497101 w 1703319"/>
                  <a:gd name="connsiteY1201" fmla="*/ 554945 h 788789"/>
                  <a:gd name="connsiteX1202" fmla="*/ 1498121 w 1703319"/>
                  <a:gd name="connsiteY1202" fmla="*/ 554492 h 788789"/>
                  <a:gd name="connsiteX1203" fmla="*/ 1416803 w 1703319"/>
                  <a:gd name="connsiteY1203" fmla="*/ 552979 h 788789"/>
                  <a:gd name="connsiteX1204" fmla="*/ 1418496 w 1703319"/>
                  <a:gd name="connsiteY1204" fmla="*/ 554567 h 788789"/>
                  <a:gd name="connsiteX1205" fmla="*/ 1415109 w 1703319"/>
                  <a:gd name="connsiteY1205" fmla="*/ 554567 h 788789"/>
                  <a:gd name="connsiteX1206" fmla="*/ 1416803 w 1703319"/>
                  <a:gd name="connsiteY1206" fmla="*/ 552979 h 788789"/>
                  <a:gd name="connsiteX1207" fmla="*/ 1509195 w 1703319"/>
                  <a:gd name="connsiteY1207" fmla="*/ 552450 h 788789"/>
                  <a:gd name="connsiteX1208" fmla="*/ 1509989 w 1703319"/>
                  <a:gd name="connsiteY1208" fmla="*/ 553085 h 788789"/>
                  <a:gd name="connsiteX1209" fmla="*/ 1509989 w 1703319"/>
                  <a:gd name="connsiteY1209" fmla="*/ 553721 h 788789"/>
                  <a:gd name="connsiteX1210" fmla="*/ 1509460 w 1703319"/>
                  <a:gd name="connsiteY1210" fmla="*/ 553721 h 788789"/>
                  <a:gd name="connsiteX1211" fmla="*/ 1509195 w 1703319"/>
                  <a:gd name="connsiteY1211" fmla="*/ 552450 h 788789"/>
                  <a:gd name="connsiteX1212" fmla="*/ 1388261 w 1703319"/>
                  <a:gd name="connsiteY1212" fmla="*/ 551884 h 788789"/>
                  <a:gd name="connsiteX1213" fmla="*/ 1388871 w 1703319"/>
                  <a:gd name="connsiteY1213" fmla="*/ 552564 h 788789"/>
                  <a:gd name="connsiteX1214" fmla="*/ 1390703 w 1703319"/>
                  <a:gd name="connsiteY1214" fmla="*/ 552904 h 788789"/>
                  <a:gd name="connsiteX1215" fmla="*/ 1391925 w 1703319"/>
                  <a:gd name="connsiteY1215" fmla="*/ 552564 h 788789"/>
                  <a:gd name="connsiteX1216" fmla="*/ 1394062 w 1703319"/>
                  <a:gd name="connsiteY1216" fmla="*/ 552904 h 788789"/>
                  <a:gd name="connsiteX1217" fmla="*/ 1393451 w 1703319"/>
                  <a:gd name="connsiteY1217" fmla="*/ 553925 h 788789"/>
                  <a:gd name="connsiteX1218" fmla="*/ 1393146 w 1703319"/>
                  <a:gd name="connsiteY1218" fmla="*/ 554605 h 788789"/>
                  <a:gd name="connsiteX1219" fmla="*/ 1392840 w 1703319"/>
                  <a:gd name="connsiteY1219" fmla="*/ 553585 h 788789"/>
                  <a:gd name="connsiteX1220" fmla="*/ 1391619 w 1703319"/>
                  <a:gd name="connsiteY1220" fmla="*/ 552904 h 788789"/>
                  <a:gd name="connsiteX1221" fmla="*/ 1388261 w 1703319"/>
                  <a:gd name="connsiteY1221" fmla="*/ 553585 h 788789"/>
                  <a:gd name="connsiteX1222" fmla="*/ 1387040 w 1703319"/>
                  <a:gd name="connsiteY1222" fmla="*/ 552564 h 788789"/>
                  <a:gd name="connsiteX1223" fmla="*/ 1388261 w 1703319"/>
                  <a:gd name="connsiteY1223" fmla="*/ 551884 h 788789"/>
                  <a:gd name="connsiteX1224" fmla="*/ 1405796 w 1703319"/>
                  <a:gd name="connsiteY1224" fmla="*/ 551260 h 788789"/>
                  <a:gd name="connsiteX1225" fmla="*/ 1407066 w 1703319"/>
                  <a:gd name="connsiteY1225" fmla="*/ 552451 h 788789"/>
                  <a:gd name="connsiteX1226" fmla="*/ 1406431 w 1703319"/>
                  <a:gd name="connsiteY1226" fmla="*/ 553244 h 788789"/>
                  <a:gd name="connsiteX1227" fmla="*/ 1404843 w 1703319"/>
                  <a:gd name="connsiteY1227" fmla="*/ 553244 h 788789"/>
                  <a:gd name="connsiteX1228" fmla="*/ 1404209 w 1703319"/>
                  <a:gd name="connsiteY1228" fmla="*/ 552054 h 788789"/>
                  <a:gd name="connsiteX1229" fmla="*/ 1405796 w 1703319"/>
                  <a:gd name="connsiteY1229" fmla="*/ 551260 h 788789"/>
                  <a:gd name="connsiteX1230" fmla="*/ 1299469 w 1703319"/>
                  <a:gd name="connsiteY1230" fmla="*/ 550863 h 788789"/>
                  <a:gd name="connsiteX1231" fmla="*/ 1300527 w 1703319"/>
                  <a:gd name="connsiteY1231" fmla="*/ 553028 h 788789"/>
                  <a:gd name="connsiteX1232" fmla="*/ 1300527 w 1703319"/>
                  <a:gd name="connsiteY1232" fmla="*/ 554471 h 788789"/>
                  <a:gd name="connsiteX1233" fmla="*/ 1301585 w 1703319"/>
                  <a:gd name="connsiteY1233" fmla="*/ 555915 h 788789"/>
                  <a:gd name="connsiteX1234" fmla="*/ 1301938 w 1703319"/>
                  <a:gd name="connsiteY1234" fmla="*/ 557719 h 788789"/>
                  <a:gd name="connsiteX1235" fmla="*/ 1300880 w 1703319"/>
                  <a:gd name="connsiteY1235" fmla="*/ 556997 h 788789"/>
                  <a:gd name="connsiteX1236" fmla="*/ 1299469 w 1703319"/>
                  <a:gd name="connsiteY1236" fmla="*/ 555554 h 788789"/>
                  <a:gd name="connsiteX1237" fmla="*/ 1298058 w 1703319"/>
                  <a:gd name="connsiteY1237" fmla="*/ 553750 h 788789"/>
                  <a:gd name="connsiteX1238" fmla="*/ 1296647 w 1703319"/>
                  <a:gd name="connsiteY1238" fmla="*/ 553028 h 788789"/>
                  <a:gd name="connsiteX1239" fmla="*/ 1296999 w 1703319"/>
                  <a:gd name="connsiteY1239" fmla="*/ 551585 h 788789"/>
                  <a:gd name="connsiteX1240" fmla="*/ 1299469 w 1703319"/>
                  <a:gd name="connsiteY1240" fmla="*/ 550863 h 788789"/>
                  <a:gd name="connsiteX1241" fmla="*/ 369635 w 1703319"/>
                  <a:gd name="connsiteY1241" fmla="*/ 549672 h 788789"/>
                  <a:gd name="connsiteX1242" fmla="*/ 370429 w 1703319"/>
                  <a:gd name="connsiteY1242" fmla="*/ 550466 h 788789"/>
                  <a:gd name="connsiteX1243" fmla="*/ 369238 w 1703319"/>
                  <a:gd name="connsiteY1243" fmla="*/ 550466 h 788789"/>
                  <a:gd name="connsiteX1244" fmla="*/ 369635 w 1703319"/>
                  <a:gd name="connsiteY1244" fmla="*/ 549672 h 788789"/>
                  <a:gd name="connsiteX1245" fmla="*/ 1441674 w 1703319"/>
                  <a:gd name="connsiteY1245" fmla="*/ 548006 h 788789"/>
                  <a:gd name="connsiteX1246" fmla="*/ 1445061 w 1703319"/>
                  <a:gd name="connsiteY1246" fmla="*/ 548323 h 788789"/>
                  <a:gd name="connsiteX1247" fmla="*/ 1445907 w 1703319"/>
                  <a:gd name="connsiteY1247" fmla="*/ 549911 h 788789"/>
                  <a:gd name="connsiteX1248" fmla="*/ 1443791 w 1703319"/>
                  <a:gd name="connsiteY1248" fmla="*/ 549593 h 788789"/>
                  <a:gd name="connsiteX1249" fmla="*/ 1441674 w 1703319"/>
                  <a:gd name="connsiteY1249" fmla="*/ 548006 h 788789"/>
                  <a:gd name="connsiteX1250" fmla="*/ 365666 w 1703319"/>
                  <a:gd name="connsiteY1250" fmla="*/ 547915 h 788789"/>
                  <a:gd name="connsiteX1251" fmla="*/ 366120 w 1703319"/>
                  <a:gd name="connsiteY1251" fmla="*/ 547915 h 788789"/>
                  <a:gd name="connsiteX1252" fmla="*/ 366800 w 1703319"/>
                  <a:gd name="connsiteY1252" fmla="*/ 548142 h 788789"/>
                  <a:gd name="connsiteX1253" fmla="*/ 366573 w 1703319"/>
                  <a:gd name="connsiteY1253" fmla="*/ 549049 h 788789"/>
                  <a:gd name="connsiteX1254" fmla="*/ 365893 w 1703319"/>
                  <a:gd name="connsiteY1254" fmla="*/ 549049 h 788789"/>
                  <a:gd name="connsiteX1255" fmla="*/ 365666 w 1703319"/>
                  <a:gd name="connsiteY1255" fmla="*/ 547915 h 788789"/>
                  <a:gd name="connsiteX1256" fmla="*/ 1427827 w 1703319"/>
                  <a:gd name="connsiteY1256" fmla="*/ 546100 h 788789"/>
                  <a:gd name="connsiteX1257" fmla="*/ 1430328 w 1703319"/>
                  <a:gd name="connsiteY1257" fmla="*/ 546463 h 788789"/>
                  <a:gd name="connsiteX1258" fmla="*/ 1431400 w 1703319"/>
                  <a:gd name="connsiteY1258" fmla="*/ 546826 h 788789"/>
                  <a:gd name="connsiteX1259" fmla="*/ 1433187 w 1703319"/>
                  <a:gd name="connsiteY1259" fmla="*/ 548277 h 788789"/>
                  <a:gd name="connsiteX1260" fmla="*/ 1434616 w 1703319"/>
                  <a:gd name="connsiteY1260" fmla="*/ 548277 h 788789"/>
                  <a:gd name="connsiteX1261" fmla="*/ 1436760 w 1703319"/>
                  <a:gd name="connsiteY1261" fmla="*/ 548277 h 788789"/>
                  <a:gd name="connsiteX1262" fmla="*/ 1436760 w 1703319"/>
                  <a:gd name="connsiteY1262" fmla="*/ 550817 h 788789"/>
                  <a:gd name="connsiteX1263" fmla="*/ 1436760 w 1703319"/>
                  <a:gd name="connsiteY1263" fmla="*/ 552269 h 788789"/>
                  <a:gd name="connsiteX1264" fmla="*/ 1436403 w 1703319"/>
                  <a:gd name="connsiteY1264" fmla="*/ 552994 h 788789"/>
                  <a:gd name="connsiteX1265" fmla="*/ 1436403 w 1703319"/>
                  <a:gd name="connsiteY1265" fmla="*/ 553357 h 788789"/>
                  <a:gd name="connsiteX1266" fmla="*/ 1436760 w 1703319"/>
                  <a:gd name="connsiteY1266" fmla="*/ 555172 h 788789"/>
                  <a:gd name="connsiteX1267" fmla="*/ 1437475 w 1703319"/>
                  <a:gd name="connsiteY1267" fmla="*/ 555897 h 788789"/>
                  <a:gd name="connsiteX1268" fmla="*/ 1438190 w 1703319"/>
                  <a:gd name="connsiteY1268" fmla="*/ 557349 h 788789"/>
                  <a:gd name="connsiteX1269" fmla="*/ 1439262 w 1703319"/>
                  <a:gd name="connsiteY1269" fmla="*/ 558800 h 788789"/>
                  <a:gd name="connsiteX1270" fmla="*/ 1439619 w 1703319"/>
                  <a:gd name="connsiteY1270" fmla="*/ 559526 h 788789"/>
                  <a:gd name="connsiteX1271" fmla="*/ 1441406 w 1703319"/>
                  <a:gd name="connsiteY1271" fmla="*/ 559889 h 788789"/>
                  <a:gd name="connsiteX1272" fmla="*/ 1442835 w 1703319"/>
                  <a:gd name="connsiteY1272" fmla="*/ 559889 h 788789"/>
                  <a:gd name="connsiteX1273" fmla="*/ 1443907 w 1703319"/>
                  <a:gd name="connsiteY1273" fmla="*/ 558437 h 788789"/>
                  <a:gd name="connsiteX1274" fmla="*/ 1444979 w 1703319"/>
                  <a:gd name="connsiteY1274" fmla="*/ 557349 h 788789"/>
                  <a:gd name="connsiteX1275" fmla="*/ 1446766 w 1703319"/>
                  <a:gd name="connsiteY1275" fmla="*/ 555172 h 788789"/>
                  <a:gd name="connsiteX1276" fmla="*/ 1447838 w 1703319"/>
                  <a:gd name="connsiteY1276" fmla="*/ 554809 h 788789"/>
                  <a:gd name="connsiteX1277" fmla="*/ 1448553 w 1703319"/>
                  <a:gd name="connsiteY1277" fmla="*/ 555172 h 788789"/>
                  <a:gd name="connsiteX1278" fmla="*/ 1449982 w 1703319"/>
                  <a:gd name="connsiteY1278" fmla="*/ 554446 h 788789"/>
                  <a:gd name="connsiteX1279" fmla="*/ 1450339 w 1703319"/>
                  <a:gd name="connsiteY1279" fmla="*/ 553720 h 788789"/>
                  <a:gd name="connsiteX1280" fmla="*/ 1450339 w 1703319"/>
                  <a:gd name="connsiteY1280" fmla="*/ 552632 h 788789"/>
                  <a:gd name="connsiteX1281" fmla="*/ 1451411 w 1703319"/>
                  <a:gd name="connsiteY1281" fmla="*/ 551906 h 788789"/>
                  <a:gd name="connsiteX1282" fmla="*/ 1453198 w 1703319"/>
                  <a:gd name="connsiteY1282" fmla="*/ 551180 h 788789"/>
                  <a:gd name="connsiteX1283" fmla="*/ 1453913 w 1703319"/>
                  <a:gd name="connsiteY1283" fmla="*/ 551180 h 788789"/>
                  <a:gd name="connsiteX1284" fmla="*/ 1454627 w 1703319"/>
                  <a:gd name="connsiteY1284" fmla="*/ 551906 h 788789"/>
                  <a:gd name="connsiteX1285" fmla="*/ 1456057 w 1703319"/>
                  <a:gd name="connsiteY1285" fmla="*/ 551906 h 788789"/>
                  <a:gd name="connsiteX1286" fmla="*/ 1457486 w 1703319"/>
                  <a:gd name="connsiteY1286" fmla="*/ 552994 h 788789"/>
                  <a:gd name="connsiteX1287" fmla="*/ 1459630 w 1703319"/>
                  <a:gd name="connsiteY1287" fmla="*/ 552994 h 788789"/>
                  <a:gd name="connsiteX1288" fmla="*/ 1461059 w 1703319"/>
                  <a:gd name="connsiteY1288" fmla="*/ 554446 h 788789"/>
                  <a:gd name="connsiteX1289" fmla="*/ 1463561 w 1703319"/>
                  <a:gd name="connsiteY1289" fmla="*/ 555172 h 788789"/>
                  <a:gd name="connsiteX1290" fmla="*/ 1466062 w 1703319"/>
                  <a:gd name="connsiteY1290" fmla="*/ 555534 h 788789"/>
                  <a:gd name="connsiteX1291" fmla="*/ 1467134 w 1703319"/>
                  <a:gd name="connsiteY1291" fmla="*/ 556623 h 788789"/>
                  <a:gd name="connsiteX1292" fmla="*/ 1468206 w 1703319"/>
                  <a:gd name="connsiteY1292" fmla="*/ 556623 h 788789"/>
                  <a:gd name="connsiteX1293" fmla="*/ 1468921 w 1703319"/>
                  <a:gd name="connsiteY1293" fmla="*/ 556623 h 788789"/>
                  <a:gd name="connsiteX1294" fmla="*/ 1468921 w 1703319"/>
                  <a:gd name="connsiteY1294" fmla="*/ 557712 h 788789"/>
                  <a:gd name="connsiteX1295" fmla="*/ 1470350 w 1703319"/>
                  <a:gd name="connsiteY1295" fmla="*/ 558074 h 788789"/>
                  <a:gd name="connsiteX1296" fmla="*/ 1472137 w 1703319"/>
                  <a:gd name="connsiteY1296" fmla="*/ 558800 h 788789"/>
                  <a:gd name="connsiteX1297" fmla="*/ 1475353 w 1703319"/>
                  <a:gd name="connsiteY1297" fmla="*/ 560614 h 788789"/>
                  <a:gd name="connsiteX1298" fmla="*/ 1477854 w 1703319"/>
                  <a:gd name="connsiteY1298" fmla="*/ 560977 h 788789"/>
                  <a:gd name="connsiteX1299" fmla="*/ 1480713 w 1703319"/>
                  <a:gd name="connsiteY1299" fmla="*/ 562066 h 788789"/>
                  <a:gd name="connsiteX1300" fmla="*/ 1482499 w 1703319"/>
                  <a:gd name="connsiteY1300" fmla="*/ 563154 h 788789"/>
                  <a:gd name="connsiteX1301" fmla="*/ 1485001 w 1703319"/>
                  <a:gd name="connsiteY1301" fmla="*/ 564243 h 788789"/>
                  <a:gd name="connsiteX1302" fmla="*/ 1487145 w 1703319"/>
                  <a:gd name="connsiteY1302" fmla="*/ 566057 h 788789"/>
                  <a:gd name="connsiteX1303" fmla="*/ 1490718 w 1703319"/>
                  <a:gd name="connsiteY1303" fmla="*/ 568597 h 788789"/>
                  <a:gd name="connsiteX1304" fmla="*/ 1491433 w 1703319"/>
                  <a:gd name="connsiteY1304" fmla="*/ 570049 h 788789"/>
                  <a:gd name="connsiteX1305" fmla="*/ 1492505 w 1703319"/>
                  <a:gd name="connsiteY1305" fmla="*/ 570774 h 788789"/>
                  <a:gd name="connsiteX1306" fmla="*/ 1493220 w 1703319"/>
                  <a:gd name="connsiteY1306" fmla="*/ 571500 h 788789"/>
                  <a:gd name="connsiteX1307" fmla="*/ 1493577 w 1703319"/>
                  <a:gd name="connsiteY1307" fmla="*/ 572226 h 788789"/>
                  <a:gd name="connsiteX1308" fmla="*/ 1496078 w 1703319"/>
                  <a:gd name="connsiteY1308" fmla="*/ 572952 h 788789"/>
                  <a:gd name="connsiteX1309" fmla="*/ 1498580 w 1703319"/>
                  <a:gd name="connsiteY1309" fmla="*/ 574040 h 788789"/>
                  <a:gd name="connsiteX1310" fmla="*/ 1499294 w 1703319"/>
                  <a:gd name="connsiteY1310" fmla="*/ 574766 h 788789"/>
                  <a:gd name="connsiteX1311" fmla="*/ 1500366 w 1703319"/>
                  <a:gd name="connsiteY1311" fmla="*/ 575492 h 788789"/>
                  <a:gd name="connsiteX1312" fmla="*/ 1500366 w 1703319"/>
                  <a:gd name="connsiteY1312" fmla="*/ 576217 h 788789"/>
                  <a:gd name="connsiteX1313" fmla="*/ 1500009 w 1703319"/>
                  <a:gd name="connsiteY1313" fmla="*/ 576943 h 788789"/>
                  <a:gd name="connsiteX1314" fmla="*/ 1497508 w 1703319"/>
                  <a:gd name="connsiteY1314" fmla="*/ 577306 h 788789"/>
                  <a:gd name="connsiteX1315" fmla="*/ 1496793 w 1703319"/>
                  <a:gd name="connsiteY1315" fmla="*/ 578032 h 788789"/>
                  <a:gd name="connsiteX1316" fmla="*/ 1496793 w 1703319"/>
                  <a:gd name="connsiteY1316" fmla="*/ 579120 h 788789"/>
                  <a:gd name="connsiteX1317" fmla="*/ 1497865 w 1703319"/>
                  <a:gd name="connsiteY1317" fmla="*/ 580209 h 788789"/>
                  <a:gd name="connsiteX1318" fmla="*/ 1498222 w 1703319"/>
                  <a:gd name="connsiteY1318" fmla="*/ 581297 h 788789"/>
                  <a:gd name="connsiteX1319" fmla="*/ 1499652 w 1703319"/>
                  <a:gd name="connsiteY1319" fmla="*/ 582386 h 788789"/>
                  <a:gd name="connsiteX1320" fmla="*/ 1501438 w 1703319"/>
                  <a:gd name="connsiteY1320" fmla="*/ 583474 h 788789"/>
                  <a:gd name="connsiteX1321" fmla="*/ 1501796 w 1703319"/>
                  <a:gd name="connsiteY1321" fmla="*/ 584563 h 788789"/>
                  <a:gd name="connsiteX1322" fmla="*/ 1502868 w 1703319"/>
                  <a:gd name="connsiteY1322" fmla="*/ 585289 h 788789"/>
                  <a:gd name="connsiteX1323" fmla="*/ 1503940 w 1703319"/>
                  <a:gd name="connsiteY1323" fmla="*/ 587103 h 788789"/>
                  <a:gd name="connsiteX1324" fmla="*/ 1504297 w 1703319"/>
                  <a:gd name="connsiteY1324" fmla="*/ 588192 h 788789"/>
                  <a:gd name="connsiteX1325" fmla="*/ 1505369 w 1703319"/>
                  <a:gd name="connsiteY1325" fmla="*/ 588554 h 788789"/>
                  <a:gd name="connsiteX1326" fmla="*/ 1506084 w 1703319"/>
                  <a:gd name="connsiteY1326" fmla="*/ 588192 h 788789"/>
                  <a:gd name="connsiteX1327" fmla="*/ 1506798 w 1703319"/>
                  <a:gd name="connsiteY1327" fmla="*/ 588917 h 788789"/>
                  <a:gd name="connsiteX1328" fmla="*/ 1507156 w 1703319"/>
                  <a:gd name="connsiteY1328" fmla="*/ 590006 h 788789"/>
                  <a:gd name="connsiteX1329" fmla="*/ 1507513 w 1703319"/>
                  <a:gd name="connsiteY1329" fmla="*/ 590732 h 788789"/>
                  <a:gd name="connsiteX1330" fmla="*/ 1508942 w 1703319"/>
                  <a:gd name="connsiteY1330" fmla="*/ 591094 h 788789"/>
                  <a:gd name="connsiteX1331" fmla="*/ 1510372 w 1703319"/>
                  <a:gd name="connsiteY1331" fmla="*/ 592183 h 788789"/>
                  <a:gd name="connsiteX1332" fmla="*/ 1510729 w 1703319"/>
                  <a:gd name="connsiteY1332" fmla="*/ 593272 h 788789"/>
                  <a:gd name="connsiteX1333" fmla="*/ 1511801 w 1703319"/>
                  <a:gd name="connsiteY1333" fmla="*/ 593634 h 788789"/>
                  <a:gd name="connsiteX1334" fmla="*/ 1512873 w 1703319"/>
                  <a:gd name="connsiteY1334" fmla="*/ 593997 h 788789"/>
                  <a:gd name="connsiteX1335" fmla="*/ 1514302 w 1703319"/>
                  <a:gd name="connsiteY1335" fmla="*/ 593997 h 788789"/>
                  <a:gd name="connsiteX1336" fmla="*/ 1513945 w 1703319"/>
                  <a:gd name="connsiteY1336" fmla="*/ 595086 h 788789"/>
                  <a:gd name="connsiteX1337" fmla="*/ 1513945 w 1703319"/>
                  <a:gd name="connsiteY1337" fmla="*/ 595449 h 788789"/>
                  <a:gd name="connsiteX1338" fmla="*/ 1513945 w 1703319"/>
                  <a:gd name="connsiteY1338" fmla="*/ 596174 h 788789"/>
                  <a:gd name="connsiteX1339" fmla="*/ 1512873 w 1703319"/>
                  <a:gd name="connsiteY1339" fmla="*/ 596900 h 788789"/>
                  <a:gd name="connsiteX1340" fmla="*/ 1511801 w 1703319"/>
                  <a:gd name="connsiteY1340" fmla="*/ 596174 h 788789"/>
                  <a:gd name="connsiteX1341" fmla="*/ 1511086 w 1703319"/>
                  <a:gd name="connsiteY1341" fmla="*/ 595812 h 788789"/>
                  <a:gd name="connsiteX1342" fmla="*/ 1510014 w 1703319"/>
                  <a:gd name="connsiteY1342" fmla="*/ 594723 h 788789"/>
                  <a:gd name="connsiteX1343" fmla="*/ 1509300 w 1703319"/>
                  <a:gd name="connsiteY1343" fmla="*/ 594723 h 788789"/>
                  <a:gd name="connsiteX1344" fmla="*/ 1507870 w 1703319"/>
                  <a:gd name="connsiteY1344" fmla="*/ 594723 h 788789"/>
                  <a:gd name="connsiteX1345" fmla="*/ 1505369 w 1703319"/>
                  <a:gd name="connsiteY1345" fmla="*/ 593997 h 788789"/>
                  <a:gd name="connsiteX1346" fmla="*/ 1503582 w 1703319"/>
                  <a:gd name="connsiteY1346" fmla="*/ 593634 h 788789"/>
                  <a:gd name="connsiteX1347" fmla="*/ 1502510 w 1703319"/>
                  <a:gd name="connsiteY1347" fmla="*/ 593634 h 788789"/>
                  <a:gd name="connsiteX1348" fmla="*/ 1501438 w 1703319"/>
                  <a:gd name="connsiteY1348" fmla="*/ 593634 h 788789"/>
                  <a:gd name="connsiteX1349" fmla="*/ 1500009 w 1703319"/>
                  <a:gd name="connsiteY1349" fmla="*/ 593272 h 788789"/>
                  <a:gd name="connsiteX1350" fmla="*/ 1499294 w 1703319"/>
                  <a:gd name="connsiteY1350" fmla="*/ 592909 h 788789"/>
                  <a:gd name="connsiteX1351" fmla="*/ 1498580 w 1703319"/>
                  <a:gd name="connsiteY1351" fmla="*/ 591820 h 788789"/>
                  <a:gd name="connsiteX1352" fmla="*/ 1497150 w 1703319"/>
                  <a:gd name="connsiteY1352" fmla="*/ 591457 h 788789"/>
                  <a:gd name="connsiteX1353" fmla="*/ 1497150 w 1703319"/>
                  <a:gd name="connsiteY1353" fmla="*/ 590732 h 788789"/>
                  <a:gd name="connsiteX1354" fmla="*/ 1496078 w 1703319"/>
                  <a:gd name="connsiteY1354" fmla="*/ 590006 h 788789"/>
                  <a:gd name="connsiteX1355" fmla="*/ 1495721 w 1703319"/>
                  <a:gd name="connsiteY1355" fmla="*/ 588917 h 788789"/>
                  <a:gd name="connsiteX1356" fmla="*/ 1495006 w 1703319"/>
                  <a:gd name="connsiteY1356" fmla="*/ 587466 h 788789"/>
                  <a:gd name="connsiteX1357" fmla="*/ 1493934 w 1703319"/>
                  <a:gd name="connsiteY1357" fmla="*/ 586740 h 788789"/>
                  <a:gd name="connsiteX1358" fmla="*/ 1493220 w 1703319"/>
                  <a:gd name="connsiteY1358" fmla="*/ 585652 h 788789"/>
                  <a:gd name="connsiteX1359" fmla="*/ 1491075 w 1703319"/>
                  <a:gd name="connsiteY1359" fmla="*/ 583112 h 788789"/>
                  <a:gd name="connsiteX1360" fmla="*/ 1489646 w 1703319"/>
                  <a:gd name="connsiteY1360" fmla="*/ 583112 h 788789"/>
                  <a:gd name="connsiteX1361" fmla="*/ 1488931 w 1703319"/>
                  <a:gd name="connsiteY1361" fmla="*/ 582749 h 788789"/>
                  <a:gd name="connsiteX1362" fmla="*/ 1487145 w 1703319"/>
                  <a:gd name="connsiteY1362" fmla="*/ 582386 h 788789"/>
                  <a:gd name="connsiteX1363" fmla="*/ 1486073 w 1703319"/>
                  <a:gd name="connsiteY1363" fmla="*/ 582023 h 788789"/>
                  <a:gd name="connsiteX1364" fmla="*/ 1484286 w 1703319"/>
                  <a:gd name="connsiteY1364" fmla="*/ 581660 h 788789"/>
                  <a:gd name="connsiteX1365" fmla="*/ 1484286 w 1703319"/>
                  <a:gd name="connsiteY1365" fmla="*/ 582386 h 788789"/>
                  <a:gd name="connsiteX1366" fmla="*/ 1483214 w 1703319"/>
                  <a:gd name="connsiteY1366" fmla="*/ 582749 h 788789"/>
                  <a:gd name="connsiteX1367" fmla="*/ 1482857 w 1703319"/>
                  <a:gd name="connsiteY1367" fmla="*/ 582749 h 788789"/>
                  <a:gd name="connsiteX1368" fmla="*/ 1482142 w 1703319"/>
                  <a:gd name="connsiteY1368" fmla="*/ 583837 h 788789"/>
                  <a:gd name="connsiteX1369" fmla="*/ 1480355 w 1703319"/>
                  <a:gd name="connsiteY1369" fmla="*/ 583837 h 788789"/>
                  <a:gd name="connsiteX1370" fmla="*/ 1480713 w 1703319"/>
                  <a:gd name="connsiteY1370" fmla="*/ 584926 h 788789"/>
                  <a:gd name="connsiteX1371" fmla="*/ 1479998 w 1703319"/>
                  <a:gd name="connsiteY1371" fmla="*/ 585652 h 788789"/>
                  <a:gd name="connsiteX1372" fmla="*/ 1478569 w 1703319"/>
                  <a:gd name="connsiteY1372" fmla="*/ 585652 h 788789"/>
                  <a:gd name="connsiteX1373" fmla="*/ 1476425 w 1703319"/>
                  <a:gd name="connsiteY1373" fmla="*/ 585289 h 788789"/>
                  <a:gd name="connsiteX1374" fmla="*/ 1474281 w 1703319"/>
                  <a:gd name="connsiteY1374" fmla="*/ 584563 h 788789"/>
                  <a:gd name="connsiteX1375" fmla="*/ 1475710 w 1703319"/>
                  <a:gd name="connsiteY1375" fmla="*/ 585652 h 788789"/>
                  <a:gd name="connsiteX1376" fmla="*/ 1477854 w 1703319"/>
                  <a:gd name="connsiteY1376" fmla="*/ 586014 h 788789"/>
                  <a:gd name="connsiteX1377" fmla="*/ 1479283 w 1703319"/>
                  <a:gd name="connsiteY1377" fmla="*/ 586014 h 788789"/>
                  <a:gd name="connsiteX1378" fmla="*/ 1479998 w 1703319"/>
                  <a:gd name="connsiteY1378" fmla="*/ 587466 h 788789"/>
                  <a:gd name="connsiteX1379" fmla="*/ 1479641 w 1703319"/>
                  <a:gd name="connsiteY1379" fmla="*/ 588554 h 788789"/>
                  <a:gd name="connsiteX1380" fmla="*/ 1478926 w 1703319"/>
                  <a:gd name="connsiteY1380" fmla="*/ 588917 h 788789"/>
                  <a:gd name="connsiteX1381" fmla="*/ 1477497 w 1703319"/>
                  <a:gd name="connsiteY1381" fmla="*/ 589280 h 788789"/>
                  <a:gd name="connsiteX1382" fmla="*/ 1476425 w 1703319"/>
                  <a:gd name="connsiteY1382" fmla="*/ 590006 h 788789"/>
                  <a:gd name="connsiteX1383" fmla="*/ 1474281 w 1703319"/>
                  <a:gd name="connsiteY1383" fmla="*/ 589643 h 788789"/>
                  <a:gd name="connsiteX1384" fmla="*/ 1473209 w 1703319"/>
                  <a:gd name="connsiteY1384" fmla="*/ 589643 h 788789"/>
                  <a:gd name="connsiteX1385" fmla="*/ 1471779 w 1703319"/>
                  <a:gd name="connsiteY1385" fmla="*/ 589280 h 788789"/>
                  <a:gd name="connsiteX1386" fmla="*/ 1469993 w 1703319"/>
                  <a:gd name="connsiteY1386" fmla="*/ 589643 h 788789"/>
                  <a:gd name="connsiteX1387" fmla="*/ 1468921 w 1703319"/>
                  <a:gd name="connsiteY1387" fmla="*/ 589643 h 788789"/>
                  <a:gd name="connsiteX1388" fmla="*/ 1468921 w 1703319"/>
                  <a:gd name="connsiteY1388" fmla="*/ 588192 h 788789"/>
                  <a:gd name="connsiteX1389" fmla="*/ 1467849 w 1703319"/>
                  <a:gd name="connsiteY1389" fmla="*/ 587829 h 788789"/>
                  <a:gd name="connsiteX1390" fmla="*/ 1467134 w 1703319"/>
                  <a:gd name="connsiteY1390" fmla="*/ 587103 h 788789"/>
                  <a:gd name="connsiteX1391" fmla="*/ 1465705 w 1703319"/>
                  <a:gd name="connsiteY1391" fmla="*/ 585652 h 788789"/>
                  <a:gd name="connsiteX1392" fmla="*/ 1464633 w 1703319"/>
                  <a:gd name="connsiteY1392" fmla="*/ 584563 h 788789"/>
                  <a:gd name="connsiteX1393" fmla="*/ 1463918 w 1703319"/>
                  <a:gd name="connsiteY1393" fmla="*/ 583112 h 788789"/>
                  <a:gd name="connsiteX1394" fmla="*/ 1462846 w 1703319"/>
                  <a:gd name="connsiteY1394" fmla="*/ 583474 h 788789"/>
                  <a:gd name="connsiteX1395" fmla="*/ 1461774 w 1703319"/>
                  <a:gd name="connsiteY1395" fmla="*/ 583837 h 788789"/>
                  <a:gd name="connsiteX1396" fmla="*/ 1460702 w 1703319"/>
                  <a:gd name="connsiteY1396" fmla="*/ 583474 h 788789"/>
                  <a:gd name="connsiteX1397" fmla="*/ 1460345 w 1703319"/>
                  <a:gd name="connsiteY1397" fmla="*/ 583112 h 788789"/>
                  <a:gd name="connsiteX1398" fmla="*/ 1459273 w 1703319"/>
                  <a:gd name="connsiteY1398" fmla="*/ 582386 h 788789"/>
                  <a:gd name="connsiteX1399" fmla="*/ 1459630 w 1703319"/>
                  <a:gd name="connsiteY1399" fmla="*/ 583112 h 788789"/>
                  <a:gd name="connsiteX1400" fmla="*/ 1459273 w 1703319"/>
                  <a:gd name="connsiteY1400" fmla="*/ 584200 h 788789"/>
                  <a:gd name="connsiteX1401" fmla="*/ 1457843 w 1703319"/>
                  <a:gd name="connsiteY1401" fmla="*/ 584563 h 788789"/>
                  <a:gd name="connsiteX1402" fmla="*/ 1455342 w 1703319"/>
                  <a:gd name="connsiteY1402" fmla="*/ 584200 h 788789"/>
                  <a:gd name="connsiteX1403" fmla="*/ 1453555 w 1703319"/>
                  <a:gd name="connsiteY1403" fmla="*/ 584563 h 788789"/>
                  <a:gd name="connsiteX1404" fmla="*/ 1452841 w 1703319"/>
                  <a:gd name="connsiteY1404" fmla="*/ 583837 h 788789"/>
                  <a:gd name="connsiteX1405" fmla="*/ 1453555 w 1703319"/>
                  <a:gd name="connsiteY1405" fmla="*/ 582023 h 788789"/>
                  <a:gd name="connsiteX1406" fmla="*/ 1454270 w 1703319"/>
                  <a:gd name="connsiteY1406" fmla="*/ 580572 h 788789"/>
                  <a:gd name="connsiteX1407" fmla="*/ 1456057 w 1703319"/>
                  <a:gd name="connsiteY1407" fmla="*/ 579483 h 788789"/>
                  <a:gd name="connsiteX1408" fmla="*/ 1457486 w 1703319"/>
                  <a:gd name="connsiteY1408" fmla="*/ 579120 h 788789"/>
                  <a:gd name="connsiteX1409" fmla="*/ 1457486 w 1703319"/>
                  <a:gd name="connsiteY1409" fmla="*/ 578757 h 788789"/>
                  <a:gd name="connsiteX1410" fmla="*/ 1457843 w 1703319"/>
                  <a:gd name="connsiteY1410" fmla="*/ 578394 h 788789"/>
                  <a:gd name="connsiteX1411" fmla="*/ 1459273 w 1703319"/>
                  <a:gd name="connsiteY1411" fmla="*/ 578394 h 788789"/>
                  <a:gd name="connsiteX1412" fmla="*/ 1458201 w 1703319"/>
                  <a:gd name="connsiteY1412" fmla="*/ 576943 h 788789"/>
                  <a:gd name="connsiteX1413" fmla="*/ 1457486 w 1703319"/>
                  <a:gd name="connsiteY1413" fmla="*/ 575854 h 788789"/>
                  <a:gd name="connsiteX1414" fmla="*/ 1456414 w 1703319"/>
                  <a:gd name="connsiteY1414" fmla="*/ 574403 h 788789"/>
                  <a:gd name="connsiteX1415" fmla="*/ 1454985 w 1703319"/>
                  <a:gd name="connsiteY1415" fmla="*/ 572589 h 788789"/>
                  <a:gd name="connsiteX1416" fmla="*/ 1454627 w 1703319"/>
                  <a:gd name="connsiteY1416" fmla="*/ 571500 h 788789"/>
                  <a:gd name="connsiteX1417" fmla="*/ 1453913 w 1703319"/>
                  <a:gd name="connsiteY1417" fmla="*/ 570049 h 788789"/>
                  <a:gd name="connsiteX1418" fmla="*/ 1452483 w 1703319"/>
                  <a:gd name="connsiteY1418" fmla="*/ 568960 h 788789"/>
                  <a:gd name="connsiteX1419" fmla="*/ 1450697 w 1703319"/>
                  <a:gd name="connsiteY1419" fmla="*/ 568234 h 788789"/>
                  <a:gd name="connsiteX1420" fmla="*/ 1449625 w 1703319"/>
                  <a:gd name="connsiteY1420" fmla="*/ 567872 h 788789"/>
                  <a:gd name="connsiteX1421" fmla="*/ 1447838 w 1703319"/>
                  <a:gd name="connsiteY1421" fmla="*/ 567509 h 788789"/>
                  <a:gd name="connsiteX1422" fmla="*/ 1446051 w 1703319"/>
                  <a:gd name="connsiteY1422" fmla="*/ 566783 h 788789"/>
                  <a:gd name="connsiteX1423" fmla="*/ 1444622 w 1703319"/>
                  <a:gd name="connsiteY1423" fmla="*/ 566420 h 788789"/>
                  <a:gd name="connsiteX1424" fmla="*/ 1442478 w 1703319"/>
                  <a:gd name="connsiteY1424" fmla="*/ 565694 h 788789"/>
                  <a:gd name="connsiteX1425" fmla="*/ 1441763 w 1703319"/>
                  <a:gd name="connsiteY1425" fmla="*/ 565694 h 788789"/>
                  <a:gd name="connsiteX1426" fmla="*/ 1440334 w 1703319"/>
                  <a:gd name="connsiteY1426" fmla="*/ 565332 h 788789"/>
                  <a:gd name="connsiteX1427" fmla="*/ 1439619 w 1703319"/>
                  <a:gd name="connsiteY1427" fmla="*/ 564969 h 788789"/>
                  <a:gd name="connsiteX1428" fmla="*/ 1439262 w 1703319"/>
                  <a:gd name="connsiteY1428" fmla="*/ 564243 h 788789"/>
                  <a:gd name="connsiteX1429" fmla="*/ 1439262 w 1703319"/>
                  <a:gd name="connsiteY1429" fmla="*/ 563154 h 788789"/>
                  <a:gd name="connsiteX1430" fmla="*/ 1437475 w 1703319"/>
                  <a:gd name="connsiteY1430" fmla="*/ 563517 h 788789"/>
                  <a:gd name="connsiteX1431" fmla="*/ 1436760 w 1703319"/>
                  <a:gd name="connsiteY1431" fmla="*/ 563154 h 788789"/>
                  <a:gd name="connsiteX1432" fmla="*/ 1435688 w 1703319"/>
                  <a:gd name="connsiteY1432" fmla="*/ 562792 h 788789"/>
                  <a:gd name="connsiteX1433" fmla="*/ 1434616 w 1703319"/>
                  <a:gd name="connsiteY1433" fmla="*/ 562429 h 788789"/>
                  <a:gd name="connsiteX1434" fmla="*/ 1434616 w 1703319"/>
                  <a:gd name="connsiteY1434" fmla="*/ 560977 h 788789"/>
                  <a:gd name="connsiteX1435" fmla="*/ 1434974 w 1703319"/>
                  <a:gd name="connsiteY1435" fmla="*/ 559526 h 788789"/>
                  <a:gd name="connsiteX1436" fmla="*/ 1433902 w 1703319"/>
                  <a:gd name="connsiteY1436" fmla="*/ 559889 h 788789"/>
                  <a:gd name="connsiteX1437" fmla="*/ 1433902 w 1703319"/>
                  <a:gd name="connsiteY1437" fmla="*/ 560977 h 788789"/>
                  <a:gd name="connsiteX1438" fmla="*/ 1433544 w 1703319"/>
                  <a:gd name="connsiteY1438" fmla="*/ 562066 h 788789"/>
                  <a:gd name="connsiteX1439" fmla="*/ 1432830 w 1703319"/>
                  <a:gd name="connsiteY1439" fmla="*/ 563880 h 788789"/>
                  <a:gd name="connsiteX1440" fmla="*/ 1432115 w 1703319"/>
                  <a:gd name="connsiteY1440" fmla="*/ 563880 h 788789"/>
                  <a:gd name="connsiteX1441" fmla="*/ 1431043 w 1703319"/>
                  <a:gd name="connsiteY1441" fmla="*/ 563880 h 788789"/>
                  <a:gd name="connsiteX1442" fmla="*/ 1429971 w 1703319"/>
                  <a:gd name="connsiteY1442" fmla="*/ 563154 h 788789"/>
                  <a:gd name="connsiteX1443" fmla="*/ 1429971 w 1703319"/>
                  <a:gd name="connsiteY1443" fmla="*/ 562066 h 788789"/>
                  <a:gd name="connsiteX1444" fmla="*/ 1429614 w 1703319"/>
                  <a:gd name="connsiteY1444" fmla="*/ 560614 h 788789"/>
                  <a:gd name="connsiteX1445" fmla="*/ 1428899 w 1703319"/>
                  <a:gd name="connsiteY1445" fmla="*/ 559526 h 788789"/>
                  <a:gd name="connsiteX1446" fmla="*/ 1427827 w 1703319"/>
                  <a:gd name="connsiteY1446" fmla="*/ 559163 h 788789"/>
                  <a:gd name="connsiteX1447" fmla="*/ 1426755 w 1703319"/>
                  <a:gd name="connsiteY1447" fmla="*/ 558074 h 788789"/>
                  <a:gd name="connsiteX1448" fmla="*/ 1427112 w 1703319"/>
                  <a:gd name="connsiteY1448" fmla="*/ 556986 h 788789"/>
                  <a:gd name="connsiteX1449" fmla="*/ 1428184 w 1703319"/>
                  <a:gd name="connsiteY1449" fmla="*/ 556986 h 788789"/>
                  <a:gd name="connsiteX1450" fmla="*/ 1429256 w 1703319"/>
                  <a:gd name="connsiteY1450" fmla="*/ 557712 h 788789"/>
                  <a:gd name="connsiteX1451" fmla="*/ 1430328 w 1703319"/>
                  <a:gd name="connsiteY1451" fmla="*/ 556986 h 788789"/>
                  <a:gd name="connsiteX1452" fmla="*/ 1431043 w 1703319"/>
                  <a:gd name="connsiteY1452" fmla="*/ 556260 h 788789"/>
                  <a:gd name="connsiteX1453" fmla="*/ 1432472 w 1703319"/>
                  <a:gd name="connsiteY1453" fmla="*/ 555897 h 788789"/>
                  <a:gd name="connsiteX1454" fmla="*/ 1433544 w 1703319"/>
                  <a:gd name="connsiteY1454" fmla="*/ 556260 h 788789"/>
                  <a:gd name="connsiteX1455" fmla="*/ 1434616 w 1703319"/>
                  <a:gd name="connsiteY1455" fmla="*/ 555897 h 788789"/>
                  <a:gd name="connsiteX1456" fmla="*/ 1435331 w 1703319"/>
                  <a:gd name="connsiteY1456" fmla="*/ 555534 h 788789"/>
                  <a:gd name="connsiteX1457" fmla="*/ 1434616 w 1703319"/>
                  <a:gd name="connsiteY1457" fmla="*/ 555534 h 788789"/>
                  <a:gd name="connsiteX1458" fmla="*/ 1433187 w 1703319"/>
                  <a:gd name="connsiteY1458" fmla="*/ 555172 h 788789"/>
                  <a:gd name="connsiteX1459" fmla="*/ 1431400 w 1703319"/>
                  <a:gd name="connsiteY1459" fmla="*/ 555534 h 788789"/>
                  <a:gd name="connsiteX1460" fmla="*/ 1430328 w 1703319"/>
                  <a:gd name="connsiteY1460" fmla="*/ 555534 h 788789"/>
                  <a:gd name="connsiteX1461" fmla="*/ 1429614 w 1703319"/>
                  <a:gd name="connsiteY1461" fmla="*/ 554809 h 788789"/>
                  <a:gd name="connsiteX1462" fmla="*/ 1427827 w 1703319"/>
                  <a:gd name="connsiteY1462" fmla="*/ 555172 h 788789"/>
                  <a:gd name="connsiteX1463" fmla="*/ 1426755 w 1703319"/>
                  <a:gd name="connsiteY1463" fmla="*/ 555172 h 788789"/>
                  <a:gd name="connsiteX1464" fmla="*/ 1426040 w 1703319"/>
                  <a:gd name="connsiteY1464" fmla="*/ 553720 h 788789"/>
                  <a:gd name="connsiteX1465" fmla="*/ 1425683 w 1703319"/>
                  <a:gd name="connsiteY1465" fmla="*/ 552269 h 788789"/>
                  <a:gd name="connsiteX1466" fmla="*/ 1424611 w 1703319"/>
                  <a:gd name="connsiteY1466" fmla="*/ 551906 h 788789"/>
                  <a:gd name="connsiteX1467" fmla="*/ 1423182 w 1703319"/>
                  <a:gd name="connsiteY1467" fmla="*/ 551543 h 788789"/>
                  <a:gd name="connsiteX1468" fmla="*/ 1422110 w 1703319"/>
                  <a:gd name="connsiteY1468" fmla="*/ 551543 h 788789"/>
                  <a:gd name="connsiteX1469" fmla="*/ 1421038 w 1703319"/>
                  <a:gd name="connsiteY1469" fmla="*/ 550454 h 788789"/>
                  <a:gd name="connsiteX1470" fmla="*/ 1419608 w 1703319"/>
                  <a:gd name="connsiteY1470" fmla="*/ 549729 h 788789"/>
                  <a:gd name="connsiteX1471" fmla="*/ 1419251 w 1703319"/>
                  <a:gd name="connsiteY1471" fmla="*/ 548277 h 788789"/>
                  <a:gd name="connsiteX1472" fmla="*/ 1421395 w 1703319"/>
                  <a:gd name="connsiteY1472" fmla="*/ 548277 h 788789"/>
                  <a:gd name="connsiteX1473" fmla="*/ 1422110 w 1703319"/>
                  <a:gd name="connsiteY1473" fmla="*/ 549366 h 788789"/>
                  <a:gd name="connsiteX1474" fmla="*/ 1423182 w 1703319"/>
                  <a:gd name="connsiteY1474" fmla="*/ 548640 h 788789"/>
                  <a:gd name="connsiteX1475" fmla="*/ 1424611 w 1703319"/>
                  <a:gd name="connsiteY1475" fmla="*/ 547552 h 788789"/>
                  <a:gd name="connsiteX1476" fmla="*/ 1426040 w 1703319"/>
                  <a:gd name="connsiteY1476" fmla="*/ 547552 h 788789"/>
                  <a:gd name="connsiteX1477" fmla="*/ 1427827 w 1703319"/>
                  <a:gd name="connsiteY1477" fmla="*/ 546100 h 788789"/>
                  <a:gd name="connsiteX1478" fmla="*/ 361697 w 1703319"/>
                  <a:gd name="connsiteY1478" fmla="*/ 544887 h 788789"/>
                  <a:gd name="connsiteX1479" fmla="*/ 362718 w 1703319"/>
                  <a:gd name="connsiteY1479" fmla="*/ 546007 h 788789"/>
                  <a:gd name="connsiteX1480" fmla="*/ 362718 w 1703319"/>
                  <a:gd name="connsiteY1480" fmla="*/ 547128 h 788789"/>
                  <a:gd name="connsiteX1481" fmla="*/ 363739 w 1703319"/>
                  <a:gd name="connsiteY1481" fmla="*/ 548622 h 788789"/>
                  <a:gd name="connsiteX1482" fmla="*/ 363058 w 1703319"/>
                  <a:gd name="connsiteY1482" fmla="*/ 550116 h 788789"/>
                  <a:gd name="connsiteX1483" fmla="*/ 361357 w 1703319"/>
                  <a:gd name="connsiteY1483" fmla="*/ 550490 h 788789"/>
                  <a:gd name="connsiteX1484" fmla="*/ 359996 w 1703319"/>
                  <a:gd name="connsiteY1484" fmla="*/ 549369 h 788789"/>
                  <a:gd name="connsiteX1485" fmla="*/ 361017 w 1703319"/>
                  <a:gd name="connsiteY1485" fmla="*/ 548622 h 788789"/>
                  <a:gd name="connsiteX1486" fmla="*/ 360677 w 1703319"/>
                  <a:gd name="connsiteY1486" fmla="*/ 547128 h 788789"/>
                  <a:gd name="connsiteX1487" fmla="*/ 359656 w 1703319"/>
                  <a:gd name="connsiteY1487" fmla="*/ 546754 h 788789"/>
                  <a:gd name="connsiteX1488" fmla="*/ 361017 w 1703319"/>
                  <a:gd name="connsiteY1488" fmla="*/ 545260 h 788789"/>
                  <a:gd name="connsiteX1489" fmla="*/ 361697 w 1703319"/>
                  <a:gd name="connsiteY1489" fmla="*/ 544887 h 788789"/>
                  <a:gd name="connsiteX1490" fmla="*/ 1418930 w 1703319"/>
                  <a:gd name="connsiteY1490" fmla="*/ 544513 h 788789"/>
                  <a:gd name="connsiteX1491" fmla="*/ 1421938 w 1703319"/>
                  <a:gd name="connsiteY1491" fmla="*/ 544967 h 788789"/>
                  <a:gd name="connsiteX1492" fmla="*/ 1421270 w 1703319"/>
                  <a:gd name="connsiteY1492" fmla="*/ 546101 h 788789"/>
                  <a:gd name="connsiteX1493" fmla="*/ 1417594 w 1703319"/>
                  <a:gd name="connsiteY1493" fmla="*/ 545421 h 788789"/>
                  <a:gd name="connsiteX1494" fmla="*/ 1418930 w 1703319"/>
                  <a:gd name="connsiteY1494" fmla="*/ 544513 h 788789"/>
                  <a:gd name="connsiteX1495" fmla="*/ 1390083 w 1703319"/>
                  <a:gd name="connsiteY1495" fmla="*/ 535697 h 788789"/>
                  <a:gd name="connsiteX1496" fmla="*/ 1390822 w 1703319"/>
                  <a:gd name="connsiteY1496" fmla="*/ 536406 h 788789"/>
                  <a:gd name="connsiteX1497" fmla="*/ 1390453 w 1703319"/>
                  <a:gd name="connsiteY1497" fmla="*/ 537824 h 788789"/>
                  <a:gd name="connsiteX1498" fmla="*/ 1390453 w 1703319"/>
                  <a:gd name="connsiteY1498" fmla="*/ 539597 h 788789"/>
                  <a:gd name="connsiteX1499" fmla="*/ 1388607 w 1703319"/>
                  <a:gd name="connsiteY1499" fmla="*/ 541015 h 788789"/>
                  <a:gd name="connsiteX1500" fmla="*/ 1386761 w 1703319"/>
                  <a:gd name="connsiteY1500" fmla="*/ 542078 h 788789"/>
                  <a:gd name="connsiteX1501" fmla="*/ 1384176 w 1703319"/>
                  <a:gd name="connsiteY1501" fmla="*/ 543142 h 788789"/>
                  <a:gd name="connsiteX1502" fmla="*/ 1382700 w 1703319"/>
                  <a:gd name="connsiteY1502" fmla="*/ 542787 h 788789"/>
                  <a:gd name="connsiteX1503" fmla="*/ 1380485 w 1703319"/>
                  <a:gd name="connsiteY1503" fmla="*/ 542078 h 788789"/>
                  <a:gd name="connsiteX1504" fmla="*/ 1378639 w 1703319"/>
                  <a:gd name="connsiteY1504" fmla="*/ 542078 h 788789"/>
                  <a:gd name="connsiteX1505" fmla="*/ 1376793 w 1703319"/>
                  <a:gd name="connsiteY1505" fmla="*/ 541724 h 788789"/>
                  <a:gd name="connsiteX1506" fmla="*/ 1375685 w 1703319"/>
                  <a:gd name="connsiteY1506" fmla="*/ 542078 h 788789"/>
                  <a:gd name="connsiteX1507" fmla="*/ 1374208 w 1703319"/>
                  <a:gd name="connsiteY1507" fmla="*/ 542078 h 788789"/>
                  <a:gd name="connsiteX1508" fmla="*/ 1373101 w 1703319"/>
                  <a:gd name="connsiteY1508" fmla="*/ 542078 h 788789"/>
                  <a:gd name="connsiteX1509" fmla="*/ 1370886 w 1703319"/>
                  <a:gd name="connsiteY1509" fmla="*/ 542078 h 788789"/>
                  <a:gd name="connsiteX1510" fmla="*/ 1368301 w 1703319"/>
                  <a:gd name="connsiteY1510" fmla="*/ 541724 h 788789"/>
                  <a:gd name="connsiteX1511" fmla="*/ 1367194 w 1703319"/>
                  <a:gd name="connsiteY1511" fmla="*/ 542078 h 788789"/>
                  <a:gd name="connsiteX1512" fmla="*/ 1366086 w 1703319"/>
                  <a:gd name="connsiteY1512" fmla="*/ 543851 h 788789"/>
                  <a:gd name="connsiteX1513" fmla="*/ 1365348 w 1703319"/>
                  <a:gd name="connsiteY1513" fmla="*/ 545623 h 788789"/>
                  <a:gd name="connsiteX1514" fmla="*/ 1366456 w 1703319"/>
                  <a:gd name="connsiteY1514" fmla="*/ 547395 h 788789"/>
                  <a:gd name="connsiteX1515" fmla="*/ 1367563 w 1703319"/>
                  <a:gd name="connsiteY1515" fmla="*/ 548104 h 788789"/>
                  <a:gd name="connsiteX1516" fmla="*/ 1368301 w 1703319"/>
                  <a:gd name="connsiteY1516" fmla="*/ 549168 h 788789"/>
                  <a:gd name="connsiteX1517" fmla="*/ 1368671 w 1703319"/>
                  <a:gd name="connsiteY1517" fmla="*/ 550231 h 788789"/>
                  <a:gd name="connsiteX1518" fmla="*/ 1371993 w 1703319"/>
                  <a:gd name="connsiteY1518" fmla="*/ 548813 h 788789"/>
                  <a:gd name="connsiteX1519" fmla="*/ 1373101 w 1703319"/>
                  <a:gd name="connsiteY1519" fmla="*/ 548813 h 788789"/>
                  <a:gd name="connsiteX1520" fmla="*/ 1374578 w 1703319"/>
                  <a:gd name="connsiteY1520" fmla="*/ 548459 h 788789"/>
                  <a:gd name="connsiteX1521" fmla="*/ 1375316 w 1703319"/>
                  <a:gd name="connsiteY1521" fmla="*/ 547750 h 788789"/>
                  <a:gd name="connsiteX1522" fmla="*/ 1376793 w 1703319"/>
                  <a:gd name="connsiteY1522" fmla="*/ 547750 h 788789"/>
                  <a:gd name="connsiteX1523" fmla="*/ 1379008 w 1703319"/>
                  <a:gd name="connsiteY1523" fmla="*/ 547395 h 788789"/>
                  <a:gd name="connsiteX1524" fmla="*/ 1380485 w 1703319"/>
                  <a:gd name="connsiteY1524" fmla="*/ 546686 h 788789"/>
                  <a:gd name="connsiteX1525" fmla="*/ 1381293 w 1703319"/>
                  <a:gd name="connsiteY1525" fmla="*/ 547722 h 788789"/>
                  <a:gd name="connsiteX1526" fmla="*/ 1381349 w 1703319"/>
                  <a:gd name="connsiteY1526" fmla="*/ 547688 h 788789"/>
                  <a:gd name="connsiteX1527" fmla="*/ 1381435 w 1703319"/>
                  <a:gd name="connsiteY1527" fmla="*/ 547903 h 788789"/>
                  <a:gd name="connsiteX1528" fmla="*/ 1381592 w 1703319"/>
                  <a:gd name="connsiteY1528" fmla="*/ 548104 h 788789"/>
                  <a:gd name="connsiteX1529" fmla="*/ 1381521 w 1703319"/>
                  <a:gd name="connsiteY1529" fmla="*/ 548118 h 788789"/>
                  <a:gd name="connsiteX1530" fmla="*/ 1382301 w 1703319"/>
                  <a:gd name="connsiteY1530" fmla="*/ 550070 h 788789"/>
                  <a:gd name="connsiteX1531" fmla="*/ 1382301 w 1703319"/>
                  <a:gd name="connsiteY1531" fmla="*/ 551975 h 788789"/>
                  <a:gd name="connsiteX1532" fmla="*/ 1380079 w 1703319"/>
                  <a:gd name="connsiteY1532" fmla="*/ 551975 h 788789"/>
                  <a:gd name="connsiteX1533" fmla="*/ 1379126 w 1703319"/>
                  <a:gd name="connsiteY1533" fmla="*/ 549593 h 788789"/>
                  <a:gd name="connsiteX1534" fmla="*/ 1379761 w 1703319"/>
                  <a:gd name="connsiteY1534" fmla="*/ 548641 h 788789"/>
                  <a:gd name="connsiteX1535" fmla="*/ 1380214 w 1703319"/>
                  <a:gd name="connsiteY1535" fmla="*/ 548369 h 788789"/>
                  <a:gd name="connsiteX1536" fmla="*/ 1379746 w 1703319"/>
                  <a:gd name="connsiteY1536" fmla="*/ 548459 h 788789"/>
                  <a:gd name="connsiteX1537" fmla="*/ 1379377 w 1703319"/>
                  <a:gd name="connsiteY1537" fmla="*/ 549168 h 788789"/>
                  <a:gd name="connsiteX1538" fmla="*/ 1378639 w 1703319"/>
                  <a:gd name="connsiteY1538" fmla="*/ 550231 h 788789"/>
                  <a:gd name="connsiteX1539" fmla="*/ 1376424 w 1703319"/>
                  <a:gd name="connsiteY1539" fmla="*/ 551649 h 788789"/>
                  <a:gd name="connsiteX1540" fmla="*/ 1374947 w 1703319"/>
                  <a:gd name="connsiteY1540" fmla="*/ 552358 h 788789"/>
                  <a:gd name="connsiteX1541" fmla="*/ 1373470 w 1703319"/>
                  <a:gd name="connsiteY1541" fmla="*/ 553776 h 788789"/>
                  <a:gd name="connsiteX1542" fmla="*/ 1374578 w 1703319"/>
                  <a:gd name="connsiteY1542" fmla="*/ 555194 h 788789"/>
                  <a:gd name="connsiteX1543" fmla="*/ 1375316 w 1703319"/>
                  <a:gd name="connsiteY1543" fmla="*/ 556612 h 788789"/>
                  <a:gd name="connsiteX1544" fmla="*/ 1377162 w 1703319"/>
                  <a:gd name="connsiteY1544" fmla="*/ 558385 h 788789"/>
                  <a:gd name="connsiteX1545" fmla="*/ 1376793 w 1703319"/>
                  <a:gd name="connsiteY1545" fmla="*/ 560157 h 788789"/>
                  <a:gd name="connsiteX1546" fmla="*/ 1379377 w 1703319"/>
                  <a:gd name="connsiteY1546" fmla="*/ 562993 h 788789"/>
                  <a:gd name="connsiteX1547" fmla="*/ 1378639 w 1703319"/>
                  <a:gd name="connsiteY1547" fmla="*/ 564766 h 788789"/>
                  <a:gd name="connsiteX1548" fmla="*/ 1377531 w 1703319"/>
                  <a:gd name="connsiteY1548" fmla="*/ 564766 h 788789"/>
                  <a:gd name="connsiteX1549" fmla="*/ 1376424 w 1703319"/>
                  <a:gd name="connsiteY1549" fmla="*/ 565829 h 788789"/>
                  <a:gd name="connsiteX1550" fmla="*/ 1373470 w 1703319"/>
                  <a:gd name="connsiteY1550" fmla="*/ 566184 h 788789"/>
                  <a:gd name="connsiteX1551" fmla="*/ 1373101 w 1703319"/>
                  <a:gd name="connsiteY1551" fmla="*/ 564766 h 788789"/>
                  <a:gd name="connsiteX1552" fmla="*/ 1372363 w 1703319"/>
                  <a:gd name="connsiteY1552" fmla="*/ 563348 h 788789"/>
                  <a:gd name="connsiteX1553" fmla="*/ 1371255 w 1703319"/>
                  <a:gd name="connsiteY1553" fmla="*/ 561221 h 788789"/>
                  <a:gd name="connsiteX1554" fmla="*/ 1369409 w 1703319"/>
                  <a:gd name="connsiteY1554" fmla="*/ 560157 h 788789"/>
                  <a:gd name="connsiteX1555" fmla="*/ 1369409 w 1703319"/>
                  <a:gd name="connsiteY1555" fmla="*/ 559448 h 788789"/>
                  <a:gd name="connsiteX1556" fmla="*/ 1370886 w 1703319"/>
                  <a:gd name="connsiteY1556" fmla="*/ 558030 h 788789"/>
                  <a:gd name="connsiteX1557" fmla="*/ 1369040 w 1703319"/>
                  <a:gd name="connsiteY1557" fmla="*/ 556612 h 788789"/>
                  <a:gd name="connsiteX1558" fmla="*/ 1367194 w 1703319"/>
                  <a:gd name="connsiteY1558" fmla="*/ 559803 h 788789"/>
                  <a:gd name="connsiteX1559" fmla="*/ 1367194 w 1703319"/>
                  <a:gd name="connsiteY1559" fmla="*/ 562284 h 788789"/>
                  <a:gd name="connsiteX1560" fmla="*/ 1367563 w 1703319"/>
                  <a:gd name="connsiteY1560" fmla="*/ 564411 h 788789"/>
                  <a:gd name="connsiteX1561" fmla="*/ 1367194 w 1703319"/>
                  <a:gd name="connsiteY1561" fmla="*/ 567247 h 788789"/>
                  <a:gd name="connsiteX1562" fmla="*/ 1366456 w 1703319"/>
                  <a:gd name="connsiteY1562" fmla="*/ 569374 h 788789"/>
                  <a:gd name="connsiteX1563" fmla="*/ 1364610 w 1703319"/>
                  <a:gd name="connsiteY1563" fmla="*/ 571147 h 788789"/>
                  <a:gd name="connsiteX1564" fmla="*/ 1362764 w 1703319"/>
                  <a:gd name="connsiteY1564" fmla="*/ 570438 h 788789"/>
                  <a:gd name="connsiteX1565" fmla="*/ 1362025 w 1703319"/>
                  <a:gd name="connsiteY1565" fmla="*/ 568665 h 788789"/>
                  <a:gd name="connsiteX1566" fmla="*/ 1363133 w 1703319"/>
                  <a:gd name="connsiteY1566" fmla="*/ 567247 h 788789"/>
                  <a:gd name="connsiteX1567" fmla="*/ 1363871 w 1703319"/>
                  <a:gd name="connsiteY1567" fmla="*/ 565120 h 788789"/>
                  <a:gd name="connsiteX1568" fmla="*/ 1363133 w 1703319"/>
                  <a:gd name="connsiteY1568" fmla="*/ 563702 h 788789"/>
                  <a:gd name="connsiteX1569" fmla="*/ 1363502 w 1703319"/>
                  <a:gd name="connsiteY1569" fmla="*/ 562993 h 788789"/>
                  <a:gd name="connsiteX1570" fmla="*/ 1363502 w 1703319"/>
                  <a:gd name="connsiteY1570" fmla="*/ 560866 h 788789"/>
                  <a:gd name="connsiteX1571" fmla="*/ 1362025 w 1703319"/>
                  <a:gd name="connsiteY1571" fmla="*/ 560157 h 788789"/>
                  <a:gd name="connsiteX1572" fmla="*/ 1360179 w 1703319"/>
                  <a:gd name="connsiteY1572" fmla="*/ 560157 h 788789"/>
                  <a:gd name="connsiteX1573" fmla="*/ 1359810 w 1703319"/>
                  <a:gd name="connsiteY1573" fmla="*/ 557676 h 788789"/>
                  <a:gd name="connsiteX1574" fmla="*/ 1360549 w 1703319"/>
                  <a:gd name="connsiteY1574" fmla="*/ 556612 h 788789"/>
                  <a:gd name="connsiteX1575" fmla="*/ 1360918 w 1703319"/>
                  <a:gd name="connsiteY1575" fmla="*/ 555549 h 788789"/>
                  <a:gd name="connsiteX1576" fmla="*/ 1361287 w 1703319"/>
                  <a:gd name="connsiteY1576" fmla="*/ 554131 h 788789"/>
                  <a:gd name="connsiteX1577" fmla="*/ 1361656 w 1703319"/>
                  <a:gd name="connsiteY1577" fmla="*/ 552713 h 788789"/>
                  <a:gd name="connsiteX1578" fmla="*/ 1362025 w 1703319"/>
                  <a:gd name="connsiteY1578" fmla="*/ 550586 h 788789"/>
                  <a:gd name="connsiteX1579" fmla="*/ 1362764 w 1703319"/>
                  <a:gd name="connsiteY1579" fmla="*/ 549168 h 788789"/>
                  <a:gd name="connsiteX1580" fmla="*/ 1363502 w 1703319"/>
                  <a:gd name="connsiteY1580" fmla="*/ 547395 h 788789"/>
                  <a:gd name="connsiteX1581" fmla="*/ 1364240 w 1703319"/>
                  <a:gd name="connsiteY1581" fmla="*/ 544559 h 788789"/>
                  <a:gd name="connsiteX1582" fmla="*/ 1364610 w 1703319"/>
                  <a:gd name="connsiteY1582" fmla="*/ 542787 h 788789"/>
                  <a:gd name="connsiteX1583" fmla="*/ 1365717 w 1703319"/>
                  <a:gd name="connsiteY1583" fmla="*/ 541724 h 788789"/>
                  <a:gd name="connsiteX1584" fmla="*/ 1366456 w 1703319"/>
                  <a:gd name="connsiteY1584" fmla="*/ 540660 h 788789"/>
                  <a:gd name="connsiteX1585" fmla="*/ 1367563 w 1703319"/>
                  <a:gd name="connsiteY1585" fmla="*/ 540660 h 788789"/>
                  <a:gd name="connsiteX1586" fmla="*/ 1368671 w 1703319"/>
                  <a:gd name="connsiteY1586" fmla="*/ 539951 h 788789"/>
                  <a:gd name="connsiteX1587" fmla="*/ 1369778 w 1703319"/>
                  <a:gd name="connsiteY1587" fmla="*/ 538179 h 788789"/>
                  <a:gd name="connsiteX1588" fmla="*/ 1370886 w 1703319"/>
                  <a:gd name="connsiteY1588" fmla="*/ 537824 h 788789"/>
                  <a:gd name="connsiteX1589" fmla="*/ 1372732 w 1703319"/>
                  <a:gd name="connsiteY1589" fmla="*/ 538888 h 788789"/>
                  <a:gd name="connsiteX1590" fmla="*/ 1374947 w 1703319"/>
                  <a:gd name="connsiteY1590" fmla="*/ 538179 h 788789"/>
                  <a:gd name="connsiteX1591" fmla="*/ 1376793 w 1703319"/>
                  <a:gd name="connsiteY1591" fmla="*/ 539242 h 788789"/>
                  <a:gd name="connsiteX1592" fmla="*/ 1379008 w 1703319"/>
                  <a:gd name="connsiteY1592" fmla="*/ 539597 h 788789"/>
                  <a:gd name="connsiteX1593" fmla="*/ 1380485 w 1703319"/>
                  <a:gd name="connsiteY1593" fmla="*/ 539242 h 788789"/>
                  <a:gd name="connsiteX1594" fmla="*/ 1381961 w 1703319"/>
                  <a:gd name="connsiteY1594" fmla="*/ 539597 h 788789"/>
                  <a:gd name="connsiteX1595" fmla="*/ 1383807 w 1703319"/>
                  <a:gd name="connsiteY1595" fmla="*/ 540306 h 788789"/>
                  <a:gd name="connsiteX1596" fmla="*/ 1384915 w 1703319"/>
                  <a:gd name="connsiteY1596" fmla="*/ 539951 h 788789"/>
                  <a:gd name="connsiteX1597" fmla="*/ 1387130 w 1703319"/>
                  <a:gd name="connsiteY1597" fmla="*/ 538179 h 788789"/>
                  <a:gd name="connsiteX1598" fmla="*/ 1388238 w 1703319"/>
                  <a:gd name="connsiteY1598" fmla="*/ 536406 h 788789"/>
                  <a:gd name="connsiteX1599" fmla="*/ 1390083 w 1703319"/>
                  <a:gd name="connsiteY1599" fmla="*/ 535697 h 788789"/>
                  <a:gd name="connsiteX1600" fmla="*/ 1406100 w 1703319"/>
                  <a:gd name="connsiteY1600" fmla="*/ 535364 h 788789"/>
                  <a:gd name="connsiteX1601" fmla="*/ 1406446 w 1703319"/>
                  <a:gd name="connsiteY1601" fmla="*/ 537244 h 788789"/>
                  <a:gd name="connsiteX1602" fmla="*/ 1405755 w 1703319"/>
                  <a:gd name="connsiteY1602" fmla="*/ 539500 h 788789"/>
                  <a:gd name="connsiteX1603" fmla="*/ 1407136 w 1703319"/>
                  <a:gd name="connsiteY1603" fmla="*/ 537996 h 788789"/>
                  <a:gd name="connsiteX1604" fmla="*/ 1408171 w 1703319"/>
                  <a:gd name="connsiteY1604" fmla="*/ 537620 h 788789"/>
                  <a:gd name="connsiteX1605" fmla="*/ 1409552 w 1703319"/>
                  <a:gd name="connsiteY1605" fmla="*/ 537996 h 788789"/>
                  <a:gd name="connsiteX1606" fmla="*/ 1409207 w 1703319"/>
                  <a:gd name="connsiteY1606" fmla="*/ 539500 h 788789"/>
                  <a:gd name="connsiteX1607" fmla="*/ 1408516 w 1703319"/>
                  <a:gd name="connsiteY1607" fmla="*/ 541756 h 788789"/>
                  <a:gd name="connsiteX1608" fmla="*/ 1409897 w 1703319"/>
                  <a:gd name="connsiteY1608" fmla="*/ 543260 h 788789"/>
                  <a:gd name="connsiteX1609" fmla="*/ 1409552 w 1703319"/>
                  <a:gd name="connsiteY1609" fmla="*/ 544388 h 788789"/>
                  <a:gd name="connsiteX1610" fmla="*/ 1407826 w 1703319"/>
                  <a:gd name="connsiteY1610" fmla="*/ 543636 h 788789"/>
                  <a:gd name="connsiteX1611" fmla="*/ 1405755 w 1703319"/>
                  <a:gd name="connsiteY1611" fmla="*/ 543636 h 788789"/>
                  <a:gd name="connsiteX1612" fmla="*/ 1406446 w 1703319"/>
                  <a:gd name="connsiteY1612" fmla="*/ 546268 h 788789"/>
                  <a:gd name="connsiteX1613" fmla="*/ 1407481 w 1703319"/>
                  <a:gd name="connsiteY1613" fmla="*/ 549276 h 788789"/>
                  <a:gd name="connsiteX1614" fmla="*/ 1406100 w 1703319"/>
                  <a:gd name="connsiteY1614" fmla="*/ 547772 h 788789"/>
                  <a:gd name="connsiteX1615" fmla="*/ 1404375 w 1703319"/>
                  <a:gd name="connsiteY1615" fmla="*/ 545516 h 788789"/>
                  <a:gd name="connsiteX1616" fmla="*/ 1404720 w 1703319"/>
                  <a:gd name="connsiteY1616" fmla="*/ 544012 h 788789"/>
                  <a:gd name="connsiteX1617" fmla="*/ 1404720 w 1703319"/>
                  <a:gd name="connsiteY1617" fmla="*/ 542132 h 788789"/>
                  <a:gd name="connsiteX1618" fmla="*/ 1402994 w 1703319"/>
                  <a:gd name="connsiteY1618" fmla="*/ 539876 h 788789"/>
                  <a:gd name="connsiteX1619" fmla="*/ 1403339 w 1703319"/>
                  <a:gd name="connsiteY1619" fmla="*/ 537996 h 788789"/>
                  <a:gd name="connsiteX1620" fmla="*/ 1406100 w 1703319"/>
                  <a:gd name="connsiteY1620" fmla="*/ 535364 h 788789"/>
                  <a:gd name="connsiteX1621" fmla="*/ 1409447 w 1703319"/>
                  <a:gd name="connsiteY1621" fmla="*/ 532390 h 788789"/>
                  <a:gd name="connsiteX1622" fmla="*/ 1408653 w 1703319"/>
                  <a:gd name="connsiteY1622" fmla="*/ 534988 h 788789"/>
                  <a:gd name="connsiteX1623" fmla="*/ 1407860 w 1703319"/>
                  <a:gd name="connsiteY1623" fmla="*/ 532968 h 788789"/>
                  <a:gd name="connsiteX1624" fmla="*/ 1409447 w 1703319"/>
                  <a:gd name="connsiteY1624" fmla="*/ 532390 h 788789"/>
                  <a:gd name="connsiteX1625" fmla="*/ 1396861 w 1703319"/>
                  <a:gd name="connsiteY1625" fmla="*/ 522606 h 788789"/>
                  <a:gd name="connsiteX1626" fmla="*/ 1398675 w 1703319"/>
                  <a:gd name="connsiteY1626" fmla="*/ 522606 h 788789"/>
                  <a:gd name="connsiteX1627" fmla="*/ 1399129 w 1703319"/>
                  <a:gd name="connsiteY1627" fmla="*/ 523241 h 788789"/>
                  <a:gd name="connsiteX1628" fmla="*/ 1398222 w 1703319"/>
                  <a:gd name="connsiteY1628" fmla="*/ 524193 h 788789"/>
                  <a:gd name="connsiteX1629" fmla="*/ 1396861 w 1703319"/>
                  <a:gd name="connsiteY1629" fmla="*/ 525463 h 788789"/>
                  <a:gd name="connsiteX1630" fmla="*/ 1396861 w 1703319"/>
                  <a:gd name="connsiteY1630" fmla="*/ 524511 h 788789"/>
                  <a:gd name="connsiteX1631" fmla="*/ 1396861 w 1703319"/>
                  <a:gd name="connsiteY1631" fmla="*/ 522606 h 788789"/>
                  <a:gd name="connsiteX1632" fmla="*/ 1250803 w 1703319"/>
                  <a:gd name="connsiteY1632" fmla="*/ 516676 h 788789"/>
                  <a:gd name="connsiteX1633" fmla="*/ 1252224 w 1703319"/>
                  <a:gd name="connsiteY1633" fmla="*/ 518150 h 788789"/>
                  <a:gd name="connsiteX1634" fmla="*/ 1254710 w 1703319"/>
                  <a:gd name="connsiteY1634" fmla="*/ 517782 h 788789"/>
                  <a:gd name="connsiteX1635" fmla="*/ 1256487 w 1703319"/>
                  <a:gd name="connsiteY1635" fmla="*/ 518519 h 788789"/>
                  <a:gd name="connsiteX1636" fmla="*/ 1258973 w 1703319"/>
                  <a:gd name="connsiteY1636" fmla="*/ 518150 h 788789"/>
                  <a:gd name="connsiteX1637" fmla="*/ 1260039 w 1703319"/>
                  <a:gd name="connsiteY1637" fmla="*/ 519257 h 788789"/>
                  <a:gd name="connsiteX1638" fmla="*/ 1260394 w 1703319"/>
                  <a:gd name="connsiteY1638" fmla="*/ 518519 h 788789"/>
                  <a:gd name="connsiteX1639" fmla="*/ 1260750 w 1703319"/>
                  <a:gd name="connsiteY1639" fmla="*/ 519257 h 788789"/>
                  <a:gd name="connsiteX1640" fmla="*/ 1261105 w 1703319"/>
                  <a:gd name="connsiteY1640" fmla="*/ 520363 h 788789"/>
                  <a:gd name="connsiteX1641" fmla="*/ 1262526 w 1703319"/>
                  <a:gd name="connsiteY1641" fmla="*/ 521100 h 788789"/>
                  <a:gd name="connsiteX1642" fmla="*/ 1263236 w 1703319"/>
                  <a:gd name="connsiteY1642" fmla="*/ 522206 h 788789"/>
                  <a:gd name="connsiteX1643" fmla="*/ 1263236 w 1703319"/>
                  <a:gd name="connsiteY1643" fmla="*/ 523312 h 788789"/>
                  <a:gd name="connsiteX1644" fmla="*/ 1263947 w 1703319"/>
                  <a:gd name="connsiteY1644" fmla="*/ 524787 h 788789"/>
                  <a:gd name="connsiteX1645" fmla="*/ 1265013 w 1703319"/>
                  <a:gd name="connsiteY1645" fmla="*/ 525156 h 788789"/>
                  <a:gd name="connsiteX1646" fmla="*/ 1265723 w 1703319"/>
                  <a:gd name="connsiteY1646" fmla="*/ 525525 h 788789"/>
                  <a:gd name="connsiteX1647" fmla="*/ 1267144 w 1703319"/>
                  <a:gd name="connsiteY1647" fmla="*/ 526631 h 788789"/>
                  <a:gd name="connsiteX1648" fmla="*/ 1268565 w 1703319"/>
                  <a:gd name="connsiteY1648" fmla="*/ 527368 h 788789"/>
                  <a:gd name="connsiteX1649" fmla="*/ 1271052 w 1703319"/>
                  <a:gd name="connsiteY1649" fmla="*/ 529580 h 788789"/>
                  <a:gd name="connsiteX1650" fmla="*/ 1271052 w 1703319"/>
                  <a:gd name="connsiteY1650" fmla="*/ 530687 h 788789"/>
                  <a:gd name="connsiteX1651" fmla="*/ 1271762 w 1703319"/>
                  <a:gd name="connsiteY1651" fmla="*/ 531424 h 788789"/>
                  <a:gd name="connsiteX1652" fmla="*/ 1272828 w 1703319"/>
                  <a:gd name="connsiteY1652" fmla="*/ 532161 h 788789"/>
                  <a:gd name="connsiteX1653" fmla="*/ 1273894 w 1703319"/>
                  <a:gd name="connsiteY1653" fmla="*/ 533267 h 788789"/>
                  <a:gd name="connsiteX1654" fmla="*/ 1274959 w 1703319"/>
                  <a:gd name="connsiteY1654" fmla="*/ 534374 h 788789"/>
                  <a:gd name="connsiteX1655" fmla="*/ 1275315 w 1703319"/>
                  <a:gd name="connsiteY1655" fmla="*/ 533267 h 788789"/>
                  <a:gd name="connsiteX1656" fmla="*/ 1276380 w 1703319"/>
                  <a:gd name="connsiteY1656" fmla="*/ 534005 h 788789"/>
                  <a:gd name="connsiteX1657" fmla="*/ 1276736 w 1703319"/>
                  <a:gd name="connsiteY1657" fmla="*/ 535111 h 788789"/>
                  <a:gd name="connsiteX1658" fmla="*/ 1277446 w 1703319"/>
                  <a:gd name="connsiteY1658" fmla="*/ 535848 h 788789"/>
                  <a:gd name="connsiteX1659" fmla="*/ 1278867 w 1703319"/>
                  <a:gd name="connsiteY1659" fmla="*/ 534374 h 788789"/>
                  <a:gd name="connsiteX1660" fmla="*/ 1279933 w 1703319"/>
                  <a:gd name="connsiteY1660" fmla="*/ 535848 h 788789"/>
                  <a:gd name="connsiteX1661" fmla="*/ 1280643 w 1703319"/>
                  <a:gd name="connsiteY1661" fmla="*/ 536217 h 788789"/>
                  <a:gd name="connsiteX1662" fmla="*/ 1281354 w 1703319"/>
                  <a:gd name="connsiteY1662" fmla="*/ 536955 h 788789"/>
                  <a:gd name="connsiteX1663" fmla="*/ 1281354 w 1703319"/>
                  <a:gd name="connsiteY1663" fmla="*/ 538061 h 788789"/>
                  <a:gd name="connsiteX1664" fmla="*/ 1281709 w 1703319"/>
                  <a:gd name="connsiteY1664" fmla="*/ 539167 h 788789"/>
                  <a:gd name="connsiteX1665" fmla="*/ 1283130 w 1703319"/>
                  <a:gd name="connsiteY1665" fmla="*/ 539536 h 788789"/>
                  <a:gd name="connsiteX1666" fmla="*/ 1284196 w 1703319"/>
                  <a:gd name="connsiteY1666" fmla="*/ 540273 h 788789"/>
                  <a:gd name="connsiteX1667" fmla="*/ 1284906 w 1703319"/>
                  <a:gd name="connsiteY1667" fmla="*/ 541379 h 788789"/>
                  <a:gd name="connsiteX1668" fmla="*/ 1285617 w 1703319"/>
                  <a:gd name="connsiteY1668" fmla="*/ 542117 h 788789"/>
                  <a:gd name="connsiteX1669" fmla="*/ 1287038 w 1703319"/>
                  <a:gd name="connsiteY1669" fmla="*/ 541379 h 788789"/>
                  <a:gd name="connsiteX1670" fmla="*/ 1288103 w 1703319"/>
                  <a:gd name="connsiteY1670" fmla="*/ 542854 h 788789"/>
                  <a:gd name="connsiteX1671" fmla="*/ 1288103 w 1703319"/>
                  <a:gd name="connsiteY1671" fmla="*/ 543960 h 788789"/>
                  <a:gd name="connsiteX1672" fmla="*/ 1288103 w 1703319"/>
                  <a:gd name="connsiteY1672" fmla="*/ 544329 h 788789"/>
                  <a:gd name="connsiteX1673" fmla="*/ 1287393 w 1703319"/>
                  <a:gd name="connsiteY1673" fmla="*/ 545804 h 788789"/>
                  <a:gd name="connsiteX1674" fmla="*/ 1287393 w 1703319"/>
                  <a:gd name="connsiteY1674" fmla="*/ 546172 h 788789"/>
                  <a:gd name="connsiteX1675" fmla="*/ 1288459 w 1703319"/>
                  <a:gd name="connsiteY1675" fmla="*/ 546541 h 788789"/>
                  <a:gd name="connsiteX1676" fmla="*/ 1288103 w 1703319"/>
                  <a:gd name="connsiteY1676" fmla="*/ 547647 h 788789"/>
                  <a:gd name="connsiteX1677" fmla="*/ 1288814 w 1703319"/>
                  <a:gd name="connsiteY1677" fmla="*/ 548753 h 788789"/>
                  <a:gd name="connsiteX1678" fmla="*/ 1290235 w 1703319"/>
                  <a:gd name="connsiteY1678" fmla="*/ 548753 h 788789"/>
                  <a:gd name="connsiteX1679" fmla="*/ 1291656 w 1703319"/>
                  <a:gd name="connsiteY1679" fmla="*/ 549122 h 788789"/>
                  <a:gd name="connsiteX1680" fmla="*/ 1292366 w 1703319"/>
                  <a:gd name="connsiteY1680" fmla="*/ 550228 h 788789"/>
                  <a:gd name="connsiteX1681" fmla="*/ 1292366 w 1703319"/>
                  <a:gd name="connsiteY1681" fmla="*/ 550966 h 788789"/>
                  <a:gd name="connsiteX1682" fmla="*/ 1292366 w 1703319"/>
                  <a:gd name="connsiteY1682" fmla="*/ 552072 h 788789"/>
                  <a:gd name="connsiteX1683" fmla="*/ 1292366 w 1703319"/>
                  <a:gd name="connsiteY1683" fmla="*/ 552809 h 788789"/>
                  <a:gd name="connsiteX1684" fmla="*/ 1293787 w 1703319"/>
                  <a:gd name="connsiteY1684" fmla="*/ 553547 h 788789"/>
                  <a:gd name="connsiteX1685" fmla="*/ 1293787 w 1703319"/>
                  <a:gd name="connsiteY1685" fmla="*/ 554284 h 788789"/>
                  <a:gd name="connsiteX1686" fmla="*/ 1294143 w 1703319"/>
                  <a:gd name="connsiteY1686" fmla="*/ 555390 h 788789"/>
                  <a:gd name="connsiteX1687" fmla="*/ 1294853 w 1703319"/>
                  <a:gd name="connsiteY1687" fmla="*/ 555759 h 788789"/>
                  <a:gd name="connsiteX1688" fmla="*/ 1296274 w 1703319"/>
                  <a:gd name="connsiteY1688" fmla="*/ 555759 h 788789"/>
                  <a:gd name="connsiteX1689" fmla="*/ 1297340 w 1703319"/>
                  <a:gd name="connsiteY1689" fmla="*/ 556496 h 788789"/>
                  <a:gd name="connsiteX1690" fmla="*/ 1298761 w 1703319"/>
                  <a:gd name="connsiteY1690" fmla="*/ 558340 h 788789"/>
                  <a:gd name="connsiteX1691" fmla="*/ 1299116 w 1703319"/>
                  <a:gd name="connsiteY1691" fmla="*/ 560183 h 788789"/>
                  <a:gd name="connsiteX1692" fmla="*/ 1298406 w 1703319"/>
                  <a:gd name="connsiteY1692" fmla="*/ 561658 h 788789"/>
                  <a:gd name="connsiteX1693" fmla="*/ 1298761 w 1703319"/>
                  <a:gd name="connsiteY1693" fmla="*/ 563870 h 788789"/>
                  <a:gd name="connsiteX1694" fmla="*/ 1298761 w 1703319"/>
                  <a:gd name="connsiteY1694" fmla="*/ 565345 h 788789"/>
                  <a:gd name="connsiteX1695" fmla="*/ 1298406 w 1703319"/>
                  <a:gd name="connsiteY1695" fmla="*/ 568295 h 788789"/>
                  <a:gd name="connsiteX1696" fmla="*/ 1298406 w 1703319"/>
                  <a:gd name="connsiteY1696" fmla="*/ 569770 h 788789"/>
                  <a:gd name="connsiteX1697" fmla="*/ 1297695 w 1703319"/>
                  <a:gd name="connsiteY1697" fmla="*/ 571982 h 788789"/>
                  <a:gd name="connsiteX1698" fmla="*/ 1296274 w 1703319"/>
                  <a:gd name="connsiteY1698" fmla="*/ 572351 h 788789"/>
                  <a:gd name="connsiteX1699" fmla="*/ 1294498 w 1703319"/>
                  <a:gd name="connsiteY1699" fmla="*/ 571613 h 788789"/>
                  <a:gd name="connsiteX1700" fmla="*/ 1293077 w 1703319"/>
                  <a:gd name="connsiteY1700" fmla="*/ 570876 h 788789"/>
                  <a:gd name="connsiteX1701" fmla="*/ 1291656 w 1703319"/>
                  <a:gd name="connsiteY1701" fmla="*/ 571982 h 788789"/>
                  <a:gd name="connsiteX1702" fmla="*/ 1290590 w 1703319"/>
                  <a:gd name="connsiteY1702" fmla="*/ 570507 h 788789"/>
                  <a:gd name="connsiteX1703" fmla="*/ 1288459 w 1703319"/>
                  <a:gd name="connsiteY1703" fmla="*/ 569401 h 788789"/>
                  <a:gd name="connsiteX1704" fmla="*/ 1284551 w 1703319"/>
                  <a:gd name="connsiteY1704" fmla="*/ 566083 h 788789"/>
                  <a:gd name="connsiteX1705" fmla="*/ 1282419 w 1703319"/>
                  <a:gd name="connsiteY1705" fmla="*/ 562027 h 788789"/>
                  <a:gd name="connsiteX1706" fmla="*/ 1280999 w 1703319"/>
                  <a:gd name="connsiteY1706" fmla="*/ 561658 h 788789"/>
                  <a:gd name="connsiteX1707" fmla="*/ 1279578 w 1703319"/>
                  <a:gd name="connsiteY1707" fmla="*/ 560552 h 788789"/>
                  <a:gd name="connsiteX1708" fmla="*/ 1278157 w 1703319"/>
                  <a:gd name="connsiteY1708" fmla="*/ 559077 h 788789"/>
                  <a:gd name="connsiteX1709" fmla="*/ 1276736 w 1703319"/>
                  <a:gd name="connsiteY1709" fmla="*/ 557602 h 788789"/>
                  <a:gd name="connsiteX1710" fmla="*/ 1274604 w 1703319"/>
                  <a:gd name="connsiteY1710" fmla="*/ 553547 h 788789"/>
                  <a:gd name="connsiteX1711" fmla="*/ 1273183 w 1703319"/>
                  <a:gd name="connsiteY1711" fmla="*/ 549859 h 788789"/>
                  <a:gd name="connsiteX1712" fmla="*/ 1272117 w 1703319"/>
                  <a:gd name="connsiteY1712" fmla="*/ 548385 h 788789"/>
                  <a:gd name="connsiteX1713" fmla="*/ 1270696 w 1703319"/>
                  <a:gd name="connsiteY1713" fmla="*/ 545804 h 788789"/>
                  <a:gd name="connsiteX1714" fmla="*/ 1269986 w 1703319"/>
                  <a:gd name="connsiteY1714" fmla="*/ 544329 h 788789"/>
                  <a:gd name="connsiteX1715" fmla="*/ 1267499 w 1703319"/>
                  <a:gd name="connsiteY1715" fmla="*/ 542485 h 788789"/>
                  <a:gd name="connsiteX1716" fmla="*/ 1266078 w 1703319"/>
                  <a:gd name="connsiteY1716" fmla="*/ 539536 h 788789"/>
                  <a:gd name="connsiteX1717" fmla="*/ 1266078 w 1703319"/>
                  <a:gd name="connsiteY1717" fmla="*/ 537692 h 788789"/>
                  <a:gd name="connsiteX1718" fmla="*/ 1265013 w 1703319"/>
                  <a:gd name="connsiteY1718" fmla="*/ 535480 h 788789"/>
                  <a:gd name="connsiteX1719" fmla="*/ 1263592 w 1703319"/>
                  <a:gd name="connsiteY1719" fmla="*/ 534005 h 788789"/>
                  <a:gd name="connsiteX1720" fmla="*/ 1260394 w 1703319"/>
                  <a:gd name="connsiteY1720" fmla="*/ 532899 h 788789"/>
                  <a:gd name="connsiteX1721" fmla="*/ 1259684 w 1703319"/>
                  <a:gd name="connsiteY1721" fmla="*/ 530687 h 788789"/>
                  <a:gd name="connsiteX1722" fmla="*/ 1258618 w 1703319"/>
                  <a:gd name="connsiteY1722" fmla="*/ 528474 h 788789"/>
                  <a:gd name="connsiteX1723" fmla="*/ 1255421 w 1703319"/>
                  <a:gd name="connsiteY1723" fmla="*/ 527368 h 788789"/>
                  <a:gd name="connsiteX1724" fmla="*/ 1254710 w 1703319"/>
                  <a:gd name="connsiteY1724" fmla="*/ 526631 h 788789"/>
                  <a:gd name="connsiteX1725" fmla="*/ 1254000 w 1703319"/>
                  <a:gd name="connsiteY1725" fmla="*/ 525525 h 788789"/>
                  <a:gd name="connsiteX1726" fmla="*/ 1251868 w 1703319"/>
                  <a:gd name="connsiteY1726" fmla="*/ 523312 h 788789"/>
                  <a:gd name="connsiteX1727" fmla="*/ 1250447 w 1703319"/>
                  <a:gd name="connsiteY1727" fmla="*/ 521837 h 788789"/>
                  <a:gd name="connsiteX1728" fmla="*/ 1249026 w 1703319"/>
                  <a:gd name="connsiteY1728" fmla="*/ 519625 h 788789"/>
                  <a:gd name="connsiteX1729" fmla="*/ 1249026 w 1703319"/>
                  <a:gd name="connsiteY1729" fmla="*/ 517044 h 788789"/>
                  <a:gd name="connsiteX1730" fmla="*/ 1250803 w 1703319"/>
                  <a:gd name="connsiteY1730" fmla="*/ 516676 h 788789"/>
                  <a:gd name="connsiteX1731" fmla="*/ 1371435 w 1703319"/>
                  <a:gd name="connsiteY1731" fmla="*/ 514804 h 788789"/>
                  <a:gd name="connsiteX1732" fmla="*/ 1371083 w 1703319"/>
                  <a:gd name="connsiteY1732" fmla="*/ 517525 h 788789"/>
                  <a:gd name="connsiteX1733" fmla="*/ 1370024 w 1703319"/>
                  <a:gd name="connsiteY1733" fmla="*/ 516618 h 788789"/>
                  <a:gd name="connsiteX1734" fmla="*/ 1369319 w 1703319"/>
                  <a:gd name="connsiteY1734" fmla="*/ 515711 h 788789"/>
                  <a:gd name="connsiteX1735" fmla="*/ 1370024 w 1703319"/>
                  <a:gd name="connsiteY1735" fmla="*/ 515257 h 788789"/>
                  <a:gd name="connsiteX1736" fmla="*/ 1371435 w 1703319"/>
                  <a:gd name="connsiteY1736" fmla="*/ 514804 h 788789"/>
                  <a:gd name="connsiteX1737" fmla="*/ 1374682 w 1703319"/>
                  <a:gd name="connsiteY1737" fmla="*/ 514350 h 788789"/>
                  <a:gd name="connsiteX1738" fmla="*/ 1374999 w 1703319"/>
                  <a:gd name="connsiteY1738" fmla="*/ 516335 h 788789"/>
                  <a:gd name="connsiteX1739" fmla="*/ 1374364 w 1703319"/>
                  <a:gd name="connsiteY1739" fmla="*/ 515938 h 788789"/>
                  <a:gd name="connsiteX1740" fmla="*/ 1374682 w 1703319"/>
                  <a:gd name="connsiteY1740" fmla="*/ 514350 h 788789"/>
                  <a:gd name="connsiteX1741" fmla="*/ 1350135 w 1703319"/>
                  <a:gd name="connsiteY1741" fmla="*/ 511534 h 788789"/>
                  <a:gd name="connsiteX1742" fmla="*/ 1350849 w 1703319"/>
                  <a:gd name="connsiteY1742" fmla="*/ 511534 h 788789"/>
                  <a:gd name="connsiteX1743" fmla="*/ 1351919 w 1703319"/>
                  <a:gd name="connsiteY1743" fmla="*/ 511893 h 788789"/>
                  <a:gd name="connsiteX1744" fmla="*/ 1352632 w 1703319"/>
                  <a:gd name="connsiteY1744" fmla="*/ 512610 h 788789"/>
                  <a:gd name="connsiteX1745" fmla="*/ 1353345 w 1703319"/>
                  <a:gd name="connsiteY1745" fmla="*/ 512610 h 788789"/>
                  <a:gd name="connsiteX1746" fmla="*/ 1354058 w 1703319"/>
                  <a:gd name="connsiteY1746" fmla="*/ 513687 h 788789"/>
                  <a:gd name="connsiteX1747" fmla="*/ 1354415 w 1703319"/>
                  <a:gd name="connsiteY1747" fmla="*/ 514763 h 788789"/>
                  <a:gd name="connsiteX1748" fmla="*/ 1355485 w 1703319"/>
                  <a:gd name="connsiteY1748" fmla="*/ 515481 h 788789"/>
                  <a:gd name="connsiteX1749" fmla="*/ 1356555 w 1703319"/>
                  <a:gd name="connsiteY1749" fmla="*/ 516199 h 788789"/>
                  <a:gd name="connsiteX1750" fmla="*/ 1357624 w 1703319"/>
                  <a:gd name="connsiteY1750" fmla="*/ 516916 h 788789"/>
                  <a:gd name="connsiteX1751" fmla="*/ 1358694 w 1703319"/>
                  <a:gd name="connsiteY1751" fmla="*/ 517275 h 788789"/>
                  <a:gd name="connsiteX1752" fmla="*/ 1360121 w 1703319"/>
                  <a:gd name="connsiteY1752" fmla="*/ 518352 h 788789"/>
                  <a:gd name="connsiteX1753" fmla="*/ 1361904 w 1703319"/>
                  <a:gd name="connsiteY1753" fmla="*/ 518710 h 788789"/>
                  <a:gd name="connsiteX1754" fmla="*/ 1360834 w 1703319"/>
                  <a:gd name="connsiteY1754" fmla="*/ 520504 h 788789"/>
                  <a:gd name="connsiteX1755" fmla="*/ 1360121 w 1703319"/>
                  <a:gd name="connsiteY1755" fmla="*/ 520863 h 788789"/>
                  <a:gd name="connsiteX1756" fmla="*/ 1358694 w 1703319"/>
                  <a:gd name="connsiteY1756" fmla="*/ 520863 h 788789"/>
                  <a:gd name="connsiteX1757" fmla="*/ 1357268 w 1703319"/>
                  <a:gd name="connsiteY1757" fmla="*/ 520504 h 788789"/>
                  <a:gd name="connsiteX1758" fmla="*/ 1357268 w 1703319"/>
                  <a:gd name="connsiteY1758" fmla="*/ 521581 h 788789"/>
                  <a:gd name="connsiteX1759" fmla="*/ 1357981 w 1703319"/>
                  <a:gd name="connsiteY1759" fmla="*/ 522657 h 788789"/>
                  <a:gd name="connsiteX1760" fmla="*/ 1357624 w 1703319"/>
                  <a:gd name="connsiteY1760" fmla="*/ 523734 h 788789"/>
                  <a:gd name="connsiteX1761" fmla="*/ 1356911 w 1703319"/>
                  <a:gd name="connsiteY1761" fmla="*/ 524093 h 788789"/>
                  <a:gd name="connsiteX1762" fmla="*/ 1356198 w 1703319"/>
                  <a:gd name="connsiteY1762" fmla="*/ 524810 h 788789"/>
                  <a:gd name="connsiteX1763" fmla="*/ 1355128 w 1703319"/>
                  <a:gd name="connsiteY1763" fmla="*/ 524810 h 788789"/>
                  <a:gd name="connsiteX1764" fmla="*/ 1354415 w 1703319"/>
                  <a:gd name="connsiteY1764" fmla="*/ 525169 h 788789"/>
                  <a:gd name="connsiteX1765" fmla="*/ 1354771 w 1703319"/>
                  <a:gd name="connsiteY1765" fmla="*/ 525887 h 788789"/>
                  <a:gd name="connsiteX1766" fmla="*/ 1355128 w 1703319"/>
                  <a:gd name="connsiteY1766" fmla="*/ 527322 h 788789"/>
                  <a:gd name="connsiteX1767" fmla="*/ 1352988 w 1703319"/>
                  <a:gd name="connsiteY1767" fmla="*/ 526604 h 788789"/>
                  <a:gd name="connsiteX1768" fmla="*/ 1352988 w 1703319"/>
                  <a:gd name="connsiteY1768" fmla="*/ 528040 h 788789"/>
                  <a:gd name="connsiteX1769" fmla="*/ 1352632 w 1703319"/>
                  <a:gd name="connsiteY1769" fmla="*/ 528757 h 788789"/>
                  <a:gd name="connsiteX1770" fmla="*/ 1353345 w 1703319"/>
                  <a:gd name="connsiteY1770" fmla="*/ 529834 h 788789"/>
                  <a:gd name="connsiteX1771" fmla="*/ 1353702 w 1703319"/>
                  <a:gd name="connsiteY1771" fmla="*/ 530552 h 788789"/>
                  <a:gd name="connsiteX1772" fmla="*/ 1354771 w 1703319"/>
                  <a:gd name="connsiteY1772" fmla="*/ 531628 h 788789"/>
                  <a:gd name="connsiteX1773" fmla="*/ 1355841 w 1703319"/>
                  <a:gd name="connsiteY1773" fmla="*/ 532704 h 788789"/>
                  <a:gd name="connsiteX1774" fmla="*/ 1355841 w 1703319"/>
                  <a:gd name="connsiteY1774" fmla="*/ 534140 h 788789"/>
                  <a:gd name="connsiteX1775" fmla="*/ 1355841 w 1703319"/>
                  <a:gd name="connsiteY1775" fmla="*/ 535216 h 788789"/>
                  <a:gd name="connsiteX1776" fmla="*/ 1356555 w 1703319"/>
                  <a:gd name="connsiteY1776" fmla="*/ 536651 h 788789"/>
                  <a:gd name="connsiteX1777" fmla="*/ 1357624 w 1703319"/>
                  <a:gd name="connsiteY1777" fmla="*/ 537728 h 788789"/>
                  <a:gd name="connsiteX1778" fmla="*/ 1359407 w 1703319"/>
                  <a:gd name="connsiteY1778" fmla="*/ 538804 h 788789"/>
                  <a:gd name="connsiteX1779" fmla="*/ 1360477 w 1703319"/>
                  <a:gd name="connsiteY1779" fmla="*/ 539522 h 788789"/>
                  <a:gd name="connsiteX1780" fmla="*/ 1359407 w 1703319"/>
                  <a:gd name="connsiteY1780" fmla="*/ 539881 h 788789"/>
                  <a:gd name="connsiteX1781" fmla="*/ 1357981 w 1703319"/>
                  <a:gd name="connsiteY1781" fmla="*/ 540240 h 788789"/>
                  <a:gd name="connsiteX1782" fmla="*/ 1356911 w 1703319"/>
                  <a:gd name="connsiteY1782" fmla="*/ 539163 h 788789"/>
                  <a:gd name="connsiteX1783" fmla="*/ 1355485 w 1703319"/>
                  <a:gd name="connsiteY1783" fmla="*/ 540599 h 788789"/>
                  <a:gd name="connsiteX1784" fmla="*/ 1354415 w 1703319"/>
                  <a:gd name="connsiteY1784" fmla="*/ 541316 h 788789"/>
                  <a:gd name="connsiteX1785" fmla="*/ 1353345 w 1703319"/>
                  <a:gd name="connsiteY1785" fmla="*/ 542751 h 788789"/>
                  <a:gd name="connsiteX1786" fmla="*/ 1353702 w 1703319"/>
                  <a:gd name="connsiteY1786" fmla="*/ 543828 h 788789"/>
                  <a:gd name="connsiteX1787" fmla="*/ 1353702 w 1703319"/>
                  <a:gd name="connsiteY1787" fmla="*/ 545981 h 788789"/>
                  <a:gd name="connsiteX1788" fmla="*/ 1352988 w 1703319"/>
                  <a:gd name="connsiteY1788" fmla="*/ 547416 h 788789"/>
                  <a:gd name="connsiteX1789" fmla="*/ 1349779 w 1703319"/>
                  <a:gd name="connsiteY1789" fmla="*/ 551004 h 788789"/>
                  <a:gd name="connsiteX1790" fmla="*/ 1348709 w 1703319"/>
                  <a:gd name="connsiteY1790" fmla="*/ 551722 h 788789"/>
                  <a:gd name="connsiteX1791" fmla="*/ 1348709 w 1703319"/>
                  <a:gd name="connsiteY1791" fmla="*/ 553157 h 788789"/>
                  <a:gd name="connsiteX1792" fmla="*/ 1349066 w 1703319"/>
                  <a:gd name="connsiteY1792" fmla="*/ 554593 h 788789"/>
                  <a:gd name="connsiteX1793" fmla="*/ 1349066 w 1703319"/>
                  <a:gd name="connsiteY1793" fmla="*/ 555669 h 788789"/>
                  <a:gd name="connsiteX1794" fmla="*/ 1348352 w 1703319"/>
                  <a:gd name="connsiteY1794" fmla="*/ 557463 h 788789"/>
                  <a:gd name="connsiteX1795" fmla="*/ 1347639 w 1703319"/>
                  <a:gd name="connsiteY1795" fmla="*/ 558540 h 788789"/>
                  <a:gd name="connsiteX1796" fmla="*/ 1346569 w 1703319"/>
                  <a:gd name="connsiteY1796" fmla="*/ 559975 h 788789"/>
                  <a:gd name="connsiteX1797" fmla="*/ 1345856 w 1703319"/>
                  <a:gd name="connsiteY1797" fmla="*/ 561051 h 788789"/>
                  <a:gd name="connsiteX1798" fmla="*/ 1345499 w 1703319"/>
                  <a:gd name="connsiteY1798" fmla="*/ 561410 h 788789"/>
                  <a:gd name="connsiteX1799" fmla="*/ 1344430 w 1703319"/>
                  <a:gd name="connsiteY1799" fmla="*/ 562128 h 788789"/>
                  <a:gd name="connsiteX1800" fmla="*/ 1343003 w 1703319"/>
                  <a:gd name="connsiteY1800" fmla="*/ 562845 h 788789"/>
                  <a:gd name="connsiteX1801" fmla="*/ 1341577 w 1703319"/>
                  <a:gd name="connsiteY1801" fmla="*/ 563563 h 788789"/>
                  <a:gd name="connsiteX1802" fmla="*/ 1340150 w 1703319"/>
                  <a:gd name="connsiteY1802" fmla="*/ 563204 h 788789"/>
                  <a:gd name="connsiteX1803" fmla="*/ 1339794 w 1703319"/>
                  <a:gd name="connsiteY1803" fmla="*/ 562128 h 788789"/>
                  <a:gd name="connsiteX1804" fmla="*/ 1339794 w 1703319"/>
                  <a:gd name="connsiteY1804" fmla="*/ 559616 h 788789"/>
                  <a:gd name="connsiteX1805" fmla="*/ 1338011 w 1703319"/>
                  <a:gd name="connsiteY1805" fmla="*/ 559616 h 788789"/>
                  <a:gd name="connsiteX1806" fmla="*/ 1336227 w 1703319"/>
                  <a:gd name="connsiteY1806" fmla="*/ 560334 h 788789"/>
                  <a:gd name="connsiteX1807" fmla="*/ 1335871 w 1703319"/>
                  <a:gd name="connsiteY1807" fmla="*/ 559257 h 788789"/>
                  <a:gd name="connsiteX1808" fmla="*/ 1333731 w 1703319"/>
                  <a:gd name="connsiteY1808" fmla="*/ 558181 h 788789"/>
                  <a:gd name="connsiteX1809" fmla="*/ 1332305 w 1703319"/>
                  <a:gd name="connsiteY1809" fmla="*/ 559257 h 788789"/>
                  <a:gd name="connsiteX1810" fmla="*/ 1331235 w 1703319"/>
                  <a:gd name="connsiteY1810" fmla="*/ 559616 h 788789"/>
                  <a:gd name="connsiteX1811" fmla="*/ 1330165 w 1703319"/>
                  <a:gd name="connsiteY1811" fmla="*/ 559257 h 788789"/>
                  <a:gd name="connsiteX1812" fmla="*/ 1327669 w 1703319"/>
                  <a:gd name="connsiteY1812" fmla="*/ 559616 h 788789"/>
                  <a:gd name="connsiteX1813" fmla="*/ 1326955 w 1703319"/>
                  <a:gd name="connsiteY1813" fmla="*/ 558540 h 788789"/>
                  <a:gd name="connsiteX1814" fmla="*/ 1327312 w 1703319"/>
                  <a:gd name="connsiteY1814" fmla="*/ 557822 h 788789"/>
                  <a:gd name="connsiteX1815" fmla="*/ 1325886 w 1703319"/>
                  <a:gd name="connsiteY1815" fmla="*/ 557104 h 788789"/>
                  <a:gd name="connsiteX1816" fmla="*/ 1324816 w 1703319"/>
                  <a:gd name="connsiteY1816" fmla="*/ 557822 h 788789"/>
                  <a:gd name="connsiteX1817" fmla="*/ 1324102 w 1703319"/>
                  <a:gd name="connsiteY1817" fmla="*/ 557822 h 788789"/>
                  <a:gd name="connsiteX1818" fmla="*/ 1322676 w 1703319"/>
                  <a:gd name="connsiteY1818" fmla="*/ 557463 h 788789"/>
                  <a:gd name="connsiteX1819" fmla="*/ 1321606 w 1703319"/>
                  <a:gd name="connsiteY1819" fmla="*/ 557822 h 788789"/>
                  <a:gd name="connsiteX1820" fmla="*/ 1320893 w 1703319"/>
                  <a:gd name="connsiteY1820" fmla="*/ 557822 h 788789"/>
                  <a:gd name="connsiteX1821" fmla="*/ 1320180 w 1703319"/>
                  <a:gd name="connsiteY1821" fmla="*/ 557104 h 788789"/>
                  <a:gd name="connsiteX1822" fmla="*/ 1319823 w 1703319"/>
                  <a:gd name="connsiteY1822" fmla="*/ 556387 h 788789"/>
                  <a:gd name="connsiteX1823" fmla="*/ 1319110 w 1703319"/>
                  <a:gd name="connsiteY1823" fmla="*/ 555310 h 788789"/>
                  <a:gd name="connsiteX1824" fmla="*/ 1318040 w 1703319"/>
                  <a:gd name="connsiteY1824" fmla="*/ 553516 h 788789"/>
                  <a:gd name="connsiteX1825" fmla="*/ 1318040 w 1703319"/>
                  <a:gd name="connsiteY1825" fmla="*/ 551722 h 788789"/>
                  <a:gd name="connsiteX1826" fmla="*/ 1317683 w 1703319"/>
                  <a:gd name="connsiteY1826" fmla="*/ 551004 h 788789"/>
                  <a:gd name="connsiteX1827" fmla="*/ 1316970 w 1703319"/>
                  <a:gd name="connsiteY1827" fmla="*/ 549210 h 788789"/>
                  <a:gd name="connsiteX1828" fmla="*/ 1315187 w 1703319"/>
                  <a:gd name="connsiteY1828" fmla="*/ 544904 h 788789"/>
                  <a:gd name="connsiteX1829" fmla="*/ 1314830 w 1703319"/>
                  <a:gd name="connsiteY1829" fmla="*/ 544187 h 788789"/>
                  <a:gd name="connsiteX1830" fmla="*/ 1314117 w 1703319"/>
                  <a:gd name="connsiteY1830" fmla="*/ 542751 h 788789"/>
                  <a:gd name="connsiteX1831" fmla="*/ 1314117 w 1703319"/>
                  <a:gd name="connsiteY1831" fmla="*/ 540957 h 788789"/>
                  <a:gd name="connsiteX1832" fmla="*/ 1314474 w 1703319"/>
                  <a:gd name="connsiteY1832" fmla="*/ 538087 h 788789"/>
                  <a:gd name="connsiteX1833" fmla="*/ 1315544 w 1703319"/>
                  <a:gd name="connsiteY1833" fmla="*/ 536293 h 788789"/>
                  <a:gd name="connsiteX1834" fmla="*/ 1316614 w 1703319"/>
                  <a:gd name="connsiteY1834" fmla="*/ 535575 h 788789"/>
                  <a:gd name="connsiteX1835" fmla="*/ 1317327 w 1703319"/>
                  <a:gd name="connsiteY1835" fmla="*/ 536651 h 788789"/>
                  <a:gd name="connsiteX1836" fmla="*/ 1319110 w 1703319"/>
                  <a:gd name="connsiteY1836" fmla="*/ 536293 h 788789"/>
                  <a:gd name="connsiteX1837" fmla="*/ 1320180 w 1703319"/>
                  <a:gd name="connsiteY1837" fmla="*/ 536293 h 788789"/>
                  <a:gd name="connsiteX1838" fmla="*/ 1321963 w 1703319"/>
                  <a:gd name="connsiteY1838" fmla="*/ 536651 h 788789"/>
                  <a:gd name="connsiteX1839" fmla="*/ 1323389 w 1703319"/>
                  <a:gd name="connsiteY1839" fmla="*/ 536651 h 788789"/>
                  <a:gd name="connsiteX1840" fmla="*/ 1323746 w 1703319"/>
                  <a:gd name="connsiteY1840" fmla="*/ 534857 h 788789"/>
                  <a:gd name="connsiteX1841" fmla="*/ 1323746 w 1703319"/>
                  <a:gd name="connsiteY1841" fmla="*/ 533781 h 788789"/>
                  <a:gd name="connsiteX1842" fmla="*/ 1324459 w 1703319"/>
                  <a:gd name="connsiteY1842" fmla="*/ 531987 h 788789"/>
                  <a:gd name="connsiteX1843" fmla="*/ 1325529 w 1703319"/>
                  <a:gd name="connsiteY1843" fmla="*/ 531628 h 788789"/>
                  <a:gd name="connsiteX1844" fmla="*/ 1326242 w 1703319"/>
                  <a:gd name="connsiteY1844" fmla="*/ 531628 h 788789"/>
                  <a:gd name="connsiteX1845" fmla="*/ 1328025 w 1703319"/>
                  <a:gd name="connsiteY1845" fmla="*/ 530552 h 788789"/>
                  <a:gd name="connsiteX1846" fmla="*/ 1330165 w 1703319"/>
                  <a:gd name="connsiteY1846" fmla="*/ 530552 h 788789"/>
                  <a:gd name="connsiteX1847" fmla="*/ 1331591 w 1703319"/>
                  <a:gd name="connsiteY1847" fmla="*/ 529116 h 788789"/>
                  <a:gd name="connsiteX1848" fmla="*/ 1332661 w 1703319"/>
                  <a:gd name="connsiteY1848" fmla="*/ 528399 h 788789"/>
                  <a:gd name="connsiteX1849" fmla="*/ 1333374 w 1703319"/>
                  <a:gd name="connsiteY1849" fmla="*/ 527322 h 788789"/>
                  <a:gd name="connsiteX1850" fmla="*/ 1335158 w 1703319"/>
                  <a:gd name="connsiteY1850" fmla="*/ 525528 h 788789"/>
                  <a:gd name="connsiteX1851" fmla="*/ 1336584 w 1703319"/>
                  <a:gd name="connsiteY1851" fmla="*/ 524452 h 788789"/>
                  <a:gd name="connsiteX1852" fmla="*/ 1336941 w 1703319"/>
                  <a:gd name="connsiteY1852" fmla="*/ 523734 h 788789"/>
                  <a:gd name="connsiteX1853" fmla="*/ 1337654 w 1703319"/>
                  <a:gd name="connsiteY1853" fmla="*/ 522657 h 788789"/>
                  <a:gd name="connsiteX1854" fmla="*/ 1338011 w 1703319"/>
                  <a:gd name="connsiteY1854" fmla="*/ 523375 h 788789"/>
                  <a:gd name="connsiteX1855" fmla="*/ 1338724 w 1703319"/>
                  <a:gd name="connsiteY1855" fmla="*/ 524452 h 788789"/>
                  <a:gd name="connsiteX1856" fmla="*/ 1339794 w 1703319"/>
                  <a:gd name="connsiteY1856" fmla="*/ 525169 h 788789"/>
                  <a:gd name="connsiteX1857" fmla="*/ 1341577 w 1703319"/>
                  <a:gd name="connsiteY1857" fmla="*/ 524093 h 788789"/>
                  <a:gd name="connsiteX1858" fmla="*/ 1342647 w 1703319"/>
                  <a:gd name="connsiteY1858" fmla="*/ 523734 h 788789"/>
                  <a:gd name="connsiteX1859" fmla="*/ 1343716 w 1703319"/>
                  <a:gd name="connsiteY1859" fmla="*/ 523016 h 788789"/>
                  <a:gd name="connsiteX1860" fmla="*/ 1343360 w 1703319"/>
                  <a:gd name="connsiteY1860" fmla="*/ 521940 h 788789"/>
                  <a:gd name="connsiteX1861" fmla="*/ 1343716 w 1703319"/>
                  <a:gd name="connsiteY1861" fmla="*/ 520863 h 788789"/>
                  <a:gd name="connsiteX1862" fmla="*/ 1344073 w 1703319"/>
                  <a:gd name="connsiteY1862" fmla="*/ 519428 h 788789"/>
                  <a:gd name="connsiteX1863" fmla="*/ 1344786 w 1703319"/>
                  <a:gd name="connsiteY1863" fmla="*/ 517993 h 788789"/>
                  <a:gd name="connsiteX1864" fmla="*/ 1344786 w 1703319"/>
                  <a:gd name="connsiteY1864" fmla="*/ 517275 h 788789"/>
                  <a:gd name="connsiteX1865" fmla="*/ 1346569 w 1703319"/>
                  <a:gd name="connsiteY1865" fmla="*/ 515840 h 788789"/>
                  <a:gd name="connsiteX1866" fmla="*/ 1347283 w 1703319"/>
                  <a:gd name="connsiteY1866" fmla="*/ 514763 h 788789"/>
                  <a:gd name="connsiteX1867" fmla="*/ 1347996 w 1703319"/>
                  <a:gd name="connsiteY1867" fmla="*/ 514046 h 788789"/>
                  <a:gd name="connsiteX1868" fmla="*/ 1348709 w 1703319"/>
                  <a:gd name="connsiteY1868" fmla="*/ 512252 h 788789"/>
                  <a:gd name="connsiteX1869" fmla="*/ 1350135 w 1703319"/>
                  <a:gd name="connsiteY1869" fmla="*/ 511534 h 788789"/>
                  <a:gd name="connsiteX1870" fmla="*/ 1393077 w 1703319"/>
                  <a:gd name="connsiteY1870" fmla="*/ 496888 h 788789"/>
                  <a:gd name="connsiteX1871" fmla="*/ 1393821 w 1703319"/>
                  <a:gd name="connsiteY1871" fmla="*/ 497612 h 788789"/>
                  <a:gd name="connsiteX1872" fmla="*/ 1394565 w 1703319"/>
                  <a:gd name="connsiteY1872" fmla="*/ 498698 h 788789"/>
                  <a:gd name="connsiteX1873" fmla="*/ 1395310 w 1703319"/>
                  <a:gd name="connsiteY1873" fmla="*/ 500147 h 788789"/>
                  <a:gd name="connsiteX1874" fmla="*/ 1395682 w 1703319"/>
                  <a:gd name="connsiteY1874" fmla="*/ 501233 h 788789"/>
                  <a:gd name="connsiteX1875" fmla="*/ 1395682 w 1703319"/>
                  <a:gd name="connsiteY1875" fmla="*/ 501595 h 788789"/>
                  <a:gd name="connsiteX1876" fmla="*/ 1395682 w 1703319"/>
                  <a:gd name="connsiteY1876" fmla="*/ 502681 h 788789"/>
                  <a:gd name="connsiteX1877" fmla="*/ 1396054 w 1703319"/>
                  <a:gd name="connsiteY1877" fmla="*/ 503405 h 788789"/>
                  <a:gd name="connsiteX1878" fmla="*/ 1396054 w 1703319"/>
                  <a:gd name="connsiteY1878" fmla="*/ 504130 h 788789"/>
                  <a:gd name="connsiteX1879" fmla="*/ 1396054 w 1703319"/>
                  <a:gd name="connsiteY1879" fmla="*/ 505578 h 788789"/>
                  <a:gd name="connsiteX1880" fmla="*/ 1396426 w 1703319"/>
                  <a:gd name="connsiteY1880" fmla="*/ 506302 h 788789"/>
                  <a:gd name="connsiteX1881" fmla="*/ 1396798 w 1703319"/>
                  <a:gd name="connsiteY1881" fmla="*/ 507026 h 788789"/>
                  <a:gd name="connsiteX1882" fmla="*/ 1397170 w 1703319"/>
                  <a:gd name="connsiteY1882" fmla="*/ 508112 h 788789"/>
                  <a:gd name="connsiteX1883" fmla="*/ 1397170 w 1703319"/>
                  <a:gd name="connsiteY1883" fmla="*/ 509199 h 788789"/>
                  <a:gd name="connsiteX1884" fmla="*/ 1396054 w 1703319"/>
                  <a:gd name="connsiteY1884" fmla="*/ 510285 h 788789"/>
                  <a:gd name="connsiteX1885" fmla="*/ 1394937 w 1703319"/>
                  <a:gd name="connsiteY1885" fmla="*/ 513181 h 788789"/>
                  <a:gd name="connsiteX1886" fmla="*/ 1394565 w 1703319"/>
                  <a:gd name="connsiteY1886" fmla="*/ 511733 h 788789"/>
                  <a:gd name="connsiteX1887" fmla="*/ 1394193 w 1703319"/>
                  <a:gd name="connsiteY1887" fmla="*/ 510647 h 788789"/>
                  <a:gd name="connsiteX1888" fmla="*/ 1393821 w 1703319"/>
                  <a:gd name="connsiteY1888" fmla="*/ 509199 h 788789"/>
                  <a:gd name="connsiteX1889" fmla="*/ 1393077 w 1703319"/>
                  <a:gd name="connsiteY1889" fmla="*/ 509561 h 788789"/>
                  <a:gd name="connsiteX1890" fmla="*/ 1393077 w 1703319"/>
                  <a:gd name="connsiteY1890" fmla="*/ 510647 h 788789"/>
                  <a:gd name="connsiteX1891" fmla="*/ 1392333 w 1703319"/>
                  <a:gd name="connsiteY1891" fmla="*/ 510285 h 788789"/>
                  <a:gd name="connsiteX1892" fmla="*/ 1391961 w 1703319"/>
                  <a:gd name="connsiteY1892" fmla="*/ 511371 h 788789"/>
                  <a:gd name="connsiteX1893" fmla="*/ 1391961 w 1703319"/>
                  <a:gd name="connsiteY1893" fmla="*/ 512457 h 788789"/>
                  <a:gd name="connsiteX1894" fmla="*/ 1392333 w 1703319"/>
                  <a:gd name="connsiteY1894" fmla="*/ 513181 h 788789"/>
                  <a:gd name="connsiteX1895" fmla="*/ 1393077 w 1703319"/>
                  <a:gd name="connsiteY1895" fmla="*/ 514630 h 788789"/>
                  <a:gd name="connsiteX1896" fmla="*/ 1392333 w 1703319"/>
                  <a:gd name="connsiteY1896" fmla="*/ 515716 h 788789"/>
                  <a:gd name="connsiteX1897" fmla="*/ 1391961 w 1703319"/>
                  <a:gd name="connsiteY1897" fmla="*/ 516802 h 788789"/>
                  <a:gd name="connsiteX1898" fmla="*/ 1390473 w 1703319"/>
                  <a:gd name="connsiteY1898" fmla="*/ 517526 h 788789"/>
                  <a:gd name="connsiteX1899" fmla="*/ 1390473 w 1703319"/>
                  <a:gd name="connsiteY1899" fmla="*/ 517164 h 788789"/>
                  <a:gd name="connsiteX1900" fmla="*/ 1390473 w 1703319"/>
                  <a:gd name="connsiteY1900" fmla="*/ 516440 h 788789"/>
                  <a:gd name="connsiteX1901" fmla="*/ 1389356 w 1703319"/>
                  <a:gd name="connsiteY1901" fmla="*/ 515354 h 788789"/>
                  <a:gd name="connsiteX1902" fmla="*/ 1389356 w 1703319"/>
                  <a:gd name="connsiteY1902" fmla="*/ 514992 h 788789"/>
                  <a:gd name="connsiteX1903" fmla="*/ 1388984 w 1703319"/>
                  <a:gd name="connsiteY1903" fmla="*/ 515354 h 788789"/>
                  <a:gd name="connsiteX1904" fmla="*/ 1388240 w 1703319"/>
                  <a:gd name="connsiteY1904" fmla="*/ 514992 h 788789"/>
                  <a:gd name="connsiteX1905" fmla="*/ 1387496 w 1703319"/>
                  <a:gd name="connsiteY1905" fmla="*/ 515354 h 788789"/>
                  <a:gd name="connsiteX1906" fmla="*/ 1386380 w 1703319"/>
                  <a:gd name="connsiteY1906" fmla="*/ 514630 h 788789"/>
                  <a:gd name="connsiteX1907" fmla="*/ 1384519 w 1703319"/>
                  <a:gd name="connsiteY1907" fmla="*/ 513181 h 788789"/>
                  <a:gd name="connsiteX1908" fmla="*/ 1384519 w 1703319"/>
                  <a:gd name="connsiteY1908" fmla="*/ 512457 h 788789"/>
                  <a:gd name="connsiteX1909" fmla="*/ 1384147 w 1703319"/>
                  <a:gd name="connsiteY1909" fmla="*/ 511009 h 788789"/>
                  <a:gd name="connsiteX1910" fmla="*/ 1384519 w 1703319"/>
                  <a:gd name="connsiteY1910" fmla="*/ 509199 h 788789"/>
                  <a:gd name="connsiteX1911" fmla="*/ 1385263 w 1703319"/>
                  <a:gd name="connsiteY1911" fmla="*/ 508474 h 788789"/>
                  <a:gd name="connsiteX1912" fmla="*/ 1385263 w 1703319"/>
                  <a:gd name="connsiteY1912" fmla="*/ 507750 h 788789"/>
                  <a:gd name="connsiteX1913" fmla="*/ 1384891 w 1703319"/>
                  <a:gd name="connsiteY1913" fmla="*/ 506664 h 788789"/>
                  <a:gd name="connsiteX1914" fmla="*/ 1383031 w 1703319"/>
                  <a:gd name="connsiteY1914" fmla="*/ 506302 h 788789"/>
                  <a:gd name="connsiteX1915" fmla="*/ 1382287 w 1703319"/>
                  <a:gd name="connsiteY1915" fmla="*/ 506302 h 788789"/>
                  <a:gd name="connsiteX1916" fmla="*/ 1382287 w 1703319"/>
                  <a:gd name="connsiteY1916" fmla="*/ 507026 h 788789"/>
                  <a:gd name="connsiteX1917" fmla="*/ 1381915 w 1703319"/>
                  <a:gd name="connsiteY1917" fmla="*/ 507750 h 788789"/>
                  <a:gd name="connsiteX1918" fmla="*/ 1381171 w 1703319"/>
                  <a:gd name="connsiteY1918" fmla="*/ 507750 h 788789"/>
                  <a:gd name="connsiteX1919" fmla="*/ 1380798 w 1703319"/>
                  <a:gd name="connsiteY1919" fmla="*/ 507026 h 788789"/>
                  <a:gd name="connsiteX1920" fmla="*/ 1379682 w 1703319"/>
                  <a:gd name="connsiteY1920" fmla="*/ 507388 h 788789"/>
                  <a:gd name="connsiteX1921" fmla="*/ 1378566 w 1703319"/>
                  <a:gd name="connsiteY1921" fmla="*/ 507388 h 788789"/>
                  <a:gd name="connsiteX1922" fmla="*/ 1378194 w 1703319"/>
                  <a:gd name="connsiteY1922" fmla="*/ 506664 h 788789"/>
                  <a:gd name="connsiteX1923" fmla="*/ 1377450 w 1703319"/>
                  <a:gd name="connsiteY1923" fmla="*/ 507026 h 788789"/>
                  <a:gd name="connsiteX1924" fmla="*/ 1376334 w 1703319"/>
                  <a:gd name="connsiteY1924" fmla="*/ 507750 h 788789"/>
                  <a:gd name="connsiteX1925" fmla="*/ 1376334 w 1703319"/>
                  <a:gd name="connsiteY1925" fmla="*/ 508836 h 788789"/>
                  <a:gd name="connsiteX1926" fmla="*/ 1376334 w 1703319"/>
                  <a:gd name="connsiteY1926" fmla="*/ 509561 h 788789"/>
                  <a:gd name="connsiteX1927" fmla="*/ 1375589 w 1703319"/>
                  <a:gd name="connsiteY1927" fmla="*/ 510285 h 788789"/>
                  <a:gd name="connsiteX1928" fmla="*/ 1374845 w 1703319"/>
                  <a:gd name="connsiteY1928" fmla="*/ 511371 h 788789"/>
                  <a:gd name="connsiteX1929" fmla="*/ 1375961 w 1703319"/>
                  <a:gd name="connsiteY1929" fmla="*/ 512095 h 788789"/>
                  <a:gd name="connsiteX1930" fmla="*/ 1375589 w 1703319"/>
                  <a:gd name="connsiteY1930" fmla="*/ 513181 h 788789"/>
                  <a:gd name="connsiteX1931" fmla="*/ 1374473 w 1703319"/>
                  <a:gd name="connsiteY1931" fmla="*/ 512819 h 788789"/>
                  <a:gd name="connsiteX1932" fmla="*/ 1374473 w 1703319"/>
                  <a:gd name="connsiteY1932" fmla="*/ 511371 h 788789"/>
                  <a:gd name="connsiteX1933" fmla="*/ 1374845 w 1703319"/>
                  <a:gd name="connsiteY1933" fmla="*/ 510285 h 788789"/>
                  <a:gd name="connsiteX1934" fmla="*/ 1374845 w 1703319"/>
                  <a:gd name="connsiteY1934" fmla="*/ 509199 h 788789"/>
                  <a:gd name="connsiteX1935" fmla="*/ 1374473 w 1703319"/>
                  <a:gd name="connsiteY1935" fmla="*/ 508112 h 788789"/>
                  <a:gd name="connsiteX1936" fmla="*/ 1375217 w 1703319"/>
                  <a:gd name="connsiteY1936" fmla="*/ 507026 h 788789"/>
                  <a:gd name="connsiteX1937" fmla="*/ 1376334 w 1703319"/>
                  <a:gd name="connsiteY1937" fmla="*/ 505216 h 788789"/>
                  <a:gd name="connsiteX1938" fmla="*/ 1378194 w 1703319"/>
                  <a:gd name="connsiteY1938" fmla="*/ 504854 h 788789"/>
                  <a:gd name="connsiteX1939" fmla="*/ 1379310 w 1703319"/>
                  <a:gd name="connsiteY1939" fmla="*/ 504492 h 788789"/>
                  <a:gd name="connsiteX1940" fmla="*/ 1379682 w 1703319"/>
                  <a:gd name="connsiteY1940" fmla="*/ 503767 h 788789"/>
                  <a:gd name="connsiteX1941" fmla="*/ 1380426 w 1703319"/>
                  <a:gd name="connsiteY1941" fmla="*/ 502681 h 788789"/>
                  <a:gd name="connsiteX1942" fmla="*/ 1381543 w 1703319"/>
                  <a:gd name="connsiteY1942" fmla="*/ 502319 h 788789"/>
                  <a:gd name="connsiteX1943" fmla="*/ 1382287 w 1703319"/>
                  <a:gd name="connsiteY1943" fmla="*/ 502319 h 788789"/>
                  <a:gd name="connsiteX1944" fmla="*/ 1383403 w 1703319"/>
                  <a:gd name="connsiteY1944" fmla="*/ 502681 h 788789"/>
                  <a:gd name="connsiteX1945" fmla="*/ 1383775 w 1703319"/>
                  <a:gd name="connsiteY1945" fmla="*/ 503043 h 788789"/>
                  <a:gd name="connsiteX1946" fmla="*/ 1384147 w 1703319"/>
                  <a:gd name="connsiteY1946" fmla="*/ 504492 h 788789"/>
                  <a:gd name="connsiteX1947" fmla="*/ 1385635 w 1703319"/>
                  <a:gd name="connsiteY1947" fmla="*/ 504130 h 788789"/>
                  <a:gd name="connsiteX1948" fmla="*/ 1385635 w 1703319"/>
                  <a:gd name="connsiteY1948" fmla="*/ 503405 h 788789"/>
                  <a:gd name="connsiteX1949" fmla="*/ 1386008 w 1703319"/>
                  <a:gd name="connsiteY1949" fmla="*/ 502681 h 788789"/>
                  <a:gd name="connsiteX1950" fmla="*/ 1387124 w 1703319"/>
                  <a:gd name="connsiteY1950" fmla="*/ 502681 h 788789"/>
                  <a:gd name="connsiteX1951" fmla="*/ 1388240 w 1703319"/>
                  <a:gd name="connsiteY1951" fmla="*/ 502319 h 788789"/>
                  <a:gd name="connsiteX1952" fmla="*/ 1388612 w 1703319"/>
                  <a:gd name="connsiteY1952" fmla="*/ 501233 h 788789"/>
                  <a:gd name="connsiteX1953" fmla="*/ 1390100 w 1703319"/>
                  <a:gd name="connsiteY1953" fmla="*/ 500509 h 788789"/>
                  <a:gd name="connsiteX1954" fmla="*/ 1391589 w 1703319"/>
                  <a:gd name="connsiteY1954" fmla="*/ 499785 h 788789"/>
                  <a:gd name="connsiteX1955" fmla="*/ 1391961 w 1703319"/>
                  <a:gd name="connsiteY1955" fmla="*/ 498336 h 788789"/>
                  <a:gd name="connsiteX1956" fmla="*/ 1393077 w 1703319"/>
                  <a:gd name="connsiteY1956" fmla="*/ 496888 h 788789"/>
                  <a:gd name="connsiteX1957" fmla="*/ 1176213 w 1703319"/>
                  <a:gd name="connsiteY1957" fmla="*/ 496888 h 788789"/>
                  <a:gd name="connsiteX1958" fmla="*/ 1180157 w 1703319"/>
                  <a:gd name="connsiteY1958" fmla="*/ 499468 h 788789"/>
                  <a:gd name="connsiteX1959" fmla="*/ 1181591 w 1703319"/>
                  <a:gd name="connsiteY1959" fmla="*/ 501679 h 788789"/>
                  <a:gd name="connsiteX1960" fmla="*/ 1184459 w 1703319"/>
                  <a:gd name="connsiteY1960" fmla="*/ 507576 h 788789"/>
                  <a:gd name="connsiteX1961" fmla="*/ 1184459 w 1703319"/>
                  <a:gd name="connsiteY1961" fmla="*/ 510892 h 788789"/>
                  <a:gd name="connsiteX1962" fmla="*/ 1184100 w 1703319"/>
                  <a:gd name="connsiteY1962" fmla="*/ 513104 h 788789"/>
                  <a:gd name="connsiteX1963" fmla="*/ 1180874 w 1703319"/>
                  <a:gd name="connsiteY1963" fmla="*/ 516052 h 788789"/>
                  <a:gd name="connsiteX1964" fmla="*/ 1176572 w 1703319"/>
                  <a:gd name="connsiteY1964" fmla="*/ 514578 h 788789"/>
                  <a:gd name="connsiteX1965" fmla="*/ 1175496 w 1703319"/>
                  <a:gd name="connsiteY1965" fmla="*/ 510155 h 788789"/>
                  <a:gd name="connsiteX1966" fmla="*/ 1175496 w 1703319"/>
                  <a:gd name="connsiteY1966" fmla="*/ 503522 h 788789"/>
                  <a:gd name="connsiteX1967" fmla="*/ 1174421 w 1703319"/>
                  <a:gd name="connsiteY1967" fmla="*/ 501311 h 788789"/>
                  <a:gd name="connsiteX1968" fmla="*/ 1176213 w 1703319"/>
                  <a:gd name="connsiteY1968" fmla="*/ 500942 h 788789"/>
                  <a:gd name="connsiteX1969" fmla="*/ 1176213 w 1703319"/>
                  <a:gd name="connsiteY1969" fmla="*/ 496888 h 788789"/>
                  <a:gd name="connsiteX1970" fmla="*/ 1394684 w 1703319"/>
                  <a:gd name="connsiteY1970" fmla="*/ 496207 h 788789"/>
                  <a:gd name="connsiteX1971" fmla="*/ 1395636 w 1703319"/>
                  <a:gd name="connsiteY1971" fmla="*/ 496661 h 788789"/>
                  <a:gd name="connsiteX1972" fmla="*/ 1395636 w 1703319"/>
                  <a:gd name="connsiteY1972" fmla="*/ 497568 h 788789"/>
                  <a:gd name="connsiteX1973" fmla="*/ 1395319 w 1703319"/>
                  <a:gd name="connsiteY1973" fmla="*/ 498022 h 788789"/>
                  <a:gd name="connsiteX1974" fmla="*/ 1394684 w 1703319"/>
                  <a:gd name="connsiteY1974" fmla="*/ 497568 h 788789"/>
                  <a:gd name="connsiteX1975" fmla="*/ 1394684 w 1703319"/>
                  <a:gd name="connsiteY1975" fmla="*/ 496207 h 788789"/>
                  <a:gd name="connsiteX1976" fmla="*/ 1386429 w 1703319"/>
                  <a:gd name="connsiteY1976" fmla="*/ 495589 h 788789"/>
                  <a:gd name="connsiteX1977" fmla="*/ 1387223 w 1703319"/>
                  <a:gd name="connsiteY1977" fmla="*/ 495589 h 788789"/>
                  <a:gd name="connsiteX1978" fmla="*/ 1388017 w 1703319"/>
                  <a:gd name="connsiteY1978" fmla="*/ 497032 h 788789"/>
                  <a:gd name="connsiteX1979" fmla="*/ 1387223 w 1703319"/>
                  <a:gd name="connsiteY1979" fmla="*/ 497609 h 788789"/>
                  <a:gd name="connsiteX1980" fmla="*/ 1386032 w 1703319"/>
                  <a:gd name="connsiteY1980" fmla="*/ 498186 h 788789"/>
                  <a:gd name="connsiteX1981" fmla="*/ 1384842 w 1703319"/>
                  <a:gd name="connsiteY1981" fmla="*/ 498475 h 788789"/>
                  <a:gd name="connsiteX1982" fmla="*/ 1384048 w 1703319"/>
                  <a:gd name="connsiteY1982" fmla="*/ 498186 h 788789"/>
                  <a:gd name="connsiteX1983" fmla="*/ 1383651 w 1703319"/>
                  <a:gd name="connsiteY1983" fmla="*/ 497321 h 788789"/>
                  <a:gd name="connsiteX1984" fmla="*/ 1384048 w 1703319"/>
                  <a:gd name="connsiteY1984" fmla="*/ 496743 h 788789"/>
                  <a:gd name="connsiteX1985" fmla="*/ 1385635 w 1703319"/>
                  <a:gd name="connsiteY1985" fmla="*/ 495877 h 788789"/>
                  <a:gd name="connsiteX1986" fmla="*/ 1386429 w 1703319"/>
                  <a:gd name="connsiteY1986" fmla="*/ 495589 h 788789"/>
                  <a:gd name="connsiteX1987" fmla="*/ 1391720 w 1703319"/>
                  <a:gd name="connsiteY1987" fmla="*/ 494167 h 788789"/>
                  <a:gd name="connsiteX1988" fmla="*/ 1392779 w 1703319"/>
                  <a:gd name="connsiteY1988" fmla="*/ 495527 h 788789"/>
                  <a:gd name="connsiteX1989" fmla="*/ 1392250 w 1703319"/>
                  <a:gd name="connsiteY1989" fmla="*/ 496888 h 788789"/>
                  <a:gd name="connsiteX1990" fmla="*/ 1391191 w 1703319"/>
                  <a:gd name="connsiteY1990" fmla="*/ 495981 h 788789"/>
                  <a:gd name="connsiteX1991" fmla="*/ 1391720 w 1703319"/>
                  <a:gd name="connsiteY1991" fmla="*/ 494167 h 788789"/>
                  <a:gd name="connsiteX1992" fmla="*/ 504211 w 1703319"/>
                  <a:gd name="connsiteY1992" fmla="*/ 493978 h 788789"/>
                  <a:gd name="connsiteX1993" fmla="*/ 505366 w 1703319"/>
                  <a:gd name="connsiteY1993" fmla="*/ 495565 h 788789"/>
                  <a:gd name="connsiteX1994" fmla="*/ 504211 w 1703319"/>
                  <a:gd name="connsiteY1994" fmla="*/ 496359 h 788789"/>
                  <a:gd name="connsiteX1995" fmla="*/ 502768 w 1703319"/>
                  <a:gd name="connsiteY1995" fmla="*/ 496624 h 788789"/>
                  <a:gd name="connsiteX1996" fmla="*/ 503057 w 1703319"/>
                  <a:gd name="connsiteY1996" fmla="*/ 495565 h 788789"/>
                  <a:gd name="connsiteX1997" fmla="*/ 504211 w 1703319"/>
                  <a:gd name="connsiteY1997" fmla="*/ 493978 h 788789"/>
                  <a:gd name="connsiteX1998" fmla="*/ 1384120 w 1703319"/>
                  <a:gd name="connsiteY1998" fmla="*/ 490867 h 788789"/>
                  <a:gd name="connsiteX1999" fmla="*/ 1384842 w 1703319"/>
                  <a:gd name="connsiteY1999" fmla="*/ 491852 h 788789"/>
                  <a:gd name="connsiteX2000" fmla="*/ 1384842 w 1703319"/>
                  <a:gd name="connsiteY2000" fmla="*/ 493166 h 788789"/>
                  <a:gd name="connsiteX2001" fmla="*/ 1384842 w 1703319"/>
                  <a:gd name="connsiteY2001" fmla="*/ 494151 h 788789"/>
                  <a:gd name="connsiteX2002" fmla="*/ 1384120 w 1703319"/>
                  <a:gd name="connsiteY2002" fmla="*/ 494808 h 788789"/>
                  <a:gd name="connsiteX2003" fmla="*/ 1383038 w 1703319"/>
                  <a:gd name="connsiteY2003" fmla="*/ 496450 h 788789"/>
                  <a:gd name="connsiteX2004" fmla="*/ 1381955 w 1703319"/>
                  <a:gd name="connsiteY2004" fmla="*/ 497436 h 788789"/>
                  <a:gd name="connsiteX2005" fmla="*/ 1381955 w 1703319"/>
                  <a:gd name="connsiteY2005" fmla="*/ 496779 h 788789"/>
                  <a:gd name="connsiteX2006" fmla="*/ 1380873 w 1703319"/>
                  <a:gd name="connsiteY2006" fmla="*/ 496122 h 788789"/>
                  <a:gd name="connsiteX2007" fmla="*/ 1380512 w 1703319"/>
                  <a:gd name="connsiteY2007" fmla="*/ 498092 h 788789"/>
                  <a:gd name="connsiteX2008" fmla="*/ 1380873 w 1703319"/>
                  <a:gd name="connsiteY2008" fmla="*/ 498749 h 788789"/>
                  <a:gd name="connsiteX2009" fmla="*/ 1380512 w 1703319"/>
                  <a:gd name="connsiteY2009" fmla="*/ 500063 h 788789"/>
                  <a:gd name="connsiteX2010" fmla="*/ 1379430 w 1703319"/>
                  <a:gd name="connsiteY2010" fmla="*/ 499406 h 788789"/>
                  <a:gd name="connsiteX2011" fmla="*/ 1378347 w 1703319"/>
                  <a:gd name="connsiteY2011" fmla="*/ 498749 h 788789"/>
                  <a:gd name="connsiteX2012" fmla="*/ 1377265 w 1703319"/>
                  <a:gd name="connsiteY2012" fmla="*/ 497764 h 788789"/>
                  <a:gd name="connsiteX2013" fmla="*/ 1377626 w 1703319"/>
                  <a:gd name="connsiteY2013" fmla="*/ 496450 h 788789"/>
                  <a:gd name="connsiteX2014" fmla="*/ 1378347 w 1703319"/>
                  <a:gd name="connsiteY2014" fmla="*/ 496122 h 788789"/>
                  <a:gd name="connsiteX2015" fmla="*/ 1379069 w 1703319"/>
                  <a:gd name="connsiteY2015" fmla="*/ 495465 h 788789"/>
                  <a:gd name="connsiteX2016" fmla="*/ 1379430 w 1703319"/>
                  <a:gd name="connsiteY2016" fmla="*/ 494808 h 788789"/>
                  <a:gd name="connsiteX2017" fmla="*/ 1379430 w 1703319"/>
                  <a:gd name="connsiteY2017" fmla="*/ 494151 h 788789"/>
                  <a:gd name="connsiteX2018" fmla="*/ 1379430 w 1703319"/>
                  <a:gd name="connsiteY2018" fmla="*/ 493166 h 788789"/>
                  <a:gd name="connsiteX2019" fmla="*/ 1379791 w 1703319"/>
                  <a:gd name="connsiteY2019" fmla="*/ 492509 h 788789"/>
                  <a:gd name="connsiteX2020" fmla="*/ 1380873 w 1703319"/>
                  <a:gd name="connsiteY2020" fmla="*/ 491523 h 788789"/>
                  <a:gd name="connsiteX2021" fmla="*/ 1381955 w 1703319"/>
                  <a:gd name="connsiteY2021" fmla="*/ 491852 h 788789"/>
                  <a:gd name="connsiteX2022" fmla="*/ 1382316 w 1703319"/>
                  <a:gd name="connsiteY2022" fmla="*/ 492180 h 788789"/>
                  <a:gd name="connsiteX2023" fmla="*/ 1382316 w 1703319"/>
                  <a:gd name="connsiteY2023" fmla="*/ 493166 h 788789"/>
                  <a:gd name="connsiteX2024" fmla="*/ 1381955 w 1703319"/>
                  <a:gd name="connsiteY2024" fmla="*/ 493823 h 788789"/>
                  <a:gd name="connsiteX2025" fmla="*/ 1381595 w 1703319"/>
                  <a:gd name="connsiteY2025" fmla="*/ 494808 h 788789"/>
                  <a:gd name="connsiteX2026" fmla="*/ 1381955 w 1703319"/>
                  <a:gd name="connsiteY2026" fmla="*/ 495465 h 788789"/>
                  <a:gd name="connsiteX2027" fmla="*/ 1382316 w 1703319"/>
                  <a:gd name="connsiteY2027" fmla="*/ 495465 h 788789"/>
                  <a:gd name="connsiteX2028" fmla="*/ 1382677 w 1703319"/>
                  <a:gd name="connsiteY2028" fmla="*/ 494808 h 788789"/>
                  <a:gd name="connsiteX2029" fmla="*/ 1383399 w 1703319"/>
                  <a:gd name="connsiteY2029" fmla="*/ 493494 h 788789"/>
                  <a:gd name="connsiteX2030" fmla="*/ 1383760 w 1703319"/>
                  <a:gd name="connsiteY2030" fmla="*/ 492837 h 788789"/>
                  <a:gd name="connsiteX2031" fmla="*/ 1383760 w 1703319"/>
                  <a:gd name="connsiteY2031" fmla="*/ 491852 h 788789"/>
                  <a:gd name="connsiteX2032" fmla="*/ 1384120 w 1703319"/>
                  <a:gd name="connsiteY2032" fmla="*/ 490867 h 788789"/>
                  <a:gd name="connsiteX2033" fmla="*/ 1363807 w 1703319"/>
                  <a:gd name="connsiteY2033" fmla="*/ 488950 h 788789"/>
                  <a:gd name="connsiteX2034" fmla="*/ 1363807 w 1703319"/>
                  <a:gd name="connsiteY2034" fmla="*/ 490112 h 788789"/>
                  <a:gd name="connsiteX2035" fmla="*/ 1363807 w 1703319"/>
                  <a:gd name="connsiteY2035" fmla="*/ 491660 h 788789"/>
                  <a:gd name="connsiteX2036" fmla="*/ 1364204 w 1703319"/>
                  <a:gd name="connsiteY2036" fmla="*/ 493984 h 788789"/>
                  <a:gd name="connsiteX2037" fmla="*/ 1363013 w 1703319"/>
                  <a:gd name="connsiteY2037" fmla="*/ 494758 h 788789"/>
                  <a:gd name="connsiteX2038" fmla="*/ 1361029 w 1703319"/>
                  <a:gd name="connsiteY2038" fmla="*/ 496307 h 788789"/>
                  <a:gd name="connsiteX2039" fmla="*/ 1359838 w 1703319"/>
                  <a:gd name="connsiteY2039" fmla="*/ 497081 h 788789"/>
                  <a:gd name="connsiteX2040" fmla="*/ 1359838 w 1703319"/>
                  <a:gd name="connsiteY2040" fmla="*/ 498243 h 788789"/>
                  <a:gd name="connsiteX2041" fmla="*/ 1358251 w 1703319"/>
                  <a:gd name="connsiteY2041" fmla="*/ 500179 h 788789"/>
                  <a:gd name="connsiteX2042" fmla="*/ 1356663 w 1703319"/>
                  <a:gd name="connsiteY2042" fmla="*/ 501340 h 788789"/>
                  <a:gd name="connsiteX2043" fmla="*/ 1355473 w 1703319"/>
                  <a:gd name="connsiteY2043" fmla="*/ 502115 h 788789"/>
                  <a:gd name="connsiteX2044" fmla="*/ 1353885 w 1703319"/>
                  <a:gd name="connsiteY2044" fmla="*/ 503276 h 788789"/>
                  <a:gd name="connsiteX2045" fmla="*/ 1351901 w 1703319"/>
                  <a:gd name="connsiteY2045" fmla="*/ 504438 h 788789"/>
                  <a:gd name="connsiteX2046" fmla="*/ 1353091 w 1703319"/>
                  <a:gd name="connsiteY2046" fmla="*/ 502115 h 788789"/>
                  <a:gd name="connsiteX2047" fmla="*/ 1353885 w 1703319"/>
                  <a:gd name="connsiteY2047" fmla="*/ 500953 h 788789"/>
                  <a:gd name="connsiteX2048" fmla="*/ 1355870 w 1703319"/>
                  <a:gd name="connsiteY2048" fmla="*/ 500179 h 788789"/>
                  <a:gd name="connsiteX2049" fmla="*/ 1357854 w 1703319"/>
                  <a:gd name="connsiteY2049" fmla="*/ 498243 h 788789"/>
                  <a:gd name="connsiteX2050" fmla="*/ 1358251 w 1703319"/>
                  <a:gd name="connsiteY2050" fmla="*/ 497081 h 788789"/>
                  <a:gd name="connsiteX2051" fmla="*/ 1359441 w 1703319"/>
                  <a:gd name="connsiteY2051" fmla="*/ 495532 h 788789"/>
                  <a:gd name="connsiteX2052" fmla="*/ 1361823 w 1703319"/>
                  <a:gd name="connsiteY2052" fmla="*/ 493209 h 788789"/>
                  <a:gd name="connsiteX2053" fmla="*/ 1363013 w 1703319"/>
                  <a:gd name="connsiteY2053" fmla="*/ 490886 h 788789"/>
                  <a:gd name="connsiteX2054" fmla="*/ 1363807 w 1703319"/>
                  <a:gd name="connsiteY2054" fmla="*/ 488950 h 788789"/>
                  <a:gd name="connsiteX2055" fmla="*/ 1374082 w 1703319"/>
                  <a:gd name="connsiteY2055" fmla="*/ 484188 h 788789"/>
                  <a:gd name="connsiteX2056" fmla="*/ 1375846 w 1703319"/>
                  <a:gd name="connsiteY2056" fmla="*/ 484188 h 788789"/>
                  <a:gd name="connsiteX2057" fmla="*/ 1376551 w 1703319"/>
                  <a:gd name="connsiteY2057" fmla="*/ 485458 h 788789"/>
                  <a:gd name="connsiteX2058" fmla="*/ 1375140 w 1703319"/>
                  <a:gd name="connsiteY2058" fmla="*/ 486411 h 788789"/>
                  <a:gd name="connsiteX2059" fmla="*/ 1374787 w 1703319"/>
                  <a:gd name="connsiteY2059" fmla="*/ 487363 h 788789"/>
                  <a:gd name="connsiteX2060" fmla="*/ 1376551 w 1703319"/>
                  <a:gd name="connsiteY2060" fmla="*/ 487998 h 788789"/>
                  <a:gd name="connsiteX2061" fmla="*/ 1377610 w 1703319"/>
                  <a:gd name="connsiteY2061" fmla="*/ 488633 h 788789"/>
                  <a:gd name="connsiteX2062" fmla="*/ 1378315 w 1703319"/>
                  <a:gd name="connsiteY2062" fmla="*/ 488633 h 788789"/>
                  <a:gd name="connsiteX2063" fmla="*/ 1379373 w 1703319"/>
                  <a:gd name="connsiteY2063" fmla="*/ 488633 h 788789"/>
                  <a:gd name="connsiteX2064" fmla="*/ 1380079 w 1703319"/>
                  <a:gd name="connsiteY2064" fmla="*/ 488951 h 788789"/>
                  <a:gd name="connsiteX2065" fmla="*/ 1380079 w 1703319"/>
                  <a:gd name="connsiteY2065" fmla="*/ 489903 h 788789"/>
                  <a:gd name="connsiteX2066" fmla="*/ 1378668 w 1703319"/>
                  <a:gd name="connsiteY2066" fmla="*/ 491173 h 788789"/>
                  <a:gd name="connsiteX2067" fmla="*/ 1377610 w 1703319"/>
                  <a:gd name="connsiteY2067" fmla="*/ 491808 h 788789"/>
                  <a:gd name="connsiteX2068" fmla="*/ 1377257 w 1703319"/>
                  <a:gd name="connsiteY2068" fmla="*/ 493078 h 788789"/>
                  <a:gd name="connsiteX2069" fmla="*/ 1376198 w 1703319"/>
                  <a:gd name="connsiteY2069" fmla="*/ 492443 h 788789"/>
                  <a:gd name="connsiteX2070" fmla="*/ 1375493 w 1703319"/>
                  <a:gd name="connsiteY2070" fmla="*/ 492761 h 788789"/>
                  <a:gd name="connsiteX2071" fmla="*/ 1374787 w 1703319"/>
                  <a:gd name="connsiteY2071" fmla="*/ 493078 h 788789"/>
                  <a:gd name="connsiteX2072" fmla="*/ 1374082 w 1703319"/>
                  <a:gd name="connsiteY2072" fmla="*/ 493713 h 788789"/>
                  <a:gd name="connsiteX2073" fmla="*/ 1374082 w 1703319"/>
                  <a:gd name="connsiteY2073" fmla="*/ 493078 h 788789"/>
                  <a:gd name="connsiteX2074" fmla="*/ 1374435 w 1703319"/>
                  <a:gd name="connsiteY2074" fmla="*/ 491491 h 788789"/>
                  <a:gd name="connsiteX2075" fmla="*/ 1374787 w 1703319"/>
                  <a:gd name="connsiteY2075" fmla="*/ 490856 h 788789"/>
                  <a:gd name="connsiteX2076" fmla="*/ 1375140 w 1703319"/>
                  <a:gd name="connsiteY2076" fmla="*/ 488951 h 788789"/>
                  <a:gd name="connsiteX2077" fmla="*/ 1374435 w 1703319"/>
                  <a:gd name="connsiteY2077" fmla="*/ 487681 h 788789"/>
                  <a:gd name="connsiteX2078" fmla="*/ 1374435 w 1703319"/>
                  <a:gd name="connsiteY2078" fmla="*/ 487363 h 788789"/>
                  <a:gd name="connsiteX2079" fmla="*/ 1373729 w 1703319"/>
                  <a:gd name="connsiteY2079" fmla="*/ 486411 h 788789"/>
                  <a:gd name="connsiteX2080" fmla="*/ 1374082 w 1703319"/>
                  <a:gd name="connsiteY2080" fmla="*/ 485776 h 788789"/>
                  <a:gd name="connsiteX2081" fmla="*/ 1374435 w 1703319"/>
                  <a:gd name="connsiteY2081" fmla="*/ 484823 h 788789"/>
                  <a:gd name="connsiteX2082" fmla="*/ 1374082 w 1703319"/>
                  <a:gd name="connsiteY2082" fmla="*/ 484188 h 788789"/>
                  <a:gd name="connsiteX2083" fmla="*/ 1388768 w 1703319"/>
                  <a:gd name="connsiteY2083" fmla="*/ 482997 h 788789"/>
                  <a:gd name="connsiteX2084" fmla="*/ 1389437 w 1703319"/>
                  <a:gd name="connsiteY2084" fmla="*/ 482997 h 788789"/>
                  <a:gd name="connsiteX2085" fmla="*/ 1390105 w 1703319"/>
                  <a:gd name="connsiteY2085" fmla="*/ 482997 h 788789"/>
                  <a:gd name="connsiteX2086" fmla="*/ 1392111 w 1703319"/>
                  <a:gd name="connsiteY2086" fmla="*/ 483791 h 788789"/>
                  <a:gd name="connsiteX2087" fmla="*/ 1392111 w 1703319"/>
                  <a:gd name="connsiteY2087" fmla="*/ 485378 h 788789"/>
                  <a:gd name="connsiteX2088" fmla="*/ 1392111 w 1703319"/>
                  <a:gd name="connsiteY2088" fmla="*/ 486569 h 788789"/>
                  <a:gd name="connsiteX2089" fmla="*/ 1392445 w 1703319"/>
                  <a:gd name="connsiteY2089" fmla="*/ 488950 h 788789"/>
                  <a:gd name="connsiteX2090" fmla="*/ 1392779 w 1703319"/>
                  <a:gd name="connsiteY2090" fmla="*/ 490538 h 788789"/>
                  <a:gd name="connsiteX2091" fmla="*/ 1392111 w 1703319"/>
                  <a:gd name="connsiteY2091" fmla="*/ 491332 h 788789"/>
                  <a:gd name="connsiteX2092" fmla="*/ 1390440 w 1703319"/>
                  <a:gd name="connsiteY2092" fmla="*/ 490935 h 788789"/>
                  <a:gd name="connsiteX2093" fmla="*/ 1390774 w 1703319"/>
                  <a:gd name="connsiteY2093" fmla="*/ 492919 h 788789"/>
                  <a:gd name="connsiteX2094" fmla="*/ 1391108 w 1703319"/>
                  <a:gd name="connsiteY2094" fmla="*/ 494110 h 788789"/>
                  <a:gd name="connsiteX2095" fmla="*/ 1391108 w 1703319"/>
                  <a:gd name="connsiteY2095" fmla="*/ 495301 h 788789"/>
                  <a:gd name="connsiteX2096" fmla="*/ 1390105 w 1703319"/>
                  <a:gd name="connsiteY2096" fmla="*/ 496491 h 788789"/>
                  <a:gd name="connsiteX2097" fmla="*/ 1389103 w 1703319"/>
                  <a:gd name="connsiteY2097" fmla="*/ 496888 h 788789"/>
                  <a:gd name="connsiteX2098" fmla="*/ 1388768 w 1703319"/>
                  <a:gd name="connsiteY2098" fmla="*/ 495697 h 788789"/>
                  <a:gd name="connsiteX2099" fmla="*/ 1389103 w 1703319"/>
                  <a:gd name="connsiteY2099" fmla="*/ 494110 h 788789"/>
                  <a:gd name="connsiteX2100" fmla="*/ 1388768 w 1703319"/>
                  <a:gd name="connsiteY2100" fmla="*/ 492919 h 788789"/>
                  <a:gd name="connsiteX2101" fmla="*/ 1388100 w 1703319"/>
                  <a:gd name="connsiteY2101" fmla="*/ 492522 h 788789"/>
                  <a:gd name="connsiteX2102" fmla="*/ 1386763 w 1703319"/>
                  <a:gd name="connsiteY2102" fmla="*/ 491729 h 788789"/>
                  <a:gd name="connsiteX2103" fmla="*/ 1387097 w 1703319"/>
                  <a:gd name="connsiteY2103" fmla="*/ 490538 h 788789"/>
                  <a:gd name="connsiteX2104" fmla="*/ 1387432 w 1703319"/>
                  <a:gd name="connsiteY2104" fmla="*/ 489347 h 788789"/>
                  <a:gd name="connsiteX2105" fmla="*/ 1387766 w 1703319"/>
                  <a:gd name="connsiteY2105" fmla="*/ 488157 h 788789"/>
                  <a:gd name="connsiteX2106" fmla="*/ 1388434 w 1703319"/>
                  <a:gd name="connsiteY2106" fmla="*/ 487760 h 788789"/>
                  <a:gd name="connsiteX2107" fmla="*/ 1388434 w 1703319"/>
                  <a:gd name="connsiteY2107" fmla="*/ 486966 h 788789"/>
                  <a:gd name="connsiteX2108" fmla="*/ 1388100 w 1703319"/>
                  <a:gd name="connsiteY2108" fmla="*/ 485775 h 788789"/>
                  <a:gd name="connsiteX2109" fmla="*/ 1387097 w 1703319"/>
                  <a:gd name="connsiteY2109" fmla="*/ 484585 h 788789"/>
                  <a:gd name="connsiteX2110" fmla="*/ 1386763 w 1703319"/>
                  <a:gd name="connsiteY2110" fmla="*/ 483394 h 788789"/>
                  <a:gd name="connsiteX2111" fmla="*/ 1387432 w 1703319"/>
                  <a:gd name="connsiteY2111" fmla="*/ 483394 h 788789"/>
                  <a:gd name="connsiteX2112" fmla="*/ 1388768 w 1703319"/>
                  <a:gd name="connsiteY2112" fmla="*/ 482997 h 788789"/>
                  <a:gd name="connsiteX2113" fmla="*/ 1380714 w 1703319"/>
                  <a:gd name="connsiteY2113" fmla="*/ 481366 h 788789"/>
                  <a:gd name="connsiteX2114" fmla="*/ 1381984 w 1703319"/>
                  <a:gd name="connsiteY2114" fmla="*/ 482777 h 788789"/>
                  <a:gd name="connsiteX2115" fmla="*/ 1382619 w 1703319"/>
                  <a:gd name="connsiteY2115" fmla="*/ 483130 h 788789"/>
                  <a:gd name="connsiteX2116" fmla="*/ 1383254 w 1703319"/>
                  <a:gd name="connsiteY2116" fmla="*/ 483835 h 788789"/>
                  <a:gd name="connsiteX2117" fmla="*/ 1384207 w 1703319"/>
                  <a:gd name="connsiteY2117" fmla="*/ 484541 h 788789"/>
                  <a:gd name="connsiteX2118" fmla="*/ 1384842 w 1703319"/>
                  <a:gd name="connsiteY2118" fmla="*/ 485246 h 788789"/>
                  <a:gd name="connsiteX2119" fmla="*/ 1384207 w 1703319"/>
                  <a:gd name="connsiteY2119" fmla="*/ 485952 h 788789"/>
                  <a:gd name="connsiteX2120" fmla="*/ 1383889 w 1703319"/>
                  <a:gd name="connsiteY2120" fmla="*/ 487010 h 788789"/>
                  <a:gd name="connsiteX2121" fmla="*/ 1383254 w 1703319"/>
                  <a:gd name="connsiteY2121" fmla="*/ 485599 h 788789"/>
                  <a:gd name="connsiteX2122" fmla="*/ 1382302 w 1703319"/>
                  <a:gd name="connsiteY2122" fmla="*/ 485246 h 788789"/>
                  <a:gd name="connsiteX2123" fmla="*/ 1382302 w 1703319"/>
                  <a:gd name="connsiteY2123" fmla="*/ 485952 h 788789"/>
                  <a:gd name="connsiteX2124" fmla="*/ 1381667 w 1703319"/>
                  <a:gd name="connsiteY2124" fmla="*/ 487010 h 788789"/>
                  <a:gd name="connsiteX2125" fmla="*/ 1380397 w 1703319"/>
                  <a:gd name="connsiteY2125" fmla="*/ 486658 h 788789"/>
                  <a:gd name="connsiteX2126" fmla="*/ 1381349 w 1703319"/>
                  <a:gd name="connsiteY2126" fmla="*/ 485246 h 788789"/>
                  <a:gd name="connsiteX2127" fmla="*/ 1381032 w 1703319"/>
                  <a:gd name="connsiteY2127" fmla="*/ 483483 h 788789"/>
                  <a:gd name="connsiteX2128" fmla="*/ 1380714 w 1703319"/>
                  <a:gd name="connsiteY2128" fmla="*/ 481366 h 788789"/>
                  <a:gd name="connsiteX2129" fmla="*/ 1374047 w 1703319"/>
                  <a:gd name="connsiteY2129" fmla="*/ 479425 h 788789"/>
                  <a:gd name="connsiteX2130" fmla="*/ 1374999 w 1703319"/>
                  <a:gd name="connsiteY2130" fmla="*/ 480060 h 788789"/>
                  <a:gd name="connsiteX2131" fmla="*/ 1374999 w 1703319"/>
                  <a:gd name="connsiteY2131" fmla="*/ 480696 h 788789"/>
                  <a:gd name="connsiteX2132" fmla="*/ 1374047 w 1703319"/>
                  <a:gd name="connsiteY2132" fmla="*/ 480696 h 788789"/>
                  <a:gd name="connsiteX2133" fmla="*/ 1374047 w 1703319"/>
                  <a:gd name="connsiteY2133" fmla="*/ 479425 h 788789"/>
                  <a:gd name="connsiteX2134" fmla="*/ 1366136 w 1703319"/>
                  <a:gd name="connsiteY2134" fmla="*/ 478169 h 788789"/>
                  <a:gd name="connsiteX2135" fmla="*/ 1367517 w 1703319"/>
                  <a:gd name="connsiteY2135" fmla="*/ 479161 h 788789"/>
                  <a:gd name="connsiteX2136" fmla="*/ 1368552 w 1703319"/>
                  <a:gd name="connsiteY2136" fmla="*/ 479823 h 788789"/>
                  <a:gd name="connsiteX2137" fmla="*/ 1369242 w 1703319"/>
                  <a:gd name="connsiteY2137" fmla="*/ 479823 h 788789"/>
                  <a:gd name="connsiteX2138" fmla="*/ 1372003 w 1703319"/>
                  <a:gd name="connsiteY2138" fmla="*/ 480484 h 788789"/>
                  <a:gd name="connsiteX2139" fmla="*/ 1372348 w 1703319"/>
                  <a:gd name="connsiteY2139" fmla="*/ 481146 h 788789"/>
                  <a:gd name="connsiteX2140" fmla="*/ 1372348 w 1703319"/>
                  <a:gd name="connsiteY2140" fmla="*/ 483130 h 788789"/>
                  <a:gd name="connsiteX2141" fmla="*/ 1372348 w 1703319"/>
                  <a:gd name="connsiteY2141" fmla="*/ 484453 h 788789"/>
                  <a:gd name="connsiteX2142" fmla="*/ 1371313 w 1703319"/>
                  <a:gd name="connsiteY2142" fmla="*/ 485445 h 788789"/>
                  <a:gd name="connsiteX2143" fmla="*/ 1370623 w 1703319"/>
                  <a:gd name="connsiteY2143" fmla="*/ 485115 h 788789"/>
                  <a:gd name="connsiteX2144" fmla="*/ 1369933 w 1703319"/>
                  <a:gd name="connsiteY2144" fmla="*/ 484122 h 788789"/>
                  <a:gd name="connsiteX2145" fmla="*/ 1369242 w 1703319"/>
                  <a:gd name="connsiteY2145" fmla="*/ 482799 h 788789"/>
                  <a:gd name="connsiteX2146" fmla="*/ 1368897 w 1703319"/>
                  <a:gd name="connsiteY2146" fmla="*/ 481807 h 788789"/>
                  <a:gd name="connsiteX2147" fmla="*/ 1367862 w 1703319"/>
                  <a:gd name="connsiteY2147" fmla="*/ 480815 h 788789"/>
                  <a:gd name="connsiteX2148" fmla="*/ 1367517 w 1703319"/>
                  <a:gd name="connsiteY2148" fmla="*/ 479492 h 788789"/>
                  <a:gd name="connsiteX2149" fmla="*/ 1366481 w 1703319"/>
                  <a:gd name="connsiteY2149" fmla="*/ 478830 h 788789"/>
                  <a:gd name="connsiteX2150" fmla="*/ 1366136 w 1703319"/>
                  <a:gd name="connsiteY2150" fmla="*/ 478169 h 788789"/>
                  <a:gd name="connsiteX2151" fmla="*/ 1378428 w 1703319"/>
                  <a:gd name="connsiteY2151" fmla="*/ 476250 h 788789"/>
                  <a:gd name="connsiteX2152" fmla="*/ 1379952 w 1703319"/>
                  <a:gd name="connsiteY2152" fmla="*/ 476581 h 788789"/>
                  <a:gd name="connsiteX2153" fmla="*/ 1380714 w 1703319"/>
                  <a:gd name="connsiteY2153" fmla="*/ 477904 h 788789"/>
                  <a:gd name="connsiteX2154" fmla="*/ 1380714 w 1703319"/>
                  <a:gd name="connsiteY2154" fmla="*/ 478235 h 788789"/>
                  <a:gd name="connsiteX2155" fmla="*/ 1381476 w 1703319"/>
                  <a:gd name="connsiteY2155" fmla="*/ 478235 h 788789"/>
                  <a:gd name="connsiteX2156" fmla="*/ 1381857 w 1703319"/>
                  <a:gd name="connsiteY2156" fmla="*/ 477242 h 788789"/>
                  <a:gd name="connsiteX2157" fmla="*/ 1383381 w 1703319"/>
                  <a:gd name="connsiteY2157" fmla="*/ 477573 h 788789"/>
                  <a:gd name="connsiteX2158" fmla="*/ 1384113 w 1703319"/>
                  <a:gd name="connsiteY2158" fmla="*/ 477891 h 788789"/>
                  <a:gd name="connsiteX2159" fmla="*/ 1384665 w 1703319"/>
                  <a:gd name="connsiteY2159" fmla="*/ 476647 h 788789"/>
                  <a:gd name="connsiteX2160" fmla="*/ 1386076 w 1703319"/>
                  <a:gd name="connsiteY2160" fmla="*/ 477044 h 788789"/>
                  <a:gd name="connsiteX2161" fmla="*/ 1386076 w 1703319"/>
                  <a:gd name="connsiteY2161" fmla="*/ 477838 h 788789"/>
                  <a:gd name="connsiteX2162" fmla="*/ 1386076 w 1703319"/>
                  <a:gd name="connsiteY2162" fmla="*/ 479028 h 788789"/>
                  <a:gd name="connsiteX2163" fmla="*/ 1384665 w 1703319"/>
                  <a:gd name="connsiteY2163" fmla="*/ 479425 h 788789"/>
                  <a:gd name="connsiteX2164" fmla="*/ 1384576 w 1703319"/>
                  <a:gd name="connsiteY2164" fmla="*/ 479325 h 788789"/>
                  <a:gd name="connsiteX2165" fmla="*/ 1384143 w 1703319"/>
                  <a:gd name="connsiteY2165" fmla="*/ 479888 h 788789"/>
                  <a:gd name="connsiteX2166" fmla="*/ 1384143 w 1703319"/>
                  <a:gd name="connsiteY2166" fmla="*/ 480219 h 788789"/>
                  <a:gd name="connsiteX2167" fmla="*/ 1384524 w 1703319"/>
                  <a:gd name="connsiteY2167" fmla="*/ 481211 h 788789"/>
                  <a:gd name="connsiteX2168" fmla="*/ 1386048 w 1703319"/>
                  <a:gd name="connsiteY2168" fmla="*/ 481211 h 788789"/>
                  <a:gd name="connsiteX2169" fmla="*/ 1386429 w 1703319"/>
                  <a:gd name="connsiteY2169" fmla="*/ 481873 h 788789"/>
                  <a:gd name="connsiteX2170" fmla="*/ 1386429 w 1703319"/>
                  <a:gd name="connsiteY2170" fmla="*/ 482204 h 788789"/>
                  <a:gd name="connsiteX2171" fmla="*/ 1386429 w 1703319"/>
                  <a:gd name="connsiteY2171" fmla="*/ 483527 h 788789"/>
                  <a:gd name="connsiteX2172" fmla="*/ 1386048 w 1703319"/>
                  <a:gd name="connsiteY2172" fmla="*/ 484188 h 788789"/>
                  <a:gd name="connsiteX2173" fmla="*/ 1384905 w 1703319"/>
                  <a:gd name="connsiteY2173" fmla="*/ 483527 h 788789"/>
                  <a:gd name="connsiteX2174" fmla="*/ 1383381 w 1703319"/>
                  <a:gd name="connsiteY2174" fmla="*/ 482534 h 788789"/>
                  <a:gd name="connsiteX2175" fmla="*/ 1382619 w 1703319"/>
                  <a:gd name="connsiteY2175" fmla="*/ 482204 h 788789"/>
                  <a:gd name="connsiteX2176" fmla="*/ 1381857 w 1703319"/>
                  <a:gd name="connsiteY2176" fmla="*/ 481873 h 788789"/>
                  <a:gd name="connsiteX2177" fmla="*/ 1381095 w 1703319"/>
                  <a:gd name="connsiteY2177" fmla="*/ 480219 h 788789"/>
                  <a:gd name="connsiteX2178" fmla="*/ 1379571 w 1703319"/>
                  <a:gd name="connsiteY2178" fmla="*/ 479558 h 788789"/>
                  <a:gd name="connsiteX2179" fmla="*/ 1379571 w 1703319"/>
                  <a:gd name="connsiteY2179" fmla="*/ 479227 h 788789"/>
                  <a:gd name="connsiteX2180" fmla="*/ 1379952 w 1703319"/>
                  <a:gd name="connsiteY2180" fmla="*/ 478565 h 788789"/>
                  <a:gd name="connsiteX2181" fmla="*/ 1379190 w 1703319"/>
                  <a:gd name="connsiteY2181" fmla="*/ 477904 h 788789"/>
                  <a:gd name="connsiteX2182" fmla="*/ 1378047 w 1703319"/>
                  <a:gd name="connsiteY2182" fmla="*/ 477904 h 788789"/>
                  <a:gd name="connsiteX2183" fmla="*/ 1377666 w 1703319"/>
                  <a:gd name="connsiteY2183" fmla="*/ 477242 h 788789"/>
                  <a:gd name="connsiteX2184" fmla="*/ 1377285 w 1703319"/>
                  <a:gd name="connsiteY2184" fmla="*/ 476581 h 788789"/>
                  <a:gd name="connsiteX2185" fmla="*/ 1378428 w 1703319"/>
                  <a:gd name="connsiteY2185" fmla="*/ 476250 h 788789"/>
                  <a:gd name="connsiteX2186" fmla="*/ 503779 w 1703319"/>
                  <a:gd name="connsiteY2186" fmla="*/ 474663 h 788789"/>
                  <a:gd name="connsiteX2187" fmla="*/ 505367 w 1703319"/>
                  <a:gd name="connsiteY2187" fmla="*/ 474663 h 788789"/>
                  <a:gd name="connsiteX2188" fmla="*/ 506425 w 1703319"/>
                  <a:gd name="connsiteY2188" fmla="*/ 475797 h 788789"/>
                  <a:gd name="connsiteX2189" fmla="*/ 504837 w 1703319"/>
                  <a:gd name="connsiteY2189" fmla="*/ 476024 h 788789"/>
                  <a:gd name="connsiteX2190" fmla="*/ 503779 w 1703319"/>
                  <a:gd name="connsiteY2190" fmla="*/ 474663 h 788789"/>
                  <a:gd name="connsiteX2191" fmla="*/ 502588 w 1703319"/>
                  <a:gd name="connsiteY2191" fmla="*/ 469900 h 788789"/>
                  <a:gd name="connsiteX2192" fmla="*/ 503382 w 1703319"/>
                  <a:gd name="connsiteY2192" fmla="*/ 469900 h 788789"/>
                  <a:gd name="connsiteX2193" fmla="*/ 503779 w 1703319"/>
                  <a:gd name="connsiteY2193" fmla="*/ 471488 h 788789"/>
                  <a:gd name="connsiteX2194" fmla="*/ 503382 w 1703319"/>
                  <a:gd name="connsiteY2194" fmla="*/ 472546 h 788789"/>
                  <a:gd name="connsiteX2195" fmla="*/ 502588 w 1703319"/>
                  <a:gd name="connsiteY2195" fmla="*/ 472546 h 788789"/>
                  <a:gd name="connsiteX2196" fmla="*/ 502588 w 1703319"/>
                  <a:gd name="connsiteY2196" fmla="*/ 469900 h 788789"/>
                  <a:gd name="connsiteX2197" fmla="*/ 502588 w 1703319"/>
                  <a:gd name="connsiteY2197" fmla="*/ 466725 h 788789"/>
                  <a:gd name="connsiteX2198" fmla="*/ 502588 w 1703319"/>
                  <a:gd name="connsiteY2198" fmla="*/ 467043 h 788789"/>
                  <a:gd name="connsiteX2199" fmla="*/ 503382 w 1703319"/>
                  <a:gd name="connsiteY2199" fmla="*/ 467043 h 788789"/>
                  <a:gd name="connsiteX2200" fmla="*/ 502985 w 1703319"/>
                  <a:gd name="connsiteY2200" fmla="*/ 468313 h 788789"/>
                  <a:gd name="connsiteX2201" fmla="*/ 502191 w 1703319"/>
                  <a:gd name="connsiteY2201" fmla="*/ 468313 h 788789"/>
                  <a:gd name="connsiteX2202" fmla="*/ 502588 w 1703319"/>
                  <a:gd name="connsiteY2202" fmla="*/ 466725 h 788789"/>
                  <a:gd name="connsiteX2203" fmla="*/ 496159 w 1703319"/>
                  <a:gd name="connsiteY2203" fmla="*/ 461010 h 788789"/>
                  <a:gd name="connsiteX2204" fmla="*/ 497429 w 1703319"/>
                  <a:gd name="connsiteY2204" fmla="*/ 462915 h 788789"/>
                  <a:gd name="connsiteX2205" fmla="*/ 496476 w 1703319"/>
                  <a:gd name="connsiteY2205" fmla="*/ 462915 h 788789"/>
                  <a:gd name="connsiteX2206" fmla="*/ 496159 w 1703319"/>
                  <a:gd name="connsiteY2206" fmla="*/ 461010 h 788789"/>
                  <a:gd name="connsiteX2207" fmla="*/ 494651 w 1703319"/>
                  <a:gd name="connsiteY2207" fmla="*/ 457835 h 788789"/>
                  <a:gd name="connsiteX2208" fmla="*/ 495842 w 1703319"/>
                  <a:gd name="connsiteY2208" fmla="*/ 457835 h 788789"/>
                  <a:gd name="connsiteX2209" fmla="*/ 495842 w 1703319"/>
                  <a:gd name="connsiteY2209" fmla="*/ 458471 h 788789"/>
                  <a:gd name="connsiteX2210" fmla="*/ 495048 w 1703319"/>
                  <a:gd name="connsiteY2210" fmla="*/ 458788 h 788789"/>
                  <a:gd name="connsiteX2211" fmla="*/ 494651 w 1703319"/>
                  <a:gd name="connsiteY2211" fmla="*/ 457835 h 788789"/>
                  <a:gd name="connsiteX2212" fmla="*/ 1370769 w 1703319"/>
                  <a:gd name="connsiteY2212" fmla="*/ 454751 h 788789"/>
                  <a:gd name="connsiteX2213" fmla="*/ 1371541 w 1703319"/>
                  <a:gd name="connsiteY2213" fmla="*/ 455114 h 788789"/>
                  <a:gd name="connsiteX2214" fmla="*/ 1373472 w 1703319"/>
                  <a:gd name="connsiteY2214" fmla="*/ 455477 h 788789"/>
                  <a:gd name="connsiteX2215" fmla="*/ 1374244 w 1703319"/>
                  <a:gd name="connsiteY2215" fmla="*/ 456565 h 788789"/>
                  <a:gd name="connsiteX2216" fmla="*/ 1375017 w 1703319"/>
                  <a:gd name="connsiteY2216" fmla="*/ 456202 h 788789"/>
                  <a:gd name="connsiteX2217" fmla="*/ 1376175 w 1703319"/>
                  <a:gd name="connsiteY2217" fmla="*/ 455839 h 788789"/>
                  <a:gd name="connsiteX2218" fmla="*/ 1376947 w 1703319"/>
                  <a:gd name="connsiteY2218" fmla="*/ 456928 h 788789"/>
                  <a:gd name="connsiteX2219" fmla="*/ 1376947 w 1703319"/>
                  <a:gd name="connsiteY2219" fmla="*/ 458379 h 788789"/>
                  <a:gd name="connsiteX2220" fmla="*/ 1376561 w 1703319"/>
                  <a:gd name="connsiteY2220" fmla="*/ 459831 h 788789"/>
                  <a:gd name="connsiteX2221" fmla="*/ 1376561 w 1703319"/>
                  <a:gd name="connsiteY2221" fmla="*/ 460919 h 788789"/>
                  <a:gd name="connsiteX2222" fmla="*/ 1376947 w 1703319"/>
                  <a:gd name="connsiteY2222" fmla="*/ 461645 h 788789"/>
                  <a:gd name="connsiteX2223" fmla="*/ 1378106 w 1703319"/>
                  <a:gd name="connsiteY2223" fmla="*/ 462371 h 788789"/>
                  <a:gd name="connsiteX2224" fmla="*/ 1377720 w 1703319"/>
                  <a:gd name="connsiteY2224" fmla="*/ 464185 h 788789"/>
                  <a:gd name="connsiteX2225" fmla="*/ 1377334 w 1703319"/>
                  <a:gd name="connsiteY2225" fmla="*/ 464548 h 788789"/>
                  <a:gd name="connsiteX2226" fmla="*/ 1376947 w 1703319"/>
                  <a:gd name="connsiteY2226" fmla="*/ 465637 h 788789"/>
                  <a:gd name="connsiteX2227" fmla="*/ 1376561 w 1703319"/>
                  <a:gd name="connsiteY2227" fmla="*/ 466362 h 788789"/>
                  <a:gd name="connsiteX2228" fmla="*/ 1375403 w 1703319"/>
                  <a:gd name="connsiteY2228" fmla="*/ 467451 h 788789"/>
                  <a:gd name="connsiteX2229" fmla="*/ 1374244 w 1703319"/>
                  <a:gd name="connsiteY2229" fmla="*/ 468177 h 788789"/>
                  <a:gd name="connsiteX2230" fmla="*/ 1373858 w 1703319"/>
                  <a:gd name="connsiteY2230" fmla="*/ 469628 h 788789"/>
                  <a:gd name="connsiteX2231" fmla="*/ 1372700 w 1703319"/>
                  <a:gd name="connsiteY2231" fmla="*/ 470354 h 788789"/>
                  <a:gd name="connsiteX2232" fmla="*/ 1372700 w 1703319"/>
                  <a:gd name="connsiteY2232" fmla="*/ 472531 h 788789"/>
                  <a:gd name="connsiteX2233" fmla="*/ 1373086 w 1703319"/>
                  <a:gd name="connsiteY2233" fmla="*/ 473257 h 788789"/>
                  <a:gd name="connsiteX2234" fmla="*/ 1373472 w 1703319"/>
                  <a:gd name="connsiteY2234" fmla="*/ 474345 h 788789"/>
                  <a:gd name="connsiteX2235" fmla="*/ 1373858 w 1703319"/>
                  <a:gd name="connsiteY2235" fmla="*/ 475434 h 788789"/>
                  <a:gd name="connsiteX2236" fmla="*/ 1374628 w 1703319"/>
                  <a:gd name="connsiteY2236" fmla="*/ 476519 h 788789"/>
                  <a:gd name="connsiteX2237" fmla="*/ 1375090 w 1703319"/>
                  <a:gd name="connsiteY2237" fmla="*/ 476250 h 788789"/>
                  <a:gd name="connsiteX2238" fmla="*/ 1376111 w 1703319"/>
                  <a:gd name="connsiteY2238" fmla="*/ 476647 h 788789"/>
                  <a:gd name="connsiteX2239" fmla="*/ 1377131 w 1703319"/>
                  <a:gd name="connsiteY2239" fmla="*/ 477441 h 788789"/>
                  <a:gd name="connsiteX2240" fmla="*/ 1378492 w 1703319"/>
                  <a:gd name="connsiteY2240" fmla="*/ 478631 h 788789"/>
                  <a:gd name="connsiteX2241" fmla="*/ 1376791 w 1703319"/>
                  <a:gd name="connsiteY2241" fmla="*/ 478235 h 788789"/>
                  <a:gd name="connsiteX2242" fmla="*/ 1376791 w 1703319"/>
                  <a:gd name="connsiteY2242" fmla="*/ 478631 h 788789"/>
                  <a:gd name="connsiteX2243" fmla="*/ 1377812 w 1703319"/>
                  <a:gd name="connsiteY2243" fmla="*/ 481013 h 788789"/>
                  <a:gd name="connsiteX2244" fmla="*/ 1377131 w 1703319"/>
                  <a:gd name="connsiteY2244" fmla="*/ 481806 h 788789"/>
                  <a:gd name="connsiteX2245" fmla="*/ 1376791 w 1703319"/>
                  <a:gd name="connsiteY2245" fmla="*/ 480219 h 788789"/>
                  <a:gd name="connsiteX2246" fmla="*/ 1376111 w 1703319"/>
                  <a:gd name="connsiteY2246" fmla="*/ 479425 h 788789"/>
                  <a:gd name="connsiteX2247" fmla="*/ 1375090 w 1703319"/>
                  <a:gd name="connsiteY2247" fmla="*/ 478235 h 788789"/>
                  <a:gd name="connsiteX2248" fmla="*/ 1374073 w 1703319"/>
                  <a:gd name="connsiteY2248" fmla="*/ 477839 h 788789"/>
                  <a:gd name="connsiteX2249" fmla="*/ 1373858 w 1703319"/>
                  <a:gd name="connsiteY2249" fmla="*/ 477974 h 788789"/>
                  <a:gd name="connsiteX2250" fmla="*/ 1372700 w 1703319"/>
                  <a:gd name="connsiteY2250" fmla="*/ 479062 h 788789"/>
                  <a:gd name="connsiteX2251" fmla="*/ 1371927 w 1703319"/>
                  <a:gd name="connsiteY2251" fmla="*/ 479062 h 788789"/>
                  <a:gd name="connsiteX2252" fmla="*/ 1369996 w 1703319"/>
                  <a:gd name="connsiteY2252" fmla="*/ 478337 h 788789"/>
                  <a:gd name="connsiteX2253" fmla="*/ 1369224 w 1703319"/>
                  <a:gd name="connsiteY2253" fmla="*/ 477974 h 788789"/>
                  <a:gd name="connsiteX2254" fmla="*/ 1368452 w 1703319"/>
                  <a:gd name="connsiteY2254" fmla="*/ 476159 h 788789"/>
                  <a:gd name="connsiteX2255" fmla="*/ 1369610 w 1703319"/>
                  <a:gd name="connsiteY2255" fmla="*/ 475797 h 788789"/>
                  <a:gd name="connsiteX2256" fmla="*/ 1370769 w 1703319"/>
                  <a:gd name="connsiteY2256" fmla="*/ 475797 h 788789"/>
                  <a:gd name="connsiteX2257" fmla="*/ 1371927 w 1703319"/>
                  <a:gd name="connsiteY2257" fmla="*/ 474708 h 788789"/>
                  <a:gd name="connsiteX2258" fmla="*/ 1370383 w 1703319"/>
                  <a:gd name="connsiteY2258" fmla="*/ 473982 h 788789"/>
                  <a:gd name="connsiteX2259" fmla="*/ 1369610 w 1703319"/>
                  <a:gd name="connsiteY2259" fmla="*/ 473982 h 788789"/>
                  <a:gd name="connsiteX2260" fmla="*/ 1368838 w 1703319"/>
                  <a:gd name="connsiteY2260" fmla="*/ 473982 h 788789"/>
                  <a:gd name="connsiteX2261" fmla="*/ 1368066 w 1703319"/>
                  <a:gd name="connsiteY2261" fmla="*/ 474345 h 788789"/>
                  <a:gd name="connsiteX2262" fmla="*/ 1366907 w 1703319"/>
                  <a:gd name="connsiteY2262" fmla="*/ 474708 h 788789"/>
                  <a:gd name="connsiteX2263" fmla="*/ 1366135 w 1703319"/>
                  <a:gd name="connsiteY2263" fmla="*/ 473982 h 788789"/>
                  <a:gd name="connsiteX2264" fmla="*/ 1365749 w 1703319"/>
                  <a:gd name="connsiteY2264" fmla="*/ 472531 h 788789"/>
                  <a:gd name="connsiteX2265" fmla="*/ 1365362 w 1703319"/>
                  <a:gd name="connsiteY2265" fmla="*/ 471805 h 788789"/>
                  <a:gd name="connsiteX2266" fmla="*/ 1365362 w 1703319"/>
                  <a:gd name="connsiteY2266" fmla="*/ 469991 h 788789"/>
                  <a:gd name="connsiteX2267" fmla="*/ 1364590 w 1703319"/>
                  <a:gd name="connsiteY2267" fmla="*/ 468902 h 788789"/>
                  <a:gd name="connsiteX2268" fmla="*/ 1364204 w 1703319"/>
                  <a:gd name="connsiteY2268" fmla="*/ 467451 h 788789"/>
                  <a:gd name="connsiteX2269" fmla="*/ 1364204 w 1703319"/>
                  <a:gd name="connsiteY2269" fmla="*/ 466725 h 788789"/>
                  <a:gd name="connsiteX2270" fmla="*/ 1364976 w 1703319"/>
                  <a:gd name="connsiteY2270" fmla="*/ 466362 h 788789"/>
                  <a:gd name="connsiteX2271" fmla="*/ 1366135 w 1703319"/>
                  <a:gd name="connsiteY2271" fmla="*/ 467088 h 788789"/>
                  <a:gd name="connsiteX2272" fmla="*/ 1367293 w 1703319"/>
                  <a:gd name="connsiteY2272" fmla="*/ 466725 h 788789"/>
                  <a:gd name="connsiteX2273" fmla="*/ 1367293 w 1703319"/>
                  <a:gd name="connsiteY2273" fmla="*/ 465999 h 788789"/>
                  <a:gd name="connsiteX2274" fmla="*/ 1367293 w 1703319"/>
                  <a:gd name="connsiteY2274" fmla="*/ 464548 h 788789"/>
                  <a:gd name="connsiteX2275" fmla="*/ 1367293 w 1703319"/>
                  <a:gd name="connsiteY2275" fmla="*/ 463097 h 788789"/>
                  <a:gd name="connsiteX2276" fmla="*/ 1367679 w 1703319"/>
                  <a:gd name="connsiteY2276" fmla="*/ 462371 h 788789"/>
                  <a:gd name="connsiteX2277" fmla="*/ 1368066 w 1703319"/>
                  <a:gd name="connsiteY2277" fmla="*/ 460919 h 788789"/>
                  <a:gd name="connsiteX2278" fmla="*/ 1368066 w 1703319"/>
                  <a:gd name="connsiteY2278" fmla="*/ 458742 h 788789"/>
                  <a:gd name="connsiteX2279" fmla="*/ 1368452 w 1703319"/>
                  <a:gd name="connsiteY2279" fmla="*/ 456928 h 788789"/>
                  <a:gd name="connsiteX2280" fmla="*/ 1368838 w 1703319"/>
                  <a:gd name="connsiteY2280" fmla="*/ 455477 h 788789"/>
                  <a:gd name="connsiteX2281" fmla="*/ 1370769 w 1703319"/>
                  <a:gd name="connsiteY2281" fmla="*/ 454751 h 788789"/>
                  <a:gd name="connsiteX2282" fmla="*/ 479172 w 1703319"/>
                  <a:gd name="connsiteY2282" fmla="*/ 454025 h 788789"/>
                  <a:gd name="connsiteX2283" fmla="*/ 481553 w 1703319"/>
                  <a:gd name="connsiteY2283" fmla="*/ 454025 h 788789"/>
                  <a:gd name="connsiteX2284" fmla="*/ 482744 w 1703319"/>
                  <a:gd name="connsiteY2284" fmla="*/ 454731 h 788789"/>
                  <a:gd name="connsiteX2285" fmla="*/ 482347 w 1703319"/>
                  <a:gd name="connsiteY2285" fmla="*/ 456142 h 788789"/>
                  <a:gd name="connsiteX2286" fmla="*/ 480363 w 1703319"/>
                  <a:gd name="connsiteY2286" fmla="*/ 456142 h 788789"/>
                  <a:gd name="connsiteX2287" fmla="*/ 478379 w 1703319"/>
                  <a:gd name="connsiteY2287" fmla="*/ 456847 h 788789"/>
                  <a:gd name="connsiteX2288" fmla="*/ 475997 w 1703319"/>
                  <a:gd name="connsiteY2288" fmla="*/ 456847 h 788789"/>
                  <a:gd name="connsiteX2289" fmla="*/ 475203 w 1703319"/>
                  <a:gd name="connsiteY2289" fmla="*/ 456142 h 788789"/>
                  <a:gd name="connsiteX2290" fmla="*/ 474807 w 1703319"/>
                  <a:gd name="connsiteY2290" fmla="*/ 454378 h 788789"/>
                  <a:gd name="connsiteX2291" fmla="*/ 479172 w 1703319"/>
                  <a:gd name="connsiteY2291" fmla="*/ 454025 h 788789"/>
                  <a:gd name="connsiteX2292" fmla="*/ 425779 w 1703319"/>
                  <a:gd name="connsiteY2292" fmla="*/ 454025 h 788789"/>
                  <a:gd name="connsiteX2293" fmla="*/ 429484 w 1703319"/>
                  <a:gd name="connsiteY2293" fmla="*/ 454392 h 788789"/>
                  <a:gd name="connsiteX2294" fmla="*/ 431706 w 1703319"/>
                  <a:gd name="connsiteY2294" fmla="*/ 455491 h 788789"/>
                  <a:gd name="connsiteX2295" fmla="*/ 432818 w 1703319"/>
                  <a:gd name="connsiteY2295" fmla="*/ 456956 h 788789"/>
                  <a:gd name="connsiteX2296" fmla="*/ 429854 w 1703319"/>
                  <a:gd name="connsiteY2296" fmla="*/ 457323 h 788789"/>
                  <a:gd name="connsiteX2297" fmla="*/ 428002 w 1703319"/>
                  <a:gd name="connsiteY2297" fmla="*/ 457689 h 788789"/>
                  <a:gd name="connsiteX2298" fmla="*/ 426520 w 1703319"/>
                  <a:gd name="connsiteY2298" fmla="*/ 458422 h 788789"/>
                  <a:gd name="connsiteX2299" fmla="*/ 424668 w 1703319"/>
                  <a:gd name="connsiteY2299" fmla="*/ 457323 h 788789"/>
                  <a:gd name="connsiteX2300" fmla="*/ 422816 w 1703319"/>
                  <a:gd name="connsiteY2300" fmla="*/ 455124 h 788789"/>
                  <a:gd name="connsiteX2301" fmla="*/ 425779 w 1703319"/>
                  <a:gd name="connsiteY2301" fmla="*/ 454025 h 788789"/>
                  <a:gd name="connsiteX2302" fmla="*/ 448814 w 1703319"/>
                  <a:gd name="connsiteY2302" fmla="*/ 446451 h 788789"/>
                  <a:gd name="connsiteX2303" fmla="*/ 451412 w 1703319"/>
                  <a:gd name="connsiteY2303" fmla="*/ 448265 h 788789"/>
                  <a:gd name="connsiteX2304" fmla="*/ 453639 w 1703319"/>
                  <a:gd name="connsiteY2304" fmla="*/ 448265 h 788789"/>
                  <a:gd name="connsiteX2305" fmla="*/ 455865 w 1703319"/>
                  <a:gd name="connsiteY2305" fmla="*/ 448265 h 788789"/>
                  <a:gd name="connsiteX2306" fmla="*/ 458092 w 1703319"/>
                  <a:gd name="connsiteY2306" fmla="*/ 448265 h 788789"/>
                  <a:gd name="connsiteX2307" fmla="*/ 460690 w 1703319"/>
                  <a:gd name="connsiteY2307" fmla="*/ 448265 h 788789"/>
                  <a:gd name="connsiteX2308" fmla="*/ 462174 w 1703319"/>
                  <a:gd name="connsiteY2308" fmla="*/ 450080 h 788789"/>
                  <a:gd name="connsiteX2309" fmla="*/ 464030 w 1703319"/>
                  <a:gd name="connsiteY2309" fmla="*/ 450805 h 788789"/>
                  <a:gd name="connsiteX2310" fmla="*/ 468854 w 1703319"/>
                  <a:gd name="connsiteY2310" fmla="*/ 452982 h 788789"/>
                  <a:gd name="connsiteX2311" fmla="*/ 467370 w 1703319"/>
                  <a:gd name="connsiteY2311" fmla="*/ 454434 h 788789"/>
                  <a:gd name="connsiteX2312" fmla="*/ 464401 w 1703319"/>
                  <a:gd name="connsiteY2312" fmla="*/ 454434 h 788789"/>
                  <a:gd name="connsiteX2313" fmla="*/ 461803 w 1703319"/>
                  <a:gd name="connsiteY2313" fmla="*/ 454797 h 788789"/>
                  <a:gd name="connsiteX2314" fmla="*/ 459576 w 1703319"/>
                  <a:gd name="connsiteY2314" fmla="*/ 455160 h 788789"/>
                  <a:gd name="connsiteX2315" fmla="*/ 457350 w 1703319"/>
                  <a:gd name="connsiteY2315" fmla="*/ 455160 h 788789"/>
                  <a:gd name="connsiteX2316" fmla="*/ 455865 w 1703319"/>
                  <a:gd name="connsiteY2316" fmla="*/ 456974 h 788789"/>
                  <a:gd name="connsiteX2317" fmla="*/ 455865 w 1703319"/>
                  <a:gd name="connsiteY2317" fmla="*/ 458425 h 788789"/>
                  <a:gd name="connsiteX2318" fmla="*/ 453268 w 1703319"/>
                  <a:gd name="connsiteY2318" fmla="*/ 456974 h 788789"/>
                  <a:gd name="connsiteX2319" fmla="*/ 452154 w 1703319"/>
                  <a:gd name="connsiteY2319" fmla="*/ 456248 h 788789"/>
                  <a:gd name="connsiteX2320" fmla="*/ 449928 w 1703319"/>
                  <a:gd name="connsiteY2320" fmla="*/ 456248 h 788789"/>
                  <a:gd name="connsiteX2321" fmla="*/ 447701 w 1703319"/>
                  <a:gd name="connsiteY2321" fmla="*/ 456248 h 788789"/>
                  <a:gd name="connsiteX2322" fmla="*/ 445474 w 1703319"/>
                  <a:gd name="connsiteY2322" fmla="*/ 456248 h 788789"/>
                  <a:gd name="connsiteX2323" fmla="*/ 443990 w 1703319"/>
                  <a:gd name="connsiteY2323" fmla="*/ 456248 h 788789"/>
                  <a:gd name="connsiteX2324" fmla="*/ 442877 w 1703319"/>
                  <a:gd name="connsiteY2324" fmla="*/ 456974 h 788789"/>
                  <a:gd name="connsiteX2325" fmla="*/ 441763 w 1703319"/>
                  <a:gd name="connsiteY2325" fmla="*/ 455885 h 788789"/>
                  <a:gd name="connsiteX2326" fmla="*/ 441021 w 1703319"/>
                  <a:gd name="connsiteY2326" fmla="*/ 454071 h 788789"/>
                  <a:gd name="connsiteX2327" fmla="*/ 444732 w 1703319"/>
                  <a:gd name="connsiteY2327" fmla="*/ 453345 h 788789"/>
                  <a:gd name="connsiteX2328" fmla="*/ 447701 w 1703319"/>
                  <a:gd name="connsiteY2328" fmla="*/ 454434 h 788789"/>
                  <a:gd name="connsiteX2329" fmla="*/ 449185 w 1703319"/>
                  <a:gd name="connsiteY2329" fmla="*/ 454797 h 788789"/>
                  <a:gd name="connsiteX2330" fmla="*/ 451041 w 1703319"/>
                  <a:gd name="connsiteY2330" fmla="*/ 454071 h 788789"/>
                  <a:gd name="connsiteX2331" fmla="*/ 449557 w 1703319"/>
                  <a:gd name="connsiteY2331" fmla="*/ 452982 h 788789"/>
                  <a:gd name="connsiteX2332" fmla="*/ 448814 w 1703319"/>
                  <a:gd name="connsiteY2332" fmla="*/ 451168 h 788789"/>
                  <a:gd name="connsiteX2333" fmla="*/ 448072 w 1703319"/>
                  <a:gd name="connsiteY2333" fmla="*/ 449354 h 788789"/>
                  <a:gd name="connsiteX2334" fmla="*/ 446959 w 1703319"/>
                  <a:gd name="connsiteY2334" fmla="*/ 448991 h 788789"/>
                  <a:gd name="connsiteX2335" fmla="*/ 446217 w 1703319"/>
                  <a:gd name="connsiteY2335" fmla="*/ 447540 h 788789"/>
                  <a:gd name="connsiteX2336" fmla="*/ 448814 w 1703319"/>
                  <a:gd name="connsiteY2336" fmla="*/ 446451 h 788789"/>
                  <a:gd name="connsiteX2337" fmla="*/ 444248 w 1703319"/>
                  <a:gd name="connsiteY2337" fmla="*/ 440267 h 788789"/>
                  <a:gd name="connsiteX2338" fmla="*/ 447423 w 1703319"/>
                  <a:gd name="connsiteY2338" fmla="*/ 441326 h 788789"/>
                  <a:gd name="connsiteX2339" fmla="*/ 447026 w 1703319"/>
                  <a:gd name="connsiteY2339" fmla="*/ 442384 h 788789"/>
                  <a:gd name="connsiteX2340" fmla="*/ 445042 w 1703319"/>
                  <a:gd name="connsiteY2340" fmla="*/ 442913 h 788789"/>
                  <a:gd name="connsiteX2341" fmla="*/ 443851 w 1703319"/>
                  <a:gd name="connsiteY2341" fmla="*/ 441855 h 788789"/>
                  <a:gd name="connsiteX2342" fmla="*/ 444248 w 1703319"/>
                  <a:gd name="connsiteY2342" fmla="*/ 440267 h 788789"/>
                  <a:gd name="connsiteX2343" fmla="*/ 400062 w 1703319"/>
                  <a:gd name="connsiteY2343" fmla="*/ 436881 h 788789"/>
                  <a:gd name="connsiteX2344" fmla="*/ 402179 w 1703319"/>
                  <a:gd name="connsiteY2344" fmla="*/ 438786 h 788789"/>
                  <a:gd name="connsiteX2345" fmla="*/ 400768 w 1703319"/>
                  <a:gd name="connsiteY2345" fmla="*/ 439103 h 788789"/>
                  <a:gd name="connsiteX2346" fmla="*/ 399710 w 1703319"/>
                  <a:gd name="connsiteY2346" fmla="*/ 438468 h 788789"/>
                  <a:gd name="connsiteX2347" fmla="*/ 400062 w 1703319"/>
                  <a:gd name="connsiteY2347" fmla="*/ 436881 h 788789"/>
                  <a:gd name="connsiteX2348" fmla="*/ 54588 w 1703319"/>
                  <a:gd name="connsiteY2348" fmla="*/ 434975 h 788789"/>
                  <a:gd name="connsiteX2349" fmla="*/ 57836 w 1703319"/>
                  <a:gd name="connsiteY2349" fmla="*/ 437753 h 788789"/>
                  <a:gd name="connsiteX2350" fmla="*/ 56392 w 1703319"/>
                  <a:gd name="connsiteY2350" fmla="*/ 440135 h 788789"/>
                  <a:gd name="connsiteX2351" fmla="*/ 53145 w 1703319"/>
                  <a:gd name="connsiteY2351" fmla="*/ 440928 h 788789"/>
                  <a:gd name="connsiteX2352" fmla="*/ 53145 w 1703319"/>
                  <a:gd name="connsiteY2352" fmla="*/ 437753 h 788789"/>
                  <a:gd name="connsiteX2353" fmla="*/ 54588 w 1703319"/>
                  <a:gd name="connsiteY2353" fmla="*/ 434975 h 788789"/>
                  <a:gd name="connsiteX2354" fmla="*/ 447536 w 1703319"/>
                  <a:gd name="connsiteY2354" fmla="*/ 433917 h 788789"/>
                  <a:gd name="connsiteX2355" fmla="*/ 449350 w 1703319"/>
                  <a:gd name="connsiteY2355" fmla="*/ 433917 h 788789"/>
                  <a:gd name="connsiteX2356" fmla="*/ 448897 w 1703319"/>
                  <a:gd name="connsiteY2356" fmla="*/ 434976 h 788789"/>
                  <a:gd name="connsiteX2357" fmla="*/ 447536 w 1703319"/>
                  <a:gd name="connsiteY2357" fmla="*/ 434976 h 788789"/>
                  <a:gd name="connsiteX2358" fmla="*/ 447536 w 1703319"/>
                  <a:gd name="connsiteY2358" fmla="*/ 433917 h 788789"/>
                  <a:gd name="connsiteX2359" fmla="*/ 443362 w 1703319"/>
                  <a:gd name="connsiteY2359" fmla="*/ 433732 h 788789"/>
                  <a:gd name="connsiteX2360" fmla="*/ 443850 w 1703319"/>
                  <a:gd name="connsiteY2360" fmla="*/ 434398 h 788789"/>
                  <a:gd name="connsiteX2361" fmla="*/ 443057 w 1703319"/>
                  <a:gd name="connsiteY2361" fmla="*/ 436130 h 788789"/>
                  <a:gd name="connsiteX2362" fmla="*/ 442660 w 1703319"/>
                  <a:gd name="connsiteY2362" fmla="*/ 435264 h 788789"/>
                  <a:gd name="connsiteX2363" fmla="*/ 442263 w 1703319"/>
                  <a:gd name="connsiteY2363" fmla="*/ 432233 h 788789"/>
                  <a:gd name="connsiteX2364" fmla="*/ 443453 w 1703319"/>
                  <a:gd name="connsiteY2364" fmla="*/ 433532 h 788789"/>
                  <a:gd name="connsiteX2365" fmla="*/ 443362 w 1703319"/>
                  <a:gd name="connsiteY2365" fmla="*/ 433732 h 788789"/>
                  <a:gd name="connsiteX2366" fmla="*/ 50331 w 1703319"/>
                  <a:gd name="connsiteY2366" fmla="*/ 431624 h 788789"/>
                  <a:gd name="connsiteX2367" fmla="*/ 52352 w 1703319"/>
                  <a:gd name="connsiteY2367" fmla="*/ 431624 h 788789"/>
                  <a:gd name="connsiteX2368" fmla="*/ 51774 w 1703319"/>
                  <a:gd name="connsiteY2368" fmla="*/ 433388 h 788789"/>
                  <a:gd name="connsiteX2369" fmla="*/ 50331 w 1703319"/>
                  <a:gd name="connsiteY2369" fmla="*/ 431624 h 788789"/>
                  <a:gd name="connsiteX2370" fmla="*/ 49357 w 1703319"/>
                  <a:gd name="connsiteY2370" fmla="*/ 430566 h 788789"/>
                  <a:gd name="connsiteX2371" fmla="*/ 48167 w 1703319"/>
                  <a:gd name="connsiteY2371" fmla="*/ 432683 h 788789"/>
                  <a:gd name="connsiteX2372" fmla="*/ 46976 w 1703319"/>
                  <a:gd name="connsiteY2372" fmla="*/ 430919 h 788789"/>
                  <a:gd name="connsiteX2373" fmla="*/ 49357 w 1703319"/>
                  <a:gd name="connsiteY2373" fmla="*/ 430566 h 788789"/>
                  <a:gd name="connsiteX2374" fmla="*/ 406043 w 1703319"/>
                  <a:gd name="connsiteY2374" fmla="*/ 430562 h 788789"/>
                  <a:gd name="connsiteX2375" fmla="*/ 408576 w 1703319"/>
                  <a:gd name="connsiteY2375" fmla="*/ 430562 h 788789"/>
                  <a:gd name="connsiteX2376" fmla="*/ 411833 w 1703319"/>
                  <a:gd name="connsiteY2376" fmla="*/ 431261 h 788789"/>
                  <a:gd name="connsiteX2377" fmla="*/ 415089 w 1703319"/>
                  <a:gd name="connsiteY2377" fmla="*/ 431261 h 788789"/>
                  <a:gd name="connsiteX2378" fmla="*/ 416537 w 1703319"/>
                  <a:gd name="connsiteY2378" fmla="*/ 432309 h 788789"/>
                  <a:gd name="connsiteX2379" fmla="*/ 417622 w 1703319"/>
                  <a:gd name="connsiteY2379" fmla="*/ 433706 h 788789"/>
                  <a:gd name="connsiteX2380" fmla="*/ 419070 w 1703319"/>
                  <a:gd name="connsiteY2380" fmla="*/ 434055 h 788789"/>
                  <a:gd name="connsiteX2381" fmla="*/ 420879 w 1703319"/>
                  <a:gd name="connsiteY2381" fmla="*/ 434055 h 788789"/>
                  <a:gd name="connsiteX2382" fmla="*/ 423050 w 1703319"/>
                  <a:gd name="connsiteY2382" fmla="*/ 435801 h 788789"/>
                  <a:gd name="connsiteX2383" fmla="*/ 424860 w 1703319"/>
                  <a:gd name="connsiteY2383" fmla="*/ 435801 h 788789"/>
                  <a:gd name="connsiteX2384" fmla="*/ 427031 w 1703319"/>
                  <a:gd name="connsiteY2384" fmla="*/ 437198 h 788789"/>
                  <a:gd name="connsiteX2385" fmla="*/ 429202 w 1703319"/>
                  <a:gd name="connsiteY2385" fmla="*/ 438246 h 788789"/>
                  <a:gd name="connsiteX2386" fmla="*/ 431011 w 1703319"/>
                  <a:gd name="connsiteY2386" fmla="*/ 439294 h 788789"/>
                  <a:gd name="connsiteX2387" fmla="*/ 431735 w 1703319"/>
                  <a:gd name="connsiteY2387" fmla="*/ 439992 h 788789"/>
                  <a:gd name="connsiteX2388" fmla="*/ 433906 w 1703319"/>
                  <a:gd name="connsiteY2388" fmla="*/ 440691 h 788789"/>
                  <a:gd name="connsiteX2389" fmla="*/ 435715 w 1703319"/>
                  <a:gd name="connsiteY2389" fmla="*/ 440691 h 788789"/>
                  <a:gd name="connsiteX2390" fmla="*/ 436077 w 1703319"/>
                  <a:gd name="connsiteY2390" fmla="*/ 442786 h 788789"/>
                  <a:gd name="connsiteX2391" fmla="*/ 437887 w 1703319"/>
                  <a:gd name="connsiteY2391" fmla="*/ 442786 h 788789"/>
                  <a:gd name="connsiteX2392" fmla="*/ 440058 w 1703319"/>
                  <a:gd name="connsiteY2392" fmla="*/ 443485 h 788789"/>
                  <a:gd name="connsiteX2393" fmla="*/ 440781 w 1703319"/>
                  <a:gd name="connsiteY2393" fmla="*/ 444533 h 788789"/>
                  <a:gd name="connsiteX2394" fmla="*/ 441505 w 1703319"/>
                  <a:gd name="connsiteY2394" fmla="*/ 445231 h 788789"/>
                  <a:gd name="connsiteX2395" fmla="*/ 439334 w 1703319"/>
                  <a:gd name="connsiteY2395" fmla="*/ 446978 h 788789"/>
                  <a:gd name="connsiteX2396" fmla="*/ 437887 w 1703319"/>
                  <a:gd name="connsiteY2396" fmla="*/ 446279 h 788789"/>
                  <a:gd name="connsiteX2397" fmla="*/ 436077 w 1703319"/>
                  <a:gd name="connsiteY2397" fmla="*/ 446978 h 788789"/>
                  <a:gd name="connsiteX2398" fmla="*/ 434268 w 1703319"/>
                  <a:gd name="connsiteY2398" fmla="*/ 446279 h 788789"/>
                  <a:gd name="connsiteX2399" fmla="*/ 431011 w 1703319"/>
                  <a:gd name="connsiteY2399" fmla="*/ 446628 h 788789"/>
                  <a:gd name="connsiteX2400" fmla="*/ 428116 w 1703319"/>
                  <a:gd name="connsiteY2400" fmla="*/ 446978 h 788789"/>
                  <a:gd name="connsiteX2401" fmla="*/ 425583 w 1703319"/>
                  <a:gd name="connsiteY2401" fmla="*/ 446628 h 788789"/>
                  <a:gd name="connsiteX2402" fmla="*/ 427393 w 1703319"/>
                  <a:gd name="connsiteY2402" fmla="*/ 444882 h 788789"/>
                  <a:gd name="connsiteX2403" fmla="*/ 426669 w 1703319"/>
                  <a:gd name="connsiteY2403" fmla="*/ 443485 h 788789"/>
                  <a:gd name="connsiteX2404" fmla="*/ 424498 w 1703319"/>
                  <a:gd name="connsiteY2404" fmla="*/ 443136 h 788789"/>
                  <a:gd name="connsiteX2405" fmla="*/ 421965 w 1703319"/>
                  <a:gd name="connsiteY2405" fmla="*/ 441040 h 788789"/>
                  <a:gd name="connsiteX2406" fmla="*/ 420517 w 1703319"/>
                  <a:gd name="connsiteY2406" fmla="*/ 438945 h 788789"/>
                  <a:gd name="connsiteX2407" fmla="*/ 418346 w 1703319"/>
                  <a:gd name="connsiteY2407" fmla="*/ 438595 h 788789"/>
                  <a:gd name="connsiteX2408" fmla="*/ 416175 w 1703319"/>
                  <a:gd name="connsiteY2408" fmla="*/ 438246 h 788789"/>
                  <a:gd name="connsiteX2409" fmla="*/ 413642 w 1703319"/>
                  <a:gd name="connsiteY2409" fmla="*/ 436500 h 788789"/>
                  <a:gd name="connsiteX2410" fmla="*/ 408938 w 1703319"/>
                  <a:gd name="connsiteY2410" fmla="*/ 436151 h 788789"/>
                  <a:gd name="connsiteX2411" fmla="*/ 406405 w 1703319"/>
                  <a:gd name="connsiteY2411" fmla="*/ 435452 h 788789"/>
                  <a:gd name="connsiteX2412" fmla="*/ 405319 w 1703319"/>
                  <a:gd name="connsiteY2412" fmla="*/ 434754 h 788789"/>
                  <a:gd name="connsiteX2413" fmla="*/ 404957 w 1703319"/>
                  <a:gd name="connsiteY2413" fmla="*/ 433356 h 788789"/>
                  <a:gd name="connsiteX2414" fmla="*/ 402786 w 1703319"/>
                  <a:gd name="connsiteY2414" fmla="*/ 432658 h 788789"/>
                  <a:gd name="connsiteX2415" fmla="*/ 400977 w 1703319"/>
                  <a:gd name="connsiteY2415" fmla="*/ 433706 h 788789"/>
                  <a:gd name="connsiteX2416" fmla="*/ 398806 w 1703319"/>
                  <a:gd name="connsiteY2416" fmla="*/ 435103 h 788789"/>
                  <a:gd name="connsiteX2417" fmla="*/ 395549 w 1703319"/>
                  <a:gd name="connsiteY2417" fmla="*/ 435452 h 788789"/>
                  <a:gd name="connsiteX2418" fmla="*/ 393740 w 1703319"/>
                  <a:gd name="connsiteY2418" fmla="*/ 436849 h 788789"/>
                  <a:gd name="connsiteX2419" fmla="*/ 393016 w 1703319"/>
                  <a:gd name="connsiteY2419" fmla="*/ 434055 h 788789"/>
                  <a:gd name="connsiteX2420" fmla="*/ 394825 w 1703319"/>
                  <a:gd name="connsiteY2420" fmla="*/ 433007 h 788789"/>
                  <a:gd name="connsiteX2421" fmla="*/ 396996 w 1703319"/>
                  <a:gd name="connsiteY2421" fmla="*/ 431959 h 788789"/>
                  <a:gd name="connsiteX2422" fmla="*/ 398444 w 1703319"/>
                  <a:gd name="connsiteY2422" fmla="*/ 431261 h 788789"/>
                  <a:gd name="connsiteX2423" fmla="*/ 400253 w 1703319"/>
                  <a:gd name="connsiteY2423" fmla="*/ 430912 h 788789"/>
                  <a:gd name="connsiteX2424" fmla="*/ 402424 w 1703319"/>
                  <a:gd name="connsiteY2424" fmla="*/ 430912 h 788789"/>
                  <a:gd name="connsiteX2425" fmla="*/ 403872 w 1703319"/>
                  <a:gd name="connsiteY2425" fmla="*/ 430912 h 788789"/>
                  <a:gd name="connsiteX2426" fmla="*/ 406043 w 1703319"/>
                  <a:gd name="connsiteY2426" fmla="*/ 430562 h 788789"/>
                  <a:gd name="connsiteX2427" fmla="*/ 436310 w 1703319"/>
                  <a:gd name="connsiteY2427" fmla="*/ 429260 h 788789"/>
                  <a:gd name="connsiteX2428" fmla="*/ 437897 w 1703319"/>
                  <a:gd name="connsiteY2428" fmla="*/ 429578 h 788789"/>
                  <a:gd name="connsiteX2429" fmla="*/ 438294 w 1703319"/>
                  <a:gd name="connsiteY2429" fmla="*/ 430530 h 788789"/>
                  <a:gd name="connsiteX2430" fmla="*/ 438294 w 1703319"/>
                  <a:gd name="connsiteY2430" fmla="*/ 431800 h 788789"/>
                  <a:gd name="connsiteX2431" fmla="*/ 437103 w 1703319"/>
                  <a:gd name="connsiteY2431" fmla="*/ 430848 h 788789"/>
                  <a:gd name="connsiteX2432" fmla="*/ 436310 w 1703319"/>
                  <a:gd name="connsiteY2432" fmla="*/ 430213 h 788789"/>
                  <a:gd name="connsiteX2433" fmla="*/ 436310 w 1703319"/>
                  <a:gd name="connsiteY2433" fmla="*/ 429260 h 788789"/>
                  <a:gd name="connsiteX2434" fmla="*/ 43933 w 1703319"/>
                  <a:gd name="connsiteY2434" fmla="*/ 427991 h 788789"/>
                  <a:gd name="connsiteX2435" fmla="*/ 43933 w 1703319"/>
                  <a:gd name="connsiteY2435" fmla="*/ 429896 h 788789"/>
                  <a:gd name="connsiteX2436" fmla="*/ 42522 w 1703319"/>
                  <a:gd name="connsiteY2436" fmla="*/ 428943 h 788789"/>
                  <a:gd name="connsiteX2437" fmla="*/ 43933 w 1703319"/>
                  <a:gd name="connsiteY2437" fmla="*/ 427991 h 788789"/>
                  <a:gd name="connsiteX2438" fmla="*/ 426521 w 1703319"/>
                  <a:gd name="connsiteY2438" fmla="*/ 425450 h 788789"/>
                  <a:gd name="connsiteX2439" fmla="*/ 425462 w 1703319"/>
                  <a:gd name="connsiteY2439" fmla="*/ 428096 h 788789"/>
                  <a:gd name="connsiteX2440" fmla="*/ 424404 w 1703319"/>
                  <a:gd name="connsiteY2440" fmla="*/ 426508 h 788789"/>
                  <a:gd name="connsiteX2441" fmla="*/ 426521 w 1703319"/>
                  <a:gd name="connsiteY2441" fmla="*/ 425450 h 788789"/>
                  <a:gd name="connsiteX2442" fmla="*/ 36524 w 1703319"/>
                  <a:gd name="connsiteY2442" fmla="*/ 425274 h 788789"/>
                  <a:gd name="connsiteX2443" fmla="*/ 37935 w 1703319"/>
                  <a:gd name="connsiteY2443" fmla="*/ 425274 h 788789"/>
                  <a:gd name="connsiteX2444" fmla="*/ 37935 w 1703319"/>
                  <a:gd name="connsiteY2444" fmla="*/ 427038 h 788789"/>
                  <a:gd name="connsiteX2445" fmla="*/ 36524 w 1703319"/>
                  <a:gd name="connsiteY2445" fmla="*/ 425274 h 788789"/>
                  <a:gd name="connsiteX2446" fmla="*/ 435781 w 1703319"/>
                  <a:gd name="connsiteY2446" fmla="*/ 422751 h 788789"/>
                  <a:gd name="connsiteX2447" fmla="*/ 436575 w 1703319"/>
                  <a:gd name="connsiteY2447" fmla="*/ 423704 h 788789"/>
                  <a:gd name="connsiteX2448" fmla="*/ 436839 w 1703319"/>
                  <a:gd name="connsiteY2448" fmla="*/ 424657 h 788789"/>
                  <a:gd name="connsiteX2449" fmla="*/ 436310 w 1703319"/>
                  <a:gd name="connsiteY2449" fmla="*/ 426562 h 788789"/>
                  <a:gd name="connsiteX2450" fmla="*/ 436310 w 1703319"/>
                  <a:gd name="connsiteY2450" fmla="*/ 425133 h 788789"/>
                  <a:gd name="connsiteX2451" fmla="*/ 436045 w 1703319"/>
                  <a:gd name="connsiteY2451" fmla="*/ 423704 h 788789"/>
                  <a:gd name="connsiteX2452" fmla="*/ 435781 w 1703319"/>
                  <a:gd name="connsiteY2452" fmla="*/ 422751 h 788789"/>
                  <a:gd name="connsiteX2453" fmla="*/ 1374258 w 1703319"/>
                  <a:gd name="connsiteY2453" fmla="*/ 420688 h 788789"/>
                  <a:gd name="connsiteX2454" fmla="*/ 1374963 w 1703319"/>
                  <a:gd name="connsiteY2454" fmla="*/ 422628 h 788789"/>
                  <a:gd name="connsiteX2455" fmla="*/ 1374963 w 1703319"/>
                  <a:gd name="connsiteY2455" fmla="*/ 425733 h 788789"/>
                  <a:gd name="connsiteX2456" fmla="*/ 1373905 w 1703319"/>
                  <a:gd name="connsiteY2456" fmla="*/ 426897 h 788789"/>
                  <a:gd name="connsiteX2457" fmla="*/ 1373552 w 1703319"/>
                  <a:gd name="connsiteY2457" fmla="*/ 428449 h 788789"/>
                  <a:gd name="connsiteX2458" fmla="*/ 1373199 w 1703319"/>
                  <a:gd name="connsiteY2458" fmla="*/ 430002 h 788789"/>
                  <a:gd name="connsiteX2459" fmla="*/ 1373199 w 1703319"/>
                  <a:gd name="connsiteY2459" fmla="*/ 431166 h 788789"/>
                  <a:gd name="connsiteX2460" fmla="*/ 1372141 w 1703319"/>
                  <a:gd name="connsiteY2460" fmla="*/ 434270 h 788789"/>
                  <a:gd name="connsiteX2461" fmla="*/ 1371435 w 1703319"/>
                  <a:gd name="connsiteY2461" fmla="*/ 435435 h 788789"/>
                  <a:gd name="connsiteX2462" fmla="*/ 1370377 w 1703319"/>
                  <a:gd name="connsiteY2462" fmla="*/ 438151 h 788789"/>
                  <a:gd name="connsiteX2463" fmla="*/ 1369319 w 1703319"/>
                  <a:gd name="connsiteY2463" fmla="*/ 437763 h 788789"/>
                  <a:gd name="connsiteX2464" fmla="*/ 1367202 w 1703319"/>
                  <a:gd name="connsiteY2464" fmla="*/ 434659 h 788789"/>
                  <a:gd name="connsiteX2465" fmla="*/ 1366849 w 1703319"/>
                  <a:gd name="connsiteY2465" fmla="*/ 432330 h 788789"/>
                  <a:gd name="connsiteX2466" fmla="*/ 1366849 w 1703319"/>
                  <a:gd name="connsiteY2466" fmla="*/ 430390 h 788789"/>
                  <a:gd name="connsiteX2467" fmla="*/ 1367202 w 1703319"/>
                  <a:gd name="connsiteY2467" fmla="*/ 428838 h 788789"/>
                  <a:gd name="connsiteX2468" fmla="*/ 1368260 w 1703319"/>
                  <a:gd name="connsiteY2468" fmla="*/ 426897 h 788789"/>
                  <a:gd name="connsiteX2469" fmla="*/ 1369319 w 1703319"/>
                  <a:gd name="connsiteY2469" fmla="*/ 424957 h 788789"/>
                  <a:gd name="connsiteX2470" fmla="*/ 1370377 w 1703319"/>
                  <a:gd name="connsiteY2470" fmla="*/ 423405 h 788789"/>
                  <a:gd name="connsiteX2471" fmla="*/ 1371083 w 1703319"/>
                  <a:gd name="connsiteY2471" fmla="*/ 421852 h 788789"/>
                  <a:gd name="connsiteX2472" fmla="*/ 1372494 w 1703319"/>
                  <a:gd name="connsiteY2472" fmla="*/ 421464 h 788789"/>
                  <a:gd name="connsiteX2473" fmla="*/ 1374258 w 1703319"/>
                  <a:gd name="connsiteY2473" fmla="*/ 420688 h 788789"/>
                  <a:gd name="connsiteX2474" fmla="*/ 424227 w 1703319"/>
                  <a:gd name="connsiteY2474" fmla="*/ 420688 h 788789"/>
                  <a:gd name="connsiteX2475" fmla="*/ 424933 w 1703319"/>
                  <a:gd name="connsiteY2475" fmla="*/ 421248 h 788789"/>
                  <a:gd name="connsiteX2476" fmla="*/ 425991 w 1703319"/>
                  <a:gd name="connsiteY2476" fmla="*/ 422930 h 788789"/>
                  <a:gd name="connsiteX2477" fmla="*/ 425638 w 1703319"/>
                  <a:gd name="connsiteY2477" fmla="*/ 424611 h 788789"/>
                  <a:gd name="connsiteX2478" fmla="*/ 424580 w 1703319"/>
                  <a:gd name="connsiteY2478" fmla="*/ 424330 h 788789"/>
                  <a:gd name="connsiteX2479" fmla="*/ 423522 w 1703319"/>
                  <a:gd name="connsiteY2479" fmla="*/ 423770 h 788789"/>
                  <a:gd name="connsiteX2480" fmla="*/ 423522 w 1703319"/>
                  <a:gd name="connsiteY2480" fmla="*/ 422649 h 788789"/>
                  <a:gd name="connsiteX2481" fmla="*/ 424227 w 1703319"/>
                  <a:gd name="connsiteY2481" fmla="*/ 420688 h 788789"/>
                  <a:gd name="connsiteX2482" fmla="*/ 432518 w 1703319"/>
                  <a:gd name="connsiteY2482" fmla="*/ 419677 h 788789"/>
                  <a:gd name="connsiteX2483" fmla="*/ 433223 w 1703319"/>
                  <a:gd name="connsiteY2483" fmla="*/ 420543 h 788789"/>
                  <a:gd name="connsiteX2484" fmla="*/ 433929 w 1703319"/>
                  <a:gd name="connsiteY2484" fmla="*/ 421698 h 788789"/>
                  <a:gd name="connsiteX2485" fmla="*/ 432871 w 1703319"/>
                  <a:gd name="connsiteY2485" fmla="*/ 421986 h 788789"/>
                  <a:gd name="connsiteX2486" fmla="*/ 432518 w 1703319"/>
                  <a:gd name="connsiteY2486" fmla="*/ 420543 h 788789"/>
                  <a:gd name="connsiteX2487" fmla="*/ 430754 w 1703319"/>
                  <a:gd name="connsiteY2487" fmla="*/ 419966 h 788789"/>
                  <a:gd name="connsiteX2488" fmla="*/ 432518 w 1703319"/>
                  <a:gd name="connsiteY2488" fmla="*/ 419677 h 788789"/>
                  <a:gd name="connsiteX2489" fmla="*/ 426785 w 1703319"/>
                  <a:gd name="connsiteY2489" fmla="*/ 413431 h 788789"/>
                  <a:gd name="connsiteX2490" fmla="*/ 428769 w 1703319"/>
                  <a:gd name="connsiteY2490" fmla="*/ 413431 h 788789"/>
                  <a:gd name="connsiteX2491" fmla="*/ 428769 w 1703319"/>
                  <a:gd name="connsiteY2491" fmla="*/ 414451 h 788789"/>
                  <a:gd name="connsiteX2492" fmla="*/ 428769 w 1703319"/>
                  <a:gd name="connsiteY2492" fmla="*/ 415812 h 788789"/>
                  <a:gd name="connsiteX2493" fmla="*/ 427975 w 1703319"/>
                  <a:gd name="connsiteY2493" fmla="*/ 417173 h 788789"/>
                  <a:gd name="connsiteX2494" fmla="*/ 427579 w 1703319"/>
                  <a:gd name="connsiteY2494" fmla="*/ 415812 h 788789"/>
                  <a:gd name="connsiteX2495" fmla="*/ 427579 w 1703319"/>
                  <a:gd name="connsiteY2495" fmla="*/ 414451 h 788789"/>
                  <a:gd name="connsiteX2496" fmla="*/ 426785 w 1703319"/>
                  <a:gd name="connsiteY2496" fmla="*/ 413431 h 788789"/>
                  <a:gd name="connsiteX2497" fmla="*/ 423346 w 1703319"/>
                  <a:gd name="connsiteY2497" fmla="*/ 411869 h 788789"/>
                  <a:gd name="connsiteX2498" fmla="*/ 423875 w 1703319"/>
                  <a:gd name="connsiteY2498" fmla="*/ 412574 h 788789"/>
                  <a:gd name="connsiteX2499" fmla="*/ 422817 w 1703319"/>
                  <a:gd name="connsiteY2499" fmla="*/ 412927 h 788789"/>
                  <a:gd name="connsiteX2500" fmla="*/ 421229 w 1703319"/>
                  <a:gd name="connsiteY2500" fmla="*/ 413633 h 788789"/>
                  <a:gd name="connsiteX2501" fmla="*/ 421494 w 1703319"/>
                  <a:gd name="connsiteY2501" fmla="*/ 412574 h 788789"/>
                  <a:gd name="connsiteX2502" fmla="*/ 423346 w 1703319"/>
                  <a:gd name="connsiteY2502" fmla="*/ 411869 h 788789"/>
                  <a:gd name="connsiteX2503" fmla="*/ 711424 w 1703319"/>
                  <a:gd name="connsiteY2503" fmla="*/ 407988 h 788789"/>
                  <a:gd name="connsiteX2504" fmla="*/ 711742 w 1703319"/>
                  <a:gd name="connsiteY2504" fmla="*/ 408623 h 788789"/>
                  <a:gd name="connsiteX2505" fmla="*/ 711107 w 1703319"/>
                  <a:gd name="connsiteY2505" fmla="*/ 409576 h 788789"/>
                  <a:gd name="connsiteX2506" fmla="*/ 710472 w 1703319"/>
                  <a:gd name="connsiteY2506" fmla="*/ 408941 h 788789"/>
                  <a:gd name="connsiteX2507" fmla="*/ 710154 w 1703319"/>
                  <a:gd name="connsiteY2507" fmla="*/ 408623 h 788789"/>
                  <a:gd name="connsiteX2508" fmla="*/ 710472 w 1703319"/>
                  <a:gd name="connsiteY2508" fmla="*/ 408306 h 788789"/>
                  <a:gd name="connsiteX2509" fmla="*/ 711424 w 1703319"/>
                  <a:gd name="connsiteY2509" fmla="*/ 407988 h 788789"/>
                  <a:gd name="connsiteX2510" fmla="*/ 722324 w 1703319"/>
                  <a:gd name="connsiteY2510" fmla="*/ 406400 h 788789"/>
                  <a:gd name="connsiteX2511" fmla="*/ 723735 w 1703319"/>
                  <a:gd name="connsiteY2511" fmla="*/ 406400 h 788789"/>
                  <a:gd name="connsiteX2512" fmla="*/ 724088 w 1703319"/>
                  <a:gd name="connsiteY2512" fmla="*/ 406854 h 788789"/>
                  <a:gd name="connsiteX2513" fmla="*/ 724088 w 1703319"/>
                  <a:gd name="connsiteY2513" fmla="*/ 407308 h 788789"/>
                  <a:gd name="connsiteX2514" fmla="*/ 723383 w 1703319"/>
                  <a:gd name="connsiteY2514" fmla="*/ 407761 h 788789"/>
                  <a:gd name="connsiteX2515" fmla="*/ 722324 w 1703319"/>
                  <a:gd name="connsiteY2515" fmla="*/ 407761 h 788789"/>
                  <a:gd name="connsiteX2516" fmla="*/ 721619 w 1703319"/>
                  <a:gd name="connsiteY2516" fmla="*/ 407308 h 788789"/>
                  <a:gd name="connsiteX2517" fmla="*/ 721266 w 1703319"/>
                  <a:gd name="connsiteY2517" fmla="*/ 406854 h 788789"/>
                  <a:gd name="connsiteX2518" fmla="*/ 722324 w 1703319"/>
                  <a:gd name="connsiteY2518" fmla="*/ 406400 h 788789"/>
                  <a:gd name="connsiteX2519" fmla="*/ 714123 w 1703319"/>
                  <a:gd name="connsiteY2519" fmla="*/ 406400 h 788789"/>
                  <a:gd name="connsiteX2520" fmla="*/ 714917 w 1703319"/>
                  <a:gd name="connsiteY2520" fmla="*/ 406718 h 788789"/>
                  <a:gd name="connsiteX2521" fmla="*/ 714917 w 1703319"/>
                  <a:gd name="connsiteY2521" fmla="*/ 407671 h 788789"/>
                  <a:gd name="connsiteX2522" fmla="*/ 713726 w 1703319"/>
                  <a:gd name="connsiteY2522" fmla="*/ 407035 h 788789"/>
                  <a:gd name="connsiteX2523" fmla="*/ 714123 w 1703319"/>
                  <a:gd name="connsiteY2523" fmla="*/ 406400 h 788789"/>
                  <a:gd name="connsiteX2524" fmla="*/ 719361 w 1703319"/>
                  <a:gd name="connsiteY2524" fmla="*/ 405131 h 788789"/>
                  <a:gd name="connsiteX2525" fmla="*/ 719679 w 1703319"/>
                  <a:gd name="connsiteY2525" fmla="*/ 405766 h 788789"/>
                  <a:gd name="connsiteX2526" fmla="*/ 719044 w 1703319"/>
                  <a:gd name="connsiteY2526" fmla="*/ 406401 h 788789"/>
                  <a:gd name="connsiteX2527" fmla="*/ 718727 w 1703319"/>
                  <a:gd name="connsiteY2527" fmla="*/ 407036 h 788789"/>
                  <a:gd name="connsiteX2528" fmla="*/ 717774 w 1703319"/>
                  <a:gd name="connsiteY2528" fmla="*/ 407988 h 788789"/>
                  <a:gd name="connsiteX2529" fmla="*/ 716821 w 1703319"/>
                  <a:gd name="connsiteY2529" fmla="*/ 407671 h 788789"/>
                  <a:gd name="connsiteX2530" fmla="*/ 716821 w 1703319"/>
                  <a:gd name="connsiteY2530" fmla="*/ 406401 h 788789"/>
                  <a:gd name="connsiteX2531" fmla="*/ 717457 w 1703319"/>
                  <a:gd name="connsiteY2531" fmla="*/ 405766 h 788789"/>
                  <a:gd name="connsiteX2532" fmla="*/ 718409 w 1703319"/>
                  <a:gd name="connsiteY2532" fmla="*/ 405448 h 788789"/>
                  <a:gd name="connsiteX2533" fmla="*/ 719361 w 1703319"/>
                  <a:gd name="connsiteY2533" fmla="*/ 405131 h 788789"/>
                  <a:gd name="connsiteX2534" fmla="*/ 729733 w 1703319"/>
                  <a:gd name="connsiteY2534" fmla="*/ 403592 h 788789"/>
                  <a:gd name="connsiteX2535" fmla="*/ 730526 w 1703319"/>
                  <a:gd name="connsiteY2535" fmla="*/ 404324 h 788789"/>
                  <a:gd name="connsiteX2536" fmla="*/ 730791 w 1703319"/>
                  <a:gd name="connsiteY2536" fmla="*/ 405057 h 788789"/>
                  <a:gd name="connsiteX2537" fmla="*/ 729997 w 1703319"/>
                  <a:gd name="connsiteY2537" fmla="*/ 406523 h 788789"/>
                  <a:gd name="connsiteX2538" fmla="*/ 728939 w 1703319"/>
                  <a:gd name="connsiteY2538" fmla="*/ 407255 h 788789"/>
                  <a:gd name="connsiteX2539" fmla="*/ 728410 w 1703319"/>
                  <a:gd name="connsiteY2539" fmla="*/ 407622 h 788789"/>
                  <a:gd name="connsiteX2540" fmla="*/ 727881 w 1703319"/>
                  <a:gd name="connsiteY2540" fmla="*/ 407255 h 788789"/>
                  <a:gd name="connsiteX2541" fmla="*/ 728145 w 1703319"/>
                  <a:gd name="connsiteY2541" fmla="*/ 406523 h 788789"/>
                  <a:gd name="connsiteX2542" fmla="*/ 728145 w 1703319"/>
                  <a:gd name="connsiteY2542" fmla="*/ 405423 h 788789"/>
                  <a:gd name="connsiteX2543" fmla="*/ 728674 w 1703319"/>
                  <a:gd name="connsiteY2543" fmla="*/ 405057 h 788789"/>
                  <a:gd name="connsiteX2544" fmla="*/ 729203 w 1703319"/>
                  <a:gd name="connsiteY2544" fmla="*/ 404691 h 788789"/>
                  <a:gd name="connsiteX2545" fmla="*/ 729733 w 1703319"/>
                  <a:gd name="connsiteY2545" fmla="*/ 403592 h 788789"/>
                  <a:gd name="connsiteX2546" fmla="*/ 712800 w 1703319"/>
                  <a:gd name="connsiteY2546" fmla="*/ 401638 h 788789"/>
                  <a:gd name="connsiteX2547" fmla="*/ 713329 w 1703319"/>
                  <a:gd name="connsiteY2547" fmla="*/ 402999 h 788789"/>
                  <a:gd name="connsiteX2548" fmla="*/ 711741 w 1703319"/>
                  <a:gd name="connsiteY2548" fmla="*/ 404360 h 788789"/>
                  <a:gd name="connsiteX2549" fmla="*/ 710683 w 1703319"/>
                  <a:gd name="connsiteY2549" fmla="*/ 403452 h 788789"/>
                  <a:gd name="connsiteX2550" fmla="*/ 711212 w 1703319"/>
                  <a:gd name="connsiteY2550" fmla="*/ 402092 h 788789"/>
                  <a:gd name="connsiteX2551" fmla="*/ 712800 w 1703319"/>
                  <a:gd name="connsiteY2551" fmla="*/ 401638 h 788789"/>
                  <a:gd name="connsiteX2552" fmla="*/ 732909 w 1703319"/>
                  <a:gd name="connsiteY2552" fmla="*/ 400756 h 788789"/>
                  <a:gd name="connsiteX2553" fmla="*/ 733967 w 1703319"/>
                  <a:gd name="connsiteY2553" fmla="*/ 401108 h 788789"/>
                  <a:gd name="connsiteX2554" fmla="*/ 733438 w 1703319"/>
                  <a:gd name="connsiteY2554" fmla="*/ 401814 h 788789"/>
                  <a:gd name="connsiteX2555" fmla="*/ 732379 w 1703319"/>
                  <a:gd name="connsiteY2555" fmla="*/ 402167 h 788789"/>
                  <a:gd name="connsiteX2556" fmla="*/ 731321 w 1703319"/>
                  <a:gd name="connsiteY2556" fmla="*/ 402872 h 788789"/>
                  <a:gd name="connsiteX2557" fmla="*/ 730262 w 1703319"/>
                  <a:gd name="connsiteY2557" fmla="*/ 402872 h 788789"/>
                  <a:gd name="connsiteX2558" fmla="*/ 729733 w 1703319"/>
                  <a:gd name="connsiteY2558" fmla="*/ 402167 h 788789"/>
                  <a:gd name="connsiteX2559" fmla="*/ 730262 w 1703319"/>
                  <a:gd name="connsiteY2559" fmla="*/ 401461 h 788789"/>
                  <a:gd name="connsiteX2560" fmla="*/ 731321 w 1703319"/>
                  <a:gd name="connsiteY2560" fmla="*/ 401108 h 788789"/>
                  <a:gd name="connsiteX2561" fmla="*/ 732909 w 1703319"/>
                  <a:gd name="connsiteY2561" fmla="*/ 400756 h 788789"/>
                  <a:gd name="connsiteX2562" fmla="*/ 715511 w 1703319"/>
                  <a:gd name="connsiteY2562" fmla="*/ 381000 h 788789"/>
                  <a:gd name="connsiteX2563" fmla="*/ 716305 w 1703319"/>
                  <a:gd name="connsiteY2563" fmla="*/ 381000 h 788789"/>
                  <a:gd name="connsiteX2564" fmla="*/ 716504 w 1703319"/>
                  <a:gd name="connsiteY2564" fmla="*/ 382058 h 788789"/>
                  <a:gd name="connsiteX2565" fmla="*/ 716305 w 1703319"/>
                  <a:gd name="connsiteY2565" fmla="*/ 383117 h 788789"/>
                  <a:gd name="connsiteX2566" fmla="*/ 715909 w 1703319"/>
                  <a:gd name="connsiteY2566" fmla="*/ 383117 h 788789"/>
                  <a:gd name="connsiteX2567" fmla="*/ 715511 w 1703319"/>
                  <a:gd name="connsiteY2567" fmla="*/ 383646 h 788789"/>
                  <a:gd name="connsiteX2568" fmla="*/ 715115 w 1703319"/>
                  <a:gd name="connsiteY2568" fmla="*/ 383646 h 788789"/>
                  <a:gd name="connsiteX2569" fmla="*/ 715115 w 1703319"/>
                  <a:gd name="connsiteY2569" fmla="*/ 382058 h 788789"/>
                  <a:gd name="connsiteX2570" fmla="*/ 715511 w 1703319"/>
                  <a:gd name="connsiteY2570" fmla="*/ 381000 h 788789"/>
                  <a:gd name="connsiteX2571" fmla="*/ 1397224 w 1703319"/>
                  <a:gd name="connsiteY2571" fmla="*/ 378052 h 788789"/>
                  <a:gd name="connsiteX2572" fmla="*/ 1398653 w 1703319"/>
                  <a:gd name="connsiteY2572" fmla="*/ 378506 h 788789"/>
                  <a:gd name="connsiteX2573" fmla="*/ 1396747 w 1703319"/>
                  <a:gd name="connsiteY2573" fmla="*/ 379413 h 788789"/>
                  <a:gd name="connsiteX2574" fmla="*/ 1394842 w 1703319"/>
                  <a:gd name="connsiteY2574" fmla="*/ 378959 h 788789"/>
                  <a:gd name="connsiteX2575" fmla="*/ 1397224 w 1703319"/>
                  <a:gd name="connsiteY2575" fmla="*/ 378052 h 788789"/>
                  <a:gd name="connsiteX2576" fmla="*/ 1415244 w 1703319"/>
                  <a:gd name="connsiteY2576" fmla="*/ 376238 h 788789"/>
                  <a:gd name="connsiteX2577" fmla="*/ 1416783 w 1703319"/>
                  <a:gd name="connsiteY2577" fmla="*/ 376616 h 788789"/>
                  <a:gd name="connsiteX2578" fmla="*/ 1417938 w 1703319"/>
                  <a:gd name="connsiteY2578" fmla="*/ 377372 h 788789"/>
                  <a:gd name="connsiteX2579" fmla="*/ 1419862 w 1703319"/>
                  <a:gd name="connsiteY2579" fmla="*/ 377372 h 788789"/>
                  <a:gd name="connsiteX2580" fmla="*/ 1421017 w 1703319"/>
                  <a:gd name="connsiteY2580" fmla="*/ 377750 h 788789"/>
                  <a:gd name="connsiteX2581" fmla="*/ 1421017 w 1703319"/>
                  <a:gd name="connsiteY2581" fmla="*/ 378884 h 788789"/>
                  <a:gd name="connsiteX2582" fmla="*/ 1422556 w 1703319"/>
                  <a:gd name="connsiteY2582" fmla="*/ 380396 h 788789"/>
                  <a:gd name="connsiteX2583" fmla="*/ 1422941 w 1703319"/>
                  <a:gd name="connsiteY2583" fmla="*/ 381530 h 788789"/>
                  <a:gd name="connsiteX2584" fmla="*/ 1422171 w 1703319"/>
                  <a:gd name="connsiteY2584" fmla="*/ 383042 h 788789"/>
                  <a:gd name="connsiteX2585" fmla="*/ 1421017 w 1703319"/>
                  <a:gd name="connsiteY2585" fmla="*/ 384932 h 788789"/>
                  <a:gd name="connsiteX2586" fmla="*/ 1420632 w 1703319"/>
                  <a:gd name="connsiteY2586" fmla="*/ 385688 h 788789"/>
                  <a:gd name="connsiteX2587" fmla="*/ 1420632 w 1703319"/>
                  <a:gd name="connsiteY2587" fmla="*/ 386821 h 788789"/>
                  <a:gd name="connsiteX2588" fmla="*/ 1419862 w 1703319"/>
                  <a:gd name="connsiteY2588" fmla="*/ 388711 h 788789"/>
                  <a:gd name="connsiteX2589" fmla="*/ 1419477 w 1703319"/>
                  <a:gd name="connsiteY2589" fmla="*/ 389845 h 788789"/>
                  <a:gd name="connsiteX2590" fmla="*/ 1417553 w 1703319"/>
                  <a:gd name="connsiteY2590" fmla="*/ 390979 h 788789"/>
                  <a:gd name="connsiteX2591" fmla="*/ 1416399 w 1703319"/>
                  <a:gd name="connsiteY2591" fmla="*/ 391357 h 788789"/>
                  <a:gd name="connsiteX2592" fmla="*/ 1416014 w 1703319"/>
                  <a:gd name="connsiteY2592" fmla="*/ 390979 h 788789"/>
                  <a:gd name="connsiteX2593" fmla="*/ 1416014 w 1703319"/>
                  <a:gd name="connsiteY2593" fmla="*/ 389089 h 788789"/>
                  <a:gd name="connsiteX2594" fmla="*/ 1415629 w 1703319"/>
                  <a:gd name="connsiteY2594" fmla="*/ 389845 h 788789"/>
                  <a:gd name="connsiteX2595" fmla="*/ 1414859 w 1703319"/>
                  <a:gd name="connsiteY2595" fmla="*/ 390979 h 788789"/>
                  <a:gd name="connsiteX2596" fmla="*/ 1414089 w 1703319"/>
                  <a:gd name="connsiteY2596" fmla="*/ 390979 h 788789"/>
                  <a:gd name="connsiteX2597" fmla="*/ 1413320 w 1703319"/>
                  <a:gd name="connsiteY2597" fmla="*/ 389467 h 788789"/>
                  <a:gd name="connsiteX2598" fmla="*/ 1413705 w 1703319"/>
                  <a:gd name="connsiteY2598" fmla="*/ 387955 h 788789"/>
                  <a:gd name="connsiteX2599" fmla="*/ 1413705 w 1703319"/>
                  <a:gd name="connsiteY2599" fmla="*/ 386443 h 788789"/>
                  <a:gd name="connsiteX2600" fmla="*/ 1414474 w 1703319"/>
                  <a:gd name="connsiteY2600" fmla="*/ 385310 h 788789"/>
                  <a:gd name="connsiteX2601" fmla="*/ 1415629 w 1703319"/>
                  <a:gd name="connsiteY2601" fmla="*/ 383798 h 788789"/>
                  <a:gd name="connsiteX2602" fmla="*/ 1414859 w 1703319"/>
                  <a:gd name="connsiteY2602" fmla="*/ 383042 h 788789"/>
                  <a:gd name="connsiteX2603" fmla="*/ 1414474 w 1703319"/>
                  <a:gd name="connsiteY2603" fmla="*/ 381530 h 788789"/>
                  <a:gd name="connsiteX2604" fmla="*/ 1413705 w 1703319"/>
                  <a:gd name="connsiteY2604" fmla="*/ 382664 h 788789"/>
                  <a:gd name="connsiteX2605" fmla="*/ 1413320 w 1703319"/>
                  <a:gd name="connsiteY2605" fmla="*/ 383420 h 788789"/>
                  <a:gd name="connsiteX2606" fmla="*/ 1411780 w 1703319"/>
                  <a:gd name="connsiteY2606" fmla="*/ 383420 h 788789"/>
                  <a:gd name="connsiteX2607" fmla="*/ 1411780 w 1703319"/>
                  <a:gd name="connsiteY2607" fmla="*/ 383042 h 788789"/>
                  <a:gd name="connsiteX2608" fmla="*/ 1411011 w 1703319"/>
                  <a:gd name="connsiteY2608" fmla="*/ 381908 h 788789"/>
                  <a:gd name="connsiteX2609" fmla="*/ 1410626 w 1703319"/>
                  <a:gd name="connsiteY2609" fmla="*/ 380774 h 788789"/>
                  <a:gd name="connsiteX2610" fmla="*/ 1410626 w 1703319"/>
                  <a:gd name="connsiteY2610" fmla="*/ 379640 h 788789"/>
                  <a:gd name="connsiteX2611" fmla="*/ 1411780 w 1703319"/>
                  <a:gd name="connsiteY2611" fmla="*/ 378884 h 788789"/>
                  <a:gd name="connsiteX2612" fmla="*/ 1413705 w 1703319"/>
                  <a:gd name="connsiteY2612" fmla="*/ 377372 h 788789"/>
                  <a:gd name="connsiteX2613" fmla="*/ 1415244 w 1703319"/>
                  <a:gd name="connsiteY2613" fmla="*/ 376238 h 788789"/>
                  <a:gd name="connsiteX2614" fmla="*/ 1433026 w 1703319"/>
                  <a:gd name="connsiteY2614" fmla="*/ 373063 h 788789"/>
                  <a:gd name="connsiteX2615" fmla="*/ 1433400 w 1703319"/>
                  <a:gd name="connsiteY2615" fmla="*/ 373063 h 788789"/>
                  <a:gd name="connsiteX2616" fmla="*/ 1434147 w 1703319"/>
                  <a:gd name="connsiteY2616" fmla="*/ 373857 h 788789"/>
                  <a:gd name="connsiteX2617" fmla="*/ 1435267 w 1703319"/>
                  <a:gd name="connsiteY2617" fmla="*/ 374254 h 788789"/>
                  <a:gd name="connsiteX2618" fmla="*/ 1435641 w 1703319"/>
                  <a:gd name="connsiteY2618" fmla="*/ 374651 h 788789"/>
                  <a:gd name="connsiteX2619" fmla="*/ 1435267 w 1703319"/>
                  <a:gd name="connsiteY2619" fmla="*/ 377032 h 788789"/>
                  <a:gd name="connsiteX2620" fmla="*/ 1434520 w 1703319"/>
                  <a:gd name="connsiteY2620" fmla="*/ 377826 h 788789"/>
                  <a:gd name="connsiteX2621" fmla="*/ 1434147 w 1703319"/>
                  <a:gd name="connsiteY2621" fmla="*/ 378223 h 788789"/>
                  <a:gd name="connsiteX2622" fmla="*/ 1432653 w 1703319"/>
                  <a:gd name="connsiteY2622" fmla="*/ 378619 h 788789"/>
                  <a:gd name="connsiteX2623" fmla="*/ 1431906 w 1703319"/>
                  <a:gd name="connsiteY2623" fmla="*/ 378619 h 788789"/>
                  <a:gd name="connsiteX2624" fmla="*/ 1431532 w 1703319"/>
                  <a:gd name="connsiteY2624" fmla="*/ 378619 h 788789"/>
                  <a:gd name="connsiteX2625" fmla="*/ 1430785 w 1703319"/>
                  <a:gd name="connsiteY2625" fmla="*/ 377826 h 788789"/>
                  <a:gd name="connsiteX2626" fmla="*/ 1429665 w 1703319"/>
                  <a:gd name="connsiteY2626" fmla="*/ 378619 h 788789"/>
                  <a:gd name="connsiteX2627" fmla="*/ 1429665 w 1703319"/>
                  <a:gd name="connsiteY2627" fmla="*/ 379016 h 788789"/>
                  <a:gd name="connsiteX2628" fmla="*/ 1428544 w 1703319"/>
                  <a:gd name="connsiteY2628" fmla="*/ 380207 h 788789"/>
                  <a:gd name="connsiteX2629" fmla="*/ 1428544 w 1703319"/>
                  <a:gd name="connsiteY2629" fmla="*/ 380604 h 788789"/>
                  <a:gd name="connsiteX2630" fmla="*/ 1427423 w 1703319"/>
                  <a:gd name="connsiteY2630" fmla="*/ 381794 h 788789"/>
                  <a:gd name="connsiteX2631" fmla="*/ 1427050 w 1703319"/>
                  <a:gd name="connsiteY2631" fmla="*/ 382191 h 788789"/>
                  <a:gd name="connsiteX2632" fmla="*/ 1426676 w 1703319"/>
                  <a:gd name="connsiteY2632" fmla="*/ 382588 h 788789"/>
                  <a:gd name="connsiteX2633" fmla="*/ 1425556 w 1703319"/>
                  <a:gd name="connsiteY2633" fmla="*/ 382191 h 788789"/>
                  <a:gd name="connsiteX2634" fmla="*/ 1424809 w 1703319"/>
                  <a:gd name="connsiteY2634" fmla="*/ 381794 h 788789"/>
                  <a:gd name="connsiteX2635" fmla="*/ 1424435 w 1703319"/>
                  <a:gd name="connsiteY2635" fmla="*/ 381398 h 788789"/>
                  <a:gd name="connsiteX2636" fmla="*/ 1424062 w 1703319"/>
                  <a:gd name="connsiteY2636" fmla="*/ 381001 h 788789"/>
                  <a:gd name="connsiteX2637" fmla="*/ 1424435 w 1703319"/>
                  <a:gd name="connsiteY2637" fmla="*/ 380207 h 788789"/>
                  <a:gd name="connsiteX2638" fmla="*/ 1424435 w 1703319"/>
                  <a:gd name="connsiteY2638" fmla="*/ 379413 h 788789"/>
                  <a:gd name="connsiteX2639" fmla="*/ 1424435 w 1703319"/>
                  <a:gd name="connsiteY2639" fmla="*/ 379016 h 788789"/>
                  <a:gd name="connsiteX2640" fmla="*/ 1422941 w 1703319"/>
                  <a:gd name="connsiteY2640" fmla="*/ 379016 h 788789"/>
                  <a:gd name="connsiteX2641" fmla="*/ 1423688 w 1703319"/>
                  <a:gd name="connsiteY2641" fmla="*/ 378223 h 788789"/>
                  <a:gd name="connsiteX2642" fmla="*/ 1424809 w 1703319"/>
                  <a:gd name="connsiteY2642" fmla="*/ 377429 h 788789"/>
                  <a:gd name="connsiteX2643" fmla="*/ 1425182 w 1703319"/>
                  <a:gd name="connsiteY2643" fmla="*/ 377032 h 788789"/>
                  <a:gd name="connsiteX2644" fmla="*/ 1425556 w 1703319"/>
                  <a:gd name="connsiteY2644" fmla="*/ 376238 h 788789"/>
                  <a:gd name="connsiteX2645" fmla="*/ 1425556 w 1703319"/>
                  <a:gd name="connsiteY2645" fmla="*/ 375841 h 788789"/>
                  <a:gd name="connsiteX2646" fmla="*/ 1426676 w 1703319"/>
                  <a:gd name="connsiteY2646" fmla="*/ 375048 h 788789"/>
                  <a:gd name="connsiteX2647" fmla="*/ 1427797 w 1703319"/>
                  <a:gd name="connsiteY2647" fmla="*/ 375444 h 788789"/>
                  <a:gd name="connsiteX2648" fmla="*/ 1428544 w 1703319"/>
                  <a:gd name="connsiteY2648" fmla="*/ 375048 h 788789"/>
                  <a:gd name="connsiteX2649" fmla="*/ 1429291 w 1703319"/>
                  <a:gd name="connsiteY2649" fmla="*/ 374651 h 788789"/>
                  <a:gd name="connsiteX2650" fmla="*/ 1429665 w 1703319"/>
                  <a:gd name="connsiteY2650" fmla="*/ 374651 h 788789"/>
                  <a:gd name="connsiteX2651" fmla="*/ 1430412 w 1703319"/>
                  <a:gd name="connsiteY2651" fmla="*/ 373857 h 788789"/>
                  <a:gd name="connsiteX2652" fmla="*/ 1430785 w 1703319"/>
                  <a:gd name="connsiteY2652" fmla="*/ 373460 h 788789"/>
                  <a:gd name="connsiteX2653" fmla="*/ 1431532 w 1703319"/>
                  <a:gd name="connsiteY2653" fmla="*/ 373460 h 788789"/>
                  <a:gd name="connsiteX2654" fmla="*/ 1431906 w 1703319"/>
                  <a:gd name="connsiteY2654" fmla="*/ 373460 h 788789"/>
                  <a:gd name="connsiteX2655" fmla="*/ 1433026 w 1703319"/>
                  <a:gd name="connsiteY2655" fmla="*/ 373063 h 788789"/>
                  <a:gd name="connsiteX2656" fmla="*/ 857394 w 1703319"/>
                  <a:gd name="connsiteY2656" fmla="*/ 352484 h 788789"/>
                  <a:gd name="connsiteX2657" fmla="*/ 858585 w 1703319"/>
                  <a:gd name="connsiteY2657" fmla="*/ 352484 h 788789"/>
                  <a:gd name="connsiteX2658" fmla="*/ 858345 w 1703319"/>
                  <a:gd name="connsiteY2658" fmla="*/ 352658 h 788789"/>
                  <a:gd name="connsiteX2659" fmla="*/ 870491 w 1703319"/>
                  <a:gd name="connsiteY2659" fmla="*/ 351661 h 788789"/>
                  <a:gd name="connsiteX2660" fmla="*/ 868903 w 1703319"/>
                  <a:gd name="connsiteY2660" fmla="*/ 357835 h 788789"/>
                  <a:gd name="connsiteX2661" fmla="*/ 869300 w 1703319"/>
                  <a:gd name="connsiteY2661" fmla="*/ 361540 h 788789"/>
                  <a:gd name="connsiteX2662" fmla="*/ 866125 w 1703319"/>
                  <a:gd name="connsiteY2662" fmla="*/ 361128 h 788789"/>
                  <a:gd name="connsiteX2663" fmla="*/ 860569 w 1703319"/>
                  <a:gd name="connsiteY2663" fmla="*/ 357835 h 788789"/>
                  <a:gd name="connsiteX2664" fmla="*/ 854616 w 1703319"/>
                  <a:gd name="connsiteY2664" fmla="*/ 355366 h 788789"/>
                  <a:gd name="connsiteX2665" fmla="*/ 858345 w 1703319"/>
                  <a:gd name="connsiteY2665" fmla="*/ 352658 h 788789"/>
                  <a:gd name="connsiteX2666" fmla="*/ 864141 w 1703319"/>
                  <a:gd name="connsiteY2666" fmla="*/ 353719 h 788789"/>
                  <a:gd name="connsiteX2667" fmla="*/ 870491 w 1703319"/>
                  <a:gd name="connsiteY2667" fmla="*/ 351661 h 788789"/>
                  <a:gd name="connsiteX2668" fmla="*/ 1466190 w 1703319"/>
                  <a:gd name="connsiteY2668" fmla="*/ 335320 h 788789"/>
                  <a:gd name="connsiteX2669" fmla="*/ 1466919 w 1703319"/>
                  <a:gd name="connsiteY2669" fmla="*/ 336035 h 788789"/>
                  <a:gd name="connsiteX2670" fmla="*/ 1467284 w 1703319"/>
                  <a:gd name="connsiteY2670" fmla="*/ 337106 h 788789"/>
                  <a:gd name="connsiteX2671" fmla="*/ 1467284 w 1703319"/>
                  <a:gd name="connsiteY2671" fmla="*/ 337821 h 788789"/>
                  <a:gd name="connsiteX2672" fmla="*/ 1466919 w 1703319"/>
                  <a:gd name="connsiteY2672" fmla="*/ 338178 h 788789"/>
                  <a:gd name="connsiteX2673" fmla="*/ 1468013 w 1703319"/>
                  <a:gd name="connsiteY2673" fmla="*/ 338892 h 788789"/>
                  <a:gd name="connsiteX2674" fmla="*/ 1468378 w 1703319"/>
                  <a:gd name="connsiteY2674" fmla="*/ 339964 h 788789"/>
                  <a:gd name="connsiteX2675" fmla="*/ 1468743 w 1703319"/>
                  <a:gd name="connsiteY2675" fmla="*/ 340321 h 788789"/>
                  <a:gd name="connsiteX2676" fmla="*/ 1469837 w 1703319"/>
                  <a:gd name="connsiteY2676" fmla="*/ 341750 h 788789"/>
                  <a:gd name="connsiteX2677" fmla="*/ 1470201 w 1703319"/>
                  <a:gd name="connsiteY2677" fmla="*/ 342821 h 788789"/>
                  <a:gd name="connsiteX2678" fmla="*/ 1470566 w 1703319"/>
                  <a:gd name="connsiteY2678" fmla="*/ 343536 h 788789"/>
                  <a:gd name="connsiteX2679" fmla="*/ 1470566 w 1703319"/>
                  <a:gd name="connsiteY2679" fmla="*/ 344250 h 788789"/>
                  <a:gd name="connsiteX2680" fmla="*/ 1470566 w 1703319"/>
                  <a:gd name="connsiteY2680" fmla="*/ 345679 h 788789"/>
                  <a:gd name="connsiteX2681" fmla="*/ 1470201 w 1703319"/>
                  <a:gd name="connsiteY2681" fmla="*/ 346750 h 788789"/>
                  <a:gd name="connsiteX2682" fmla="*/ 1469837 w 1703319"/>
                  <a:gd name="connsiteY2682" fmla="*/ 347108 h 788789"/>
                  <a:gd name="connsiteX2683" fmla="*/ 1469837 w 1703319"/>
                  <a:gd name="connsiteY2683" fmla="*/ 348179 h 788789"/>
                  <a:gd name="connsiteX2684" fmla="*/ 1469107 w 1703319"/>
                  <a:gd name="connsiteY2684" fmla="*/ 348894 h 788789"/>
                  <a:gd name="connsiteX2685" fmla="*/ 1468743 w 1703319"/>
                  <a:gd name="connsiteY2685" fmla="*/ 349251 h 788789"/>
                  <a:gd name="connsiteX2686" fmla="*/ 1468378 w 1703319"/>
                  <a:gd name="connsiteY2686" fmla="*/ 350322 h 788789"/>
                  <a:gd name="connsiteX2687" fmla="*/ 1468013 w 1703319"/>
                  <a:gd name="connsiteY2687" fmla="*/ 351751 h 788789"/>
                  <a:gd name="connsiteX2688" fmla="*/ 1468013 w 1703319"/>
                  <a:gd name="connsiteY2688" fmla="*/ 352108 h 788789"/>
                  <a:gd name="connsiteX2689" fmla="*/ 1466919 w 1703319"/>
                  <a:gd name="connsiteY2689" fmla="*/ 352108 h 788789"/>
                  <a:gd name="connsiteX2690" fmla="*/ 1466190 w 1703319"/>
                  <a:gd name="connsiteY2690" fmla="*/ 352823 h 788789"/>
                  <a:gd name="connsiteX2691" fmla="*/ 1465825 w 1703319"/>
                  <a:gd name="connsiteY2691" fmla="*/ 353180 h 788789"/>
                  <a:gd name="connsiteX2692" fmla="*/ 1465825 w 1703319"/>
                  <a:gd name="connsiteY2692" fmla="*/ 353894 h 788789"/>
                  <a:gd name="connsiteX2693" fmla="*/ 1465825 w 1703319"/>
                  <a:gd name="connsiteY2693" fmla="*/ 354609 h 788789"/>
                  <a:gd name="connsiteX2694" fmla="*/ 1465825 w 1703319"/>
                  <a:gd name="connsiteY2694" fmla="*/ 355680 h 788789"/>
                  <a:gd name="connsiteX2695" fmla="*/ 1465825 w 1703319"/>
                  <a:gd name="connsiteY2695" fmla="*/ 357109 h 788789"/>
                  <a:gd name="connsiteX2696" fmla="*/ 1466190 w 1703319"/>
                  <a:gd name="connsiteY2696" fmla="*/ 357823 h 788789"/>
                  <a:gd name="connsiteX2697" fmla="*/ 1465825 w 1703319"/>
                  <a:gd name="connsiteY2697" fmla="*/ 359252 h 788789"/>
                  <a:gd name="connsiteX2698" fmla="*/ 1465096 w 1703319"/>
                  <a:gd name="connsiteY2698" fmla="*/ 360324 h 788789"/>
                  <a:gd name="connsiteX2699" fmla="*/ 1464366 w 1703319"/>
                  <a:gd name="connsiteY2699" fmla="*/ 361395 h 788789"/>
                  <a:gd name="connsiteX2700" fmla="*/ 1463637 w 1703319"/>
                  <a:gd name="connsiteY2700" fmla="*/ 362467 h 788789"/>
                  <a:gd name="connsiteX2701" fmla="*/ 1463637 w 1703319"/>
                  <a:gd name="connsiteY2701" fmla="*/ 363181 h 788789"/>
                  <a:gd name="connsiteX2702" fmla="*/ 1464001 w 1703319"/>
                  <a:gd name="connsiteY2702" fmla="*/ 363896 h 788789"/>
                  <a:gd name="connsiteX2703" fmla="*/ 1464731 w 1703319"/>
                  <a:gd name="connsiteY2703" fmla="*/ 364610 h 788789"/>
                  <a:gd name="connsiteX2704" fmla="*/ 1465096 w 1703319"/>
                  <a:gd name="connsiteY2704" fmla="*/ 365324 h 788789"/>
                  <a:gd name="connsiteX2705" fmla="*/ 1465096 w 1703319"/>
                  <a:gd name="connsiteY2705" fmla="*/ 366039 h 788789"/>
                  <a:gd name="connsiteX2706" fmla="*/ 1464731 w 1703319"/>
                  <a:gd name="connsiteY2706" fmla="*/ 366396 h 788789"/>
                  <a:gd name="connsiteX2707" fmla="*/ 1464001 w 1703319"/>
                  <a:gd name="connsiteY2707" fmla="*/ 367110 h 788789"/>
                  <a:gd name="connsiteX2708" fmla="*/ 1463637 w 1703319"/>
                  <a:gd name="connsiteY2708" fmla="*/ 367825 h 788789"/>
                  <a:gd name="connsiteX2709" fmla="*/ 1463272 w 1703319"/>
                  <a:gd name="connsiteY2709" fmla="*/ 368539 h 788789"/>
                  <a:gd name="connsiteX2710" fmla="*/ 1462907 w 1703319"/>
                  <a:gd name="connsiteY2710" fmla="*/ 369611 h 788789"/>
                  <a:gd name="connsiteX2711" fmla="*/ 1462543 w 1703319"/>
                  <a:gd name="connsiteY2711" fmla="*/ 369968 h 788789"/>
                  <a:gd name="connsiteX2712" fmla="*/ 1461449 w 1703319"/>
                  <a:gd name="connsiteY2712" fmla="*/ 370682 h 788789"/>
                  <a:gd name="connsiteX2713" fmla="*/ 1460355 w 1703319"/>
                  <a:gd name="connsiteY2713" fmla="*/ 370682 h 788789"/>
                  <a:gd name="connsiteX2714" fmla="*/ 1459625 w 1703319"/>
                  <a:gd name="connsiteY2714" fmla="*/ 370325 h 788789"/>
                  <a:gd name="connsiteX2715" fmla="*/ 1459625 w 1703319"/>
                  <a:gd name="connsiteY2715" fmla="*/ 369254 h 788789"/>
                  <a:gd name="connsiteX2716" fmla="*/ 1459260 w 1703319"/>
                  <a:gd name="connsiteY2716" fmla="*/ 368896 h 788789"/>
                  <a:gd name="connsiteX2717" fmla="*/ 1458896 w 1703319"/>
                  <a:gd name="connsiteY2717" fmla="*/ 368896 h 788789"/>
                  <a:gd name="connsiteX2718" fmla="*/ 1458166 w 1703319"/>
                  <a:gd name="connsiteY2718" fmla="*/ 369254 h 788789"/>
                  <a:gd name="connsiteX2719" fmla="*/ 1457072 w 1703319"/>
                  <a:gd name="connsiteY2719" fmla="*/ 368896 h 788789"/>
                  <a:gd name="connsiteX2720" fmla="*/ 1456708 w 1703319"/>
                  <a:gd name="connsiteY2720" fmla="*/ 369611 h 788789"/>
                  <a:gd name="connsiteX2721" fmla="*/ 1456343 w 1703319"/>
                  <a:gd name="connsiteY2721" fmla="*/ 370682 h 788789"/>
                  <a:gd name="connsiteX2722" fmla="*/ 1456343 w 1703319"/>
                  <a:gd name="connsiteY2722" fmla="*/ 371397 h 788789"/>
                  <a:gd name="connsiteX2723" fmla="*/ 1455249 w 1703319"/>
                  <a:gd name="connsiteY2723" fmla="*/ 372468 h 788789"/>
                  <a:gd name="connsiteX2724" fmla="*/ 1454884 w 1703319"/>
                  <a:gd name="connsiteY2724" fmla="*/ 372111 h 788789"/>
                  <a:gd name="connsiteX2725" fmla="*/ 1454519 w 1703319"/>
                  <a:gd name="connsiteY2725" fmla="*/ 371397 h 788789"/>
                  <a:gd name="connsiteX2726" fmla="*/ 1454155 w 1703319"/>
                  <a:gd name="connsiteY2726" fmla="*/ 370682 h 788789"/>
                  <a:gd name="connsiteX2727" fmla="*/ 1453790 w 1703319"/>
                  <a:gd name="connsiteY2727" fmla="*/ 369968 h 788789"/>
                  <a:gd name="connsiteX2728" fmla="*/ 1453061 w 1703319"/>
                  <a:gd name="connsiteY2728" fmla="*/ 370682 h 788789"/>
                  <a:gd name="connsiteX2729" fmla="*/ 1452696 w 1703319"/>
                  <a:gd name="connsiteY2729" fmla="*/ 371397 h 788789"/>
                  <a:gd name="connsiteX2730" fmla="*/ 1452331 w 1703319"/>
                  <a:gd name="connsiteY2730" fmla="*/ 372111 h 788789"/>
                  <a:gd name="connsiteX2731" fmla="*/ 1451602 w 1703319"/>
                  <a:gd name="connsiteY2731" fmla="*/ 372468 h 788789"/>
                  <a:gd name="connsiteX2732" fmla="*/ 1450872 w 1703319"/>
                  <a:gd name="connsiteY2732" fmla="*/ 372825 h 788789"/>
                  <a:gd name="connsiteX2733" fmla="*/ 1449414 w 1703319"/>
                  <a:gd name="connsiteY2733" fmla="*/ 372468 h 788789"/>
                  <a:gd name="connsiteX2734" fmla="*/ 1448320 w 1703319"/>
                  <a:gd name="connsiteY2734" fmla="*/ 372825 h 788789"/>
                  <a:gd name="connsiteX2735" fmla="*/ 1447590 w 1703319"/>
                  <a:gd name="connsiteY2735" fmla="*/ 372111 h 788789"/>
                  <a:gd name="connsiteX2736" fmla="*/ 1446861 w 1703319"/>
                  <a:gd name="connsiteY2736" fmla="*/ 371754 h 788789"/>
                  <a:gd name="connsiteX2737" fmla="*/ 1445037 w 1703319"/>
                  <a:gd name="connsiteY2737" fmla="*/ 370682 h 788789"/>
                  <a:gd name="connsiteX2738" fmla="*/ 1444673 w 1703319"/>
                  <a:gd name="connsiteY2738" fmla="*/ 371397 h 788789"/>
                  <a:gd name="connsiteX2739" fmla="*/ 1444673 w 1703319"/>
                  <a:gd name="connsiteY2739" fmla="*/ 372111 h 788789"/>
                  <a:gd name="connsiteX2740" fmla="*/ 1445402 w 1703319"/>
                  <a:gd name="connsiteY2740" fmla="*/ 372468 h 788789"/>
                  <a:gd name="connsiteX2741" fmla="*/ 1445767 w 1703319"/>
                  <a:gd name="connsiteY2741" fmla="*/ 373183 h 788789"/>
                  <a:gd name="connsiteX2742" fmla="*/ 1445402 w 1703319"/>
                  <a:gd name="connsiteY2742" fmla="*/ 373897 h 788789"/>
                  <a:gd name="connsiteX2743" fmla="*/ 1445037 w 1703319"/>
                  <a:gd name="connsiteY2743" fmla="*/ 374254 h 788789"/>
                  <a:gd name="connsiteX2744" fmla="*/ 1444308 w 1703319"/>
                  <a:gd name="connsiteY2744" fmla="*/ 374254 h 788789"/>
                  <a:gd name="connsiteX2745" fmla="*/ 1443579 w 1703319"/>
                  <a:gd name="connsiteY2745" fmla="*/ 374611 h 788789"/>
                  <a:gd name="connsiteX2746" fmla="*/ 1443214 w 1703319"/>
                  <a:gd name="connsiteY2746" fmla="*/ 375326 h 788789"/>
                  <a:gd name="connsiteX2747" fmla="*/ 1442120 w 1703319"/>
                  <a:gd name="connsiteY2747" fmla="*/ 376397 h 788789"/>
                  <a:gd name="connsiteX2748" fmla="*/ 1441755 w 1703319"/>
                  <a:gd name="connsiteY2748" fmla="*/ 376755 h 788789"/>
                  <a:gd name="connsiteX2749" fmla="*/ 1441026 w 1703319"/>
                  <a:gd name="connsiteY2749" fmla="*/ 377469 h 788789"/>
                  <a:gd name="connsiteX2750" fmla="*/ 1440296 w 1703319"/>
                  <a:gd name="connsiteY2750" fmla="*/ 377826 h 788789"/>
                  <a:gd name="connsiteX2751" fmla="*/ 1439567 w 1703319"/>
                  <a:gd name="connsiteY2751" fmla="*/ 377469 h 788789"/>
                  <a:gd name="connsiteX2752" fmla="*/ 1439202 w 1703319"/>
                  <a:gd name="connsiteY2752" fmla="*/ 377112 h 788789"/>
                  <a:gd name="connsiteX2753" fmla="*/ 1438837 w 1703319"/>
                  <a:gd name="connsiteY2753" fmla="*/ 376397 h 788789"/>
                  <a:gd name="connsiteX2754" fmla="*/ 1438108 w 1703319"/>
                  <a:gd name="connsiteY2754" fmla="*/ 376040 h 788789"/>
                  <a:gd name="connsiteX2755" fmla="*/ 1437743 w 1703319"/>
                  <a:gd name="connsiteY2755" fmla="*/ 375683 h 788789"/>
                  <a:gd name="connsiteX2756" fmla="*/ 1437743 w 1703319"/>
                  <a:gd name="connsiteY2756" fmla="*/ 374969 h 788789"/>
                  <a:gd name="connsiteX2757" fmla="*/ 1438473 w 1703319"/>
                  <a:gd name="connsiteY2757" fmla="*/ 373540 h 788789"/>
                  <a:gd name="connsiteX2758" fmla="*/ 1438473 w 1703319"/>
                  <a:gd name="connsiteY2758" fmla="*/ 373183 h 788789"/>
                  <a:gd name="connsiteX2759" fmla="*/ 1438837 w 1703319"/>
                  <a:gd name="connsiteY2759" fmla="*/ 372468 h 788789"/>
                  <a:gd name="connsiteX2760" fmla="*/ 1438108 w 1703319"/>
                  <a:gd name="connsiteY2760" fmla="*/ 371754 h 788789"/>
                  <a:gd name="connsiteX2761" fmla="*/ 1435920 w 1703319"/>
                  <a:gd name="connsiteY2761" fmla="*/ 371754 h 788789"/>
                  <a:gd name="connsiteX2762" fmla="*/ 1435190 w 1703319"/>
                  <a:gd name="connsiteY2762" fmla="*/ 371754 h 788789"/>
                  <a:gd name="connsiteX2763" fmla="*/ 1434096 w 1703319"/>
                  <a:gd name="connsiteY2763" fmla="*/ 372111 h 788789"/>
                  <a:gd name="connsiteX2764" fmla="*/ 1433367 w 1703319"/>
                  <a:gd name="connsiteY2764" fmla="*/ 372111 h 788789"/>
                  <a:gd name="connsiteX2765" fmla="*/ 1433002 w 1703319"/>
                  <a:gd name="connsiteY2765" fmla="*/ 372111 h 788789"/>
                  <a:gd name="connsiteX2766" fmla="*/ 1431908 w 1703319"/>
                  <a:gd name="connsiteY2766" fmla="*/ 372825 h 788789"/>
                  <a:gd name="connsiteX2767" fmla="*/ 1431179 w 1703319"/>
                  <a:gd name="connsiteY2767" fmla="*/ 372825 h 788789"/>
                  <a:gd name="connsiteX2768" fmla="*/ 1430449 w 1703319"/>
                  <a:gd name="connsiteY2768" fmla="*/ 372825 h 788789"/>
                  <a:gd name="connsiteX2769" fmla="*/ 1429720 w 1703319"/>
                  <a:gd name="connsiteY2769" fmla="*/ 373183 h 788789"/>
                  <a:gd name="connsiteX2770" fmla="*/ 1428991 w 1703319"/>
                  <a:gd name="connsiteY2770" fmla="*/ 373183 h 788789"/>
                  <a:gd name="connsiteX2771" fmla="*/ 1428261 w 1703319"/>
                  <a:gd name="connsiteY2771" fmla="*/ 373183 h 788789"/>
                  <a:gd name="connsiteX2772" fmla="*/ 1427167 w 1703319"/>
                  <a:gd name="connsiteY2772" fmla="*/ 373540 h 788789"/>
                  <a:gd name="connsiteX2773" fmla="*/ 1426802 w 1703319"/>
                  <a:gd name="connsiteY2773" fmla="*/ 373897 h 788789"/>
                  <a:gd name="connsiteX2774" fmla="*/ 1426073 w 1703319"/>
                  <a:gd name="connsiteY2774" fmla="*/ 373897 h 788789"/>
                  <a:gd name="connsiteX2775" fmla="*/ 1424979 w 1703319"/>
                  <a:gd name="connsiteY2775" fmla="*/ 373897 h 788789"/>
                  <a:gd name="connsiteX2776" fmla="*/ 1424614 w 1703319"/>
                  <a:gd name="connsiteY2776" fmla="*/ 373540 h 788789"/>
                  <a:gd name="connsiteX2777" fmla="*/ 1423885 w 1703319"/>
                  <a:gd name="connsiteY2777" fmla="*/ 373897 h 788789"/>
                  <a:gd name="connsiteX2778" fmla="*/ 1423885 w 1703319"/>
                  <a:gd name="connsiteY2778" fmla="*/ 374611 h 788789"/>
                  <a:gd name="connsiteX2779" fmla="*/ 1423885 w 1703319"/>
                  <a:gd name="connsiteY2779" fmla="*/ 375683 h 788789"/>
                  <a:gd name="connsiteX2780" fmla="*/ 1423885 w 1703319"/>
                  <a:gd name="connsiteY2780" fmla="*/ 376397 h 788789"/>
                  <a:gd name="connsiteX2781" fmla="*/ 1422791 w 1703319"/>
                  <a:gd name="connsiteY2781" fmla="*/ 376040 h 788789"/>
                  <a:gd name="connsiteX2782" fmla="*/ 1422061 w 1703319"/>
                  <a:gd name="connsiteY2782" fmla="*/ 375683 h 788789"/>
                  <a:gd name="connsiteX2783" fmla="*/ 1420967 w 1703319"/>
                  <a:gd name="connsiteY2783" fmla="*/ 375683 h 788789"/>
                  <a:gd name="connsiteX2784" fmla="*/ 1420238 w 1703319"/>
                  <a:gd name="connsiteY2784" fmla="*/ 376040 h 788789"/>
                  <a:gd name="connsiteX2785" fmla="*/ 1419144 w 1703319"/>
                  <a:gd name="connsiteY2785" fmla="*/ 375683 h 788789"/>
                  <a:gd name="connsiteX2786" fmla="*/ 1418050 w 1703319"/>
                  <a:gd name="connsiteY2786" fmla="*/ 375683 h 788789"/>
                  <a:gd name="connsiteX2787" fmla="*/ 1417685 w 1703319"/>
                  <a:gd name="connsiteY2787" fmla="*/ 375326 h 788789"/>
                  <a:gd name="connsiteX2788" fmla="*/ 1416956 w 1703319"/>
                  <a:gd name="connsiteY2788" fmla="*/ 375326 h 788789"/>
                  <a:gd name="connsiteX2789" fmla="*/ 1417320 w 1703319"/>
                  <a:gd name="connsiteY2789" fmla="*/ 374969 h 788789"/>
                  <a:gd name="connsiteX2790" fmla="*/ 1416956 w 1703319"/>
                  <a:gd name="connsiteY2790" fmla="*/ 373897 h 788789"/>
                  <a:gd name="connsiteX2791" fmla="*/ 1418779 w 1703319"/>
                  <a:gd name="connsiteY2791" fmla="*/ 373540 h 788789"/>
                  <a:gd name="connsiteX2792" fmla="*/ 1420238 w 1703319"/>
                  <a:gd name="connsiteY2792" fmla="*/ 372468 h 788789"/>
                  <a:gd name="connsiteX2793" fmla="*/ 1420967 w 1703319"/>
                  <a:gd name="connsiteY2793" fmla="*/ 371754 h 788789"/>
                  <a:gd name="connsiteX2794" fmla="*/ 1422061 w 1703319"/>
                  <a:gd name="connsiteY2794" fmla="*/ 370682 h 788789"/>
                  <a:gd name="connsiteX2795" fmla="*/ 1423156 w 1703319"/>
                  <a:gd name="connsiteY2795" fmla="*/ 370325 h 788789"/>
                  <a:gd name="connsiteX2796" fmla="*/ 1424614 w 1703319"/>
                  <a:gd name="connsiteY2796" fmla="*/ 369611 h 788789"/>
                  <a:gd name="connsiteX2797" fmla="*/ 1426073 w 1703319"/>
                  <a:gd name="connsiteY2797" fmla="*/ 368539 h 788789"/>
                  <a:gd name="connsiteX2798" fmla="*/ 1426438 w 1703319"/>
                  <a:gd name="connsiteY2798" fmla="*/ 367825 h 788789"/>
                  <a:gd name="connsiteX2799" fmla="*/ 1426802 w 1703319"/>
                  <a:gd name="connsiteY2799" fmla="*/ 367110 h 788789"/>
                  <a:gd name="connsiteX2800" fmla="*/ 1427532 w 1703319"/>
                  <a:gd name="connsiteY2800" fmla="*/ 367110 h 788789"/>
                  <a:gd name="connsiteX2801" fmla="*/ 1427532 w 1703319"/>
                  <a:gd name="connsiteY2801" fmla="*/ 367468 h 788789"/>
                  <a:gd name="connsiteX2802" fmla="*/ 1428261 w 1703319"/>
                  <a:gd name="connsiteY2802" fmla="*/ 367468 h 788789"/>
                  <a:gd name="connsiteX2803" fmla="*/ 1428991 w 1703319"/>
                  <a:gd name="connsiteY2803" fmla="*/ 367468 h 788789"/>
                  <a:gd name="connsiteX2804" fmla="*/ 1428991 w 1703319"/>
                  <a:gd name="connsiteY2804" fmla="*/ 367110 h 788789"/>
                  <a:gd name="connsiteX2805" fmla="*/ 1429355 w 1703319"/>
                  <a:gd name="connsiteY2805" fmla="*/ 367110 h 788789"/>
                  <a:gd name="connsiteX2806" fmla="*/ 1430085 w 1703319"/>
                  <a:gd name="connsiteY2806" fmla="*/ 367468 h 788789"/>
                  <a:gd name="connsiteX2807" fmla="*/ 1430449 w 1703319"/>
                  <a:gd name="connsiteY2807" fmla="*/ 367468 h 788789"/>
                  <a:gd name="connsiteX2808" fmla="*/ 1431544 w 1703319"/>
                  <a:gd name="connsiteY2808" fmla="*/ 367110 h 788789"/>
                  <a:gd name="connsiteX2809" fmla="*/ 1431908 w 1703319"/>
                  <a:gd name="connsiteY2809" fmla="*/ 367110 h 788789"/>
                  <a:gd name="connsiteX2810" fmla="*/ 1432273 w 1703319"/>
                  <a:gd name="connsiteY2810" fmla="*/ 366753 h 788789"/>
                  <a:gd name="connsiteX2811" fmla="*/ 1432638 w 1703319"/>
                  <a:gd name="connsiteY2811" fmla="*/ 367110 h 788789"/>
                  <a:gd name="connsiteX2812" fmla="*/ 1433002 w 1703319"/>
                  <a:gd name="connsiteY2812" fmla="*/ 367110 h 788789"/>
                  <a:gd name="connsiteX2813" fmla="*/ 1433732 w 1703319"/>
                  <a:gd name="connsiteY2813" fmla="*/ 366753 h 788789"/>
                  <a:gd name="connsiteX2814" fmla="*/ 1434461 w 1703319"/>
                  <a:gd name="connsiteY2814" fmla="*/ 366396 h 788789"/>
                  <a:gd name="connsiteX2815" fmla="*/ 1435190 w 1703319"/>
                  <a:gd name="connsiteY2815" fmla="*/ 366396 h 788789"/>
                  <a:gd name="connsiteX2816" fmla="*/ 1436285 w 1703319"/>
                  <a:gd name="connsiteY2816" fmla="*/ 366396 h 788789"/>
                  <a:gd name="connsiteX2817" fmla="*/ 1437014 w 1703319"/>
                  <a:gd name="connsiteY2817" fmla="*/ 366753 h 788789"/>
                  <a:gd name="connsiteX2818" fmla="*/ 1437379 w 1703319"/>
                  <a:gd name="connsiteY2818" fmla="*/ 367110 h 788789"/>
                  <a:gd name="connsiteX2819" fmla="*/ 1438108 w 1703319"/>
                  <a:gd name="connsiteY2819" fmla="*/ 366753 h 788789"/>
                  <a:gd name="connsiteX2820" fmla="*/ 1438108 w 1703319"/>
                  <a:gd name="connsiteY2820" fmla="*/ 366396 h 788789"/>
                  <a:gd name="connsiteX2821" fmla="*/ 1438837 w 1703319"/>
                  <a:gd name="connsiteY2821" fmla="*/ 367110 h 788789"/>
                  <a:gd name="connsiteX2822" fmla="*/ 1439567 w 1703319"/>
                  <a:gd name="connsiteY2822" fmla="*/ 367110 h 788789"/>
                  <a:gd name="connsiteX2823" fmla="*/ 1439932 w 1703319"/>
                  <a:gd name="connsiteY2823" fmla="*/ 367110 h 788789"/>
                  <a:gd name="connsiteX2824" fmla="*/ 1440661 w 1703319"/>
                  <a:gd name="connsiteY2824" fmla="*/ 366753 h 788789"/>
                  <a:gd name="connsiteX2825" fmla="*/ 1441026 w 1703319"/>
                  <a:gd name="connsiteY2825" fmla="*/ 366396 h 788789"/>
                  <a:gd name="connsiteX2826" fmla="*/ 1441026 w 1703319"/>
                  <a:gd name="connsiteY2826" fmla="*/ 365682 h 788789"/>
                  <a:gd name="connsiteX2827" fmla="*/ 1441390 w 1703319"/>
                  <a:gd name="connsiteY2827" fmla="*/ 364967 h 788789"/>
                  <a:gd name="connsiteX2828" fmla="*/ 1442120 w 1703319"/>
                  <a:gd name="connsiteY2828" fmla="*/ 364610 h 788789"/>
                  <a:gd name="connsiteX2829" fmla="*/ 1442849 w 1703319"/>
                  <a:gd name="connsiteY2829" fmla="*/ 363896 h 788789"/>
                  <a:gd name="connsiteX2830" fmla="*/ 1442849 w 1703319"/>
                  <a:gd name="connsiteY2830" fmla="*/ 363181 h 788789"/>
                  <a:gd name="connsiteX2831" fmla="*/ 1443579 w 1703319"/>
                  <a:gd name="connsiteY2831" fmla="*/ 362824 h 788789"/>
                  <a:gd name="connsiteX2832" fmla="*/ 1443943 w 1703319"/>
                  <a:gd name="connsiteY2832" fmla="*/ 362467 h 788789"/>
                  <a:gd name="connsiteX2833" fmla="*/ 1444308 w 1703319"/>
                  <a:gd name="connsiteY2833" fmla="*/ 362110 h 788789"/>
                  <a:gd name="connsiteX2834" fmla="*/ 1444673 w 1703319"/>
                  <a:gd name="connsiteY2834" fmla="*/ 360324 h 788789"/>
                  <a:gd name="connsiteX2835" fmla="*/ 1445037 w 1703319"/>
                  <a:gd name="connsiteY2835" fmla="*/ 359252 h 788789"/>
                  <a:gd name="connsiteX2836" fmla="*/ 1445767 w 1703319"/>
                  <a:gd name="connsiteY2836" fmla="*/ 359252 h 788789"/>
                  <a:gd name="connsiteX2837" fmla="*/ 1446131 w 1703319"/>
                  <a:gd name="connsiteY2837" fmla="*/ 359609 h 788789"/>
                  <a:gd name="connsiteX2838" fmla="*/ 1447225 w 1703319"/>
                  <a:gd name="connsiteY2838" fmla="*/ 359609 h 788789"/>
                  <a:gd name="connsiteX2839" fmla="*/ 1448320 w 1703319"/>
                  <a:gd name="connsiteY2839" fmla="*/ 359967 h 788789"/>
                  <a:gd name="connsiteX2840" fmla="*/ 1449414 w 1703319"/>
                  <a:gd name="connsiteY2840" fmla="*/ 359609 h 788789"/>
                  <a:gd name="connsiteX2841" fmla="*/ 1449778 w 1703319"/>
                  <a:gd name="connsiteY2841" fmla="*/ 359252 h 788789"/>
                  <a:gd name="connsiteX2842" fmla="*/ 1450508 w 1703319"/>
                  <a:gd name="connsiteY2842" fmla="*/ 358895 h 788789"/>
                  <a:gd name="connsiteX2843" fmla="*/ 1452331 w 1703319"/>
                  <a:gd name="connsiteY2843" fmla="*/ 358538 h 788789"/>
                  <a:gd name="connsiteX2844" fmla="*/ 1453425 w 1703319"/>
                  <a:gd name="connsiteY2844" fmla="*/ 358181 h 788789"/>
                  <a:gd name="connsiteX2845" fmla="*/ 1453425 w 1703319"/>
                  <a:gd name="connsiteY2845" fmla="*/ 357823 h 788789"/>
                  <a:gd name="connsiteX2846" fmla="*/ 1454155 w 1703319"/>
                  <a:gd name="connsiteY2846" fmla="*/ 357466 h 788789"/>
                  <a:gd name="connsiteX2847" fmla="*/ 1454884 w 1703319"/>
                  <a:gd name="connsiteY2847" fmla="*/ 356752 h 788789"/>
                  <a:gd name="connsiteX2848" fmla="*/ 1455249 w 1703319"/>
                  <a:gd name="connsiteY2848" fmla="*/ 354609 h 788789"/>
                  <a:gd name="connsiteX2849" fmla="*/ 1456343 w 1703319"/>
                  <a:gd name="connsiteY2849" fmla="*/ 354251 h 788789"/>
                  <a:gd name="connsiteX2850" fmla="*/ 1457072 w 1703319"/>
                  <a:gd name="connsiteY2850" fmla="*/ 353894 h 788789"/>
                  <a:gd name="connsiteX2851" fmla="*/ 1457437 w 1703319"/>
                  <a:gd name="connsiteY2851" fmla="*/ 352823 h 788789"/>
                  <a:gd name="connsiteX2852" fmla="*/ 1458531 w 1703319"/>
                  <a:gd name="connsiteY2852" fmla="*/ 352108 h 788789"/>
                  <a:gd name="connsiteX2853" fmla="*/ 1458896 w 1703319"/>
                  <a:gd name="connsiteY2853" fmla="*/ 351394 h 788789"/>
                  <a:gd name="connsiteX2854" fmla="*/ 1458896 w 1703319"/>
                  <a:gd name="connsiteY2854" fmla="*/ 350680 h 788789"/>
                  <a:gd name="connsiteX2855" fmla="*/ 1459625 w 1703319"/>
                  <a:gd name="connsiteY2855" fmla="*/ 349965 h 788789"/>
                  <a:gd name="connsiteX2856" fmla="*/ 1459990 w 1703319"/>
                  <a:gd name="connsiteY2856" fmla="*/ 349251 h 788789"/>
                  <a:gd name="connsiteX2857" fmla="*/ 1459990 w 1703319"/>
                  <a:gd name="connsiteY2857" fmla="*/ 348894 h 788789"/>
                  <a:gd name="connsiteX2858" fmla="*/ 1459990 w 1703319"/>
                  <a:gd name="connsiteY2858" fmla="*/ 348179 h 788789"/>
                  <a:gd name="connsiteX2859" fmla="*/ 1460719 w 1703319"/>
                  <a:gd name="connsiteY2859" fmla="*/ 347108 h 788789"/>
                  <a:gd name="connsiteX2860" fmla="*/ 1460719 w 1703319"/>
                  <a:gd name="connsiteY2860" fmla="*/ 346750 h 788789"/>
                  <a:gd name="connsiteX2861" fmla="*/ 1461084 w 1703319"/>
                  <a:gd name="connsiteY2861" fmla="*/ 346036 h 788789"/>
                  <a:gd name="connsiteX2862" fmla="*/ 1460719 w 1703319"/>
                  <a:gd name="connsiteY2862" fmla="*/ 344964 h 788789"/>
                  <a:gd name="connsiteX2863" fmla="*/ 1460355 w 1703319"/>
                  <a:gd name="connsiteY2863" fmla="*/ 344250 h 788789"/>
                  <a:gd name="connsiteX2864" fmla="*/ 1460355 w 1703319"/>
                  <a:gd name="connsiteY2864" fmla="*/ 343179 h 788789"/>
                  <a:gd name="connsiteX2865" fmla="*/ 1460719 w 1703319"/>
                  <a:gd name="connsiteY2865" fmla="*/ 341750 h 788789"/>
                  <a:gd name="connsiteX2866" fmla="*/ 1460355 w 1703319"/>
                  <a:gd name="connsiteY2866" fmla="*/ 341035 h 788789"/>
                  <a:gd name="connsiteX2867" fmla="*/ 1459990 w 1703319"/>
                  <a:gd name="connsiteY2867" fmla="*/ 340321 h 788789"/>
                  <a:gd name="connsiteX2868" fmla="*/ 1460719 w 1703319"/>
                  <a:gd name="connsiteY2868" fmla="*/ 339249 h 788789"/>
                  <a:gd name="connsiteX2869" fmla="*/ 1460719 w 1703319"/>
                  <a:gd name="connsiteY2869" fmla="*/ 338892 h 788789"/>
                  <a:gd name="connsiteX2870" fmla="*/ 1461449 w 1703319"/>
                  <a:gd name="connsiteY2870" fmla="*/ 338535 h 788789"/>
                  <a:gd name="connsiteX2871" fmla="*/ 1462178 w 1703319"/>
                  <a:gd name="connsiteY2871" fmla="*/ 338178 h 788789"/>
                  <a:gd name="connsiteX2872" fmla="*/ 1462543 w 1703319"/>
                  <a:gd name="connsiteY2872" fmla="*/ 337463 h 788789"/>
                  <a:gd name="connsiteX2873" fmla="*/ 1462178 w 1703319"/>
                  <a:gd name="connsiteY2873" fmla="*/ 336392 h 788789"/>
                  <a:gd name="connsiteX2874" fmla="*/ 1462907 w 1703319"/>
                  <a:gd name="connsiteY2874" fmla="*/ 336392 h 788789"/>
                  <a:gd name="connsiteX2875" fmla="*/ 1463637 w 1703319"/>
                  <a:gd name="connsiteY2875" fmla="*/ 336749 h 788789"/>
                  <a:gd name="connsiteX2876" fmla="*/ 1464001 w 1703319"/>
                  <a:gd name="connsiteY2876" fmla="*/ 337463 h 788789"/>
                  <a:gd name="connsiteX2877" fmla="*/ 1465096 w 1703319"/>
                  <a:gd name="connsiteY2877" fmla="*/ 337463 h 788789"/>
                  <a:gd name="connsiteX2878" fmla="*/ 1465460 w 1703319"/>
                  <a:gd name="connsiteY2878" fmla="*/ 336035 h 788789"/>
                  <a:gd name="connsiteX2879" fmla="*/ 1465096 w 1703319"/>
                  <a:gd name="connsiteY2879" fmla="*/ 335678 h 788789"/>
                  <a:gd name="connsiteX2880" fmla="*/ 1466190 w 1703319"/>
                  <a:gd name="connsiteY2880" fmla="*/ 335320 h 788789"/>
                  <a:gd name="connsiteX2881" fmla="*/ 839474 w 1703319"/>
                  <a:gd name="connsiteY2881" fmla="*/ 334963 h 788789"/>
                  <a:gd name="connsiteX2882" fmla="*/ 840573 w 1703319"/>
                  <a:gd name="connsiteY2882" fmla="*/ 336035 h 788789"/>
                  <a:gd name="connsiteX2883" fmla="*/ 839841 w 1703319"/>
                  <a:gd name="connsiteY2883" fmla="*/ 336749 h 788789"/>
                  <a:gd name="connsiteX2884" fmla="*/ 842771 w 1703319"/>
                  <a:gd name="connsiteY2884" fmla="*/ 341393 h 788789"/>
                  <a:gd name="connsiteX2885" fmla="*/ 843138 w 1703319"/>
                  <a:gd name="connsiteY2885" fmla="*/ 345322 h 788789"/>
                  <a:gd name="connsiteX2886" fmla="*/ 840573 w 1703319"/>
                  <a:gd name="connsiteY2886" fmla="*/ 347108 h 788789"/>
                  <a:gd name="connsiteX2887" fmla="*/ 837276 w 1703319"/>
                  <a:gd name="connsiteY2887" fmla="*/ 348180 h 788789"/>
                  <a:gd name="connsiteX2888" fmla="*/ 837276 w 1703319"/>
                  <a:gd name="connsiteY2888" fmla="*/ 344965 h 788789"/>
                  <a:gd name="connsiteX2889" fmla="*/ 835444 w 1703319"/>
                  <a:gd name="connsiteY2889" fmla="*/ 337464 h 788789"/>
                  <a:gd name="connsiteX2890" fmla="*/ 839474 w 1703319"/>
                  <a:gd name="connsiteY2890" fmla="*/ 334963 h 788789"/>
                  <a:gd name="connsiteX2891" fmla="*/ 842181 w 1703319"/>
                  <a:gd name="connsiteY2891" fmla="*/ 325835 h 788789"/>
                  <a:gd name="connsiteX2892" fmla="*/ 842622 w 1703319"/>
                  <a:gd name="connsiteY2892" fmla="*/ 329804 h 788789"/>
                  <a:gd name="connsiteX2893" fmla="*/ 839535 w 1703319"/>
                  <a:gd name="connsiteY2893" fmla="*/ 334963 h 788789"/>
                  <a:gd name="connsiteX2894" fmla="*/ 839474 w 1703319"/>
                  <a:gd name="connsiteY2894" fmla="*/ 334963 h 788789"/>
                  <a:gd name="connsiteX2895" fmla="*/ 839094 w 1703319"/>
                  <a:gd name="connsiteY2895" fmla="*/ 334963 h 788789"/>
                  <a:gd name="connsiteX2896" fmla="*/ 837330 w 1703319"/>
                  <a:gd name="connsiteY2896" fmla="*/ 331391 h 788789"/>
                  <a:gd name="connsiteX2897" fmla="*/ 839094 w 1703319"/>
                  <a:gd name="connsiteY2897" fmla="*/ 327819 h 788789"/>
                  <a:gd name="connsiteX2898" fmla="*/ 842181 w 1703319"/>
                  <a:gd name="connsiteY2898" fmla="*/ 325835 h 788789"/>
                  <a:gd name="connsiteX2899" fmla="*/ 1491998 w 1703319"/>
                  <a:gd name="connsiteY2899" fmla="*/ 320675 h 788789"/>
                  <a:gd name="connsiteX2900" fmla="*/ 1492395 w 1703319"/>
                  <a:gd name="connsiteY2900" fmla="*/ 321310 h 788789"/>
                  <a:gd name="connsiteX2901" fmla="*/ 1491204 w 1703319"/>
                  <a:gd name="connsiteY2901" fmla="*/ 321946 h 788789"/>
                  <a:gd name="connsiteX2902" fmla="*/ 1491204 w 1703319"/>
                  <a:gd name="connsiteY2902" fmla="*/ 321310 h 788789"/>
                  <a:gd name="connsiteX2903" fmla="*/ 1491998 w 1703319"/>
                  <a:gd name="connsiteY2903" fmla="*/ 320675 h 788789"/>
                  <a:gd name="connsiteX2904" fmla="*/ 1488750 w 1703319"/>
                  <a:gd name="connsiteY2904" fmla="*/ 317500 h 788789"/>
                  <a:gd name="connsiteX2905" fmla="*/ 1489616 w 1703319"/>
                  <a:gd name="connsiteY2905" fmla="*/ 318655 h 788789"/>
                  <a:gd name="connsiteX2906" fmla="*/ 1488750 w 1703319"/>
                  <a:gd name="connsiteY2906" fmla="*/ 319232 h 788789"/>
                  <a:gd name="connsiteX2907" fmla="*/ 1487596 w 1703319"/>
                  <a:gd name="connsiteY2907" fmla="*/ 319809 h 788789"/>
                  <a:gd name="connsiteX2908" fmla="*/ 1486441 w 1703319"/>
                  <a:gd name="connsiteY2908" fmla="*/ 320675 h 788789"/>
                  <a:gd name="connsiteX2909" fmla="*/ 1487018 w 1703319"/>
                  <a:gd name="connsiteY2909" fmla="*/ 319521 h 788789"/>
                  <a:gd name="connsiteX2910" fmla="*/ 1487596 w 1703319"/>
                  <a:gd name="connsiteY2910" fmla="*/ 318366 h 788789"/>
                  <a:gd name="connsiteX2911" fmla="*/ 1488750 w 1703319"/>
                  <a:gd name="connsiteY2911" fmla="*/ 317500 h 788789"/>
                  <a:gd name="connsiteX2912" fmla="*/ 1469103 w 1703319"/>
                  <a:gd name="connsiteY2912" fmla="*/ 311522 h 788789"/>
                  <a:gd name="connsiteX2913" fmla="*/ 1470216 w 1703319"/>
                  <a:gd name="connsiteY2913" fmla="*/ 311522 h 788789"/>
                  <a:gd name="connsiteX2914" fmla="*/ 1471700 w 1703319"/>
                  <a:gd name="connsiteY2914" fmla="*/ 312266 h 788789"/>
                  <a:gd name="connsiteX2915" fmla="*/ 1472443 w 1703319"/>
                  <a:gd name="connsiteY2915" fmla="*/ 313011 h 788789"/>
                  <a:gd name="connsiteX2916" fmla="*/ 1474669 w 1703319"/>
                  <a:gd name="connsiteY2916" fmla="*/ 315615 h 788789"/>
                  <a:gd name="connsiteX2917" fmla="*/ 1475411 w 1703319"/>
                  <a:gd name="connsiteY2917" fmla="*/ 316359 h 788789"/>
                  <a:gd name="connsiteX2918" fmla="*/ 1476154 w 1703319"/>
                  <a:gd name="connsiteY2918" fmla="*/ 316731 h 788789"/>
                  <a:gd name="connsiteX2919" fmla="*/ 1476896 w 1703319"/>
                  <a:gd name="connsiteY2919" fmla="*/ 317475 h 788789"/>
                  <a:gd name="connsiteX2920" fmla="*/ 1478751 w 1703319"/>
                  <a:gd name="connsiteY2920" fmla="*/ 318592 h 788789"/>
                  <a:gd name="connsiteX2921" fmla="*/ 1479494 w 1703319"/>
                  <a:gd name="connsiteY2921" fmla="*/ 318592 h 788789"/>
                  <a:gd name="connsiteX2922" fmla="*/ 1480236 w 1703319"/>
                  <a:gd name="connsiteY2922" fmla="*/ 318592 h 788789"/>
                  <a:gd name="connsiteX2923" fmla="*/ 1480978 w 1703319"/>
                  <a:gd name="connsiteY2923" fmla="*/ 319336 h 788789"/>
                  <a:gd name="connsiteX2924" fmla="*/ 1481349 w 1703319"/>
                  <a:gd name="connsiteY2924" fmla="*/ 319708 h 788789"/>
                  <a:gd name="connsiteX2925" fmla="*/ 1482462 w 1703319"/>
                  <a:gd name="connsiteY2925" fmla="*/ 319708 h 788789"/>
                  <a:gd name="connsiteX2926" fmla="*/ 1483205 w 1703319"/>
                  <a:gd name="connsiteY2926" fmla="*/ 320452 h 788789"/>
                  <a:gd name="connsiteX2927" fmla="*/ 1483947 w 1703319"/>
                  <a:gd name="connsiteY2927" fmla="*/ 320452 h 788789"/>
                  <a:gd name="connsiteX2928" fmla="*/ 1484689 w 1703319"/>
                  <a:gd name="connsiteY2928" fmla="*/ 320080 h 788789"/>
                  <a:gd name="connsiteX2929" fmla="*/ 1486173 w 1703319"/>
                  <a:gd name="connsiteY2929" fmla="*/ 318220 h 788789"/>
                  <a:gd name="connsiteX2930" fmla="*/ 1486916 w 1703319"/>
                  <a:gd name="connsiteY2930" fmla="*/ 317848 h 788789"/>
                  <a:gd name="connsiteX2931" fmla="*/ 1486916 w 1703319"/>
                  <a:gd name="connsiteY2931" fmla="*/ 319336 h 788789"/>
                  <a:gd name="connsiteX2932" fmla="*/ 1486545 w 1703319"/>
                  <a:gd name="connsiteY2932" fmla="*/ 320080 h 788789"/>
                  <a:gd name="connsiteX2933" fmla="*/ 1485802 w 1703319"/>
                  <a:gd name="connsiteY2933" fmla="*/ 320824 h 788789"/>
                  <a:gd name="connsiteX2934" fmla="*/ 1486173 w 1703319"/>
                  <a:gd name="connsiteY2934" fmla="*/ 321568 h 788789"/>
                  <a:gd name="connsiteX2935" fmla="*/ 1486916 w 1703319"/>
                  <a:gd name="connsiteY2935" fmla="*/ 321940 h 788789"/>
                  <a:gd name="connsiteX2936" fmla="*/ 1488029 w 1703319"/>
                  <a:gd name="connsiteY2936" fmla="*/ 321940 h 788789"/>
                  <a:gd name="connsiteX2937" fmla="*/ 1487287 w 1703319"/>
                  <a:gd name="connsiteY2937" fmla="*/ 322685 h 788789"/>
                  <a:gd name="connsiteX2938" fmla="*/ 1486916 w 1703319"/>
                  <a:gd name="connsiteY2938" fmla="*/ 323057 h 788789"/>
                  <a:gd name="connsiteX2939" fmla="*/ 1487287 w 1703319"/>
                  <a:gd name="connsiteY2939" fmla="*/ 324173 h 788789"/>
                  <a:gd name="connsiteX2940" fmla="*/ 1486916 w 1703319"/>
                  <a:gd name="connsiteY2940" fmla="*/ 324917 h 788789"/>
                  <a:gd name="connsiteX2941" fmla="*/ 1486173 w 1703319"/>
                  <a:gd name="connsiteY2941" fmla="*/ 325289 h 788789"/>
                  <a:gd name="connsiteX2942" fmla="*/ 1485431 w 1703319"/>
                  <a:gd name="connsiteY2942" fmla="*/ 326033 h 788789"/>
                  <a:gd name="connsiteX2943" fmla="*/ 1483947 w 1703319"/>
                  <a:gd name="connsiteY2943" fmla="*/ 326405 h 788789"/>
                  <a:gd name="connsiteX2944" fmla="*/ 1482834 w 1703319"/>
                  <a:gd name="connsiteY2944" fmla="*/ 326405 h 788789"/>
                  <a:gd name="connsiteX2945" fmla="*/ 1482091 w 1703319"/>
                  <a:gd name="connsiteY2945" fmla="*/ 326033 h 788789"/>
                  <a:gd name="connsiteX2946" fmla="*/ 1480978 w 1703319"/>
                  <a:gd name="connsiteY2946" fmla="*/ 326033 h 788789"/>
                  <a:gd name="connsiteX2947" fmla="*/ 1479865 w 1703319"/>
                  <a:gd name="connsiteY2947" fmla="*/ 326777 h 788789"/>
                  <a:gd name="connsiteX2948" fmla="*/ 1479123 w 1703319"/>
                  <a:gd name="connsiteY2948" fmla="*/ 327522 h 788789"/>
                  <a:gd name="connsiteX2949" fmla="*/ 1478751 w 1703319"/>
                  <a:gd name="connsiteY2949" fmla="*/ 327894 h 788789"/>
                  <a:gd name="connsiteX2950" fmla="*/ 1478009 w 1703319"/>
                  <a:gd name="connsiteY2950" fmla="*/ 328638 h 788789"/>
                  <a:gd name="connsiteX2951" fmla="*/ 1477638 w 1703319"/>
                  <a:gd name="connsiteY2951" fmla="*/ 329382 h 788789"/>
                  <a:gd name="connsiteX2952" fmla="*/ 1477638 w 1703319"/>
                  <a:gd name="connsiteY2952" fmla="*/ 330126 h 788789"/>
                  <a:gd name="connsiteX2953" fmla="*/ 1477267 w 1703319"/>
                  <a:gd name="connsiteY2953" fmla="*/ 331242 h 788789"/>
                  <a:gd name="connsiteX2954" fmla="*/ 1476154 w 1703319"/>
                  <a:gd name="connsiteY2954" fmla="*/ 331614 h 788789"/>
                  <a:gd name="connsiteX2955" fmla="*/ 1475411 w 1703319"/>
                  <a:gd name="connsiteY2955" fmla="*/ 331614 h 788789"/>
                  <a:gd name="connsiteX2956" fmla="*/ 1473927 w 1703319"/>
                  <a:gd name="connsiteY2956" fmla="*/ 330870 h 788789"/>
                  <a:gd name="connsiteX2957" fmla="*/ 1472443 w 1703319"/>
                  <a:gd name="connsiteY2957" fmla="*/ 330498 h 788789"/>
                  <a:gd name="connsiteX2958" fmla="*/ 1471700 w 1703319"/>
                  <a:gd name="connsiteY2958" fmla="*/ 330126 h 788789"/>
                  <a:gd name="connsiteX2959" fmla="*/ 1471329 w 1703319"/>
                  <a:gd name="connsiteY2959" fmla="*/ 329382 h 788789"/>
                  <a:gd name="connsiteX2960" fmla="*/ 1470216 w 1703319"/>
                  <a:gd name="connsiteY2960" fmla="*/ 329010 h 788789"/>
                  <a:gd name="connsiteX2961" fmla="*/ 1469474 w 1703319"/>
                  <a:gd name="connsiteY2961" fmla="*/ 329010 h 788789"/>
                  <a:gd name="connsiteX2962" fmla="*/ 1468732 w 1703319"/>
                  <a:gd name="connsiteY2962" fmla="*/ 329010 h 788789"/>
                  <a:gd name="connsiteX2963" fmla="*/ 1467989 w 1703319"/>
                  <a:gd name="connsiteY2963" fmla="*/ 328638 h 788789"/>
                  <a:gd name="connsiteX2964" fmla="*/ 1467618 w 1703319"/>
                  <a:gd name="connsiteY2964" fmla="*/ 328638 h 788789"/>
                  <a:gd name="connsiteX2965" fmla="*/ 1466505 w 1703319"/>
                  <a:gd name="connsiteY2965" fmla="*/ 329010 h 788789"/>
                  <a:gd name="connsiteX2966" fmla="*/ 1465763 w 1703319"/>
                  <a:gd name="connsiteY2966" fmla="*/ 330126 h 788789"/>
                  <a:gd name="connsiteX2967" fmla="*/ 1465021 w 1703319"/>
                  <a:gd name="connsiteY2967" fmla="*/ 329754 h 788789"/>
                  <a:gd name="connsiteX2968" fmla="*/ 1464278 w 1703319"/>
                  <a:gd name="connsiteY2968" fmla="*/ 329010 h 788789"/>
                  <a:gd name="connsiteX2969" fmla="*/ 1464278 w 1703319"/>
                  <a:gd name="connsiteY2969" fmla="*/ 328638 h 788789"/>
                  <a:gd name="connsiteX2970" fmla="*/ 1463165 w 1703319"/>
                  <a:gd name="connsiteY2970" fmla="*/ 329010 h 788789"/>
                  <a:gd name="connsiteX2971" fmla="*/ 1462794 w 1703319"/>
                  <a:gd name="connsiteY2971" fmla="*/ 329382 h 788789"/>
                  <a:gd name="connsiteX2972" fmla="*/ 1463165 w 1703319"/>
                  <a:gd name="connsiteY2972" fmla="*/ 330498 h 788789"/>
                  <a:gd name="connsiteX2973" fmla="*/ 1464278 w 1703319"/>
                  <a:gd name="connsiteY2973" fmla="*/ 330870 h 788789"/>
                  <a:gd name="connsiteX2974" fmla="*/ 1465021 w 1703319"/>
                  <a:gd name="connsiteY2974" fmla="*/ 331242 h 788789"/>
                  <a:gd name="connsiteX2975" fmla="*/ 1465763 w 1703319"/>
                  <a:gd name="connsiteY2975" fmla="*/ 331987 h 788789"/>
                  <a:gd name="connsiteX2976" fmla="*/ 1466134 w 1703319"/>
                  <a:gd name="connsiteY2976" fmla="*/ 332359 h 788789"/>
                  <a:gd name="connsiteX2977" fmla="*/ 1465763 w 1703319"/>
                  <a:gd name="connsiteY2977" fmla="*/ 333103 h 788789"/>
                  <a:gd name="connsiteX2978" fmla="*/ 1465021 w 1703319"/>
                  <a:gd name="connsiteY2978" fmla="*/ 333475 h 788789"/>
                  <a:gd name="connsiteX2979" fmla="*/ 1463907 w 1703319"/>
                  <a:gd name="connsiteY2979" fmla="*/ 333475 h 788789"/>
                  <a:gd name="connsiteX2980" fmla="*/ 1463165 w 1703319"/>
                  <a:gd name="connsiteY2980" fmla="*/ 333847 h 788789"/>
                  <a:gd name="connsiteX2981" fmla="*/ 1462423 w 1703319"/>
                  <a:gd name="connsiteY2981" fmla="*/ 334963 h 788789"/>
                  <a:gd name="connsiteX2982" fmla="*/ 1461681 w 1703319"/>
                  <a:gd name="connsiteY2982" fmla="*/ 334963 h 788789"/>
                  <a:gd name="connsiteX2983" fmla="*/ 1461310 w 1703319"/>
                  <a:gd name="connsiteY2983" fmla="*/ 334591 h 788789"/>
                  <a:gd name="connsiteX2984" fmla="*/ 1460938 w 1703319"/>
                  <a:gd name="connsiteY2984" fmla="*/ 333847 h 788789"/>
                  <a:gd name="connsiteX2985" fmla="*/ 1460938 w 1703319"/>
                  <a:gd name="connsiteY2985" fmla="*/ 333103 h 788789"/>
                  <a:gd name="connsiteX2986" fmla="*/ 1461310 w 1703319"/>
                  <a:gd name="connsiteY2986" fmla="*/ 332359 h 788789"/>
                  <a:gd name="connsiteX2987" fmla="*/ 1460938 w 1703319"/>
                  <a:gd name="connsiteY2987" fmla="*/ 331614 h 788789"/>
                  <a:gd name="connsiteX2988" fmla="*/ 1460567 w 1703319"/>
                  <a:gd name="connsiteY2988" fmla="*/ 331242 h 788789"/>
                  <a:gd name="connsiteX2989" fmla="*/ 1460567 w 1703319"/>
                  <a:gd name="connsiteY2989" fmla="*/ 330498 h 788789"/>
                  <a:gd name="connsiteX2990" fmla="*/ 1459825 w 1703319"/>
                  <a:gd name="connsiteY2990" fmla="*/ 330126 h 788789"/>
                  <a:gd name="connsiteX2991" fmla="*/ 1459825 w 1703319"/>
                  <a:gd name="connsiteY2991" fmla="*/ 329010 h 788789"/>
                  <a:gd name="connsiteX2992" fmla="*/ 1460567 w 1703319"/>
                  <a:gd name="connsiteY2992" fmla="*/ 328266 h 788789"/>
                  <a:gd name="connsiteX2993" fmla="*/ 1460938 w 1703319"/>
                  <a:gd name="connsiteY2993" fmla="*/ 327894 h 788789"/>
                  <a:gd name="connsiteX2994" fmla="*/ 1462052 w 1703319"/>
                  <a:gd name="connsiteY2994" fmla="*/ 327149 h 788789"/>
                  <a:gd name="connsiteX2995" fmla="*/ 1462423 w 1703319"/>
                  <a:gd name="connsiteY2995" fmla="*/ 326405 h 788789"/>
                  <a:gd name="connsiteX2996" fmla="*/ 1462423 w 1703319"/>
                  <a:gd name="connsiteY2996" fmla="*/ 325661 h 788789"/>
                  <a:gd name="connsiteX2997" fmla="*/ 1462423 w 1703319"/>
                  <a:gd name="connsiteY2997" fmla="*/ 324917 h 788789"/>
                  <a:gd name="connsiteX2998" fmla="*/ 1462794 w 1703319"/>
                  <a:gd name="connsiteY2998" fmla="*/ 324173 h 788789"/>
                  <a:gd name="connsiteX2999" fmla="*/ 1463536 w 1703319"/>
                  <a:gd name="connsiteY2999" fmla="*/ 324545 h 788789"/>
                  <a:gd name="connsiteX3000" fmla="*/ 1465021 w 1703319"/>
                  <a:gd name="connsiteY3000" fmla="*/ 324545 h 788789"/>
                  <a:gd name="connsiteX3001" fmla="*/ 1465763 w 1703319"/>
                  <a:gd name="connsiteY3001" fmla="*/ 325289 h 788789"/>
                  <a:gd name="connsiteX3002" fmla="*/ 1466876 w 1703319"/>
                  <a:gd name="connsiteY3002" fmla="*/ 324917 h 788789"/>
                  <a:gd name="connsiteX3003" fmla="*/ 1467247 w 1703319"/>
                  <a:gd name="connsiteY3003" fmla="*/ 324545 h 788789"/>
                  <a:gd name="connsiteX3004" fmla="*/ 1466876 w 1703319"/>
                  <a:gd name="connsiteY3004" fmla="*/ 323057 h 788789"/>
                  <a:gd name="connsiteX3005" fmla="*/ 1467247 w 1703319"/>
                  <a:gd name="connsiteY3005" fmla="*/ 321940 h 788789"/>
                  <a:gd name="connsiteX3006" fmla="*/ 1467989 w 1703319"/>
                  <a:gd name="connsiteY3006" fmla="*/ 321196 h 788789"/>
                  <a:gd name="connsiteX3007" fmla="*/ 1468360 w 1703319"/>
                  <a:gd name="connsiteY3007" fmla="*/ 321196 h 788789"/>
                  <a:gd name="connsiteX3008" fmla="*/ 1468732 w 1703319"/>
                  <a:gd name="connsiteY3008" fmla="*/ 320080 h 788789"/>
                  <a:gd name="connsiteX3009" fmla="*/ 1468732 w 1703319"/>
                  <a:gd name="connsiteY3009" fmla="*/ 318220 h 788789"/>
                  <a:gd name="connsiteX3010" fmla="*/ 1469103 w 1703319"/>
                  <a:gd name="connsiteY3010" fmla="*/ 317475 h 788789"/>
                  <a:gd name="connsiteX3011" fmla="*/ 1469474 w 1703319"/>
                  <a:gd name="connsiteY3011" fmla="*/ 316731 h 788789"/>
                  <a:gd name="connsiteX3012" fmla="*/ 1469474 w 1703319"/>
                  <a:gd name="connsiteY3012" fmla="*/ 315615 h 788789"/>
                  <a:gd name="connsiteX3013" fmla="*/ 1469103 w 1703319"/>
                  <a:gd name="connsiteY3013" fmla="*/ 314127 h 788789"/>
                  <a:gd name="connsiteX3014" fmla="*/ 1468360 w 1703319"/>
                  <a:gd name="connsiteY3014" fmla="*/ 313755 h 788789"/>
                  <a:gd name="connsiteX3015" fmla="*/ 1468732 w 1703319"/>
                  <a:gd name="connsiteY3015" fmla="*/ 311894 h 788789"/>
                  <a:gd name="connsiteX3016" fmla="*/ 1469103 w 1703319"/>
                  <a:gd name="connsiteY3016" fmla="*/ 311522 h 788789"/>
                  <a:gd name="connsiteX3017" fmla="*/ 1501610 w 1703319"/>
                  <a:gd name="connsiteY3017" fmla="*/ 311150 h 788789"/>
                  <a:gd name="connsiteX3018" fmla="*/ 1501963 w 1703319"/>
                  <a:gd name="connsiteY3018" fmla="*/ 312103 h 788789"/>
                  <a:gd name="connsiteX3019" fmla="*/ 1501258 w 1703319"/>
                  <a:gd name="connsiteY3019" fmla="*/ 313055 h 788789"/>
                  <a:gd name="connsiteX3020" fmla="*/ 1499494 w 1703319"/>
                  <a:gd name="connsiteY3020" fmla="*/ 313373 h 788789"/>
                  <a:gd name="connsiteX3021" fmla="*/ 1498788 w 1703319"/>
                  <a:gd name="connsiteY3021" fmla="*/ 313690 h 788789"/>
                  <a:gd name="connsiteX3022" fmla="*/ 1497730 w 1703319"/>
                  <a:gd name="connsiteY3022" fmla="*/ 314643 h 788789"/>
                  <a:gd name="connsiteX3023" fmla="*/ 1496672 w 1703319"/>
                  <a:gd name="connsiteY3023" fmla="*/ 315278 h 788789"/>
                  <a:gd name="connsiteX3024" fmla="*/ 1496319 w 1703319"/>
                  <a:gd name="connsiteY3024" fmla="*/ 315278 h 788789"/>
                  <a:gd name="connsiteX3025" fmla="*/ 1495260 w 1703319"/>
                  <a:gd name="connsiteY3025" fmla="*/ 315913 h 788789"/>
                  <a:gd name="connsiteX3026" fmla="*/ 1492791 w 1703319"/>
                  <a:gd name="connsiteY3026" fmla="*/ 317500 h 788789"/>
                  <a:gd name="connsiteX3027" fmla="*/ 1493497 w 1703319"/>
                  <a:gd name="connsiteY3027" fmla="*/ 316548 h 788789"/>
                  <a:gd name="connsiteX3028" fmla="*/ 1495260 w 1703319"/>
                  <a:gd name="connsiteY3028" fmla="*/ 314960 h 788789"/>
                  <a:gd name="connsiteX3029" fmla="*/ 1496672 w 1703319"/>
                  <a:gd name="connsiteY3029" fmla="*/ 313690 h 788789"/>
                  <a:gd name="connsiteX3030" fmla="*/ 1498083 w 1703319"/>
                  <a:gd name="connsiteY3030" fmla="*/ 313055 h 788789"/>
                  <a:gd name="connsiteX3031" fmla="*/ 1498788 w 1703319"/>
                  <a:gd name="connsiteY3031" fmla="*/ 312738 h 788789"/>
                  <a:gd name="connsiteX3032" fmla="*/ 1499494 w 1703319"/>
                  <a:gd name="connsiteY3032" fmla="*/ 312738 h 788789"/>
                  <a:gd name="connsiteX3033" fmla="*/ 1500905 w 1703319"/>
                  <a:gd name="connsiteY3033" fmla="*/ 311785 h 788789"/>
                  <a:gd name="connsiteX3034" fmla="*/ 1501610 w 1703319"/>
                  <a:gd name="connsiteY3034" fmla="*/ 311150 h 788789"/>
                  <a:gd name="connsiteX3035" fmla="*/ 1510254 w 1703319"/>
                  <a:gd name="connsiteY3035" fmla="*/ 306388 h 788789"/>
                  <a:gd name="connsiteX3036" fmla="*/ 1508561 w 1703319"/>
                  <a:gd name="connsiteY3036" fmla="*/ 308553 h 788789"/>
                  <a:gd name="connsiteX3037" fmla="*/ 1505597 w 1703319"/>
                  <a:gd name="connsiteY3037" fmla="*/ 311151 h 788789"/>
                  <a:gd name="connsiteX3038" fmla="*/ 1503904 w 1703319"/>
                  <a:gd name="connsiteY3038" fmla="*/ 310285 h 788789"/>
                  <a:gd name="connsiteX3039" fmla="*/ 1508137 w 1703319"/>
                  <a:gd name="connsiteY3039" fmla="*/ 307254 h 788789"/>
                  <a:gd name="connsiteX3040" fmla="*/ 1510254 w 1703319"/>
                  <a:gd name="connsiteY3040" fmla="*/ 306388 h 788789"/>
                  <a:gd name="connsiteX3041" fmla="*/ 506832 w 1703319"/>
                  <a:gd name="connsiteY3041" fmla="*/ 305899 h 788789"/>
                  <a:gd name="connsiteX3042" fmla="*/ 509030 w 1703319"/>
                  <a:gd name="connsiteY3042" fmla="*/ 305899 h 788789"/>
                  <a:gd name="connsiteX3043" fmla="*/ 509030 w 1703319"/>
                  <a:gd name="connsiteY3043" fmla="*/ 308098 h 788789"/>
                  <a:gd name="connsiteX3044" fmla="*/ 507198 w 1703319"/>
                  <a:gd name="connsiteY3044" fmla="*/ 309197 h 788789"/>
                  <a:gd name="connsiteX3045" fmla="*/ 505366 w 1703319"/>
                  <a:gd name="connsiteY3045" fmla="*/ 309197 h 788789"/>
                  <a:gd name="connsiteX3046" fmla="*/ 505732 w 1703319"/>
                  <a:gd name="connsiteY3046" fmla="*/ 308098 h 788789"/>
                  <a:gd name="connsiteX3047" fmla="*/ 506832 w 1703319"/>
                  <a:gd name="connsiteY3047" fmla="*/ 305899 h 788789"/>
                  <a:gd name="connsiteX3048" fmla="*/ 491457 w 1703319"/>
                  <a:gd name="connsiteY3048" fmla="*/ 303689 h 788789"/>
                  <a:gd name="connsiteX3049" fmla="*/ 497505 w 1703319"/>
                  <a:gd name="connsiteY3049" fmla="*/ 304166 h 788789"/>
                  <a:gd name="connsiteX3050" fmla="*/ 498639 w 1703319"/>
                  <a:gd name="connsiteY3050" fmla="*/ 304642 h 788789"/>
                  <a:gd name="connsiteX3051" fmla="*/ 497883 w 1703319"/>
                  <a:gd name="connsiteY3051" fmla="*/ 306071 h 788789"/>
                  <a:gd name="connsiteX3052" fmla="*/ 496749 w 1703319"/>
                  <a:gd name="connsiteY3052" fmla="*/ 307500 h 788789"/>
                  <a:gd name="connsiteX3053" fmla="*/ 495237 w 1703319"/>
                  <a:gd name="connsiteY3053" fmla="*/ 307024 h 788789"/>
                  <a:gd name="connsiteX3054" fmla="*/ 493725 w 1703319"/>
                  <a:gd name="connsiteY3054" fmla="*/ 307024 h 788789"/>
                  <a:gd name="connsiteX3055" fmla="*/ 491457 w 1703319"/>
                  <a:gd name="connsiteY3055" fmla="*/ 306071 h 788789"/>
                  <a:gd name="connsiteX3056" fmla="*/ 491457 w 1703319"/>
                  <a:gd name="connsiteY3056" fmla="*/ 303689 h 788789"/>
                  <a:gd name="connsiteX3057" fmla="*/ 489315 w 1703319"/>
                  <a:gd name="connsiteY3057" fmla="*/ 301625 h 788789"/>
                  <a:gd name="connsiteX3058" fmla="*/ 489668 w 1703319"/>
                  <a:gd name="connsiteY3058" fmla="*/ 302724 h 788789"/>
                  <a:gd name="connsiteX3059" fmla="*/ 490373 w 1703319"/>
                  <a:gd name="connsiteY3059" fmla="*/ 303823 h 788789"/>
                  <a:gd name="connsiteX3060" fmla="*/ 490726 w 1703319"/>
                  <a:gd name="connsiteY3060" fmla="*/ 305655 h 788789"/>
                  <a:gd name="connsiteX3061" fmla="*/ 488962 w 1703319"/>
                  <a:gd name="connsiteY3061" fmla="*/ 304923 h 788789"/>
                  <a:gd name="connsiteX3062" fmla="*/ 488257 w 1703319"/>
                  <a:gd name="connsiteY3062" fmla="*/ 303457 h 788789"/>
                  <a:gd name="connsiteX3063" fmla="*/ 489315 w 1703319"/>
                  <a:gd name="connsiteY3063" fmla="*/ 301625 h 788789"/>
                  <a:gd name="connsiteX3064" fmla="*/ 507047 w 1703319"/>
                  <a:gd name="connsiteY3064" fmla="*/ 301291 h 788789"/>
                  <a:gd name="connsiteX3065" fmla="*/ 507794 w 1703319"/>
                  <a:gd name="connsiteY3065" fmla="*/ 303798 h 788789"/>
                  <a:gd name="connsiteX3066" fmla="*/ 505179 w 1703319"/>
                  <a:gd name="connsiteY3066" fmla="*/ 307141 h 788789"/>
                  <a:gd name="connsiteX3067" fmla="*/ 503312 w 1703319"/>
                  <a:gd name="connsiteY3067" fmla="*/ 307558 h 788789"/>
                  <a:gd name="connsiteX3068" fmla="*/ 502191 w 1703319"/>
                  <a:gd name="connsiteY3068" fmla="*/ 306723 h 788789"/>
                  <a:gd name="connsiteX3069" fmla="*/ 502191 w 1703319"/>
                  <a:gd name="connsiteY3069" fmla="*/ 305887 h 788789"/>
                  <a:gd name="connsiteX3070" fmla="*/ 505179 w 1703319"/>
                  <a:gd name="connsiteY3070" fmla="*/ 302127 h 788789"/>
                  <a:gd name="connsiteX3071" fmla="*/ 507047 w 1703319"/>
                  <a:gd name="connsiteY3071" fmla="*/ 301291 h 788789"/>
                  <a:gd name="connsiteX3072" fmla="*/ 487904 w 1703319"/>
                  <a:gd name="connsiteY3072" fmla="*/ 282972 h 788789"/>
                  <a:gd name="connsiteX3073" fmla="*/ 492152 w 1703319"/>
                  <a:gd name="connsiteY3073" fmla="*/ 282972 h 788789"/>
                  <a:gd name="connsiteX3074" fmla="*/ 494469 w 1703319"/>
                  <a:gd name="connsiteY3074" fmla="*/ 282972 h 788789"/>
                  <a:gd name="connsiteX3075" fmla="*/ 497172 w 1703319"/>
                  <a:gd name="connsiteY3075" fmla="*/ 284163 h 788789"/>
                  <a:gd name="connsiteX3076" fmla="*/ 501420 w 1703319"/>
                  <a:gd name="connsiteY3076" fmla="*/ 286941 h 788789"/>
                  <a:gd name="connsiteX3077" fmla="*/ 501420 w 1703319"/>
                  <a:gd name="connsiteY3077" fmla="*/ 288131 h 788789"/>
                  <a:gd name="connsiteX3078" fmla="*/ 500647 w 1703319"/>
                  <a:gd name="connsiteY3078" fmla="*/ 288925 h 788789"/>
                  <a:gd name="connsiteX3079" fmla="*/ 497944 w 1703319"/>
                  <a:gd name="connsiteY3079" fmla="*/ 288528 h 788789"/>
                  <a:gd name="connsiteX3080" fmla="*/ 495241 w 1703319"/>
                  <a:gd name="connsiteY3080" fmla="*/ 287735 h 788789"/>
                  <a:gd name="connsiteX3081" fmla="*/ 493310 w 1703319"/>
                  <a:gd name="connsiteY3081" fmla="*/ 286147 h 788789"/>
                  <a:gd name="connsiteX3082" fmla="*/ 489835 w 1703319"/>
                  <a:gd name="connsiteY3082" fmla="*/ 284956 h 788789"/>
                  <a:gd name="connsiteX3083" fmla="*/ 487904 w 1703319"/>
                  <a:gd name="connsiteY3083" fmla="*/ 282972 h 788789"/>
                  <a:gd name="connsiteX3084" fmla="*/ 1536221 w 1703319"/>
                  <a:gd name="connsiteY3084" fmla="*/ 280133 h 788789"/>
                  <a:gd name="connsiteX3085" fmla="*/ 1536562 w 1703319"/>
                  <a:gd name="connsiteY3085" fmla="*/ 281232 h 788789"/>
                  <a:gd name="connsiteX3086" fmla="*/ 1533840 w 1703319"/>
                  <a:gd name="connsiteY3086" fmla="*/ 283797 h 788789"/>
                  <a:gd name="connsiteX3087" fmla="*/ 1533159 w 1703319"/>
                  <a:gd name="connsiteY3087" fmla="*/ 283797 h 788789"/>
                  <a:gd name="connsiteX3088" fmla="*/ 1533500 w 1703319"/>
                  <a:gd name="connsiteY3088" fmla="*/ 282331 h 788789"/>
                  <a:gd name="connsiteX3089" fmla="*/ 1535201 w 1703319"/>
                  <a:gd name="connsiteY3089" fmla="*/ 281598 h 788789"/>
                  <a:gd name="connsiteX3090" fmla="*/ 1536221 w 1703319"/>
                  <a:gd name="connsiteY3090" fmla="*/ 280133 h 788789"/>
                  <a:gd name="connsiteX3091" fmla="*/ 188866 w 1703319"/>
                  <a:gd name="connsiteY3091" fmla="*/ 277813 h 788789"/>
                  <a:gd name="connsiteX3092" fmla="*/ 191998 w 1703319"/>
                  <a:gd name="connsiteY3092" fmla="*/ 279539 h 788789"/>
                  <a:gd name="connsiteX3093" fmla="*/ 196173 w 1703319"/>
                  <a:gd name="connsiteY3093" fmla="*/ 280919 h 788789"/>
                  <a:gd name="connsiteX3094" fmla="*/ 198957 w 1703319"/>
                  <a:gd name="connsiteY3094" fmla="*/ 281609 h 788789"/>
                  <a:gd name="connsiteX3095" fmla="*/ 201044 w 1703319"/>
                  <a:gd name="connsiteY3095" fmla="*/ 284715 h 788789"/>
                  <a:gd name="connsiteX3096" fmla="*/ 202436 w 1703319"/>
                  <a:gd name="connsiteY3096" fmla="*/ 286441 h 788789"/>
                  <a:gd name="connsiteX3097" fmla="*/ 205220 w 1703319"/>
                  <a:gd name="connsiteY3097" fmla="*/ 288166 h 788789"/>
                  <a:gd name="connsiteX3098" fmla="*/ 207655 w 1703319"/>
                  <a:gd name="connsiteY3098" fmla="*/ 289547 h 788789"/>
                  <a:gd name="connsiteX3099" fmla="*/ 209047 w 1703319"/>
                  <a:gd name="connsiteY3099" fmla="*/ 291963 h 788789"/>
                  <a:gd name="connsiteX3100" fmla="*/ 206959 w 1703319"/>
                  <a:gd name="connsiteY3100" fmla="*/ 292653 h 788789"/>
                  <a:gd name="connsiteX3101" fmla="*/ 203828 w 1703319"/>
                  <a:gd name="connsiteY3101" fmla="*/ 290927 h 788789"/>
                  <a:gd name="connsiteX3102" fmla="*/ 201392 w 1703319"/>
                  <a:gd name="connsiteY3102" fmla="*/ 290237 h 788789"/>
                  <a:gd name="connsiteX3103" fmla="*/ 201044 w 1703319"/>
                  <a:gd name="connsiteY3103" fmla="*/ 289202 h 788789"/>
                  <a:gd name="connsiteX3104" fmla="*/ 198261 w 1703319"/>
                  <a:gd name="connsiteY3104" fmla="*/ 288511 h 788789"/>
                  <a:gd name="connsiteX3105" fmla="*/ 197217 w 1703319"/>
                  <a:gd name="connsiteY3105" fmla="*/ 287131 h 788789"/>
                  <a:gd name="connsiteX3106" fmla="*/ 194086 w 1703319"/>
                  <a:gd name="connsiteY3106" fmla="*/ 286096 h 788789"/>
                  <a:gd name="connsiteX3107" fmla="*/ 194086 w 1703319"/>
                  <a:gd name="connsiteY3107" fmla="*/ 284370 h 788789"/>
                  <a:gd name="connsiteX3108" fmla="*/ 192694 w 1703319"/>
                  <a:gd name="connsiteY3108" fmla="*/ 282990 h 788789"/>
                  <a:gd name="connsiteX3109" fmla="*/ 190954 w 1703319"/>
                  <a:gd name="connsiteY3109" fmla="*/ 283335 h 788789"/>
                  <a:gd name="connsiteX3110" fmla="*/ 189214 w 1703319"/>
                  <a:gd name="connsiteY3110" fmla="*/ 282645 h 788789"/>
                  <a:gd name="connsiteX3111" fmla="*/ 187475 w 1703319"/>
                  <a:gd name="connsiteY3111" fmla="*/ 281264 h 788789"/>
                  <a:gd name="connsiteX3112" fmla="*/ 187475 w 1703319"/>
                  <a:gd name="connsiteY3112" fmla="*/ 280574 h 788789"/>
                  <a:gd name="connsiteX3113" fmla="*/ 185387 w 1703319"/>
                  <a:gd name="connsiteY3113" fmla="*/ 278503 h 788789"/>
                  <a:gd name="connsiteX3114" fmla="*/ 188866 w 1703319"/>
                  <a:gd name="connsiteY3114" fmla="*/ 277813 h 788789"/>
                  <a:gd name="connsiteX3115" fmla="*/ 528097 w 1703319"/>
                  <a:gd name="connsiteY3115" fmla="*/ 273409 h 788789"/>
                  <a:gd name="connsiteX3116" fmla="*/ 529901 w 1703319"/>
                  <a:gd name="connsiteY3116" fmla="*/ 273409 h 788789"/>
                  <a:gd name="connsiteX3117" fmla="*/ 530983 w 1703319"/>
                  <a:gd name="connsiteY3117" fmla="*/ 273409 h 788789"/>
                  <a:gd name="connsiteX3118" fmla="*/ 530622 w 1703319"/>
                  <a:gd name="connsiteY3118" fmla="*/ 274846 h 788789"/>
                  <a:gd name="connsiteX3119" fmla="*/ 529179 w 1703319"/>
                  <a:gd name="connsiteY3119" fmla="*/ 275564 h 788789"/>
                  <a:gd name="connsiteX3120" fmla="*/ 529901 w 1703319"/>
                  <a:gd name="connsiteY3120" fmla="*/ 277359 h 788789"/>
                  <a:gd name="connsiteX3121" fmla="*/ 527375 w 1703319"/>
                  <a:gd name="connsiteY3121" fmla="*/ 279873 h 788789"/>
                  <a:gd name="connsiteX3122" fmla="*/ 525932 w 1703319"/>
                  <a:gd name="connsiteY3122" fmla="*/ 281668 h 788789"/>
                  <a:gd name="connsiteX3123" fmla="*/ 525932 w 1703319"/>
                  <a:gd name="connsiteY3123" fmla="*/ 283104 h 788789"/>
                  <a:gd name="connsiteX3124" fmla="*/ 525210 w 1703319"/>
                  <a:gd name="connsiteY3124" fmla="*/ 284182 h 788789"/>
                  <a:gd name="connsiteX3125" fmla="*/ 524849 w 1703319"/>
                  <a:gd name="connsiteY3125" fmla="*/ 285618 h 788789"/>
                  <a:gd name="connsiteX3126" fmla="*/ 526653 w 1703319"/>
                  <a:gd name="connsiteY3126" fmla="*/ 283823 h 788789"/>
                  <a:gd name="connsiteX3127" fmla="*/ 527736 w 1703319"/>
                  <a:gd name="connsiteY3127" fmla="*/ 282745 h 788789"/>
                  <a:gd name="connsiteX3128" fmla="*/ 529179 w 1703319"/>
                  <a:gd name="connsiteY3128" fmla="*/ 283104 h 788789"/>
                  <a:gd name="connsiteX3129" fmla="*/ 530983 w 1703319"/>
                  <a:gd name="connsiteY3129" fmla="*/ 283104 h 788789"/>
                  <a:gd name="connsiteX3130" fmla="*/ 530261 w 1703319"/>
                  <a:gd name="connsiteY3130" fmla="*/ 284182 h 788789"/>
                  <a:gd name="connsiteX3131" fmla="*/ 529540 w 1703319"/>
                  <a:gd name="connsiteY3131" fmla="*/ 284900 h 788789"/>
                  <a:gd name="connsiteX3132" fmla="*/ 528818 w 1703319"/>
                  <a:gd name="connsiteY3132" fmla="*/ 286336 h 788789"/>
                  <a:gd name="connsiteX3133" fmla="*/ 529901 w 1703319"/>
                  <a:gd name="connsiteY3133" fmla="*/ 286695 h 788789"/>
                  <a:gd name="connsiteX3134" fmla="*/ 531705 w 1703319"/>
                  <a:gd name="connsiteY3134" fmla="*/ 286695 h 788789"/>
                  <a:gd name="connsiteX3135" fmla="*/ 532426 w 1703319"/>
                  <a:gd name="connsiteY3135" fmla="*/ 288850 h 788789"/>
                  <a:gd name="connsiteX3136" fmla="*/ 533509 w 1703319"/>
                  <a:gd name="connsiteY3136" fmla="*/ 288491 h 788789"/>
                  <a:gd name="connsiteX3137" fmla="*/ 534230 w 1703319"/>
                  <a:gd name="connsiteY3137" fmla="*/ 287413 h 788789"/>
                  <a:gd name="connsiteX3138" fmla="*/ 535313 w 1703319"/>
                  <a:gd name="connsiteY3138" fmla="*/ 286336 h 788789"/>
                  <a:gd name="connsiteX3139" fmla="*/ 536395 w 1703319"/>
                  <a:gd name="connsiteY3139" fmla="*/ 285618 h 788789"/>
                  <a:gd name="connsiteX3140" fmla="*/ 537838 w 1703319"/>
                  <a:gd name="connsiteY3140" fmla="*/ 286695 h 788789"/>
                  <a:gd name="connsiteX3141" fmla="*/ 538920 w 1703319"/>
                  <a:gd name="connsiteY3141" fmla="*/ 287054 h 788789"/>
                  <a:gd name="connsiteX3142" fmla="*/ 540724 w 1703319"/>
                  <a:gd name="connsiteY3142" fmla="*/ 288132 h 788789"/>
                  <a:gd name="connsiteX3143" fmla="*/ 540003 w 1703319"/>
                  <a:gd name="connsiteY3143" fmla="*/ 289209 h 788789"/>
                  <a:gd name="connsiteX3144" fmla="*/ 538920 w 1703319"/>
                  <a:gd name="connsiteY3144" fmla="*/ 289927 h 788789"/>
                  <a:gd name="connsiteX3145" fmla="*/ 538920 w 1703319"/>
                  <a:gd name="connsiteY3145" fmla="*/ 291722 h 788789"/>
                  <a:gd name="connsiteX3146" fmla="*/ 538920 w 1703319"/>
                  <a:gd name="connsiteY3146" fmla="*/ 292441 h 788789"/>
                  <a:gd name="connsiteX3147" fmla="*/ 538920 w 1703319"/>
                  <a:gd name="connsiteY3147" fmla="*/ 292800 h 788789"/>
                  <a:gd name="connsiteX3148" fmla="*/ 540364 w 1703319"/>
                  <a:gd name="connsiteY3148" fmla="*/ 293159 h 788789"/>
                  <a:gd name="connsiteX3149" fmla="*/ 541807 w 1703319"/>
                  <a:gd name="connsiteY3149" fmla="*/ 292082 h 788789"/>
                  <a:gd name="connsiteX3150" fmla="*/ 543250 w 1703319"/>
                  <a:gd name="connsiteY3150" fmla="*/ 292082 h 788789"/>
                  <a:gd name="connsiteX3151" fmla="*/ 542168 w 1703319"/>
                  <a:gd name="connsiteY3151" fmla="*/ 293159 h 788789"/>
                  <a:gd name="connsiteX3152" fmla="*/ 540364 w 1703319"/>
                  <a:gd name="connsiteY3152" fmla="*/ 294595 h 788789"/>
                  <a:gd name="connsiteX3153" fmla="*/ 538560 w 1703319"/>
                  <a:gd name="connsiteY3153" fmla="*/ 296750 h 788789"/>
                  <a:gd name="connsiteX3154" fmla="*/ 540364 w 1703319"/>
                  <a:gd name="connsiteY3154" fmla="*/ 297468 h 788789"/>
                  <a:gd name="connsiteX3155" fmla="*/ 541446 w 1703319"/>
                  <a:gd name="connsiteY3155" fmla="*/ 295672 h 788789"/>
                  <a:gd name="connsiteX3156" fmla="*/ 542889 w 1703319"/>
                  <a:gd name="connsiteY3156" fmla="*/ 294954 h 788789"/>
                  <a:gd name="connsiteX3157" fmla="*/ 542889 w 1703319"/>
                  <a:gd name="connsiteY3157" fmla="*/ 297109 h 788789"/>
                  <a:gd name="connsiteX3158" fmla="*/ 542528 w 1703319"/>
                  <a:gd name="connsiteY3158" fmla="*/ 298186 h 788789"/>
                  <a:gd name="connsiteX3159" fmla="*/ 544332 w 1703319"/>
                  <a:gd name="connsiteY3159" fmla="*/ 297468 h 788789"/>
                  <a:gd name="connsiteX3160" fmla="*/ 544693 w 1703319"/>
                  <a:gd name="connsiteY3160" fmla="*/ 298904 h 788789"/>
                  <a:gd name="connsiteX3161" fmla="*/ 543972 w 1703319"/>
                  <a:gd name="connsiteY3161" fmla="*/ 299981 h 788789"/>
                  <a:gd name="connsiteX3162" fmla="*/ 543611 w 1703319"/>
                  <a:gd name="connsiteY3162" fmla="*/ 301418 h 788789"/>
                  <a:gd name="connsiteX3163" fmla="*/ 543250 w 1703319"/>
                  <a:gd name="connsiteY3163" fmla="*/ 302495 h 788789"/>
                  <a:gd name="connsiteX3164" fmla="*/ 541446 w 1703319"/>
                  <a:gd name="connsiteY3164" fmla="*/ 303213 h 788789"/>
                  <a:gd name="connsiteX3165" fmla="*/ 540003 w 1703319"/>
                  <a:gd name="connsiteY3165" fmla="*/ 301059 h 788789"/>
                  <a:gd name="connsiteX3166" fmla="*/ 538199 w 1703319"/>
                  <a:gd name="connsiteY3166" fmla="*/ 302136 h 788789"/>
                  <a:gd name="connsiteX3167" fmla="*/ 537838 w 1703319"/>
                  <a:gd name="connsiteY3167" fmla="*/ 299263 h 788789"/>
                  <a:gd name="connsiteX3168" fmla="*/ 537838 w 1703319"/>
                  <a:gd name="connsiteY3168" fmla="*/ 298904 h 788789"/>
                  <a:gd name="connsiteX3169" fmla="*/ 535673 w 1703319"/>
                  <a:gd name="connsiteY3169" fmla="*/ 298545 h 788789"/>
                  <a:gd name="connsiteX3170" fmla="*/ 534230 w 1703319"/>
                  <a:gd name="connsiteY3170" fmla="*/ 299622 h 788789"/>
                  <a:gd name="connsiteX3171" fmla="*/ 532787 w 1703319"/>
                  <a:gd name="connsiteY3171" fmla="*/ 301059 h 788789"/>
                  <a:gd name="connsiteX3172" fmla="*/ 531344 w 1703319"/>
                  <a:gd name="connsiteY3172" fmla="*/ 302136 h 788789"/>
                  <a:gd name="connsiteX3173" fmla="*/ 529901 w 1703319"/>
                  <a:gd name="connsiteY3173" fmla="*/ 302136 h 788789"/>
                  <a:gd name="connsiteX3174" fmla="*/ 529179 w 1703319"/>
                  <a:gd name="connsiteY3174" fmla="*/ 301418 h 788789"/>
                  <a:gd name="connsiteX3175" fmla="*/ 530261 w 1703319"/>
                  <a:gd name="connsiteY3175" fmla="*/ 300700 h 788789"/>
                  <a:gd name="connsiteX3176" fmla="*/ 531344 w 1703319"/>
                  <a:gd name="connsiteY3176" fmla="*/ 299981 h 788789"/>
                  <a:gd name="connsiteX3177" fmla="*/ 530261 w 1703319"/>
                  <a:gd name="connsiteY3177" fmla="*/ 298545 h 788789"/>
                  <a:gd name="connsiteX3178" fmla="*/ 529901 w 1703319"/>
                  <a:gd name="connsiteY3178" fmla="*/ 297827 h 788789"/>
                  <a:gd name="connsiteX3179" fmla="*/ 529540 w 1703319"/>
                  <a:gd name="connsiteY3179" fmla="*/ 296391 h 788789"/>
                  <a:gd name="connsiteX3180" fmla="*/ 527736 w 1703319"/>
                  <a:gd name="connsiteY3180" fmla="*/ 297109 h 788789"/>
                  <a:gd name="connsiteX3181" fmla="*/ 525571 w 1703319"/>
                  <a:gd name="connsiteY3181" fmla="*/ 297827 h 788789"/>
                  <a:gd name="connsiteX3182" fmla="*/ 524128 w 1703319"/>
                  <a:gd name="connsiteY3182" fmla="*/ 297827 h 788789"/>
                  <a:gd name="connsiteX3183" fmla="*/ 521963 w 1703319"/>
                  <a:gd name="connsiteY3183" fmla="*/ 297827 h 788789"/>
                  <a:gd name="connsiteX3184" fmla="*/ 517994 w 1703319"/>
                  <a:gd name="connsiteY3184" fmla="*/ 297827 h 788789"/>
                  <a:gd name="connsiteX3185" fmla="*/ 515469 w 1703319"/>
                  <a:gd name="connsiteY3185" fmla="*/ 297468 h 788789"/>
                  <a:gd name="connsiteX3186" fmla="*/ 513304 w 1703319"/>
                  <a:gd name="connsiteY3186" fmla="*/ 297468 h 788789"/>
                  <a:gd name="connsiteX3187" fmla="*/ 513665 w 1703319"/>
                  <a:gd name="connsiteY3187" fmla="*/ 295672 h 788789"/>
                  <a:gd name="connsiteX3188" fmla="*/ 515108 w 1703319"/>
                  <a:gd name="connsiteY3188" fmla="*/ 294595 h 788789"/>
                  <a:gd name="connsiteX3189" fmla="*/ 516190 w 1703319"/>
                  <a:gd name="connsiteY3189" fmla="*/ 293877 h 788789"/>
                  <a:gd name="connsiteX3190" fmla="*/ 516190 w 1703319"/>
                  <a:gd name="connsiteY3190" fmla="*/ 292800 h 788789"/>
                  <a:gd name="connsiteX3191" fmla="*/ 514747 w 1703319"/>
                  <a:gd name="connsiteY3191" fmla="*/ 292441 h 788789"/>
                  <a:gd name="connsiteX3192" fmla="*/ 515469 w 1703319"/>
                  <a:gd name="connsiteY3192" fmla="*/ 291363 h 788789"/>
                  <a:gd name="connsiteX3193" fmla="*/ 516912 w 1703319"/>
                  <a:gd name="connsiteY3193" fmla="*/ 290286 h 788789"/>
                  <a:gd name="connsiteX3194" fmla="*/ 517273 w 1703319"/>
                  <a:gd name="connsiteY3194" fmla="*/ 289209 h 788789"/>
                  <a:gd name="connsiteX3195" fmla="*/ 517994 w 1703319"/>
                  <a:gd name="connsiteY3195" fmla="*/ 287773 h 788789"/>
                  <a:gd name="connsiteX3196" fmla="*/ 519077 w 1703319"/>
                  <a:gd name="connsiteY3196" fmla="*/ 286695 h 788789"/>
                  <a:gd name="connsiteX3197" fmla="*/ 520159 w 1703319"/>
                  <a:gd name="connsiteY3197" fmla="*/ 285618 h 788789"/>
                  <a:gd name="connsiteX3198" fmla="*/ 520159 w 1703319"/>
                  <a:gd name="connsiteY3198" fmla="*/ 284182 h 788789"/>
                  <a:gd name="connsiteX3199" fmla="*/ 520520 w 1703319"/>
                  <a:gd name="connsiteY3199" fmla="*/ 282745 h 788789"/>
                  <a:gd name="connsiteX3200" fmla="*/ 521963 w 1703319"/>
                  <a:gd name="connsiteY3200" fmla="*/ 280232 h 788789"/>
                  <a:gd name="connsiteX3201" fmla="*/ 523406 w 1703319"/>
                  <a:gd name="connsiteY3201" fmla="*/ 278795 h 788789"/>
                  <a:gd name="connsiteX3202" fmla="*/ 525210 w 1703319"/>
                  <a:gd name="connsiteY3202" fmla="*/ 277000 h 788789"/>
                  <a:gd name="connsiteX3203" fmla="*/ 526653 w 1703319"/>
                  <a:gd name="connsiteY3203" fmla="*/ 274486 h 788789"/>
                  <a:gd name="connsiteX3204" fmla="*/ 528097 w 1703319"/>
                  <a:gd name="connsiteY3204" fmla="*/ 273409 h 788789"/>
                  <a:gd name="connsiteX3205" fmla="*/ 175166 w 1703319"/>
                  <a:gd name="connsiteY3205" fmla="*/ 258763 h 788789"/>
                  <a:gd name="connsiteX3206" fmla="*/ 176898 w 1703319"/>
                  <a:gd name="connsiteY3206" fmla="*/ 260804 h 788789"/>
                  <a:gd name="connsiteX3207" fmla="*/ 178052 w 1703319"/>
                  <a:gd name="connsiteY3207" fmla="*/ 261825 h 788789"/>
                  <a:gd name="connsiteX3208" fmla="*/ 177764 w 1703319"/>
                  <a:gd name="connsiteY3208" fmla="*/ 263186 h 788789"/>
                  <a:gd name="connsiteX3209" fmla="*/ 175743 w 1703319"/>
                  <a:gd name="connsiteY3209" fmla="*/ 261145 h 788789"/>
                  <a:gd name="connsiteX3210" fmla="*/ 175166 w 1703319"/>
                  <a:gd name="connsiteY3210" fmla="*/ 258763 h 788789"/>
                  <a:gd name="connsiteX3211" fmla="*/ 1471787 w 1703319"/>
                  <a:gd name="connsiteY3211" fmla="*/ 256311 h 788789"/>
                  <a:gd name="connsiteX3212" fmla="*/ 1474352 w 1703319"/>
                  <a:gd name="connsiteY3212" fmla="*/ 257395 h 788789"/>
                  <a:gd name="connsiteX3213" fmla="*/ 1474352 w 1703319"/>
                  <a:gd name="connsiteY3213" fmla="*/ 258478 h 788789"/>
                  <a:gd name="connsiteX3214" fmla="*/ 1474718 w 1703319"/>
                  <a:gd name="connsiteY3214" fmla="*/ 259924 h 788789"/>
                  <a:gd name="connsiteX3215" fmla="*/ 1474718 w 1703319"/>
                  <a:gd name="connsiteY3215" fmla="*/ 261369 h 788789"/>
                  <a:gd name="connsiteX3216" fmla="*/ 1475451 w 1703319"/>
                  <a:gd name="connsiteY3216" fmla="*/ 262453 h 788789"/>
                  <a:gd name="connsiteX3217" fmla="*/ 1475817 w 1703319"/>
                  <a:gd name="connsiteY3217" fmla="*/ 263537 h 788789"/>
                  <a:gd name="connsiteX3218" fmla="*/ 1476550 w 1703319"/>
                  <a:gd name="connsiteY3218" fmla="*/ 266788 h 788789"/>
                  <a:gd name="connsiteX3219" fmla="*/ 1475817 w 1703319"/>
                  <a:gd name="connsiteY3219" fmla="*/ 268595 h 788789"/>
                  <a:gd name="connsiteX3220" fmla="*/ 1475451 w 1703319"/>
                  <a:gd name="connsiteY3220" fmla="*/ 269679 h 788789"/>
                  <a:gd name="connsiteX3221" fmla="*/ 1475451 w 1703319"/>
                  <a:gd name="connsiteY3221" fmla="*/ 270763 h 788789"/>
                  <a:gd name="connsiteX3222" fmla="*/ 1475817 w 1703319"/>
                  <a:gd name="connsiteY3222" fmla="*/ 273292 h 788789"/>
                  <a:gd name="connsiteX3223" fmla="*/ 1476184 w 1703319"/>
                  <a:gd name="connsiteY3223" fmla="*/ 274376 h 788789"/>
                  <a:gd name="connsiteX3224" fmla="*/ 1477283 w 1703319"/>
                  <a:gd name="connsiteY3224" fmla="*/ 276182 h 788789"/>
                  <a:gd name="connsiteX3225" fmla="*/ 1478015 w 1703319"/>
                  <a:gd name="connsiteY3225" fmla="*/ 278711 h 788789"/>
                  <a:gd name="connsiteX3226" fmla="*/ 1477283 w 1703319"/>
                  <a:gd name="connsiteY3226" fmla="*/ 279434 h 788789"/>
                  <a:gd name="connsiteX3227" fmla="*/ 1477283 w 1703319"/>
                  <a:gd name="connsiteY3227" fmla="*/ 281240 h 788789"/>
                  <a:gd name="connsiteX3228" fmla="*/ 1478015 w 1703319"/>
                  <a:gd name="connsiteY3228" fmla="*/ 283047 h 788789"/>
                  <a:gd name="connsiteX3229" fmla="*/ 1479114 w 1703319"/>
                  <a:gd name="connsiteY3229" fmla="*/ 285576 h 788789"/>
                  <a:gd name="connsiteX3230" fmla="*/ 1479481 w 1703319"/>
                  <a:gd name="connsiteY3230" fmla="*/ 287021 h 788789"/>
                  <a:gd name="connsiteX3231" fmla="*/ 1480580 w 1703319"/>
                  <a:gd name="connsiteY3231" fmla="*/ 288827 h 788789"/>
                  <a:gd name="connsiteX3232" fmla="*/ 1481679 w 1703319"/>
                  <a:gd name="connsiteY3232" fmla="*/ 290634 h 788789"/>
                  <a:gd name="connsiteX3233" fmla="*/ 1480580 w 1703319"/>
                  <a:gd name="connsiteY3233" fmla="*/ 289911 h 788789"/>
                  <a:gd name="connsiteX3234" fmla="*/ 1479481 w 1703319"/>
                  <a:gd name="connsiteY3234" fmla="*/ 289189 h 788789"/>
                  <a:gd name="connsiteX3235" fmla="*/ 1477649 w 1703319"/>
                  <a:gd name="connsiteY3235" fmla="*/ 288827 h 788789"/>
                  <a:gd name="connsiteX3236" fmla="*/ 1476184 w 1703319"/>
                  <a:gd name="connsiteY3236" fmla="*/ 288827 h 788789"/>
                  <a:gd name="connsiteX3237" fmla="*/ 1475085 w 1703319"/>
                  <a:gd name="connsiteY3237" fmla="*/ 288827 h 788789"/>
                  <a:gd name="connsiteX3238" fmla="*/ 1474718 w 1703319"/>
                  <a:gd name="connsiteY3238" fmla="*/ 289911 h 788789"/>
                  <a:gd name="connsiteX3239" fmla="*/ 1474718 w 1703319"/>
                  <a:gd name="connsiteY3239" fmla="*/ 290634 h 788789"/>
                  <a:gd name="connsiteX3240" fmla="*/ 1473619 w 1703319"/>
                  <a:gd name="connsiteY3240" fmla="*/ 292802 h 788789"/>
                  <a:gd name="connsiteX3241" fmla="*/ 1472886 w 1703319"/>
                  <a:gd name="connsiteY3241" fmla="*/ 293886 h 788789"/>
                  <a:gd name="connsiteX3242" fmla="*/ 1473253 w 1703319"/>
                  <a:gd name="connsiteY3242" fmla="*/ 294969 h 788789"/>
                  <a:gd name="connsiteX3243" fmla="*/ 1473253 w 1703319"/>
                  <a:gd name="connsiteY3243" fmla="*/ 296415 h 788789"/>
                  <a:gd name="connsiteX3244" fmla="*/ 1472520 w 1703319"/>
                  <a:gd name="connsiteY3244" fmla="*/ 298944 h 788789"/>
                  <a:gd name="connsiteX3245" fmla="*/ 1472520 w 1703319"/>
                  <a:gd name="connsiteY3245" fmla="*/ 299666 h 788789"/>
                  <a:gd name="connsiteX3246" fmla="*/ 1473619 w 1703319"/>
                  <a:gd name="connsiteY3246" fmla="*/ 300750 h 788789"/>
                  <a:gd name="connsiteX3247" fmla="*/ 1474352 w 1703319"/>
                  <a:gd name="connsiteY3247" fmla="*/ 301834 h 788789"/>
                  <a:gd name="connsiteX3248" fmla="*/ 1475085 w 1703319"/>
                  <a:gd name="connsiteY3248" fmla="*/ 302557 h 788789"/>
                  <a:gd name="connsiteX3249" fmla="*/ 1475451 w 1703319"/>
                  <a:gd name="connsiteY3249" fmla="*/ 303641 h 788789"/>
                  <a:gd name="connsiteX3250" fmla="*/ 1476550 w 1703319"/>
                  <a:gd name="connsiteY3250" fmla="*/ 304002 h 788789"/>
                  <a:gd name="connsiteX3251" fmla="*/ 1476916 w 1703319"/>
                  <a:gd name="connsiteY3251" fmla="*/ 305086 h 788789"/>
                  <a:gd name="connsiteX3252" fmla="*/ 1476916 w 1703319"/>
                  <a:gd name="connsiteY3252" fmla="*/ 305808 h 788789"/>
                  <a:gd name="connsiteX3253" fmla="*/ 1476916 w 1703319"/>
                  <a:gd name="connsiteY3253" fmla="*/ 306892 h 788789"/>
                  <a:gd name="connsiteX3254" fmla="*/ 1476184 w 1703319"/>
                  <a:gd name="connsiteY3254" fmla="*/ 307615 h 788789"/>
                  <a:gd name="connsiteX3255" fmla="*/ 1475817 w 1703319"/>
                  <a:gd name="connsiteY3255" fmla="*/ 306531 h 788789"/>
                  <a:gd name="connsiteX3256" fmla="*/ 1475451 w 1703319"/>
                  <a:gd name="connsiteY3256" fmla="*/ 305808 h 788789"/>
                  <a:gd name="connsiteX3257" fmla="*/ 1473985 w 1703319"/>
                  <a:gd name="connsiteY3257" fmla="*/ 305447 h 788789"/>
                  <a:gd name="connsiteX3258" fmla="*/ 1472886 w 1703319"/>
                  <a:gd name="connsiteY3258" fmla="*/ 304724 h 788789"/>
                  <a:gd name="connsiteX3259" fmla="*/ 1471787 w 1703319"/>
                  <a:gd name="connsiteY3259" fmla="*/ 304724 h 788789"/>
                  <a:gd name="connsiteX3260" fmla="*/ 1471421 w 1703319"/>
                  <a:gd name="connsiteY3260" fmla="*/ 305808 h 788789"/>
                  <a:gd name="connsiteX3261" fmla="*/ 1470688 w 1703319"/>
                  <a:gd name="connsiteY3261" fmla="*/ 307254 h 788789"/>
                  <a:gd name="connsiteX3262" fmla="*/ 1469956 w 1703319"/>
                  <a:gd name="connsiteY3262" fmla="*/ 307976 h 788789"/>
                  <a:gd name="connsiteX3263" fmla="*/ 1469223 w 1703319"/>
                  <a:gd name="connsiteY3263" fmla="*/ 307976 h 788789"/>
                  <a:gd name="connsiteX3264" fmla="*/ 1469223 w 1703319"/>
                  <a:gd name="connsiteY3264" fmla="*/ 306531 h 788789"/>
                  <a:gd name="connsiteX3265" fmla="*/ 1468490 w 1703319"/>
                  <a:gd name="connsiteY3265" fmla="*/ 306170 h 788789"/>
                  <a:gd name="connsiteX3266" fmla="*/ 1468124 w 1703319"/>
                  <a:gd name="connsiteY3266" fmla="*/ 305086 h 788789"/>
                  <a:gd name="connsiteX3267" fmla="*/ 1468490 w 1703319"/>
                  <a:gd name="connsiteY3267" fmla="*/ 304002 h 788789"/>
                  <a:gd name="connsiteX3268" fmla="*/ 1468490 w 1703319"/>
                  <a:gd name="connsiteY3268" fmla="*/ 303641 h 788789"/>
                  <a:gd name="connsiteX3269" fmla="*/ 1469223 w 1703319"/>
                  <a:gd name="connsiteY3269" fmla="*/ 302195 h 788789"/>
                  <a:gd name="connsiteX3270" fmla="*/ 1469223 w 1703319"/>
                  <a:gd name="connsiteY3270" fmla="*/ 301111 h 788789"/>
                  <a:gd name="connsiteX3271" fmla="*/ 1468490 w 1703319"/>
                  <a:gd name="connsiteY3271" fmla="*/ 300028 h 788789"/>
                  <a:gd name="connsiteX3272" fmla="*/ 1468490 w 1703319"/>
                  <a:gd name="connsiteY3272" fmla="*/ 298582 h 788789"/>
                  <a:gd name="connsiteX3273" fmla="*/ 1469223 w 1703319"/>
                  <a:gd name="connsiteY3273" fmla="*/ 297499 h 788789"/>
                  <a:gd name="connsiteX3274" fmla="*/ 1469956 w 1703319"/>
                  <a:gd name="connsiteY3274" fmla="*/ 296415 h 788789"/>
                  <a:gd name="connsiteX3275" fmla="*/ 1469956 w 1703319"/>
                  <a:gd name="connsiteY3275" fmla="*/ 294969 h 788789"/>
                  <a:gd name="connsiteX3276" fmla="*/ 1469589 w 1703319"/>
                  <a:gd name="connsiteY3276" fmla="*/ 293524 h 788789"/>
                  <a:gd name="connsiteX3277" fmla="*/ 1469223 w 1703319"/>
                  <a:gd name="connsiteY3277" fmla="*/ 292802 h 788789"/>
                  <a:gd name="connsiteX3278" fmla="*/ 1468490 w 1703319"/>
                  <a:gd name="connsiteY3278" fmla="*/ 290995 h 788789"/>
                  <a:gd name="connsiteX3279" fmla="*/ 1468856 w 1703319"/>
                  <a:gd name="connsiteY3279" fmla="*/ 289911 h 788789"/>
                  <a:gd name="connsiteX3280" fmla="*/ 1469956 w 1703319"/>
                  <a:gd name="connsiteY3280" fmla="*/ 286660 h 788789"/>
                  <a:gd name="connsiteX3281" fmla="*/ 1470322 w 1703319"/>
                  <a:gd name="connsiteY3281" fmla="*/ 283047 h 788789"/>
                  <a:gd name="connsiteX3282" fmla="*/ 1469956 w 1703319"/>
                  <a:gd name="connsiteY3282" fmla="*/ 282324 h 788789"/>
                  <a:gd name="connsiteX3283" fmla="*/ 1469956 w 1703319"/>
                  <a:gd name="connsiteY3283" fmla="*/ 281240 h 788789"/>
                  <a:gd name="connsiteX3284" fmla="*/ 1469589 w 1703319"/>
                  <a:gd name="connsiteY3284" fmla="*/ 279795 h 788789"/>
                  <a:gd name="connsiteX3285" fmla="*/ 1469956 w 1703319"/>
                  <a:gd name="connsiteY3285" fmla="*/ 279434 h 788789"/>
                  <a:gd name="connsiteX3286" fmla="*/ 1470688 w 1703319"/>
                  <a:gd name="connsiteY3286" fmla="*/ 279072 h 788789"/>
                  <a:gd name="connsiteX3287" fmla="*/ 1470322 w 1703319"/>
                  <a:gd name="connsiteY3287" fmla="*/ 277627 h 788789"/>
                  <a:gd name="connsiteX3288" fmla="*/ 1470322 w 1703319"/>
                  <a:gd name="connsiteY3288" fmla="*/ 276182 h 788789"/>
                  <a:gd name="connsiteX3289" fmla="*/ 1469956 w 1703319"/>
                  <a:gd name="connsiteY3289" fmla="*/ 275098 h 788789"/>
                  <a:gd name="connsiteX3290" fmla="*/ 1469223 w 1703319"/>
                  <a:gd name="connsiteY3290" fmla="*/ 274376 h 788789"/>
                  <a:gd name="connsiteX3291" fmla="*/ 1468490 w 1703319"/>
                  <a:gd name="connsiteY3291" fmla="*/ 273292 h 788789"/>
                  <a:gd name="connsiteX3292" fmla="*/ 1467391 w 1703319"/>
                  <a:gd name="connsiteY3292" fmla="*/ 271485 h 788789"/>
                  <a:gd name="connsiteX3293" fmla="*/ 1467757 w 1703319"/>
                  <a:gd name="connsiteY3293" fmla="*/ 270401 h 788789"/>
                  <a:gd name="connsiteX3294" fmla="*/ 1468124 w 1703319"/>
                  <a:gd name="connsiteY3294" fmla="*/ 268956 h 788789"/>
                  <a:gd name="connsiteX3295" fmla="*/ 1468490 w 1703319"/>
                  <a:gd name="connsiteY3295" fmla="*/ 267872 h 788789"/>
                  <a:gd name="connsiteX3296" fmla="*/ 1468856 w 1703319"/>
                  <a:gd name="connsiteY3296" fmla="*/ 266427 h 788789"/>
                  <a:gd name="connsiteX3297" fmla="*/ 1468490 w 1703319"/>
                  <a:gd name="connsiteY3297" fmla="*/ 265343 h 788789"/>
                  <a:gd name="connsiteX3298" fmla="*/ 1468490 w 1703319"/>
                  <a:gd name="connsiteY3298" fmla="*/ 263898 h 788789"/>
                  <a:gd name="connsiteX3299" fmla="*/ 1468856 w 1703319"/>
                  <a:gd name="connsiteY3299" fmla="*/ 262453 h 788789"/>
                  <a:gd name="connsiteX3300" fmla="*/ 1469956 w 1703319"/>
                  <a:gd name="connsiteY3300" fmla="*/ 262091 h 788789"/>
                  <a:gd name="connsiteX3301" fmla="*/ 1470688 w 1703319"/>
                  <a:gd name="connsiteY3301" fmla="*/ 262453 h 788789"/>
                  <a:gd name="connsiteX3302" fmla="*/ 1471055 w 1703319"/>
                  <a:gd name="connsiteY3302" fmla="*/ 261730 h 788789"/>
                  <a:gd name="connsiteX3303" fmla="*/ 1471787 w 1703319"/>
                  <a:gd name="connsiteY3303" fmla="*/ 261008 h 788789"/>
                  <a:gd name="connsiteX3304" fmla="*/ 1472154 w 1703319"/>
                  <a:gd name="connsiteY3304" fmla="*/ 259924 h 788789"/>
                  <a:gd name="connsiteX3305" fmla="*/ 1471787 w 1703319"/>
                  <a:gd name="connsiteY3305" fmla="*/ 258478 h 788789"/>
                  <a:gd name="connsiteX3306" fmla="*/ 1471055 w 1703319"/>
                  <a:gd name="connsiteY3306" fmla="*/ 257756 h 788789"/>
                  <a:gd name="connsiteX3307" fmla="*/ 1471787 w 1703319"/>
                  <a:gd name="connsiteY3307" fmla="*/ 256311 h 788789"/>
                  <a:gd name="connsiteX3308" fmla="*/ 164847 w 1703319"/>
                  <a:gd name="connsiteY3308" fmla="*/ 255940 h 788789"/>
                  <a:gd name="connsiteX3309" fmla="*/ 167626 w 1703319"/>
                  <a:gd name="connsiteY3309" fmla="*/ 256329 h 788789"/>
                  <a:gd name="connsiteX3310" fmla="*/ 170007 w 1703319"/>
                  <a:gd name="connsiteY3310" fmla="*/ 256717 h 788789"/>
                  <a:gd name="connsiteX3311" fmla="*/ 168023 w 1703319"/>
                  <a:gd name="connsiteY3311" fmla="*/ 259045 h 788789"/>
                  <a:gd name="connsiteX3312" fmla="*/ 168023 w 1703319"/>
                  <a:gd name="connsiteY3312" fmla="*/ 260209 h 788789"/>
                  <a:gd name="connsiteX3313" fmla="*/ 168816 w 1703319"/>
                  <a:gd name="connsiteY3313" fmla="*/ 263702 h 788789"/>
                  <a:gd name="connsiteX3314" fmla="*/ 169610 w 1703319"/>
                  <a:gd name="connsiteY3314" fmla="*/ 265254 h 788789"/>
                  <a:gd name="connsiteX3315" fmla="*/ 170404 w 1703319"/>
                  <a:gd name="connsiteY3315" fmla="*/ 266418 h 788789"/>
                  <a:gd name="connsiteX3316" fmla="*/ 171198 w 1703319"/>
                  <a:gd name="connsiteY3316" fmla="*/ 267971 h 788789"/>
                  <a:gd name="connsiteX3317" fmla="*/ 172785 w 1703319"/>
                  <a:gd name="connsiteY3317" fmla="*/ 269135 h 788789"/>
                  <a:gd name="connsiteX3318" fmla="*/ 172785 w 1703319"/>
                  <a:gd name="connsiteY3318" fmla="*/ 270687 h 788789"/>
                  <a:gd name="connsiteX3319" fmla="*/ 171991 w 1703319"/>
                  <a:gd name="connsiteY3319" fmla="*/ 270299 h 788789"/>
                  <a:gd name="connsiteX3320" fmla="*/ 170404 w 1703319"/>
                  <a:gd name="connsiteY3320" fmla="*/ 269135 h 788789"/>
                  <a:gd name="connsiteX3321" fmla="*/ 169213 w 1703319"/>
                  <a:gd name="connsiteY3321" fmla="*/ 267194 h 788789"/>
                  <a:gd name="connsiteX3322" fmla="*/ 167626 w 1703319"/>
                  <a:gd name="connsiteY3322" fmla="*/ 266418 h 788789"/>
                  <a:gd name="connsiteX3323" fmla="*/ 166832 w 1703319"/>
                  <a:gd name="connsiteY3323" fmla="*/ 264866 h 788789"/>
                  <a:gd name="connsiteX3324" fmla="*/ 166435 w 1703319"/>
                  <a:gd name="connsiteY3324" fmla="*/ 262926 h 788789"/>
                  <a:gd name="connsiteX3325" fmla="*/ 164847 w 1703319"/>
                  <a:gd name="connsiteY3325" fmla="*/ 262538 h 788789"/>
                  <a:gd name="connsiteX3326" fmla="*/ 164847 w 1703319"/>
                  <a:gd name="connsiteY3326" fmla="*/ 260985 h 788789"/>
                  <a:gd name="connsiteX3327" fmla="*/ 163657 w 1703319"/>
                  <a:gd name="connsiteY3327" fmla="*/ 260209 h 788789"/>
                  <a:gd name="connsiteX3328" fmla="*/ 162863 w 1703319"/>
                  <a:gd name="connsiteY3328" fmla="*/ 256329 h 788789"/>
                  <a:gd name="connsiteX3329" fmla="*/ 164847 w 1703319"/>
                  <a:gd name="connsiteY3329" fmla="*/ 255940 h 788789"/>
                  <a:gd name="connsiteX3330" fmla="*/ 1589629 w 1703319"/>
                  <a:gd name="connsiteY3330" fmla="*/ 252731 h 788789"/>
                  <a:gd name="connsiteX3331" fmla="*/ 1592804 w 1703319"/>
                  <a:gd name="connsiteY3331" fmla="*/ 255588 h 788789"/>
                  <a:gd name="connsiteX3332" fmla="*/ 1590423 w 1703319"/>
                  <a:gd name="connsiteY3332" fmla="*/ 253683 h 788789"/>
                  <a:gd name="connsiteX3333" fmla="*/ 1589629 w 1703319"/>
                  <a:gd name="connsiteY3333" fmla="*/ 252731 h 788789"/>
                  <a:gd name="connsiteX3334" fmla="*/ 17393 w 1703319"/>
                  <a:gd name="connsiteY3334" fmla="*/ 251506 h 788789"/>
                  <a:gd name="connsiteX3335" fmla="*/ 18858 w 1703319"/>
                  <a:gd name="connsiteY3335" fmla="*/ 253547 h 788789"/>
                  <a:gd name="connsiteX3336" fmla="*/ 16660 w 1703319"/>
                  <a:gd name="connsiteY3336" fmla="*/ 254227 h 788789"/>
                  <a:gd name="connsiteX3337" fmla="*/ 14462 w 1703319"/>
                  <a:gd name="connsiteY3337" fmla="*/ 254567 h 788789"/>
                  <a:gd name="connsiteX3338" fmla="*/ 11898 w 1703319"/>
                  <a:gd name="connsiteY3338" fmla="*/ 255248 h 788789"/>
                  <a:gd name="connsiteX3339" fmla="*/ 11531 w 1703319"/>
                  <a:gd name="connsiteY3339" fmla="*/ 253547 h 788789"/>
                  <a:gd name="connsiteX3340" fmla="*/ 14096 w 1703319"/>
                  <a:gd name="connsiteY3340" fmla="*/ 251846 h 788789"/>
                  <a:gd name="connsiteX3341" fmla="*/ 17393 w 1703319"/>
                  <a:gd name="connsiteY3341" fmla="*/ 251506 h 788789"/>
                  <a:gd name="connsiteX3342" fmla="*/ 763776 w 1703319"/>
                  <a:gd name="connsiteY3342" fmla="*/ 251181 h 788789"/>
                  <a:gd name="connsiteX3343" fmla="*/ 765187 w 1703319"/>
                  <a:gd name="connsiteY3343" fmla="*/ 251181 h 788789"/>
                  <a:gd name="connsiteX3344" fmla="*/ 766246 w 1703319"/>
                  <a:gd name="connsiteY3344" fmla="*/ 251181 h 788789"/>
                  <a:gd name="connsiteX3345" fmla="*/ 766951 w 1703319"/>
                  <a:gd name="connsiteY3345" fmla="*/ 251891 h 788789"/>
                  <a:gd name="connsiteX3346" fmla="*/ 768010 w 1703319"/>
                  <a:gd name="connsiteY3346" fmla="*/ 252247 h 788789"/>
                  <a:gd name="connsiteX3347" fmla="*/ 769773 w 1703319"/>
                  <a:gd name="connsiteY3347" fmla="*/ 254735 h 788789"/>
                  <a:gd name="connsiteX3348" fmla="*/ 770126 w 1703319"/>
                  <a:gd name="connsiteY3348" fmla="*/ 255801 h 788789"/>
                  <a:gd name="connsiteX3349" fmla="*/ 770126 w 1703319"/>
                  <a:gd name="connsiteY3349" fmla="*/ 256512 h 788789"/>
                  <a:gd name="connsiteX3350" fmla="*/ 768715 w 1703319"/>
                  <a:gd name="connsiteY3350" fmla="*/ 257578 h 788789"/>
                  <a:gd name="connsiteX3351" fmla="*/ 767657 w 1703319"/>
                  <a:gd name="connsiteY3351" fmla="*/ 258644 h 788789"/>
                  <a:gd name="connsiteX3352" fmla="*/ 766246 w 1703319"/>
                  <a:gd name="connsiteY3352" fmla="*/ 259000 h 788789"/>
                  <a:gd name="connsiteX3353" fmla="*/ 766246 w 1703319"/>
                  <a:gd name="connsiteY3353" fmla="*/ 260066 h 788789"/>
                  <a:gd name="connsiteX3354" fmla="*/ 767304 w 1703319"/>
                  <a:gd name="connsiteY3354" fmla="*/ 261488 h 788789"/>
                  <a:gd name="connsiteX3355" fmla="*/ 767304 w 1703319"/>
                  <a:gd name="connsiteY3355" fmla="*/ 262909 h 788789"/>
                  <a:gd name="connsiteX3356" fmla="*/ 765540 w 1703319"/>
                  <a:gd name="connsiteY3356" fmla="*/ 269662 h 788789"/>
                  <a:gd name="connsiteX3357" fmla="*/ 764482 w 1703319"/>
                  <a:gd name="connsiteY3357" fmla="*/ 270018 h 788789"/>
                  <a:gd name="connsiteX3358" fmla="*/ 762718 w 1703319"/>
                  <a:gd name="connsiteY3358" fmla="*/ 270018 h 788789"/>
                  <a:gd name="connsiteX3359" fmla="*/ 761660 w 1703319"/>
                  <a:gd name="connsiteY3359" fmla="*/ 270018 h 788789"/>
                  <a:gd name="connsiteX3360" fmla="*/ 760601 w 1703319"/>
                  <a:gd name="connsiteY3360" fmla="*/ 270373 h 788789"/>
                  <a:gd name="connsiteX3361" fmla="*/ 759190 w 1703319"/>
                  <a:gd name="connsiteY3361" fmla="*/ 271439 h 788789"/>
                  <a:gd name="connsiteX3362" fmla="*/ 758132 w 1703319"/>
                  <a:gd name="connsiteY3362" fmla="*/ 272506 h 788789"/>
                  <a:gd name="connsiteX3363" fmla="*/ 756368 w 1703319"/>
                  <a:gd name="connsiteY3363" fmla="*/ 273572 h 788789"/>
                  <a:gd name="connsiteX3364" fmla="*/ 753898 w 1703319"/>
                  <a:gd name="connsiteY3364" fmla="*/ 274283 h 788789"/>
                  <a:gd name="connsiteX3365" fmla="*/ 752135 w 1703319"/>
                  <a:gd name="connsiteY3365" fmla="*/ 274638 h 788789"/>
                  <a:gd name="connsiteX3366" fmla="*/ 750723 w 1703319"/>
                  <a:gd name="connsiteY3366" fmla="*/ 273927 h 788789"/>
                  <a:gd name="connsiteX3367" fmla="*/ 749665 w 1703319"/>
                  <a:gd name="connsiteY3367" fmla="*/ 273572 h 788789"/>
                  <a:gd name="connsiteX3368" fmla="*/ 748607 w 1703319"/>
                  <a:gd name="connsiteY3368" fmla="*/ 272150 h 788789"/>
                  <a:gd name="connsiteX3369" fmla="*/ 748607 w 1703319"/>
                  <a:gd name="connsiteY3369" fmla="*/ 270729 h 788789"/>
                  <a:gd name="connsiteX3370" fmla="*/ 749665 w 1703319"/>
                  <a:gd name="connsiteY3370" fmla="*/ 269662 h 788789"/>
                  <a:gd name="connsiteX3371" fmla="*/ 750723 w 1703319"/>
                  <a:gd name="connsiteY3371" fmla="*/ 268951 h 788789"/>
                  <a:gd name="connsiteX3372" fmla="*/ 752135 w 1703319"/>
                  <a:gd name="connsiteY3372" fmla="*/ 268241 h 788789"/>
                  <a:gd name="connsiteX3373" fmla="*/ 752840 w 1703319"/>
                  <a:gd name="connsiteY3373" fmla="*/ 266819 h 788789"/>
                  <a:gd name="connsiteX3374" fmla="*/ 752135 w 1703319"/>
                  <a:gd name="connsiteY3374" fmla="*/ 266108 h 788789"/>
                  <a:gd name="connsiteX3375" fmla="*/ 752487 w 1703319"/>
                  <a:gd name="connsiteY3375" fmla="*/ 265042 h 788789"/>
                  <a:gd name="connsiteX3376" fmla="*/ 753546 w 1703319"/>
                  <a:gd name="connsiteY3376" fmla="*/ 264331 h 788789"/>
                  <a:gd name="connsiteX3377" fmla="*/ 753193 w 1703319"/>
                  <a:gd name="connsiteY3377" fmla="*/ 263620 h 788789"/>
                  <a:gd name="connsiteX3378" fmla="*/ 751782 w 1703319"/>
                  <a:gd name="connsiteY3378" fmla="*/ 263265 h 788789"/>
                  <a:gd name="connsiteX3379" fmla="*/ 750371 w 1703319"/>
                  <a:gd name="connsiteY3379" fmla="*/ 263265 h 788789"/>
                  <a:gd name="connsiteX3380" fmla="*/ 749312 w 1703319"/>
                  <a:gd name="connsiteY3380" fmla="*/ 262909 h 788789"/>
                  <a:gd name="connsiteX3381" fmla="*/ 749665 w 1703319"/>
                  <a:gd name="connsiteY3381" fmla="*/ 261843 h 788789"/>
                  <a:gd name="connsiteX3382" fmla="*/ 750723 w 1703319"/>
                  <a:gd name="connsiteY3382" fmla="*/ 260777 h 788789"/>
                  <a:gd name="connsiteX3383" fmla="*/ 750018 w 1703319"/>
                  <a:gd name="connsiteY3383" fmla="*/ 259711 h 788789"/>
                  <a:gd name="connsiteX3384" fmla="*/ 748960 w 1703319"/>
                  <a:gd name="connsiteY3384" fmla="*/ 259000 h 788789"/>
                  <a:gd name="connsiteX3385" fmla="*/ 748960 w 1703319"/>
                  <a:gd name="connsiteY3385" fmla="*/ 257933 h 788789"/>
                  <a:gd name="connsiteX3386" fmla="*/ 749312 w 1703319"/>
                  <a:gd name="connsiteY3386" fmla="*/ 257223 h 788789"/>
                  <a:gd name="connsiteX3387" fmla="*/ 750371 w 1703319"/>
                  <a:gd name="connsiteY3387" fmla="*/ 257223 h 788789"/>
                  <a:gd name="connsiteX3388" fmla="*/ 751429 w 1703319"/>
                  <a:gd name="connsiteY3388" fmla="*/ 257578 h 788789"/>
                  <a:gd name="connsiteX3389" fmla="*/ 752840 w 1703319"/>
                  <a:gd name="connsiteY3389" fmla="*/ 257933 h 788789"/>
                  <a:gd name="connsiteX3390" fmla="*/ 754251 w 1703319"/>
                  <a:gd name="connsiteY3390" fmla="*/ 257578 h 788789"/>
                  <a:gd name="connsiteX3391" fmla="*/ 755310 w 1703319"/>
                  <a:gd name="connsiteY3391" fmla="*/ 257578 h 788789"/>
                  <a:gd name="connsiteX3392" fmla="*/ 756015 w 1703319"/>
                  <a:gd name="connsiteY3392" fmla="*/ 257578 h 788789"/>
                  <a:gd name="connsiteX3393" fmla="*/ 757073 w 1703319"/>
                  <a:gd name="connsiteY3393" fmla="*/ 256512 h 788789"/>
                  <a:gd name="connsiteX3394" fmla="*/ 757779 w 1703319"/>
                  <a:gd name="connsiteY3394" fmla="*/ 256156 h 788789"/>
                  <a:gd name="connsiteX3395" fmla="*/ 758132 w 1703319"/>
                  <a:gd name="connsiteY3395" fmla="*/ 256867 h 788789"/>
                  <a:gd name="connsiteX3396" fmla="*/ 758837 w 1703319"/>
                  <a:gd name="connsiteY3396" fmla="*/ 257578 h 788789"/>
                  <a:gd name="connsiteX3397" fmla="*/ 760601 w 1703319"/>
                  <a:gd name="connsiteY3397" fmla="*/ 257933 h 788789"/>
                  <a:gd name="connsiteX3398" fmla="*/ 758837 w 1703319"/>
                  <a:gd name="connsiteY3398" fmla="*/ 257223 h 788789"/>
                  <a:gd name="connsiteX3399" fmla="*/ 758837 w 1703319"/>
                  <a:gd name="connsiteY3399" fmla="*/ 256512 h 788789"/>
                  <a:gd name="connsiteX3400" fmla="*/ 760248 w 1703319"/>
                  <a:gd name="connsiteY3400" fmla="*/ 255090 h 788789"/>
                  <a:gd name="connsiteX3401" fmla="*/ 761307 w 1703319"/>
                  <a:gd name="connsiteY3401" fmla="*/ 254024 h 788789"/>
                  <a:gd name="connsiteX3402" fmla="*/ 761660 w 1703319"/>
                  <a:gd name="connsiteY3402" fmla="*/ 252958 h 788789"/>
                  <a:gd name="connsiteX3403" fmla="*/ 763776 w 1703319"/>
                  <a:gd name="connsiteY3403" fmla="*/ 251181 h 788789"/>
                  <a:gd name="connsiteX3404" fmla="*/ 757144 w 1703319"/>
                  <a:gd name="connsiteY3404" fmla="*/ 250825 h 788789"/>
                  <a:gd name="connsiteX3405" fmla="*/ 758731 w 1703319"/>
                  <a:gd name="connsiteY3405" fmla="*/ 250825 h 788789"/>
                  <a:gd name="connsiteX3406" fmla="*/ 759049 w 1703319"/>
                  <a:gd name="connsiteY3406" fmla="*/ 251165 h 788789"/>
                  <a:gd name="connsiteX3407" fmla="*/ 759367 w 1703319"/>
                  <a:gd name="connsiteY3407" fmla="*/ 251165 h 788789"/>
                  <a:gd name="connsiteX3408" fmla="*/ 760319 w 1703319"/>
                  <a:gd name="connsiteY3408" fmla="*/ 251506 h 788789"/>
                  <a:gd name="connsiteX3409" fmla="*/ 760954 w 1703319"/>
                  <a:gd name="connsiteY3409" fmla="*/ 251846 h 788789"/>
                  <a:gd name="connsiteX3410" fmla="*/ 760637 w 1703319"/>
                  <a:gd name="connsiteY3410" fmla="*/ 252186 h 788789"/>
                  <a:gd name="connsiteX3411" fmla="*/ 760319 w 1703319"/>
                  <a:gd name="connsiteY3411" fmla="*/ 252866 h 788789"/>
                  <a:gd name="connsiteX3412" fmla="*/ 760319 w 1703319"/>
                  <a:gd name="connsiteY3412" fmla="*/ 253207 h 788789"/>
                  <a:gd name="connsiteX3413" fmla="*/ 759684 w 1703319"/>
                  <a:gd name="connsiteY3413" fmla="*/ 253547 h 788789"/>
                  <a:gd name="connsiteX3414" fmla="*/ 759367 w 1703319"/>
                  <a:gd name="connsiteY3414" fmla="*/ 254227 h 788789"/>
                  <a:gd name="connsiteX3415" fmla="*/ 758731 w 1703319"/>
                  <a:gd name="connsiteY3415" fmla="*/ 254908 h 788789"/>
                  <a:gd name="connsiteX3416" fmla="*/ 758097 w 1703319"/>
                  <a:gd name="connsiteY3416" fmla="*/ 255588 h 788789"/>
                  <a:gd name="connsiteX3417" fmla="*/ 757779 w 1703319"/>
                  <a:gd name="connsiteY3417" fmla="*/ 255248 h 788789"/>
                  <a:gd name="connsiteX3418" fmla="*/ 757144 w 1703319"/>
                  <a:gd name="connsiteY3418" fmla="*/ 255248 h 788789"/>
                  <a:gd name="connsiteX3419" fmla="*/ 756827 w 1703319"/>
                  <a:gd name="connsiteY3419" fmla="*/ 254567 h 788789"/>
                  <a:gd name="connsiteX3420" fmla="*/ 756191 w 1703319"/>
                  <a:gd name="connsiteY3420" fmla="*/ 254567 h 788789"/>
                  <a:gd name="connsiteX3421" fmla="*/ 755239 w 1703319"/>
                  <a:gd name="connsiteY3421" fmla="*/ 254567 h 788789"/>
                  <a:gd name="connsiteX3422" fmla="*/ 754921 w 1703319"/>
                  <a:gd name="connsiteY3422" fmla="*/ 254567 h 788789"/>
                  <a:gd name="connsiteX3423" fmla="*/ 754921 w 1703319"/>
                  <a:gd name="connsiteY3423" fmla="*/ 253887 h 788789"/>
                  <a:gd name="connsiteX3424" fmla="*/ 755557 w 1703319"/>
                  <a:gd name="connsiteY3424" fmla="*/ 253547 h 788789"/>
                  <a:gd name="connsiteX3425" fmla="*/ 756191 w 1703319"/>
                  <a:gd name="connsiteY3425" fmla="*/ 252866 h 788789"/>
                  <a:gd name="connsiteX3426" fmla="*/ 755874 w 1703319"/>
                  <a:gd name="connsiteY3426" fmla="*/ 252526 h 788789"/>
                  <a:gd name="connsiteX3427" fmla="*/ 755239 w 1703319"/>
                  <a:gd name="connsiteY3427" fmla="*/ 252186 h 788789"/>
                  <a:gd name="connsiteX3428" fmla="*/ 755557 w 1703319"/>
                  <a:gd name="connsiteY3428" fmla="*/ 252186 h 788789"/>
                  <a:gd name="connsiteX3429" fmla="*/ 755874 w 1703319"/>
                  <a:gd name="connsiteY3429" fmla="*/ 251846 h 788789"/>
                  <a:gd name="connsiteX3430" fmla="*/ 756509 w 1703319"/>
                  <a:gd name="connsiteY3430" fmla="*/ 251506 h 788789"/>
                  <a:gd name="connsiteX3431" fmla="*/ 757144 w 1703319"/>
                  <a:gd name="connsiteY3431" fmla="*/ 250825 h 788789"/>
                  <a:gd name="connsiteX3432" fmla="*/ 1584866 w 1703319"/>
                  <a:gd name="connsiteY3432" fmla="*/ 249635 h 788789"/>
                  <a:gd name="connsiteX3433" fmla="*/ 1586454 w 1703319"/>
                  <a:gd name="connsiteY3433" fmla="*/ 254001 h 788789"/>
                  <a:gd name="connsiteX3434" fmla="*/ 1584073 w 1703319"/>
                  <a:gd name="connsiteY3434" fmla="*/ 252413 h 788789"/>
                  <a:gd name="connsiteX3435" fmla="*/ 1581691 w 1703319"/>
                  <a:gd name="connsiteY3435" fmla="*/ 250032 h 788789"/>
                  <a:gd name="connsiteX3436" fmla="*/ 1584866 w 1703319"/>
                  <a:gd name="connsiteY3436" fmla="*/ 249635 h 788789"/>
                  <a:gd name="connsiteX3437" fmla="*/ 761271 w 1703319"/>
                  <a:gd name="connsiteY3437" fmla="*/ 249238 h 788789"/>
                  <a:gd name="connsiteX3438" fmla="*/ 764129 w 1703319"/>
                  <a:gd name="connsiteY3438" fmla="*/ 249635 h 788789"/>
                  <a:gd name="connsiteX3439" fmla="*/ 763494 w 1703319"/>
                  <a:gd name="connsiteY3439" fmla="*/ 250032 h 788789"/>
                  <a:gd name="connsiteX3440" fmla="*/ 762859 w 1703319"/>
                  <a:gd name="connsiteY3440" fmla="*/ 250429 h 788789"/>
                  <a:gd name="connsiteX3441" fmla="*/ 762224 w 1703319"/>
                  <a:gd name="connsiteY3441" fmla="*/ 250826 h 788789"/>
                  <a:gd name="connsiteX3442" fmla="*/ 761589 w 1703319"/>
                  <a:gd name="connsiteY3442" fmla="*/ 250429 h 788789"/>
                  <a:gd name="connsiteX3443" fmla="*/ 761271 w 1703319"/>
                  <a:gd name="connsiteY3443" fmla="*/ 249238 h 788789"/>
                  <a:gd name="connsiteX3444" fmla="*/ 772992 w 1703319"/>
                  <a:gd name="connsiteY3444" fmla="*/ 246664 h 788789"/>
                  <a:gd name="connsiteX3445" fmla="*/ 773288 w 1703319"/>
                  <a:gd name="connsiteY3445" fmla="*/ 247362 h 788789"/>
                  <a:gd name="connsiteX3446" fmla="*/ 773288 w 1703319"/>
                  <a:gd name="connsiteY3446" fmla="*/ 247981 h 788789"/>
                  <a:gd name="connsiteX3447" fmla="*/ 773726 w 1703319"/>
                  <a:gd name="connsiteY3447" fmla="*/ 247762 h 788789"/>
                  <a:gd name="connsiteX3448" fmla="*/ 773362 w 1703319"/>
                  <a:gd name="connsiteY3448" fmla="*/ 247034 h 788789"/>
                  <a:gd name="connsiteX3449" fmla="*/ 1316233 w 1703319"/>
                  <a:gd name="connsiteY3449" fmla="*/ 246063 h 788789"/>
                  <a:gd name="connsiteX3450" fmla="*/ 1316579 w 1703319"/>
                  <a:gd name="connsiteY3450" fmla="*/ 247895 h 788789"/>
                  <a:gd name="connsiteX3451" fmla="*/ 1316233 w 1703319"/>
                  <a:gd name="connsiteY3451" fmla="*/ 250459 h 788789"/>
                  <a:gd name="connsiteX3452" fmla="*/ 1315541 w 1703319"/>
                  <a:gd name="connsiteY3452" fmla="*/ 251925 h 788789"/>
                  <a:gd name="connsiteX3453" fmla="*/ 1314849 w 1703319"/>
                  <a:gd name="connsiteY3453" fmla="*/ 254489 h 788789"/>
                  <a:gd name="connsiteX3454" fmla="*/ 1314849 w 1703319"/>
                  <a:gd name="connsiteY3454" fmla="*/ 256321 h 788789"/>
                  <a:gd name="connsiteX3455" fmla="*/ 1313811 w 1703319"/>
                  <a:gd name="connsiteY3455" fmla="*/ 258885 h 788789"/>
                  <a:gd name="connsiteX3456" fmla="*/ 1312081 w 1703319"/>
                  <a:gd name="connsiteY3456" fmla="*/ 259252 h 788789"/>
                  <a:gd name="connsiteX3457" fmla="*/ 1311043 w 1703319"/>
                  <a:gd name="connsiteY3457" fmla="*/ 261083 h 788789"/>
                  <a:gd name="connsiteX3458" fmla="*/ 1311735 w 1703319"/>
                  <a:gd name="connsiteY3458" fmla="*/ 262549 h 788789"/>
                  <a:gd name="connsiteX3459" fmla="*/ 1310351 w 1703319"/>
                  <a:gd name="connsiteY3459" fmla="*/ 262915 h 788789"/>
                  <a:gd name="connsiteX3460" fmla="*/ 1310005 w 1703319"/>
                  <a:gd name="connsiteY3460" fmla="*/ 264014 h 788789"/>
                  <a:gd name="connsiteX3461" fmla="*/ 1307237 w 1703319"/>
                  <a:gd name="connsiteY3461" fmla="*/ 265846 h 788789"/>
                  <a:gd name="connsiteX3462" fmla="*/ 1304469 w 1703319"/>
                  <a:gd name="connsiteY3462" fmla="*/ 266945 h 788789"/>
                  <a:gd name="connsiteX3463" fmla="*/ 1303085 w 1703319"/>
                  <a:gd name="connsiteY3463" fmla="*/ 268410 h 788789"/>
                  <a:gd name="connsiteX3464" fmla="*/ 1301009 w 1703319"/>
                  <a:gd name="connsiteY3464" fmla="*/ 268410 h 788789"/>
                  <a:gd name="connsiteX3465" fmla="*/ 1300663 w 1703319"/>
                  <a:gd name="connsiteY3465" fmla="*/ 269509 h 788789"/>
                  <a:gd name="connsiteX3466" fmla="*/ 1298587 w 1703319"/>
                  <a:gd name="connsiteY3466" fmla="*/ 271707 h 788789"/>
                  <a:gd name="connsiteX3467" fmla="*/ 1296857 w 1703319"/>
                  <a:gd name="connsiteY3467" fmla="*/ 272074 h 788789"/>
                  <a:gd name="connsiteX3468" fmla="*/ 1294435 w 1703319"/>
                  <a:gd name="connsiteY3468" fmla="*/ 273539 h 788789"/>
                  <a:gd name="connsiteX3469" fmla="*/ 1291667 w 1703319"/>
                  <a:gd name="connsiteY3469" fmla="*/ 274638 h 788789"/>
                  <a:gd name="connsiteX3470" fmla="*/ 1289591 w 1703319"/>
                  <a:gd name="connsiteY3470" fmla="*/ 274272 h 788789"/>
                  <a:gd name="connsiteX3471" fmla="*/ 1289937 w 1703319"/>
                  <a:gd name="connsiteY3471" fmla="*/ 272440 h 788789"/>
                  <a:gd name="connsiteX3472" fmla="*/ 1291667 w 1703319"/>
                  <a:gd name="connsiteY3472" fmla="*/ 272806 h 788789"/>
                  <a:gd name="connsiteX3473" fmla="*/ 1293743 w 1703319"/>
                  <a:gd name="connsiteY3473" fmla="*/ 271707 h 788789"/>
                  <a:gd name="connsiteX3474" fmla="*/ 1296511 w 1703319"/>
                  <a:gd name="connsiteY3474" fmla="*/ 270242 h 788789"/>
                  <a:gd name="connsiteX3475" fmla="*/ 1298241 w 1703319"/>
                  <a:gd name="connsiteY3475" fmla="*/ 268044 h 788789"/>
                  <a:gd name="connsiteX3476" fmla="*/ 1299971 w 1703319"/>
                  <a:gd name="connsiteY3476" fmla="*/ 266579 h 788789"/>
                  <a:gd name="connsiteX3477" fmla="*/ 1302047 w 1703319"/>
                  <a:gd name="connsiteY3477" fmla="*/ 265479 h 788789"/>
                  <a:gd name="connsiteX3478" fmla="*/ 1303431 w 1703319"/>
                  <a:gd name="connsiteY3478" fmla="*/ 263281 h 788789"/>
                  <a:gd name="connsiteX3479" fmla="*/ 1304815 w 1703319"/>
                  <a:gd name="connsiteY3479" fmla="*/ 264380 h 788789"/>
                  <a:gd name="connsiteX3480" fmla="*/ 1307583 w 1703319"/>
                  <a:gd name="connsiteY3480" fmla="*/ 261816 h 788789"/>
                  <a:gd name="connsiteX3481" fmla="*/ 1306545 w 1703319"/>
                  <a:gd name="connsiteY3481" fmla="*/ 261083 h 788789"/>
                  <a:gd name="connsiteX3482" fmla="*/ 1307929 w 1703319"/>
                  <a:gd name="connsiteY3482" fmla="*/ 259252 h 788789"/>
                  <a:gd name="connsiteX3483" fmla="*/ 1309313 w 1703319"/>
                  <a:gd name="connsiteY3483" fmla="*/ 257420 h 788789"/>
                  <a:gd name="connsiteX3484" fmla="*/ 1309659 w 1703319"/>
                  <a:gd name="connsiteY3484" fmla="*/ 255222 h 788789"/>
                  <a:gd name="connsiteX3485" fmla="*/ 1311389 w 1703319"/>
                  <a:gd name="connsiteY3485" fmla="*/ 253024 h 788789"/>
                  <a:gd name="connsiteX3486" fmla="*/ 1312427 w 1703319"/>
                  <a:gd name="connsiteY3486" fmla="*/ 251192 h 788789"/>
                  <a:gd name="connsiteX3487" fmla="*/ 1313465 w 1703319"/>
                  <a:gd name="connsiteY3487" fmla="*/ 248261 h 788789"/>
                  <a:gd name="connsiteX3488" fmla="*/ 1316233 w 1703319"/>
                  <a:gd name="connsiteY3488" fmla="*/ 246063 h 788789"/>
                  <a:gd name="connsiteX3489" fmla="*/ 767304 w 1703319"/>
                  <a:gd name="connsiteY3489" fmla="*/ 246063 h 788789"/>
                  <a:gd name="connsiteX3490" fmla="*/ 767077 w 1703319"/>
                  <a:gd name="connsiteY3490" fmla="*/ 246744 h 788789"/>
                  <a:gd name="connsiteX3491" fmla="*/ 767304 w 1703319"/>
                  <a:gd name="connsiteY3491" fmla="*/ 247197 h 788789"/>
                  <a:gd name="connsiteX3492" fmla="*/ 766623 w 1703319"/>
                  <a:gd name="connsiteY3492" fmla="*/ 247651 h 788789"/>
                  <a:gd name="connsiteX3493" fmla="*/ 766170 w 1703319"/>
                  <a:gd name="connsiteY3493" fmla="*/ 247651 h 788789"/>
                  <a:gd name="connsiteX3494" fmla="*/ 765943 w 1703319"/>
                  <a:gd name="connsiteY3494" fmla="*/ 247197 h 788789"/>
                  <a:gd name="connsiteX3495" fmla="*/ 765943 w 1703319"/>
                  <a:gd name="connsiteY3495" fmla="*/ 246744 h 788789"/>
                  <a:gd name="connsiteX3496" fmla="*/ 766623 w 1703319"/>
                  <a:gd name="connsiteY3496" fmla="*/ 246517 h 788789"/>
                  <a:gd name="connsiteX3497" fmla="*/ 767304 w 1703319"/>
                  <a:gd name="connsiteY3497" fmla="*/ 246063 h 788789"/>
                  <a:gd name="connsiteX3498" fmla="*/ 160815 w 1703319"/>
                  <a:gd name="connsiteY3498" fmla="*/ 242389 h 788789"/>
                  <a:gd name="connsiteX3499" fmla="*/ 162339 w 1703319"/>
                  <a:gd name="connsiteY3499" fmla="*/ 242752 h 788789"/>
                  <a:gd name="connsiteX3500" fmla="*/ 163101 w 1703319"/>
                  <a:gd name="connsiteY3500" fmla="*/ 243840 h 788789"/>
                  <a:gd name="connsiteX3501" fmla="*/ 164625 w 1703319"/>
                  <a:gd name="connsiteY3501" fmla="*/ 244929 h 788789"/>
                  <a:gd name="connsiteX3502" fmla="*/ 165387 w 1703319"/>
                  <a:gd name="connsiteY3502" fmla="*/ 246380 h 788789"/>
                  <a:gd name="connsiteX3503" fmla="*/ 166530 w 1703319"/>
                  <a:gd name="connsiteY3503" fmla="*/ 248194 h 788789"/>
                  <a:gd name="connsiteX3504" fmla="*/ 167292 w 1703319"/>
                  <a:gd name="connsiteY3504" fmla="*/ 250372 h 788789"/>
                  <a:gd name="connsiteX3505" fmla="*/ 168435 w 1703319"/>
                  <a:gd name="connsiteY3505" fmla="*/ 251823 h 788789"/>
                  <a:gd name="connsiteX3506" fmla="*/ 168435 w 1703319"/>
                  <a:gd name="connsiteY3506" fmla="*/ 253274 h 788789"/>
                  <a:gd name="connsiteX3507" fmla="*/ 165387 w 1703319"/>
                  <a:gd name="connsiteY3507" fmla="*/ 252912 h 788789"/>
                  <a:gd name="connsiteX3508" fmla="*/ 164244 w 1703319"/>
                  <a:gd name="connsiteY3508" fmla="*/ 250734 h 788789"/>
                  <a:gd name="connsiteX3509" fmla="*/ 161196 w 1703319"/>
                  <a:gd name="connsiteY3509" fmla="*/ 248920 h 788789"/>
                  <a:gd name="connsiteX3510" fmla="*/ 161577 w 1703319"/>
                  <a:gd name="connsiteY3510" fmla="*/ 246743 h 788789"/>
                  <a:gd name="connsiteX3511" fmla="*/ 162339 w 1703319"/>
                  <a:gd name="connsiteY3511" fmla="*/ 244929 h 788789"/>
                  <a:gd name="connsiteX3512" fmla="*/ 160815 w 1703319"/>
                  <a:gd name="connsiteY3512" fmla="*/ 242389 h 788789"/>
                  <a:gd name="connsiteX3513" fmla="*/ 157023 w 1703319"/>
                  <a:gd name="connsiteY3513" fmla="*/ 238125 h 788789"/>
                  <a:gd name="connsiteX3514" fmla="*/ 158837 w 1703319"/>
                  <a:gd name="connsiteY3514" fmla="*/ 240847 h 788789"/>
                  <a:gd name="connsiteX3515" fmla="*/ 158837 w 1703319"/>
                  <a:gd name="connsiteY3515" fmla="*/ 242056 h 788789"/>
                  <a:gd name="connsiteX3516" fmla="*/ 158384 w 1703319"/>
                  <a:gd name="connsiteY3516" fmla="*/ 243266 h 788789"/>
                  <a:gd name="connsiteX3517" fmla="*/ 157930 w 1703319"/>
                  <a:gd name="connsiteY3517" fmla="*/ 244475 h 788789"/>
                  <a:gd name="connsiteX3518" fmla="*/ 157477 w 1703319"/>
                  <a:gd name="connsiteY3518" fmla="*/ 242963 h 788789"/>
                  <a:gd name="connsiteX3519" fmla="*/ 156570 w 1703319"/>
                  <a:gd name="connsiteY3519" fmla="*/ 241149 h 788789"/>
                  <a:gd name="connsiteX3520" fmla="*/ 156116 w 1703319"/>
                  <a:gd name="connsiteY3520" fmla="*/ 239637 h 788789"/>
                  <a:gd name="connsiteX3521" fmla="*/ 157023 w 1703319"/>
                  <a:gd name="connsiteY3521" fmla="*/ 238125 h 788789"/>
                  <a:gd name="connsiteX3522" fmla="*/ 760954 w 1703319"/>
                  <a:gd name="connsiteY3522" fmla="*/ 236538 h 788789"/>
                  <a:gd name="connsiteX3523" fmla="*/ 762542 w 1703319"/>
                  <a:gd name="connsiteY3523" fmla="*/ 236538 h 788789"/>
                  <a:gd name="connsiteX3524" fmla="*/ 762542 w 1703319"/>
                  <a:gd name="connsiteY3524" fmla="*/ 237173 h 788789"/>
                  <a:gd name="connsiteX3525" fmla="*/ 762145 w 1703319"/>
                  <a:gd name="connsiteY3525" fmla="*/ 238126 h 788789"/>
                  <a:gd name="connsiteX3526" fmla="*/ 760954 w 1703319"/>
                  <a:gd name="connsiteY3526" fmla="*/ 237809 h 788789"/>
                  <a:gd name="connsiteX3527" fmla="*/ 760954 w 1703319"/>
                  <a:gd name="connsiteY3527" fmla="*/ 236538 h 788789"/>
                  <a:gd name="connsiteX3528" fmla="*/ 159536 w 1703319"/>
                  <a:gd name="connsiteY3528" fmla="*/ 236538 h 788789"/>
                  <a:gd name="connsiteX3529" fmla="*/ 161368 w 1703319"/>
                  <a:gd name="connsiteY3529" fmla="*/ 237837 h 788789"/>
                  <a:gd name="connsiteX3530" fmla="*/ 161734 w 1703319"/>
                  <a:gd name="connsiteY3530" fmla="*/ 239136 h 788789"/>
                  <a:gd name="connsiteX3531" fmla="*/ 161368 w 1703319"/>
                  <a:gd name="connsiteY3531" fmla="*/ 240435 h 788789"/>
                  <a:gd name="connsiteX3532" fmla="*/ 159902 w 1703319"/>
                  <a:gd name="connsiteY3532" fmla="*/ 240435 h 788789"/>
                  <a:gd name="connsiteX3533" fmla="*/ 158437 w 1703319"/>
                  <a:gd name="connsiteY3533" fmla="*/ 239569 h 788789"/>
                  <a:gd name="connsiteX3534" fmla="*/ 159536 w 1703319"/>
                  <a:gd name="connsiteY3534" fmla="*/ 236538 h 788789"/>
                  <a:gd name="connsiteX3535" fmla="*/ 153552 w 1703319"/>
                  <a:gd name="connsiteY3535" fmla="*/ 234950 h 788789"/>
                  <a:gd name="connsiteX3536" fmla="*/ 154651 w 1703319"/>
                  <a:gd name="connsiteY3536" fmla="*/ 235903 h 788789"/>
                  <a:gd name="connsiteX3537" fmla="*/ 155384 w 1703319"/>
                  <a:gd name="connsiteY3537" fmla="*/ 237490 h 788789"/>
                  <a:gd name="connsiteX3538" fmla="*/ 155751 w 1703319"/>
                  <a:gd name="connsiteY3538" fmla="*/ 239395 h 788789"/>
                  <a:gd name="connsiteX3539" fmla="*/ 155384 w 1703319"/>
                  <a:gd name="connsiteY3539" fmla="*/ 241936 h 788789"/>
                  <a:gd name="connsiteX3540" fmla="*/ 154285 w 1703319"/>
                  <a:gd name="connsiteY3540" fmla="*/ 241618 h 788789"/>
                  <a:gd name="connsiteX3541" fmla="*/ 153552 w 1703319"/>
                  <a:gd name="connsiteY3541" fmla="*/ 240348 h 788789"/>
                  <a:gd name="connsiteX3542" fmla="*/ 152453 w 1703319"/>
                  <a:gd name="connsiteY3542" fmla="*/ 238760 h 788789"/>
                  <a:gd name="connsiteX3543" fmla="*/ 152087 w 1703319"/>
                  <a:gd name="connsiteY3543" fmla="*/ 236855 h 788789"/>
                  <a:gd name="connsiteX3544" fmla="*/ 152087 w 1703319"/>
                  <a:gd name="connsiteY3544" fmla="*/ 235268 h 788789"/>
                  <a:gd name="connsiteX3545" fmla="*/ 153552 w 1703319"/>
                  <a:gd name="connsiteY3545" fmla="*/ 234950 h 788789"/>
                  <a:gd name="connsiteX3546" fmla="*/ 765961 w 1703319"/>
                  <a:gd name="connsiteY3546" fmla="*/ 233730 h 788789"/>
                  <a:gd name="connsiteX3547" fmla="*/ 767060 w 1703319"/>
                  <a:gd name="connsiteY3547" fmla="*/ 234096 h 788789"/>
                  <a:gd name="connsiteX3548" fmla="*/ 767426 w 1703319"/>
                  <a:gd name="connsiteY3548" fmla="*/ 235195 h 788789"/>
                  <a:gd name="connsiteX3549" fmla="*/ 767060 w 1703319"/>
                  <a:gd name="connsiteY3549" fmla="*/ 235561 h 788789"/>
                  <a:gd name="connsiteX3550" fmla="*/ 767793 w 1703319"/>
                  <a:gd name="connsiteY3550" fmla="*/ 236294 h 788789"/>
                  <a:gd name="connsiteX3551" fmla="*/ 768159 w 1703319"/>
                  <a:gd name="connsiteY3551" fmla="*/ 236661 h 788789"/>
                  <a:gd name="connsiteX3552" fmla="*/ 768526 w 1703319"/>
                  <a:gd name="connsiteY3552" fmla="*/ 237393 h 788789"/>
                  <a:gd name="connsiteX3553" fmla="*/ 767426 w 1703319"/>
                  <a:gd name="connsiteY3553" fmla="*/ 238126 h 788789"/>
                  <a:gd name="connsiteX3554" fmla="*/ 766327 w 1703319"/>
                  <a:gd name="connsiteY3554" fmla="*/ 237760 h 788789"/>
                  <a:gd name="connsiteX3555" fmla="*/ 765961 w 1703319"/>
                  <a:gd name="connsiteY3555" fmla="*/ 237393 h 788789"/>
                  <a:gd name="connsiteX3556" fmla="*/ 765595 w 1703319"/>
                  <a:gd name="connsiteY3556" fmla="*/ 237027 h 788789"/>
                  <a:gd name="connsiteX3557" fmla="*/ 764495 w 1703319"/>
                  <a:gd name="connsiteY3557" fmla="*/ 235561 h 788789"/>
                  <a:gd name="connsiteX3558" fmla="*/ 764495 w 1703319"/>
                  <a:gd name="connsiteY3558" fmla="*/ 234829 h 788789"/>
                  <a:gd name="connsiteX3559" fmla="*/ 765595 w 1703319"/>
                  <a:gd name="connsiteY3559" fmla="*/ 234096 h 788789"/>
                  <a:gd name="connsiteX3560" fmla="*/ 765961 w 1703319"/>
                  <a:gd name="connsiteY3560" fmla="*/ 233730 h 788789"/>
                  <a:gd name="connsiteX3561" fmla="*/ 761748 w 1703319"/>
                  <a:gd name="connsiteY3561" fmla="*/ 233363 h 788789"/>
                  <a:gd name="connsiteX3562" fmla="*/ 762277 w 1703319"/>
                  <a:gd name="connsiteY3562" fmla="*/ 234634 h 788789"/>
                  <a:gd name="connsiteX3563" fmla="*/ 761219 w 1703319"/>
                  <a:gd name="connsiteY3563" fmla="*/ 234634 h 788789"/>
                  <a:gd name="connsiteX3564" fmla="*/ 761748 w 1703319"/>
                  <a:gd name="connsiteY3564" fmla="*/ 233363 h 788789"/>
                  <a:gd name="connsiteX3565" fmla="*/ 155322 w 1703319"/>
                  <a:gd name="connsiteY3565" fmla="*/ 230188 h 788789"/>
                  <a:gd name="connsiteX3566" fmla="*/ 157703 w 1703319"/>
                  <a:gd name="connsiteY3566" fmla="*/ 230944 h 788789"/>
                  <a:gd name="connsiteX3567" fmla="*/ 157703 w 1703319"/>
                  <a:gd name="connsiteY3567" fmla="*/ 232078 h 788789"/>
                  <a:gd name="connsiteX3568" fmla="*/ 158894 w 1703319"/>
                  <a:gd name="connsiteY3568" fmla="*/ 233212 h 788789"/>
                  <a:gd name="connsiteX3569" fmla="*/ 158497 w 1703319"/>
                  <a:gd name="connsiteY3569" fmla="*/ 235102 h 788789"/>
                  <a:gd name="connsiteX3570" fmla="*/ 157703 w 1703319"/>
                  <a:gd name="connsiteY3570" fmla="*/ 236992 h 788789"/>
                  <a:gd name="connsiteX3571" fmla="*/ 156116 w 1703319"/>
                  <a:gd name="connsiteY3571" fmla="*/ 236992 h 788789"/>
                  <a:gd name="connsiteX3572" fmla="*/ 155322 w 1703319"/>
                  <a:gd name="connsiteY3572" fmla="*/ 236236 h 788789"/>
                  <a:gd name="connsiteX3573" fmla="*/ 155719 w 1703319"/>
                  <a:gd name="connsiteY3573" fmla="*/ 233968 h 788789"/>
                  <a:gd name="connsiteX3574" fmla="*/ 154529 w 1703319"/>
                  <a:gd name="connsiteY3574" fmla="*/ 233212 h 788789"/>
                  <a:gd name="connsiteX3575" fmla="*/ 154132 w 1703319"/>
                  <a:gd name="connsiteY3575" fmla="*/ 232456 h 788789"/>
                  <a:gd name="connsiteX3576" fmla="*/ 155322 w 1703319"/>
                  <a:gd name="connsiteY3576" fmla="*/ 230188 h 788789"/>
                  <a:gd name="connsiteX3577" fmla="*/ 766034 w 1703319"/>
                  <a:gd name="connsiteY3577" fmla="*/ 228600 h 788789"/>
                  <a:gd name="connsiteX3578" fmla="*/ 766669 w 1703319"/>
                  <a:gd name="connsiteY3578" fmla="*/ 229621 h 788789"/>
                  <a:gd name="connsiteX3579" fmla="*/ 766669 w 1703319"/>
                  <a:gd name="connsiteY3579" fmla="*/ 230301 h 788789"/>
                  <a:gd name="connsiteX3580" fmla="*/ 766034 w 1703319"/>
                  <a:gd name="connsiteY3580" fmla="*/ 231662 h 788789"/>
                  <a:gd name="connsiteX3581" fmla="*/ 765081 w 1703319"/>
                  <a:gd name="connsiteY3581" fmla="*/ 232002 h 788789"/>
                  <a:gd name="connsiteX3582" fmla="*/ 764764 w 1703319"/>
                  <a:gd name="connsiteY3582" fmla="*/ 232342 h 788789"/>
                  <a:gd name="connsiteX3583" fmla="*/ 764129 w 1703319"/>
                  <a:gd name="connsiteY3583" fmla="*/ 233023 h 788789"/>
                  <a:gd name="connsiteX3584" fmla="*/ 763176 w 1703319"/>
                  <a:gd name="connsiteY3584" fmla="*/ 233363 h 788789"/>
                  <a:gd name="connsiteX3585" fmla="*/ 763176 w 1703319"/>
                  <a:gd name="connsiteY3585" fmla="*/ 232683 h 788789"/>
                  <a:gd name="connsiteX3586" fmla="*/ 762541 w 1703319"/>
                  <a:gd name="connsiteY3586" fmla="*/ 232002 h 788789"/>
                  <a:gd name="connsiteX3587" fmla="*/ 762859 w 1703319"/>
                  <a:gd name="connsiteY3587" fmla="*/ 230982 h 788789"/>
                  <a:gd name="connsiteX3588" fmla="*/ 763176 w 1703319"/>
                  <a:gd name="connsiteY3588" fmla="*/ 230301 h 788789"/>
                  <a:gd name="connsiteX3589" fmla="*/ 764446 w 1703319"/>
                  <a:gd name="connsiteY3589" fmla="*/ 229621 h 788789"/>
                  <a:gd name="connsiteX3590" fmla="*/ 765081 w 1703319"/>
                  <a:gd name="connsiteY3590" fmla="*/ 228940 h 788789"/>
                  <a:gd name="connsiteX3591" fmla="*/ 766034 w 1703319"/>
                  <a:gd name="connsiteY3591" fmla="*/ 228600 h 788789"/>
                  <a:gd name="connsiteX3592" fmla="*/ 148973 w 1703319"/>
                  <a:gd name="connsiteY3592" fmla="*/ 228600 h 788789"/>
                  <a:gd name="connsiteX3593" fmla="*/ 150461 w 1703319"/>
                  <a:gd name="connsiteY3593" fmla="*/ 229290 h 788789"/>
                  <a:gd name="connsiteX3594" fmla="*/ 150163 w 1703319"/>
                  <a:gd name="connsiteY3594" fmla="*/ 229981 h 788789"/>
                  <a:gd name="connsiteX3595" fmla="*/ 149866 w 1703319"/>
                  <a:gd name="connsiteY3595" fmla="*/ 230671 h 788789"/>
                  <a:gd name="connsiteX3596" fmla="*/ 150759 w 1703319"/>
                  <a:gd name="connsiteY3596" fmla="*/ 232051 h 788789"/>
                  <a:gd name="connsiteX3597" fmla="*/ 150163 w 1703319"/>
                  <a:gd name="connsiteY3597" fmla="*/ 233432 h 788789"/>
                  <a:gd name="connsiteX3598" fmla="*/ 149866 w 1703319"/>
                  <a:gd name="connsiteY3598" fmla="*/ 234467 h 788789"/>
                  <a:gd name="connsiteX3599" fmla="*/ 149568 w 1703319"/>
                  <a:gd name="connsiteY3599" fmla="*/ 236193 h 788789"/>
                  <a:gd name="connsiteX3600" fmla="*/ 148973 w 1703319"/>
                  <a:gd name="connsiteY3600" fmla="*/ 234122 h 788789"/>
                  <a:gd name="connsiteX3601" fmla="*/ 147484 w 1703319"/>
                  <a:gd name="connsiteY3601" fmla="*/ 232051 h 788789"/>
                  <a:gd name="connsiteX3602" fmla="*/ 147484 w 1703319"/>
                  <a:gd name="connsiteY3602" fmla="*/ 230326 h 788789"/>
                  <a:gd name="connsiteX3603" fmla="*/ 148973 w 1703319"/>
                  <a:gd name="connsiteY3603" fmla="*/ 228600 h 788789"/>
                  <a:gd name="connsiteX3604" fmla="*/ 70215 w 1703319"/>
                  <a:gd name="connsiteY3604" fmla="*/ 227384 h 788789"/>
                  <a:gd name="connsiteX3605" fmla="*/ 71979 w 1703319"/>
                  <a:gd name="connsiteY3605" fmla="*/ 227754 h 788789"/>
                  <a:gd name="connsiteX3606" fmla="*/ 70215 w 1703319"/>
                  <a:gd name="connsiteY3606" fmla="*/ 229606 h 788789"/>
                  <a:gd name="connsiteX3607" fmla="*/ 70921 w 1703319"/>
                  <a:gd name="connsiteY3607" fmla="*/ 233681 h 788789"/>
                  <a:gd name="connsiteX3608" fmla="*/ 68804 w 1703319"/>
                  <a:gd name="connsiteY3608" fmla="*/ 235533 h 788789"/>
                  <a:gd name="connsiteX3609" fmla="*/ 67393 w 1703319"/>
                  <a:gd name="connsiteY3609" fmla="*/ 236644 h 788789"/>
                  <a:gd name="connsiteX3610" fmla="*/ 63865 w 1703319"/>
                  <a:gd name="connsiteY3610" fmla="*/ 238126 h 788789"/>
                  <a:gd name="connsiteX3611" fmla="*/ 62101 w 1703319"/>
                  <a:gd name="connsiteY3611" fmla="*/ 237385 h 788789"/>
                  <a:gd name="connsiteX3612" fmla="*/ 61043 w 1703319"/>
                  <a:gd name="connsiteY3612" fmla="*/ 236644 h 788789"/>
                  <a:gd name="connsiteX3613" fmla="*/ 60337 w 1703319"/>
                  <a:gd name="connsiteY3613" fmla="*/ 234051 h 788789"/>
                  <a:gd name="connsiteX3614" fmla="*/ 62807 w 1703319"/>
                  <a:gd name="connsiteY3614" fmla="*/ 232199 h 788789"/>
                  <a:gd name="connsiteX3615" fmla="*/ 64571 w 1703319"/>
                  <a:gd name="connsiteY3615" fmla="*/ 233681 h 788789"/>
                  <a:gd name="connsiteX3616" fmla="*/ 65982 w 1703319"/>
                  <a:gd name="connsiteY3616" fmla="*/ 234422 h 788789"/>
                  <a:gd name="connsiteX3617" fmla="*/ 65276 w 1703319"/>
                  <a:gd name="connsiteY3617" fmla="*/ 232570 h 788789"/>
                  <a:gd name="connsiteX3618" fmla="*/ 64571 w 1703319"/>
                  <a:gd name="connsiteY3618" fmla="*/ 230717 h 788789"/>
                  <a:gd name="connsiteX3619" fmla="*/ 66687 w 1703319"/>
                  <a:gd name="connsiteY3619" fmla="*/ 229236 h 788789"/>
                  <a:gd name="connsiteX3620" fmla="*/ 68451 w 1703319"/>
                  <a:gd name="connsiteY3620" fmla="*/ 228865 h 788789"/>
                  <a:gd name="connsiteX3621" fmla="*/ 70215 w 1703319"/>
                  <a:gd name="connsiteY3621" fmla="*/ 227384 h 788789"/>
                  <a:gd name="connsiteX3622" fmla="*/ 772270 w 1703319"/>
                  <a:gd name="connsiteY3622" fmla="*/ 227013 h 788789"/>
                  <a:gd name="connsiteX3623" fmla="*/ 774455 w 1703319"/>
                  <a:gd name="connsiteY3623" fmla="*/ 227377 h 788789"/>
                  <a:gd name="connsiteX3624" fmla="*/ 775911 w 1703319"/>
                  <a:gd name="connsiteY3624" fmla="*/ 227741 h 788789"/>
                  <a:gd name="connsiteX3625" fmla="*/ 778096 w 1703319"/>
                  <a:gd name="connsiteY3625" fmla="*/ 227013 h 788789"/>
                  <a:gd name="connsiteX3626" fmla="*/ 780280 w 1703319"/>
                  <a:gd name="connsiteY3626" fmla="*/ 227741 h 788789"/>
                  <a:gd name="connsiteX3627" fmla="*/ 780280 w 1703319"/>
                  <a:gd name="connsiteY3627" fmla="*/ 228833 h 788789"/>
                  <a:gd name="connsiteX3628" fmla="*/ 780280 w 1703319"/>
                  <a:gd name="connsiteY3628" fmla="*/ 229561 h 788789"/>
                  <a:gd name="connsiteX3629" fmla="*/ 778460 w 1703319"/>
                  <a:gd name="connsiteY3629" fmla="*/ 230653 h 788789"/>
                  <a:gd name="connsiteX3630" fmla="*/ 778096 w 1703319"/>
                  <a:gd name="connsiteY3630" fmla="*/ 231745 h 788789"/>
                  <a:gd name="connsiteX3631" fmla="*/ 777003 w 1703319"/>
                  <a:gd name="connsiteY3631" fmla="*/ 232109 h 788789"/>
                  <a:gd name="connsiteX3632" fmla="*/ 777003 w 1703319"/>
                  <a:gd name="connsiteY3632" fmla="*/ 233201 h 788789"/>
                  <a:gd name="connsiteX3633" fmla="*/ 777368 w 1703319"/>
                  <a:gd name="connsiteY3633" fmla="*/ 234293 h 788789"/>
                  <a:gd name="connsiteX3634" fmla="*/ 778096 w 1703319"/>
                  <a:gd name="connsiteY3634" fmla="*/ 234293 h 788789"/>
                  <a:gd name="connsiteX3635" fmla="*/ 778460 w 1703319"/>
                  <a:gd name="connsiteY3635" fmla="*/ 233565 h 788789"/>
                  <a:gd name="connsiteX3636" fmla="*/ 779552 w 1703319"/>
                  <a:gd name="connsiteY3636" fmla="*/ 233201 h 788789"/>
                  <a:gd name="connsiteX3637" fmla="*/ 780280 w 1703319"/>
                  <a:gd name="connsiteY3637" fmla="*/ 233201 h 788789"/>
                  <a:gd name="connsiteX3638" fmla="*/ 783557 w 1703319"/>
                  <a:gd name="connsiteY3638" fmla="*/ 233201 h 788789"/>
                  <a:gd name="connsiteX3639" fmla="*/ 784286 w 1703319"/>
                  <a:gd name="connsiteY3639" fmla="*/ 233201 h 788789"/>
                  <a:gd name="connsiteX3640" fmla="*/ 785014 w 1703319"/>
                  <a:gd name="connsiteY3640" fmla="*/ 233201 h 788789"/>
                  <a:gd name="connsiteX3641" fmla="*/ 786470 w 1703319"/>
                  <a:gd name="connsiteY3641" fmla="*/ 233201 h 788789"/>
                  <a:gd name="connsiteX3642" fmla="*/ 787563 w 1703319"/>
                  <a:gd name="connsiteY3642" fmla="*/ 234293 h 788789"/>
                  <a:gd name="connsiteX3643" fmla="*/ 787198 w 1703319"/>
                  <a:gd name="connsiteY3643" fmla="*/ 235021 h 788789"/>
                  <a:gd name="connsiteX3644" fmla="*/ 787198 w 1703319"/>
                  <a:gd name="connsiteY3644" fmla="*/ 235749 h 788789"/>
                  <a:gd name="connsiteX3645" fmla="*/ 786834 w 1703319"/>
                  <a:gd name="connsiteY3645" fmla="*/ 236841 h 788789"/>
                  <a:gd name="connsiteX3646" fmla="*/ 786470 w 1703319"/>
                  <a:gd name="connsiteY3646" fmla="*/ 237569 h 788789"/>
                  <a:gd name="connsiteX3647" fmla="*/ 785378 w 1703319"/>
                  <a:gd name="connsiteY3647" fmla="*/ 238298 h 788789"/>
                  <a:gd name="connsiteX3648" fmla="*/ 785378 w 1703319"/>
                  <a:gd name="connsiteY3648" fmla="*/ 239390 h 788789"/>
                  <a:gd name="connsiteX3649" fmla="*/ 784650 w 1703319"/>
                  <a:gd name="connsiteY3649" fmla="*/ 240482 h 788789"/>
                  <a:gd name="connsiteX3650" fmla="*/ 783922 w 1703319"/>
                  <a:gd name="connsiteY3650" fmla="*/ 241210 h 788789"/>
                  <a:gd name="connsiteX3651" fmla="*/ 783193 w 1703319"/>
                  <a:gd name="connsiteY3651" fmla="*/ 241938 h 788789"/>
                  <a:gd name="connsiteX3652" fmla="*/ 783193 w 1703319"/>
                  <a:gd name="connsiteY3652" fmla="*/ 242666 h 788789"/>
                  <a:gd name="connsiteX3653" fmla="*/ 783193 w 1703319"/>
                  <a:gd name="connsiteY3653" fmla="*/ 243030 h 788789"/>
                  <a:gd name="connsiteX3654" fmla="*/ 782101 w 1703319"/>
                  <a:gd name="connsiteY3654" fmla="*/ 243758 h 788789"/>
                  <a:gd name="connsiteX3655" fmla="*/ 781373 w 1703319"/>
                  <a:gd name="connsiteY3655" fmla="*/ 244486 h 788789"/>
                  <a:gd name="connsiteX3656" fmla="*/ 781373 w 1703319"/>
                  <a:gd name="connsiteY3656" fmla="*/ 245214 h 788789"/>
                  <a:gd name="connsiteX3657" fmla="*/ 782829 w 1703319"/>
                  <a:gd name="connsiteY3657" fmla="*/ 244486 h 788789"/>
                  <a:gd name="connsiteX3658" fmla="*/ 783193 w 1703319"/>
                  <a:gd name="connsiteY3658" fmla="*/ 244850 h 788789"/>
                  <a:gd name="connsiteX3659" fmla="*/ 783922 w 1703319"/>
                  <a:gd name="connsiteY3659" fmla="*/ 245214 h 788789"/>
                  <a:gd name="connsiteX3660" fmla="*/ 784286 w 1703319"/>
                  <a:gd name="connsiteY3660" fmla="*/ 245214 h 788789"/>
                  <a:gd name="connsiteX3661" fmla="*/ 785014 w 1703319"/>
                  <a:gd name="connsiteY3661" fmla="*/ 245214 h 788789"/>
                  <a:gd name="connsiteX3662" fmla="*/ 785378 w 1703319"/>
                  <a:gd name="connsiteY3662" fmla="*/ 245578 h 788789"/>
                  <a:gd name="connsiteX3663" fmla="*/ 786106 w 1703319"/>
                  <a:gd name="connsiteY3663" fmla="*/ 245942 h 788789"/>
                  <a:gd name="connsiteX3664" fmla="*/ 786470 w 1703319"/>
                  <a:gd name="connsiteY3664" fmla="*/ 246306 h 788789"/>
                  <a:gd name="connsiteX3665" fmla="*/ 787198 w 1703319"/>
                  <a:gd name="connsiteY3665" fmla="*/ 247398 h 788789"/>
                  <a:gd name="connsiteX3666" fmla="*/ 787563 w 1703319"/>
                  <a:gd name="connsiteY3666" fmla="*/ 248126 h 788789"/>
                  <a:gd name="connsiteX3667" fmla="*/ 788291 w 1703319"/>
                  <a:gd name="connsiteY3667" fmla="*/ 248854 h 788789"/>
                  <a:gd name="connsiteX3668" fmla="*/ 789019 w 1703319"/>
                  <a:gd name="connsiteY3668" fmla="*/ 249946 h 788789"/>
                  <a:gd name="connsiteX3669" fmla="*/ 789019 w 1703319"/>
                  <a:gd name="connsiteY3669" fmla="*/ 250674 h 788789"/>
                  <a:gd name="connsiteX3670" fmla="*/ 789747 w 1703319"/>
                  <a:gd name="connsiteY3670" fmla="*/ 252494 h 788789"/>
                  <a:gd name="connsiteX3671" fmla="*/ 790111 w 1703319"/>
                  <a:gd name="connsiteY3671" fmla="*/ 253586 h 788789"/>
                  <a:gd name="connsiteX3672" fmla="*/ 792296 w 1703319"/>
                  <a:gd name="connsiteY3672" fmla="*/ 253950 h 788789"/>
                  <a:gd name="connsiteX3673" fmla="*/ 793388 w 1703319"/>
                  <a:gd name="connsiteY3673" fmla="*/ 254678 h 788789"/>
                  <a:gd name="connsiteX3674" fmla="*/ 794117 w 1703319"/>
                  <a:gd name="connsiteY3674" fmla="*/ 255406 h 788789"/>
                  <a:gd name="connsiteX3675" fmla="*/ 794481 w 1703319"/>
                  <a:gd name="connsiteY3675" fmla="*/ 256134 h 788789"/>
                  <a:gd name="connsiteX3676" fmla="*/ 794481 w 1703319"/>
                  <a:gd name="connsiteY3676" fmla="*/ 256498 h 788789"/>
                  <a:gd name="connsiteX3677" fmla="*/ 795209 w 1703319"/>
                  <a:gd name="connsiteY3677" fmla="*/ 257590 h 788789"/>
                  <a:gd name="connsiteX3678" fmla="*/ 795209 w 1703319"/>
                  <a:gd name="connsiteY3678" fmla="*/ 258682 h 788789"/>
                  <a:gd name="connsiteX3679" fmla="*/ 795937 w 1703319"/>
                  <a:gd name="connsiteY3679" fmla="*/ 259774 h 788789"/>
                  <a:gd name="connsiteX3680" fmla="*/ 796301 w 1703319"/>
                  <a:gd name="connsiteY3680" fmla="*/ 260502 h 788789"/>
                  <a:gd name="connsiteX3681" fmla="*/ 796665 w 1703319"/>
                  <a:gd name="connsiteY3681" fmla="*/ 261230 h 788789"/>
                  <a:gd name="connsiteX3682" fmla="*/ 797758 w 1703319"/>
                  <a:gd name="connsiteY3682" fmla="*/ 262322 h 788789"/>
                  <a:gd name="connsiteX3683" fmla="*/ 798122 w 1703319"/>
                  <a:gd name="connsiteY3683" fmla="*/ 263414 h 788789"/>
                  <a:gd name="connsiteX3684" fmla="*/ 797758 w 1703319"/>
                  <a:gd name="connsiteY3684" fmla="*/ 264142 h 788789"/>
                  <a:gd name="connsiteX3685" fmla="*/ 797394 w 1703319"/>
                  <a:gd name="connsiteY3685" fmla="*/ 264870 h 788789"/>
                  <a:gd name="connsiteX3686" fmla="*/ 797394 w 1703319"/>
                  <a:gd name="connsiteY3686" fmla="*/ 265234 h 788789"/>
                  <a:gd name="connsiteX3687" fmla="*/ 798850 w 1703319"/>
                  <a:gd name="connsiteY3687" fmla="*/ 265962 h 788789"/>
                  <a:gd name="connsiteX3688" fmla="*/ 800306 w 1703319"/>
                  <a:gd name="connsiteY3688" fmla="*/ 265234 h 788789"/>
                  <a:gd name="connsiteX3689" fmla="*/ 801035 w 1703319"/>
                  <a:gd name="connsiteY3689" fmla="*/ 264870 h 788789"/>
                  <a:gd name="connsiteX3690" fmla="*/ 802127 w 1703319"/>
                  <a:gd name="connsiteY3690" fmla="*/ 265234 h 788789"/>
                  <a:gd name="connsiteX3691" fmla="*/ 803948 w 1703319"/>
                  <a:gd name="connsiteY3691" fmla="*/ 265598 h 788789"/>
                  <a:gd name="connsiteX3692" fmla="*/ 804676 w 1703319"/>
                  <a:gd name="connsiteY3692" fmla="*/ 266691 h 788789"/>
                  <a:gd name="connsiteX3693" fmla="*/ 805404 w 1703319"/>
                  <a:gd name="connsiteY3693" fmla="*/ 268147 h 788789"/>
                  <a:gd name="connsiteX3694" fmla="*/ 805040 w 1703319"/>
                  <a:gd name="connsiteY3694" fmla="*/ 268875 h 788789"/>
                  <a:gd name="connsiteX3695" fmla="*/ 804312 w 1703319"/>
                  <a:gd name="connsiteY3695" fmla="*/ 269239 h 788789"/>
                  <a:gd name="connsiteX3696" fmla="*/ 804312 w 1703319"/>
                  <a:gd name="connsiteY3696" fmla="*/ 270331 h 788789"/>
                  <a:gd name="connsiteX3697" fmla="*/ 803219 w 1703319"/>
                  <a:gd name="connsiteY3697" fmla="*/ 271787 h 788789"/>
                  <a:gd name="connsiteX3698" fmla="*/ 801763 w 1703319"/>
                  <a:gd name="connsiteY3698" fmla="*/ 272879 h 788789"/>
                  <a:gd name="connsiteX3699" fmla="*/ 801035 w 1703319"/>
                  <a:gd name="connsiteY3699" fmla="*/ 273607 h 788789"/>
                  <a:gd name="connsiteX3700" fmla="*/ 799214 w 1703319"/>
                  <a:gd name="connsiteY3700" fmla="*/ 274699 h 788789"/>
                  <a:gd name="connsiteX3701" fmla="*/ 799214 w 1703319"/>
                  <a:gd name="connsiteY3701" fmla="*/ 275427 h 788789"/>
                  <a:gd name="connsiteX3702" fmla="*/ 800671 w 1703319"/>
                  <a:gd name="connsiteY3702" fmla="*/ 275427 h 788789"/>
                  <a:gd name="connsiteX3703" fmla="*/ 802127 w 1703319"/>
                  <a:gd name="connsiteY3703" fmla="*/ 275427 h 788789"/>
                  <a:gd name="connsiteX3704" fmla="*/ 802855 w 1703319"/>
                  <a:gd name="connsiteY3704" fmla="*/ 276155 h 788789"/>
                  <a:gd name="connsiteX3705" fmla="*/ 802491 w 1703319"/>
                  <a:gd name="connsiteY3705" fmla="*/ 276883 h 788789"/>
                  <a:gd name="connsiteX3706" fmla="*/ 801399 w 1703319"/>
                  <a:gd name="connsiteY3706" fmla="*/ 277975 h 788789"/>
                  <a:gd name="connsiteX3707" fmla="*/ 798122 w 1703319"/>
                  <a:gd name="connsiteY3707" fmla="*/ 279067 h 788789"/>
                  <a:gd name="connsiteX3708" fmla="*/ 797029 w 1703319"/>
                  <a:gd name="connsiteY3708" fmla="*/ 279431 h 788789"/>
                  <a:gd name="connsiteX3709" fmla="*/ 795573 w 1703319"/>
                  <a:gd name="connsiteY3709" fmla="*/ 279795 h 788789"/>
                  <a:gd name="connsiteX3710" fmla="*/ 791932 w 1703319"/>
                  <a:gd name="connsiteY3710" fmla="*/ 279067 h 788789"/>
                  <a:gd name="connsiteX3711" fmla="*/ 791204 w 1703319"/>
                  <a:gd name="connsiteY3711" fmla="*/ 279795 h 788789"/>
                  <a:gd name="connsiteX3712" fmla="*/ 789019 w 1703319"/>
                  <a:gd name="connsiteY3712" fmla="*/ 279795 h 788789"/>
                  <a:gd name="connsiteX3713" fmla="*/ 788291 w 1703319"/>
                  <a:gd name="connsiteY3713" fmla="*/ 279431 h 788789"/>
                  <a:gd name="connsiteX3714" fmla="*/ 787198 w 1703319"/>
                  <a:gd name="connsiteY3714" fmla="*/ 279067 h 788789"/>
                  <a:gd name="connsiteX3715" fmla="*/ 786106 w 1703319"/>
                  <a:gd name="connsiteY3715" fmla="*/ 279795 h 788789"/>
                  <a:gd name="connsiteX3716" fmla="*/ 785014 w 1703319"/>
                  <a:gd name="connsiteY3716" fmla="*/ 279795 h 788789"/>
                  <a:gd name="connsiteX3717" fmla="*/ 782829 w 1703319"/>
                  <a:gd name="connsiteY3717" fmla="*/ 280159 h 788789"/>
                  <a:gd name="connsiteX3718" fmla="*/ 781737 w 1703319"/>
                  <a:gd name="connsiteY3718" fmla="*/ 280159 h 788789"/>
                  <a:gd name="connsiteX3719" fmla="*/ 780645 w 1703319"/>
                  <a:gd name="connsiteY3719" fmla="*/ 280159 h 788789"/>
                  <a:gd name="connsiteX3720" fmla="*/ 779916 w 1703319"/>
                  <a:gd name="connsiteY3720" fmla="*/ 280159 h 788789"/>
                  <a:gd name="connsiteX3721" fmla="*/ 779552 w 1703319"/>
                  <a:gd name="connsiteY3721" fmla="*/ 281251 h 788789"/>
                  <a:gd name="connsiteX3722" fmla="*/ 779188 w 1703319"/>
                  <a:gd name="connsiteY3722" fmla="*/ 281979 h 788789"/>
                  <a:gd name="connsiteX3723" fmla="*/ 777732 w 1703319"/>
                  <a:gd name="connsiteY3723" fmla="*/ 282707 h 788789"/>
                  <a:gd name="connsiteX3724" fmla="*/ 777003 w 1703319"/>
                  <a:gd name="connsiteY3724" fmla="*/ 282343 h 788789"/>
                  <a:gd name="connsiteX3725" fmla="*/ 775911 w 1703319"/>
                  <a:gd name="connsiteY3725" fmla="*/ 281615 h 788789"/>
                  <a:gd name="connsiteX3726" fmla="*/ 775183 w 1703319"/>
                  <a:gd name="connsiteY3726" fmla="*/ 281615 h 788789"/>
                  <a:gd name="connsiteX3727" fmla="*/ 774455 w 1703319"/>
                  <a:gd name="connsiteY3727" fmla="*/ 281979 h 788789"/>
                  <a:gd name="connsiteX3728" fmla="*/ 773726 w 1703319"/>
                  <a:gd name="connsiteY3728" fmla="*/ 281979 h 788789"/>
                  <a:gd name="connsiteX3729" fmla="*/ 772270 w 1703319"/>
                  <a:gd name="connsiteY3729" fmla="*/ 283071 h 788789"/>
                  <a:gd name="connsiteX3730" fmla="*/ 771542 w 1703319"/>
                  <a:gd name="connsiteY3730" fmla="*/ 283799 h 788789"/>
                  <a:gd name="connsiteX3731" fmla="*/ 770814 w 1703319"/>
                  <a:gd name="connsiteY3731" fmla="*/ 283799 h 788789"/>
                  <a:gd name="connsiteX3732" fmla="*/ 770085 w 1703319"/>
                  <a:gd name="connsiteY3732" fmla="*/ 283435 h 788789"/>
                  <a:gd name="connsiteX3733" fmla="*/ 770449 w 1703319"/>
                  <a:gd name="connsiteY3733" fmla="*/ 282343 h 788789"/>
                  <a:gd name="connsiteX3734" fmla="*/ 771178 w 1703319"/>
                  <a:gd name="connsiteY3734" fmla="*/ 281979 h 788789"/>
                  <a:gd name="connsiteX3735" fmla="*/ 772270 w 1703319"/>
                  <a:gd name="connsiteY3735" fmla="*/ 280523 h 788789"/>
                  <a:gd name="connsiteX3736" fmla="*/ 773726 w 1703319"/>
                  <a:gd name="connsiteY3736" fmla="*/ 279795 h 788789"/>
                  <a:gd name="connsiteX3737" fmla="*/ 774455 w 1703319"/>
                  <a:gd name="connsiteY3737" fmla="*/ 278703 h 788789"/>
                  <a:gd name="connsiteX3738" fmla="*/ 775183 w 1703319"/>
                  <a:gd name="connsiteY3738" fmla="*/ 277975 h 788789"/>
                  <a:gd name="connsiteX3739" fmla="*/ 775547 w 1703319"/>
                  <a:gd name="connsiteY3739" fmla="*/ 277611 h 788789"/>
                  <a:gd name="connsiteX3740" fmla="*/ 777003 w 1703319"/>
                  <a:gd name="connsiteY3740" fmla="*/ 276519 h 788789"/>
                  <a:gd name="connsiteX3741" fmla="*/ 778096 w 1703319"/>
                  <a:gd name="connsiteY3741" fmla="*/ 276155 h 788789"/>
                  <a:gd name="connsiteX3742" fmla="*/ 778824 w 1703319"/>
                  <a:gd name="connsiteY3742" fmla="*/ 276155 h 788789"/>
                  <a:gd name="connsiteX3743" fmla="*/ 779188 w 1703319"/>
                  <a:gd name="connsiteY3743" fmla="*/ 276883 h 788789"/>
                  <a:gd name="connsiteX3744" fmla="*/ 779916 w 1703319"/>
                  <a:gd name="connsiteY3744" fmla="*/ 276519 h 788789"/>
                  <a:gd name="connsiteX3745" fmla="*/ 780645 w 1703319"/>
                  <a:gd name="connsiteY3745" fmla="*/ 276519 h 788789"/>
                  <a:gd name="connsiteX3746" fmla="*/ 781737 w 1703319"/>
                  <a:gd name="connsiteY3746" fmla="*/ 276155 h 788789"/>
                  <a:gd name="connsiteX3747" fmla="*/ 782101 w 1703319"/>
                  <a:gd name="connsiteY3747" fmla="*/ 275427 h 788789"/>
                  <a:gd name="connsiteX3748" fmla="*/ 783193 w 1703319"/>
                  <a:gd name="connsiteY3748" fmla="*/ 275063 h 788789"/>
                  <a:gd name="connsiteX3749" fmla="*/ 783557 w 1703319"/>
                  <a:gd name="connsiteY3749" fmla="*/ 273243 h 788789"/>
                  <a:gd name="connsiteX3750" fmla="*/ 782829 w 1703319"/>
                  <a:gd name="connsiteY3750" fmla="*/ 273607 h 788789"/>
                  <a:gd name="connsiteX3751" fmla="*/ 782465 w 1703319"/>
                  <a:gd name="connsiteY3751" fmla="*/ 273971 h 788789"/>
                  <a:gd name="connsiteX3752" fmla="*/ 781737 w 1703319"/>
                  <a:gd name="connsiteY3752" fmla="*/ 274335 h 788789"/>
                  <a:gd name="connsiteX3753" fmla="*/ 780645 w 1703319"/>
                  <a:gd name="connsiteY3753" fmla="*/ 275063 h 788789"/>
                  <a:gd name="connsiteX3754" fmla="*/ 779552 w 1703319"/>
                  <a:gd name="connsiteY3754" fmla="*/ 275063 h 788789"/>
                  <a:gd name="connsiteX3755" fmla="*/ 779188 w 1703319"/>
                  <a:gd name="connsiteY3755" fmla="*/ 275063 h 788789"/>
                  <a:gd name="connsiteX3756" fmla="*/ 778460 w 1703319"/>
                  <a:gd name="connsiteY3756" fmla="*/ 274335 h 788789"/>
                  <a:gd name="connsiteX3757" fmla="*/ 778096 w 1703319"/>
                  <a:gd name="connsiteY3757" fmla="*/ 274699 h 788789"/>
                  <a:gd name="connsiteX3758" fmla="*/ 776275 w 1703319"/>
                  <a:gd name="connsiteY3758" fmla="*/ 273971 h 788789"/>
                  <a:gd name="connsiteX3759" fmla="*/ 774819 w 1703319"/>
                  <a:gd name="connsiteY3759" fmla="*/ 273243 h 788789"/>
                  <a:gd name="connsiteX3760" fmla="*/ 774091 w 1703319"/>
                  <a:gd name="connsiteY3760" fmla="*/ 273243 h 788789"/>
                  <a:gd name="connsiteX3761" fmla="*/ 773362 w 1703319"/>
                  <a:gd name="connsiteY3761" fmla="*/ 273607 h 788789"/>
                  <a:gd name="connsiteX3762" fmla="*/ 772270 w 1703319"/>
                  <a:gd name="connsiteY3762" fmla="*/ 273607 h 788789"/>
                  <a:gd name="connsiteX3763" fmla="*/ 771542 w 1703319"/>
                  <a:gd name="connsiteY3763" fmla="*/ 273243 h 788789"/>
                  <a:gd name="connsiteX3764" fmla="*/ 771906 w 1703319"/>
                  <a:gd name="connsiteY3764" fmla="*/ 271423 h 788789"/>
                  <a:gd name="connsiteX3765" fmla="*/ 772998 w 1703319"/>
                  <a:gd name="connsiteY3765" fmla="*/ 271423 h 788789"/>
                  <a:gd name="connsiteX3766" fmla="*/ 773726 w 1703319"/>
                  <a:gd name="connsiteY3766" fmla="*/ 270695 h 788789"/>
                  <a:gd name="connsiteX3767" fmla="*/ 774455 w 1703319"/>
                  <a:gd name="connsiteY3767" fmla="*/ 270695 h 788789"/>
                  <a:gd name="connsiteX3768" fmla="*/ 775547 w 1703319"/>
                  <a:gd name="connsiteY3768" fmla="*/ 269603 h 788789"/>
                  <a:gd name="connsiteX3769" fmla="*/ 775911 w 1703319"/>
                  <a:gd name="connsiteY3769" fmla="*/ 268875 h 788789"/>
                  <a:gd name="connsiteX3770" fmla="*/ 776275 w 1703319"/>
                  <a:gd name="connsiteY3770" fmla="*/ 268147 h 788789"/>
                  <a:gd name="connsiteX3771" fmla="*/ 777003 w 1703319"/>
                  <a:gd name="connsiteY3771" fmla="*/ 267783 h 788789"/>
                  <a:gd name="connsiteX3772" fmla="*/ 777003 w 1703319"/>
                  <a:gd name="connsiteY3772" fmla="*/ 266691 h 788789"/>
                  <a:gd name="connsiteX3773" fmla="*/ 776275 w 1703319"/>
                  <a:gd name="connsiteY3773" fmla="*/ 266327 h 788789"/>
                  <a:gd name="connsiteX3774" fmla="*/ 775547 w 1703319"/>
                  <a:gd name="connsiteY3774" fmla="*/ 265234 h 788789"/>
                  <a:gd name="connsiteX3775" fmla="*/ 775547 w 1703319"/>
                  <a:gd name="connsiteY3775" fmla="*/ 264870 h 788789"/>
                  <a:gd name="connsiteX3776" fmla="*/ 775547 w 1703319"/>
                  <a:gd name="connsiteY3776" fmla="*/ 264142 h 788789"/>
                  <a:gd name="connsiteX3777" fmla="*/ 776275 w 1703319"/>
                  <a:gd name="connsiteY3777" fmla="*/ 263414 h 788789"/>
                  <a:gd name="connsiteX3778" fmla="*/ 776639 w 1703319"/>
                  <a:gd name="connsiteY3778" fmla="*/ 263050 h 788789"/>
                  <a:gd name="connsiteX3779" fmla="*/ 777003 w 1703319"/>
                  <a:gd name="connsiteY3779" fmla="*/ 263050 h 788789"/>
                  <a:gd name="connsiteX3780" fmla="*/ 777732 w 1703319"/>
                  <a:gd name="connsiteY3780" fmla="*/ 263050 h 788789"/>
                  <a:gd name="connsiteX3781" fmla="*/ 778460 w 1703319"/>
                  <a:gd name="connsiteY3781" fmla="*/ 262686 h 788789"/>
                  <a:gd name="connsiteX3782" fmla="*/ 779916 w 1703319"/>
                  <a:gd name="connsiteY3782" fmla="*/ 262686 h 788789"/>
                  <a:gd name="connsiteX3783" fmla="*/ 780645 w 1703319"/>
                  <a:gd name="connsiteY3783" fmla="*/ 262686 h 788789"/>
                  <a:gd name="connsiteX3784" fmla="*/ 781373 w 1703319"/>
                  <a:gd name="connsiteY3784" fmla="*/ 262322 h 788789"/>
                  <a:gd name="connsiteX3785" fmla="*/ 781373 w 1703319"/>
                  <a:gd name="connsiteY3785" fmla="*/ 261230 h 788789"/>
                  <a:gd name="connsiteX3786" fmla="*/ 781373 w 1703319"/>
                  <a:gd name="connsiteY3786" fmla="*/ 260138 h 788789"/>
                  <a:gd name="connsiteX3787" fmla="*/ 781373 w 1703319"/>
                  <a:gd name="connsiteY3787" fmla="*/ 259410 h 788789"/>
                  <a:gd name="connsiteX3788" fmla="*/ 781009 w 1703319"/>
                  <a:gd name="connsiteY3788" fmla="*/ 259046 h 788789"/>
                  <a:gd name="connsiteX3789" fmla="*/ 781737 w 1703319"/>
                  <a:gd name="connsiteY3789" fmla="*/ 257954 h 788789"/>
                  <a:gd name="connsiteX3790" fmla="*/ 781737 w 1703319"/>
                  <a:gd name="connsiteY3790" fmla="*/ 257590 h 788789"/>
                  <a:gd name="connsiteX3791" fmla="*/ 781009 w 1703319"/>
                  <a:gd name="connsiteY3791" fmla="*/ 257226 h 788789"/>
                  <a:gd name="connsiteX3792" fmla="*/ 780280 w 1703319"/>
                  <a:gd name="connsiteY3792" fmla="*/ 256862 h 788789"/>
                  <a:gd name="connsiteX3793" fmla="*/ 780280 w 1703319"/>
                  <a:gd name="connsiteY3793" fmla="*/ 256134 h 788789"/>
                  <a:gd name="connsiteX3794" fmla="*/ 779552 w 1703319"/>
                  <a:gd name="connsiteY3794" fmla="*/ 255406 h 788789"/>
                  <a:gd name="connsiteX3795" fmla="*/ 778460 w 1703319"/>
                  <a:gd name="connsiteY3795" fmla="*/ 255042 h 788789"/>
                  <a:gd name="connsiteX3796" fmla="*/ 778824 w 1703319"/>
                  <a:gd name="connsiteY3796" fmla="*/ 253950 h 788789"/>
                  <a:gd name="connsiteX3797" fmla="*/ 779552 w 1703319"/>
                  <a:gd name="connsiteY3797" fmla="*/ 253222 h 788789"/>
                  <a:gd name="connsiteX3798" fmla="*/ 779916 w 1703319"/>
                  <a:gd name="connsiteY3798" fmla="*/ 252494 h 788789"/>
                  <a:gd name="connsiteX3799" fmla="*/ 779552 w 1703319"/>
                  <a:gd name="connsiteY3799" fmla="*/ 252130 h 788789"/>
                  <a:gd name="connsiteX3800" fmla="*/ 778096 w 1703319"/>
                  <a:gd name="connsiteY3800" fmla="*/ 252130 h 788789"/>
                  <a:gd name="connsiteX3801" fmla="*/ 777732 w 1703319"/>
                  <a:gd name="connsiteY3801" fmla="*/ 252494 h 788789"/>
                  <a:gd name="connsiteX3802" fmla="*/ 777368 w 1703319"/>
                  <a:gd name="connsiteY3802" fmla="*/ 252858 h 788789"/>
                  <a:gd name="connsiteX3803" fmla="*/ 776639 w 1703319"/>
                  <a:gd name="connsiteY3803" fmla="*/ 253222 h 788789"/>
                  <a:gd name="connsiteX3804" fmla="*/ 775911 w 1703319"/>
                  <a:gd name="connsiteY3804" fmla="*/ 252858 h 788789"/>
                  <a:gd name="connsiteX3805" fmla="*/ 775547 w 1703319"/>
                  <a:gd name="connsiteY3805" fmla="*/ 252858 h 788789"/>
                  <a:gd name="connsiteX3806" fmla="*/ 775183 w 1703319"/>
                  <a:gd name="connsiteY3806" fmla="*/ 253222 h 788789"/>
                  <a:gd name="connsiteX3807" fmla="*/ 774091 w 1703319"/>
                  <a:gd name="connsiteY3807" fmla="*/ 253222 h 788789"/>
                  <a:gd name="connsiteX3808" fmla="*/ 772270 w 1703319"/>
                  <a:gd name="connsiteY3808" fmla="*/ 253222 h 788789"/>
                  <a:gd name="connsiteX3809" fmla="*/ 771906 w 1703319"/>
                  <a:gd name="connsiteY3809" fmla="*/ 252494 h 788789"/>
                  <a:gd name="connsiteX3810" fmla="*/ 771542 w 1703319"/>
                  <a:gd name="connsiteY3810" fmla="*/ 251402 h 788789"/>
                  <a:gd name="connsiteX3811" fmla="*/ 772270 w 1703319"/>
                  <a:gd name="connsiteY3811" fmla="*/ 250674 h 788789"/>
                  <a:gd name="connsiteX3812" fmla="*/ 772634 w 1703319"/>
                  <a:gd name="connsiteY3812" fmla="*/ 249946 h 788789"/>
                  <a:gd name="connsiteX3813" fmla="*/ 773362 w 1703319"/>
                  <a:gd name="connsiteY3813" fmla="*/ 249218 h 788789"/>
                  <a:gd name="connsiteX3814" fmla="*/ 773726 w 1703319"/>
                  <a:gd name="connsiteY3814" fmla="*/ 248126 h 788789"/>
                  <a:gd name="connsiteX3815" fmla="*/ 773288 w 1703319"/>
                  <a:gd name="connsiteY3815" fmla="*/ 248126 h 788789"/>
                  <a:gd name="connsiteX3816" fmla="*/ 773288 w 1703319"/>
                  <a:gd name="connsiteY3816" fmla="*/ 248228 h 788789"/>
                  <a:gd name="connsiteX3817" fmla="*/ 772555 w 1703319"/>
                  <a:gd name="connsiteY3817" fmla="*/ 248661 h 788789"/>
                  <a:gd name="connsiteX3818" fmla="*/ 771822 w 1703319"/>
                  <a:gd name="connsiteY3818" fmla="*/ 247795 h 788789"/>
                  <a:gd name="connsiteX3819" fmla="*/ 771456 w 1703319"/>
                  <a:gd name="connsiteY3819" fmla="*/ 248228 h 788789"/>
                  <a:gd name="connsiteX3820" fmla="*/ 771456 w 1703319"/>
                  <a:gd name="connsiteY3820" fmla="*/ 249094 h 788789"/>
                  <a:gd name="connsiteX3821" fmla="*/ 771456 w 1703319"/>
                  <a:gd name="connsiteY3821" fmla="*/ 249527 h 788789"/>
                  <a:gd name="connsiteX3822" fmla="*/ 770723 w 1703319"/>
                  <a:gd name="connsiteY3822" fmla="*/ 250826 h 788789"/>
                  <a:gd name="connsiteX3823" fmla="*/ 769624 w 1703319"/>
                  <a:gd name="connsiteY3823" fmla="*/ 250393 h 788789"/>
                  <a:gd name="connsiteX3824" fmla="*/ 769257 w 1703319"/>
                  <a:gd name="connsiteY3824" fmla="*/ 249094 h 788789"/>
                  <a:gd name="connsiteX3825" fmla="*/ 769624 w 1703319"/>
                  <a:gd name="connsiteY3825" fmla="*/ 248228 h 788789"/>
                  <a:gd name="connsiteX3826" fmla="*/ 770723 w 1703319"/>
                  <a:gd name="connsiteY3826" fmla="*/ 246496 h 788789"/>
                  <a:gd name="connsiteX3827" fmla="*/ 771456 w 1703319"/>
                  <a:gd name="connsiteY3827" fmla="*/ 246496 h 788789"/>
                  <a:gd name="connsiteX3828" fmla="*/ 772188 w 1703319"/>
                  <a:gd name="connsiteY3828" fmla="*/ 246063 h 788789"/>
                  <a:gd name="connsiteX3829" fmla="*/ 772685 w 1703319"/>
                  <a:gd name="connsiteY3829" fmla="*/ 246357 h 788789"/>
                  <a:gd name="connsiteX3830" fmla="*/ 772634 w 1703319"/>
                  <a:gd name="connsiteY3830" fmla="*/ 246306 h 788789"/>
                  <a:gd name="connsiteX3831" fmla="*/ 772634 w 1703319"/>
                  <a:gd name="connsiteY3831" fmla="*/ 245578 h 788789"/>
                  <a:gd name="connsiteX3832" fmla="*/ 772998 w 1703319"/>
                  <a:gd name="connsiteY3832" fmla="*/ 244486 h 788789"/>
                  <a:gd name="connsiteX3833" fmla="*/ 772270 w 1703319"/>
                  <a:gd name="connsiteY3833" fmla="*/ 243758 h 788789"/>
                  <a:gd name="connsiteX3834" fmla="*/ 771542 w 1703319"/>
                  <a:gd name="connsiteY3834" fmla="*/ 244122 h 788789"/>
                  <a:gd name="connsiteX3835" fmla="*/ 770449 w 1703319"/>
                  <a:gd name="connsiteY3835" fmla="*/ 244486 h 788789"/>
                  <a:gd name="connsiteX3836" fmla="*/ 770085 w 1703319"/>
                  <a:gd name="connsiteY3836" fmla="*/ 244486 h 788789"/>
                  <a:gd name="connsiteX3837" fmla="*/ 769357 w 1703319"/>
                  <a:gd name="connsiteY3837" fmla="*/ 245214 h 788789"/>
                  <a:gd name="connsiteX3838" fmla="*/ 768629 w 1703319"/>
                  <a:gd name="connsiteY3838" fmla="*/ 245214 h 788789"/>
                  <a:gd name="connsiteX3839" fmla="*/ 768629 w 1703319"/>
                  <a:gd name="connsiteY3839" fmla="*/ 244122 h 788789"/>
                  <a:gd name="connsiteX3840" fmla="*/ 768993 w 1703319"/>
                  <a:gd name="connsiteY3840" fmla="*/ 244122 h 788789"/>
                  <a:gd name="connsiteX3841" fmla="*/ 769721 w 1703319"/>
                  <a:gd name="connsiteY3841" fmla="*/ 243394 h 788789"/>
                  <a:gd name="connsiteX3842" fmla="*/ 769721 w 1703319"/>
                  <a:gd name="connsiteY3842" fmla="*/ 242666 h 788789"/>
                  <a:gd name="connsiteX3843" fmla="*/ 771178 w 1703319"/>
                  <a:gd name="connsiteY3843" fmla="*/ 241574 h 788789"/>
                  <a:gd name="connsiteX3844" fmla="*/ 771178 w 1703319"/>
                  <a:gd name="connsiteY3844" fmla="*/ 240846 h 788789"/>
                  <a:gd name="connsiteX3845" fmla="*/ 770449 w 1703319"/>
                  <a:gd name="connsiteY3845" fmla="*/ 240846 h 788789"/>
                  <a:gd name="connsiteX3846" fmla="*/ 769721 w 1703319"/>
                  <a:gd name="connsiteY3846" fmla="*/ 240846 h 788789"/>
                  <a:gd name="connsiteX3847" fmla="*/ 769357 w 1703319"/>
                  <a:gd name="connsiteY3847" fmla="*/ 241210 h 788789"/>
                  <a:gd name="connsiteX3848" fmla="*/ 769357 w 1703319"/>
                  <a:gd name="connsiteY3848" fmla="*/ 241574 h 788789"/>
                  <a:gd name="connsiteX3849" fmla="*/ 768993 w 1703319"/>
                  <a:gd name="connsiteY3849" fmla="*/ 241938 h 788789"/>
                  <a:gd name="connsiteX3850" fmla="*/ 768629 w 1703319"/>
                  <a:gd name="connsiteY3850" fmla="*/ 242666 h 788789"/>
                  <a:gd name="connsiteX3851" fmla="*/ 767901 w 1703319"/>
                  <a:gd name="connsiteY3851" fmla="*/ 243030 h 788789"/>
                  <a:gd name="connsiteX3852" fmla="*/ 767172 w 1703319"/>
                  <a:gd name="connsiteY3852" fmla="*/ 243030 h 788789"/>
                  <a:gd name="connsiteX3853" fmla="*/ 767537 w 1703319"/>
                  <a:gd name="connsiteY3853" fmla="*/ 242666 h 788789"/>
                  <a:gd name="connsiteX3854" fmla="*/ 767901 w 1703319"/>
                  <a:gd name="connsiteY3854" fmla="*/ 241938 h 788789"/>
                  <a:gd name="connsiteX3855" fmla="*/ 767537 w 1703319"/>
                  <a:gd name="connsiteY3855" fmla="*/ 241574 h 788789"/>
                  <a:gd name="connsiteX3856" fmla="*/ 767172 w 1703319"/>
                  <a:gd name="connsiteY3856" fmla="*/ 241938 h 788789"/>
                  <a:gd name="connsiteX3857" fmla="*/ 766808 w 1703319"/>
                  <a:gd name="connsiteY3857" fmla="*/ 241938 h 788789"/>
                  <a:gd name="connsiteX3858" fmla="*/ 766080 w 1703319"/>
                  <a:gd name="connsiteY3858" fmla="*/ 241574 h 788789"/>
                  <a:gd name="connsiteX3859" fmla="*/ 766808 w 1703319"/>
                  <a:gd name="connsiteY3859" fmla="*/ 240118 h 788789"/>
                  <a:gd name="connsiteX3860" fmla="*/ 768265 w 1703319"/>
                  <a:gd name="connsiteY3860" fmla="*/ 239390 h 788789"/>
                  <a:gd name="connsiteX3861" fmla="*/ 769721 w 1703319"/>
                  <a:gd name="connsiteY3861" fmla="*/ 236841 h 788789"/>
                  <a:gd name="connsiteX3862" fmla="*/ 768629 w 1703319"/>
                  <a:gd name="connsiteY3862" fmla="*/ 235385 h 788789"/>
                  <a:gd name="connsiteX3863" fmla="*/ 768265 w 1703319"/>
                  <a:gd name="connsiteY3863" fmla="*/ 233929 h 788789"/>
                  <a:gd name="connsiteX3864" fmla="*/ 768993 w 1703319"/>
                  <a:gd name="connsiteY3864" fmla="*/ 232109 h 788789"/>
                  <a:gd name="connsiteX3865" fmla="*/ 770814 w 1703319"/>
                  <a:gd name="connsiteY3865" fmla="*/ 232109 h 788789"/>
                  <a:gd name="connsiteX3866" fmla="*/ 770449 w 1703319"/>
                  <a:gd name="connsiteY3866" fmla="*/ 229561 h 788789"/>
                  <a:gd name="connsiteX3867" fmla="*/ 771542 w 1703319"/>
                  <a:gd name="connsiteY3867" fmla="*/ 229925 h 788789"/>
                  <a:gd name="connsiteX3868" fmla="*/ 772270 w 1703319"/>
                  <a:gd name="connsiteY3868" fmla="*/ 227013 h 788789"/>
                  <a:gd name="connsiteX3869" fmla="*/ 780870 w 1703319"/>
                  <a:gd name="connsiteY3869" fmla="*/ 223838 h 788789"/>
                  <a:gd name="connsiteX3870" fmla="*/ 781736 w 1703319"/>
                  <a:gd name="connsiteY3870" fmla="*/ 224191 h 788789"/>
                  <a:gd name="connsiteX3871" fmla="*/ 781736 w 1703319"/>
                  <a:gd name="connsiteY3871" fmla="*/ 224544 h 788789"/>
                  <a:gd name="connsiteX3872" fmla="*/ 782024 w 1703319"/>
                  <a:gd name="connsiteY3872" fmla="*/ 225249 h 788789"/>
                  <a:gd name="connsiteX3873" fmla="*/ 782602 w 1703319"/>
                  <a:gd name="connsiteY3873" fmla="*/ 225249 h 788789"/>
                  <a:gd name="connsiteX3874" fmla="*/ 783179 w 1703319"/>
                  <a:gd name="connsiteY3874" fmla="*/ 225249 h 788789"/>
                  <a:gd name="connsiteX3875" fmla="*/ 782890 w 1703319"/>
                  <a:gd name="connsiteY3875" fmla="*/ 226308 h 788789"/>
                  <a:gd name="connsiteX3876" fmla="*/ 782313 w 1703319"/>
                  <a:gd name="connsiteY3876" fmla="*/ 227013 h 788789"/>
                  <a:gd name="connsiteX3877" fmla="*/ 781736 w 1703319"/>
                  <a:gd name="connsiteY3877" fmla="*/ 226660 h 788789"/>
                  <a:gd name="connsiteX3878" fmla="*/ 780581 w 1703319"/>
                  <a:gd name="connsiteY3878" fmla="*/ 226308 h 788789"/>
                  <a:gd name="connsiteX3879" fmla="*/ 780293 w 1703319"/>
                  <a:gd name="connsiteY3879" fmla="*/ 225602 h 788789"/>
                  <a:gd name="connsiteX3880" fmla="*/ 781159 w 1703319"/>
                  <a:gd name="connsiteY3880" fmla="*/ 225955 h 788789"/>
                  <a:gd name="connsiteX3881" fmla="*/ 781159 w 1703319"/>
                  <a:gd name="connsiteY3881" fmla="*/ 225249 h 788789"/>
                  <a:gd name="connsiteX3882" fmla="*/ 780581 w 1703319"/>
                  <a:gd name="connsiteY3882" fmla="*/ 224544 h 788789"/>
                  <a:gd name="connsiteX3883" fmla="*/ 780870 w 1703319"/>
                  <a:gd name="connsiteY3883" fmla="*/ 223838 h 788789"/>
                  <a:gd name="connsiteX3884" fmla="*/ 1574924 w 1703319"/>
                  <a:gd name="connsiteY3884" fmla="*/ 223097 h 788789"/>
                  <a:gd name="connsiteX3885" fmla="*/ 1576595 w 1703319"/>
                  <a:gd name="connsiteY3885" fmla="*/ 223097 h 788789"/>
                  <a:gd name="connsiteX3886" fmla="*/ 1575592 w 1703319"/>
                  <a:gd name="connsiteY3886" fmla="*/ 226060 h 788789"/>
                  <a:gd name="connsiteX3887" fmla="*/ 1571247 w 1703319"/>
                  <a:gd name="connsiteY3887" fmla="*/ 227753 h 788789"/>
                  <a:gd name="connsiteX3888" fmla="*/ 1573253 w 1703319"/>
                  <a:gd name="connsiteY3888" fmla="*/ 224367 h 788789"/>
                  <a:gd name="connsiteX3889" fmla="*/ 1574924 w 1703319"/>
                  <a:gd name="connsiteY3889" fmla="*/ 223097 h 788789"/>
                  <a:gd name="connsiteX3890" fmla="*/ 4538 w 1703319"/>
                  <a:gd name="connsiteY3890" fmla="*/ 213846 h 788789"/>
                  <a:gd name="connsiteX3891" fmla="*/ 7822 w 1703319"/>
                  <a:gd name="connsiteY3891" fmla="*/ 216834 h 788789"/>
                  <a:gd name="connsiteX3892" fmla="*/ 5195 w 1703319"/>
                  <a:gd name="connsiteY3892" fmla="*/ 217955 h 788789"/>
                  <a:gd name="connsiteX3893" fmla="*/ 925 w 1703319"/>
                  <a:gd name="connsiteY3893" fmla="*/ 217207 h 788789"/>
                  <a:gd name="connsiteX3894" fmla="*/ 1582 w 1703319"/>
                  <a:gd name="connsiteY3894" fmla="*/ 215713 h 788789"/>
                  <a:gd name="connsiteX3895" fmla="*/ 4538 w 1703319"/>
                  <a:gd name="connsiteY3895" fmla="*/ 213846 h 788789"/>
                  <a:gd name="connsiteX3896" fmla="*/ 790058 w 1703319"/>
                  <a:gd name="connsiteY3896" fmla="*/ 212725 h 788789"/>
                  <a:gd name="connsiteX3897" fmla="*/ 791116 w 1703319"/>
                  <a:gd name="connsiteY3897" fmla="*/ 213360 h 788789"/>
                  <a:gd name="connsiteX3898" fmla="*/ 790410 w 1703319"/>
                  <a:gd name="connsiteY3898" fmla="*/ 213995 h 788789"/>
                  <a:gd name="connsiteX3899" fmla="*/ 790058 w 1703319"/>
                  <a:gd name="connsiteY3899" fmla="*/ 214630 h 788789"/>
                  <a:gd name="connsiteX3900" fmla="*/ 790410 w 1703319"/>
                  <a:gd name="connsiteY3900" fmla="*/ 215265 h 788789"/>
                  <a:gd name="connsiteX3901" fmla="*/ 790058 w 1703319"/>
                  <a:gd name="connsiteY3901" fmla="*/ 216853 h 788789"/>
                  <a:gd name="connsiteX3902" fmla="*/ 789352 w 1703319"/>
                  <a:gd name="connsiteY3902" fmla="*/ 217488 h 788789"/>
                  <a:gd name="connsiteX3903" fmla="*/ 789705 w 1703319"/>
                  <a:gd name="connsiteY3903" fmla="*/ 215900 h 788789"/>
                  <a:gd name="connsiteX3904" fmla="*/ 788647 w 1703319"/>
                  <a:gd name="connsiteY3904" fmla="*/ 215900 h 788789"/>
                  <a:gd name="connsiteX3905" fmla="*/ 787941 w 1703319"/>
                  <a:gd name="connsiteY3905" fmla="*/ 214948 h 788789"/>
                  <a:gd name="connsiteX3906" fmla="*/ 788647 w 1703319"/>
                  <a:gd name="connsiteY3906" fmla="*/ 213995 h 788789"/>
                  <a:gd name="connsiteX3907" fmla="*/ 788999 w 1703319"/>
                  <a:gd name="connsiteY3907" fmla="*/ 213995 h 788789"/>
                  <a:gd name="connsiteX3908" fmla="*/ 789352 w 1703319"/>
                  <a:gd name="connsiteY3908" fmla="*/ 213360 h 788789"/>
                  <a:gd name="connsiteX3909" fmla="*/ 790058 w 1703319"/>
                  <a:gd name="connsiteY3909" fmla="*/ 212725 h 788789"/>
                  <a:gd name="connsiteX3910" fmla="*/ 417374 w 1703319"/>
                  <a:gd name="connsiteY3910" fmla="*/ 199194 h 788789"/>
                  <a:gd name="connsiteX3911" fmla="*/ 417033 w 1703319"/>
                  <a:gd name="connsiteY3911" fmla="*/ 201462 h 788789"/>
                  <a:gd name="connsiteX3912" fmla="*/ 415673 w 1703319"/>
                  <a:gd name="connsiteY3912" fmla="*/ 205242 h 788789"/>
                  <a:gd name="connsiteX3913" fmla="*/ 414312 w 1703319"/>
                  <a:gd name="connsiteY3913" fmla="*/ 204486 h 788789"/>
                  <a:gd name="connsiteX3914" fmla="*/ 413631 w 1703319"/>
                  <a:gd name="connsiteY3914" fmla="*/ 201840 h 788789"/>
                  <a:gd name="connsiteX3915" fmla="*/ 414312 w 1703319"/>
                  <a:gd name="connsiteY3915" fmla="*/ 199572 h 788789"/>
                  <a:gd name="connsiteX3916" fmla="*/ 417374 w 1703319"/>
                  <a:gd name="connsiteY3916" fmla="*/ 199194 h 788789"/>
                  <a:gd name="connsiteX3917" fmla="*/ 403979 w 1703319"/>
                  <a:gd name="connsiteY3917" fmla="*/ 194093 h 788789"/>
                  <a:gd name="connsiteX3918" fmla="*/ 405831 w 1703319"/>
                  <a:gd name="connsiteY3918" fmla="*/ 195764 h 788789"/>
                  <a:gd name="connsiteX3919" fmla="*/ 403608 w 1703319"/>
                  <a:gd name="connsiteY3919" fmla="*/ 197853 h 788789"/>
                  <a:gd name="connsiteX3920" fmla="*/ 401015 w 1703319"/>
                  <a:gd name="connsiteY3920" fmla="*/ 200360 h 788789"/>
                  <a:gd name="connsiteX3921" fmla="*/ 397681 w 1703319"/>
                  <a:gd name="connsiteY3921" fmla="*/ 200778 h 788789"/>
                  <a:gd name="connsiteX3922" fmla="*/ 396199 w 1703319"/>
                  <a:gd name="connsiteY3922" fmla="*/ 198689 h 788789"/>
                  <a:gd name="connsiteX3923" fmla="*/ 398052 w 1703319"/>
                  <a:gd name="connsiteY3923" fmla="*/ 196182 h 788789"/>
                  <a:gd name="connsiteX3924" fmla="*/ 400274 w 1703319"/>
                  <a:gd name="connsiteY3924" fmla="*/ 194928 h 788789"/>
                  <a:gd name="connsiteX3925" fmla="*/ 403979 w 1703319"/>
                  <a:gd name="connsiteY3925" fmla="*/ 194093 h 788789"/>
                  <a:gd name="connsiteX3926" fmla="*/ 424087 w 1703319"/>
                  <a:gd name="connsiteY3926" fmla="*/ 190500 h 788789"/>
                  <a:gd name="connsiteX3927" fmla="*/ 425357 w 1703319"/>
                  <a:gd name="connsiteY3927" fmla="*/ 191135 h 788789"/>
                  <a:gd name="connsiteX3928" fmla="*/ 425357 w 1703319"/>
                  <a:gd name="connsiteY3928" fmla="*/ 192722 h 788789"/>
                  <a:gd name="connsiteX3929" fmla="*/ 424404 w 1703319"/>
                  <a:gd name="connsiteY3929" fmla="*/ 193040 h 788789"/>
                  <a:gd name="connsiteX3930" fmla="*/ 422499 w 1703319"/>
                  <a:gd name="connsiteY3930" fmla="*/ 192405 h 788789"/>
                  <a:gd name="connsiteX3931" fmla="*/ 422182 w 1703319"/>
                  <a:gd name="connsiteY3931" fmla="*/ 191135 h 788789"/>
                  <a:gd name="connsiteX3932" fmla="*/ 424087 w 1703319"/>
                  <a:gd name="connsiteY3932" fmla="*/ 190500 h 788789"/>
                  <a:gd name="connsiteX3933" fmla="*/ 1688848 w 1703319"/>
                  <a:gd name="connsiteY3933" fmla="*/ 189310 h 788789"/>
                  <a:gd name="connsiteX3934" fmla="*/ 1691229 w 1703319"/>
                  <a:gd name="connsiteY3934" fmla="*/ 190500 h 788789"/>
                  <a:gd name="connsiteX3935" fmla="*/ 1693213 w 1703319"/>
                  <a:gd name="connsiteY3935" fmla="*/ 190500 h 788789"/>
                  <a:gd name="connsiteX3936" fmla="*/ 1695595 w 1703319"/>
                  <a:gd name="connsiteY3936" fmla="*/ 189707 h 788789"/>
                  <a:gd name="connsiteX3937" fmla="*/ 1696785 w 1703319"/>
                  <a:gd name="connsiteY3937" fmla="*/ 190500 h 788789"/>
                  <a:gd name="connsiteX3938" fmla="*/ 1698770 w 1703319"/>
                  <a:gd name="connsiteY3938" fmla="*/ 191691 h 788789"/>
                  <a:gd name="connsiteX3939" fmla="*/ 1701151 w 1703319"/>
                  <a:gd name="connsiteY3939" fmla="*/ 192882 h 788789"/>
                  <a:gd name="connsiteX3940" fmla="*/ 1703135 w 1703319"/>
                  <a:gd name="connsiteY3940" fmla="*/ 193675 h 788789"/>
                  <a:gd name="connsiteX3941" fmla="*/ 1698373 w 1703319"/>
                  <a:gd name="connsiteY3941" fmla="*/ 195263 h 788789"/>
                  <a:gd name="connsiteX3942" fmla="*/ 1695198 w 1703319"/>
                  <a:gd name="connsiteY3942" fmla="*/ 192882 h 788789"/>
                  <a:gd name="connsiteX3943" fmla="*/ 1692420 w 1703319"/>
                  <a:gd name="connsiteY3943" fmla="*/ 192088 h 788789"/>
                  <a:gd name="connsiteX3944" fmla="*/ 1689641 w 1703319"/>
                  <a:gd name="connsiteY3944" fmla="*/ 193278 h 788789"/>
                  <a:gd name="connsiteX3945" fmla="*/ 1688451 w 1703319"/>
                  <a:gd name="connsiteY3945" fmla="*/ 190897 h 788789"/>
                  <a:gd name="connsiteX3946" fmla="*/ 1688848 w 1703319"/>
                  <a:gd name="connsiteY3946" fmla="*/ 189310 h 788789"/>
                  <a:gd name="connsiteX3947" fmla="*/ 428637 w 1703319"/>
                  <a:gd name="connsiteY3947" fmla="*/ 188913 h 788789"/>
                  <a:gd name="connsiteX3948" fmla="*/ 430225 w 1703319"/>
                  <a:gd name="connsiteY3948" fmla="*/ 190500 h 788789"/>
                  <a:gd name="connsiteX3949" fmla="*/ 429431 w 1703319"/>
                  <a:gd name="connsiteY3949" fmla="*/ 191691 h 788789"/>
                  <a:gd name="connsiteX3950" fmla="*/ 427844 w 1703319"/>
                  <a:gd name="connsiteY3950" fmla="*/ 189707 h 788789"/>
                  <a:gd name="connsiteX3951" fmla="*/ 428637 w 1703319"/>
                  <a:gd name="connsiteY3951" fmla="*/ 188913 h 788789"/>
                  <a:gd name="connsiteX3952" fmla="*/ 388727 w 1703319"/>
                  <a:gd name="connsiteY3952" fmla="*/ 171820 h 788789"/>
                  <a:gd name="connsiteX3953" fmla="*/ 390833 w 1703319"/>
                  <a:gd name="connsiteY3953" fmla="*/ 173302 h 788789"/>
                  <a:gd name="connsiteX3954" fmla="*/ 390833 w 1703319"/>
                  <a:gd name="connsiteY3954" fmla="*/ 174784 h 788789"/>
                  <a:gd name="connsiteX3955" fmla="*/ 391535 w 1703319"/>
                  <a:gd name="connsiteY3955" fmla="*/ 175895 h 788789"/>
                  <a:gd name="connsiteX3956" fmla="*/ 392938 w 1703319"/>
                  <a:gd name="connsiteY3956" fmla="*/ 175524 h 788789"/>
                  <a:gd name="connsiteX3957" fmla="*/ 394693 w 1703319"/>
                  <a:gd name="connsiteY3957" fmla="*/ 177377 h 788789"/>
                  <a:gd name="connsiteX3958" fmla="*/ 396448 w 1703319"/>
                  <a:gd name="connsiteY3958" fmla="*/ 177747 h 788789"/>
                  <a:gd name="connsiteX3959" fmla="*/ 399255 w 1703319"/>
                  <a:gd name="connsiteY3959" fmla="*/ 178858 h 788789"/>
                  <a:gd name="connsiteX3960" fmla="*/ 402062 w 1703319"/>
                  <a:gd name="connsiteY3960" fmla="*/ 181451 h 788789"/>
                  <a:gd name="connsiteX3961" fmla="*/ 404168 w 1703319"/>
                  <a:gd name="connsiteY3961" fmla="*/ 181822 h 788789"/>
                  <a:gd name="connsiteX3962" fmla="*/ 405221 w 1703319"/>
                  <a:gd name="connsiteY3962" fmla="*/ 182562 h 788789"/>
                  <a:gd name="connsiteX3963" fmla="*/ 406975 w 1703319"/>
                  <a:gd name="connsiteY3963" fmla="*/ 185896 h 788789"/>
                  <a:gd name="connsiteX3964" fmla="*/ 410836 w 1703319"/>
                  <a:gd name="connsiteY3964" fmla="*/ 186267 h 788789"/>
                  <a:gd name="connsiteX3965" fmla="*/ 412590 w 1703319"/>
                  <a:gd name="connsiteY3965" fmla="*/ 188119 h 788789"/>
                  <a:gd name="connsiteX3966" fmla="*/ 411888 w 1703319"/>
                  <a:gd name="connsiteY3966" fmla="*/ 190341 h 788789"/>
                  <a:gd name="connsiteX3967" fmla="*/ 409081 w 1703319"/>
                  <a:gd name="connsiteY3967" fmla="*/ 191082 h 788789"/>
                  <a:gd name="connsiteX3968" fmla="*/ 406273 w 1703319"/>
                  <a:gd name="connsiteY3968" fmla="*/ 190341 h 788789"/>
                  <a:gd name="connsiteX3969" fmla="*/ 402413 w 1703319"/>
                  <a:gd name="connsiteY3969" fmla="*/ 188489 h 788789"/>
                  <a:gd name="connsiteX3970" fmla="*/ 399606 w 1703319"/>
                  <a:gd name="connsiteY3970" fmla="*/ 186267 h 788789"/>
                  <a:gd name="connsiteX3971" fmla="*/ 397851 w 1703319"/>
                  <a:gd name="connsiteY3971" fmla="*/ 186267 h 788789"/>
                  <a:gd name="connsiteX3972" fmla="*/ 396097 w 1703319"/>
                  <a:gd name="connsiteY3972" fmla="*/ 188859 h 788789"/>
                  <a:gd name="connsiteX3973" fmla="*/ 394342 w 1703319"/>
                  <a:gd name="connsiteY3973" fmla="*/ 190712 h 788789"/>
                  <a:gd name="connsiteX3974" fmla="*/ 392236 w 1703319"/>
                  <a:gd name="connsiteY3974" fmla="*/ 192934 h 788789"/>
                  <a:gd name="connsiteX3975" fmla="*/ 388727 w 1703319"/>
                  <a:gd name="connsiteY3975" fmla="*/ 191823 h 788789"/>
                  <a:gd name="connsiteX3976" fmla="*/ 388376 w 1703319"/>
                  <a:gd name="connsiteY3976" fmla="*/ 188859 h 788789"/>
                  <a:gd name="connsiteX3977" fmla="*/ 384867 w 1703319"/>
                  <a:gd name="connsiteY3977" fmla="*/ 189230 h 788789"/>
                  <a:gd name="connsiteX3978" fmla="*/ 381007 w 1703319"/>
                  <a:gd name="connsiteY3978" fmla="*/ 188859 h 788789"/>
                  <a:gd name="connsiteX3979" fmla="*/ 382761 w 1703319"/>
                  <a:gd name="connsiteY3979" fmla="*/ 187378 h 788789"/>
                  <a:gd name="connsiteX3980" fmla="*/ 385569 w 1703319"/>
                  <a:gd name="connsiteY3980" fmla="*/ 185526 h 788789"/>
                  <a:gd name="connsiteX3981" fmla="*/ 384867 w 1703319"/>
                  <a:gd name="connsiteY3981" fmla="*/ 183303 h 788789"/>
                  <a:gd name="connsiteX3982" fmla="*/ 385920 w 1703319"/>
                  <a:gd name="connsiteY3982" fmla="*/ 179969 h 788789"/>
                  <a:gd name="connsiteX3983" fmla="*/ 385569 w 1703319"/>
                  <a:gd name="connsiteY3983" fmla="*/ 175154 h 788789"/>
                  <a:gd name="connsiteX3984" fmla="*/ 388727 w 1703319"/>
                  <a:gd name="connsiteY3984" fmla="*/ 171820 h 788789"/>
                  <a:gd name="connsiteX3985" fmla="*/ 718688 w 1703319"/>
                  <a:gd name="connsiteY3985" fmla="*/ 168643 h 788789"/>
                  <a:gd name="connsiteX3986" fmla="*/ 720129 w 1703319"/>
                  <a:gd name="connsiteY3986" fmla="*/ 168643 h 788789"/>
                  <a:gd name="connsiteX3987" fmla="*/ 721210 w 1703319"/>
                  <a:gd name="connsiteY3987" fmla="*/ 169379 h 788789"/>
                  <a:gd name="connsiteX3988" fmla="*/ 721931 w 1703319"/>
                  <a:gd name="connsiteY3988" fmla="*/ 170115 h 788789"/>
                  <a:gd name="connsiteX3989" fmla="*/ 721931 w 1703319"/>
                  <a:gd name="connsiteY3989" fmla="*/ 170852 h 788789"/>
                  <a:gd name="connsiteX3990" fmla="*/ 722651 w 1703319"/>
                  <a:gd name="connsiteY3990" fmla="*/ 171220 h 788789"/>
                  <a:gd name="connsiteX3991" fmla="*/ 723372 w 1703319"/>
                  <a:gd name="connsiteY3991" fmla="*/ 171220 h 788789"/>
                  <a:gd name="connsiteX3992" fmla="*/ 724092 w 1703319"/>
                  <a:gd name="connsiteY3992" fmla="*/ 170852 h 788789"/>
                  <a:gd name="connsiteX3993" fmla="*/ 724453 w 1703319"/>
                  <a:gd name="connsiteY3993" fmla="*/ 170484 h 788789"/>
                  <a:gd name="connsiteX3994" fmla="*/ 725173 w 1703319"/>
                  <a:gd name="connsiteY3994" fmla="*/ 169747 h 788789"/>
                  <a:gd name="connsiteX3995" fmla="*/ 726254 w 1703319"/>
                  <a:gd name="connsiteY3995" fmla="*/ 169747 h 788789"/>
                  <a:gd name="connsiteX3996" fmla="*/ 725894 w 1703319"/>
                  <a:gd name="connsiteY3996" fmla="*/ 170852 h 788789"/>
                  <a:gd name="connsiteX3997" fmla="*/ 725534 w 1703319"/>
                  <a:gd name="connsiteY3997" fmla="*/ 171588 h 788789"/>
                  <a:gd name="connsiteX3998" fmla="*/ 725534 w 1703319"/>
                  <a:gd name="connsiteY3998" fmla="*/ 171956 h 788789"/>
                  <a:gd name="connsiteX3999" fmla="*/ 726614 w 1703319"/>
                  <a:gd name="connsiteY3999" fmla="*/ 172324 h 788789"/>
                  <a:gd name="connsiteX4000" fmla="*/ 726975 w 1703319"/>
                  <a:gd name="connsiteY4000" fmla="*/ 173060 h 788789"/>
                  <a:gd name="connsiteX4001" fmla="*/ 726614 w 1703319"/>
                  <a:gd name="connsiteY4001" fmla="*/ 173797 h 788789"/>
                  <a:gd name="connsiteX4002" fmla="*/ 726254 w 1703319"/>
                  <a:gd name="connsiteY4002" fmla="*/ 174165 h 788789"/>
                  <a:gd name="connsiteX4003" fmla="*/ 726254 w 1703319"/>
                  <a:gd name="connsiteY4003" fmla="*/ 174901 h 788789"/>
                  <a:gd name="connsiteX4004" fmla="*/ 728056 w 1703319"/>
                  <a:gd name="connsiteY4004" fmla="*/ 175269 h 788789"/>
                  <a:gd name="connsiteX4005" fmla="*/ 727695 w 1703319"/>
                  <a:gd name="connsiteY4005" fmla="*/ 176373 h 788789"/>
                  <a:gd name="connsiteX4006" fmla="*/ 728776 w 1703319"/>
                  <a:gd name="connsiteY4006" fmla="*/ 176373 h 788789"/>
                  <a:gd name="connsiteX4007" fmla="*/ 729857 w 1703319"/>
                  <a:gd name="connsiteY4007" fmla="*/ 176005 h 788789"/>
                  <a:gd name="connsiteX4008" fmla="*/ 731298 w 1703319"/>
                  <a:gd name="connsiteY4008" fmla="*/ 176373 h 788789"/>
                  <a:gd name="connsiteX4009" fmla="*/ 732379 w 1703319"/>
                  <a:gd name="connsiteY4009" fmla="*/ 177478 h 788789"/>
                  <a:gd name="connsiteX4010" fmla="*/ 731658 w 1703319"/>
                  <a:gd name="connsiteY4010" fmla="*/ 177846 h 788789"/>
                  <a:gd name="connsiteX4011" fmla="*/ 732019 w 1703319"/>
                  <a:gd name="connsiteY4011" fmla="*/ 178582 h 788789"/>
                  <a:gd name="connsiteX4012" fmla="*/ 732019 w 1703319"/>
                  <a:gd name="connsiteY4012" fmla="*/ 180791 h 788789"/>
                  <a:gd name="connsiteX4013" fmla="*/ 731658 w 1703319"/>
                  <a:gd name="connsiteY4013" fmla="*/ 181159 h 788789"/>
                  <a:gd name="connsiteX4014" fmla="*/ 730578 w 1703319"/>
                  <a:gd name="connsiteY4014" fmla="*/ 181527 h 788789"/>
                  <a:gd name="connsiteX4015" fmla="*/ 730578 w 1703319"/>
                  <a:gd name="connsiteY4015" fmla="*/ 182263 h 788789"/>
                  <a:gd name="connsiteX4016" fmla="*/ 729857 w 1703319"/>
                  <a:gd name="connsiteY4016" fmla="*/ 183000 h 788789"/>
                  <a:gd name="connsiteX4017" fmla="*/ 729136 w 1703319"/>
                  <a:gd name="connsiteY4017" fmla="*/ 183000 h 788789"/>
                  <a:gd name="connsiteX4018" fmla="*/ 728416 w 1703319"/>
                  <a:gd name="connsiteY4018" fmla="*/ 183736 h 788789"/>
                  <a:gd name="connsiteX4019" fmla="*/ 728056 w 1703319"/>
                  <a:gd name="connsiteY4019" fmla="*/ 184472 h 788789"/>
                  <a:gd name="connsiteX4020" fmla="*/ 727695 w 1703319"/>
                  <a:gd name="connsiteY4020" fmla="*/ 185208 h 788789"/>
                  <a:gd name="connsiteX4021" fmla="*/ 726975 w 1703319"/>
                  <a:gd name="connsiteY4021" fmla="*/ 185576 h 788789"/>
                  <a:gd name="connsiteX4022" fmla="*/ 726254 w 1703319"/>
                  <a:gd name="connsiteY4022" fmla="*/ 186313 h 788789"/>
                  <a:gd name="connsiteX4023" fmla="*/ 725534 w 1703319"/>
                  <a:gd name="connsiteY4023" fmla="*/ 186313 h 788789"/>
                  <a:gd name="connsiteX4024" fmla="*/ 724092 w 1703319"/>
                  <a:gd name="connsiteY4024" fmla="*/ 186313 h 788789"/>
                  <a:gd name="connsiteX4025" fmla="*/ 723012 w 1703319"/>
                  <a:gd name="connsiteY4025" fmla="*/ 186681 h 788789"/>
                  <a:gd name="connsiteX4026" fmla="*/ 722291 w 1703319"/>
                  <a:gd name="connsiteY4026" fmla="*/ 187417 h 788789"/>
                  <a:gd name="connsiteX4027" fmla="*/ 720850 w 1703319"/>
                  <a:gd name="connsiteY4027" fmla="*/ 187417 h 788789"/>
                  <a:gd name="connsiteX4028" fmla="*/ 720490 w 1703319"/>
                  <a:gd name="connsiteY4028" fmla="*/ 187785 h 788789"/>
                  <a:gd name="connsiteX4029" fmla="*/ 719049 w 1703319"/>
                  <a:gd name="connsiteY4029" fmla="*/ 188889 h 788789"/>
                  <a:gd name="connsiteX4030" fmla="*/ 718328 w 1703319"/>
                  <a:gd name="connsiteY4030" fmla="*/ 189257 h 788789"/>
                  <a:gd name="connsiteX4031" fmla="*/ 717607 w 1703319"/>
                  <a:gd name="connsiteY4031" fmla="*/ 189994 h 788789"/>
                  <a:gd name="connsiteX4032" fmla="*/ 716527 w 1703319"/>
                  <a:gd name="connsiteY4032" fmla="*/ 190362 h 788789"/>
                  <a:gd name="connsiteX4033" fmla="*/ 715806 w 1703319"/>
                  <a:gd name="connsiteY4033" fmla="*/ 190362 h 788789"/>
                  <a:gd name="connsiteX4034" fmla="*/ 714365 w 1703319"/>
                  <a:gd name="connsiteY4034" fmla="*/ 189994 h 788789"/>
                  <a:gd name="connsiteX4035" fmla="*/ 713284 w 1703319"/>
                  <a:gd name="connsiteY4035" fmla="*/ 191098 h 788789"/>
                  <a:gd name="connsiteX4036" fmla="*/ 712203 w 1703319"/>
                  <a:gd name="connsiteY4036" fmla="*/ 191098 h 788789"/>
                  <a:gd name="connsiteX4037" fmla="*/ 711843 w 1703319"/>
                  <a:gd name="connsiteY4037" fmla="*/ 192571 h 788789"/>
                  <a:gd name="connsiteX4038" fmla="*/ 710762 w 1703319"/>
                  <a:gd name="connsiteY4038" fmla="*/ 192939 h 788789"/>
                  <a:gd name="connsiteX4039" fmla="*/ 710041 w 1703319"/>
                  <a:gd name="connsiteY4039" fmla="*/ 192571 h 788789"/>
                  <a:gd name="connsiteX4040" fmla="*/ 709321 w 1703319"/>
                  <a:gd name="connsiteY4040" fmla="*/ 192571 h 788789"/>
                  <a:gd name="connsiteX4041" fmla="*/ 708600 w 1703319"/>
                  <a:gd name="connsiteY4041" fmla="*/ 193307 h 788789"/>
                  <a:gd name="connsiteX4042" fmla="*/ 707159 w 1703319"/>
                  <a:gd name="connsiteY4042" fmla="*/ 193675 h 788789"/>
                  <a:gd name="connsiteX4043" fmla="*/ 705718 w 1703319"/>
                  <a:gd name="connsiteY4043" fmla="*/ 193307 h 788789"/>
                  <a:gd name="connsiteX4044" fmla="*/ 703556 w 1703319"/>
                  <a:gd name="connsiteY4044" fmla="*/ 193307 h 788789"/>
                  <a:gd name="connsiteX4045" fmla="*/ 702115 w 1703319"/>
                  <a:gd name="connsiteY4045" fmla="*/ 192939 h 788789"/>
                  <a:gd name="connsiteX4046" fmla="*/ 701034 w 1703319"/>
                  <a:gd name="connsiteY4046" fmla="*/ 192202 h 788789"/>
                  <a:gd name="connsiteX4047" fmla="*/ 700314 w 1703319"/>
                  <a:gd name="connsiteY4047" fmla="*/ 192202 h 788789"/>
                  <a:gd name="connsiteX4048" fmla="*/ 699233 w 1703319"/>
                  <a:gd name="connsiteY4048" fmla="*/ 191466 h 788789"/>
                  <a:gd name="connsiteX4049" fmla="*/ 699233 w 1703319"/>
                  <a:gd name="connsiteY4049" fmla="*/ 190730 h 788789"/>
                  <a:gd name="connsiteX4050" fmla="*/ 697792 w 1703319"/>
                  <a:gd name="connsiteY4050" fmla="*/ 190730 h 788789"/>
                  <a:gd name="connsiteX4051" fmla="*/ 697071 w 1703319"/>
                  <a:gd name="connsiteY4051" fmla="*/ 189994 h 788789"/>
                  <a:gd name="connsiteX4052" fmla="*/ 696351 w 1703319"/>
                  <a:gd name="connsiteY4052" fmla="*/ 189626 h 788789"/>
                  <a:gd name="connsiteX4053" fmla="*/ 695990 w 1703319"/>
                  <a:gd name="connsiteY4053" fmla="*/ 188889 h 788789"/>
                  <a:gd name="connsiteX4054" fmla="*/ 694909 w 1703319"/>
                  <a:gd name="connsiteY4054" fmla="*/ 189994 h 788789"/>
                  <a:gd name="connsiteX4055" fmla="*/ 693468 w 1703319"/>
                  <a:gd name="connsiteY4055" fmla="*/ 189994 h 788789"/>
                  <a:gd name="connsiteX4056" fmla="*/ 691307 w 1703319"/>
                  <a:gd name="connsiteY4056" fmla="*/ 190362 h 788789"/>
                  <a:gd name="connsiteX4057" fmla="*/ 689505 w 1703319"/>
                  <a:gd name="connsiteY4057" fmla="*/ 189994 h 788789"/>
                  <a:gd name="connsiteX4058" fmla="*/ 688424 w 1703319"/>
                  <a:gd name="connsiteY4058" fmla="*/ 189626 h 788789"/>
                  <a:gd name="connsiteX4059" fmla="*/ 688785 w 1703319"/>
                  <a:gd name="connsiteY4059" fmla="*/ 188521 h 788789"/>
                  <a:gd name="connsiteX4060" fmla="*/ 690946 w 1703319"/>
                  <a:gd name="connsiteY4060" fmla="*/ 188153 h 788789"/>
                  <a:gd name="connsiteX4061" fmla="*/ 692388 w 1703319"/>
                  <a:gd name="connsiteY4061" fmla="*/ 187417 h 788789"/>
                  <a:gd name="connsiteX4062" fmla="*/ 693108 w 1703319"/>
                  <a:gd name="connsiteY4062" fmla="*/ 186681 h 788789"/>
                  <a:gd name="connsiteX4063" fmla="*/ 692388 w 1703319"/>
                  <a:gd name="connsiteY4063" fmla="*/ 185944 h 788789"/>
                  <a:gd name="connsiteX4064" fmla="*/ 692027 w 1703319"/>
                  <a:gd name="connsiteY4064" fmla="*/ 185576 h 788789"/>
                  <a:gd name="connsiteX4065" fmla="*/ 692748 w 1703319"/>
                  <a:gd name="connsiteY4065" fmla="*/ 184840 h 788789"/>
                  <a:gd name="connsiteX4066" fmla="*/ 692748 w 1703319"/>
                  <a:gd name="connsiteY4066" fmla="*/ 184104 h 788789"/>
                  <a:gd name="connsiteX4067" fmla="*/ 690946 w 1703319"/>
                  <a:gd name="connsiteY4067" fmla="*/ 184840 h 788789"/>
                  <a:gd name="connsiteX4068" fmla="*/ 690226 w 1703319"/>
                  <a:gd name="connsiteY4068" fmla="*/ 184104 h 788789"/>
                  <a:gd name="connsiteX4069" fmla="*/ 689866 w 1703319"/>
                  <a:gd name="connsiteY4069" fmla="*/ 183000 h 788789"/>
                  <a:gd name="connsiteX4070" fmla="*/ 689866 w 1703319"/>
                  <a:gd name="connsiteY4070" fmla="*/ 182631 h 788789"/>
                  <a:gd name="connsiteX4071" fmla="*/ 688785 w 1703319"/>
                  <a:gd name="connsiteY4071" fmla="*/ 182631 h 788789"/>
                  <a:gd name="connsiteX4072" fmla="*/ 688064 w 1703319"/>
                  <a:gd name="connsiteY4072" fmla="*/ 183000 h 788789"/>
                  <a:gd name="connsiteX4073" fmla="*/ 687344 w 1703319"/>
                  <a:gd name="connsiteY4073" fmla="*/ 182631 h 788789"/>
                  <a:gd name="connsiteX4074" fmla="*/ 685542 w 1703319"/>
                  <a:gd name="connsiteY4074" fmla="*/ 183000 h 788789"/>
                  <a:gd name="connsiteX4075" fmla="*/ 684461 w 1703319"/>
                  <a:gd name="connsiteY4075" fmla="*/ 183000 h 788789"/>
                  <a:gd name="connsiteX4076" fmla="*/ 683741 w 1703319"/>
                  <a:gd name="connsiteY4076" fmla="*/ 183000 h 788789"/>
                  <a:gd name="connsiteX4077" fmla="*/ 683380 w 1703319"/>
                  <a:gd name="connsiteY4077" fmla="*/ 182263 h 788789"/>
                  <a:gd name="connsiteX4078" fmla="*/ 684101 w 1703319"/>
                  <a:gd name="connsiteY4078" fmla="*/ 181527 h 788789"/>
                  <a:gd name="connsiteX4079" fmla="*/ 686263 w 1703319"/>
                  <a:gd name="connsiteY4079" fmla="*/ 181159 h 788789"/>
                  <a:gd name="connsiteX4080" fmla="*/ 687344 w 1703319"/>
                  <a:gd name="connsiteY4080" fmla="*/ 181159 h 788789"/>
                  <a:gd name="connsiteX4081" fmla="*/ 689505 w 1703319"/>
                  <a:gd name="connsiteY4081" fmla="*/ 180791 h 788789"/>
                  <a:gd name="connsiteX4082" fmla="*/ 690226 w 1703319"/>
                  <a:gd name="connsiteY4082" fmla="*/ 180791 h 788789"/>
                  <a:gd name="connsiteX4083" fmla="*/ 690586 w 1703319"/>
                  <a:gd name="connsiteY4083" fmla="*/ 180055 h 788789"/>
                  <a:gd name="connsiteX4084" fmla="*/ 690946 w 1703319"/>
                  <a:gd name="connsiteY4084" fmla="*/ 180423 h 788789"/>
                  <a:gd name="connsiteX4085" fmla="*/ 692388 w 1703319"/>
                  <a:gd name="connsiteY4085" fmla="*/ 180423 h 788789"/>
                  <a:gd name="connsiteX4086" fmla="*/ 690226 w 1703319"/>
                  <a:gd name="connsiteY4086" fmla="*/ 179318 h 788789"/>
                  <a:gd name="connsiteX4087" fmla="*/ 691307 w 1703319"/>
                  <a:gd name="connsiteY4087" fmla="*/ 178582 h 788789"/>
                  <a:gd name="connsiteX4088" fmla="*/ 691667 w 1703319"/>
                  <a:gd name="connsiteY4088" fmla="*/ 177478 h 788789"/>
                  <a:gd name="connsiteX4089" fmla="*/ 692027 w 1703319"/>
                  <a:gd name="connsiteY4089" fmla="*/ 176742 h 788789"/>
                  <a:gd name="connsiteX4090" fmla="*/ 689866 w 1703319"/>
                  <a:gd name="connsiteY4090" fmla="*/ 176373 h 788789"/>
                  <a:gd name="connsiteX4091" fmla="*/ 688785 w 1703319"/>
                  <a:gd name="connsiteY4091" fmla="*/ 177478 h 788789"/>
                  <a:gd name="connsiteX4092" fmla="*/ 687704 w 1703319"/>
                  <a:gd name="connsiteY4092" fmla="*/ 176742 h 788789"/>
                  <a:gd name="connsiteX4093" fmla="*/ 685902 w 1703319"/>
                  <a:gd name="connsiteY4093" fmla="*/ 177110 h 788789"/>
                  <a:gd name="connsiteX4094" fmla="*/ 683380 w 1703319"/>
                  <a:gd name="connsiteY4094" fmla="*/ 177846 h 788789"/>
                  <a:gd name="connsiteX4095" fmla="*/ 681939 w 1703319"/>
                  <a:gd name="connsiteY4095" fmla="*/ 177846 h 788789"/>
                  <a:gd name="connsiteX4096" fmla="*/ 681579 w 1703319"/>
                  <a:gd name="connsiteY4096" fmla="*/ 177846 h 788789"/>
                  <a:gd name="connsiteX4097" fmla="*/ 681579 w 1703319"/>
                  <a:gd name="connsiteY4097" fmla="*/ 176005 h 788789"/>
                  <a:gd name="connsiteX4098" fmla="*/ 683380 w 1703319"/>
                  <a:gd name="connsiteY4098" fmla="*/ 175269 h 788789"/>
                  <a:gd name="connsiteX4099" fmla="*/ 684461 w 1703319"/>
                  <a:gd name="connsiteY4099" fmla="*/ 174533 h 788789"/>
                  <a:gd name="connsiteX4100" fmla="*/ 684101 w 1703319"/>
                  <a:gd name="connsiteY4100" fmla="*/ 173428 h 788789"/>
                  <a:gd name="connsiteX4101" fmla="*/ 685182 w 1703319"/>
                  <a:gd name="connsiteY4101" fmla="*/ 173060 h 788789"/>
                  <a:gd name="connsiteX4102" fmla="*/ 684822 w 1703319"/>
                  <a:gd name="connsiteY4102" fmla="*/ 171956 h 788789"/>
                  <a:gd name="connsiteX4103" fmla="*/ 685902 w 1703319"/>
                  <a:gd name="connsiteY4103" fmla="*/ 171956 h 788789"/>
                  <a:gd name="connsiteX4104" fmla="*/ 688064 w 1703319"/>
                  <a:gd name="connsiteY4104" fmla="*/ 173060 h 788789"/>
                  <a:gd name="connsiteX4105" fmla="*/ 689145 w 1703319"/>
                  <a:gd name="connsiteY4105" fmla="*/ 172692 h 788789"/>
                  <a:gd name="connsiteX4106" fmla="*/ 688064 w 1703319"/>
                  <a:gd name="connsiteY4106" fmla="*/ 171220 h 788789"/>
                  <a:gd name="connsiteX4107" fmla="*/ 687344 w 1703319"/>
                  <a:gd name="connsiteY4107" fmla="*/ 169747 h 788789"/>
                  <a:gd name="connsiteX4108" fmla="*/ 686623 w 1703319"/>
                  <a:gd name="connsiteY4108" fmla="*/ 169747 h 788789"/>
                  <a:gd name="connsiteX4109" fmla="*/ 687344 w 1703319"/>
                  <a:gd name="connsiteY4109" fmla="*/ 169011 h 788789"/>
                  <a:gd name="connsiteX4110" fmla="*/ 689145 w 1703319"/>
                  <a:gd name="connsiteY4110" fmla="*/ 169011 h 788789"/>
                  <a:gd name="connsiteX4111" fmla="*/ 690946 w 1703319"/>
                  <a:gd name="connsiteY4111" fmla="*/ 169747 h 788789"/>
                  <a:gd name="connsiteX4112" fmla="*/ 692388 w 1703319"/>
                  <a:gd name="connsiteY4112" fmla="*/ 170484 h 788789"/>
                  <a:gd name="connsiteX4113" fmla="*/ 694549 w 1703319"/>
                  <a:gd name="connsiteY4113" fmla="*/ 171588 h 788789"/>
                  <a:gd name="connsiteX4114" fmla="*/ 694909 w 1703319"/>
                  <a:gd name="connsiteY4114" fmla="*/ 173428 h 788789"/>
                  <a:gd name="connsiteX4115" fmla="*/ 693108 w 1703319"/>
                  <a:gd name="connsiteY4115" fmla="*/ 175269 h 788789"/>
                  <a:gd name="connsiteX4116" fmla="*/ 694909 w 1703319"/>
                  <a:gd name="connsiteY4116" fmla="*/ 175637 h 788789"/>
                  <a:gd name="connsiteX4117" fmla="*/ 695630 w 1703319"/>
                  <a:gd name="connsiteY4117" fmla="*/ 177110 h 788789"/>
                  <a:gd name="connsiteX4118" fmla="*/ 695630 w 1703319"/>
                  <a:gd name="connsiteY4118" fmla="*/ 178950 h 788789"/>
                  <a:gd name="connsiteX4119" fmla="*/ 696711 w 1703319"/>
                  <a:gd name="connsiteY4119" fmla="*/ 179318 h 788789"/>
                  <a:gd name="connsiteX4120" fmla="*/ 696711 w 1703319"/>
                  <a:gd name="connsiteY4120" fmla="*/ 177110 h 788789"/>
                  <a:gd name="connsiteX4121" fmla="*/ 697431 w 1703319"/>
                  <a:gd name="connsiteY4121" fmla="*/ 176373 h 788789"/>
                  <a:gd name="connsiteX4122" fmla="*/ 699233 w 1703319"/>
                  <a:gd name="connsiteY4122" fmla="*/ 176005 h 788789"/>
                  <a:gd name="connsiteX4123" fmla="*/ 699233 w 1703319"/>
                  <a:gd name="connsiteY4123" fmla="*/ 176742 h 788789"/>
                  <a:gd name="connsiteX4124" fmla="*/ 700314 w 1703319"/>
                  <a:gd name="connsiteY4124" fmla="*/ 175637 h 788789"/>
                  <a:gd name="connsiteX4125" fmla="*/ 699953 w 1703319"/>
                  <a:gd name="connsiteY4125" fmla="*/ 173797 h 788789"/>
                  <a:gd name="connsiteX4126" fmla="*/ 700674 w 1703319"/>
                  <a:gd name="connsiteY4126" fmla="*/ 172692 h 788789"/>
                  <a:gd name="connsiteX4127" fmla="*/ 703196 w 1703319"/>
                  <a:gd name="connsiteY4127" fmla="*/ 173428 h 788789"/>
                  <a:gd name="connsiteX4128" fmla="*/ 704637 w 1703319"/>
                  <a:gd name="connsiteY4128" fmla="*/ 174165 h 788789"/>
                  <a:gd name="connsiteX4129" fmla="*/ 704637 w 1703319"/>
                  <a:gd name="connsiteY4129" fmla="*/ 172692 h 788789"/>
                  <a:gd name="connsiteX4130" fmla="*/ 706078 w 1703319"/>
                  <a:gd name="connsiteY4130" fmla="*/ 171956 h 788789"/>
                  <a:gd name="connsiteX4131" fmla="*/ 707159 w 1703319"/>
                  <a:gd name="connsiteY4131" fmla="*/ 171956 h 788789"/>
                  <a:gd name="connsiteX4132" fmla="*/ 708600 w 1703319"/>
                  <a:gd name="connsiteY4132" fmla="*/ 171956 h 788789"/>
                  <a:gd name="connsiteX4133" fmla="*/ 709681 w 1703319"/>
                  <a:gd name="connsiteY4133" fmla="*/ 173060 h 788789"/>
                  <a:gd name="connsiteX4134" fmla="*/ 710041 w 1703319"/>
                  <a:gd name="connsiteY4134" fmla="*/ 174533 h 788789"/>
                  <a:gd name="connsiteX4135" fmla="*/ 711122 w 1703319"/>
                  <a:gd name="connsiteY4135" fmla="*/ 174533 h 788789"/>
                  <a:gd name="connsiteX4136" fmla="*/ 710762 w 1703319"/>
                  <a:gd name="connsiteY4136" fmla="*/ 173797 h 788789"/>
                  <a:gd name="connsiteX4137" fmla="*/ 710041 w 1703319"/>
                  <a:gd name="connsiteY4137" fmla="*/ 173428 h 788789"/>
                  <a:gd name="connsiteX4138" fmla="*/ 710041 w 1703319"/>
                  <a:gd name="connsiteY4138" fmla="*/ 172692 h 788789"/>
                  <a:gd name="connsiteX4139" fmla="*/ 710402 w 1703319"/>
                  <a:gd name="connsiteY4139" fmla="*/ 171956 h 788789"/>
                  <a:gd name="connsiteX4140" fmla="*/ 711483 w 1703319"/>
                  <a:gd name="connsiteY4140" fmla="*/ 172324 h 788789"/>
                  <a:gd name="connsiteX4141" fmla="*/ 712924 w 1703319"/>
                  <a:gd name="connsiteY4141" fmla="*/ 172324 h 788789"/>
                  <a:gd name="connsiteX4142" fmla="*/ 713644 w 1703319"/>
                  <a:gd name="connsiteY4142" fmla="*/ 173060 h 788789"/>
                  <a:gd name="connsiteX4143" fmla="*/ 714005 w 1703319"/>
                  <a:gd name="connsiteY4143" fmla="*/ 172692 h 788789"/>
                  <a:gd name="connsiteX4144" fmla="*/ 714365 w 1703319"/>
                  <a:gd name="connsiteY4144" fmla="*/ 171588 h 788789"/>
                  <a:gd name="connsiteX4145" fmla="*/ 715446 w 1703319"/>
                  <a:gd name="connsiteY4145" fmla="*/ 171220 h 788789"/>
                  <a:gd name="connsiteX4146" fmla="*/ 716527 w 1703319"/>
                  <a:gd name="connsiteY4146" fmla="*/ 171220 h 788789"/>
                  <a:gd name="connsiteX4147" fmla="*/ 717607 w 1703319"/>
                  <a:gd name="connsiteY4147" fmla="*/ 171956 h 788789"/>
                  <a:gd name="connsiteX4148" fmla="*/ 718328 w 1703319"/>
                  <a:gd name="connsiteY4148" fmla="*/ 171220 h 788789"/>
                  <a:gd name="connsiteX4149" fmla="*/ 718688 w 1703319"/>
                  <a:gd name="connsiteY4149" fmla="*/ 170484 h 788789"/>
                  <a:gd name="connsiteX4150" fmla="*/ 718328 w 1703319"/>
                  <a:gd name="connsiteY4150" fmla="*/ 169747 h 788789"/>
                  <a:gd name="connsiteX4151" fmla="*/ 718688 w 1703319"/>
                  <a:gd name="connsiteY4151" fmla="*/ 168643 h 788789"/>
                  <a:gd name="connsiteX4152" fmla="*/ 543045 w 1703319"/>
                  <a:gd name="connsiteY4152" fmla="*/ 157866 h 788789"/>
                  <a:gd name="connsiteX4153" fmla="*/ 542772 w 1703319"/>
                  <a:gd name="connsiteY4153" fmla="*/ 157940 h 788789"/>
                  <a:gd name="connsiteX4154" fmla="*/ 542971 w 1703319"/>
                  <a:gd name="connsiteY4154" fmla="*/ 157940 h 788789"/>
                  <a:gd name="connsiteX4155" fmla="*/ 548962 w 1703319"/>
                  <a:gd name="connsiteY4155" fmla="*/ 156552 h 788789"/>
                  <a:gd name="connsiteX4156" fmla="*/ 548359 w 1703319"/>
                  <a:gd name="connsiteY4156" fmla="*/ 156853 h 788789"/>
                  <a:gd name="connsiteX4157" fmla="*/ 548408 w 1703319"/>
                  <a:gd name="connsiteY4157" fmla="*/ 156853 h 788789"/>
                  <a:gd name="connsiteX4158" fmla="*/ 549496 w 1703319"/>
                  <a:gd name="connsiteY4158" fmla="*/ 157578 h 788789"/>
                  <a:gd name="connsiteX4159" fmla="*/ 550221 w 1703319"/>
                  <a:gd name="connsiteY4159" fmla="*/ 157578 h 788789"/>
                  <a:gd name="connsiteX4160" fmla="*/ 550583 w 1703319"/>
                  <a:gd name="connsiteY4160" fmla="*/ 157578 h 788789"/>
                  <a:gd name="connsiteX4161" fmla="*/ 550672 w 1703319"/>
                  <a:gd name="connsiteY4161" fmla="*/ 157578 h 788789"/>
                  <a:gd name="connsiteX4162" fmla="*/ 441616 w 1703319"/>
                  <a:gd name="connsiteY4162" fmla="*/ 154464 h 788789"/>
                  <a:gd name="connsiteX4163" fmla="*/ 442618 w 1703319"/>
                  <a:gd name="connsiteY4163" fmla="*/ 154940 h 788789"/>
                  <a:gd name="connsiteX4164" fmla="*/ 445961 w 1703319"/>
                  <a:gd name="connsiteY4164" fmla="*/ 155893 h 788789"/>
                  <a:gd name="connsiteX4165" fmla="*/ 446295 w 1703319"/>
                  <a:gd name="connsiteY4165" fmla="*/ 157798 h 788789"/>
                  <a:gd name="connsiteX4166" fmla="*/ 444958 w 1703319"/>
                  <a:gd name="connsiteY4166" fmla="*/ 158275 h 788789"/>
                  <a:gd name="connsiteX4167" fmla="*/ 441950 w 1703319"/>
                  <a:gd name="connsiteY4167" fmla="*/ 158275 h 788789"/>
                  <a:gd name="connsiteX4168" fmla="*/ 440613 w 1703319"/>
                  <a:gd name="connsiteY4168" fmla="*/ 155893 h 788789"/>
                  <a:gd name="connsiteX4169" fmla="*/ 440613 w 1703319"/>
                  <a:gd name="connsiteY4169" fmla="*/ 154940 h 788789"/>
                  <a:gd name="connsiteX4170" fmla="*/ 441616 w 1703319"/>
                  <a:gd name="connsiteY4170" fmla="*/ 154464 h 788789"/>
                  <a:gd name="connsiteX4171" fmla="*/ 382335 w 1703319"/>
                  <a:gd name="connsiteY4171" fmla="*/ 153080 h 788789"/>
                  <a:gd name="connsiteX4172" fmla="*/ 384241 w 1703319"/>
                  <a:gd name="connsiteY4172" fmla="*/ 154101 h 788789"/>
                  <a:gd name="connsiteX4173" fmla="*/ 384241 w 1703319"/>
                  <a:gd name="connsiteY4173" fmla="*/ 156142 h 788789"/>
                  <a:gd name="connsiteX4174" fmla="*/ 381859 w 1703319"/>
                  <a:gd name="connsiteY4174" fmla="*/ 157163 h 788789"/>
                  <a:gd name="connsiteX4175" fmla="*/ 380430 w 1703319"/>
                  <a:gd name="connsiteY4175" fmla="*/ 156142 h 788789"/>
                  <a:gd name="connsiteX4176" fmla="*/ 382335 w 1703319"/>
                  <a:gd name="connsiteY4176" fmla="*/ 153080 h 788789"/>
                  <a:gd name="connsiteX4177" fmla="*/ 431707 w 1703319"/>
                  <a:gd name="connsiteY4177" fmla="*/ 152400 h 788789"/>
                  <a:gd name="connsiteX4178" fmla="*/ 436151 w 1703319"/>
                  <a:gd name="connsiteY4178" fmla="*/ 153194 h 788789"/>
                  <a:gd name="connsiteX4179" fmla="*/ 436787 w 1703319"/>
                  <a:gd name="connsiteY4179" fmla="*/ 154781 h 788789"/>
                  <a:gd name="connsiteX4180" fmla="*/ 436469 w 1703319"/>
                  <a:gd name="connsiteY4180" fmla="*/ 158750 h 788789"/>
                  <a:gd name="connsiteX4181" fmla="*/ 433611 w 1703319"/>
                  <a:gd name="connsiteY4181" fmla="*/ 161528 h 788789"/>
                  <a:gd name="connsiteX4182" fmla="*/ 429484 w 1703319"/>
                  <a:gd name="connsiteY4182" fmla="*/ 161131 h 788789"/>
                  <a:gd name="connsiteX4183" fmla="*/ 428214 w 1703319"/>
                  <a:gd name="connsiteY4183" fmla="*/ 158353 h 788789"/>
                  <a:gd name="connsiteX4184" fmla="*/ 429484 w 1703319"/>
                  <a:gd name="connsiteY4184" fmla="*/ 154384 h 788789"/>
                  <a:gd name="connsiteX4185" fmla="*/ 431707 w 1703319"/>
                  <a:gd name="connsiteY4185" fmla="*/ 152400 h 788789"/>
                  <a:gd name="connsiteX4186" fmla="*/ 438692 w 1703319"/>
                  <a:gd name="connsiteY4186" fmla="*/ 149754 h 788789"/>
                  <a:gd name="connsiteX4187" fmla="*/ 438295 w 1703319"/>
                  <a:gd name="connsiteY4187" fmla="*/ 151871 h 788789"/>
                  <a:gd name="connsiteX4188" fmla="*/ 437104 w 1703319"/>
                  <a:gd name="connsiteY4188" fmla="*/ 150283 h 788789"/>
                  <a:gd name="connsiteX4189" fmla="*/ 438692 w 1703319"/>
                  <a:gd name="connsiteY4189" fmla="*/ 149754 h 788789"/>
                  <a:gd name="connsiteX4190" fmla="*/ 421416 w 1703319"/>
                  <a:gd name="connsiteY4190" fmla="*/ 144803 h 788789"/>
                  <a:gd name="connsiteX4191" fmla="*/ 423283 w 1703319"/>
                  <a:gd name="connsiteY4191" fmla="*/ 145143 h 788789"/>
                  <a:gd name="connsiteX4192" fmla="*/ 423283 w 1703319"/>
                  <a:gd name="connsiteY4192" fmla="*/ 146164 h 788789"/>
                  <a:gd name="connsiteX4193" fmla="*/ 420669 w 1703319"/>
                  <a:gd name="connsiteY4193" fmla="*/ 148545 h 788789"/>
                  <a:gd name="connsiteX4194" fmla="*/ 418801 w 1703319"/>
                  <a:gd name="connsiteY4194" fmla="*/ 149226 h 788789"/>
                  <a:gd name="connsiteX4195" fmla="*/ 418054 w 1703319"/>
                  <a:gd name="connsiteY4195" fmla="*/ 147865 h 788789"/>
                  <a:gd name="connsiteX4196" fmla="*/ 421416 w 1703319"/>
                  <a:gd name="connsiteY4196" fmla="*/ 144803 h 788789"/>
                  <a:gd name="connsiteX4197" fmla="*/ 1027124 w 1703319"/>
                  <a:gd name="connsiteY4197" fmla="*/ 143631 h 788789"/>
                  <a:gd name="connsiteX4198" fmla="*/ 1035591 w 1703319"/>
                  <a:gd name="connsiteY4198" fmla="*/ 146277 h 788789"/>
                  <a:gd name="connsiteX4199" fmla="*/ 1034052 w 1703319"/>
                  <a:gd name="connsiteY4199" fmla="*/ 147789 h 788789"/>
                  <a:gd name="connsiteX4200" fmla="*/ 1032897 w 1703319"/>
                  <a:gd name="connsiteY4200" fmla="*/ 148545 h 788789"/>
                  <a:gd name="connsiteX4201" fmla="*/ 1031743 w 1703319"/>
                  <a:gd name="connsiteY4201" fmla="*/ 149679 h 788789"/>
                  <a:gd name="connsiteX4202" fmla="*/ 1029818 w 1703319"/>
                  <a:gd name="connsiteY4202" fmla="*/ 149301 h 788789"/>
                  <a:gd name="connsiteX4203" fmla="*/ 1027509 w 1703319"/>
                  <a:gd name="connsiteY4203" fmla="*/ 150435 h 788789"/>
                  <a:gd name="connsiteX4204" fmla="*/ 1025970 w 1703319"/>
                  <a:gd name="connsiteY4204" fmla="*/ 150057 h 788789"/>
                  <a:gd name="connsiteX4205" fmla="*/ 1023661 w 1703319"/>
                  <a:gd name="connsiteY4205" fmla="*/ 148545 h 788789"/>
                  <a:gd name="connsiteX4206" fmla="*/ 1024815 w 1703319"/>
                  <a:gd name="connsiteY4206" fmla="*/ 146277 h 788789"/>
                  <a:gd name="connsiteX4207" fmla="*/ 1027124 w 1703319"/>
                  <a:gd name="connsiteY4207" fmla="*/ 143631 h 788789"/>
                  <a:gd name="connsiteX4208" fmla="*/ 427457 w 1703319"/>
                  <a:gd name="connsiteY4208" fmla="*/ 143272 h 788789"/>
                  <a:gd name="connsiteX4209" fmla="*/ 430021 w 1703319"/>
                  <a:gd name="connsiteY4209" fmla="*/ 144859 h 788789"/>
                  <a:gd name="connsiteX4210" fmla="*/ 428922 w 1703319"/>
                  <a:gd name="connsiteY4210" fmla="*/ 146050 h 788789"/>
                  <a:gd name="connsiteX4211" fmla="*/ 426724 w 1703319"/>
                  <a:gd name="connsiteY4211" fmla="*/ 145653 h 788789"/>
                  <a:gd name="connsiteX4212" fmla="*/ 427457 w 1703319"/>
                  <a:gd name="connsiteY4212" fmla="*/ 143272 h 788789"/>
                  <a:gd name="connsiteX4213" fmla="*/ 422817 w 1703319"/>
                  <a:gd name="connsiteY4213" fmla="*/ 140335 h 788789"/>
                  <a:gd name="connsiteX4214" fmla="*/ 424139 w 1703319"/>
                  <a:gd name="connsiteY4214" fmla="*/ 141287 h 788789"/>
                  <a:gd name="connsiteX4215" fmla="*/ 422552 w 1703319"/>
                  <a:gd name="connsiteY4215" fmla="*/ 142557 h 788789"/>
                  <a:gd name="connsiteX4216" fmla="*/ 421229 w 1703319"/>
                  <a:gd name="connsiteY4216" fmla="*/ 142240 h 788789"/>
                  <a:gd name="connsiteX4217" fmla="*/ 422817 w 1703319"/>
                  <a:gd name="connsiteY4217" fmla="*/ 140335 h 788789"/>
                  <a:gd name="connsiteX4218" fmla="*/ 414173 w 1703319"/>
                  <a:gd name="connsiteY4218" fmla="*/ 140277 h 788789"/>
                  <a:gd name="connsiteX4219" fmla="*/ 416643 w 1703319"/>
                  <a:gd name="connsiteY4219" fmla="*/ 140854 h 788789"/>
                  <a:gd name="connsiteX4220" fmla="*/ 416643 w 1703319"/>
                  <a:gd name="connsiteY4220" fmla="*/ 141432 h 788789"/>
                  <a:gd name="connsiteX4221" fmla="*/ 414173 w 1703319"/>
                  <a:gd name="connsiteY4221" fmla="*/ 142586 h 788789"/>
                  <a:gd name="connsiteX4222" fmla="*/ 412057 w 1703319"/>
                  <a:gd name="connsiteY4222" fmla="*/ 141432 h 788789"/>
                  <a:gd name="connsiteX4223" fmla="*/ 412410 w 1703319"/>
                  <a:gd name="connsiteY4223" fmla="*/ 140854 h 788789"/>
                  <a:gd name="connsiteX4224" fmla="*/ 414173 w 1703319"/>
                  <a:gd name="connsiteY4224" fmla="*/ 140277 h 788789"/>
                  <a:gd name="connsiteX4225" fmla="*/ 329044 w 1703319"/>
                  <a:gd name="connsiteY4225" fmla="*/ 140085 h 788789"/>
                  <a:gd name="connsiteX4226" fmla="*/ 329756 w 1703319"/>
                  <a:gd name="connsiteY4226" fmla="*/ 140085 h 788789"/>
                  <a:gd name="connsiteX4227" fmla="*/ 331535 w 1703319"/>
                  <a:gd name="connsiteY4227" fmla="*/ 140470 h 788789"/>
                  <a:gd name="connsiteX4228" fmla="*/ 332958 w 1703319"/>
                  <a:gd name="connsiteY4228" fmla="*/ 141239 h 788789"/>
                  <a:gd name="connsiteX4229" fmla="*/ 333670 w 1703319"/>
                  <a:gd name="connsiteY4229" fmla="*/ 142394 h 788789"/>
                  <a:gd name="connsiteX4230" fmla="*/ 335093 w 1703319"/>
                  <a:gd name="connsiteY4230" fmla="*/ 142779 h 788789"/>
                  <a:gd name="connsiteX4231" fmla="*/ 335449 w 1703319"/>
                  <a:gd name="connsiteY4231" fmla="*/ 142394 h 788789"/>
                  <a:gd name="connsiteX4232" fmla="*/ 336161 w 1703319"/>
                  <a:gd name="connsiteY4232" fmla="*/ 142779 h 788789"/>
                  <a:gd name="connsiteX4233" fmla="*/ 337228 w 1703319"/>
                  <a:gd name="connsiteY4233" fmla="*/ 142394 h 788789"/>
                  <a:gd name="connsiteX4234" fmla="*/ 338652 w 1703319"/>
                  <a:gd name="connsiteY4234" fmla="*/ 142009 h 788789"/>
                  <a:gd name="connsiteX4235" fmla="*/ 340075 w 1703319"/>
                  <a:gd name="connsiteY4235" fmla="*/ 142394 h 788789"/>
                  <a:gd name="connsiteX4236" fmla="*/ 341498 w 1703319"/>
                  <a:gd name="connsiteY4236" fmla="*/ 142779 h 788789"/>
                  <a:gd name="connsiteX4237" fmla="*/ 341498 w 1703319"/>
                  <a:gd name="connsiteY4237" fmla="*/ 143933 h 788789"/>
                  <a:gd name="connsiteX4238" fmla="*/ 341142 w 1703319"/>
                  <a:gd name="connsiteY4238" fmla="*/ 144703 h 788789"/>
                  <a:gd name="connsiteX4239" fmla="*/ 339719 w 1703319"/>
                  <a:gd name="connsiteY4239" fmla="*/ 145473 h 788789"/>
                  <a:gd name="connsiteX4240" fmla="*/ 339007 w 1703319"/>
                  <a:gd name="connsiteY4240" fmla="*/ 144318 h 788789"/>
                  <a:gd name="connsiteX4241" fmla="*/ 337940 w 1703319"/>
                  <a:gd name="connsiteY4241" fmla="*/ 143933 h 788789"/>
                  <a:gd name="connsiteX4242" fmla="*/ 337584 w 1703319"/>
                  <a:gd name="connsiteY4242" fmla="*/ 145857 h 788789"/>
                  <a:gd name="connsiteX4243" fmla="*/ 338652 w 1703319"/>
                  <a:gd name="connsiteY4243" fmla="*/ 146627 h 788789"/>
                  <a:gd name="connsiteX4244" fmla="*/ 339719 w 1703319"/>
                  <a:gd name="connsiteY4244" fmla="*/ 147397 h 788789"/>
                  <a:gd name="connsiteX4245" fmla="*/ 340075 w 1703319"/>
                  <a:gd name="connsiteY4245" fmla="*/ 148167 h 788789"/>
                  <a:gd name="connsiteX4246" fmla="*/ 341142 w 1703319"/>
                  <a:gd name="connsiteY4246" fmla="*/ 148167 h 788789"/>
                  <a:gd name="connsiteX4247" fmla="*/ 341854 w 1703319"/>
                  <a:gd name="connsiteY4247" fmla="*/ 149706 h 788789"/>
                  <a:gd name="connsiteX4248" fmla="*/ 341142 w 1703319"/>
                  <a:gd name="connsiteY4248" fmla="*/ 150091 h 788789"/>
                  <a:gd name="connsiteX4249" fmla="*/ 340787 w 1703319"/>
                  <a:gd name="connsiteY4249" fmla="*/ 150091 h 788789"/>
                  <a:gd name="connsiteX4250" fmla="*/ 338652 w 1703319"/>
                  <a:gd name="connsiteY4250" fmla="*/ 150860 h 788789"/>
                  <a:gd name="connsiteX4251" fmla="*/ 337940 w 1703319"/>
                  <a:gd name="connsiteY4251" fmla="*/ 152015 h 788789"/>
                  <a:gd name="connsiteX4252" fmla="*/ 336872 w 1703319"/>
                  <a:gd name="connsiteY4252" fmla="*/ 152400 h 788789"/>
                  <a:gd name="connsiteX4253" fmla="*/ 335449 w 1703319"/>
                  <a:gd name="connsiteY4253" fmla="*/ 152015 h 788789"/>
                  <a:gd name="connsiteX4254" fmla="*/ 334382 w 1703319"/>
                  <a:gd name="connsiteY4254" fmla="*/ 152015 h 788789"/>
                  <a:gd name="connsiteX4255" fmla="*/ 332958 w 1703319"/>
                  <a:gd name="connsiteY4255" fmla="*/ 150860 h 788789"/>
                  <a:gd name="connsiteX4256" fmla="*/ 331535 w 1703319"/>
                  <a:gd name="connsiteY4256" fmla="*/ 150860 h 788789"/>
                  <a:gd name="connsiteX4257" fmla="*/ 330823 w 1703319"/>
                  <a:gd name="connsiteY4257" fmla="*/ 150476 h 788789"/>
                  <a:gd name="connsiteX4258" fmla="*/ 329756 w 1703319"/>
                  <a:gd name="connsiteY4258" fmla="*/ 150476 h 788789"/>
                  <a:gd name="connsiteX4259" fmla="*/ 328688 w 1703319"/>
                  <a:gd name="connsiteY4259" fmla="*/ 150091 h 788789"/>
                  <a:gd name="connsiteX4260" fmla="*/ 326909 w 1703319"/>
                  <a:gd name="connsiteY4260" fmla="*/ 150091 h 788789"/>
                  <a:gd name="connsiteX4261" fmla="*/ 326553 w 1703319"/>
                  <a:gd name="connsiteY4261" fmla="*/ 148936 h 788789"/>
                  <a:gd name="connsiteX4262" fmla="*/ 324774 w 1703319"/>
                  <a:gd name="connsiteY4262" fmla="*/ 148936 h 788789"/>
                  <a:gd name="connsiteX4263" fmla="*/ 322995 w 1703319"/>
                  <a:gd name="connsiteY4263" fmla="*/ 148551 h 788789"/>
                  <a:gd name="connsiteX4264" fmla="*/ 321928 w 1703319"/>
                  <a:gd name="connsiteY4264" fmla="*/ 148167 h 788789"/>
                  <a:gd name="connsiteX4265" fmla="*/ 322283 w 1703319"/>
                  <a:gd name="connsiteY4265" fmla="*/ 147012 h 788789"/>
                  <a:gd name="connsiteX4266" fmla="*/ 322639 w 1703319"/>
                  <a:gd name="connsiteY4266" fmla="*/ 146242 h 788789"/>
                  <a:gd name="connsiteX4267" fmla="*/ 324063 w 1703319"/>
                  <a:gd name="connsiteY4267" fmla="*/ 146242 h 788789"/>
                  <a:gd name="connsiteX4268" fmla="*/ 325130 w 1703319"/>
                  <a:gd name="connsiteY4268" fmla="*/ 146242 h 788789"/>
                  <a:gd name="connsiteX4269" fmla="*/ 325842 w 1703319"/>
                  <a:gd name="connsiteY4269" fmla="*/ 145473 h 788789"/>
                  <a:gd name="connsiteX4270" fmla="*/ 326553 w 1703319"/>
                  <a:gd name="connsiteY4270" fmla="*/ 145088 h 788789"/>
                  <a:gd name="connsiteX4271" fmla="*/ 326909 w 1703319"/>
                  <a:gd name="connsiteY4271" fmla="*/ 144318 h 788789"/>
                  <a:gd name="connsiteX4272" fmla="*/ 326909 w 1703319"/>
                  <a:gd name="connsiteY4272" fmla="*/ 143548 h 788789"/>
                  <a:gd name="connsiteX4273" fmla="*/ 327265 w 1703319"/>
                  <a:gd name="connsiteY4273" fmla="*/ 142009 h 788789"/>
                  <a:gd name="connsiteX4274" fmla="*/ 327977 w 1703319"/>
                  <a:gd name="connsiteY4274" fmla="*/ 140854 h 788789"/>
                  <a:gd name="connsiteX4275" fmla="*/ 329044 w 1703319"/>
                  <a:gd name="connsiteY4275" fmla="*/ 140085 h 788789"/>
                  <a:gd name="connsiteX4276" fmla="*/ 381859 w 1703319"/>
                  <a:gd name="connsiteY4276" fmla="*/ 138113 h 788789"/>
                  <a:gd name="connsiteX4277" fmla="*/ 384082 w 1703319"/>
                  <a:gd name="connsiteY4277" fmla="*/ 139066 h 788789"/>
                  <a:gd name="connsiteX4278" fmla="*/ 382494 w 1703319"/>
                  <a:gd name="connsiteY4278" fmla="*/ 139383 h 788789"/>
                  <a:gd name="connsiteX4279" fmla="*/ 380589 w 1703319"/>
                  <a:gd name="connsiteY4279" fmla="*/ 138748 h 788789"/>
                  <a:gd name="connsiteX4280" fmla="*/ 381859 w 1703319"/>
                  <a:gd name="connsiteY4280" fmla="*/ 138113 h 788789"/>
                  <a:gd name="connsiteX4281" fmla="*/ 535023 w 1703319"/>
                  <a:gd name="connsiteY4281" fmla="*/ 135671 h 788789"/>
                  <a:gd name="connsiteX4282" fmla="*/ 540796 w 1703319"/>
                  <a:gd name="connsiteY4282" fmla="*/ 135671 h 788789"/>
                  <a:gd name="connsiteX4283" fmla="*/ 542961 w 1703319"/>
                  <a:gd name="connsiteY4283" fmla="*/ 136403 h 788789"/>
                  <a:gd name="connsiteX4284" fmla="*/ 545126 w 1703319"/>
                  <a:gd name="connsiteY4284" fmla="*/ 138601 h 788789"/>
                  <a:gd name="connsiteX4285" fmla="*/ 549094 w 1703319"/>
                  <a:gd name="connsiteY4285" fmla="*/ 140067 h 788789"/>
                  <a:gd name="connsiteX4286" fmla="*/ 548012 w 1703319"/>
                  <a:gd name="connsiteY4286" fmla="*/ 142631 h 788789"/>
                  <a:gd name="connsiteX4287" fmla="*/ 546208 w 1703319"/>
                  <a:gd name="connsiteY4287" fmla="*/ 143364 h 788789"/>
                  <a:gd name="connsiteX4288" fmla="*/ 541518 w 1703319"/>
                  <a:gd name="connsiteY4288" fmla="*/ 144463 h 788789"/>
                  <a:gd name="connsiteX4289" fmla="*/ 538271 w 1703319"/>
                  <a:gd name="connsiteY4289" fmla="*/ 143730 h 788789"/>
                  <a:gd name="connsiteX4290" fmla="*/ 539353 w 1703319"/>
                  <a:gd name="connsiteY4290" fmla="*/ 142265 h 788789"/>
                  <a:gd name="connsiteX4291" fmla="*/ 536106 w 1703319"/>
                  <a:gd name="connsiteY4291" fmla="*/ 142265 h 788789"/>
                  <a:gd name="connsiteX4292" fmla="*/ 534663 w 1703319"/>
                  <a:gd name="connsiteY4292" fmla="*/ 140067 h 788789"/>
                  <a:gd name="connsiteX4293" fmla="*/ 537188 w 1703319"/>
                  <a:gd name="connsiteY4293" fmla="*/ 138968 h 788789"/>
                  <a:gd name="connsiteX4294" fmla="*/ 535384 w 1703319"/>
                  <a:gd name="connsiteY4294" fmla="*/ 138601 h 788789"/>
                  <a:gd name="connsiteX4295" fmla="*/ 535023 w 1703319"/>
                  <a:gd name="connsiteY4295" fmla="*/ 135671 h 788789"/>
                  <a:gd name="connsiteX4296" fmla="*/ 550214 w 1703319"/>
                  <a:gd name="connsiteY4296" fmla="*/ 130175 h 788789"/>
                  <a:gd name="connsiteX4297" fmla="*/ 552198 w 1703319"/>
                  <a:gd name="connsiteY4297" fmla="*/ 131128 h 788789"/>
                  <a:gd name="connsiteX4298" fmla="*/ 550611 w 1703319"/>
                  <a:gd name="connsiteY4298" fmla="*/ 131445 h 788789"/>
                  <a:gd name="connsiteX4299" fmla="*/ 548626 w 1703319"/>
                  <a:gd name="connsiteY4299" fmla="*/ 130810 h 788789"/>
                  <a:gd name="connsiteX4300" fmla="*/ 550214 w 1703319"/>
                  <a:gd name="connsiteY4300" fmla="*/ 130175 h 788789"/>
                  <a:gd name="connsiteX4301" fmla="*/ 541198 w 1703319"/>
                  <a:gd name="connsiteY4301" fmla="*/ 127001 h 788789"/>
                  <a:gd name="connsiteX4302" fmla="*/ 541879 w 1703319"/>
                  <a:gd name="connsiteY4302" fmla="*/ 128588 h 788789"/>
                  <a:gd name="connsiteX4303" fmla="*/ 541198 w 1703319"/>
                  <a:gd name="connsiteY4303" fmla="*/ 130176 h 788789"/>
                  <a:gd name="connsiteX4304" fmla="*/ 540518 w 1703319"/>
                  <a:gd name="connsiteY4304" fmla="*/ 129117 h 788789"/>
                  <a:gd name="connsiteX4305" fmla="*/ 541198 w 1703319"/>
                  <a:gd name="connsiteY4305" fmla="*/ 127001 h 788789"/>
                  <a:gd name="connsiteX4306" fmla="*/ 1654436 w 1703319"/>
                  <a:gd name="connsiteY4306" fmla="*/ 125413 h 788789"/>
                  <a:gd name="connsiteX4307" fmla="*/ 1657798 w 1703319"/>
                  <a:gd name="connsiteY4307" fmla="*/ 125791 h 788789"/>
                  <a:gd name="connsiteX4308" fmla="*/ 1659292 w 1703319"/>
                  <a:gd name="connsiteY4308" fmla="*/ 126169 h 788789"/>
                  <a:gd name="connsiteX4309" fmla="*/ 1661533 w 1703319"/>
                  <a:gd name="connsiteY4309" fmla="*/ 128437 h 788789"/>
                  <a:gd name="connsiteX4310" fmla="*/ 1662654 w 1703319"/>
                  <a:gd name="connsiteY4310" fmla="*/ 129193 h 788789"/>
                  <a:gd name="connsiteX4311" fmla="*/ 1661533 w 1703319"/>
                  <a:gd name="connsiteY4311" fmla="*/ 130705 h 788789"/>
                  <a:gd name="connsiteX4312" fmla="*/ 1658919 w 1703319"/>
                  <a:gd name="connsiteY4312" fmla="*/ 131083 h 788789"/>
                  <a:gd name="connsiteX4313" fmla="*/ 1657425 w 1703319"/>
                  <a:gd name="connsiteY4313" fmla="*/ 131461 h 788789"/>
                  <a:gd name="connsiteX4314" fmla="*/ 1656304 w 1703319"/>
                  <a:gd name="connsiteY4314" fmla="*/ 131839 h 788789"/>
                  <a:gd name="connsiteX4315" fmla="*/ 1654063 w 1703319"/>
                  <a:gd name="connsiteY4315" fmla="*/ 131839 h 788789"/>
                  <a:gd name="connsiteX4316" fmla="*/ 1652942 w 1703319"/>
                  <a:gd name="connsiteY4316" fmla="*/ 132217 h 788789"/>
                  <a:gd name="connsiteX4317" fmla="*/ 1651448 w 1703319"/>
                  <a:gd name="connsiteY4317" fmla="*/ 132217 h 788789"/>
                  <a:gd name="connsiteX4318" fmla="*/ 1649954 w 1703319"/>
                  <a:gd name="connsiteY4318" fmla="*/ 131083 h 788789"/>
                  <a:gd name="connsiteX4319" fmla="*/ 1648833 w 1703319"/>
                  <a:gd name="connsiteY4319" fmla="*/ 131461 h 788789"/>
                  <a:gd name="connsiteX4320" fmla="*/ 1647713 w 1703319"/>
                  <a:gd name="connsiteY4320" fmla="*/ 132973 h 788789"/>
                  <a:gd name="connsiteX4321" fmla="*/ 1646219 w 1703319"/>
                  <a:gd name="connsiteY4321" fmla="*/ 132595 h 788789"/>
                  <a:gd name="connsiteX4322" fmla="*/ 1644351 w 1703319"/>
                  <a:gd name="connsiteY4322" fmla="*/ 132217 h 788789"/>
                  <a:gd name="connsiteX4323" fmla="*/ 1644725 w 1703319"/>
                  <a:gd name="connsiteY4323" fmla="*/ 130327 h 788789"/>
                  <a:gd name="connsiteX4324" fmla="*/ 1645845 w 1703319"/>
                  <a:gd name="connsiteY4324" fmla="*/ 129193 h 788789"/>
                  <a:gd name="connsiteX4325" fmla="*/ 1647339 w 1703319"/>
                  <a:gd name="connsiteY4325" fmla="*/ 128059 h 788789"/>
                  <a:gd name="connsiteX4326" fmla="*/ 1648833 w 1703319"/>
                  <a:gd name="connsiteY4326" fmla="*/ 127303 h 788789"/>
                  <a:gd name="connsiteX4327" fmla="*/ 1650328 w 1703319"/>
                  <a:gd name="connsiteY4327" fmla="*/ 126547 h 788789"/>
                  <a:gd name="connsiteX4328" fmla="*/ 1652195 w 1703319"/>
                  <a:gd name="connsiteY4328" fmla="*/ 125791 h 788789"/>
                  <a:gd name="connsiteX4329" fmla="*/ 1654436 w 1703319"/>
                  <a:gd name="connsiteY4329" fmla="*/ 125413 h 788789"/>
                  <a:gd name="connsiteX4330" fmla="*/ 545920 w 1703319"/>
                  <a:gd name="connsiteY4330" fmla="*/ 125413 h 788789"/>
                  <a:gd name="connsiteX4331" fmla="*/ 548518 w 1703319"/>
                  <a:gd name="connsiteY4331" fmla="*/ 125867 h 788789"/>
                  <a:gd name="connsiteX4332" fmla="*/ 549384 w 1703319"/>
                  <a:gd name="connsiteY4332" fmla="*/ 126320 h 788789"/>
                  <a:gd name="connsiteX4333" fmla="*/ 548085 w 1703319"/>
                  <a:gd name="connsiteY4333" fmla="*/ 127001 h 788789"/>
                  <a:gd name="connsiteX4334" fmla="*/ 547219 w 1703319"/>
                  <a:gd name="connsiteY4334" fmla="*/ 126093 h 788789"/>
                  <a:gd name="connsiteX4335" fmla="*/ 545920 w 1703319"/>
                  <a:gd name="connsiteY4335" fmla="*/ 125413 h 788789"/>
                  <a:gd name="connsiteX4336" fmla="*/ 544909 w 1703319"/>
                  <a:gd name="connsiteY4336" fmla="*/ 125413 h 788789"/>
                  <a:gd name="connsiteX4337" fmla="*/ 546064 w 1703319"/>
                  <a:gd name="connsiteY4337" fmla="*/ 126774 h 788789"/>
                  <a:gd name="connsiteX4338" fmla="*/ 545486 w 1703319"/>
                  <a:gd name="connsiteY4338" fmla="*/ 128134 h 788789"/>
                  <a:gd name="connsiteX4339" fmla="*/ 544332 w 1703319"/>
                  <a:gd name="connsiteY4339" fmla="*/ 128134 h 788789"/>
                  <a:gd name="connsiteX4340" fmla="*/ 544043 w 1703319"/>
                  <a:gd name="connsiteY4340" fmla="*/ 126320 h 788789"/>
                  <a:gd name="connsiteX4341" fmla="*/ 544909 w 1703319"/>
                  <a:gd name="connsiteY4341" fmla="*/ 125413 h 788789"/>
                  <a:gd name="connsiteX4342" fmla="*/ 542871 w 1703319"/>
                  <a:gd name="connsiteY4342" fmla="*/ 123032 h 788789"/>
                  <a:gd name="connsiteX4343" fmla="*/ 543070 w 1703319"/>
                  <a:gd name="connsiteY4343" fmla="*/ 124619 h 788789"/>
                  <a:gd name="connsiteX4344" fmla="*/ 542475 w 1703319"/>
                  <a:gd name="connsiteY4344" fmla="*/ 123428 h 788789"/>
                  <a:gd name="connsiteX4345" fmla="*/ 542871 w 1703319"/>
                  <a:gd name="connsiteY4345" fmla="*/ 123032 h 788789"/>
                  <a:gd name="connsiteX4346" fmla="*/ 530645 w 1703319"/>
                  <a:gd name="connsiteY4346" fmla="*/ 113348 h 788789"/>
                  <a:gd name="connsiteX4347" fmla="*/ 533942 w 1703319"/>
                  <a:gd name="connsiteY4347" fmla="*/ 114618 h 788789"/>
                  <a:gd name="connsiteX4348" fmla="*/ 531744 w 1703319"/>
                  <a:gd name="connsiteY4348" fmla="*/ 115253 h 788789"/>
                  <a:gd name="connsiteX4349" fmla="*/ 529179 w 1703319"/>
                  <a:gd name="connsiteY4349" fmla="*/ 114618 h 788789"/>
                  <a:gd name="connsiteX4350" fmla="*/ 530645 w 1703319"/>
                  <a:gd name="connsiteY4350" fmla="*/ 113348 h 788789"/>
                  <a:gd name="connsiteX4351" fmla="*/ 681149 w 1703319"/>
                  <a:gd name="connsiteY4351" fmla="*/ 111125 h 788789"/>
                  <a:gd name="connsiteX4352" fmla="*/ 682308 w 1703319"/>
                  <a:gd name="connsiteY4352" fmla="*/ 111125 h 788789"/>
                  <a:gd name="connsiteX4353" fmla="*/ 685397 w 1703319"/>
                  <a:gd name="connsiteY4353" fmla="*/ 111125 h 788789"/>
                  <a:gd name="connsiteX4354" fmla="*/ 687328 w 1703319"/>
                  <a:gd name="connsiteY4354" fmla="*/ 111919 h 788789"/>
                  <a:gd name="connsiteX4355" fmla="*/ 692734 w 1703319"/>
                  <a:gd name="connsiteY4355" fmla="*/ 113903 h 788789"/>
                  <a:gd name="connsiteX4356" fmla="*/ 692348 w 1703319"/>
                  <a:gd name="connsiteY4356" fmla="*/ 115094 h 788789"/>
                  <a:gd name="connsiteX4357" fmla="*/ 689760 w 1703319"/>
                  <a:gd name="connsiteY4357" fmla="*/ 115427 h 788789"/>
                  <a:gd name="connsiteX4358" fmla="*/ 690734 w 1703319"/>
                  <a:gd name="connsiteY4358" fmla="*/ 116891 h 788789"/>
                  <a:gd name="connsiteX4359" fmla="*/ 689993 w 1703319"/>
                  <a:gd name="connsiteY4359" fmla="*/ 117726 h 788789"/>
                  <a:gd name="connsiteX4360" fmla="*/ 691104 w 1703319"/>
                  <a:gd name="connsiteY4360" fmla="*/ 119815 h 788789"/>
                  <a:gd name="connsiteX4361" fmla="*/ 688511 w 1703319"/>
                  <a:gd name="connsiteY4361" fmla="*/ 119815 h 788789"/>
                  <a:gd name="connsiteX4362" fmla="*/ 686288 w 1703319"/>
                  <a:gd name="connsiteY4362" fmla="*/ 118144 h 788789"/>
                  <a:gd name="connsiteX4363" fmla="*/ 684807 w 1703319"/>
                  <a:gd name="connsiteY4363" fmla="*/ 116891 h 788789"/>
                  <a:gd name="connsiteX4364" fmla="*/ 682954 w 1703319"/>
                  <a:gd name="connsiteY4364" fmla="*/ 116473 h 788789"/>
                  <a:gd name="connsiteX4365" fmla="*/ 681102 w 1703319"/>
                  <a:gd name="connsiteY4365" fmla="*/ 114802 h 788789"/>
                  <a:gd name="connsiteX4366" fmla="*/ 681473 w 1703319"/>
                  <a:gd name="connsiteY4366" fmla="*/ 113131 h 788789"/>
                  <a:gd name="connsiteX4367" fmla="*/ 681893 w 1703319"/>
                  <a:gd name="connsiteY4367" fmla="*/ 113012 h 788789"/>
                  <a:gd name="connsiteX4368" fmla="*/ 680763 w 1703319"/>
                  <a:gd name="connsiteY4368" fmla="*/ 112316 h 788789"/>
                  <a:gd name="connsiteX4369" fmla="*/ 681149 w 1703319"/>
                  <a:gd name="connsiteY4369" fmla="*/ 111125 h 788789"/>
                  <a:gd name="connsiteX4370" fmla="*/ 410474 w 1703319"/>
                  <a:gd name="connsiteY4370" fmla="*/ 105569 h 788789"/>
                  <a:gd name="connsiteX4371" fmla="*/ 412984 w 1703319"/>
                  <a:gd name="connsiteY4371" fmla="*/ 105569 h 788789"/>
                  <a:gd name="connsiteX4372" fmla="*/ 414059 w 1703319"/>
                  <a:gd name="connsiteY4372" fmla="*/ 105966 h 788789"/>
                  <a:gd name="connsiteX4373" fmla="*/ 415135 w 1703319"/>
                  <a:gd name="connsiteY4373" fmla="*/ 105966 h 788789"/>
                  <a:gd name="connsiteX4374" fmla="*/ 415851 w 1703319"/>
                  <a:gd name="connsiteY4374" fmla="*/ 105966 h 788789"/>
                  <a:gd name="connsiteX4375" fmla="*/ 416927 w 1703319"/>
                  <a:gd name="connsiteY4375" fmla="*/ 106759 h 788789"/>
                  <a:gd name="connsiteX4376" fmla="*/ 418719 w 1703319"/>
                  <a:gd name="connsiteY4376" fmla="*/ 106362 h 788789"/>
                  <a:gd name="connsiteX4377" fmla="*/ 419795 w 1703319"/>
                  <a:gd name="connsiteY4377" fmla="*/ 106362 h 788789"/>
                  <a:gd name="connsiteX4378" fmla="*/ 420870 w 1703319"/>
                  <a:gd name="connsiteY4378" fmla="*/ 105569 h 788789"/>
                  <a:gd name="connsiteX4379" fmla="*/ 422662 w 1703319"/>
                  <a:gd name="connsiteY4379" fmla="*/ 106759 h 788789"/>
                  <a:gd name="connsiteX4380" fmla="*/ 423738 w 1703319"/>
                  <a:gd name="connsiteY4380" fmla="*/ 106759 h 788789"/>
                  <a:gd name="connsiteX4381" fmla="*/ 424813 w 1703319"/>
                  <a:gd name="connsiteY4381" fmla="*/ 106759 h 788789"/>
                  <a:gd name="connsiteX4382" fmla="*/ 426247 w 1703319"/>
                  <a:gd name="connsiteY4382" fmla="*/ 107553 h 788789"/>
                  <a:gd name="connsiteX4383" fmla="*/ 427681 w 1703319"/>
                  <a:gd name="connsiteY4383" fmla="*/ 107950 h 788789"/>
                  <a:gd name="connsiteX4384" fmla="*/ 428756 w 1703319"/>
                  <a:gd name="connsiteY4384" fmla="*/ 109141 h 788789"/>
                  <a:gd name="connsiteX4385" fmla="*/ 429832 w 1703319"/>
                  <a:gd name="connsiteY4385" fmla="*/ 109934 h 788789"/>
                  <a:gd name="connsiteX4386" fmla="*/ 430549 w 1703319"/>
                  <a:gd name="connsiteY4386" fmla="*/ 110728 h 788789"/>
                  <a:gd name="connsiteX4387" fmla="*/ 431266 w 1703319"/>
                  <a:gd name="connsiteY4387" fmla="*/ 112316 h 788789"/>
                  <a:gd name="connsiteX4388" fmla="*/ 432341 w 1703319"/>
                  <a:gd name="connsiteY4388" fmla="*/ 114697 h 788789"/>
                  <a:gd name="connsiteX4389" fmla="*/ 431266 w 1703319"/>
                  <a:gd name="connsiteY4389" fmla="*/ 114697 h 788789"/>
                  <a:gd name="connsiteX4390" fmla="*/ 427681 w 1703319"/>
                  <a:gd name="connsiteY4390" fmla="*/ 113903 h 788789"/>
                  <a:gd name="connsiteX4391" fmla="*/ 426247 w 1703319"/>
                  <a:gd name="connsiteY4391" fmla="*/ 113903 h 788789"/>
                  <a:gd name="connsiteX4392" fmla="*/ 425172 w 1703319"/>
                  <a:gd name="connsiteY4392" fmla="*/ 113507 h 788789"/>
                  <a:gd name="connsiteX4393" fmla="*/ 423379 w 1703319"/>
                  <a:gd name="connsiteY4393" fmla="*/ 113507 h 788789"/>
                  <a:gd name="connsiteX4394" fmla="*/ 422662 w 1703319"/>
                  <a:gd name="connsiteY4394" fmla="*/ 113507 h 788789"/>
                  <a:gd name="connsiteX4395" fmla="*/ 420512 w 1703319"/>
                  <a:gd name="connsiteY4395" fmla="*/ 114697 h 788789"/>
                  <a:gd name="connsiteX4396" fmla="*/ 418719 w 1703319"/>
                  <a:gd name="connsiteY4396" fmla="*/ 115094 h 788789"/>
                  <a:gd name="connsiteX4397" fmla="*/ 417285 w 1703319"/>
                  <a:gd name="connsiteY4397" fmla="*/ 115491 h 788789"/>
                  <a:gd name="connsiteX4398" fmla="*/ 415851 w 1703319"/>
                  <a:gd name="connsiteY4398" fmla="*/ 115094 h 788789"/>
                  <a:gd name="connsiteX4399" fmla="*/ 415493 w 1703319"/>
                  <a:gd name="connsiteY4399" fmla="*/ 114300 h 788789"/>
                  <a:gd name="connsiteX4400" fmla="*/ 414059 w 1703319"/>
                  <a:gd name="connsiteY4400" fmla="*/ 113507 h 788789"/>
                  <a:gd name="connsiteX4401" fmla="*/ 413342 w 1703319"/>
                  <a:gd name="connsiteY4401" fmla="*/ 112316 h 788789"/>
                  <a:gd name="connsiteX4402" fmla="*/ 413342 w 1703319"/>
                  <a:gd name="connsiteY4402" fmla="*/ 110728 h 788789"/>
                  <a:gd name="connsiteX4403" fmla="*/ 412984 w 1703319"/>
                  <a:gd name="connsiteY4403" fmla="*/ 109934 h 788789"/>
                  <a:gd name="connsiteX4404" fmla="*/ 411908 w 1703319"/>
                  <a:gd name="connsiteY4404" fmla="*/ 109538 h 788789"/>
                  <a:gd name="connsiteX4405" fmla="*/ 410833 w 1703319"/>
                  <a:gd name="connsiteY4405" fmla="*/ 109538 h 788789"/>
                  <a:gd name="connsiteX4406" fmla="*/ 410474 w 1703319"/>
                  <a:gd name="connsiteY4406" fmla="*/ 108744 h 788789"/>
                  <a:gd name="connsiteX4407" fmla="*/ 410116 w 1703319"/>
                  <a:gd name="connsiteY4407" fmla="*/ 107553 h 788789"/>
                  <a:gd name="connsiteX4408" fmla="*/ 410474 w 1703319"/>
                  <a:gd name="connsiteY4408" fmla="*/ 105569 h 788789"/>
                  <a:gd name="connsiteX4409" fmla="*/ 383649 w 1703319"/>
                  <a:gd name="connsiteY4409" fmla="*/ 105137 h 788789"/>
                  <a:gd name="connsiteX4410" fmla="*/ 390124 w 1703319"/>
                  <a:gd name="connsiteY4410" fmla="*/ 105860 h 788789"/>
                  <a:gd name="connsiteX4411" fmla="*/ 391922 w 1703319"/>
                  <a:gd name="connsiteY4411" fmla="*/ 106584 h 788789"/>
                  <a:gd name="connsiteX4412" fmla="*/ 390124 w 1703319"/>
                  <a:gd name="connsiteY4412" fmla="*/ 108032 h 788789"/>
                  <a:gd name="connsiteX4413" fmla="*/ 385807 w 1703319"/>
                  <a:gd name="connsiteY4413" fmla="*/ 111288 h 788789"/>
                  <a:gd name="connsiteX4414" fmla="*/ 385448 w 1703319"/>
                  <a:gd name="connsiteY4414" fmla="*/ 113459 h 788789"/>
                  <a:gd name="connsiteX4415" fmla="*/ 383290 w 1703319"/>
                  <a:gd name="connsiteY4415" fmla="*/ 116354 h 788789"/>
                  <a:gd name="connsiteX4416" fmla="*/ 385448 w 1703319"/>
                  <a:gd name="connsiteY4416" fmla="*/ 117440 h 788789"/>
                  <a:gd name="connsiteX4417" fmla="*/ 384369 w 1703319"/>
                  <a:gd name="connsiteY4417" fmla="*/ 119611 h 788789"/>
                  <a:gd name="connsiteX4418" fmla="*/ 384369 w 1703319"/>
                  <a:gd name="connsiteY4418" fmla="*/ 120335 h 788789"/>
                  <a:gd name="connsiteX4419" fmla="*/ 384369 w 1703319"/>
                  <a:gd name="connsiteY4419" fmla="*/ 121420 h 788789"/>
                  <a:gd name="connsiteX4420" fmla="*/ 384728 w 1703319"/>
                  <a:gd name="connsiteY4420" fmla="*/ 122506 h 788789"/>
                  <a:gd name="connsiteX4421" fmla="*/ 385448 w 1703319"/>
                  <a:gd name="connsiteY4421" fmla="*/ 122506 h 788789"/>
                  <a:gd name="connsiteX4422" fmla="*/ 385807 w 1703319"/>
                  <a:gd name="connsiteY4422" fmla="*/ 122868 h 788789"/>
                  <a:gd name="connsiteX4423" fmla="*/ 386167 w 1703319"/>
                  <a:gd name="connsiteY4423" fmla="*/ 123591 h 788789"/>
                  <a:gd name="connsiteX4424" fmla="*/ 386886 w 1703319"/>
                  <a:gd name="connsiteY4424" fmla="*/ 124677 h 788789"/>
                  <a:gd name="connsiteX4425" fmla="*/ 387965 w 1703319"/>
                  <a:gd name="connsiteY4425" fmla="*/ 125401 h 788789"/>
                  <a:gd name="connsiteX4426" fmla="*/ 388325 w 1703319"/>
                  <a:gd name="connsiteY4426" fmla="*/ 125401 h 788789"/>
                  <a:gd name="connsiteX4427" fmla="*/ 390124 w 1703319"/>
                  <a:gd name="connsiteY4427" fmla="*/ 126848 h 788789"/>
                  <a:gd name="connsiteX4428" fmla="*/ 391203 w 1703319"/>
                  <a:gd name="connsiteY4428" fmla="*/ 127210 h 788789"/>
                  <a:gd name="connsiteX4429" fmla="*/ 393001 w 1703319"/>
                  <a:gd name="connsiteY4429" fmla="*/ 126848 h 788789"/>
                  <a:gd name="connsiteX4430" fmla="*/ 392282 w 1703319"/>
                  <a:gd name="connsiteY4430" fmla="*/ 125401 h 788789"/>
                  <a:gd name="connsiteX4431" fmla="*/ 391562 w 1703319"/>
                  <a:gd name="connsiteY4431" fmla="*/ 125039 h 788789"/>
                  <a:gd name="connsiteX4432" fmla="*/ 389764 w 1703319"/>
                  <a:gd name="connsiteY4432" fmla="*/ 124677 h 788789"/>
                  <a:gd name="connsiteX4433" fmla="*/ 389045 w 1703319"/>
                  <a:gd name="connsiteY4433" fmla="*/ 124315 h 788789"/>
                  <a:gd name="connsiteX4434" fmla="*/ 387606 w 1703319"/>
                  <a:gd name="connsiteY4434" fmla="*/ 122868 h 788789"/>
                  <a:gd name="connsiteX4435" fmla="*/ 387246 w 1703319"/>
                  <a:gd name="connsiteY4435" fmla="*/ 121782 h 788789"/>
                  <a:gd name="connsiteX4436" fmla="*/ 388685 w 1703319"/>
                  <a:gd name="connsiteY4436" fmla="*/ 121058 h 788789"/>
                  <a:gd name="connsiteX4437" fmla="*/ 389404 w 1703319"/>
                  <a:gd name="connsiteY4437" fmla="*/ 119973 h 788789"/>
                  <a:gd name="connsiteX4438" fmla="*/ 390483 w 1703319"/>
                  <a:gd name="connsiteY4438" fmla="*/ 119249 h 788789"/>
                  <a:gd name="connsiteX4439" fmla="*/ 391562 w 1703319"/>
                  <a:gd name="connsiteY4439" fmla="*/ 119611 h 788789"/>
                  <a:gd name="connsiteX4440" fmla="*/ 392641 w 1703319"/>
                  <a:gd name="connsiteY4440" fmla="*/ 120335 h 788789"/>
                  <a:gd name="connsiteX4441" fmla="*/ 392641 w 1703319"/>
                  <a:gd name="connsiteY4441" fmla="*/ 118887 h 788789"/>
                  <a:gd name="connsiteX4442" fmla="*/ 391203 w 1703319"/>
                  <a:gd name="connsiteY4442" fmla="*/ 118164 h 788789"/>
                  <a:gd name="connsiteX4443" fmla="*/ 390124 w 1703319"/>
                  <a:gd name="connsiteY4443" fmla="*/ 118525 h 788789"/>
                  <a:gd name="connsiteX4444" fmla="*/ 388685 w 1703319"/>
                  <a:gd name="connsiteY4444" fmla="*/ 118164 h 788789"/>
                  <a:gd name="connsiteX4445" fmla="*/ 388325 w 1703319"/>
                  <a:gd name="connsiteY4445" fmla="*/ 117802 h 788789"/>
                  <a:gd name="connsiteX4446" fmla="*/ 387246 w 1703319"/>
                  <a:gd name="connsiteY4446" fmla="*/ 116716 h 788789"/>
                  <a:gd name="connsiteX4447" fmla="*/ 387246 w 1703319"/>
                  <a:gd name="connsiteY4447" fmla="*/ 115631 h 788789"/>
                  <a:gd name="connsiteX4448" fmla="*/ 387606 w 1703319"/>
                  <a:gd name="connsiteY4448" fmla="*/ 114545 h 788789"/>
                  <a:gd name="connsiteX4449" fmla="*/ 388325 w 1703319"/>
                  <a:gd name="connsiteY4449" fmla="*/ 113459 h 788789"/>
                  <a:gd name="connsiteX4450" fmla="*/ 388325 w 1703319"/>
                  <a:gd name="connsiteY4450" fmla="*/ 112374 h 788789"/>
                  <a:gd name="connsiteX4451" fmla="*/ 389045 w 1703319"/>
                  <a:gd name="connsiteY4451" fmla="*/ 112012 h 788789"/>
                  <a:gd name="connsiteX4452" fmla="*/ 389404 w 1703319"/>
                  <a:gd name="connsiteY4452" fmla="*/ 111288 h 788789"/>
                  <a:gd name="connsiteX4453" fmla="*/ 390124 w 1703319"/>
                  <a:gd name="connsiteY4453" fmla="*/ 110565 h 788789"/>
                  <a:gd name="connsiteX4454" fmla="*/ 391203 w 1703319"/>
                  <a:gd name="connsiteY4454" fmla="*/ 110203 h 788789"/>
                  <a:gd name="connsiteX4455" fmla="*/ 391922 w 1703319"/>
                  <a:gd name="connsiteY4455" fmla="*/ 109841 h 788789"/>
                  <a:gd name="connsiteX4456" fmla="*/ 393001 w 1703319"/>
                  <a:gd name="connsiteY4456" fmla="*/ 109117 h 788789"/>
                  <a:gd name="connsiteX4457" fmla="*/ 394080 w 1703319"/>
                  <a:gd name="connsiteY4457" fmla="*/ 108755 h 788789"/>
                  <a:gd name="connsiteX4458" fmla="*/ 395159 w 1703319"/>
                  <a:gd name="connsiteY4458" fmla="*/ 108755 h 788789"/>
                  <a:gd name="connsiteX4459" fmla="*/ 395878 w 1703319"/>
                  <a:gd name="connsiteY4459" fmla="*/ 108393 h 788789"/>
                  <a:gd name="connsiteX4460" fmla="*/ 397677 w 1703319"/>
                  <a:gd name="connsiteY4460" fmla="*/ 107308 h 788789"/>
                  <a:gd name="connsiteX4461" fmla="*/ 399115 w 1703319"/>
                  <a:gd name="connsiteY4461" fmla="*/ 107308 h 788789"/>
                  <a:gd name="connsiteX4462" fmla="*/ 401273 w 1703319"/>
                  <a:gd name="connsiteY4462" fmla="*/ 106222 h 788789"/>
                  <a:gd name="connsiteX4463" fmla="*/ 402352 w 1703319"/>
                  <a:gd name="connsiteY4463" fmla="*/ 106584 h 788789"/>
                  <a:gd name="connsiteX4464" fmla="*/ 403791 w 1703319"/>
                  <a:gd name="connsiteY4464" fmla="*/ 106222 h 788789"/>
                  <a:gd name="connsiteX4465" fmla="*/ 405230 w 1703319"/>
                  <a:gd name="connsiteY4465" fmla="*/ 105860 h 788789"/>
                  <a:gd name="connsiteX4466" fmla="*/ 407028 w 1703319"/>
                  <a:gd name="connsiteY4466" fmla="*/ 105860 h 788789"/>
                  <a:gd name="connsiteX4467" fmla="*/ 408107 w 1703319"/>
                  <a:gd name="connsiteY4467" fmla="*/ 106946 h 788789"/>
                  <a:gd name="connsiteX4468" fmla="*/ 408826 w 1703319"/>
                  <a:gd name="connsiteY4468" fmla="*/ 108032 h 788789"/>
                  <a:gd name="connsiteX4469" fmla="*/ 408467 w 1703319"/>
                  <a:gd name="connsiteY4469" fmla="*/ 108393 h 788789"/>
                  <a:gd name="connsiteX4470" fmla="*/ 408826 w 1703319"/>
                  <a:gd name="connsiteY4470" fmla="*/ 108755 h 788789"/>
                  <a:gd name="connsiteX4471" fmla="*/ 408826 w 1703319"/>
                  <a:gd name="connsiteY4471" fmla="*/ 109841 h 788789"/>
                  <a:gd name="connsiteX4472" fmla="*/ 408826 w 1703319"/>
                  <a:gd name="connsiteY4472" fmla="*/ 110203 h 788789"/>
                  <a:gd name="connsiteX4473" fmla="*/ 409546 w 1703319"/>
                  <a:gd name="connsiteY4473" fmla="*/ 110926 h 788789"/>
                  <a:gd name="connsiteX4474" fmla="*/ 410625 w 1703319"/>
                  <a:gd name="connsiteY4474" fmla="*/ 111288 h 788789"/>
                  <a:gd name="connsiteX4475" fmla="*/ 411704 w 1703319"/>
                  <a:gd name="connsiteY4475" fmla="*/ 112012 h 788789"/>
                  <a:gd name="connsiteX4476" fmla="*/ 411344 w 1703319"/>
                  <a:gd name="connsiteY4476" fmla="*/ 112736 h 788789"/>
                  <a:gd name="connsiteX4477" fmla="*/ 412063 w 1703319"/>
                  <a:gd name="connsiteY4477" fmla="*/ 113821 h 788789"/>
                  <a:gd name="connsiteX4478" fmla="*/ 413142 w 1703319"/>
                  <a:gd name="connsiteY4478" fmla="*/ 114545 h 788789"/>
                  <a:gd name="connsiteX4479" fmla="*/ 413502 w 1703319"/>
                  <a:gd name="connsiteY4479" fmla="*/ 115269 h 788789"/>
                  <a:gd name="connsiteX4480" fmla="*/ 411704 w 1703319"/>
                  <a:gd name="connsiteY4480" fmla="*/ 117440 h 788789"/>
                  <a:gd name="connsiteX4481" fmla="*/ 411344 w 1703319"/>
                  <a:gd name="connsiteY4481" fmla="*/ 117802 h 788789"/>
                  <a:gd name="connsiteX4482" fmla="*/ 411344 w 1703319"/>
                  <a:gd name="connsiteY4482" fmla="*/ 118525 h 788789"/>
                  <a:gd name="connsiteX4483" fmla="*/ 411344 w 1703319"/>
                  <a:gd name="connsiteY4483" fmla="*/ 119611 h 788789"/>
                  <a:gd name="connsiteX4484" fmla="*/ 410265 w 1703319"/>
                  <a:gd name="connsiteY4484" fmla="*/ 121058 h 788789"/>
                  <a:gd name="connsiteX4485" fmla="*/ 410984 w 1703319"/>
                  <a:gd name="connsiteY4485" fmla="*/ 121782 h 788789"/>
                  <a:gd name="connsiteX4486" fmla="*/ 412063 w 1703319"/>
                  <a:gd name="connsiteY4486" fmla="*/ 121420 h 788789"/>
                  <a:gd name="connsiteX4487" fmla="*/ 412783 w 1703319"/>
                  <a:gd name="connsiteY4487" fmla="*/ 121058 h 788789"/>
                  <a:gd name="connsiteX4488" fmla="*/ 413502 w 1703319"/>
                  <a:gd name="connsiteY4488" fmla="*/ 120335 h 788789"/>
                  <a:gd name="connsiteX4489" fmla="*/ 413862 w 1703319"/>
                  <a:gd name="connsiteY4489" fmla="*/ 119249 h 788789"/>
                  <a:gd name="connsiteX4490" fmla="*/ 413862 w 1703319"/>
                  <a:gd name="connsiteY4490" fmla="*/ 118525 h 788789"/>
                  <a:gd name="connsiteX4491" fmla="*/ 414581 w 1703319"/>
                  <a:gd name="connsiteY4491" fmla="*/ 117802 h 788789"/>
                  <a:gd name="connsiteX4492" fmla="*/ 415300 w 1703319"/>
                  <a:gd name="connsiteY4492" fmla="*/ 118164 h 788789"/>
                  <a:gd name="connsiteX4493" fmla="*/ 416379 w 1703319"/>
                  <a:gd name="connsiteY4493" fmla="*/ 118525 h 788789"/>
                  <a:gd name="connsiteX4494" fmla="*/ 417458 w 1703319"/>
                  <a:gd name="connsiteY4494" fmla="*/ 118887 h 788789"/>
                  <a:gd name="connsiteX4495" fmla="*/ 417818 w 1703319"/>
                  <a:gd name="connsiteY4495" fmla="*/ 118164 h 788789"/>
                  <a:gd name="connsiteX4496" fmla="*/ 418537 w 1703319"/>
                  <a:gd name="connsiteY4496" fmla="*/ 118525 h 788789"/>
                  <a:gd name="connsiteX4497" fmla="*/ 419616 w 1703319"/>
                  <a:gd name="connsiteY4497" fmla="*/ 119973 h 788789"/>
                  <a:gd name="connsiteX4498" fmla="*/ 419257 w 1703319"/>
                  <a:gd name="connsiteY4498" fmla="*/ 120697 h 788789"/>
                  <a:gd name="connsiteX4499" fmla="*/ 419616 w 1703319"/>
                  <a:gd name="connsiteY4499" fmla="*/ 121782 h 788789"/>
                  <a:gd name="connsiteX4500" fmla="*/ 420695 w 1703319"/>
                  <a:gd name="connsiteY4500" fmla="*/ 122144 h 788789"/>
                  <a:gd name="connsiteX4501" fmla="*/ 421055 w 1703319"/>
                  <a:gd name="connsiteY4501" fmla="*/ 121420 h 788789"/>
                  <a:gd name="connsiteX4502" fmla="*/ 420336 w 1703319"/>
                  <a:gd name="connsiteY4502" fmla="*/ 120697 h 788789"/>
                  <a:gd name="connsiteX4503" fmla="*/ 419976 w 1703319"/>
                  <a:gd name="connsiteY4503" fmla="*/ 119611 h 788789"/>
                  <a:gd name="connsiteX4504" fmla="*/ 421774 w 1703319"/>
                  <a:gd name="connsiteY4504" fmla="*/ 118164 h 788789"/>
                  <a:gd name="connsiteX4505" fmla="*/ 421415 w 1703319"/>
                  <a:gd name="connsiteY4505" fmla="*/ 117440 h 788789"/>
                  <a:gd name="connsiteX4506" fmla="*/ 422134 w 1703319"/>
                  <a:gd name="connsiteY4506" fmla="*/ 116716 h 788789"/>
                  <a:gd name="connsiteX4507" fmla="*/ 423573 w 1703319"/>
                  <a:gd name="connsiteY4507" fmla="*/ 115631 h 788789"/>
                  <a:gd name="connsiteX4508" fmla="*/ 426450 w 1703319"/>
                  <a:gd name="connsiteY4508" fmla="*/ 114907 h 788789"/>
                  <a:gd name="connsiteX4509" fmla="*/ 427889 w 1703319"/>
                  <a:gd name="connsiteY4509" fmla="*/ 115269 h 788789"/>
                  <a:gd name="connsiteX4510" fmla="*/ 430406 w 1703319"/>
                  <a:gd name="connsiteY4510" fmla="*/ 115631 h 788789"/>
                  <a:gd name="connsiteX4511" fmla="*/ 431485 w 1703319"/>
                  <a:gd name="connsiteY4511" fmla="*/ 115992 h 788789"/>
                  <a:gd name="connsiteX4512" fmla="*/ 432924 w 1703319"/>
                  <a:gd name="connsiteY4512" fmla="*/ 116354 h 788789"/>
                  <a:gd name="connsiteX4513" fmla="*/ 433284 w 1703319"/>
                  <a:gd name="connsiteY4513" fmla="*/ 117078 h 788789"/>
                  <a:gd name="connsiteX4514" fmla="*/ 434723 w 1703319"/>
                  <a:gd name="connsiteY4514" fmla="*/ 116716 h 788789"/>
                  <a:gd name="connsiteX4515" fmla="*/ 435082 w 1703319"/>
                  <a:gd name="connsiteY4515" fmla="*/ 117078 h 788789"/>
                  <a:gd name="connsiteX4516" fmla="*/ 436161 w 1703319"/>
                  <a:gd name="connsiteY4516" fmla="*/ 117440 h 788789"/>
                  <a:gd name="connsiteX4517" fmla="*/ 436881 w 1703319"/>
                  <a:gd name="connsiteY4517" fmla="*/ 118164 h 788789"/>
                  <a:gd name="connsiteX4518" fmla="*/ 437240 w 1703319"/>
                  <a:gd name="connsiteY4518" fmla="*/ 118887 h 788789"/>
                  <a:gd name="connsiteX4519" fmla="*/ 437240 w 1703319"/>
                  <a:gd name="connsiteY4519" fmla="*/ 119611 h 788789"/>
                  <a:gd name="connsiteX4520" fmla="*/ 437960 w 1703319"/>
                  <a:gd name="connsiteY4520" fmla="*/ 119973 h 788789"/>
                  <a:gd name="connsiteX4521" fmla="*/ 439039 w 1703319"/>
                  <a:gd name="connsiteY4521" fmla="*/ 120697 h 788789"/>
                  <a:gd name="connsiteX4522" fmla="*/ 440118 w 1703319"/>
                  <a:gd name="connsiteY4522" fmla="*/ 120335 h 788789"/>
                  <a:gd name="connsiteX4523" fmla="*/ 440837 w 1703319"/>
                  <a:gd name="connsiteY4523" fmla="*/ 120335 h 788789"/>
                  <a:gd name="connsiteX4524" fmla="*/ 441556 w 1703319"/>
                  <a:gd name="connsiteY4524" fmla="*/ 121058 h 788789"/>
                  <a:gd name="connsiteX4525" fmla="*/ 442276 w 1703319"/>
                  <a:gd name="connsiteY4525" fmla="*/ 121420 h 788789"/>
                  <a:gd name="connsiteX4526" fmla="*/ 442276 w 1703319"/>
                  <a:gd name="connsiteY4526" fmla="*/ 122144 h 788789"/>
                  <a:gd name="connsiteX4527" fmla="*/ 441916 w 1703319"/>
                  <a:gd name="connsiteY4527" fmla="*/ 122868 h 788789"/>
                  <a:gd name="connsiteX4528" fmla="*/ 440837 w 1703319"/>
                  <a:gd name="connsiteY4528" fmla="*/ 123230 h 788789"/>
                  <a:gd name="connsiteX4529" fmla="*/ 440118 w 1703319"/>
                  <a:gd name="connsiteY4529" fmla="*/ 123953 h 788789"/>
                  <a:gd name="connsiteX4530" fmla="*/ 440477 w 1703319"/>
                  <a:gd name="connsiteY4530" fmla="*/ 124677 h 788789"/>
                  <a:gd name="connsiteX4531" fmla="*/ 441197 w 1703319"/>
                  <a:gd name="connsiteY4531" fmla="*/ 124315 h 788789"/>
                  <a:gd name="connsiteX4532" fmla="*/ 442276 w 1703319"/>
                  <a:gd name="connsiteY4532" fmla="*/ 124315 h 788789"/>
                  <a:gd name="connsiteX4533" fmla="*/ 442995 w 1703319"/>
                  <a:gd name="connsiteY4533" fmla="*/ 124315 h 788789"/>
                  <a:gd name="connsiteX4534" fmla="*/ 444074 w 1703319"/>
                  <a:gd name="connsiteY4534" fmla="*/ 123953 h 788789"/>
                  <a:gd name="connsiteX4535" fmla="*/ 444074 w 1703319"/>
                  <a:gd name="connsiteY4535" fmla="*/ 124677 h 788789"/>
                  <a:gd name="connsiteX4536" fmla="*/ 443355 w 1703319"/>
                  <a:gd name="connsiteY4536" fmla="*/ 125763 h 788789"/>
                  <a:gd name="connsiteX4537" fmla="*/ 444074 w 1703319"/>
                  <a:gd name="connsiteY4537" fmla="*/ 126124 h 788789"/>
                  <a:gd name="connsiteX4538" fmla="*/ 444434 w 1703319"/>
                  <a:gd name="connsiteY4538" fmla="*/ 126124 h 788789"/>
                  <a:gd name="connsiteX4539" fmla="*/ 444793 w 1703319"/>
                  <a:gd name="connsiteY4539" fmla="*/ 126848 h 788789"/>
                  <a:gd name="connsiteX4540" fmla="*/ 444793 w 1703319"/>
                  <a:gd name="connsiteY4540" fmla="*/ 127572 h 788789"/>
                  <a:gd name="connsiteX4541" fmla="*/ 445872 w 1703319"/>
                  <a:gd name="connsiteY4541" fmla="*/ 127210 h 788789"/>
                  <a:gd name="connsiteX4542" fmla="*/ 446951 w 1703319"/>
                  <a:gd name="connsiteY4542" fmla="*/ 126124 h 788789"/>
                  <a:gd name="connsiteX4543" fmla="*/ 447311 w 1703319"/>
                  <a:gd name="connsiteY4543" fmla="*/ 126848 h 788789"/>
                  <a:gd name="connsiteX4544" fmla="*/ 447671 w 1703319"/>
                  <a:gd name="connsiteY4544" fmla="*/ 126486 h 788789"/>
                  <a:gd name="connsiteX4545" fmla="*/ 448750 w 1703319"/>
                  <a:gd name="connsiteY4545" fmla="*/ 125763 h 788789"/>
                  <a:gd name="connsiteX4546" fmla="*/ 449469 w 1703319"/>
                  <a:gd name="connsiteY4546" fmla="*/ 125763 h 788789"/>
                  <a:gd name="connsiteX4547" fmla="*/ 450188 w 1703319"/>
                  <a:gd name="connsiteY4547" fmla="*/ 125401 h 788789"/>
                  <a:gd name="connsiteX4548" fmla="*/ 450908 w 1703319"/>
                  <a:gd name="connsiteY4548" fmla="*/ 125401 h 788789"/>
                  <a:gd name="connsiteX4549" fmla="*/ 452706 w 1703319"/>
                  <a:gd name="connsiteY4549" fmla="*/ 125401 h 788789"/>
                  <a:gd name="connsiteX4550" fmla="*/ 453785 w 1703319"/>
                  <a:gd name="connsiteY4550" fmla="*/ 126124 h 788789"/>
                  <a:gd name="connsiteX4551" fmla="*/ 455224 w 1703319"/>
                  <a:gd name="connsiteY4551" fmla="*/ 126848 h 788789"/>
                  <a:gd name="connsiteX4552" fmla="*/ 455943 w 1703319"/>
                  <a:gd name="connsiteY4552" fmla="*/ 127572 h 788789"/>
                  <a:gd name="connsiteX4553" fmla="*/ 455943 w 1703319"/>
                  <a:gd name="connsiteY4553" fmla="*/ 129019 h 788789"/>
                  <a:gd name="connsiteX4554" fmla="*/ 455583 w 1703319"/>
                  <a:gd name="connsiteY4554" fmla="*/ 129381 h 788789"/>
                  <a:gd name="connsiteX4555" fmla="*/ 455224 w 1703319"/>
                  <a:gd name="connsiteY4555" fmla="*/ 130467 h 788789"/>
                  <a:gd name="connsiteX4556" fmla="*/ 455583 w 1703319"/>
                  <a:gd name="connsiteY4556" fmla="*/ 130829 h 788789"/>
                  <a:gd name="connsiteX4557" fmla="*/ 457022 w 1703319"/>
                  <a:gd name="connsiteY4557" fmla="*/ 129743 h 788789"/>
                  <a:gd name="connsiteX4558" fmla="*/ 457741 w 1703319"/>
                  <a:gd name="connsiteY4558" fmla="*/ 129381 h 788789"/>
                  <a:gd name="connsiteX4559" fmla="*/ 458461 w 1703319"/>
                  <a:gd name="connsiteY4559" fmla="*/ 129381 h 788789"/>
                  <a:gd name="connsiteX4560" fmla="*/ 459180 w 1703319"/>
                  <a:gd name="connsiteY4560" fmla="*/ 130105 h 788789"/>
                  <a:gd name="connsiteX4561" fmla="*/ 459180 w 1703319"/>
                  <a:gd name="connsiteY4561" fmla="*/ 131190 h 788789"/>
                  <a:gd name="connsiteX4562" fmla="*/ 459180 w 1703319"/>
                  <a:gd name="connsiteY4562" fmla="*/ 131552 h 788789"/>
                  <a:gd name="connsiteX4563" fmla="*/ 458461 w 1703319"/>
                  <a:gd name="connsiteY4563" fmla="*/ 132276 h 788789"/>
                  <a:gd name="connsiteX4564" fmla="*/ 458101 w 1703319"/>
                  <a:gd name="connsiteY4564" fmla="*/ 133000 h 788789"/>
                  <a:gd name="connsiteX4565" fmla="*/ 458820 w 1703319"/>
                  <a:gd name="connsiteY4565" fmla="*/ 133000 h 788789"/>
                  <a:gd name="connsiteX4566" fmla="*/ 459540 w 1703319"/>
                  <a:gd name="connsiteY4566" fmla="*/ 132638 h 788789"/>
                  <a:gd name="connsiteX4567" fmla="*/ 460619 w 1703319"/>
                  <a:gd name="connsiteY4567" fmla="*/ 132276 h 788789"/>
                  <a:gd name="connsiteX4568" fmla="*/ 462057 w 1703319"/>
                  <a:gd name="connsiteY4568" fmla="*/ 131914 h 788789"/>
                  <a:gd name="connsiteX4569" fmla="*/ 462057 w 1703319"/>
                  <a:gd name="connsiteY4569" fmla="*/ 132276 h 788789"/>
                  <a:gd name="connsiteX4570" fmla="*/ 461698 w 1703319"/>
                  <a:gd name="connsiteY4570" fmla="*/ 132638 h 788789"/>
                  <a:gd name="connsiteX4571" fmla="*/ 461338 w 1703319"/>
                  <a:gd name="connsiteY4571" fmla="*/ 133362 h 788789"/>
                  <a:gd name="connsiteX4572" fmla="*/ 462057 w 1703319"/>
                  <a:gd name="connsiteY4572" fmla="*/ 133000 h 788789"/>
                  <a:gd name="connsiteX4573" fmla="*/ 462777 w 1703319"/>
                  <a:gd name="connsiteY4573" fmla="*/ 132638 h 788789"/>
                  <a:gd name="connsiteX4574" fmla="*/ 463496 w 1703319"/>
                  <a:gd name="connsiteY4574" fmla="*/ 132638 h 788789"/>
                  <a:gd name="connsiteX4575" fmla="*/ 464215 w 1703319"/>
                  <a:gd name="connsiteY4575" fmla="*/ 132276 h 788789"/>
                  <a:gd name="connsiteX4576" fmla="*/ 465294 w 1703319"/>
                  <a:gd name="connsiteY4576" fmla="*/ 132276 h 788789"/>
                  <a:gd name="connsiteX4577" fmla="*/ 466014 w 1703319"/>
                  <a:gd name="connsiteY4577" fmla="*/ 133000 h 788789"/>
                  <a:gd name="connsiteX4578" fmla="*/ 466733 w 1703319"/>
                  <a:gd name="connsiteY4578" fmla="*/ 133362 h 788789"/>
                  <a:gd name="connsiteX4579" fmla="*/ 468531 w 1703319"/>
                  <a:gd name="connsiteY4579" fmla="*/ 133723 h 788789"/>
                  <a:gd name="connsiteX4580" fmla="*/ 469610 w 1703319"/>
                  <a:gd name="connsiteY4580" fmla="*/ 134447 h 788789"/>
                  <a:gd name="connsiteX4581" fmla="*/ 469970 w 1703319"/>
                  <a:gd name="connsiteY4581" fmla="*/ 135171 h 788789"/>
                  <a:gd name="connsiteX4582" fmla="*/ 468891 w 1703319"/>
                  <a:gd name="connsiteY4582" fmla="*/ 135533 h 788789"/>
                  <a:gd name="connsiteX4583" fmla="*/ 467093 w 1703319"/>
                  <a:gd name="connsiteY4583" fmla="*/ 136618 h 788789"/>
                  <a:gd name="connsiteX4584" fmla="*/ 466733 w 1703319"/>
                  <a:gd name="connsiteY4584" fmla="*/ 137342 h 788789"/>
                  <a:gd name="connsiteX4585" fmla="*/ 467452 w 1703319"/>
                  <a:gd name="connsiteY4585" fmla="*/ 137342 h 788789"/>
                  <a:gd name="connsiteX4586" fmla="*/ 467812 w 1703319"/>
                  <a:gd name="connsiteY4586" fmla="*/ 138066 h 788789"/>
                  <a:gd name="connsiteX4587" fmla="*/ 467093 w 1703319"/>
                  <a:gd name="connsiteY4587" fmla="*/ 138789 h 788789"/>
                  <a:gd name="connsiteX4588" fmla="*/ 468172 w 1703319"/>
                  <a:gd name="connsiteY4588" fmla="*/ 138789 h 788789"/>
                  <a:gd name="connsiteX4589" fmla="*/ 469251 w 1703319"/>
                  <a:gd name="connsiteY4589" fmla="*/ 138789 h 788789"/>
                  <a:gd name="connsiteX4590" fmla="*/ 469970 w 1703319"/>
                  <a:gd name="connsiteY4590" fmla="*/ 138066 h 788789"/>
                  <a:gd name="connsiteX4591" fmla="*/ 471409 w 1703319"/>
                  <a:gd name="connsiteY4591" fmla="*/ 136618 h 788789"/>
                  <a:gd name="connsiteX4592" fmla="*/ 472488 w 1703319"/>
                  <a:gd name="connsiteY4592" fmla="*/ 136980 h 788789"/>
                  <a:gd name="connsiteX4593" fmla="*/ 474286 w 1703319"/>
                  <a:gd name="connsiteY4593" fmla="*/ 138066 h 788789"/>
                  <a:gd name="connsiteX4594" fmla="*/ 475005 w 1703319"/>
                  <a:gd name="connsiteY4594" fmla="*/ 140237 h 788789"/>
                  <a:gd name="connsiteX4595" fmla="*/ 474646 w 1703319"/>
                  <a:gd name="connsiteY4595" fmla="*/ 140961 h 788789"/>
                  <a:gd name="connsiteX4596" fmla="*/ 474646 w 1703319"/>
                  <a:gd name="connsiteY4596" fmla="*/ 141322 h 788789"/>
                  <a:gd name="connsiteX4597" fmla="*/ 472847 w 1703319"/>
                  <a:gd name="connsiteY4597" fmla="*/ 141322 h 788789"/>
                  <a:gd name="connsiteX4598" fmla="*/ 471409 w 1703319"/>
                  <a:gd name="connsiteY4598" fmla="*/ 141684 h 788789"/>
                  <a:gd name="connsiteX4599" fmla="*/ 469970 w 1703319"/>
                  <a:gd name="connsiteY4599" fmla="*/ 142046 h 788789"/>
                  <a:gd name="connsiteX4600" fmla="*/ 469610 w 1703319"/>
                  <a:gd name="connsiteY4600" fmla="*/ 142408 h 788789"/>
                  <a:gd name="connsiteX4601" fmla="*/ 469970 w 1703319"/>
                  <a:gd name="connsiteY4601" fmla="*/ 143132 h 788789"/>
                  <a:gd name="connsiteX4602" fmla="*/ 471409 w 1703319"/>
                  <a:gd name="connsiteY4602" fmla="*/ 143494 h 788789"/>
                  <a:gd name="connsiteX4603" fmla="*/ 472488 w 1703319"/>
                  <a:gd name="connsiteY4603" fmla="*/ 143494 h 788789"/>
                  <a:gd name="connsiteX4604" fmla="*/ 474286 w 1703319"/>
                  <a:gd name="connsiteY4604" fmla="*/ 143855 h 788789"/>
                  <a:gd name="connsiteX4605" fmla="*/ 476084 w 1703319"/>
                  <a:gd name="connsiteY4605" fmla="*/ 144217 h 788789"/>
                  <a:gd name="connsiteX4606" fmla="*/ 477163 w 1703319"/>
                  <a:gd name="connsiteY4606" fmla="*/ 145303 h 788789"/>
                  <a:gd name="connsiteX4607" fmla="*/ 477523 w 1703319"/>
                  <a:gd name="connsiteY4607" fmla="*/ 146027 h 788789"/>
                  <a:gd name="connsiteX4608" fmla="*/ 476804 w 1703319"/>
                  <a:gd name="connsiteY4608" fmla="*/ 146388 h 788789"/>
                  <a:gd name="connsiteX4609" fmla="*/ 475725 w 1703319"/>
                  <a:gd name="connsiteY4609" fmla="*/ 146750 h 788789"/>
                  <a:gd name="connsiteX4610" fmla="*/ 473926 w 1703319"/>
                  <a:gd name="connsiteY4610" fmla="*/ 146388 h 788789"/>
                  <a:gd name="connsiteX4611" fmla="*/ 472847 w 1703319"/>
                  <a:gd name="connsiteY4611" fmla="*/ 146027 h 788789"/>
                  <a:gd name="connsiteX4612" fmla="*/ 471409 w 1703319"/>
                  <a:gd name="connsiteY4612" fmla="*/ 146027 h 788789"/>
                  <a:gd name="connsiteX4613" fmla="*/ 471409 w 1703319"/>
                  <a:gd name="connsiteY4613" fmla="*/ 146750 h 788789"/>
                  <a:gd name="connsiteX4614" fmla="*/ 471409 w 1703319"/>
                  <a:gd name="connsiteY4614" fmla="*/ 147112 h 788789"/>
                  <a:gd name="connsiteX4615" fmla="*/ 471049 w 1703319"/>
                  <a:gd name="connsiteY4615" fmla="*/ 147474 h 788789"/>
                  <a:gd name="connsiteX4616" fmla="*/ 469970 w 1703319"/>
                  <a:gd name="connsiteY4616" fmla="*/ 147474 h 788789"/>
                  <a:gd name="connsiteX4617" fmla="*/ 469251 w 1703319"/>
                  <a:gd name="connsiteY4617" fmla="*/ 147474 h 788789"/>
                  <a:gd name="connsiteX4618" fmla="*/ 468891 w 1703319"/>
                  <a:gd name="connsiteY4618" fmla="*/ 148560 h 788789"/>
                  <a:gd name="connsiteX4619" fmla="*/ 467812 w 1703319"/>
                  <a:gd name="connsiteY4619" fmla="*/ 149283 h 788789"/>
                  <a:gd name="connsiteX4620" fmla="*/ 468172 w 1703319"/>
                  <a:gd name="connsiteY4620" fmla="*/ 149645 h 788789"/>
                  <a:gd name="connsiteX4621" fmla="*/ 469610 w 1703319"/>
                  <a:gd name="connsiteY4621" fmla="*/ 150007 h 788789"/>
                  <a:gd name="connsiteX4622" fmla="*/ 469970 w 1703319"/>
                  <a:gd name="connsiteY4622" fmla="*/ 150369 h 788789"/>
                  <a:gd name="connsiteX4623" fmla="*/ 470689 w 1703319"/>
                  <a:gd name="connsiteY4623" fmla="*/ 151093 h 788789"/>
                  <a:gd name="connsiteX4624" fmla="*/ 471409 w 1703319"/>
                  <a:gd name="connsiteY4624" fmla="*/ 151093 h 788789"/>
                  <a:gd name="connsiteX4625" fmla="*/ 472128 w 1703319"/>
                  <a:gd name="connsiteY4625" fmla="*/ 151454 h 788789"/>
                  <a:gd name="connsiteX4626" fmla="*/ 472847 w 1703319"/>
                  <a:gd name="connsiteY4626" fmla="*/ 152178 h 788789"/>
                  <a:gd name="connsiteX4627" fmla="*/ 472488 w 1703319"/>
                  <a:gd name="connsiteY4627" fmla="*/ 152540 h 788789"/>
                  <a:gd name="connsiteX4628" fmla="*/ 472128 w 1703319"/>
                  <a:gd name="connsiteY4628" fmla="*/ 153264 h 788789"/>
                  <a:gd name="connsiteX4629" fmla="*/ 472488 w 1703319"/>
                  <a:gd name="connsiteY4629" fmla="*/ 153987 h 788789"/>
                  <a:gd name="connsiteX4630" fmla="*/ 473207 w 1703319"/>
                  <a:gd name="connsiteY4630" fmla="*/ 153264 h 788789"/>
                  <a:gd name="connsiteX4631" fmla="*/ 474286 w 1703319"/>
                  <a:gd name="connsiteY4631" fmla="*/ 152902 h 788789"/>
                  <a:gd name="connsiteX4632" fmla="*/ 473926 w 1703319"/>
                  <a:gd name="connsiteY4632" fmla="*/ 154711 h 788789"/>
                  <a:gd name="connsiteX4633" fmla="*/ 474286 w 1703319"/>
                  <a:gd name="connsiteY4633" fmla="*/ 153987 h 788789"/>
                  <a:gd name="connsiteX4634" fmla="*/ 475725 w 1703319"/>
                  <a:gd name="connsiteY4634" fmla="*/ 153626 h 788789"/>
                  <a:gd name="connsiteX4635" fmla="*/ 476084 w 1703319"/>
                  <a:gd name="connsiteY4635" fmla="*/ 152902 h 788789"/>
                  <a:gd name="connsiteX4636" fmla="*/ 477523 w 1703319"/>
                  <a:gd name="connsiteY4636" fmla="*/ 151816 h 788789"/>
                  <a:gd name="connsiteX4637" fmla="*/ 478602 w 1703319"/>
                  <a:gd name="connsiteY4637" fmla="*/ 151816 h 788789"/>
                  <a:gd name="connsiteX4638" fmla="*/ 480401 w 1703319"/>
                  <a:gd name="connsiteY4638" fmla="*/ 152540 h 788789"/>
                  <a:gd name="connsiteX4639" fmla="*/ 481480 w 1703319"/>
                  <a:gd name="connsiteY4639" fmla="*/ 153264 h 788789"/>
                  <a:gd name="connsiteX4640" fmla="*/ 481480 w 1703319"/>
                  <a:gd name="connsiteY4640" fmla="*/ 154711 h 788789"/>
                  <a:gd name="connsiteX4641" fmla="*/ 481120 w 1703319"/>
                  <a:gd name="connsiteY4641" fmla="*/ 155435 h 788789"/>
                  <a:gd name="connsiteX4642" fmla="*/ 480401 w 1703319"/>
                  <a:gd name="connsiteY4642" fmla="*/ 156159 h 788789"/>
                  <a:gd name="connsiteX4643" fmla="*/ 480041 w 1703319"/>
                  <a:gd name="connsiteY4643" fmla="*/ 156520 h 788789"/>
                  <a:gd name="connsiteX4644" fmla="*/ 480760 w 1703319"/>
                  <a:gd name="connsiteY4644" fmla="*/ 157244 h 788789"/>
                  <a:gd name="connsiteX4645" fmla="*/ 481480 w 1703319"/>
                  <a:gd name="connsiteY4645" fmla="*/ 156520 h 788789"/>
                  <a:gd name="connsiteX4646" fmla="*/ 482559 w 1703319"/>
                  <a:gd name="connsiteY4646" fmla="*/ 156520 h 788789"/>
                  <a:gd name="connsiteX4647" fmla="*/ 483278 w 1703319"/>
                  <a:gd name="connsiteY4647" fmla="*/ 156520 h 788789"/>
                  <a:gd name="connsiteX4648" fmla="*/ 483638 w 1703319"/>
                  <a:gd name="connsiteY4648" fmla="*/ 155797 h 788789"/>
                  <a:gd name="connsiteX4649" fmla="*/ 484357 w 1703319"/>
                  <a:gd name="connsiteY4649" fmla="*/ 155435 h 788789"/>
                  <a:gd name="connsiteX4650" fmla="*/ 485436 w 1703319"/>
                  <a:gd name="connsiteY4650" fmla="*/ 156520 h 788789"/>
                  <a:gd name="connsiteX4651" fmla="*/ 486515 w 1703319"/>
                  <a:gd name="connsiteY4651" fmla="*/ 156159 h 788789"/>
                  <a:gd name="connsiteX4652" fmla="*/ 487594 w 1703319"/>
                  <a:gd name="connsiteY4652" fmla="*/ 156882 h 788789"/>
                  <a:gd name="connsiteX4653" fmla="*/ 488673 w 1703319"/>
                  <a:gd name="connsiteY4653" fmla="*/ 156882 h 788789"/>
                  <a:gd name="connsiteX4654" fmla="*/ 489392 w 1703319"/>
                  <a:gd name="connsiteY4654" fmla="*/ 158692 h 788789"/>
                  <a:gd name="connsiteX4655" fmla="*/ 489392 w 1703319"/>
                  <a:gd name="connsiteY4655" fmla="*/ 159415 h 788789"/>
                  <a:gd name="connsiteX4656" fmla="*/ 488673 w 1703319"/>
                  <a:gd name="connsiteY4656" fmla="*/ 160501 h 788789"/>
                  <a:gd name="connsiteX4657" fmla="*/ 489392 w 1703319"/>
                  <a:gd name="connsiteY4657" fmla="*/ 161225 h 788789"/>
                  <a:gd name="connsiteX4658" fmla="*/ 489752 w 1703319"/>
                  <a:gd name="connsiteY4658" fmla="*/ 160139 h 788789"/>
                  <a:gd name="connsiteX4659" fmla="*/ 490831 w 1703319"/>
                  <a:gd name="connsiteY4659" fmla="*/ 159415 h 788789"/>
                  <a:gd name="connsiteX4660" fmla="*/ 492270 w 1703319"/>
                  <a:gd name="connsiteY4660" fmla="*/ 159053 h 788789"/>
                  <a:gd name="connsiteX4661" fmla="*/ 494068 w 1703319"/>
                  <a:gd name="connsiteY4661" fmla="*/ 159053 h 788789"/>
                  <a:gd name="connsiteX4662" fmla="*/ 494787 w 1703319"/>
                  <a:gd name="connsiteY4662" fmla="*/ 160139 h 788789"/>
                  <a:gd name="connsiteX4663" fmla="*/ 495507 w 1703319"/>
                  <a:gd name="connsiteY4663" fmla="*/ 161225 h 788789"/>
                  <a:gd name="connsiteX4664" fmla="*/ 496586 w 1703319"/>
                  <a:gd name="connsiteY4664" fmla="*/ 161586 h 788789"/>
                  <a:gd name="connsiteX4665" fmla="*/ 497305 w 1703319"/>
                  <a:gd name="connsiteY4665" fmla="*/ 162672 h 788789"/>
                  <a:gd name="connsiteX4666" fmla="*/ 496586 w 1703319"/>
                  <a:gd name="connsiteY4666" fmla="*/ 163034 h 788789"/>
                  <a:gd name="connsiteX4667" fmla="*/ 495866 w 1703319"/>
                  <a:gd name="connsiteY4667" fmla="*/ 164119 h 788789"/>
                  <a:gd name="connsiteX4668" fmla="*/ 496586 w 1703319"/>
                  <a:gd name="connsiteY4668" fmla="*/ 164481 h 788789"/>
                  <a:gd name="connsiteX4669" fmla="*/ 497305 w 1703319"/>
                  <a:gd name="connsiteY4669" fmla="*/ 164119 h 788789"/>
                  <a:gd name="connsiteX4670" fmla="*/ 498024 w 1703319"/>
                  <a:gd name="connsiteY4670" fmla="*/ 163396 h 788789"/>
                  <a:gd name="connsiteX4671" fmla="*/ 499103 w 1703319"/>
                  <a:gd name="connsiteY4671" fmla="*/ 163758 h 788789"/>
                  <a:gd name="connsiteX4672" fmla="*/ 499823 w 1703319"/>
                  <a:gd name="connsiteY4672" fmla="*/ 164119 h 788789"/>
                  <a:gd name="connsiteX4673" fmla="*/ 500542 w 1703319"/>
                  <a:gd name="connsiteY4673" fmla="*/ 164119 h 788789"/>
                  <a:gd name="connsiteX4674" fmla="*/ 502340 w 1703319"/>
                  <a:gd name="connsiteY4674" fmla="*/ 164843 h 788789"/>
                  <a:gd name="connsiteX4675" fmla="*/ 503060 w 1703319"/>
                  <a:gd name="connsiteY4675" fmla="*/ 165567 h 788789"/>
                  <a:gd name="connsiteX4676" fmla="*/ 503419 w 1703319"/>
                  <a:gd name="connsiteY4676" fmla="*/ 166290 h 788789"/>
                  <a:gd name="connsiteX4677" fmla="*/ 503419 w 1703319"/>
                  <a:gd name="connsiteY4677" fmla="*/ 167376 h 788789"/>
                  <a:gd name="connsiteX4678" fmla="*/ 502340 w 1703319"/>
                  <a:gd name="connsiteY4678" fmla="*/ 169185 h 788789"/>
                  <a:gd name="connsiteX4679" fmla="*/ 500902 w 1703319"/>
                  <a:gd name="connsiteY4679" fmla="*/ 169547 h 788789"/>
                  <a:gd name="connsiteX4680" fmla="*/ 500182 w 1703319"/>
                  <a:gd name="connsiteY4680" fmla="*/ 169185 h 788789"/>
                  <a:gd name="connsiteX4681" fmla="*/ 498744 w 1703319"/>
                  <a:gd name="connsiteY4681" fmla="*/ 169185 h 788789"/>
                  <a:gd name="connsiteX4682" fmla="*/ 497665 w 1703319"/>
                  <a:gd name="connsiteY4682" fmla="*/ 168823 h 788789"/>
                  <a:gd name="connsiteX4683" fmla="*/ 497665 w 1703319"/>
                  <a:gd name="connsiteY4683" fmla="*/ 169909 h 788789"/>
                  <a:gd name="connsiteX4684" fmla="*/ 498384 w 1703319"/>
                  <a:gd name="connsiteY4684" fmla="*/ 170995 h 788789"/>
                  <a:gd name="connsiteX4685" fmla="*/ 498744 w 1703319"/>
                  <a:gd name="connsiteY4685" fmla="*/ 171356 h 788789"/>
                  <a:gd name="connsiteX4686" fmla="*/ 498024 w 1703319"/>
                  <a:gd name="connsiteY4686" fmla="*/ 172080 h 788789"/>
                  <a:gd name="connsiteX4687" fmla="*/ 497665 w 1703319"/>
                  <a:gd name="connsiteY4687" fmla="*/ 172442 h 788789"/>
                  <a:gd name="connsiteX4688" fmla="*/ 496945 w 1703319"/>
                  <a:gd name="connsiteY4688" fmla="*/ 172804 h 788789"/>
                  <a:gd name="connsiteX4689" fmla="*/ 496586 w 1703319"/>
                  <a:gd name="connsiteY4689" fmla="*/ 173528 h 788789"/>
                  <a:gd name="connsiteX4690" fmla="*/ 495507 w 1703319"/>
                  <a:gd name="connsiteY4690" fmla="*/ 174613 h 788789"/>
                  <a:gd name="connsiteX4691" fmla="*/ 494068 w 1703319"/>
                  <a:gd name="connsiteY4691" fmla="*/ 174613 h 788789"/>
                  <a:gd name="connsiteX4692" fmla="*/ 493708 w 1703319"/>
                  <a:gd name="connsiteY4692" fmla="*/ 174251 h 788789"/>
                  <a:gd name="connsiteX4693" fmla="*/ 492989 w 1703319"/>
                  <a:gd name="connsiteY4693" fmla="*/ 174613 h 788789"/>
                  <a:gd name="connsiteX4694" fmla="*/ 492989 w 1703319"/>
                  <a:gd name="connsiteY4694" fmla="*/ 175699 h 788789"/>
                  <a:gd name="connsiteX4695" fmla="*/ 493349 w 1703319"/>
                  <a:gd name="connsiteY4695" fmla="*/ 177146 h 788789"/>
                  <a:gd name="connsiteX4696" fmla="*/ 492989 w 1703319"/>
                  <a:gd name="connsiteY4696" fmla="*/ 178955 h 788789"/>
                  <a:gd name="connsiteX4697" fmla="*/ 491910 w 1703319"/>
                  <a:gd name="connsiteY4697" fmla="*/ 180041 h 788789"/>
                  <a:gd name="connsiteX4698" fmla="*/ 491191 w 1703319"/>
                  <a:gd name="connsiteY4698" fmla="*/ 179317 h 788789"/>
                  <a:gd name="connsiteX4699" fmla="*/ 490112 w 1703319"/>
                  <a:gd name="connsiteY4699" fmla="*/ 178955 h 788789"/>
                  <a:gd name="connsiteX4700" fmla="*/ 489033 w 1703319"/>
                  <a:gd name="connsiteY4700" fmla="*/ 178232 h 788789"/>
                  <a:gd name="connsiteX4701" fmla="*/ 488313 w 1703319"/>
                  <a:gd name="connsiteY4701" fmla="*/ 177870 h 788789"/>
                  <a:gd name="connsiteX4702" fmla="*/ 487234 w 1703319"/>
                  <a:gd name="connsiteY4702" fmla="*/ 178232 h 788789"/>
                  <a:gd name="connsiteX4703" fmla="*/ 486515 w 1703319"/>
                  <a:gd name="connsiteY4703" fmla="*/ 177870 h 788789"/>
                  <a:gd name="connsiteX4704" fmla="*/ 485436 w 1703319"/>
                  <a:gd name="connsiteY4704" fmla="*/ 176784 h 788789"/>
                  <a:gd name="connsiteX4705" fmla="*/ 485436 w 1703319"/>
                  <a:gd name="connsiteY4705" fmla="*/ 175699 h 788789"/>
                  <a:gd name="connsiteX4706" fmla="*/ 485796 w 1703319"/>
                  <a:gd name="connsiteY4706" fmla="*/ 175337 h 788789"/>
                  <a:gd name="connsiteX4707" fmla="*/ 484357 w 1703319"/>
                  <a:gd name="connsiteY4707" fmla="*/ 174975 h 788789"/>
                  <a:gd name="connsiteX4708" fmla="*/ 484717 w 1703319"/>
                  <a:gd name="connsiteY4708" fmla="*/ 174251 h 788789"/>
                  <a:gd name="connsiteX4709" fmla="*/ 483997 w 1703319"/>
                  <a:gd name="connsiteY4709" fmla="*/ 173166 h 788789"/>
                  <a:gd name="connsiteX4710" fmla="*/ 483278 w 1703319"/>
                  <a:gd name="connsiteY4710" fmla="*/ 172804 h 788789"/>
                  <a:gd name="connsiteX4711" fmla="*/ 482199 w 1703319"/>
                  <a:gd name="connsiteY4711" fmla="*/ 172080 h 788789"/>
                  <a:gd name="connsiteX4712" fmla="*/ 481120 w 1703319"/>
                  <a:gd name="connsiteY4712" fmla="*/ 172442 h 788789"/>
                  <a:gd name="connsiteX4713" fmla="*/ 480760 w 1703319"/>
                  <a:gd name="connsiteY4713" fmla="*/ 171718 h 788789"/>
                  <a:gd name="connsiteX4714" fmla="*/ 480041 w 1703319"/>
                  <a:gd name="connsiteY4714" fmla="*/ 170633 h 788789"/>
                  <a:gd name="connsiteX4715" fmla="*/ 479681 w 1703319"/>
                  <a:gd name="connsiteY4715" fmla="*/ 170271 h 788789"/>
                  <a:gd name="connsiteX4716" fmla="*/ 479321 w 1703319"/>
                  <a:gd name="connsiteY4716" fmla="*/ 169909 h 788789"/>
                  <a:gd name="connsiteX4717" fmla="*/ 478242 w 1703319"/>
                  <a:gd name="connsiteY4717" fmla="*/ 169909 h 788789"/>
                  <a:gd name="connsiteX4718" fmla="*/ 477883 w 1703319"/>
                  <a:gd name="connsiteY4718" fmla="*/ 169185 h 788789"/>
                  <a:gd name="connsiteX4719" fmla="*/ 477163 w 1703319"/>
                  <a:gd name="connsiteY4719" fmla="*/ 168100 h 788789"/>
                  <a:gd name="connsiteX4720" fmla="*/ 476444 w 1703319"/>
                  <a:gd name="connsiteY4720" fmla="*/ 167738 h 788789"/>
                  <a:gd name="connsiteX4721" fmla="*/ 475725 w 1703319"/>
                  <a:gd name="connsiteY4721" fmla="*/ 167376 h 788789"/>
                  <a:gd name="connsiteX4722" fmla="*/ 475365 w 1703319"/>
                  <a:gd name="connsiteY4722" fmla="*/ 168462 h 788789"/>
                  <a:gd name="connsiteX4723" fmla="*/ 475365 w 1703319"/>
                  <a:gd name="connsiteY4723" fmla="*/ 169185 h 788789"/>
                  <a:gd name="connsiteX4724" fmla="*/ 473926 w 1703319"/>
                  <a:gd name="connsiteY4724" fmla="*/ 169547 h 788789"/>
                  <a:gd name="connsiteX4725" fmla="*/ 473207 w 1703319"/>
                  <a:gd name="connsiteY4725" fmla="*/ 169547 h 788789"/>
                  <a:gd name="connsiteX4726" fmla="*/ 473207 w 1703319"/>
                  <a:gd name="connsiteY4726" fmla="*/ 170271 h 788789"/>
                  <a:gd name="connsiteX4727" fmla="*/ 473926 w 1703319"/>
                  <a:gd name="connsiteY4727" fmla="*/ 170633 h 788789"/>
                  <a:gd name="connsiteX4728" fmla="*/ 474646 w 1703319"/>
                  <a:gd name="connsiteY4728" fmla="*/ 170995 h 788789"/>
                  <a:gd name="connsiteX4729" fmla="*/ 474646 w 1703319"/>
                  <a:gd name="connsiteY4729" fmla="*/ 172080 h 788789"/>
                  <a:gd name="connsiteX4730" fmla="*/ 474646 w 1703319"/>
                  <a:gd name="connsiteY4730" fmla="*/ 172442 h 788789"/>
                  <a:gd name="connsiteX4731" fmla="*/ 473926 w 1703319"/>
                  <a:gd name="connsiteY4731" fmla="*/ 172804 h 788789"/>
                  <a:gd name="connsiteX4732" fmla="*/ 472488 w 1703319"/>
                  <a:gd name="connsiteY4732" fmla="*/ 172804 h 788789"/>
                  <a:gd name="connsiteX4733" fmla="*/ 471768 w 1703319"/>
                  <a:gd name="connsiteY4733" fmla="*/ 172442 h 788789"/>
                  <a:gd name="connsiteX4734" fmla="*/ 471049 w 1703319"/>
                  <a:gd name="connsiteY4734" fmla="*/ 172080 h 788789"/>
                  <a:gd name="connsiteX4735" fmla="*/ 470689 w 1703319"/>
                  <a:gd name="connsiteY4735" fmla="*/ 171356 h 788789"/>
                  <a:gd name="connsiteX4736" fmla="*/ 469970 w 1703319"/>
                  <a:gd name="connsiteY4736" fmla="*/ 170995 h 788789"/>
                  <a:gd name="connsiteX4737" fmla="*/ 469251 w 1703319"/>
                  <a:gd name="connsiteY4737" fmla="*/ 170633 h 788789"/>
                  <a:gd name="connsiteX4738" fmla="*/ 469610 w 1703319"/>
                  <a:gd name="connsiteY4738" fmla="*/ 171356 h 788789"/>
                  <a:gd name="connsiteX4739" fmla="*/ 469970 w 1703319"/>
                  <a:gd name="connsiteY4739" fmla="*/ 171718 h 788789"/>
                  <a:gd name="connsiteX4740" fmla="*/ 470689 w 1703319"/>
                  <a:gd name="connsiteY4740" fmla="*/ 172442 h 788789"/>
                  <a:gd name="connsiteX4741" fmla="*/ 471049 w 1703319"/>
                  <a:gd name="connsiteY4741" fmla="*/ 172804 h 788789"/>
                  <a:gd name="connsiteX4742" fmla="*/ 471768 w 1703319"/>
                  <a:gd name="connsiteY4742" fmla="*/ 173166 h 788789"/>
                  <a:gd name="connsiteX4743" fmla="*/ 471768 w 1703319"/>
                  <a:gd name="connsiteY4743" fmla="*/ 173889 h 788789"/>
                  <a:gd name="connsiteX4744" fmla="*/ 472488 w 1703319"/>
                  <a:gd name="connsiteY4744" fmla="*/ 174975 h 788789"/>
                  <a:gd name="connsiteX4745" fmla="*/ 473207 w 1703319"/>
                  <a:gd name="connsiteY4745" fmla="*/ 174613 h 788789"/>
                  <a:gd name="connsiteX4746" fmla="*/ 474286 w 1703319"/>
                  <a:gd name="connsiteY4746" fmla="*/ 174975 h 788789"/>
                  <a:gd name="connsiteX4747" fmla="*/ 475005 w 1703319"/>
                  <a:gd name="connsiteY4747" fmla="*/ 175699 h 788789"/>
                  <a:gd name="connsiteX4748" fmla="*/ 475365 w 1703319"/>
                  <a:gd name="connsiteY4748" fmla="*/ 176061 h 788789"/>
                  <a:gd name="connsiteX4749" fmla="*/ 475365 w 1703319"/>
                  <a:gd name="connsiteY4749" fmla="*/ 177146 h 788789"/>
                  <a:gd name="connsiteX4750" fmla="*/ 476084 w 1703319"/>
                  <a:gd name="connsiteY4750" fmla="*/ 177870 h 788789"/>
                  <a:gd name="connsiteX4751" fmla="*/ 476804 w 1703319"/>
                  <a:gd name="connsiteY4751" fmla="*/ 178232 h 788789"/>
                  <a:gd name="connsiteX4752" fmla="*/ 476804 w 1703319"/>
                  <a:gd name="connsiteY4752" fmla="*/ 179317 h 788789"/>
                  <a:gd name="connsiteX4753" fmla="*/ 477163 w 1703319"/>
                  <a:gd name="connsiteY4753" fmla="*/ 180403 h 788789"/>
                  <a:gd name="connsiteX4754" fmla="*/ 478242 w 1703319"/>
                  <a:gd name="connsiteY4754" fmla="*/ 180403 h 788789"/>
                  <a:gd name="connsiteX4755" fmla="*/ 479321 w 1703319"/>
                  <a:gd name="connsiteY4755" fmla="*/ 180765 h 788789"/>
                  <a:gd name="connsiteX4756" fmla="*/ 480041 w 1703319"/>
                  <a:gd name="connsiteY4756" fmla="*/ 181488 h 788789"/>
                  <a:gd name="connsiteX4757" fmla="*/ 480760 w 1703319"/>
                  <a:gd name="connsiteY4757" fmla="*/ 181488 h 788789"/>
                  <a:gd name="connsiteX4758" fmla="*/ 481480 w 1703319"/>
                  <a:gd name="connsiteY4758" fmla="*/ 180765 h 788789"/>
                  <a:gd name="connsiteX4759" fmla="*/ 481839 w 1703319"/>
                  <a:gd name="connsiteY4759" fmla="*/ 181488 h 788789"/>
                  <a:gd name="connsiteX4760" fmla="*/ 482559 w 1703319"/>
                  <a:gd name="connsiteY4760" fmla="*/ 181850 h 788789"/>
                  <a:gd name="connsiteX4761" fmla="*/ 483997 w 1703319"/>
                  <a:gd name="connsiteY4761" fmla="*/ 182936 h 788789"/>
                  <a:gd name="connsiteX4762" fmla="*/ 483997 w 1703319"/>
                  <a:gd name="connsiteY4762" fmla="*/ 184021 h 788789"/>
                  <a:gd name="connsiteX4763" fmla="*/ 483638 w 1703319"/>
                  <a:gd name="connsiteY4763" fmla="*/ 184745 h 788789"/>
                  <a:gd name="connsiteX4764" fmla="*/ 483638 w 1703319"/>
                  <a:gd name="connsiteY4764" fmla="*/ 185469 h 788789"/>
                  <a:gd name="connsiteX4765" fmla="*/ 484357 w 1703319"/>
                  <a:gd name="connsiteY4765" fmla="*/ 186193 h 788789"/>
                  <a:gd name="connsiteX4766" fmla="*/ 485436 w 1703319"/>
                  <a:gd name="connsiteY4766" fmla="*/ 186554 h 788789"/>
                  <a:gd name="connsiteX4767" fmla="*/ 485796 w 1703319"/>
                  <a:gd name="connsiteY4767" fmla="*/ 187640 h 788789"/>
                  <a:gd name="connsiteX4768" fmla="*/ 485796 w 1703319"/>
                  <a:gd name="connsiteY4768" fmla="*/ 188364 h 788789"/>
                  <a:gd name="connsiteX4769" fmla="*/ 486155 w 1703319"/>
                  <a:gd name="connsiteY4769" fmla="*/ 189087 h 788789"/>
                  <a:gd name="connsiteX4770" fmla="*/ 486875 w 1703319"/>
                  <a:gd name="connsiteY4770" fmla="*/ 189811 h 788789"/>
                  <a:gd name="connsiteX4771" fmla="*/ 487234 w 1703319"/>
                  <a:gd name="connsiteY4771" fmla="*/ 190897 h 788789"/>
                  <a:gd name="connsiteX4772" fmla="*/ 486875 w 1703319"/>
                  <a:gd name="connsiteY4772" fmla="*/ 192344 h 788789"/>
                  <a:gd name="connsiteX4773" fmla="*/ 486155 w 1703319"/>
                  <a:gd name="connsiteY4773" fmla="*/ 192344 h 788789"/>
                  <a:gd name="connsiteX4774" fmla="*/ 485436 w 1703319"/>
                  <a:gd name="connsiteY4774" fmla="*/ 192706 h 788789"/>
                  <a:gd name="connsiteX4775" fmla="*/ 485796 w 1703319"/>
                  <a:gd name="connsiteY4775" fmla="*/ 193430 h 788789"/>
                  <a:gd name="connsiteX4776" fmla="*/ 486155 w 1703319"/>
                  <a:gd name="connsiteY4776" fmla="*/ 194153 h 788789"/>
                  <a:gd name="connsiteX4777" fmla="*/ 485796 w 1703319"/>
                  <a:gd name="connsiteY4777" fmla="*/ 195601 h 788789"/>
                  <a:gd name="connsiteX4778" fmla="*/ 484717 w 1703319"/>
                  <a:gd name="connsiteY4778" fmla="*/ 194877 h 788789"/>
                  <a:gd name="connsiteX4779" fmla="*/ 484357 w 1703319"/>
                  <a:gd name="connsiteY4779" fmla="*/ 195239 h 788789"/>
                  <a:gd name="connsiteX4780" fmla="*/ 484717 w 1703319"/>
                  <a:gd name="connsiteY4780" fmla="*/ 196325 h 788789"/>
                  <a:gd name="connsiteX4781" fmla="*/ 485076 w 1703319"/>
                  <a:gd name="connsiteY4781" fmla="*/ 196686 h 788789"/>
                  <a:gd name="connsiteX4782" fmla="*/ 485796 w 1703319"/>
                  <a:gd name="connsiteY4782" fmla="*/ 197049 h 788789"/>
                  <a:gd name="connsiteX4783" fmla="*/ 485796 w 1703319"/>
                  <a:gd name="connsiteY4783" fmla="*/ 197772 h 788789"/>
                  <a:gd name="connsiteX4784" fmla="*/ 485436 w 1703319"/>
                  <a:gd name="connsiteY4784" fmla="*/ 198858 h 788789"/>
                  <a:gd name="connsiteX4785" fmla="*/ 485076 w 1703319"/>
                  <a:gd name="connsiteY4785" fmla="*/ 198134 h 788789"/>
                  <a:gd name="connsiteX4786" fmla="*/ 484717 w 1703319"/>
                  <a:gd name="connsiteY4786" fmla="*/ 197772 h 788789"/>
                  <a:gd name="connsiteX4787" fmla="*/ 483997 w 1703319"/>
                  <a:gd name="connsiteY4787" fmla="*/ 197410 h 788789"/>
                  <a:gd name="connsiteX4788" fmla="*/ 483638 w 1703319"/>
                  <a:gd name="connsiteY4788" fmla="*/ 196686 h 788789"/>
                  <a:gd name="connsiteX4789" fmla="*/ 482918 w 1703319"/>
                  <a:gd name="connsiteY4789" fmla="*/ 196325 h 788789"/>
                  <a:gd name="connsiteX4790" fmla="*/ 482199 w 1703319"/>
                  <a:gd name="connsiteY4790" fmla="*/ 195963 h 788789"/>
                  <a:gd name="connsiteX4791" fmla="*/ 481839 w 1703319"/>
                  <a:gd name="connsiteY4791" fmla="*/ 195239 h 788789"/>
                  <a:gd name="connsiteX4792" fmla="*/ 480760 w 1703319"/>
                  <a:gd name="connsiteY4792" fmla="*/ 194877 h 788789"/>
                  <a:gd name="connsiteX4793" fmla="*/ 479681 w 1703319"/>
                  <a:gd name="connsiteY4793" fmla="*/ 194877 h 788789"/>
                  <a:gd name="connsiteX4794" fmla="*/ 478242 w 1703319"/>
                  <a:gd name="connsiteY4794" fmla="*/ 193792 h 788789"/>
                  <a:gd name="connsiteX4795" fmla="*/ 477163 w 1703319"/>
                  <a:gd name="connsiteY4795" fmla="*/ 193430 h 788789"/>
                  <a:gd name="connsiteX4796" fmla="*/ 475005 w 1703319"/>
                  <a:gd name="connsiteY4796" fmla="*/ 192344 h 788789"/>
                  <a:gd name="connsiteX4797" fmla="*/ 472128 w 1703319"/>
                  <a:gd name="connsiteY4797" fmla="*/ 190897 h 788789"/>
                  <a:gd name="connsiteX4798" fmla="*/ 471409 w 1703319"/>
                  <a:gd name="connsiteY4798" fmla="*/ 190173 h 788789"/>
                  <a:gd name="connsiteX4799" fmla="*/ 470330 w 1703319"/>
                  <a:gd name="connsiteY4799" fmla="*/ 189811 h 788789"/>
                  <a:gd name="connsiteX4800" fmla="*/ 469251 w 1703319"/>
                  <a:gd name="connsiteY4800" fmla="*/ 189449 h 788789"/>
                  <a:gd name="connsiteX4801" fmla="*/ 468172 w 1703319"/>
                  <a:gd name="connsiteY4801" fmla="*/ 189087 h 788789"/>
                  <a:gd name="connsiteX4802" fmla="*/ 467452 w 1703319"/>
                  <a:gd name="connsiteY4802" fmla="*/ 189449 h 788789"/>
                  <a:gd name="connsiteX4803" fmla="*/ 467812 w 1703319"/>
                  <a:gd name="connsiteY4803" fmla="*/ 190173 h 788789"/>
                  <a:gd name="connsiteX4804" fmla="*/ 468172 w 1703319"/>
                  <a:gd name="connsiteY4804" fmla="*/ 190535 h 788789"/>
                  <a:gd name="connsiteX4805" fmla="*/ 468891 w 1703319"/>
                  <a:gd name="connsiteY4805" fmla="*/ 191620 h 788789"/>
                  <a:gd name="connsiteX4806" fmla="*/ 469970 w 1703319"/>
                  <a:gd name="connsiteY4806" fmla="*/ 192344 h 788789"/>
                  <a:gd name="connsiteX4807" fmla="*/ 470330 w 1703319"/>
                  <a:gd name="connsiteY4807" fmla="*/ 193430 h 788789"/>
                  <a:gd name="connsiteX4808" fmla="*/ 473207 w 1703319"/>
                  <a:gd name="connsiteY4808" fmla="*/ 194877 h 788789"/>
                  <a:gd name="connsiteX4809" fmla="*/ 474646 w 1703319"/>
                  <a:gd name="connsiteY4809" fmla="*/ 195601 h 788789"/>
                  <a:gd name="connsiteX4810" fmla="*/ 475365 w 1703319"/>
                  <a:gd name="connsiteY4810" fmla="*/ 196686 h 788789"/>
                  <a:gd name="connsiteX4811" fmla="*/ 478962 w 1703319"/>
                  <a:gd name="connsiteY4811" fmla="*/ 199582 h 788789"/>
                  <a:gd name="connsiteX4812" fmla="*/ 479321 w 1703319"/>
                  <a:gd name="connsiteY4812" fmla="*/ 200305 h 788789"/>
                  <a:gd name="connsiteX4813" fmla="*/ 479681 w 1703319"/>
                  <a:gd name="connsiteY4813" fmla="*/ 201391 h 788789"/>
                  <a:gd name="connsiteX4814" fmla="*/ 479681 w 1703319"/>
                  <a:gd name="connsiteY4814" fmla="*/ 202115 h 788789"/>
                  <a:gd name="connsiteX4815" fmla="*/ 479321 w 1703319"/>
                  <a:gd name="connsiteY4815" fmla="*/ 202838 h 788789"/>
                  <a:gd name="connsiteX4816" fmla="*/ 478962 w 1703319"/>
                  <a:gd name="connsiteY4816" fmla="*/ 203200 h 788789"/>
                  <a:gd name="connsiteX4817" fmla="*/ 478242 w 1703319"/>
                  <a:gd name="connsiteY4817" fmla="*/ 202838 h 788789"/>
                  <a:gd name="connsiteX4818" fmla="*/ 476804 w 1703319"/>
                  <a:gd name="connsiteY4818" fmla="*/ 202476 h 788789"/>
                  <a:gd name="connsiteX4819" fmla="*/ 475365 w 1703319"/>
                  <a:gd name="connsiteY4819" fmla="*/ 201391 h 788789"/>
                  <a:gd name="connsiteX4820" fmla="*/ 474286 w 1703319"/>
                  <a:gd name="connsiteY4820" fmla="*/ 201391 h 788789"/>
                  <a:gd name="connsiteX4821" fmla="*/ 473207 w 1703319"/>
                  <a:gd name="connsiteY4821" fmla="*/ 201029 h 788789"/>
                  <a:gd name="connsiteX4822" fmla="*/ 471768 w 1703319"/>
                  <a:gd name="connsiteY4822" fmla="*/ 201029 h 788789"/>
                  <a:gd name="connsiteX4823" fmla="*/ 471049 w 1703319"/>
                  <a:gd name="connsiteY4823" fmla="*/ 201029 h 788789"/>
                  <a:gd name="connsiteX4824" fmla="*/ 470330 w 1703319"/>
                  <a:gd name="connsiteY4824" fmla="*/ 200667 h 788789"/>
                  <a:gd name="connsiteX4825" fmla="*/ 469251 w 1703319"/>
                  <a:gd name="connsiteY4825" fmla="*/ 200667 h 788789"/>
                  <a:gd name="connsiteX4826" fmla="*/ 467452 w 1703319"/>
                  <a:gd name="connsiteY4826" fmla="*/ 200305 h 788789"/>
                  <a:gd name="connsiteX4827" fmla="*/ 466373 w 1703319"/>
                  <a:gd name="connsiteY4827" fmla="*/ 199220 h 788789"/>
                  <a:gd name="connsiteX4828" fmla="*/ 465294 w 1703319"/>
                  <a:gd name="connsiteY4828" fmla="*/ 198858 h 788789"/>
                  <a:gd name="connsiteX4829" fmla="*/ 464575 w 1703319"/>
                  <a:gd name="connsiteY4829" fmla="*/ 198496 h 788789"/>
                  <a:gd name="connsiteX4830" fmla="*/ 463856 w 1703319"/>
                  <a:gd name="connsiteY4830" fmla="*/ 197772 h 788789"/>
                  <a:gd name="connsiteX4831" fmla="*/ 462417 w 1703319"/>
                  <a:gd name="connsiteY4831" fmla="*/ 196686 h 788789"/>
                  <a:gd name="connsiteX4832" fmla="*/ 461338 w 1703319"/>
                  <a:gd name="connsiteY4832" fmla="*/ 196686 h 788789"/>
                  <a:gd name="connsiteX4833" fmla="*/ 460619 w 1703319"/>
                  <a:gd name="connsiteY4833" fmla="*/ 196686 h 788789"/>
                  <a:gd name="connsiteX4834" fmla="*/ 460259 w 1703319"/>
                  <a:gd name="connsiteY4834" fmla="*/ 197772 h 788789"/>
                  <a:gd name="connsiteX4835" fmla="*/ 459899 w 1703319"/>
                  <a:gd name="connsiteY4835" fmla="*/ 198134 h 788789"/>
                  <a:gd name="connsiteX4836" fmla="*/ 458461 w 1703319"/>
                  <a:gd name="connsiteY4836" fmla="*/ 198134 h 788789"/>
                  <a:gd name="connsiteX4837" fmla="*/ 458101 w 1703319"/>
                  <a:gd name="connsiteY4837" fmla="*/ 197410 h 788789"/>
                  <a:gd name="connsiteX4838" fmla="*/ 457382 w 1703319"/>
                  <a:gd name="connsiteY4838" fmla="*/ 196686 h 788789"/>
                  <a:gd name="connsiteX4839" fmla="*/ 457741 w 1703319"/>
                  <a:gd name="connsiteY4839" fmla="*/ 195963 h 788789"/>
                  <a:gd name="connsiteX4840" fmla="*/ 457022 w 1703319"/>
                  <a:gd name="connsiteY4840" fmla="*/ 195239 h 788789"/>
                  <a:gd name="connsiteX4841" fmla="*/ 456662 w 1703319"/>
                  <a:gd name="connsiteY4841" fmla="*/ 194153 h 788789"/>
                  <a:gd name="connsiteX4842" fmla="*/ 455583 w 1703319"/>
                  <a:gd name="connsiteY4842" fmla="*/ 194153 h 788789"/>
                  <a:gd name="connsiteX4843" fmla="*/ 454145 w 1703319"/>
                  <a:gd name="connsiteY4843" fmla="*/ 193430 h 788789"/>
                  <a:gd name="connsiteX4844" fmla="*/ 452706 w 1703319"/>
                  <a:gd name="connsiteY4844" fmla="*/ 192344 h 788789"/>
                  <a:gd name="connsiteX4845" fmla="*/ 453066 w 1703319"/>
                  <a:gd name="connsiteY4845" fmla="*/ 191620 h 788789"/>
                  <a:gd name="connsiteX4846" fmla="*/ 454504 w 1703319"/>
                  <a:gd name="connsiteY4846" fmla="*/ 191259 h 788789"/>
                  <a:gd name="connsiteX4847" fmla="*/ 455583 w 1703319"/>
                  <a:gd name="connsiteY4847" fmla="*/ 190535 h 788789"/>
                  <a:gd name="connsiteX4848" fmla="*/ 454504 w 1703319"/>
                  <a:gd name="connsiteY4848" fmla="*/ 189811 h 788789"/>
                  <a:gd name="connsiteX4849" fmla="*/ 453785 w 1703319"/>
                  <a:gd name="connsiteY4849" fmla="*/ 189449 h 788789"/>
                  <a:gd name="connsiteX4850" fmla="*/ 452346 w 1703319"/>
                  <a:gd name="connsiteY4850" fmla="*/ 189087 h 788789"/>
                  <a:gd name="connsiteX4851" fmla="*/ 450908 w 1703319"/>
                  <a:gd name="connsiteY4851" fmla="*/ 189449 h 788789"/>
                  <a:gd name="connsiteX4852" fmla="*/ 449829 w 1703319"/>
                  <a:gd name="connsiteY4852" fmla="*/ 189811 h 788789"/>
                  <a:gd name="connsiteX4853" fmla="*/ 449469 w 1703319"/>
                  <a:gd name="connsiteY4853" fmla="*/ 189087 h 788789"/>
                  <a:gd name="connsiteX4854" fmla="*/ 449469 w 1703319"/>
                  <a:gd name="connsiteY4854" fmla="*/ 188002 h 788789"/>
                  <a:gd name="connsiteX4855" fmla="*/ 448390 w 1703319"/>
                  <a:gd name="connsiteY4855" fmla="*/ 187640 h 788789"/>
                  <a:gd name="connsiteX4856" fmla="*/ 447671 w 1703319"/>
                  <a:gd name="connsiteY4856" fmla="*/ 186916 h 788789"/>
                  <a:gd name="connsiteX4857" fmla="*/ 448750 w 1703319"/>
                  <a:gd name="connsiteY4857" fmla="*/ 186554 h 788789"/>
                  <a:gd name="connsiteX4858" fmla="*/ 448030 w 1703319"/>
                  <a:gd name="connsiteY4858" fmla="*/ 186554 h 788789"/>
                  <a:gd name="connsiteX4859" fmla="*/ 446232 w 1703319"/>
                  <a:gd name="connsiteY4859" fmla="*/ 185469 h 788789"/>
                  <a:gd name="connsiteX4860" fmla="*/ 445872 w 1703319"/>
                  <a:gd name="connsiteY4860" fmla="*/ 184021 h 788789"/>
                  <a:gd name="connsiteX4861" fmla="*/ 445872 w 1703319"/>
                  <a:gd name="connsiteY4861" fmla="*/ 183660 h 788789"/>
                  <a:gd name="connsiteX4862" fmla="*/ 444074 w 1703319"/>
                  <a:gd name="connsiteY4862" fmla="*/ 183298 h 788789"/>
                  <a:gd name="connsiteX4863" fmla="*/ 443355 w 1703319"/>
                  <a:gd name="connsiteY4863" fmla="*/ 182936 h 788789"/>
                  <a:gd name="connsiteX4864" fmla="*/ 443355 w 1703319"/>
                  <a:gd name="connsiteY4864" fmla="*/ 183660 h 788789"/>
                  <a:gd name="connsiteX4865" fmla="*/ 442635 w 1703319"/>
                  <a:gd name="connsiteY4865" fmla="*/ 184383 h 788789"/>
                  <a:gd name="connsiteX4866" fmla="*/ 441916 w 1703319"/>
                  <a:gd name="connsiteY4866" fmla="*/ 183298 h 788789"/>
                  <a:gd name="connsiteX4867" fmla="*/ 441556 w 1703319"/>
                  <a:gd name="connsiteY4867" fmla="*/ 182574 h 788789"/>
                  <a:gd name="connsiteX4868" fmla="*/ 441197 w 1703319"/>
                  <a:gd name="connsiteY4868" fmla="*/ 181850 h 788789"/>
                  <a:gd name="connsiteX4869" fmla="*/ 439398 w 1703319"/>
                  <a:gd name="connsiteY4869" fmla="*/ 180403 h 788789"/>
                  <a:gd name="connsiteX4870" fmla="*/ 438679 w 1703319"/>
                  <a:gd name="connsiteY4870" fmla="*/ 181127 h 788789"/>
                  <a:gd name="connsiteX4871" fmla="*/ 439039 w 1703319"/>
                  <a:gd name="connsiteY4871" fmla="*/ 181850 h 788789"/>
                  <a:gd name="connsiteX4872" fmla="*/ 439758 w 1703319"/>
                  <a:gd name="connsiteY4872" fmla="*/ 182212 h 788789"/>
                  <a:gd name="connsiteX4873" fmla="*/ 440118 w 1703319"/>
                  <a:gd name="connsiteY4873" fmla="*/ 183298 h 788789"/>
                  <a:gd name="connsiteX4874" fmla="*/ 439758 w 1703319"/>
                  <a:gd name="connsiteY4874" fmla="*/ 184021 h 788789"/>
                  <a:gd name="connsiteX4875" fmla="*/ 438679 w 1703319"/>
                  <a:gd name="connsiteY4875" fmla="*/ 184021 h 788789"/>
                  <a:gd name="connsiteX4876" fmla="*/ 437960 w 1703319"/>
                  <a:gd name="connsiteY4876" fmla="*/ 184021 h 788789"/>
                  <a:gd name="connsiteX4877" fmla="*/ 436881 w 1703319"/>
                  <a:gd name="connsiteY4877" fmla="*/ 184383 h 788789"/>
                  <a:gd name="connsiteX4878" fmla="*/ 435802 w 1703319"/>
                  <a:gd name="connsiteY4878" fmla="*/ 183660 h 788789"/>
                  <a:gd name="connsiteX4879" fmla="*/ 435082 w 1703319"/>
                  <a:gd name="connsiteY4879" fmla="*/ 183298 h 788789"/>
                  <a:gd name="connsiteX4880" fmla="*/ 434363 w 1703319"/>
                  <a:gd name="connsiteY4880" fmla="*/ 183660 h 788789"/>
                  <a:gd name="connsiteX4881" fmla="*/ 434003 w 1703319"/>
                  <a:gd name="connsiteY4881" fmla="*/ 184383 h 788789"/>
                  <a:gd name="connsiteX4882" fmla="*/ 433284 w 1703319"/>
                  <a:gd name="connsiteY4882" fmla="*/ 185107 h 788789"/>
                  <a:gd name="connsiteX4883" fmla="*/ 431126 w 1703319"/>
                  <a:gd name="connsiteY4883" fmla="*/ 185469 h 788789"/>
                  <a:gd name="connsiteX4884" fmla="*/ 430047 w 1703319"/>
                  <a:gd name="connsiteY4884" fmla="*/ 184745 h 788789"/>
                  <a:gd name="connsiteX4885" fmla="*/ 429327 w 1703319"/>
                  <a:gd name="connsiteY4885" fmla="*/ 184745 h 788789"/>
                  <a:gd name="connsiteX4886" fmla="*/ 427889 w 1703319"/>
                  <a:gd name="connsiteY4886" fmla="*/ 185107 h 788789"/>
                  <a:gd name="connsiteX4887" fmla="*/ 426810 w 1703319"/>
                  <a:gd name="connsiteY4887" fmla="*/ 185469 h 788789"/>
                  <a:gd name="connsiteX4888" fmla="*/ 426450 w 1703319"/>
                  <a:gd name="connsiteY4888" fmla="*/ 184745 h 788789"/>
                  <a:gd name="connsiteX4889" fmla="*/ 425371 w 1703319"/>
                  <a:gd name="connsiteY4889" fmla="*/ 184383 h 788789"/>
                  <a:gd name="connsiteX4890" fmla="*/ 424652 w 1703319"/>
                  <a:gd name="connsiteY4890" fmla="*/ 184383 h 788789"/>
                  <a:gd name="connsiteX4891" fmla="*/ 423573 w 1703319"/>
                  <a:gd name="connsiteY4891" fmla="*/ 184021 h 788789"/>
                  <a:gd name="connsiteX4892" fmla="*/ 423213 w 1703319"/>
                  <a:gd name="connsiteY4892" fmla="*/ 182574 h 788789"/>
                  <a:gd name="connsiteX4893" fmla="*/ 423932 w 1703319"/>
                  <a:gd name="connsiteY4893" fmla="*/ 180403 h 788789"/>
                  <a:gd name="connsiteX4894" fmla="*/ 424652 w 1703319"/>
                  <a:gd name="connsiteY4894" fmla="*/ 179679 h 788789"/>
                  <a:gd name="connsiteX4895" fmla="*/ 426090 w 1703319"/>
                  <a:gd name="connsiteY4895" fmla="*/ 178955 h 788789"/>
                  <a:gd name="connsiteX4896" fmla="*/ 426450 w 1703319"/>
                  <a:gd name="connsiteY4896" fmla="*/ 178232 h 788789"/>
                  <a:gd name="connsiteX4897" fmla="*/ 426810 w 1703319"/>
                  <a:gd name="connsiteY4897" fmla="*/ 177146 h 788789"/>
                  <a:gd name="connsiteX4898" fmla="*/ 427889 w 1703319"/>
                  <a:gd name="connsiteY4898" fmla="*/ 177146 h 788789"/>
                  <a:gd name="connsiteX4899" fmla="*/ 429687 w 1703319"/>
                  <a:gd name="connsiteY4899" fmla="*/ 176422 h 788789"/>
                  <a:gd name="connsiteX4900" fmla="*/ 431126 w 1703319"/>
                  <a:gd name="connsiteY4900" fmla="*/ 176784 h 788789"/>
                  <a:gd name="connsiteX4901" fmla="*/ 432205 w 1703319"/>
                  <a:gd name="connsiteY4901" fmla="*/ 177146 h 788789"/>
                  <a:gd name="connsiteX4902" fmla="*/ 433284 w 1703319"/>
                  <a:gd name="connsiteY4902" fmla="*/ 178232 h 788789"/>
                  <a:gd name="connsiteX4903" fmla="*/ 434723 w 1703319"/>
                  <a:gd name="connsiteY4903" fmla="*/ 178955 h 788789"/>
                  <a:gd name="connsiteX4904" fmla="*/ 435442 w 1703319"/>
                  <a:gd name="connsiteY4904" fmla="*/ 180041 h 788789"/>
                  <a:gd name="connsiteX4905" fmla="*/ 436521 w 1703319"/>
                  <a:gd name="connsiteY4905" fmla="*/ 180403 h 788789"/>
                  <a:gd name="connsiteX4906" fmla="*/ 436881 w 1703319"/>
                  <a:gd name="connsiteY4906" fmla="*/ 180041 h 788789"/>
                  <a:gd name="connsiteX4907" fmla="*/ 437240 w 1703319"/>
                  <a:gd name="connsiteY4907" fmla="*/ 178955 h 788789"/>
                  <a:gd name="connsiteX4908" fmla="*/ 436161 w 1703319"/>
                  <a:gd name="connsiteY4908" fmla="*/ 178955 h 788789"/>
                  <a:gd name="connsiteX4909" fmla="*/ 436161 w 1703319"/>
                  <a:gd name="connsiteY4909" fmla="*/ 178232 h 788789"/>
                  <a:gd name="connsiteX4910" fmla="*/ 436881 w 1703319"/>
                  <a:gd name="connsiteY4910" fmla="*/ 177870 h 788789"/>
                  <a:gd name="connsiteX4911" fmla="*/ 437240 w 1703319"/>
                  <a:gd name="connsiteY4911" fmla="*/ 177146 h 788789"/>
                  <a:gd name="connsiteX4912" fmla="*/ 437960 w 1703319"/>
                  <a:gd name="connsiteY4912" fmla="*/ 177146 h 788789"/>
                  <a:gd name="connsiteX4913" fmla="*/ 438679 w 1703319"/>
                  <a:gd name="connsiteY4913" fmla="*/ 177146 h 788789"/>
                  <a:gd name="connsiteX4914" fmla="*/ 439758 w 1703319"/>
                  <a:gd name="connsiteY4914" fmla="*/ 177146 h 788789"/>
                  <a:gd name="connsiteX4915" fmla="*/ 441197 w 1703319"/>
                  <a:gd name="connsiteY4915" fmla="*/ 176784 h 788789"/>
                  <a:gd name="connsiteX4916" fmla="*/ 441556 w 1703319"/>
                  <a:gd name="connsiteY4916" fmla="*/ 176061 h 788789"/>
                  <a:gd name="connsiteX4917" fmla="*/ 442276 w 1703319"/>
                  <a:gd name="connsiteY4917" fmla="*/ 176061 h 788789"/>
                  <a:gd name="connsiteX4918" fmla="*/ 443355 w 1703319"/>
                  <a:gd name="connsiteY4918" fmla="*/ 175699 h 788789"/>
                  <a:gd name="connsiteX4919" fmla="*/ 444434 w 1703319"/>
                  <a:gd name="connsiteY4919" fmla="*/ 174613 h 788789"/>
                  <a:gd name="connsiteX4920" fmla="*/ 443714 w 1703319"/>
                  <a:gd name="connsiteY4920" fmla="*/ 173528 h 788789"/>
                  <a:gd name="connsiteX4921" fmla="*/ 442635 w 1703319"/>
                  <a:gd name="connsiteY4921" fmla="*/ 172442 h 788789"/>
                  <a:gd name="connsiteX4922" fmla="*/ 441197 w 1703319"/>
                  <a:gd name="connsiteY4922" fmla="*/ 171356 h 788789"/>
                  <a:gd name="connsiteX4923" fmla="*/ 441197 w 1703319"/>
                  <a:gd name="connsiteY4923" fmla="*/ 170633 h 788789"/>
                  <a:gd name="connsiteX4924" fmla="*/ 441916 w 1703319"/>
                  <a:gd name="connsiteY4924" fmla="*/ 169547 h 788789"/>
                  <a:gd name="connsiteX4925" fmla="*/ 443714 w 1703319"/>
                  <a:gd name="connsiteY4925" fmla="*/ 168823 h 788789"/>
                  <a:gd name="connsiteX4926" fmla="*/ 445153 w 1703319"/>
                  <a:gd name="connsiteY4926" fmla="*/ 167376 h 788789"/>
                  <a:gd name="connsiteX4927" fmla="*/ 446592 w 1703319"/>
                  <a:gd name="connsiteY4927" fmla="*/ 166290 h 788789"/>
                  <a:gd name="connsiteX4928" fmla="*/ 447311 w 1703319"/>
                  <a:gd name="connsiteY4928" fmla="*/ 165929 h 788789"/>
                  <a:gd name="connsiteX4929" fmla="*/ 447311 w 1703319"/>
                  <a:gd name="connsiteY4929" fmla="*/ 165567 h 788789"/>
                  <a:gd name="connsiteX4930" fmla="*/ 448390 w 1703319"/>
                  <a:gd name="connsiteY4930" fmla="*/ 164481 h 788789"/>
                  <a:gd name="connsiteX4931" fmla="*/ 449109 w 1703319"/>
                  <a:gd name="connsiteY4931" fmla="*/ 163396 h 788789"/>
                  <a:gd name="connsiteX4932" fmla="*/ 450188 w 1703319"/>
                  <a:gd name="connsiteY4932" fmla="*/ 162672 h 788789"/>
                  <a:gd name="connsiteX4933" fmla="*/ 450908 w 1703319"/>
                  <a:gd name="connsiteY4933" fmla="*/ 161948 h 788789"/>
                  <a:gd name="connsiteX4934" fmla="*/ 450908 w 1703319"/>
                  <a:gd name="connsiteY4934" fmla="*/ 161225 h 788789"/>
                  <a:gd name="connsiteX4935" fmla="*/ 450548 w 1703319"/>
                  <a:gd name="connsiteY4935" fmla="*/ 160139 h 788789"/>
                  <a:gd name="connsiteX4936" fmla="*/ 450188 w 1703319"/>
                  <a:gd name="connsiteY4936" fmla="*/ 158692 h 788789"/>
                  <a:gd name="connsiteX4937" fmla="*/ 449109 w 1703319"/>
                  <a:gd name="connsiteY4937" fmla="*/ 157968 h 788789"/>
                  <a:gd name="connsiteX4938" fmla="*/ 448750 w 1703319"/>
                  <a:gd name="connsiteY4938" fmla="*/ 157244 h 788789"/>
                  <a:gd name="connsiteX4939" fmla="*/ 445872 w 1703319"/>
                  <a:gd name="connsiteY4939" fmla="*/ 153264 h 788789"/>
                  <a:gd name="connsiteX4940" fmla="*/ 444793 w 1703319"/>
                  <a:gd name="connsiteY4940" fmla="*/ 153626 h 788789"/>
                  <a:gd name="connsiteX4941" fmla="*/ 443714 w 1703319"/>
                  <a:gd name="connsiteY4941" fmla="*/ 152902 h 788789"/>
                  <a:gd name="connsiteX4942" fmla="*/ 444074 w 1703319"/>
                  <a:gd name="connsiteY4942" fmla="*/ 152178 h 788789"/>
                  <a:gd name="connsiteX4943" fmla="*/ 443714 w 1703319"/>
                  <a:gd name="connsiteY4943" fmla="*/ 151093 h 788789"/>
                  <a:gd name="connsiteX4944" fmla="*/ 442635 w 1703319"/>
                  <a:gd name="connsiteY4944" fmla="*/ 150369 h 788789"/>
                  <a:gd name="connsiteX4945" fmla="*/ 442276 w 1703319"/>
                  <a:gd name="connsiteY4945" fmla="*/ 151093 h 788789"/>
                  <a:gd name="connsiteX4946" fmla="*/ 441916 w 1703319"/>
                  <a:gd name="connsiteY4946" fmla="*/ 151816 h 788789"/>
                  <a:gd name="connsiteX4947" fmla="*/ 441197 w 1703319"/>
                  <a:gd name="connsiteY4947" fmla="*/ 151454 h 788789"/>
                  <a:gd name="connsiteX4948" fmla="*/ 440837 w 1703319"/>
                  <a:gd name="connsiteY4948" fmla="*/ 151093 h 788789"/>
                  <a:gd name="connsiteX4949" fmla="*/ 440118 w 1703319"/>
                  <a:gd name="connsiteY4949" fmla="*/ 149645 h 788789"/>
                  <a:gd name="connsiteX4950" fmla="*/ 439039 w 1703319"/>
                  <a:gd name="connsiteY4950" fmla="*/ 148921 h 788789"/>
                  <a:gd name="connsiteX4951" fmla="*/ 439398 w 1703319"/>
                  <a:gd name="connsiteY4951" fmla="*/ 148198 h 788789"/>
                  <a:gd name="connsiteX4952" fmla="*/ 437960 w 1703319"/>
                  <a:gd name="connsiteY4952" fmla="*/ 147836 h 788789"/>
                  <a:gd name="connsiteX4953" fmla="*/ 437240 w 1703319"/>
                  <a:gd name="connsiteY4953" fmla="*/ 148198 h 788789"/>
                  <a:gd name="connsiteX4954" fmla="*/ 436881 w 1703319"/>
                  <a:gd name="connsiteY4954" fmla="*/ 147836 h 788789"/>
                  <a:gd name="connsiteX4955" fmla="*/ 436161 w 1703319"/>
                  <a:gd name="connsiteY4955" fmla="*/ 147836 h 788789"/>
                  <a:gd name="connsiteX4956" fmla="*/ 435082 w 1703319"/>
                  <a:gd name="connsiteY4956" fmla="*/ 148560 h 788789"/>
                  <a:gd name="connsiteX4957" fmla="*/ 434003 w 1703319"/>
                  <a:gd name="connsiteY4957" fmla="*/ 149283 h 788789"/>
                  <a:gd name="connsiteX4958" fmla="*/ 430766 w 1703319"/>
                  <a:gd name="connsiteY4958" fmla="*/ 149645 h 788789"/>
                  <a:gd name="connsiteX4959" fmla="*/ 430047 w 1703319"/>
                  <a:gd name="connsiteY4959" fmla="*/ 148560 h 788789"/>
                  <a:gd name="connsiteX4960" fmla="*/ 431126 w 1703319"/>
                  <a:gd name="connsiteY4960" fmla="*/ 147112 h 788789"/>
                  <a:gd name="connsiteX4961" fmla="*/ 432205 w 1703319"/>
                  <a:gd name="connsiteY4961" fmla="*/ 147474 h 788789"/>
                  <a:gd name="connsiteX4962" fmla="*/ 433643 w 1703319"/>
                  <a:gd name="connsiteY4962" fmla="*/ 147474 h 788789"/>
                  <a:gd name="connsiteX4963" fmla="*/ 434363 w 1703319"/>
                  <a:gd name="connsiteY4963" fmla="*/ 147112 h 788789"/>
                  <a:gd name="connsiteX4964" fmla="*/ 435082 w 1703319"/>
                  <a:gd name="connsiteY4964" fmla="*/ 146388 h 788789"/>
                  <a:gd name="connsiteX4965" fmla="*/ 435442 w 1703319"/>
                  <a:gd name="connsiteY4965" fmla="*/ 145665 h 788789"/>
                  <a:gd name="connsiteX4966" fmla="*/ 434363 w 1703319"/>
                  <a:gd name="connsiteY4966" fmla="*/ 144941 h 788789"/>
                  <a:gd name="connsiteX4967" fmla="*/ 433643 w 1703319"/>
                  <a:gd name="connsiteY4967" fmla="*/ 144579 h 788789"/>
                  <a:gd name="connsiteX4968" fmla="*/ 432564 w 1703319"/>
                  <a:gd name="connsiteY4968" fmla="*/ 144579 h 788789"/>
                  <a:gd name="connsiteX4969" fmla="*/ 431126 w 1703319"/>
                  <a:gd name="connsiteY4969" fmla="*/ 143855 h 788789"/>
                  <a:gd name="connsiteX4970" fmla="*/ 431126 w 1703319"/>
                  <a:gd name="connsiteY4970" fmla="*/ 143132 h 788789"/>
                  <a:gd name="connsiteX4971" fmla="*/ 430406 w 1703319"/>
                  <a:gd name="connsiteY4971" fmla="*/ 142408 h 788789"/>
                  <a:gd name="connsiteX4972" fmla="*/ 429327 w 1703319"/>
                  <a:gd name="connsiteY4972" fmla="*/ 142408 h 788789"/>
                  <a:gd name="connsiteX4973" fmla="*/ 429687 w 1703319"/>
                  <a:gd name="connsiteY4973" fmla="*/ 141684 h 788789"/>
                  <a:gd name="connsiteX4974" fmla="*/ 428968 w 1703319"/>
                  <a:gd name="connsiteY4974" fmla="*/ 141684 h 788789"/>
                  <a:gd name="connsiteX4975" fmla="*/ 429327 w 1703319"/>
                  <a:gd name="connsiteY4975" fmla="*/ 140961 h 788789"/>
                  <a:gd name="connsiteX4976" fmla="*/ 428608 w 1703319"/>
                  <a:gd name="connsiteY4976" fmla="*/ 140237 h 788789"/>
                  <a:gd name="connsiteX4977" fmla="*/ 427889 w 1703319"/>
                  <a:gd name="connsiteY4977" fmla="*/ 140237 h 788789"/>
                  <a:gd name="connsiteX4978" fmla="*/ 425371 w 1703319"/>
                  <a:gd name="connsiteY4978" fmla="*/ 140599 h 788789"/>
                  <a:gd name="connsiteX4979" fmla="*/ 425011 w 1703319"/>
                  <a:gd name="connsiteY4979" fmla="*/ 140237 h 788789"/>
                  <a:gd name="connsiteX4980" fmla="*/ 425371 w 1703319"/>
                  <a:gd name="connsiteY4980" fmla="*/ 138428 h 788789"/>
                  <a:gd name="connsiteX4981" fmla="*/ 424652 w 1703319"/>
                  <a:gd name="connsiteY4981" fmla="*/ 137704 h 788789"/>
                  <a:gd name="connsiteX4982" fmla="*/ 423573 w 1703319"/>
                  <a:gd name="connsiteY4982" fmla="*/ 137704 h 788789"/>
                  <a:gd name="connsiteX4983" fmla="*/ 422134 w 1703319"/>
                  <a:gd name="connsiteY4983" fmla="*/ 137704 h 788789"/>
                  <a:gd name="connsiteX4984" fmla="*/ 421774 w 1703319"/>
                  <a:gd name="connsiteY4984" fmla="*/ 136980 h 788789"/>
                  <a:gd name="connsiteX4985" fmla="*/ 421415 w 1703319"/>
                  <a:gd name="connsiteY4985" fmla="*/ 136618 h 788789"/>
                  <a:gd name="connsiteX4986" fmla="*/ 420336 w 1703319"/>
                  <a:gd name="connsiteY4986" fmla="*/ 136256 h 788789"/>
                  <a:gd name="connsiteX4987" fmla="*/ 420695 w 1703319"/>
                  <a:gd name="connsiteY4987" fmla="*/ 135533 h 788789"/>
                  <a:gd name="connsiteX4988" fmla="*/ 419976 w 1703319"/>
                  <a:gd name="connsiteY4988" fmla="*/ 134809 h 788789"/>
                  <a:gd name="connsiteX4989" fmla="*/ 419257 w 1703319"/>
                  <a:gd name="connsiteY4989" fmla="*/ 135533 h 788789"/>
                  <a:gd name="connsiteX4990" fmla="*/ 418537 w 1703319"/>
                  <a:gd name="connsiteY4990" fmla="*/ 135533 h 788789"/>
                  <a:gd name="connsiteX4991" fmla="*/ 417818 w 1703319"/>
                  <a:gd name="connsiteY4991" fmla="*/ 135895 h 788789"/>
                  <a:gd name="connsiteX4992" fmla="*/ 417818 w 1703319"/>
                  <a:gd name="connsiteY4992" fmla="*/ 136618 h 788789"/>
                  <a:gd name="connsiteX4993" fmla="*/ 418897 w 1703319"/>
                  <a:gd name="connsiteY4993" fmla="*/ 136618 h 788789"/>
                  <a:gd name="connsiteX4994" fmla="*/ 419616 w 1703319"/>
                  <a:gd name="connsiteY4994" fmla="*/ 136980 h 788789"/>
                  <a:gd name="connsiteX4995" fmla="*/ 420336 w 1703319"/>
                  <a:gd name="connsiteY4995" fmla="*/ 137704 h 788789"/>
                  <a:gd name="connsiteX4996" fmla="*/ 420695 w 1703319"/>
                  <a:gd name="connsiteY4996" fmla="*/ 138066 h 788789"/>
                  <a:gd name="connsiteX4997" fmla="*/ 420695 w 1703319"/>
                  <a:gd name="connsiteY4997" fmla="*/ 138789 h 788789"/>
                  <a:gd name="connsiteX4998" fmla="*/ 420695 w 1703319"/>
                  <a:gd name="connsiteY4998" fmla="*/ 139513 h 788789"/>
                  <a:gd name="connsiteX4999" fmla="*/ 421055 w 1703319"/>
                  <a:gd name="connsiteY4999" fmla="*/ 140237 h 788789"/>
                  <a:gd name="connsiteX5000" fmla="*/ 419976 w 1703319"/>
                  <a:gd name="connsiteY5000" fmla="*/ 140237 h 788789"/>
                  <a:gd name="connsiteX5001" fmla="*/ 419257 w 1703319"/>
                  <a:gd name="connsiteY5001" fmla="*/ 140599 h 788789"/>
                  <a:gd name="connsiteX5002" fmla="*/ 418178 w 1703319"/>
                  <a:gd name="connsiteY5002" fmla="*/ 140599 h 788789"/>
                  <a:gd name="connsiteX5003" fmla="*/ 417458 w 1703319"/>
                  <a:gd name="connsiteY5003" fmla="*/ 140237 h 788789"/>
                  <a:gd name="connsiteX5004" fmla="*/ 416739 w 1703319"/>
                  <a:gd name="connsiteY5004" fmla="*/ 140237 h 788789"/>
                  <a:gd name="connsiteX5005" fmla="*/ 415300 w 1703319"/>
                  <a:gd name="connsiteY5005" fmla="*/ 139513 h 788789"/>
                  <a:gd name="connsiteX5006" fmla="*/ 414581 w 1703319"/>
                  <a:gd name="connsiteY5006" fmla="*/ 139513 h 788789"/>
                  <a:gd name="connsiteX5007" fmla="*/ 414221 w 1703319"/>
                  <a:gd name="connsiteY5007" fmla="*/ 139513 h 788789"/>
                  <a:gd name="connsiteX5008" fmla="*/ 413502 w 1703319"/>
                  <a:gd name="connsiteY5008" fmla="*/ 139513 h 788789"/>
                  <a:gd name="connsiteX5009" fmla="*/ 412063 w 1703319"/>
                  <a:gd name="connsiteY5009" fmla="*/ 139151 h 788789"/>
                  <a:gd name="connsiteX5010" fmla="*/ 411344 w 1703319"/>
                  <a:gd name="connsiteY5010" fmla="*/ 138789 h 788789"/>
                  <a:gd name="connsiteX5011" fmla="*/ 410265 w 1703319"/>
                  <a:gd name="connsiteY5011" fmla="*/ 139151 h 788789"/>
                  <a:gd name="connsiteX5012" fmla="*/ 409546 w 1703319"/>
                  <a:gd name="connsiteY5012" fmla="*/ 138789 h 788789"/>
                  <a:gd name="connsiteX5013" fmla="*/ 408826 w 1703319"/>
                  <a:gd name="connsiteY5013" fmla="*/ 138428 h 788789"/>
                  <a:gd name="connsiteX5014" fmla="*/ 408107 w 1703319"/>
                  <a:gd name="connsiteY5014" fmla="*/ 138789 h 788789"/>
                  <a:gd name="connsiteX5015" fmla="*/ 406668 w 1703319"/>
                  <a:gd name="connsiteY5015" fmla="*/ 139151 h 788789"/>
                  <a:gd name="connsiteX5016" fmla="*/ 404510 w 1703319"/>
                  <a:gd name="connsiteY5016" fmla="*/ 138428 h 788789"/>
                  <a:gd name="connsiteX5017" fmla="*/ 406309 w 1703319"/>
                  <a:gd name="connsiteY5017" fmla="*/ 140961 h 788789"/>
                  <a:gd name="connsiteX5018" fmla="*/ 403072 w 1703319"/>
                  <a:gd name="connsiteY5018" fmla="*/ 139875 h 788789"/>
                  <a:gd name="connsiteX5019" fmla="*/ 401273 w 1703319"/>
                  <a:gd name="connsiteY5019" fmla="*/ 139875 h 788789"/>
                  <a:gd name="connsiteX5020" fmla="*/ 398396 w 1703319"/>
                  <a:gd name="connsiteY5020" fmla="*/ 139513 h 788789"/>
                  <a:gd name="connsiteX5021" fmla="*/ 393720 w 1703319"/>
                  <a:gd name="connsiteY5021" fmla="*/ 139513 h 788789"/>
                  <a:gd name="connsiteX5022" fmla="*/ 391203 w 1703319"/>
                  <a:gd name="connsiteY5022" fmla="*/ 139513 h 788789"/>
                  <a:gd name="connsiteX5023" fmla="*/ 387606 w 1703319"/>
                  <a:gd name="connsiteY5023" fmla="*/ 139875 h 788789"/>
                  <a:gd name="connsiteX5024" fmla="*/ 385448 w 1703319"/>
                  <a:gd name="connsiteY5024" fmla="*/ 139151 h 788789"/>
                  <a:gd name="connsiteX5025" fmla="*/ 384009 w 1703319"/>
                  <a:gd name="connsiteY5025" fmla="*/ 136980 h 788789"/>
                  <a:gd name="connsiteX5026" fmla="*/ 381132 w 1703319"/>
                  <a:gd name="connsiteY5026" fmla="*/ 135895 h 788789"/>
                  <a:gd name="connsiteX5027" fmla="*/ 377535 w 1703319"/>
                  <a:gd name="connsiteY5027" fmla="*/ 136980 h 788789"/>
                  <a:gd name="connsiteX5028" fmla="*/ 375737 w 1703319"/>
                  <a:gd name="connsiteY5028" fmla="*/ 136980 h 788789"/>
                  <a:gd name="connsiteX5029" fmla="*/ 373938 w 1703319"/>
                  <a:gd name="connsiteY5029" fmla="*/ 134809 h 788789"/>
                  <a:gd name="connsiteX5030" fmla="*/ 371421 w 1703319"/>
                  <a:gd name="connsiteY5030" fmla="*/ 133723 h 788789"/>
                  <a:gd name="connsiteX5031" fmla="*/ 370342 w 1703319"/>
                  <a:gd name="connsiteY5031" fmla="*/ 129743 h 788789"/>
                  <a:gd name="connsiteX5032" fmla="*/ 372500 w 1703319"/>
                  <a:gd name="connsiteY5032" fmla="*/ 129743 h 788789"/>
                  <a:gd name="connsiteX5033" fmla="*/ 376096 w 1703319"/>
                  <a:gd name="connsiteY5033" fmla="*/ 129381 h 788789"/>
                  <a:gd name="connsiteX5034" fmla="*/ 377175 w 1703319"/>
                  <a:gd name="connsiteY5034" fmla="*/ 129019 h 788789"/>
                  <a:gd name="connsiteX5035" fmla="*/ 373219 w 1703319"/>
                  <a:gd name="connsiteY5035" fmla="*/ 129019 h 788789"/>
                  <a:gd name="connsiteX5036" fmla="*/ 371061 w 1703319"/>
                  <a:gd name="connsiteY5036" fmla="*/ 128657 h 788789"/>
                  <a:gd name="connsiteX5037" fmla="*/ 366745 w 1703319"/>
                  <a:gd name="connsiteY5037" fmla="*/ 125039 h 788789"/>
                  <a:gd name="connsiteX5038" fmla="*/ 366745 w 1703319"/>
                  <a:gd name="connsiteY5038" fmla="*/ 119611 h 788789"/>
                  <a:gd name="connsiteX5039" fmla="*/ 368543 w 1703319"/>
                  <a:gd name="connsiteY5039" fmla="*/ 116716 h 788789"/>
                  <a:gd name="connsiteX5040" fmla="*/ 370342 w 1703319"/>
                  <a:gd name="connsiteY5040" fmla="*/ 113459 h 788789"/>
                  <a:gd name="connsiteX5041" fmla="*/ 373219 w 1703319"/>
                  <a:gd name="connsiteY5041" fmla="*/ 110203 h 788789"/>
                  <a:gd name="connsiteX5042" fmla="*/ 376456 w 1703319"/>
                  <a:gd name="connsiteY5042" fmla="*/ 107308 h 788789"/>
                  <a:gd name="connsiteX5043" fmla="*/ 379693 w 1703319"/>
                  <a:gd name="connsiteY5043" fmla="*/ 105860 h 788789"/>
                  <a:gd name="connsiteX5044" fmla="*/ 383649 w 1703319"/>
                  <a:gd name="connsiteY5044" fmla="*/ 105137 h 788789"/>
                  <a:gd name="connsiteX5045" fmla="*/ 1466178 w 1703319"/>
                  <a:gd name="connsiteY5045" fmla="*/ 104775 h 788789"/>
                  <a:gd name="connsiteX5046" fmla="*/ 1468045 w 1703319"/>
                  <a:gd name="connsiteY5046" fmla="*/ 104775 h 788789"/>
                  <a:gd name="connsiteX5047" fmla="*/ 1469166 w 1703319"/>
                  <a:gd name="connsiteY5047" fmla="*/ 104775 h 788789"/>
                  <a:gd name="connsiteX5048" fmla="*/ 1470286 w 1703319"/>
                  <a:gd name="connsiteY5048" fmla="*/ 104775 h 788789"/>
                  <a:gd name="connsiteX5049" fmla="*/ 1471407 w 1703319"/>
                  <a:gd name="connsiteY5049" fmla="*/ 105193 h 788789"/>
                  <a:gd name="connsiteX5050" fmla="*/ 1474022 w 1703319"/>
                  <a:gd name="connsiteY5050" fmla="*/ 106028 h 788789"/>
                  <a:gd name="connsiteX5051" fmla="*/ 1476263 w 1703319"/>
                  <a:gd name="connsiteY5051" fmla="*/ 106864 h 788789"/>
                  <a:gd name="connsiteX5052" fmla="*/ 1477010 w 1703319"/>
                  <a:gd name="connsiteY5052" fmla="*/ 107699 h 788789"/>
                  <a:gd name="connsiteX5053" fmla="*/ 1477010 w 1703319"/>
                  <a:gd name="connsiteY5053" fmla="*/ 108535 h 788789"/>
                  <a:gd name="connsiteX5054" fmla="*/ 1478130 w 1703319"/>
                  <a:gd name="connsiteY5054" fmla="*/ 111042 h 788789"/>
                  <a:gd name="connsiteX5055" fmla="*/ 1476263 w 1703319"/>
                  <a:gd name="connsiteY5055" fmla="*/ 112713 h 788789"/>
                  <a:gd name="connsiteX5056" fmla="*/ 1472154 w 1703319"/>
                  <a:gd name="connsiteY5056" fmla="*/ 111877 h 788789"/>
                  <a:gd name="connsiteX5057" fmla="*/ 1469913 w 1703319"/>
                  <a:gd name="connsiteY5057" fmla="*/ 111877 h 788789"/>
                  <a:gd name="connsiteX5058" fmla="*/ 1468045 w 1703319"/>
                  <a:gd name="connsiteY5058" fmla="*/ 111877 h 788789"/>
                  <a:gd name="connsiteX5059" fmla="*/ 1466551 w 1703319"/>
                  <a:gd name="connsiteY5059" fmla="*/ 111042 h 788789"/>
                  <a:gd name="connsiteX5060" fmla="*/ 1465430 w 1703319"/>
                  <a:gd name="connsiteY5060" fmla="*/ 110624 h 788789"/>
                  <a:gd name="connsiteX5061" fmla="*/ 1463936 w 1703319"/>
                  <a:gd name="connsiteY5061" fmla="*/ 109788 h 788789"/>
                  <a:gd name="connsiteX5062" fmla="*/ 1462816 w 1703319"/>
                  <a:gd name="connsiteY5062" fmla="*/ 109788 h 788789"/>
                  <a:gd name="connsiteX5063" fmla="*/ 1460948 w 1703319"/>
                  <a:gd name="connsiteY5063" fmla="*/ 111460 h 788789"/>
                  <a:gd name="connsiteX5064" fmla="*/ 1459828 w 1703319"/>
                  <a:gd name="connsiteY5064" fmla="*/ 111042 h 788789"/>
                  <a:gd name="connsiteX5065" fmla="*/ 1460201 w 1703319"/>
                  <a:gd name="connsiteY5065" fmla="*/ 109371 h 788789"/>
                  <a:gd name="connsiteX5066" fmla="*/ 1462069 w 1703319"/>
                  <a:gd name="connsiteY5066" fmla="*/ 109371 h 788789"/>
                  <a:gd name="connsiteX5067" fmla="*/ 1463936 w 1703319"/>
                  <a:gd name="connsiteY5067" fmla="*/ 107699 h 788789"/>
                  <a:gd name="connsiteX5068" fmla="*/ 1465057 w 1703319"/>
                  <a:gd name="connsiteY5068" fmla="*/ 105610 h 788789"/>
                  <a:gd name="connsiteX5069" fmla="*/ 1466178 w 1703319"/>
                  <a:gd name="connsiteY5069" fmla="*/ 104775 h 788789"/>
                  <a:gd name="connsiteX5070" fmla="*/ 294386 w 1703319"/>
                  <a:gd name="connsiteY5070" fmla="*/ 104775 h 788789"/>
                  <a:gd name="connsiteX5071" fmla="*/ 296542 w 1703319"/>
                  <a:gd name="connsiteY5071" fmla="*/ 105513 h 788789"/>
                  <a:gd name="connsiteX5072" fmla="*/ 296901 w 1703319"/>
                  <a:gd name="connsiteY5072" fmla="*/ 106252 h 788789"/>
                  <a:gd name="connsiteX5073" fmla="*/ 297620 w 1703319"/>
                  <a:gd name="connsiteY5073" fmla="*/ 108098 h 788789"/>
                  <a:gd name="connsiteX5074" fmla="*/ 297620 w 1703319"/>
                  <a:gd name="connsiteY5074" fmla="*/ 109205 h 788789"/>
                  <a:gd name="connsiteX5075" fmla="*/ 296183 w 1703319"/>
                  <a:gd name="connsiteY5075" fmla="*/ 110682 h 788789"/>
                  <a:gd name="connsiteX5076" fmla="*/ 295464 w 1703319"/>
                  <a:gd name="connsiteY5076" fmla="*/ 112159 h 788789"/>
                  <a:gd name="connsiteX5077" fmla="*/ 294386 w 1703319"/>
                  <a:gd name="connsiteY5077" fmla="*/ 112897 h 788789"/>
                  <a:gd name="connsiteX5078" fmla="*/ 292590 w 1703319"/>
                  <a:gd name="connsiteY5078" fmla="*/ 112897 h 788789"/>
                  <a:gd name="connsiteX5079" fmla="*/ 293308 w 1703319"/>
                  <a:gd name="connsiteY5079" fmla="*/ 113635 h 788789"/>
                  <a:gd name="connsiteX5080" fmla="*/ 293668 w 1703319"/>
                  <a:gd name="connsiteY5080" fmla="*/ 115112 h 788789"/>
                  <a:gd name="connsiteX5081" fmla="*/ 294027 w 1703319"/>
                  <a:gd name="connsiteY5081" fmla="*/ 117327 h 788789"/>
                  <a:gd name="connsiteX5082" fmla="*/ 295105 w 1703319"/>
                  <a:gd name="connsiteY5082" fmla="*/ 119173 h 788789"/>
                  <a:gd name="connsiteX5083" fmla="*/ 295823 w 1703319"/>
                  <a:gd name="connsiteY5083" fmla="*/ 120650 h 788789"/>
                  <a:gd name="connsiteX5084" fmla="*/ 297261 w 1703319"/>
                  <a:gd name="connsiteY5084" fmla="*/ 122496 h 788789"/>
                  <a:gd name="connsiteX5085" fmla="*/ 298698 w 1703319"/>
                  <a:gd name="connsiteY5085" fmla="*/ 124342 h 788789"/>
                  <a:gd name="connsiteX5086" fmla="*/ 298698 w 1703319"/>
                  <a:gd name="connsiteY5086" fmla="*/ 126926 h 788789"/>
                  <a:gd name="connsiteX5087" fmla="*/ 297979 w 1703319"/>
                  <a:gd name="connsiteY5087" fmla="*/ 127664 h 788789"/>
                  <a:gd name="connsiteX5088" fmla="*/ 297620 w 1703319"/>
                  <a:gd name="connsiteY5088" fmla="*/ 129141 h 788789"/>
                  <a:gd name="connsiteX5089" fmla="*/ 299776 w 1703319"/>
                  <a:gd name="connsiteY5089" fmla="*/ 130249 h 788789"/>
                  <a:gd name="connsiteX5090" fmla="*/ 300494 w 1703319"/>
                  <a:gd name="connsiteY5090" fmla="*/ 131725 h 788789"/>
                  <a:gd name="connsiteX5091" fmla="*/ 302291 w 1703319"/>
                  <a:gd name="connsiteY5091" fmla="*/ 133571 h 788789"/>
                  <a:gd name="connsiteX5092" fmla="*/ 304447 w 1703319"/>
                  <a:gd name="connsiteY5092" fmla="*/ 132833 h 788789"/>
                  <a:gd name="connsiteX5093" fmla="*/ 305166 w 1703319"/>
                  <a:gd name="connsiteY5093" fmla="*/ 133571 h 788789"/>
                  <a:gd name="connsiteX5094" fmla="*/ 306603 w 1703319"/>
                  <a:gd name="connsiteY5094" fmla="*/ 134310 h 788789"/>
                  <a:gd name="connsiteX5095" fmla="*/ 307681 w 1703319"/>
                  <a:gd name="connsiteY5095" fmla="*/ 135417 h 788789"/>
                  <a:gd name="connsiteX5096" fmla="*/ 308040 w 1703319"/>
                  <a:gd name="connsiteY5096" fmla="*/ 136156 h 788789"/>
                  <a:gd name="connsiteX5097" fmla="*/ 310196 w 1703319"/>
                  <a:gd name="connsiteY5097" fmla="*/ 136156 h 788789"/>
                  <a:gd name="connsiteX5098" fmla="*/ 310915 w 1703319"/>
                  <a:gd name="connsiteY5098" fmla="*/ 136894 h 788789"/>
                  <a:gd name="connsiteX5099" fmla="*/ 311274 w 1703319"/>
                  <a:gd name="connsiteY5099" fmla="*/ 137632 h 788789"/>
                  <a:gd name="connsiteX5100" fmla="*/ 313070 w 1703319"/>
                  <a:gd name="connsiteY5100" fmla="*/ 138002 h 788789"/>
                  <a:gd name="connsiteX5101" fmla="*/ 314508 w 1703319"/>
                  <a:gd name="connsiteY5101" fmla="*/ 138371 h 788789"/>
                  <a:gd name="connsiteX5102" fmla="*/ 314867 w 1703319"/>
                  <a:gd name="connsiteY5102" fmla="*/ 140217 h 788789"/>
                  <a:gd name="connsiteX5103" fmla="*/ 314508 w 1703319"/>
                  <a:gd name="connsiteY5103" fmla="*/ 142063 h 788789"/>
                  <a:gd name="connsiteX5104" fmla="*/ 313789 w 1703319"/>
                  <a:gd name="connsiteY5104" fmla="*/ 142063 h 788789"/>
                  <a:gd name="connsiteX5105" fmla="*/ 311633 w 1703319"/>
                  <a:gd name="connsiteY5105" fmla="*/ 141693 h 788789"/>
                  <a:gd name="connsiteX5106" fmla="*/ 310555 w 1703319"/>
                  <a:gd name="connsiteY5106" fmla="*/ 141693 h 788789"/>
                  <a:gd name="connsiteX5107" fmla="*/ 309837 w 1703319"/>
                  <a:gd name="connsiteY5107" fmla="*/ 140955 h 788789"/>
                  <a:gd name="connsiteX5108" fmla="*/ 308399 w 1703319"/>
                  <a:gd name="connsiteY5108" fmla="*/ 140955 h 788789"/>
                  <a:gd name="connsiteX5109" fmla="*/ 306962 w 1703319"/>
                  <a:gd name="connsiteY5109" fmla="*/ 140955 h 788789"/>
                  <a:gd name="connsiteX5110" fmla="*/ 306603 w 1703319"/>
                  <a:gd name="connsiteY5110" fmla="*/ 142801 h 788789"/>
                  <a:gd name="connsiteX5111" fmla="*/ 306603 w 1703319"/>
                  <a:gd name="connsiteY5111" fmla="*/ 143170 h 788789"/>
                  <a:gd name="connsiteX5112" fmla="*/ 305166 w 1703319"/>
                  <a:gd name="connsiteY5112" fmla="*/ 143170 h 788789"/>
                  <a:gd name="connsiteX5113" fmla="*/ 304088 w 1703319"/>
                  <a:gd name="connsiteY5113" fmla="*/ 143539 h 788789"/>
                  <a:gd name="connsiteX5114" fmla="*/ 305166 w 1703319"/>
                  <a:gd name="connsiteY5114" fmla="*/ 143909 h 788789"/>
                  <a:gd name="connsiteX5115" fmla="*/ 305166 w 1703319"/>
                  <a:gd name="connsiteY5115" fmla="*/ 144647 h 788789"/>
                  <a:gd name="connsiteX5116" fmla="*/ 305166 w 1703319"/>
                  <a:gd name="connsiteY5116" fmla="*/ 145385 h 788789"/>
                  <a:gd name="connsiteX5117" fmla="*/ 306243 w 1703319"/>
                  <a:gd name="connsiteY5117" fmla="*/ 144278 h 788789"/>
                  <a:gd name="connsiteX5118" fmla="*/ 307321 w 1703319"/>
                  <a:gd name="connsiteY5118" fmla="*/ 143909 h 788789"/>
                  <a:gd name="connsiteX5119" fmla="*/ 308759 w 1703319"/>
                  <a:gd name="connsiteY5119" fmla="*/ 144278 h 788789"/>
                  <a:gd name="connsiteX5120" fmla="*/ 309477 w 1703319"/>
                  <a:gd name="connsiteY5120" fmla="*/ 145385 h 788789"/>
                  <a:gd name="connsiteX5121" fmla="*/ 310915 w 1703319"/>
                  <a:gd name="connsiteY5121" fmla="*/ 146493 h 788789"/>
                  <a:gd name="connsiteX5122" fmla="*/ 310915 w 1703319"/>
                  <a:gd name="connsiteY5122" fmla="*/ 147231 h 788789"/>
                  <a:gd name="connsiteX5123" fmla="*/ 309837 w 1703319"/>
                  <a:gd name="connsiteY5123" fmla="*/ 147600 h 788789"/>
                  <a:gd name="connsiteX5124" fmla="*/ 308759 w 1703319"/>
                  <a:gd name="connsiteY5124" fmla="*/ 148339 h 788789"/>
                  <a:gd name="connsiteX5125" fmla="*/ 307681 w 1703319"/>
                  <a:gd name="connsiteY5125" fmla="*/ 148708 h 788789"/>
                  <a:gd name="connsiteX5126" fmla="*/ 306603 w 1703319"/>
                  <a:gd name="connsiteY5126" fmla="*/ 149077 h 788789"/>
                  <a:gd name="connsiteX5127" fmla="*/ 304806 w 1703319"/>
                  <a:gd name="connsiteY5127" fmla="*/ 149446 h 788789"/>
                  <a:gd name="connsiteX5128" fmla="*/ 300494 w 1703319"/>
                  <a:gd name="connsiteY5128" fmla="*/ 149077 h 788789"/>
                  <a:gd name="connsiteX5129" fmla="*/ 299057 w 1703319"/>
                  <a:gd name="connsiteY5129" fmla="*/ 149077 h 788789"/>
                  <a:gd name="connsiteX5130" fmla="*/ 297979 w 1703319"/>
                  <a:gd name="connsiteY5130" fmla="*/ 148708 h 788789"/>
                  <a:gd name="connsiteX5131" fmla="*/ 296901 w 1703319"/>
                  <a:gd name="connsiteY5131" fmla="*/ 149446 h 788789"/>
                  <a:gd name="connsiteX5132" fmla="*/ 295823 w 1703319"/>
                  <a:gd name="connsiteY5132" fmla="*/ 149077 h 788789"/>
                  <a:gd name="connsiteX5133" fmla="*/ 294386 w 1703319"/>
                  <a:gd name="connsiteY5133" fmla="*/ 147600 h 788789"/>
                  <a:gd name="connsiteX5134" fmla="*/ 292949 w 1703319"/>
                  <a:gd name="connsiteY5134" fmla="*/ 146493 h 788789"/>
                  <a:gd name="connsiteX5135" fmla="*/ 291152 w 1703319"/>
                  <a:gd name="connsiteY5135" fmla="*/ 146493 h 788789"/>
                  <a:gd name="connsiteX5136" fmla="*/ 289356 w 1703319"/>
                  <a:gd name="connsiteY5136" fmla="*/ 146493 h 788789"/>
                  <a:gd name="connsiteX5137" fmla="*/ 289356 w 1703319"/>
                  <a:gd name="connsiteY5137" fmla="*/ 145385 h 788789"/>
                  <a:gd name="connsiteX5138" fmla="*/ 287919 w 1703319"/>
                  <a:gd name="connsiteY5138" fmla="*/ 144278 h 788789"/>
                  <a:gd name="connsiteX5139" fmla="*/ 286481 w 1703319"/>
                  <a:gd name="connsiteY5139" fmla="*/ 145016 h 788789"/>
                  <a:gd name="connsiteX5140" fmla="*/ 286122 w 1703319"/>
                  <a:gd name="connsiteY5140" fmla="*/ 146493 h 788789"/>
                  <a:gd name="connsiteX5141" fmla="*/ 285044 w 1703319"/>
                  <a:gd name="connsiteY5141" fmla="*/ 147231 h 788789"/>
                  <a:gd name="connsiteX5142" fmla="*/ 283247 w 1703319"/>
                  <a:gd name="connsiteY5142" fmla="*/ 147970 h 788789"/>
                  <a:gd name="connsiteX5143" fmla="*/ 281451 w 1703319"/>
                  <a:gd name="connsiteY5143" fmla="*/ 148339 h 788789"/>
                  <a:gd name="connsiteX5144" fmla="*/ 278936 w 1703319"/>
                  <a:gd name="connsiteY5144" fmla="*/ 149077 h 788789"/>
                  <a:gd name="connsiteX5145" fmla="*/ 277858 w 1703319"/>
                  <a:gd name="connsiteY5145" fmla="*/ 149816 h 788789"/>
                  <a:gd name="connsiteX5146" fmla="*/ 275702 w 1703319"/>
                  <a:gd name="connsiteY5146" fmla="*/ 150554 h 788789"/>
                  <a:gd name="connsiteX5147" fmla="*/ 272468 w 1703319"/>
                  <a:gd name="connsiteY5147" fmla="*/ 150923 h 788789"/>
                  <a:gd name="connsiteX5148" fmla="*/ 266719 w 1703319"/>
                  <a:gd name="connsiteY5148" fmla="*/ 151292 h 788789"/>
                  <a:gd name="connsiteX5149" fmla="*/ 264923 w 1703319"/>
                  <a:gd name="connsiteY5149" fmla="*/ 151662 h 788789"/>
                  <a:gd name="connsiteX5150" fmla="*/ 264204 w 1703319"/>
                  <a:gd name="connsiteY5150" fmla="*/ 152031 h 788789"/>
                  <a:gd name="connsiteX5151" fmla="*/ 261329 w 1703319"/>
                  <a:gd name="connsiteY5151" fmla="*/ 152031 h 788789"/>
                  <a:gd name="connsiteX5152" fmla="*/ 260251 w 1703319"/>
                  <a:gd name="connsiteY5152" fmla="*/ 152031 h 788789"/>
                  <a:gd name="connsiteX5153" fmla="*/ 258096 w 1703319"/>
                  <a:gd name="connsiteY5153" fmla="*/ 152031 h 788789"/>
                  <a:gd name="connsiteX5154" fmla="*/ 256658 w 1703319"/>
                  <a:gd name="connsiteY5154" fmla="*/ 151662 h 788789"/>
                  <a:gd name="connsiteX5155" fmla="*/ 255580 w 1703319"/>
                  <a:gd name="connsiteY5155" fmla="*/ 150554 h 788789"/>
                  <a:gd name="connsiteX5156" fmla="*/ 254862 w 1703319"/>
                  <a:gd name="connsiteY5156" fmla="*/ 150554 h 788789"/>
                  <a:gd name="connsiteX5157" fmla="*/ 254502 w 1703319"/>
                  <a:gd name="connsiteY5157" fmla="*/ 149816 h 788789"/>
                  <a:gd name="connsiteX5158" fmla="*/ 254502 w 1703319"/>
                  <a:gd name="connsiteY5158" fmla="*/ 148339 h 788789"/>
                  <a:gd name="connsiteX5159" fmla="*/ 254502 w 1703319"/>
                  <a:gd name="connsiteY5159" fmla="*/ 146862 h 788789"/>
                  <a:gd name="connsiteX5160" fmla="*/ 253425 w 1703319"/>
                  <a:gd name="connsiteY5160" fmla="*/ 146124 h 788789"/>
                  <a:gd name="connsiteX5161" fmla="*/ 252347 w 1703319"/>
                  <a:gd name="connsiteY5161" fmla="*/ 146493 h 788789"/>
                  <a:gd name="connsiteX5162" fmla="*/ 250550 w 1703319"/>
                  <a:gd name="connsiteY5162" fmla="*/ 146124 h 788789"/>
                  <a:gd name="connsiteX5163" fmla="*/ 249472 w 1703319"/>
                  <a:gd name="connsiteY5163" fmla="*/ 146862 h 788789"/>
                  <a:gd name="connsiteX5164" fmla="*/ 246957 w 1703319"/>
                  <a:gd name="connsiteY5164" fmla="*/ 145755 h 788789"/>
                  <a:gd name="connsiteX5165" fmla="*/ 244082 w 1703319"/>
                  <a:gd name="connsiteY5165" fmla="*/ 145755 h 788789"/>
                  <a:gd name="connsiteX5166" fmla="*/ 242645 w 1703319"/>
                  <a:gd name="connsiteY5166" fmla="*/ 145016 h 788789"/>
                  <a:gd name="connsiteX5167" fmla="*/ 241567 w 1703319"/>
                  <a:gd name="connsiteY5167" fmla="*/ 144278 h 788789"/>
                  <a:gd name="connsiteX5168" fmla="*/ 238333 w 1703319"/>
                  <a:gd name="connsiteY5168" fmla="*/ 142063 h 788789"/>
                  <a:gd name="connsiteX5169" fmla="*/ 237255 w 1703319"/>
                  <a:gd name="connsiteY5169" fmla="*/ 139848 h 788789"/>
                  <a:gd name="connsiteX5170" fmla="*/ 237255 w 1703319"/>
                  <a:gd name="connsiteY5170" fmla="*/ 138371 h 788789"/>
                  <a:gd name="connsiteX5171" fmla="*/ 237974 w 1703319"/>
                  <a:gd name="connsiteY5171" fmla="*/ 138002 h 788789"/>
                  <a:gd name="connsiteX5172" fmla="*/ 239771 w 1703319"/>
                  <a:gd name="connsiteY5172" fmla="*/ 137263 h 788789"/>
                  <a:gd name="connsiteX5173" fmla="*/ 241927 w 1703319"/>
                  <a:gd name="connsiteY5173" fmla="*/ 137263 h 788789"/>
                  <a:gd name="connsiteX5174" fmla="*/ 245879 w 1703319"/>
                  <a:gd name="connsiteY5174" fmla="*/ 136894 h 788789"/>
                  <a:gd name="connsiteX5175" fmla="*/ 247676 w 1703319"/>
                  <a:gd name="connsiteY5175" fmla="*/ 136894 h 788789"/>
                  <a:gd name="connsiteX5176" fmla="*/ 250191 w 1703319"/>
                  <a:gd name="connsiteY5176" fmla="*/ 136525 h 788789"/>
                  <a:gd name="connsiteX5177" fmla="*/ 252706 w 1703319"/>
                  <a:gd name="connsiteY5177" fmla="*/ 136525 h 788789"/>
                  <a:gd name="connsiteX5178" fmla="*/ 256299 w 1703319"/>
                  <a:gd name="connsiteY5178" fmla="*/ 136156 h 788789"/>
                  <a:gd name="connsiteX5179" fmla="*/ 258814 w 1703319"/>
                  <a:gd name="connsiteY5179" fmla="*/ 136525 h 788789"/>
                  <a:gd name="connsiteX5180" fmla="*/ 261329 w 1703319"/>
                  <a:gd name="connsiteY5180" fmla="*/ 135787 h 788789"/>
                  <a:gd name="connsiteX5181" fmla="*/ 259892 w 1703319"/>
                  <a:gd name="connsiteY5181" fmla="*/ 134679 h 788789"/>
                  <a:gd name="connsiteX5182" fmla="*/ 255940 w 1703319"/>
                  <a:gd name="connsiteY5182" fmla="*/ 134310 h 788789"/>
                  <a:gd name="connsiteX5183" fmla="*/ 252706 w 1703319"/>
                  <a:gd name="connsiteY5183" fmla="*/ 133202 h 788789"/>
                  <a:gd name="connsiteX5184" fmla="*/ 250550 w 1703319"/>
                  <a:gd name="connsiteY5184" fmla="*/ 133571 h 788789"/>
                  <a:gd name="connsiteX5185" fmla="*/ 247676 w 1703319"/>
                  <a:gd name="connsiteY5185" fmla="*/ 133941 h 788789"/>
                  <a:gd name="connsiteX5186" fmla="*/ 245520 w 1703319"/>
                  <a:gd name="connsiteY5186" fmla="*/ 133941 h 788789"/>
                  <a:gd name="connsiteX5187" fmla="*/ 242286 w 1703319"/>
                  <a:gd name="connsiteY5187" fmla="*/ 133571 h 788789"/>
                  <a:gd name="connsiteX5188" fmla="*/ 240489 w 1703319"/>
                  <a:gd name="connsiteY5188" fmla="*/ 133941 h 788789"/>
                  <a:gd name="connsiteX5189" fmla="*/ 238333 w 1703319"/>
                  <a:gd name="connsiteY5189" fmla="*/ 134310 h 788789"/>
                  <a:gd name="connsiteX5190" fmla="*/ 237255 w 1703319"/>
                  <a:gd name="connsiteY5190" fmla="*/ 134310 h 788789"/>
                  <a:gd name="connsiteX5191" fmla="*/ 234381 w 1703319"/>
                  <a:gd name="connsiteY5191" fmla="*/ 132833 h 788789"/>
                  <a:gd name="connsiteX5192" fmla="*/ 231866 w 1703319"/>
                  <a:gd name="connsiteY5192" fmla="*/ 131725 h 788789"/>
                  <a:gd name="connsiteX5193" fmla="*/ 232944 w 1703319"/>
                  <a:gd name="connsiteY5193" fmla="*/ 129880 h 788789"/>
                  <a:gd name="connsiteX5194" fmla="*/ 235459 w 1703319"/>
                  <a:gd name="connsiteY5194" fmla="*/ 129141 h 788789"/>
                  <a:gd name="connsiteX5195" fmla="*/ 236896 w 1703319"/>
                  <a:gd name="connsiteY5195" fmla="*/ 128772 h 788789"/>
                  <a:gd name="connsiteX5196" fmla="*/ 239052 w 1703319"/>
                  <a:gd name="connsiteY5196" fmla="*/ 128034 h 788789"/>
                  <a:gd name="connsiteX5197" fmla="*/ 240849 w 1703319"/>
                  <a:gd name="connsiteY5197" fmla="*/ 127664 h 788789"/>
                  <a:gd name="connsiteX5198" fmla="*/ 243364 w 1703319"/>
                  <a:gd name="connsiteY5198" fmla="*/ 126926 h 788789"/>
                  <a:gd name="connsiteX5199" fmla="*/ 245520 w 1703319"/>
                  <a:gd name="connsiteY5199" fmla="*/ 125818 h 788789"/>
                  <a:gd name="connsiteX5200" fmla="*/ 244801 w 1703319"/>
                  <a:gd name="connsiteY5200" fmla="*/ 125818 h 788789"/>
                  <a:gd name="connsiteX5201" fmla="*/ 242645 w 1703319"/>
                  <a:gd name="connsiteY5201" fmla="*/ 125818 h 788789"/>
                  <a:gd name="connsiteX5202" fmla="*/ 240130 w 1703319"/>
                  <a:gd name="connsiteY5202" fmla="*/ 126188 h 788789"/>
                  <a:gd name="connsiteX5203" fmla="*/ 237974 w 1703319"/>
                  <a:gd name="connsiteY5203" fmla="*/ 126557 h 788789"/>
                  <a:gd name="connsiteX5204" fmla="*/ 235818 w 1703319"/>
                  <a:gd name="connsiteY5204" fmla="*/ 127295 h 788789"/>
                  <a:gd name="connsiteX5205" fmla="*/ 234381 w 1703319"/>
                  <a:gd name="connsiteY5205" fmla="*/ 126926 h 788789"/>
                  <a:gd name="connsiteX5206" fmla="*/ 233303 w 1703319"/>
                  <a:gd name="connsiteY5206" fmla="*/ 126188 h 788789"/>
                  <a:gd name="connsiteX5207" fmla="*/ 234740 w 1703319"/>
                  <a:gd name="connsiteY5207" fmla="*/ 124711 h 788789"/>
                  <a:gd name="connsiteX5208" fmla="*/ 232944 w 1703319"/>
                  <a:gd name="connsiteY5208" fmla="*/ 124711 h 788789"/>
                  <a:gd name="connsiteX5209" fmla="*/ 230069 w 1703319"/>
                  <a:gd name="connsiteY5209" fmla="*/ 125080 h 788789"/>
                  <a:gd name="connsiteX5210" fmla="*/ 228632 w 1703319"/>
                  <a:gd name="connsiteY5210" fmla="*/ 124342 h 788789"/>
                  <a:gd name="connsiteX5211" fmla="*/ 228991 w 1703319"/>
                  <a:gd name="connsiteY5211" fmla="*/ 122865 h 788789"/>
                  <a:gd name="connsiteX5212" fmla="*/ 229351 w 1703319"/>
                  <a:gd name="connsiteY5212" fmla="*/ 121388 h 788789"/>
                  <a:gd name="connsiteX5213" fmla="*/ 230429 w 1703319"/>
                  <a:gd name="connsiteY5213" fmla="*/ 120650 h 788789"/>
                  <a:gd name="connsiteX5214" fmla="*/ 231506 w 1703319"/>
                  <a:gd name="connsiteY5214" fmla="*/ 120281 h 788789"/>
                  <a:gd name="connsiteX5215" fmla="*/ 233662 w 1703319"/>
                  <a:gd name="connsiteY5215" fmla="*/ 119173 h 788789"/>
                  <a:gd name="connsiteX5216" fmla="*/ 232225 w 1703319"/>
                  <a:gd name="connsiteY5216" fmla="*/ 118435 h 788789"/>
                  <a:gd name="connsiteX5217" fmla="*/ 231147 w 1703319"/>
                  <a:gd name="connsiteY5217" fmla="*/ 117696 h 788789"/>
                  <a:gd name="connsiteX5218" fmla="*/ 232584 w 1703319"/>
                  <a:gd name="connsiteY5218" fmla="*/ 115850 h 788789"/>
                  <a:gd name="connsiteX5219" fmla="*/ 234022 w 1703319"/>
                  <a:gd name="connsiteY5219" fmla="*/ 114743 h 788789"/>
                  <a:gd name="connsiteX5220" fmla="*/ 235100 w 1703319"/>
                  <a:gd name="connsiteY5220" fmla="*/ 113635 h 788789"/>
                  <a:gd name="connsiteX5221" fmla="*/ 236896 w 1703319"/>
                  <a:gd name="connsiteY5221" fmla="*/ 113266 h 788789"/>
                  <a:gd name="connsiteX5222" fmla="*/ 237974 w 1703319"/>
                  <a:gd name="connsiteY5222" fmla="*/ 112897 h 788789"/>
                  <a:gd name="connsiteX5223" fmla="*/ 239411 w 1703319"/>
                  <a:gd name="connsiteY5223" fmla="*/ 112159 h 788789"/>
                  <a:gd name="connsiteX5224" fmla="*/ 240130 w 1703319"/>
                  <a:gd name="connsiteY5224" fmla="*/ 111420 h 788789"/>
                  <a:gd name="connsiteX5225" fmla="*/ 241208 w 1703319"/>
                  <a:gd name="connsiteY5225" fmla="*/ 111420 h 788789"/>
                  <a:gd name="connsiteX5226" fmla="*/ 242645 w 1703319"/>
                  <a:gd name="connsiteY5226" fmla="*/ 111051 h 788789"/>
                  <a:gd name="connsiteX5227" fmla="*/ 243723 w 1703319"/>
                  <a:gd name="connsiteY5227" fmla="*/ 110682 h 788789"/>
                  <a:gd name="connsiteX5228" fmla="*/ 244801 w 1703319"/>
                  <a:gd name="connsiteY5228" fmla="*/ 109943 h 788789"/>
                  <a:gd name="connsiteX5229" fmla="*/ 246238 w 1703319"/>
                  <a:gd name="connsiteY5229" fmla="*/ 109943 h 788789"/>
                  <a:gd name="connsiteX5230" fmla="*/ 247676 w 1703319"/>
                  <a:gd name="connsiteY5230" fmla="*/ 109574 h 788789"/>
                  <a:gd name="connsiteX5231" fmla="*/ 248753 w 1703319"/>
                  <a:gd name="connsiteY5231" fmla="*/ 108836 h 788789"/>
                  <a:gd name="connsiteX5232" fmla="*/ 250550 w 1703319"/>
                  <a:gd name="connsiteY5232" fmla="*/ 108098 h 788789"/>
                  <a:gd name="connsiteX5233" fmla="*/ 251987 w 1703319"/>
                  <a:gd name="connsiteY5233" fmla="*/ 108836 h 788789"/>
                  <a:gd name="connsiteX5234" fmla="*/ 252706 w 1703319"/>
                  <a:gd name="connsiteY5234" fmla="*/ 109943 h 788789"/>
                  <a:gd name="connsiteX5235" fmla="*/ 253065 w 1703319"/>
                  <a:gd name="connsiteY5235" fmla="*/ 111420 h 788789"/>
                  <a:gd name="connsiteX5236" fmla="*/ 252706 w 1703319"/>
                  <a:gd name="connsiteY5236" fmla="*/ 113635 h 788789"/>
                  <a:gd name="connsiteX5237" fmla="*/ 252347 w 1703319"/>
                  <a:gd name="connsiteY5237" fmla="*/ 114374 h 788789"/>
                  <a:gd name="connsiteX5238" fmla="*/ 250909 w 1703319"/>
                  <a:gd name="connsiteY5238" fmla="*/ 115112 h 788789"/>
                  <a:gd name="connsiteX5239" fmla="*/ 250550 w 1703319"/>
                  <a:gd name="connsiteY5239" fmla="*/ 115850 h 788789"/>
                  <a:gd name="connsiteX5240" fmla="*/ 252347 w 1703319"/>
                  <a:gd name="connsiteY5240" fmla="*/ 115850 h 788789"/>
                  <a:gd name="connsiteX5241" fmla="*/ 253065 w 1703319"/>
                  <a:gd name="connsiteY5241" fmla="*/ 116220 h 788789"/>
                  <a:gd name="connsiteX5242" fmla="*/ 254862 w 1703319"/>
                  <a:gd name="connsiteY5242" fmla="*/ 115112 h 788789"/>
                  <a:gd name="connsiteX5243" fmla="*/ 253784 w 1703319"/>
                  <a:gd name="connsiteY5243" fmla="*/ 115112 h 788789"/>
                  <a:gd name="connsiteX5244" fmla="*/ 254862 w 1703319"/>
                  <a:gd name="connsiteY5244" fmla="*/ 114005 h 788789"/>
                  <a:gd name="connsiteX5245" fmla="*/ 255940 w 1703319"/>
                  <a:gd name="connsiteY5245" fmla="*/ 112897 h 788789"/>
                  <a:gd name="connsiteX5246" fmla="*/ 256658 w 1703319"/>
                  <a:gd name="connsiteY5246" fmla="*/ 112159 h 788789"/>
                  <a:gd name="connsiteX5247" fmla="*/ 257736 w 1703319"/>
                  <a:gd name="connsiteY5247" fmla="*/ 112159 h 788789"/>
                  <a:gd name="connsiteX5248" fmla="*/ 258814 w 1703319"/>
                  <a:gd name="connsiteY5248" fmla="*/ 112528 h 788789"/>
                  <a:gd name="connsiteX5249" fmla="*/ 259533 w 1703319"/>
                  <a:gd name="connsiteY5249" fmla="*/ 112528 h 788789"/>
                  <a:gd name="connsiteX5250" fmla="*/ 261329 w 1703319"/>
                  <a:gd name="connsiteY5250" fmla="*/ 112897 h 788789"/>
                  <a:gd name="connsiteX5251" fmla="*/ 262407 w 1703319"/>
                  <a:gd name="connsiteY5251" fmla="*/ 113266 h 788789"/>
                  <a:gd name="connsiteX5252" fmla="*/ 263126 w 1703319"/>
                  <a:gd name="connsiteY5252" fmla="*/ 113635 h 788789"/>
                  <a:gd name="connsiteX5253" fmla="*/ 265282 w 1703319"/>
                  <a:gd name="connsiteY5253" fmla="*/ 114743 h 788789"/>
                  <a:gd name="connsiteX5254" fmla="*/ 266000 w 1703319"/>
                  <a:gd name="connsiteY5254" fmla="*/ 115112 h 788789"/>
                  <a:gd name="connsiteX5255" fmla="*/ 265641 w 1703319"/>
                  <a:gd name="connsiteY5255" fmla="*/ 116220 h 788789"/>
                  <a:gd name="connsiteX5256" fmla="*/ 264204 w 1703319"/>
                  <a:gd name="connsiteY5256" fmla="*/ 118066 h 788789"/>
                  <a:gd name="connsiteX5257" fmla="*/ 265282 w 1703319"/>
                  <a:gd name="connsiteY5257" fmla="*/ 118066 h 788789"/>
                  <a:gd name="connsiteX5258" fmla="*/ 266719 w 1703319"/>
                  <a:gd name="connsiteY5258" fmla="*/ 117327 h 788789"/>
                  <a:gd name="connsiteX5259" fmla="*/ 268156 w 1703319"/>
                  <a:gd name="connsiteY5259" fmla="*/ 116220 h 788789"/>
                  <a:gd name="connsiteX5260" fmla="*/ 268875 w 1703319"/>
                  <a:gd name="connsiteY5260" fmla="*/ 116589 h 788789"/>
                  <a:gd name="connsiteX5261" fmla="*/ 270312 w 1703319"/>
                  <a:gd name="connsiteY5261" fmla="*/ 116220 h 788789"/>
                  <a:gd name="connsiteX5262" fmla="*/ 271390 w 1703319"/>
                  <a:gd name="connsiteY5262" fmla="*/ 116220 h 788789"/>
                  <a:gd name="connsiteX5263" fmla="*/ 272109 w 1703319"/>
                  <a:gd name="connsiteY5263" fmla="*/ 115850 h 788789"/>
                  <a:gd name="connsiteX5264" fmla="*/ 271390 w 1703319"/>
                  <a:gd name="connsiteY5264" fmla="*/ 115112 h 788789"/>
                  <a:gd name="connsiteX5265" fmla="*/ 270672 w 1703319"/>
                  <a:gd name="connsiteY5265" fmla="*/ 114374 h 788789"/>
                  <a:gd name="connsiteX5266" fmla="*/ 268875 w 1703319"/>
                  <a:gd name="connsiteY5266" fmla="*/ 113266 h 788789"/>
                  <a:gd name="connsiteX5267" fmla="*/ 268516 w 1703319"/>
                  <a:gd name="connsiteY5267" fmla="*/ 112528 h 788789"/>
                  <a:gd name="connsiteX5268" fmla="*/ 269594 w 1703319"/>
                  <a:gd name="connsiteY5268" fmla="*/ 112159 h 788789"/>
                  <a:gd name="connsiteX5269" fmla="*/ 270672 w 1703319"/>
                  <a:gd name="connsiteY5269" fmla="*/ 111789 h 788789"/>
                  <a:gd name="connsiteX5270" fmla="*/ 271749 w 1703319"/>
                  <a:gd name="connsiteY5270" fmla="*/ 112159 h 788789"/>
                  <a:gd name="connsiteX5271" fmla="*/ 272827 w 1703319"/>
                  <a:gd name="connsiteY5271" fmla="*/ 112528 h 788789"/>
                  <a:gd name="connsiteX5272" fmla="*/ 273187 w 1703319"/>
                  <a:gd name="connsiteY5272" fmla="*/ 113635 h 788789"/>
                  <a:gd name="connsiteX5273" fmla="*/ 275343 w 1703319"/>
                  <a:gd name="connsiteY5273" fmla="*/ 114743 h 788789"/>
                  <a:gd name="connsiteX5274" fmla="*/ 276780 w 1703319"/>
                  <a:gd name="connsiteY5274" fmla="*/ 115850 h 788789"/>
                  <a:gd name="connsiteX5275" fmla="*/ 277498 w 1703319"/>
                  <a:gd name="connsiteY5275" fmla="*/ 116958 h 788789"/>
                  <a:gd name="connsiteX5276" fmla="*/ 278217 w 1703319"/>
                  <a:gd name="connsiteY5276" fmla="*/ 118066 h 788789"/>
                  <a:gd name="connsiteX5277" fmla="*/ 278576 w 1703319"/>
                  <a:gd name="connsiteY5277" fmla="*/ 119912 h 788789"/>
                  <a:gd name="connsiteX5278" fmla="*/ 280014 w 1703319"/>
                  <a:gd name="connsiteY5278" fmla="*/ 121019 h 788789"/>
                  <a:gd name="connsiteX5279" fmla="*/ 280014 w 1703319"/>
                  <a:gd name="connsiteY5279" fmla="*/ 122496 h 788789"/>
                  <a:gd name="connsiteX5280" fmla="*/ 281092 w 1703319"/>
                  <a:gd name="connsiteY5280" fmla="*/ 123973 h 788789"/>
                  <a:gd name="connsiteX5281" fmla="*/ 282170 w 1703319"/>
                  <a:gd name="connsiteY5281" fmla="*/ 124342 h 788789"/>
                  <a:gd name="connsiteX5282" fmla="*/ 282888 w 1703319"/>
                  <a:gd name="connsiteY5282" fmla="*/ 123603 h 788789"/>
                  <a:gd name="connsiteX5283" fmla="*/ 284325 w 1703319"/>
                  <a:gd name="connsiteY5283" fmla="*/ 122865 h 788789"/>
                  <a:gd name="connsiteX5284" fmla="*/ 283607 w 1703319"/>
                  <a:gd name="connsiteY5284" fmla="*/ 121757 h 788789"/>
                  <a:gd name="connsiteX5285" fmla="*/ 283607 w 1703319"/>
                  <a:gd name="connsiteY5285" fmla="*/ 119542 h 788789"/>
                  <a:gd name="connsiteX5286" fmla="*/ 282529 w 1703319"/>
                  <a:gd name="connsiteY5286" fmla="*/ 118066 h 788789"/>
                  <a:gd name="connsiteX5287" fmla="*/ 281092 w 1703319"/>
                  <a:gd name="connsiteY5287" fmla="*/ 116589 h 788789"/>
                  <a:gd name="connsiteX5288" fmla="*/ 281092 w 1703319"/>
                  <a:gd name="connsiteY5288" fmla="*/ 115112 h 788789"/>
                  <a:gd name="connsiteX5289" fmla="*/ 280373 w 1703319"/>
                  <a:gd name="connsiteY5289" fmla="*/ 114005 h 788789"/>
                  <a:gd name="connsiteX5290" fmla="*/ 280373 w 1703319"/>
                  <a:gd name="connsiteY5290" fmla="*/ 111420 h 788789"/>
                  <a:gd name="connsiteX5291" fmla="*/ 280732 w 1703319"/>
                  <a:gd name="connsiteY5291" fmla="*/ 109943 h 788789"/>
                  <a:gd name="connsiteX5292" fmla="*/ 282170 w 1703319"/>
                  <a:gd name="connsiteY5292" fmla="*/ 108836 h 788789"/>
                  <a:gd name="connsiteX5293" fmla="*/ 282888 w 1703319"/>
                  <a:gd name="connsiteY5293" fmla="*/ 109205 h 788789"/>
                  <a:gd name="connsiteX5294" fmla="*/ 285763 w 1703319"/>
                  <a:gd name="connsiteY5294" fmla="*/ 110313 h 788789"/>
                  <a:gd name="connsiteX5295" fmla="*/ 286481 w 1703319"/>
                  <a:gd name="connsiteY5295" fmla="*/ 108836 h 788789"/>
                  <a:gd name="connsiteX5296" fmla="*/ 287919 w 1703319"/>
                  <a:gd name="connsiteY5296" fmla="*/ 109943 h 788789"/>
                  <a:gd name="connsiteX5297" fmla="*/ 289356 w 1703319"/>
                  <a:gd name="connsiteY5297" fmla="*/ 111051 h 788789"/>
                  <a:gd name="connsiteX5298" fmla="*/ 290793 w 1703319"/>
                  <a:gd name="connsiteY5298" fmla="*/ 111789 h 788789"/>
                  <a:gd name="connsiteX5299" fmla="*/ 290793 w 1703319"/>
                  <a:gd name="connsiteY5299" fmla="*/ 110313 h 788789"/>
                  <a:gd name="connsiteX5300" fmla="*/ 289356 w 1703319"/>
                  <a:gd name="connsiteY5300" fmla="*/ 109205 h 788789"/>
                  <a:gd name="connsiteX5301" fmla="*/ 287559 w 1703319"/>
                  <a:gd name="connsiteY5301" fmla="*/ 108098 h 788789"/>
                  <a:gd name="connsiteX5302" fmla="*/ 286122 w 1703319"/>
                  <a:gd name="connsiteY5302" fmla="*/ 106990 h 788789"/>
                  <a:gd name="connsiteX5303" fmla="*/ 287559 w 1703319"/>
                  <a:gd name="connsiteY5303" fmla="*/ 105882 h 788789"/>
                  <a:gd name="connsiteX5304" fmla="*/ 289356 w 1703319"/>
                  <a:gd name="connsiteY5304" fmla="*/ 105144 h 788789"/>
                  <a:gd name="connsiteX5305" fmla="*/ 290793 w 1703319"/>
                  <a:gd name="connsiteY5305" fmla="*/ 105144 h 788789"/>
                  <a:gd name="connsiteX5306" fmla="*/ 294386 w 1703319"/>
                  <a:gd name="connsiteY5306" fmla="*/ 104775 h 788789"/>
                  <a:gd name="connsiteX5307" fmla="*/ 1439156 w 1703319"/>
                  <a:gd name="connsiteY5307" fmla="*/ 101940 h 788789"/>
                  <a:gd name="connsiteX5308" fmla="*/ 1440517 w 1703319"/>
                  <a:gd name="connsiteY5308" fmla="*/ 101940 h 788789"/>
                  <a:gd name="connsiteX5309" fmla="*/ 1442558 w 1703319"/>
                  <a:gd name="connsiteY5309" fmla="*/ 102621 h 788789"/>
                  <a:gd name="connsiteX5310" fmla="*/ 1443579 w 1703319"/>
                  <a:gd name="connsiteY5310" fmla="*/ 104322 h 788789"/>
                  <a:gd name="connsiteX5311" fmla="*/ 1443579 w 1703319"/>
                  <a:gd name="connsiteY5311" fmla="*/ 105342 h 788789"/>
                  <a:gd name="connsiteX5312" fmla="*/ 1442899 w 1703319"/>
                  <a:gd name="connsiteY5312" fmla="*/ 105342 h 788789"/>
                  <a:gd name="connsiteX5313" fmla="*/ 1442218 w 1703319"/>
                  <a:gd name="connsiteY5313" fmla="*/ 105682 h 788789"/>
                  <a:gd name="connsiteX5314" fmla="*/ 1440857 w 1703319"/>
                  <a:gd name="connsiteY5314" fmla="*/ 103981 h 788789"/>
                  <a:gd name="connsiteX5315" fmla="*/ 1439496 w 1703319"/>
                  <a:gd name="connsiteY5315" fmla="*/ 102961 h 788789"/>
                  <a:gd name="connsiteX5316" fmla="*/ 1439156 w 1703319"/>
                  <a:gd name="connsiteY5316" fmla="*/ 101940 h 788789"/>
                  <a:gd name="connsiteX5317" fmla="*/ 329551 w 1703319"/>
                  <a:gd name="connsiteY5317" fmla="*/ 101600 h 788789"/>
                  <a:gd name="connsiteX5318" fmla="*/ 330629 w 1703319"/>
                  <a:gd name="connsiteY5318" fmla="*/ 101600 h 788789"/>
                  <a:gd name="connsiteX5319" fmla="*/ 330988 w 1703319"/>
                  <a:gd name="connsiteY5319" fmla="*/ 103051 h 788789"/>
                  <a:gd name="connsiteX5320" fmla="*/ 330269 w 1703319"/>
                  <a:gd name="connsiteY5320" fmla="*/ 103414 h 788789"/>
                  <a:gd name="connsiteX5321" fmla="*/ 331347 w 1703319"/>
                  <a:gd name="connsiteY5321" fmla="*/ 103777 h 788789"/>
                  <a:gd name="connsiteX5322" fmla="*/ 332065 w 1703319"/>
                  <a:gd name="connsiteY5322" fmla="*/ 103777 h 788789"/>
                  <a:gd name="connsiteX5323" fmla="*/ 333860 w 1703319"/>
                  <a:gd name="connsiteY5323" fmla="*/ 104866 h 788789"/>
                  <a:gd name="connsiteX5324" fmla="*/ 333860 w 1703319"/>
                  <a:gd name="connsiteY5324" fmla="*/ 105954 h 788789"/>
                  <a:gd name="connsiteX5325" fmla="*/ 333501 w 1703319"/>
                  <a:gd name="connsiteY5325" fmla="*/ 107043 h 788789"/>
                  <a:gd name="connsiteX5326" fmla="*/ 332783 w 1703319"/>
                  <a:gd name="connsiteY5326" fmla="*/ 107043 h 788789"/>
                  <a:gd name="connsiteX5327" fmla="*/ 332424 w 1703319"/>
                  <a:gd name="connsiteY5327" fmla="*/ 108494 h 788789"/>
                  <a:gd name="connsiteX5328" fmla="*/ 330629 w 1703319"/>
                  <a:gd name="connsiteY5328" fmla="*/ 109220 h 788789"/>
                  <a:gd name="connsiteX5329" fmla="*/ 329551 w 1703319"/>
                  <a:gd name="connsiteY5329" fmla="*/ 109946 h 788789"/>
                  <a:gd name="connsiteX5330" fmla="*/ 328833 w 1703319"/>
                  <a:gd name="connsiteY5330" fmla="*/ 111034 h 788789"/>
                  <a:gd name="connsiteX5331" fmla="*/ 328115 w 1703319"/>
                  <a:gd name="connsiteY5331" fmla="*/ 111760 h 788789"/>
                  <a:gd name="connsiteX5332" fmla="*/ 327756 w 1703319"/>
                  <a:gd name="connsiteY5332" fmla="*/ 112486 h 788789"/>
                  <a:gd name="connsiteX5333" fmla="*/ 329192 w 1703319"/>
                  <a:gd name="connsiteY5333" fmla="*/ 111760 h 788789"/>
                  <a:gd name="connsiteX5334" fmla="*/ 330629 w 1703319"/>
                  <a:gd name="connsiteY5334" fmla="*/ 111397 h 788789"/>
                  <a:gd name="connsiteX5335" fmla="*/ 330988 w 1703319"/>
                  <a:gd name="connsiteY5335" fmla="*/ 111034 h 788789"/>
                  <a:gd name="connsiteX5336" fmla="*/ 332424 w 1703319"/>
                  <a:gd name="connsiteY5336" fmla="*/ 111760 h 788789"/>
                  <a:gd name="connsiteX5337" fmla="*/ 333142 w 1703319"/>
                  <a:gd name="connsiteY5337" fmla="*/ 113211 h 788789"/>
                  <a:gd name="connsiteX5338" fmla="*/ 333501 w 1703319"/>
                  <a:gd name="connsiteY5338" fmla="*/ 114300 h 788789"/>
                  <a:gd name="connsiteX5339" fmla="*/ 334578 w 1703319"/>
                  <a:gd name="connsiteY5339" fmla="*/ 113211 h 788789"/>
                  <a:gd name="connsiteX5340" fmla="*/ 334219 w 1703319"/>
                  <a:gd name="connsiteY5340" fmla="*/ 112486 h 788789"/>
                  <a:gd name="connsiteX5341" fmla="*/ 333142 w 1703319"/>
                  <a:gd name="connsiteY5341" fmla="*/ 112123 h 788789"/>
                  <a:gd name="connsiteX5342" fmla="*/ 333860 w 1703319"/>
                  <a:gd name="connsiteY5342" fmla="*/ 110671 h 788789"/>
                  <a:gd name="connsiteX5343" fmla="*/ 334937 w 1703319"/>
                  <a:gd name="connsiteY5343" fmla="*/ 110671 h 788789"/>
                  <a:gd name="connsiteX5344" fmla="*/ 336015 w 1703319"/>
                  <a:gd name="connsiteY5344" fmla="*/ 110671 h 788789"/>
                  <a:gd name="connsiteX5345" fmla="*/ 336733 w 1703319"/>
                  <a:gd name="connsiteY5345" fmla="*/ 111760 h 788789"/>
                  <a:gd name="connsiteX5346" fmla="*/ 336015 w 1703319"/>
                  <a:gd name="connsiteY5346" fmla="*/ 112848 h 788789"/>
                  <a:gd name="connsiteX5347" fmla="*/ 335297 w 1703319"/>
                  <a:gd name="connsiteY5347" fmla="*/ 113937 h 788789"/>
                  <a:gd name="connsiteX5348" fmla="*/ 336374 w 1703319"/>
                  <a:gd name="connsiteY5348" fmla="*/ 114663 h 788789"/>
                  <a:gd name="connsiteX5349" fmla="*/ 337092 w 1703319"/>
                  <a:gd name="connsiteY5349" fmla="*/ 115388 h 788789"/>
                  <a:gd name="connsiteX5350" fmla="*/ 336374 w 1703319"/>
                  <a:gd name="connsiteY5350" fmla="*/ 117203 h 788789"/>
                  <a:gd name="connsiteX5351" fmla="*/ 336015 w 1703319"/>
                  <a:gd name="connsiteY5351" fmla="*/ 117928 h 788789"/>
                  <a:gd name="connsiteX5352" fmla="*/ 336015 w 1703319"/>
                  <a:gd name="connsiteY5352" fmla="*/ 119017 h 788789"/>
                  <a:gd name="connsiteX5353" fmla="*/ 336374 w 1703319"/>
                  <a:gd name="connsiteY5353" fmla="*/ 120106 h 788789"/>
                  <a:gd name="connsiteX5354" fmla="*/ 336015 w 1703319"/>
                  <a:gd name="connsiteY5354" fmla="*/ 121920 h 788789"/>
                  <a:gd name="connsiteX5355" fmla="*/ 335297 w 1703319"/>
                  <a:gd name="connsiteY5355" fmla="*/ 122646 h 788789"/>
                  <a:gd name="connsiteX5356" fmla="*/ 334219 w 1703319"/>
                  <a:gd name="connsiteY5356" fmla="*/ 123008 h 788789"/>
                  <a:gd name="connsiteX5357" fmla="*/ 333501 w 1703319"/>
                  <a:gd name="connsiteY5357" fmla="*/ 123734 h 788789"/>
                  <a:gd name="connsiteX5358" fmla="*/ 331706 w 1703319"/>
                  <a:gd name="connsiteY5358" fmla="*/ 124097 h 788789"/>
                  <a:gd name="connsiteX5359" fmla="*/ 330269 w 1703319"/>
                  <a:gd name="connsiteY5359" fmla="*/ 124460 h 788789"/>
                  <a:gd name="connsiteX5360" fmla="*/ 329551 w 1703319"/>
                  <a:gd name="connsiteY5360" fmla="*/ 124823 h 788789"/>
                  <a:gd name="connsiteX5361" fmla="*/ 328474 w 1703319"/>
                  <a:gd name="connsiteY5361" fmla="*/ 123371 h 788789"/>
                  <a:gd name="connsiteX5362" fmla="*/ 328474 w 1703319"/>
                  <a:gd name="connsiteY5362" fmla="*/ 122646 h 788789"/>
                  <a:gd name="connsiteX5363" fmla="*/ 327756 w 1703319"/>
                  <a:gd name="connsiteY5363" fmla="*/ 123371 h 788789"/>
                  <a:gd name="connsiteX5364" fmla="*/ 328833 w 1703319"/>
                  <a:gd name="connsiteY5364" fmla="*/ 124823 h 788789"/>
                  <a:gd name="connsiteX5365" fmla="*/ 328474 w 1703319"/>
                  <a:gd name="connsiteY5365" fmla="*/ 125911 h 788789"/>
                  <a:gd name="connsiteX5366" fmla="*/ 327038 w 1703319"/>
                  <a:gd name="connsiteY5366" fmla="*/ 127000 h 788789"/>
                  <a:gd name="connsiteX5367" fmla="*/ 326319 w 1703319"/>
                  <a:gd name="connsiteY5367" fmla="*/ 127000 h 788789"/>
                  <a:gd name="connsiteX5368" fmla="*/ 324883 w 1703319"/>
                  <a:gd name="connsiteY5368" fmla="*/ 127000 h 788789"/>
                  <a:gd name="connsiteX5369" fmla="*/ 323806 w 1703319"/>
                  <a:gd name="connsiteY5369" fmla="*/ 126274 h 788789"/>
                  <a:gd name="connsiteX5370" fmla="*/ 323447 w 1703319"/>
                  <a:gd name="connsiteY5370" fmla="*/ 125186 h 788789"/>
                  <a:gd name="connsiteX5371" fmla="*/ 322370 w 1703319"/>
                  <a:gd name="connsiteY5371" fmla="*/ 124097 h 788789"/>
                  <a:gd name="connsiteX5372" fmla="*/ 321292 w 1703319"/>
                  <a:gd name="connsiteY5372" fmla="*/ 123008 h 788789"/>
                  <a:gd name="connsiteX5373" fmla="*/ 319497 w 1703319"/>
                  <a:gd name="connsiteY5373" fmla="*/ 121557 h 788789"/>
                  <a:gd name="connsiteX5374" fmla="*/ 318779 w 1703319"/>
                  <a:gd name="connsiteY5374" fmla="*/ 121557 h 788789"/>
                  <a:gd name="connsiteX5375" fmla="*/ 317342 w 1703319"/>
                  <a:gd name="connsiteY5375" fmla="*/ 120106 h 788789"/>
                  <a:gd name="connsiteX5376" fmla="*/ 316624 w 1703319"/>
                  <a:gd name="connsiteY5376" fmla="*/ 119380 h 788789"/>
                  <a:gd name="connsiteX5377" fmla="*/ 315188 w 1703319"/>
                  <a:gd name="connsiteY5377" fmla="*/ 119017 h 788789"/>
                  <a:gd name="connsiteX5378" fmla="*/ 314470 w 1703319"/>
                  <a:gd name="connsiteY5378" fmla="*/ 119017 h 788789"/>
                  <a:gd name="connsiteX5379" fmla="*/ 314111 w 1703319"/>
                  <a:gd name="connsiteY5379" fmla="*/ 117928 h 788789"/>
                  <a:gd name="connsiteX5380" fmla="*/ 312315 w 1703319"/>
                  <a:gd name="connsiteY5380" fmla="*/ 118291 h 788789"/>
                  <a:gd name="connsiteX5381" fmla="*/ 311597 w 1703319"/>
                  <a:gd name="connsiteY5381" fmla="*/ 118291 h 788789"/>
                  <a:gd name="connsiteX5382" fmla="*/ 310879 w 1703319"/>
                  <a:gd name="connsiteY5382" fmla="*/ 117566 h 788789"/>
                  <a:gd name="connsiteX5383" fmla="*/ 310161 w 1703319"/>
                  <a:gd name="connsiteY5383" fmla="*/ 116840 h 788789"/>
                  <a:gd name="connsiteX5384" fmla="*/ 308724 w 1703319"/>
                  <a:gd name="connsiteY5384" fmla="*/ 116114 h 788789"/>
                  <a:gd name="connsiteX5385" fmla="*/ 307647 w 1703319"/>
                  <a:gd name="connsiteY5385" fmla="*/ 114663 h 788789"/>
                  <a:gd name="connsiteX5386" fmla="*/ 306929 w 1703319"/>
                  <a:gd name="connsiteY5386" fmla="*/ 113937 h 788789"/>
                  <a:gd name="connsiteX5387" fmla="*/ 307288 w 1703319"/>
                  <a:gd name="connsiteY5387" fmla="*/ 112486 h 788789"/>
                  <a:gd name="connsiteX5388" fmla="*/ 308006 w 1703319"/>
                  <a:gd name="connsiteY5388" fmla="*/ 111760 h 788789"/>
                  <a:gd name="connsiteX5389" fmla="*/ 310161 w 1703319"/>
                  <a:gd name="connsiteY5389" fmla="*/ 111034 h 788789"/>
                  <a:gd name="connsiteX5390" fmla="*/ 311597 w 1703319"/>
                  <a:gd name="connsiteY5390" fmla="*/ 111760 h 788789"/>
                  <a:gd name="connsiteX5391" fmla="*/ 313752 w 1703319"/>
                  <a:gd name="connsiteY5391" fmla="*/ 114300 h 788789"/>
                  <a:gd name="connsiteX5392" fmla="*/ 314829 w 1703319"/>
                  <a:gd name="connsiteY5392" fmla="*/ 114663 h 788789"/>
                  <a:gd name="connsiteX5393" fmla="*/ 315906 w 1703319"/>
                  <a:gd name="connsiteY5393" fmla="*/ 114300 h 788789"/>
                  <a:gd name="connsiteX5394" fmla="*/ 317342 w 1703319"/>
                  <a:gd name="connsiteY5394" fmla="*/ 113574 h 788789"/>
                  <a:gd name="connsiteX5395" fmla="*/ 318061 w 1703319"/>
                  <a:gd name="connsiteY5395" fmla="*/ 113211 h 788789"/>
                  <a:gd name="connsiteX5396" fmla="*/ 318061 w 1703319"/>
                  <a:gd name="connsiteY5396" fmla="*/ 111760 h 788789"/>
                  <a:gd name="connsiteX5397" fmla="*/ 318779 w 1703319"/>
                  <a:gd name="connsiteY5397" fmla="*/ 111397 h 788789"/>
                  <a:gd name="connsiteX5398" fmla="*/ 317701 w 1703319"/>
                  <a:gd name="connsiteY5398" fmla="*/ 110671 h 788789"/>
                  <a:gd name="connsiteX5399" fmla="*/ 316624 w 1703319"/>
                  <a:gd name="connsiteY5399" fmla="*/ 110308 h 788789"/>
                  <a:gd name="connsiteX5400" fmla="*/ 315906 w 1703319"/>
                  <a:gd name="connsiteY5400" fmla="*/ 110308 h 788789"/>
                  <a:gd name="connsiteX5401" fmla="*/ 313752 w 1703319"/>
                  <a:gd name="connsiteY5401" fmla="*/ 109946 h 788789"/>
                  <a:gd name="connsiteX5402" fmla="*/ 313393 w 1703319"/>
                  <a:gd name="connsiteY5402" fmla="*/ 109220 h 788789"/>
                  <a:gd name="connsiteX5403" fmla="*/ 312674 w 1703319"/>
                  <a:gd name="connsiteY5403" fmla="*/ 107768 h 788789"/>
                  <a:gd name="connsiteX5404" fmla="*/ 311956 w 1703319"/>
                  <a:gd name="connsiteY5404" fmla="*/ 107768 h 788789"/>
                  <a:gd name="connsiteX5405" fmla="*/ 312674 w 1703319"/>
                  <a:gd name="connsiteY5405" fmla="*/ 106680 h 788789"/>
                  <a:gd name="connsiteX5406" fmla="*/ 313752 w 1703319"/>
                  <a:gd name="connsiteY5406" fmla="*/ 105954 h 788789"/>
                  <a:gd name="connsiteX5407" fmla="*/ 314470 w 1703319"/>
                  <a:gd name="connsiteY5407" fmla="*/ 105954 h 788789"/>
                  <a:gd name="connsiteX5408" fmla="*/ 314829 w 1703319"/>
                  <a:gd name="connsiteY5408" fmla="*/ 105228 h 788789"/>
                  <a:gd name="connsiteX5409" fmla="*/ 315188 w 1703319"/>
                  <a:gd name="connsiteY5409" fmla="*/ 104503 h 788789"/>
                  <a:gd name="connsiteX5410" fmla="*/ 315906 w 1703319"/>
                  <a:gd name="connsiteY5410" fmla="*/ 104140 h 788789"/>
                  <a:gd name="connsiteX5411" fmla="*/ 316983 w 1703319"/>
                  <a:gd name="connsiteY5411" fmla="*/ 104503 h 788789"/>
                  <a:gd name="connsiteX5412" fmla="*/ 318420 w 1703319"/>
                  <a:gd name="connsiteY5412" fmla="*/ 104503 h 788789"/>
                  <a:gd name="connsiteX5413" fmla="*/ 319138 w 1703319"/>
                  <a:gd name="connsiteY5413" fmla="*/ 104140 h 788789"/>
                  <a:gd name="connsiteX5414" fmla="*/ 319497 w 1703319"/>
                  <a:gd name="connsiteY5414" fmla="*/ 103414 h 788789"/>
                  <a:gd name="connsiteX5415" fmla="*/ 320215 w 1703319"/>
                  <a:gd name="connsiteY5415" fmla="*/ 103414 h 788789"/>
                  <a:gd name="connsiteX5416" fmla="*/ 321651 w 1703319"/>
                  <a:gd name="connsiteY5416" fmla="*/ 104140 h 788789"/>
                  <a:gd name="connsiteX5417" fmla="*/ 322729 w 1703319"/>
                  <a:gd name="connsiteY5417" fmla="*/ 104866 h 788789"/>
                  <a:gd name="connsiteX5418" fmla="*/ 324165 w 1703319"/>
                  <a:gd name="connsiteY5418" fmla="*/ 105591 h 788789"/>
                  <a:gd name="connsiteX5419" fmla="*/ 324883 w 1703319"/>
                  <a:gd name="connsiteY5419" fmla="*/ 105228 h 788789"/>
                  <a:gd name="connsiteX5420" fmla="*/ 324165 w 1703319"/>
                  <a:gd name="connsiteY5420" fmla="*/ 104140 h 788789"/>
                  <a:gd name="connsiteX5421" fmla="*/ 323447 w 1703319"/>
                  <a:gd name="connsiteY5421" fmla="*/ 103414 h 788789"/>
                  <a:gd name="connsiteX5422" fmla="*/ 324524 w 1703319"/>
                  <a:gd name="connsiteY5422" fmla="*/ 102688 h 788789"/>
                  <a:gd name="connsiteX5423" fmla="*/ 325601 w 1703319"/>
                  <a:gd name="connsiteY5423" fmla="*/ 103051 h 788789"/>
                  <a:gd name="connsiteX5424" fmla="*/ 326679 w 1703319"/>
                  <a:gd name="connsiteY5424" fmla="*/ 102688 h 788789"/>
                  <a:gd name="connsiteX5425" fmla="*/ 327397 w 1703319"/>
                  <a:gd name="connsiteY5425" fmla="*/ 102326 h 788789"/>
                  <a:gd name="connsiteX5426" fmla="*/ 328474 w 1703319"/>
                  <a:gd name="connsiteY5426" fmla="*/ 101963 h 788789"/>
                  <a:gd name="connsiteX5427" fmla="*/ 329551 w 1703319"/>
                  <a:gd name="connsiteY5427" fmla="*/ 101600 h 788789"/>
                  <a:gd name="connsiteX5428" fmla="*/ 1462827 w 1703319"/>
                  <a:gd name="connsiteY5428" fmla="*/ 100466 h 788789"/>
                  <a:gd name="connsiteX5429" fmla="*/ 1464316 w 1703319"/>
                  <a:gd name="connsiteY5429" fmla="*/ 100466 h 788789"/>
                  <a:gd name="connsiteX5430" fmla="*/ 1465506 w 1703319"/>
                  <a:gd name="connsiteY5430" fmla="*/ 101827 h 788789"/>
                  <a:gd name="connsiteX5431" fmla="*/ 1464613 w 1703319"/>
                  <a:gd name="connsiteY5431" fmla="*/ 105002 h 788789"/>
                  <a:gd name="connsiteX5432" fmla="*/ 1463125 w 1703319"/>
                  <a:gd name="connsiteY5432" fmla="*/ 105909 h 788789"/>
                  <a:gd name="connsiteX5433" fmla="*/ 1462529 w 1703319"/>
                  <a:gd name="connsiteY5433" fmla="*/ 106363 h 788789"/>
                  <a:gd name="connsiteX5434" fmla="*/ 1462232 w 1703319"/>
                  <a:gd name="connsiteY5434" fmla="*/ 105456 h 788789"/>
                  <a:gd name="connsiteX5435" fmla="*/ 1461339 w 1703319"/>
                  <a:gd name="connsiteY5435" fmla="*/ 102734 h 788789"/>
                  <a:gd name="connsiteX5436" fmla="*/ 1461339 w 1703319"/>
                  <a:gd name="connsiteY5436" fmla="*/ 101374 h 788789"/>
                  <a:gd name="connsiteX5437" fmla="*/ 1462827 w 1703319"/>
                  <a:gd name="connsiteY5437" fmla="*/ 100466 h 788789"/>
                  <a:gd name="connsiteX5438" fmla="*/ 1328397 w 1703319"/>
                  <a:gd name="connsiteY5438" fmla="*/ 100013 h 788789"/>
                  <a:gd name="connsiteX5439" fmla="*/ 1329455 w 1703319"/>
                  <a:gd name="connsiteY5439" fmla="*/ 100353 h 788789"/>
                  <a:gd name="connsiteX5440" fmla="*/ 1330160 w 1703319"/>
                  <a:gd name="connsiteY5440" fmla="*/ 100353 h 788789"/>
                  <a:gd name="connsiteX5441" fmla="*/ 1331924 w 1703319"/>
                  <a:gd name="connsiteY5441" fmla="*/ 100353 h 788789"/>
                  <a:gd name="connsiteX5442" fmla="*/ 1332630 w 1703319"/>
                  <a:gd name="connsiteY5442" fmla="*/ 100353 h 788789"/>
                  <a:gd name="connsiteX5443" fmla="*/ 1333688 w 1703319"/>
                  <a:gd name="connsiteY5443" fmla="*/ 100693 h 788789"/>
                  <a:gd name="connsiteX5444" fmla="*/ 1333688 w 1703319"/>
                  <a:gd name="connsiteY5444" fmla="*/ 101374 h 788789"/>
                  <a:gd name="connsiteX5445" fmla="*/ 1333688 w 1703319"/>
                  <a:gd name="connsiteY5445" fmla="*/ 102054 h 788789"/>
                  <a:gd name="connsiteX5446" fmla="*/ 1332983 w 1703319"/>
                  <a:gd name="connsiteY5446" fmla="*/ 102735 h 788789"/>
                  <a:gd name="connsiteX5447" fmla="*/ 1332277 w 1703319"/>
                  <a:gd name="connsiteY5447" fmla="*/ 103415 h 788789"/>
                  <a:gd name="connsiteX5448" fmla="*/ 1331572 w 1703319"/>
                  <a:gd name="connsiteY5448" fmla="*/ 103755 h 788789"/>
                  <a:gd name="connsiteX5449" fmla="*/ 1331219 w 1703319"/>
                  <a:gd name="connsiteY5449" fmla="*/ 104095 h 788789"/>
                  <a:gd name="connsiteX5450" fmla="*/ 1330513 w 1703319"/>
                  <a:gd name="connsiteY5450" fmla="*/ 104776 h 788789"/>
                  <a:gd name="connsiteX5451" fmla="*/ 1329102 w 1703319"/>
                  <a:gd name="connsiteY5451" fmla="*/ 104436 h 788789"/>
                  <a:gd name="connsiteX5452" fmla="*/ 1328397 w 1703319"/>
                  <a:gd name="connsiteY5452" fmla="*/ 104436 h 788789"/>
                  <a:gd name="connsiteX5453" fmla="*/ 1327338 w 1703319"/>
                  <a:gd name="connsiteY5453" fmla="*/ 104095 h 788789"/>
                  <a:gd name="connsiteX5454" fmla="*/ 1326985 w 1703319"/>
                  <a:gd name="connsiteY5454" fmla="*/ 103755 h 788789"/>
                  <a:gd name="connsiteX5455" fmla="*/ 1325574 w 1703319"/>
                  <a:gd name="connsiteY5455" fmla="*/ 103075 h 788789"/>
                  <a:gd name="connsiteX5456" fmla="*/ 1324516 w 1703319"/>
                  <a:gd name="connsiteY5456" fmla="*/ 102735 h 788789"/>
                  <a:gd name="connsiteX5457" fmla="*/ 1324516 w 1703319"/>
                  <a:gd name="connsiteY5457" fmla="*/ 102054 h 788789"/>
                  <a:gd name="connsiteX5458" fmla="*/ 1325222 w 1703319"/>
                  <a:gd name="connsiteY5458" fmla="*/ 101374 h 788789"/>
                  <a:gd name="connsiteX5459" fmla="*/ 1326280 w 1703319"/>
                  <a:gd name="connsiteY5459" fmla="*/ 101034 h 788789"/>
                  <a:gd name="connsiteX5460" fmla="*/ 1327338 w 1703319"/>
                  <a:gd name="connsiteY5460" fmla="*/ 100693 h 788789"/>
                  <a:gd name="connsiteX5461" fmla="*/ 1328397 w 1703319"/>
                  <a:gd name="connsiteY5461" fmla="*/ 100013 h 788789"/>
                  <a:gd name="connsiteX5462" fmla="*/ 211442 w 1703319"/>
                  <a:gd name="connsiteY5462" fmla="*/ 97571 h 788789"/>
                  <a:gd name="connsiteX5463" fmla="*/ 213604 w 1703319"/>
                  <a:gd name="connsiteY5463" fmla="*/ 97937 h 788789"/>
                  <a:gd name="connsiteX5464" fmla="*/ 215405 w 1703319"/>
                  <a:gd name="connsiteY5464" fmla="*/ 98303 h 788789"/>
                  <a:gd name="connsiteX5465" fmla="*/ 218287 w 1703319"/>
                  <a:gd name="connsiteY5465" fmla="*/ 98670 h 788789"/>
                  <a:gd name="connsiteX5466" fmla="*/ 219729 w 1703319"/>
                  <a:gd name="connsiteY5466" fmla="*/ 97937 h 788789"/>
                  <a:gd name="connsiteX5467" fmla="*/ 223692 w 1703319"/>
                  <a:gd name="connsiteY5467" fmla="*/ 100868 h 788789"/>
                  <a:gd name="connsiteX5468" fmla="*/ 225133 w 1703319"/>
                  <a:gd name="connsiteY5468" fmla="*/ 100868 h 788789"/>
                  <a:gd name="connsiteX5469" fmla="*/ 228015 w 1703319"/>
                  <a:gd name="connsiteY5469" fmla="*/ 100501 h 788789"/>
                  <a:gd name="connsiteX5470" fmla="*/ 229817 w 1703319"/>
                  <a:gd name="connsiteY5470" fmla="*/ 101600 h 788789"/>
                  <a:gd name="connsiteX5471" fmla="*/ 231618 w 1703319"/>
                  <a:gd name="connsiteY5471" fmla="*/ 100868 h 788789"/>
                  <a:gd name="connsiteX5472" fmla="*/ 233780 w 1703319"/>
                  <a:gd name="connsiteY5472" fmla="*/ 100501 h 788789"/>
                  <a:gd name="connsiteX5473" fmla="*/ 235221 w 1703319"/>
                  <a:gd name="connsiteY5473" fmla="*/ 100501 h 788789"/>
                  <a:gd name="connsiteX5474" fmla="*/ 238103 w 1703319"/>
                  <a:gd name="connsiteY5474" fmla="*/ 100868 h 788789"/>
                  <a:gd name="connsiteX5475" fmla="*/ 240625 w 1703319"/>
                  <a:gd name="connsiteY5475" fmla="*/ 101600 h 788789"/>
                  <a:gd name="connsiteX5476" fmla="*/ 242426 w 1703319"/>
                  <a:gd name="connsiteY5476" fmla="*/ 103799 h 788789"/>
                  <a:gd name="connsiteX5477" fmla="*/ 247831 w 1703319"/>
                  <a:gd name="connsiteY5477" fmla="*/ 106729 h 788789"/>
                  <a:gd name="connsiteX5478" fmla="*/ 246390 w 1703319"/>
                  <a:gd name="connsiteY5478" fmla="*/ 107828 h 788789"/>
                  <a:gd name="connsiteX5479" fmla="*/ 244228 w 1703319"/>
                  <a:gd name="connsiteY5479" fmla="*/ 108927 h 788789"/>
                  <a:gd name="connsiteX5480" fmla="*/ 242066 w 1703319"/>
                  <a:gd name="connsiteY5480" fmla="*/ 110027 h 788789"/>
                  <a:gd name="connsiteX5481" fmla="*/ 239544 w 1703319"/>
                  <a:gd name="connsiteY5481" fmla="*/ 111492 h 788789"/>
                  <a:gd name="connsiteX5482" fmla="*/ 236662 w 1703319"/>
                  <a:gd name="connsiteY5482" fmla="*/ 112957 h 788789"/>
                  <a:gd name="connsiteX5483" fmla="*/ 234861 w 1703319"/>
                  <a:gd name="connsiteY5483" fmla="*/ 113690 h 788789"/>
                  <a:gd name="connsiteX5484" fmla="*/ 231618 w 1703319"/>
                  <a:gd name="connsiteY5484" fmla="*/ 115155 h 788789"/>
                  <a:gd name="connsiteX5485" fmla="*/ 229817 w 1703319"/>
                  <a:gd name="connsiteY5485" fmla="*/ 116255 h 788789"/>
                  <a:gd name="connsiteX5486" fmla="*/ 227655 w 1703319"/>
                  <a:gd name="connsiteY5486" fmla="*/ 118819 h 788789"/>
                  <a:gd name="connsiteX5487" fmla="*/ 225133 w 1703319"/>
                  <a:gd name="connsiteY5487" fmla="*/ 120284 h 788789"/>
                  <a:gd name="connsiteX5488" fmla="*/ 224052 w 1703319"/>
                  <a:gd name="connsiteY5488" fmla="*/ 121750 h 788789"/>
                  <a:gd name="connsiteX5489" fmla="*/ 223692 w 1703319"/>
                  <a:gd name="connsiteY5489" fmla="*/ 122849 h 788789"/>
                  <a:gd name="connsiteX5490" fmla="*/ 223331 w 1703319"/>
                  <a:gd name="connsiteY5490" fmla="*/ 124681 h 788789"/>
                  <a:gd name="connsiteX5491" fmla="*/ 221890 w 1703319"/>
                  <a:gd name="connsiteY5491" fmla="*/ 126512 h 788789"/>
                  <a:gd name="connsiteX5492" fmla="*/ 219729 w 1703319"/>
                  <a:gd name="connsiteY5492" fmla="*/ 126512 h 788789"/>
                  <a:gd name="connsiteX5493" fmla="*/ 217567 w 1703319"/>
                  <a:gd name="connsiteY5493" fmla="*/ 126879 h 788789"/>
                  <a:gd name="connsiteX5494" fmla="*/ 215045 w 1703319"/>
                  <a:gd name="connsiteY5494" fmla="*/ 128710 h 788789"/>
                  <a:gd name="connsiteX5495" fmla="*/ 213604 w 1703319"/>
                  <a:gd name="connsiteY5495" fmla="*/ 129443 h 788789"/>
                  <a:gd name="connsiteX5496" fmla="*/ 212163 w 1703319"/>
                  <a:gd name="connsiteY5496" fmla="*/ 129810 h 788789"/>
                  <a:gd name="connsiteX5497" fmla="*/ 210001 w 1703319"/>
                  <a:gd name="connsiteY5497" fmla="*/ 129443 h 788789"/>
                  <a:gd name="connsiteX5498" fmla="*/ 208560 w 1703319"/>
                  <a:gd name="connsiteY5498" fmla="*/ 127245 h 788789"/>
                  <a:gd name="connsiteX5499" fmla="*/ 206398 w 1703319"/>
                  <a:gd name="connsiteY5499" fmla="*/ 126146 h 788789"/>
                  <a:gd name="connsiteX5500" fmla="*/ 205678 w 1703319"/>
                  <a:gd name="connsiteY5500" fmla="*/ 123582 h 788789"/>
                  <a:gd name="connsiteX5501" fmla="*/ 203516 w 1703319"/>
                  <a:gd name="connsiteY5501" fmla="*/ 123582 h 788789"/>
                  <a:gd name="connsiteX5502" fmla="*/ 201354 w 1703319"/>
                  <a:gd name="connsiteY5502" fmla="*/ 122116 h 788789"/>
                  <a:gd name="connsiteX5503" fmla="*/ 198112 w 1703319"/>
                  <a:gd name="connsiteY5503" fmla="*/ 122116 h 788789"/>
                  <a:gd name="connsiteX5504" fmla="*/ 197391 w 1703319"/>
                  <a:gd name="connsiteY5504" fmla="*/ 122116 h 788789"/>
                  <a:gd name="connsiteX5505" fmla="*/ 199913 w 1703319"/>
                  <a:gd name="connsiteY5505" fmla="*/ 117720 h 788789"/>
                  <a:gd name="connsiteX5506" fmla="*/ 200273 w 1703319"/>
                  <a:gd name="connsiteY5506" fmla="*/ 115888 h 788789"/>
                  <a:gd name="connsiteX5507" fmla="*/ 200994 w 1703319"/>
                  <a:gd name="connsiteY5507" fmla="*/ 114056 h 788789"/>
                  <a:gd name="connsiteX5508" fmla="*/ 202795 w 1703319"/>
                  <a:gd name="connsiteY5508" fmla="*/ 112591 h 788789"/>
                  <a:gd name="connsiteX5509" fmla="*/ 202435 w 1703319"/>
                  <a:gd name="connsiteY5509" fmla="*/ 111126 h 788789"/>
                  <a:gd name="connsiteX5510" fmla="*/ 204236 w 1703319"/>
                  <a:gd name="connsiteY5510" fmla="*/ 108927 h 788789"/>
                  <a:gd name="connsiteX5511" fmla="*/ 205317 w 1703319"/>
                  <a:gd name="connsiteY5511" fmla="*/ 106363 h 788789"/>
                  <a:gd name="connsiteX5512" fmla="*/ 206038 w 1703319"/>
                  <a:gd name="connsiteY5512" fmla="*/ 105264 h 788789"/>
                  <a:gd name="connsiteX5513" fmla="*/ 205678 w 1703319"/>
                  <a:gd name="connsiteY5513" fmla="*/ 103432 h 788789"/>
                  <a:gd name="connsiteX5514" fmla="*/ 204236 w 1703319"/>
                  <a:gd name="connsiteY5514" fmla="*/ 101600 h 788789"/>
                  <a:gd name="connsiteX5515" fmla="*/ 202435 w 1703319"/>
                  <a:gd name="connsiteY5515" fmla="*/ 99402 h 788789"/>
                  <a:gd name="connsiteX5516" fmla="*/ 206758 w 1703319"/>
                  <a:gd name="connsiteY5516" fmla="*/ 98303 h 788789"/>
                  <a:gd name="connsiteX5517" fmla="*/ 208200 w 1703319"/>
                  <a:gd name="connsiteY5517" fmla="*/ 99036 h 788789"/>
                  <a:gd name="connsiteX5518" fmla="*/ 211442 w 1703319"/>
                  <a:gd name="connsiteY5518" fmla="*/ 97571 h 788789"/>
                  <a:gd name="connsiteX5519" fmla="*/ 340584 w 1703319"/>
                  <a:gd name="connsiteY5519" fmla="*/ 96838 h 788789"/>
                  <a:gd name="connsiteX5520" fmla="*/ 341537 w 1703319"/>
                  <a:gd name="connsiteY5520" fmla="*/ 98199 h 788789"/>
                  <a:gd name="connsiteX5521" fmla="*/ 341537 w 1703319"/>
                  <a:gd name="connsiteY5521" fmla="*/ 99559 h 788789"/>
                  <a:gd name="connsiteX5522" fmla="*/ 340584 w 1703319"/>
                  <a:gd name="connsiteY5522" fmla="*/ 99559 h 788789"/>
                  <a:gd name="connsiteX5523" fmla="*/ 339949 w 1703319"/>
                  <a:gd name="connsiteY5523" fmla="*/ 99106 h 788789"/>
                  <a:gd name="connsiteX5524" fmla="*/ 339314 w 1703319"/>
                  <a:gd name="connsiteY5524" fmla="*/ 98652 h 788789"/>
                  <a:gd name="connsiteX5525" fmla="*/ 339314 w 1703319"/>
                  <a:gd name="connsiteY5525" fmla="*/ 97745 h 788789"/>
                  <a:gd name="connsiteX5526" fmla="*/ 339949 w 1703319"/>
                  <a:gd name="connsiteY5526" fmla="*/ 97291 h 788789"/>
                  <a:gd name="connsiteX5527" fmla="*/ 340584 w 1703319"/>
                  <a:gd name="connsiteY5527" fmla="*/ 96838 h 788789"/>
                  <a:gd name="connsiteX5528" fmla="*/ 1491476 w 1703319"/>
                  <a:gd name="connsiteY5528" fmla="*/ 90488 h 788789"/>
                  <a:gd name="connsiteX5529" fmla="*/ 1492221 w 1703319"/>
                  <a:gd name="connsiteY5529" fmla="*/ 90488 h 788789"/>
                  <a:gd name="connsiteX5530" fmla="*/ 1493337 w 1703319"/>
                  <a:gd name="connsiteY5530" fmla="*/ 90488 h 788789"/>
                  <a:gd name="connsiteX5531" fmla="*/ 1493709 w 1703319"/>
                  <a:gd name="connsiteY5531" fmla="*/ 91931 h 788789"/>
                  <a:gd name="connsiteX5532" fmla="*/ 1494825 w 1703319"/>
                  <a:gd name="connsiteY5532" fmla="*/ 91931 h 788789"/>
                  <a:gd name="connsiteX5533" fmla="*/ 1495569 w 1703319"/>
                  <a:gd name="connsiteY5533" fmla="*/ 91570 h 788789"/>
                  <a:gd name="connsiteX5534" fmla="*/ 1497058 w 1703319"/>
                  <a:gd name="connsiteY5534" fmla="*/ 91210 h 788789"/>
                  <a:gd name="connsiteX5535" fmla="*/ 1500034 w 1703319"/>
                  <a:gd name="connsiteY5535" fmla="*/ 91210 h 788789"/>
                  <a:gd name="connsiteX5536" fmla="*/ 1501895 w 1703319"/>
                  <a:gd name="connsiteY5536" fmla="*/ 91931 h 788789"/>
                  <a:gd name="connsiteX5537" fmla="*/ 1501895 w 1703319"/>
                  <a:gd name="connsiteY5537" fmla="*/ 93014 h 788789"/>
                  <a:gd name="connsiteX5538" fmla="*/ 1504127 w 1703319"/>
                  <a:gd name="connsiteY5538" fmla="*/ 92653 h 788789"/>
                  <a:gd name="connsiteX5539" fmla="*/ 1505615 w 1703319"/>
                  <a:gd name="connsiteY5539" fmla="*/ 92292 h 788789"/>
                  <a:gd name="connsiteX5540" fmla="*/ 1507476 w 1703319"/>
                  <a:gd name="connsiteY5540" fmla="*/ 92653 h 788789"/>
                  <a:gd name="connsiteX5541" fmla="*/ 1508964 w 1703319"/>
                  <a:gd name="connsiteY5541" fmla="*/ 93374 h 788789"/>
                  <a:gd name="connsiteX5542" fmla="*/ 1511569 w 1703319"/>
                  <a:gd name="connsiteY5542" fmla="*/ 93735 h 788789"/>
                  <a:gd name="connsiteX5543" fmla="*/ 1513057 w 1703319"/>
                  <a:gd name="connsiteY5543" fmla="*/ 94096 h 788789"/>
                  <a:gd name="connsiteX5544" fmla="*/ 1513429 w 1703319"/>
                  <a:gd name="connsiteY5544" fmla="*/ 95179 h 788789"/>
                  <a:gd name="connsiteX5545" fmla="*/ 1512685 w 1703319"/>
                  <a:gd name="connsiteY5545" fmla="*/ 95900 h 788789"/>
                  <a:gd name="connsiteX5546" fmla="*/ 1511569 w 1703319"/>
                  <a:gd name="connsiteY5546" fmla="*/ 96983 h 788789"/>
                  <a:gd name="connsiteX5547" fmla="*/ 1509336 w 1703319"/>
                  <a:gd name="connsiteY5547" fmla="*/ 97343 h 788789"/>
                  <a:gd name="connsiteX5548" fmla="*/ 1508220 w 1703319"/>
                  <a:gd name="connsiteY5548" fmla="*/ 97704 h 788789"/>
                  <a:gd name="connsiteX5549" fmla="*/ 1506732 w 1703319"/>
                  <a:gd name="connsiteY5549" fmla="*/ 98065 h 788789"/>
                  <a:gd name="connsiteX5550" fmla="*/ 1505243 w 1703319"/>
                  <a:gd name="connsiteY5550" fmla="*/ 98065 h 788789"/>
                  <a:gd name="connsiteX5551" fmla="*/ 1503755 w 1703319"/>
                  <a:gd name="connsiteY5551" fmla="*/ 98426 h 788789"/>
                  <a:gd name="connsiteX5552" fmla="*/ 1501895 w 1703319"/>
                  <a:gd name="connsiteY5552" fmla="*/ 98065 h 788789"/>
                  <a:gd name="connsiteX5553" fmla="*/ 1500406 w 1703319"/>
                  <a:gd name="connsiteY5553" fmla="*/ 98065 h 788789"/>
                  <a:gd name="connsiteX5554" fmla="*/ 1498918 w 1703319"/>
                  <a:gd name="connsiteY5554" fmla="*/ 97343 h 788789"/>
                  <a:gd name="connsiteX5555" fmla="*/ 1497430 w 1703319"/>
                  <a:gd name="connsiteY5555" fmla="*/ 97704 h 788789"/>
                  <a:gd name="connsiteX5556" fmla="*/ 1495197 w 1703319"/>
                  <a:gd name="connsiteY5556" fmla="*/ 96622 h 788789"/>
                  <a:gd name="connsiteX5557" fmla="*/ 1493337 w 1703319"/>
                  <a:gd name="connsiteY5557" fmla="*/ 95179 h 788789"/>
                  <a:gd name="connsiteX5558" fmla="*/ 1491848 w 1703319"/>
                  <a:gd name="connsiteY5558" fmla="*/ 94818 h 788789"/>
                  <a:gd name="connsiteX5559" fmla="*/ 1490360 w 1703319"/>
                  <a:gd name="connsiteY5559" fmla="*/ 94096 h 788789"/>
                  <a:gd name="connsiteX5560" fmla="*/ 1489616 w 1703319"/>
                  <a:gd name="connsiteY5560" fmla="*/ 93014 h 788789"/>
                  <a:gd name="connsiteX5561" fmla="*/ 1489988 w 1703319"/>
                  <a:gd name="connsiteY5561" fmla="*/ 91570 h 788789"/>
                  <a:gd name="connsiteX5562" fmla="*/ 1491476 w 1703319"/>
                  <a:gd name="connsiteY5562" fmla="*/ 90488 h 788789"/>
                  <a:gd name="connsiteX5563" fmla="*/ 299190 w 1703319"/>
                  <a:gd name="connsiteY5563" fmla="*/ 88900 h 788789"/>
                  <a:gd name="connsiteX5564" fmla="*/ 301869 w 1703319"/>
                  <a:gd name="connsiteY5564" fmla="*/ 89999 h 788789"/>
                  <a:gd name="connsiteX5565" fmla="*/ 302167 w 1703319"/>
                  <a:gd name="connsiteY5565" fmla="*/ 91098 h 788789"/>
                  <a:gd name="connsiteX5566" fmla="*/ 301572 w 1703319"/>
                  <a:gd name="connsiteY5566" fmla="*/ 93296 h 788789"/>
                  <a:gd name="connsiteX5567" fmla="*/ 300381 w 1703319"/>
                  <a:gd name="connsiteY5567" fmla="*/ 93296 h 788789"/>
                  <a:gd name="connsiteX5568" fmla="*/ 299190 w 1703319"/>
                  <a:gd name="connsiteY5568" fmla="*/ 93296 h 788789"/>
                  <a:gd name="connsiteX5569" fmla="*/ 297999 w 1703319"/>
                  <a:gd name="connsiteY5569" fmla="*/ 92930 h 788789"/>
                  <a:gd name="connsiteX5570" fmla="*/ 297404 w 1703319"/>
                  <a:gd name="connsiteY5570" fmla="*/ 91831 h 788789"/>
                  <a:gd name="connsiteX5571" fmla="*/ 297404 w 1703319"/>
                  <a:gd name="connsiteY5571" fmla="*/ 90732 h 788789"/>
                  <a:gd name="connsiteX5572" fmla="*/ 299190 w 1703319"/>
                  <a:gd name="connsiteY5572" fmla="*/ 88900 h 788789"/>
                  <a:gd name="connsiteX5573" fmla="*/ 341780 w 1703319"/>
                  <a:gd name="connsiteY5573" fmla="*/ 87710 h 788789"/>
                  <a:gd name="connsiteX5574" fmla="*/ 343995 w 1703319"/>
                  <a:gd name="connsiteY5574" fmla="*/ 87710 h 788789"/>
                  <a:gd name="connsiteX5575" fmla="*/ 345103 w 1703319"/>
                  <a:gd name="connsiteY5575" fmla="*/ 87710 h 788789"/>
                  <a:gd name="connsiteX5576" fmla="*/ 346580 w 1703319"/>
                  <a:gd name="connsiteY5576" fmla="*/ 88107 h 788789"/>
                  <a:gd name="connsiteX5577" fmla="*/ 347318 w 1703319"/>
                  <a:gd name="connsiteY5577" fmla="*/ 88504 h 788789"/>
                  <a:gd name="connsiteX5578" fmla="*/ 348795 w 1703319"/>
                  <a:gd name="connsiteY5578" fmla="*/ 89694 h 788789"/>
                  <a:gd name="connsiteX5579" fmla="*/ 349533 w 1703319"/>
                  <a:gd name="connsiteY5579" fmla="*/ 90488 h 788789"/>
                  <a:gd name="connsiteX5580" fmla="*/ 350641 w 1703319"/>
                  <a:gd name="connsiteY5580" fmla="*/ 93663 h 788789"/>
                  <a:gd name="connsiteX5581" fmla="*/ 351010 w 1703319"/>
                  <a:gd name="connsiteY5581" fmla="*/ 95251 h 788789"/>
                  <a:gd name="connsiteX5582" fmla="*/ 351010 w 1703319"/>
                  <a:gd name="connsiteY5582" fmla="*/ 96441 h 788789"/>
                  <a:gd name="connsiteX5583" fmla="*/ 350271 w 1703319"/>
                  <a:gd name="connsiteY5583" fmla="*/ 98029 h 788789"/>
                  <a:gd name="connsiteX5584" fmla="*/ 349164 w 1703319"/>
                  <a:gd name="connsiteY5584" fmla="*/ 98029 h 788789"/>
                  <a:gd name="connsiteX5585" fmla="*/ 347318 w 1703319"/>
                  <a:gd name="connsiteY5585" fmla="*/ 98426 h 788789"/>
                  <a:gd name="connsiteX5586" fmla="*/ 346580 w 1703319"/>
                  <a:gd name="connsiteY5586" fmla="*/ 98426 h 788789"/>
                  <a:gd name="connsiteX5587" fmla="*/ 344734 w 1703319"/>
                  <a:gd name="connsiteY5587" fmla="*/ 97632 h 788789"/>
                  <a:gd name="connsiteX5588" fmla="*/ 341042 w 1703319"/>
                  <a:gd name="connsiteY5588" fmla="*/ 96441 h 788789"/>
                  <a:gd name="connsiteX5589" fmla="*/ 339934 w 1703319"/>
                  <a:gd name="connsiteY5589" fmla="*/ 96045 h 788789"/>
                  <a:gd name="connsiteX5590" fmla="*/ 338457 w 1703319"/>
                  <a:gd name="connsiteY5590" fmla="*/ 95251 h 788789"/>
                  <a:gd name="connsiteX5591" fmla="*/ 337350 w 1703319"/>
                  <a:gd name="connsiteY5591" fmla="*/ 94854 h 788789"/>
                  <a:gd name="connsiteX5592" fmla="*/ 336242 w 1703319"/>
                  <a:gd name="connsiteY5592" fmla="*/ 94060 h 788789"/>
                  <a:gd name="connsiteX5593" fmla="*/ 336242 w 1703319"/>
                  <a:gd name="connsiteY5593" fmla="*/ 92472 h 788789"/>
                  <a:gd name="connsiteX5594" fmla="*/ 336981 w 1703319"/>
                  <a:gd name="connsiteY5594" fmla="*/ 91679 h 788789"/>
                  <a:gd name="connsiteX5595" fmla="*/ 338088 w 1703319"/>
                  <a:gd name="connsiteY5595" fmla="*/ 90488 h 788789"/>
                  <a:gd name="connsiteX5596" fmla="*/ 339565 w 1703319"/>
                  <a:gd name="connsiteY5596" fmla="*/ 90091 h 788789"/>
                  <a:gd name="connsiteX5597" fmla="*/ 340673 w 1703319"/>
                  <a:gd name="connsiteY5597" fmla="*/ 88900 h 788789"/>
                  <a:gd name="connsiteX5598" fmla="*/ 341780 w 1703319"/>
                  <a:gd name="connsiteY5598" fmla="*/ 87710 h 788789"/>
                  <a:gd name="connsiteX5599" fmla="*/ 1439043 w 1703319"/>
                  <a:gd name="connsiteY5599" fmla="*/ 87679 h 788789"/>
                  <a:gd name="connsiteX5600" fmla="*/ 1441765 w 1703319"/>
                  <a:gd name="connsiteY5600" fmla="*/ 88046 h 788789"/>
                  <a:gd name="connsiteX5601" fmla="*/ 1443125 w 1703319"/>
                  <a:gd name="connsiteY5601" fmla="*/ 89878 h 788789"/>
                  <a:gd name="connsiteX5602" fmla="*/ 1442672 w 1703319"/>
                  <a:gd name="connsiteY5602" fmla="*/ 90610 h 788789"/>
                  <a:gd name="connsiteX5603" fmla="*/ 1440858 w 1703319"/>
                  <a:gd name="connsiteY5603" fmla="*/ 91709 h 788789"/>
                  <a:gd name="connsiteX5604" fmla="*/ 1438136 w 1703319"/>
                  <a:gd name="connsiteY5604" fmla="*/ 91343 h 788789"/>
                  <a:gd name="connsiteX5605" fmla="*/ 1439043 w 1703319"/>
                  <a:gd name="connsiteY5605" fmla="*/ 90244 h 788789"/>
                  <a:gd name="connsiteX5606" fmla="*/ 1439043 w 1703319"/>
                  <a:gd name="connsiteY5606" fmla="*/ 87679 h 788789"/>
                  <a:gd name="connsiteX5607" fmla="*/ 337726 w 1703319"/>
                  <a:gd name="connsiteY5607" fmla="*/ 87666 h 788789"/>
                  <a:gd name="connsiteX5608" fmla="*/ 338679 w 1703319"/>
                  <a:gd name="connsiteY5608" fmla="*/ 88371 h 788789"/>
                  <a:gd name="connsiteX5609" fmla="*/ 338361 w 1703319"/>
                  <a:gd name="connsiteY5609" fmla="*/ 89077 h 788789"/>
                  <a:gd name="connsiteX5610" fmla="*/ 336774 w 1703319"/>
                  <a:gd name="connsiteY5610" fmla="*/ 89782 h 788789"/>
                  <a:gd name="connsiteX5611" fmla="*/ 336139 w 1703319"/>
                  <a:gd name="connsiteY5611" fmla="*/ 90135 h 788789"/>
                  <a:gd name="connsiteX5612" fmla="*/ 334869 w 1703319"/>
                  <a:gd name="connsiteY5612" fmla="*/ 89782 h 788789"/>
                  <a:gd name="connsiteX5613" fmla="*/ 334234 w 1703319"/>
                  <a:gd name="connsiteY5613" fmla="*/ 89430 h 788789"/>
                  <a:gd name="connsiteX5614" fmla="*/ 334234 w 1703319"/>
                  <a:gd name="connsiteY5614" fmla="*/ 88724 h 788789"/>
                  <a:gd name="connsiteX5615" fmla="*/ 336456 w 1703319"/>
                  <a:gd name="connsiteY5615" fmla="*/ 88018 h 788789"/>
                  <a:gd name="connsiteX5616" fmla="*/ 337726 w 1703319"/>
                  <a:gd name="connsiteY5616" fmla="*/ 87666 h 788789"/>
                  <a:gd name="connsiteX5617" fmla="*/ 344147 w 1703319"/>
                  <a:gd name="connsiteY5617" fmla="*/ 84138 h 788789"/>
                  <a:gd name="connsiteX5618" fmla="*/ 344852 w 1703319"/>
                  <a:gd name="connsiteY5618" fmla="*/ 84138 h 788789"/>
                  <a:gd name="connsiteX5619" fmla="*/ 345910 w 1703319"/>
                  <a:gd name="connsiteY5619" fmla="*/ 85725 h 788789"/>
                  <a:gd name="connsiteX5620" fmla="*/ 345910 w 1703319"/>
                  <a:gd name="connsiteY5620" fmla="*/ 86784 h 788789"/>
                  <a:gd name="connsiteX5621" fmla="*/ 345205 w 1703319"/>
                  <a:gd name="connsiteY5621" fmla="*/ 86784 h 788789"/>
                  <a:gd name="connsiteX5622" fmla="*/ 343794 w 1703319"/>
                  <a:gd name="connsiteY5622" fmla="*/ 86784 h 788789"/>
                  <a:gd name="connsiteX5623" fmla="*/ 343441 w 1703319"/>
                  <a:gd name="connsiteY5623" fmla="*/ 85725 h 788789"/>
                  <a:gd name="connsiteX5624" fmla="*/ 344147 w 1703319"/>
                  <a:gd name="connsiteY5624" fmla="*/ 84138 h 788789"/>
                  <a:gd name="connsiteX5625" fmla="*/ 1455666 w 1703319"/>
                  <a:gd name="connsiteY5625" fmla="*/ 82938 h 788789"/>
                  <a:gd name="connsiteX5626" fmla="*/ 1457114 w 1703319"/>
                  <a:gd name="connsiteY5626" fmla="*/ 83326 h 788789"/>
                  <a:gd name="connsiteX5627" fmla="*/ 1458562 w 1703319"/>
                  <a:gd name="connsiteY5627" fmla="*/ 84878 h 788789"/>
                  <a:gd name="connsiteX5628" fmla="*/ 1460373 w 1703319"/>
                  <a:gd name="connsiteY5628" fmla="*/ 86042 h 788789"/>
                  <a:gd name="connsiteX5629" fmla="*/ 1461821 w 1703319"/>
                  <a:gd name="connsiteY5629" fmla="*/ 87207 h 788789"/>
                  <a:gd name="connsiteX5630" fmla="*/ 1461821 w 1703319"/>
                  <a:gd name="connsiteY5630" fmla="*/ 88371 h 788789"/>
                  <a:gd name="connsiteX5631" fmla="*/ 1464355 w 1703319"/>
                  <a:gd name="connsiteY5631" fmla="*/ 87595 h 788789"/>
                  <a:gd name="connsiteX5632" fmla="*/ 1465441 w 1703319"/>
                  <a:gd name="connsiteY5632" fmla="*/ 85266 h 788789"/>
                  <a:gd name="connsiteX5633" fmla="*/ 1467614 w 1703319"/>
                  <a:gd name="connsiteY5633" fmla="*/ 83714 h 788789"/>
                  <a:gd name="connsiteX5634" fmla="*/ 1469062 w 1703319"/>
                  <a:gd name="connsiteY5634" fmla="*/ 84102 h 788789"/>
                  <a:gd name="connsiteX5635" fmla="*/ 1469786 w 1703319"/>
                  <a:gd name="connsiteY5635" fmla="*/ 85266 h 788789"/>
                  <a:gd name="connsiteX5636" fmla="*/ 1472683 w 1703319"/>
                  <a:gd name="connsiteY5636" fmla="*/ 86042 h 788789"/>
                  <a:gd name="connsiteX5637" fmla="*/ 1473407 w 1703319"/>
                  <a:gd name="connsiteY5637" fmla="*/ 87207 h 788789"/>
                  <a:gd name="connsiteX5638" fmla="*/ 1474131 w 1703319"/>
                  <a:gd name="connsiteY5638" fmla="*/ 86431 h 788789"/>
                  <a:gd name="connsiteX5639" fmla="*/ 1475579 w 1703319"/>
                  <a:gd name="connsiteY5639" fmla="*/ 86431 h 788789"/>
                  <a:gd name="connsiteX5640" fmla="*/ 1476665 w 1703319"/>
                  <a:gd name="connsiteY5640" fmla="*/ 86431 h 788789"/>
                  <a:gd name="connsiteX5641" fmla="*/ 1478476 w 1703319"/>
                  <a:gd name="connsiteY5641" fmla="*/ 86819 h 788789"/>
                  <a:gd name="connsiteX5642" fmla="*/ 1479562 w 1703319"/>
                  <a:gd name="connsiteY5642" fmla="*/ 87595 h 788789"/>
                  <a:gd name="connsiteX5643" fmla="*/ 1481372 w 1703319"/>
                  <a:gd name="connsiteY5643" fmla="*/ 88371 h 788789"/>
                  <a:gd name="connsiteX5644" fmla="*/ 1482820 w 1703319"/>
                  <a:gd name="connsiteY5644" fmla="*/ 88371 h 788789"/>
                  <a:gd name="connsiteX5645" fmla="*/ 1484269 w 1703319"/>
                  <a:gd name="connsiteY5645" fmla="*/ 89535 h 788789"/>
                  <a:gd name="connsiteX5646" fmla="*/ 1485355 w 1703319"/>
                  <a:gd name="connsiteY5646" fmla="*/ 89923 h 788789"/>
                  <a:gd name="connsiteX5647" fmla="*/ 1483545 w 1703319"/>
                  <a:gd name="connsiteY5647" fmla="*/ 91087 h 788789"/>
                  <a:gd name="connsiteX5648" fmla="*/ 1482820 w 1703319"/>
                  <a:gd name="connsiteY5648" fmla="*/ 93416 h 788789"/>
                  <a:gd name="connsiteX5649" fmla="*/ 1481010 w 1703319"/>
                  <a:gd name="connsiteY5649" fmla="*/ 94968 h 788789"/>
                  <a:gd name="connsiteX5650" fmla="*/ 1479924 w 1703319"/>
                  <a:gd name="connsiteY5650" fmla="*/ 95356 h 788789"/>
                  <a:gd name="connsiteX5651" fmla="*/ 1477027 w 1703319"/>
                  <a:gd name="connsiteY5651" fmla="*/ 94580 h 788789"/>
                  <a:gd name="connsiteX5652" fmla="*/ 1475217 w 1703319"/>
                  <a:gd name="connsiteY5652" fmla="*/ 94968 h 788789"/>
                  <a:gd name="connsiteX5653" fmla="*/ 1475217 w 1703319"/>
                  <a:gd name="connsiteY5653" fmla="*/ 95356 h 788789"/>
                  <a:gd name="connsiteX5654" fmla="*/ 1472683 w 1703319"/>
                  <a:gd name="connsiteY5654" fmla="*/ 93416 h 788789"/>
                  <a:gd name="connsiteX5655" fmla="*/ 1472683 w 1703319"/>
                  <a:gd name="connsiteY5655" fmla="*/ 91863 h 788789"/>
                  <a:gd name="connsiteX5656" fmla="*/ 1472321 w 1703319"/>
                  <a:gd name="connsiteY5656" fmla="*/ 90699 h 788789"/>
                  <a:gd name="connsiteX5657" fmla="*/ 1472683 w 1703319"/>
                  <a:gd name="connsiteY5657" fmla="*/ 89535 h 788789"/>
                  <a:gd name="connsiteX5658" fmla="*/ 1473769 w 1703319"/>
                  <a:gd name="connsiteY5658" fmla="*/ 89147 h 788789"/>
                  <a:gd name="connsiteX5659" fmla="*/ 1473045 w 1703319"/>
                  <a:gd name="connsiteY5659" fmla="*/ 88371 h 788789"/>
                  <a:gd name="connsiteX5660" fmla="*/ 1471596 w 1703319"/>
                  <a:gd name="connsiteY5660" fmla="*/ 88371 h 788789"/>
                  <a:gd name="connsiteX5661" fmla="*/ 1470510 w 1703319"/>
                  <a:gd name="connsiteY5661" fmla="*/ 89923 h 788789"/>
                  <a:gd name="connsiteX5662" fmla="*/ 1470872 w 1703319"/>
                  <a:gd name="connsiteY5662" fmla="*/ 90699 h 788789"/>
                  <a:gd name="connsiteX5663" fmla="*/ 1471234 w 1703319"/>
                  <a:gd name="connsiteY5663" fmla="*/ 92252 h 788789"/>
                  <a:gd name="connsiteX5664" fmla="*/ 1472321 w 1703319"/>
                  <a:gd name="connsiteY5664" fmla="*/ 93416 h 788789"/>
                  <a:gd name="connsiteX5665" fmla="*/ 1474131 w 1703319"/>
                  <a:gd name="connsiteY5665" fmla="*/ 95744 h 788789"/>
                  <a:gd name="connsiteX5666" fmla="*/ 1476665 w 1703319"/>
                  <a:gd name="connsiteY5666" fmla="*/ 96132 h 788789"/>
                  <a:gd name="connsiteX5667" fmla="*/ 1476303 w 1703319"/>
                  <a:gd name="connsiteY5667" fmla="*/ 96520 h 788789"/>
                  <a:gd name="connsiteX5668" fmla="*/ 1473407 w 1703319"/>
                  <a:gd name="connsiteY5668" fmla="*/ 96908 h 788789"/>
                  <a:gd name="connsiteX5669" fmla="*/ 1471596 w 1703319"/>
                  <a:gd name="connsiteY5669" fmla="*/ 96908 h 788789"/>
                  <a:gd name="connsiteX5670" fmla="*/ 1470148 w 1703319"/>
                  <a:gd name="connsiteY5670" fmla="*/ 96132 h 788789"/>
                  <a:gd name="connsiteX5671" fmla="*/ 1467976 w 1703319"/>
                  <a:gd name="connsiteY5671" fmla="*/ 96132 h 788789"/>
                  <a:gd name="connsiteX5672" fmla="*/ 1465441 w 1703319"/>
                  <a:gd name="connsiteY5672" fmla="*/ 96520 h 788789"/>
                  <a:gd name="connsiteX5673" fmla="*/ 1461821 w 1703319"/>
                  <a:gd name="connsiteY5673" fmla="*/ 97296 h 788789"/>
                  <a:gd name="connsiteX5674" fmla="*/ 1460011 w 1703319"/>
                  <a:gd name="connsiteY5674" fmla="*/ 96520 h 788789"/>
                  <a:gd name="connsiteX5675" fmla="*/ 1458200 w 1703319"/>
                  <a:gd name="connsiteY5675" fmla="*/ 96908 h 788789"/>
                  <a:gd name="connsiteX5676" fmla="*/ 1457838 w 1703319"/>
                  <a:gd name="connsiteY5676" fmla="*/ 98461 h 788789"/>
                  <a:gd name="connsiteX5677" fmla="*/ 1457114 w 1703319"/>
                  <a:gd name="connsiteY5677" fmla="*/ 99625 h 788789"/>
                  <a:gd name="connsiteX5678" fmla="*/ 1455304 w 1703319"/>
                  <a:gd name="connsiteY5678" fmla="*/ 98849 h 788789"/>
                  <a:gd name="connsiteX5679" fmla="*/ 1452769 w 1703319"/>
                  <a:gd name="connsiteY5679" fmla="*/ 98461 h 788789"/>
                  <a:gd name="connsiteX5680" fmla="*/ 1451321 w 1703319"/>
                  <a:gd name="connsiteY5680" fmla="*/ 97296 h 788789"/>
                  <a:gd name="connsiteX5681" fmla="*/ 1449149 w 1703319"/>
                  <a:gd name="connsiteY5681" fmla="*/ 96132 h 788789"/>
                  <a:gd name="connsiteX5682" fmla="*/ 1447338 w 1703319"/>
                  <a:gd name="connsiteY5682" fmla="*/ 94968 h 788789"/>
                  <a:gd name="connsiteX5683" fmla="*/ 1446614 w 1703319"/>
                  <a:gd name="connsiteY5683" fmla="*/ 93804 h 788789"/>
                  <a:gd name="connsiteX5684" fmla="*/ 1445528 w 1703319"/>
                  <a:gd name="connsiteY5684" fmla="*/ 92640 h 788789"/>
                  <a:gd name="connsiteX5685" fmla="*/ 1446252 w 1703319"/>
                  <a:gd name="connsiteY5685" fmla="*/ 91475 h 788789"/>
                  <a:gd name="connsiteX5686" fmla="*/ 1446976 w 1703319"/>
                  <a:gd name="connsiteY5686" fmla="*/ 90311 h 788789"/>
                  <a:gd name="connsiteX5687" fmla="*/ 1445890 w 1703319"/>
                  <a:gd name="connsiteY5687" fmla="*/ 89535 h 788789"/>
                  <a:gd name="connsiteX5688" fmla="*/ 1446252 w 1703319"/>
                  <a:gd name="connsiteY5688" fmla="*/ 87595 h 788789"/>
                  <a:gd name="connsiteX5689" fmla="*/ 1447338 w 1703319"/>
                  <a:gd name="connsiteY5689" fmla="*/ 87207 h 788789"/>
                  <a:gd name="connsiteX5690" fmla="*/ 1448062 w 1703319"/>
                  <a:gd name="connsiteY5690" fmla="*/ 85266 h 788789"/>
                  <a:gd name="connsiteX5691" fmla="*/ 1450235 w 1703319"/>
                  <a:gd name="connsiteY5691" fmla="*/ 84102 h 788789"/>
                  <a:gd name="connsiteX5692" fmla="*/ 1450959 w 1703319"/>
                  <a:gd name="connsiteY5692" fmla="*/ 83714 h 788789"/>
                  <a:gd name="connsiteX5693" fmla="*/ 1453131 w 1703319"/>
                  <a:gd name="connsiteY5693" fmla="*/ 83326 h 788789"/>
                  <a:gd name="connsiteX5694" fmla="*/ 1454580 w 1703319"/>
                  <a:gd name="connsiteY5694" fmla="*/ 83714 h 788789"/>
                  <a:gd name="connsiteX5695" fmla="*/ 1455666 w 1703319"/>
                  <a:gd name="connsiteY5695" fmla="*/ 82938 h 788789"/>
                  <a:gd name="connsiteX5696" fmla="*/ 234610 w 1703319"/>
                  <a:gd name="connsiteY5696" fmla="*/ 82867 h 788789"/>
                  <a:gd name="connsiteX5697" fmla="*/ 235315 w 1703319"/>
                  <a:gd name="connsiteY5697" fmla="*/ 82867 h 788789"/>
                  <a:gd name="connsiteX5698" fmla="*/ 236726 w 1703319"/>
                  <a:gd name="connsiteY5698" fmla="*/ 84137 h 788789"/>
                  <a:gd name="connsiteX5699" fmla="*/ 235668 w 1703319"/>
                  <a:gd name="connsiteY5699" fmla="*/ 85725 h 788789"/>
                  <a:gd name="connsiteX5700" fmla="*/ 234610 w 1703319"/>
                  <a:gd name="connsiteY5700" fmla="*/ 86995 h 788789"/>
                  <a:gd name="connsiteX5701" fmla="*/ 233198 w 1703319"/>
                  <a:gd name="connsiteY5701" fmla="*/ 87630 h 788789"/>
                  <a:gd name="connsiteX5702" fmla="*/ 232140 w 1703319"/>
                  <a:gd name="connsiteY5702" fmla="*/ 88265 h 788789"/>
                  <a:gd name="connsiteX5703" fmla="*/ 230376 w 1703319"/>
                  <a:gd name="connsiteY5703" fmla="*/ 88582 h 788789"/>
                  <a:gd name="connsiteX5704" fmla="*/ 229318 w 1703319"/>
                  <a:gd name="connsiteY5704" fmla="*/ 88265 h 788789"/>
                  <a:gd name="connsiteX5705" fmla="*/ 228260 w 1703319"/>
                  <a:gd name="connsiteY5705" fmla="*/ 87312 h 788789"/>
                  <a:gd name="connsiteX5706" fmla="*/ 230023 w 1703319"/>
                  <a:gd name="connsiteY5706" fmla="*/ 85725 h 788789"/>
                  <a:gd name="connsiteX5707" fmla="*/ 232493 w 1703319"/>
                  <a:gd name="connsiteY5707" fmla="*/ 84455 h 788789"/>
                  <a:gd name="connsiteX5708" fmla="*/ 233551 w 1703319"/>
                  <a:gd name="connsiteY5708" fmla="*/ 83502 h 788789"/>
                  <a:gd name="connsiteX5709" fmla="*/ 234610 w 1703319"/>
                  <a:gd name="connsiteY5709" fmla="*/ 82867 h 788789"/>
                  <a:gd name="connsiteX5710" fmla="*/ 359351 w 1703319"/>
                  <a:gd name="connsiteY5710" fmla="*/ 77788 h 788789"/>
                  <a:gd name="connsiteX5711" fmla="*/ 360800 w 1703319"/>
                  <a:gd name="connsiteY5711" fmla="*/ 77788 h 788789"/>
                  <a:gd name="connsiteX5712" fmla="*/ 361525 w 1703319"/>
                  <a:gd name="connsiteY5712" fmla="*/ 77788 h 788789"/>
                  <a:gd name="connsiteX5713" fmla="*/ 362975 w 1703319"/>
                  <a:gd name="connsiteY5713" fmla="*/ 78517 h 788789"/>
                  <a:gd name="connsiteX5714" fmla="*/ 364786 w 1703319"/>
                  <a:gd name="connsiteY5714" fmla="*/ 79610 h 788789"/>
                  <a:gd name="connsiteX5715" fmla="*/ 365149 w 1703319"/>
                  <a:gd name="connsiteY5715" fmla="*/ 80338 h 788789"/>
                  <a:gd name="connsiteX5716" fmla="*/ 365874 w 1703319"/>
                  <a:gd name="connsiteY5716" fmla="*/ 80703 h 788789"/>
                  <a:gd name="connsiteX5717" fmla="*/ 367685 w 1703319"/>
                  <a:gd name="connsiteY5717" fmla="*/ 81431 h 788789"/>
                  <a:gd name="connsiteX5718" fmla="*/ 369135 w 1703319"/>
                  <a:gd name="connsiteY5718" fmla="*/ 81796 h 788789"/>
                  <a:gd name="connsiteX5719" fmla="*/ 370947 w 1703319"/>
                  <a:gd name="connsiteY5719" fmla="*/ 82160 h 788789"/>
                  <a:gd name="connsiteX5720" fmla="*/ 370584 w 1703319"/>
                  <a:gd name="connsiteY5720" fmla="*/ 83253 h 788789"/>
                  <a:gd name="connsiteX5721" fmla="*/ 369497 w 1703319"/>
                  <a:gd name="connsiteY5721" fmla="*/ 83253 h 788789"/>
                  <a:gd name="connsiteX5722" fmla="*/ 368410 w 1703319"/>
                  <a:gd name="connsiteY5722" fmla="*/ 83253 h 788789"/>
                  <a:gd name="connsiteX5723" fmla="*/ 366961 w 1703319"/>
                  <a:gd name="connsiteY5723" fmla="*/ 83617 h 788789"/>
                  <a:gd name="connsiteX5724" fmla="*/ 365874 w 1703319"/>
                  <a:gd name="connsiteY5724" fmla="*/ 82889 h 788789"/>
                  <a:gd name="connsiteX5725" fmla="*/ 364786 w 1703319"/>
                  <a:gd name="connsiteY5725" fmla="*/ 83253 h 788789"/>
                  <a:gd name="connsiteX5726" fmla="*/ 363699 w 1703319"/>
                  <a:gd name="connsiteY5726" fmla="*/ 83982 h 788789"/>
                  <a:gd name="connsiteX5727" fmla="*/ 365149 w 1703319"/>
                  <a:gd name="connsiteY5727" fmla="*/ 84346 h 788789"/>
                  <a:gd name="connsiteX5728" fmla="*/ 365149 w 1703319"/>
                  <a:gd name="connsiteY5728" fmla="*/ 85075 h 788789"/>
                  <a:gd name="connsiteX5729" fmla="*/ 366236 w 1703319"/>
                  <a:gd name="connsiteY5729" fmla="*/ 84710 h 788789"/>
                  <a:gd name="connsiteX5730" fmla="*/ 367323 w 1703319"/>
                  <a:gd name="connsiteY5730" fmla="*/ 84710 h 788789"/>
                  <a:gd name="connsiteX5731" fmla="*/ 368048 w 1703319"/>
                  <a:gd name="connsiteY5731" fmla="*/ 85075 h 788789"/>
                  <a:gd name="connsiteX5732" fmla="*/ 368048 w 1703319"/>
                  <a:gd name="connsiteY5732" fmla="*/ 85803 h 788789"/>
                  <a:gd name="connsiteX5733" fmla="*/ 369135 w 1703319"/>
                  <a:gd name="connsiteY5733" fmla="*/ 86168 h 788789"/>
                  <a:gd name="connsiteX5734" fmla="*/ 370222 w 1703319"/>
                  <a:gd name="connsiteY5734" fmla="*/ 86168 h 788789"/>
                  <a:gd name="connsiteX5735" fmla="*/ 370947 w 1703319"/>
                  <a:gd name="connsiteY5735" fmla="*/ 86896 h 788789"/>
                  <a:gd name="connsiteX5736" fmla="*/ 371309 w 1703319"/>
                  <a:gd name="connsiteY5736" fmla="*/ 87625 h 788789"/>
                  <a:gd name="connsiteX5737" fmla="*/ 371309 w 1703319"/>
                  <a:gd name="connsiteY5737" fmla="*/ 89447 h 788789"/>
                  <a:gd name="connsiteX5738" fmla="*/ 372396 w 1703319"/>
                  <a:gd name="connsiteY5738" fmla="*/ 89811 h 788789"/>
                  <a:gd name="connsiteX5739" fmla="*/ 372758 w 1703319"/>
                  <a:gd name="connsiteY5739" fmla="*/ 89083 h 788789"/>
                  <a:gd name="connsiteX5740" fmla="*/ 373121 w 1703319"/>
                  <a:gd name="connsiteY5740" fmla="*/ 88718 h 788789"/>
                  <a:gd name="connsiteX5741" fmla="*/ 374208 w 1703319"/>
                  <a:gd name="connsiteY5741" fmla="*/ 88354 h 788789"/>
                  <a:gd name="connsiteX5742" fmla="*/ 374933 w 1703319"/>
                  <a:gd name="connsiteY5742" fmla="*/ 88354 h 788789"/>
                  <a:gd name="connsiteX5743" fmla="*/ 376020 w 1703319"/>
                  <a:gd name="connsiteY5743" fmla="*/ 89447 h 788789"/>
                  <a:gd name="connsiteX5744" fmla="*/ 377107 w 1703319"/>
                  <a:gd name="connsiteY5744" fmla="*/ 89083 h 788789"/>
                  <a:gd name="connsiteX5745" fmla="*/ 377832 w 1703319"/>
                  <a:gd name="connsiteY5745" fmla="*/ 88718 h 788789"/>
                  <a:gd name="connsiteX5746" fmla="*/ 378919 w 1703319"/>
                  <a:gd name="connsiteY5746" fmla="*/ 88718 h 788789"/>
                  <a:gd name="connsiteX5747" fmla="*/ 380368 w 1703319"/>
                  <a:gd name="connsiteY5747" fmla="*/ 88718 h 788789"/>
                  <a:gd name="connsiteX5748" fmla="*/ 381093 w 1703319"/>
                  <a:gd name="connsiteY5748" fmla="*/ 89083 h 788789"/>
                  <a:gd name="connsiteX5749" fmla="*/ 382542 w 1703319"/>
                  <a:gd name="connsiteY5749" fmla="*/ 89811 h 788789"/>
                  <a:gd name="connsiteX5750" fmla="*/ 383992 w 1703319"/>
                  <a:gd name="connsiteY5750" fmla="*/ 90176 h 788789"/>
                  <a:gd name="connsiteX5751" fmla="*/ 385804 w 1703319"/>
                  <a:gd name="connsiteY5751" fmla="*/ 90540 h 788789"/>
                  <a:gd name="connsiteX5752" fmla="*/ 385441 w 1703319"/>
                  <a:gd name="connsiteY5752" fmla="*/ 89811 h 788789"/>
                  <a:gd name="connsiteX5753" fmla="*/ 386166 w 1703319"/>
                  <a:gd name="connsiteY5753" fmla="*/ 89083 h 788789"/>
                  <a:gd name="connsiteX5754" fmla="*/ 387253 w 1703319"/>
                  <a:gd name="connsiteY5754" fmla="*/ 89083 h 788789"/>
                  <a:gd name="connsiteX5755" fmla="*/ 388703 w 1703319"/>
                  <a:gd name="connsiteY5755" fmla="*/ 89083 h 788789"/>
                  <a:gd name="connsiteX5756" fmla="*/ 390152 w 1703319"/>
                  <a:gd name="connsiteY5756" fmla="*/ 88354 h 788789"/>
                  <a:gd name="connsiteX5757" fmla="*/ 391964 w 1703319"/>
                  <a:gd name="connsiteY5757" fmla="*/ 88354 h 788789"/>
                  <a:gd name="connsiteX5758" fmla="*/ 394138 w 1703319"/>
                  <a:gd name="connsiteY5758" fmla="*/ 87625 h 788789"/>
                  <a:gd name="connsiteX5759" fmla="*/ 395225 w 1703319"/>
                  <a:gd name="connsiteY5759" fmla="*/ 86532 h 788789"/>
                  <a:gd name="connsiteX5760" fmla="*/ 396312 w 1703319"/>
                  <a:gd name="connsiteY5760" fmla="*/ 86532 h 788789"/>
                  <a:gd name="connsiteX5761" fmla="*/ 397037 w 1703319"/>
                  <a:gd name="connsiteY5761" fmla="*/ 86532 h 788789"/>
                  <a:gd name="connsiteX5762" fmla="*/ 398486 w 1703319"/>
                  <a:gd name="connsiteY5762" fmla="*/ 86896 h 788789"/>
                  <a:gd name="connsiteX5763" fmla="*/ 399211 w 1703319"/>
                  <a:gd name="connsiteY5763" fmla="*/ 87625 h 788789"/>
                  <a:gd name="connsiteX5764" fmla="*/ 399573 w 1703319"/>
                  <a:gd name="connsiteY5764" fmla="*/ 87625 h 788789"/>
                  <a:gd name="connsiteX5765" fmla="*/ 400298 w 1703319"/>
                  <a:gd name="connsiteY5765" fmla="*/ 87261 h 788789"/>
                  <a:gd name="connsiteX5766" fmla="*/ 401385 w 1703319"/>
                  <a:gd name="connsiteY5766" fmla="*/ 86896 h 788789"/>
                  <a:gd name="connsiteX5767" fmla="*/ 402835 w 1703319"/>
                  <a:gd name="connsiteY5767" fmla="*/ 86168 h 788789"/>
                  <a:gd name="connsiteX5768" fmla="*/ 403922 w 1703319"/>
                  <a:gd name="connsiteY5768" fmla="*/ 86168 h 788789"/>
                  <a:gd name="connsiteX5769" fmla="*/ 405734 w 1703319"/>
                  <a:gd name="connsiteY5769" fmla="*/ 86168 h 788789"/>
                  <a:gd name="connsiteX5770" fmla="*/ 406096 w 1703319"/>
                  <a:gd name="connsiteY5770" fmla="*/ 86896 h 788789"/>
                  <a:gd name="connsiteX5771" fmla="*/ 407183 w 1703319"/>
                  <a:gd name="connsiteY5771" fmla="*/ 86896 h 788789"/>
                  <a:gd name="connsiteX5772" fmla="*/ 409357 w 1703319"/>
                  <a:gd name="connsiteY5772" fmla="*/ 87625 h 788789"/>
                  <a:gd name="connsiteX5773" fmla="*/ 410444 w 1703319"/>
                  <a:gd name="connsiteY5773" fmla="*/ 88354 h 788789"/>
                  <a:gd name="connsiteX5774" fmla="*/ 412256 w 1703319"/>
                  <a:gd name="connsiteY5774" fmla="*/ 88354 h 788789"/>
                  <a:gd name="connsiteX5775" fmla="*/ 413343 w 1703319"/>
                  <a:gd name="connsiteY5775" fmla="*/ 88354 h 788789"/>
                  <a:gd name="connsiteX5776" fmla="*/ 414430 w 1703319"/>
                  <a:gd name="connsiteY5776" fmla="*/ 88718 h 788789"/>
                  <a:gd name="connsiteX5777" fmla="*/ 414793 w 1703319"/>
                  <a:gd name="connsiteY5777" fmla="*/ 89811 h 788789"/>
                  <a:gd name="connsiteX5778" fmla="*/ 416242 w 1703319"/>
                  <a:gd name="connsiteY5778" fmla="*/ 89811 h 788789"/>
                  <a:gd name="connsiteX5779" fmla="*/ 417329 w 1703319"/>
                  <a:gd name="connsiteY5779" fmla="*/ 90540 h 788789"/>
                  <a:gd name="connsiteX5780" fmla="*/ 417329 w 1703319"/>
                  <a:gd name="connsiteY5780" fmla="*/ 91997 h 788789"/>
                  <a:gd name="connsiteX5781" fmla="*/ 416605 w 1703319"/>
                  <a:gd name="connsiteY5781" fmla="*/ 92726 h 788789"/>
                  <a:gd name="connsiteX5782" fmla="*/ 416242 w 1703319"/>
                  <a:gd name="connsiteY5782" fmla="*/ 93819 h 788789"/>
                  <a:gd name="connsiteX5783" fmla="*/ 416605 w 1703319"/>
                  <a:gd name="connsiteY5783" fmla="*/ 94912 h 788789"/>
                  <a:gd name="connsiteX5784" fmla="*/ 418054 w 1703319"/>
                  <a:gd name="connsiteY5784" fmla="*/ 94912 h 788789"/>
                  <a:gd name="connsiteX5785" fmla="*/ 417329 w 1703319"/>
                  <a:gd name="connsiteY5785" fmla="*/ 96005 h 788789"/>
                  <a:gd name="connsiteX5786" fmla="*/ 415880 w 1703319"/>
                  <a:gd name="connsiteY5786" fmla="*/ 96005 h 788789"/>
                  <a:gd name="connsiteX5787" fmla="*/ 414430 w 1703319"/>
                  <a:gd name="connsiteY5787" fmla="*/ 96005 h 788789"/>
                  <a:gd name="connsiteX5788" fmla="*/ 414068 w 1703319"/>
                  <a:gd name="connsiteY5788" fmla="*/ 96734 h 788789"/>
                  <a:gd name="connsiteX5789" fmla="*/ 413706 w 1703319"/>
                  <a:gd name="connsiteY5789" fmla="*/ 98555 h 788789"/>
                  <a:gd name="connsiteX5790" fmla="*/ 412981 w 1703319"/>
                  <a:gd name="connsiteY5790" fmla="*/ 98920 h 788789"/>
                  <a:gd name="connsiteX5791" fmla="*/ 411169 w 1703319"/>
                  <a:gd name="connsiteY5791" fmla="*/ 98920 h 788789"/>
                  <a:gd name="connsiteX5792" fmla="*/ 409357 w 1703319"/>
                  <a:gd name="connsiteY5792" fmla="*/ 99284 h 788789"/>
                  <a:gd name="connsiteX5793" fmla="*/ 407545 w 1703319"/>
                  <a:gd name="connsiteY5793" fmla="*/ 100013 h 788789"/>
                  <a:gd name="connsiteX5794" fmla="*/ 405009 w 1703319"/>
                  <a:gd name="connsiteY5794" fmla="*/ 99649 h 788789"/>
                  <a:gd name="connsiteX5795" fmla="*/ 403197 w 1703319"/>
                  <a:gd name="connsiteY5795" fmla="*/ 99284 h 788789"/>
                  <a:gd name="connsiteX5796" fmla="*/ 402110 w 1703319"/>
                  <a:gd name="connsiteY5796" fmla="*/ 99284 h 788789"/>
                  <a:gd name="connsiteX5797" fmla="*/ 400298 w 1703319"/>
                  <a:gd name="connsiteY5797" fmla="*/ 98191 h 788789"/>
                  <a:gd name="connsiteX5798" fmla="*/ 400298 w 1703319"/>
                  <a:gd name="connsiteY5798" fmla="*/ 97462 h 788789"/>
                  <a:gd name="connsiteX5799" fmla="*/ 398849 w 1703319"/>
                  <a:gd name="connsiteY5799" fmla="*/ 96734 h 788789"/>
                  <a:gd name="connsiteX5800" fmla="*/ 398849 w 1703319"/>
                  <a:gd name="connsiteY5800" fmla="*/ 97827 h 788789"/>
                  <a:gd name="connsiteX5801" fmla="*/ 398486 w 1703319"/>
                  <a:gd name="connsiteY5801" fmla="*/ 98555 h 788789"/>
                  <a:gd name="connsiteX5802" fmla="*/ 396675 w 1703319"/>
                  <a:gd name="connsiteY5802" fmla="*/ 98920 h 788789"/>
                  <a:gd name="connsiteX5803" fmla="*/ 395587 w 1703319"/>
                  <a:gd name="connsiteY5803" fmla="*/ 99284 h 788789"/>
                  <a:gd name="connsiteX5804" fmla="*/ 393776 w 1703319"/>
                  <a:gd name="connsiteY5804" fmla="*/ 99649 h 788789"/>
                  <a:gd name="connsiteX5805" fmla="*/ 392326 w 1703319"/>
                  <a:gd name="connsiteY5805" fmla="*/ 98920 h 788789"/>
                  <a:gd name="connsiteX5806" fmla="*/ 391239 w 1703319"/>
                  <a:gd name="connsiteY5806" fmla="*/ 98920 h 788789"/>
                  <a:gd name="connsiteX5807" fmla="*/ 390514 w 1703319"/>
                  <a:gd name="connsiteY5807" fmla="*/ 99284 h 788789"/>
                  <a:gd name="connsiteX5808" fmla="*/ 389790 w 1703319"/>
                  <a:gd name="connsiteY5808" fmla="*/ 98920 h 788789"/>
                  <a:gd name="connsiteX5809" fmla="*/ 389065 w 1703319"/>
                  <a:gd name="connsiteY5809" fmla="*/ 98920 h 788789"/>
                  <a:gd name="connsiteX5810" fmla="*/ 388340 w 1703319"/>
                  <a:gd name="connsiteY5810" fmla="*/ 99284 h 788789"/>
                  <a:gd name="connsiteX5811" fmla="*/ 387615 w 1703319"/>
                  <a:gd name="connsiteY5811" fmla="*/ 98920 h 788789"/>
                  <a:gd name="connsiteX5812" fmla="*/ 386891 w 1703319"/>
                  <a:gd name="connsiteY5812" fmla="*/ 98555 h 788789"/>
                  <a:gd name="connsiteX5813" fmla="*/ 385441 w 1703319"/>
                  <a:gd name="connsiteY5813" fmla="*/ 99284 h 788789"/>
                  <a:gd name="connsiteX5814" fmla="*/ 384717 w 1703319"/>
                  <a:gd name="connsiteY5814" fmla="*/ 99649 h 788789"/>
                  <a:gd name="connsiteX5815" fmla="*/ 383267 w 1703319"/>
                  <a:gd name="connsiteY5815" fmla="*/ 99284 h 788789"/>
                  <a:gd name="connsiteX5816" fmla="*/ 381818 w 1703319"/>
                  <a:gd name="connsiteY5816" fmla="*/ 99284 h 788789"/>
                  <a:gd name="connsiteX5817" fmla="*/ 381093 w 1703319"/>
                  <a:gd name="connsiteY5817" fmla="*/ 98555 h 788789"/>
                  <a:gd name="connsiteX5818" fmla="*/ 380006 w 1703319"/>
                  <a:gd name="connsiteY5818" fmla="*/ 98920 h 788789"/>
                  <a:gd name="connsiteX5819" fmla="*/ 378919 w 1703319"/>
                  <a:gd name="connsiteY5819" fmla="*/ 99649 h 788789"/>
                  <a:gd name="connsiteX5820" fmla="*/ 377107 w 1703319"/>
                  <a:gd name="connsiteY5820" fmla="*/ 99649 h 788789"/>
                  <a:gd name="connsiteX5821" fmla="*/ 376020 w 1703319"/>
                  <a:gd name="connsiteY5821" fmla="*/ 99649 h 788789"/>
                  <a:gd name="connsiteX5822" fmla="*/ 374933 w 1703319"/>
                  <a:gd name="connsiteY5822" fmla="*/ 99649 h 788789"/>
                  <a:gd name="connsiteX5823" fmla="*/ 374208 w 1703319"/>
                  <a:gd name="connsiteY5823" fmla="*/ 98555 h 788789"/>
                  <a:gd name="connsiteX5824" fmla="*/ 374208 w 1703319"/>
                  <a:gd name="connsiteY5824" fmla="*/ 96734 h 788789"/>
                  <a:gd name="connsiteX5825" fmla="*/ 373483 w 1703319"/>
                  <a:gd name="connsiteY5825" fmla="*/ 97098 h 788789"/>
                  <a:gd name="connsiteX5826" fmla="*/ 372396 w 1703319"/>
                  <a:gd name="connsiteY5826" fmla="*/ 97827 h 788789"/>
                  <a:gd name="connsiteX5827" fmla="*/ 370947 w 1703319"/>
                  <a:gd name="connsiteY5827" fmla="*/ 98920 h 788789"/>
                  <a:gd name="connsiteX5828" fmla="*/ 370222 w 1703319"/>
                  <a:gd name="connsiteY5828" fmla="*/ 98920 h 788789"/>
                  <a:gd name="connsiteX5829" fmla="*/ 369135 w 1703319"/>
                  <a:gd name="connsiteY5829" fmla="*/ 99284 h 788789"/>
                  <a:gd name="connsiteX5830" fmla="*/ 368048 w 1703319"/>
                  <a:gd name="connsiteY5830" fmla="*/ 98920 h 788789"/>
                  <a:gd name="connsiteX5831" fmla="*/ 367323 w 1703319"/>
                  <a:gd name="connsiteY5831" fmla="*/ 98920 h 788789"/>
                  <a:gd name="connsiteX5832" fmla="*/ 366236 w 1703319"/>
                  <a:gd name="connsiteY5832" fmla="*/ 98920 h 788789"/>
                  <a:gd name="connsiteX5833" fmla="*/ 365149 w 1703319"/>
                  <a:gd name="connsiteY5833" fmla="*/ 98920 h 788789"/>
                  <a:gd name="connsiteX5834" fmla="*/ 364424 w 1703319"/>
                  <a:gd name="connsiteY5834" fmla="*/ 98191 h 788789"/>
                  <a:gd name="connsiteX5835" fmla="*/ 363337 w 1703319"/>
                  <a:gd name="connsiteY5835" fmla="*/ 97827 h 788789"/>
                  <a:gd name="connsiteX5836" fmla="*/ 363699 w 1703319"/>
                  <a:gd name="connsiteY5836" fmla="*/ 96369 h 788789"/>
                  <a:gd name="connsiteX5837" fmla="*/ 362612 w 1703319"/>
                  <a:gd name="connsiteY5837" fmla="*/ 96734 h 788789"/>
                  <a:gd name="connsiteX5838" fmla="*/ 362612 w 1703319"/>
                  <a:gd name="connsiteY5838" fmla="*/ 97462 h 788789"/>
                  <a:gd name="connsiteX5839" fmla="*/ 361525 w 1703319"/>
                  <a:gd name="connsiteY5839" fmla="*/ 98191 h 788789"/>
                  <a:gd name="connsiteX5840" fmla="*/ 360800 w 1703319"/>
                  <a:gd name="connsiteY5840" fmla="*/ 97827 h 788789"/>
                  <a:gd name="connsiteX5841" fmla="*/ 359713 w 1703319"/>
                  <a:gd name="connsiteY5841" fmla="*/ 97827 h 788789"/>
                  <a:gd name="connsiteX5842" fmla="*/ 358989 w 1703319"/>
                  <a:gd name="connsiteY5842" fmla="*/ 96734 h 788789"/>
                  <a:gd name="connsiteX5843" fmla="*/ 357902 w 1703319"/>
                  <a:gd name="connsiteY5843" fmla="*/ 96369 h 788789"/>
                  <a:gd name="connsiteX5844" fmla="*/ 357177 w 1703319"/>
                  <a:gd name="connsiteY5844" fmla="*/ 94912 h 788789"/>
                  <a:gd name="connsiteX5845" fmla="*/ 357177 w 1703319"/>
                  <a:gd name="connsiteY5845" fmla="*/ 93819 h 788789"/>
                  <a:gd name="connsiteX5846" fmla="*/ 356452 w 1703319"/>
                  <a:gd name="connsiteY5846" fmla="*/ 92726 h 788789"/>
                  <a:gd name="connsiteX5847" fmla="*/ 355727 w 1703319"/>
                  <a:gd name="connsiteY5847" fmla="*/ 91997 h 788789"/>
                  <a:gd name="connsiteX5848" fmla="*/ 356090 w 1703319"/>
                  <a:gd name="connsiteY5848" fmla="*/ 90540 h 788789"/>
                  <a:gd name="connsiteX5849" fmla="*/ 356452 w 1703319"/>
                  <a:gd name="connsiteY5849" fmla="*/ 89811 h 788789"/>
                  <a:gd name="connsiteX5850" fmla="*/ 357902 w 1703319"/>
                  <a:gd name="connsiteY5850" fmla="*/ 89083 h 788789"/>
                  <a:gd name="connsiteX5851" fmla="*/ 357539 w 1703319"/>
                  <a:gd name="connsiteY5851" fmla="*/ 87625 h 788789"/>
                  <a:gd name="connsiteX5852" fmla="*/ 357177 w 1703319"/>
                  <a:gd name="connsiteY5852" fmla="*/ 86168 h 788789"/>
                  <a:gd name="connsiteX5853" fmla="*/ 356452 w 1703319"/>
                  <a:gd name="connsiteY5853" fmla="*/ 85803 h 788789"/>
                  <a:gd name="connsiteX5854" fmla="*/ 355365 w 1703319"/>
                  <a:gd name="connsiteY5854" fmla="*/ 85075 h 788789"/>
                  <a:gd name="connsiteX5855" fmla="*/ 355003 w 1703319"/>
                  <a:gd name="connsiteY5855" fmla="*/ 84346 h 788789"/>
                  <a:gd name="connsiteX5856" fmla="*/ 353916 w 1703319"/>
                  <a:gd name="connsiteY5856" fmla="*/ 84346 h 788789"/>
                  <a:gd name="connsiteX5857" fmla="*/ 353191 w 1703319"/>
                  <a:gd name="connsiteY5857" fmla="*/ 83617 h 788789"/>
                  <a:gd name="connsiteX5858" fmla="*/ 352466 w 1703319"/>
                  <a:gd name="connsiteY5858" fmla="*/ 82160 h 788789"/>
                  <a:gd name="connsiteX5859" fmla="*/ 351741 w 1703319"/>
                  <a:gd name="connsiteY5859" fmla="*/ 81431 h 788789"/>
                  <a:gd name="connsiteX5860" fmla="*/ 351741 w 1703319"/>
                  <a:gd name="connsiteY5860" fmla="*/ 80703 h 788789"/>
                  <a:gd name="connsiteX5861" fmla="*/ 352466 w 1703319"/>
                  <a:gd name="connsiteY5861" fmla="*/ 79610 h 788789"/>
                  <a:gd name="connsiteX5862" fmla="*/ 353553 w 1703319"/>
                  <a:gd name="connsiteY5862" fmla="*/ 78517 h 788789"/>
                  <a:gd name="connsiteX5863" fmla="*/ 354640 w 1703319"/>
                  <a:gd name="connsiteY5863" fmla="*/ 78517 h 788789"/>
                  <a:gd name="connsiteX5864" fmla="*/ 356090 w 1703319"/>
                  <a:gd name="connsiteY5864" fmla="*/ 78517 h 788789"/>
                  <a:gd name="connsiteX5865" fmla="*/ 357177 w 1703319"/>
                  <a:gd name="connsiteY5865" fmla="*/ 78152 h 788789"/>
                  <a:gd name="connsiteX5866" fmla="*/ 359351 w 1703319"/>
                  <a:gd name="connsiteY5866" fmla="*/ 77788 h 788789"/>
                  <a:gd name="connsiteX5867" fmla="*/ 319982 w 1703319"/>
                  <a:gd name="connsiteY5867" fmla="*/ 76933 h 788789"/>
                  <a:gd name="connsiteX5868" fmla="*/ 321746 w 1703319"/>
                  <a:gd name="connsiteY5868" fmla="*/ 77299 h 788789"/>
                  <a:gd name="connsiteX5869" fmla="*/ 321746 w 1703319"/>
                  <a:gd name="connsiteY5869" fmla="*/ 78764 h 788789"/>
                  <a:gd name="connsiteX5870" fmla="*/ 322804 w 1703319"/>
                  <a:gd name="connsiteY5870" fmla="*/ 79131 h 788789"/>
                  <a:gd name="connsiteX5871" fmla="*/ 324215 w 1703319"/>
                  <a:gd name="connsiteY5871" fmla="*/ 79131 h 788789"/>
                  <a:gd name="connsiteX5872" fmla="*/ 324921 w 1703319"/>
                  <a:gd name="connsiteY5872" fmla="*/ 78398 h 788789"/>
                  <a:gd name="connsiteX5873" fmla="*/ 327390 w 1703319"/>
                  <a:gd name="connsiteY5873" fmla="*/ 78398 h 788789"/>
                  <a:gd name="connsiteX5874" fmla="*/ 328801 w 1703319"/>
                  <a:gd name="connsiteY5874" fmla="*/ 78764 h 788789"/>
                  <a:gd name="connsiteX5875" fmla="*/ 330565 w 1703319"/>
                  <a:gd name="connsiteY5875" fmla="*/ 79863 h 788789"/>
                  <a:gd name="connsiteX5876" fmla="*/ 330212 w 1703319"/>
                  <a:gd name="connsiteY5876" fmla="*/ 80596 h 788789"/>
                  <a:gd name="connsiteX5877" fmla="*/ 330212 w 1703319"/>
                  <a:gd name="connsiteY5877" fmla="*/ 81695 h 788789"/>
                  <a:gd name="connsiteX5878" fmla="*/ 330565 w 1703319"/>
                  <a:gd name="connsiteY5878" fmla="*/ 82428 h 788789"/>
                  <a:gd name="connsiteX5879" fmla="*/ 330565 w 1703319"/>
                  <a:gd name="connsiteY5879" fmla="*/ 84626 h 788789"/>
                  <a:gd name="connsiteX5880" fmla="*/ 330212 w 1703319"/>
                  <a:gd name="connsiteY5880" fmla="*/ 85359 h 788789"/>
                  <a:gd name="connsiteX5881" fmla="*/ 330565 w 1703319"/>
                  <a:gd name="connsiteY5881" fmla="*/ 86458 h 788789"/>
                  <a:gd name="connsiteX5882" fmla="*/ 330918 w 1703319"/>
                  <a:gd name="connsiteY5882" fmla="*/ 87190 h 788789"/>
                  <a:gd name="connsiteX5883" fmla="*/ 331271 w 1703319"/>
                  <a:gd name="connsiteY5883" fmla="*/ 87557 h 788789"/>
                  <a:gd name="connsiteX5884" fmla="*/ 331976 w 1703319"/>
                  <a:gd name="connsiteY5884" fmla="*/ 88656 h 788789"/>
                  <a:gd name="connsiteX5885" fmla="*/ 331623 w 1703319"/>
                  <a:gd name="connsiteY5885" fmla="*/ 89755 h 788789"/>
                  <a:gd name="connsiteX5886" fmla="*/ 331623 w 1703319"/>
                  <a:gd name="connsiteY5886" fmla="*/ 90854 h 788789"/>
                  <a:gd name="connsiteX5887" fmla="*/ 330565 w 1703319"/>
                  <a:gd name="connsiteY5887" fmla="*/ 90854 h 788789"/>
                  <a:gd name="connsiteX5888" fmla="*/ 329860 w 1703319"/>
                  <a:gd name="connsiteY5888" fmla="*/ 89755 h 788789"/>
                  <a:gd name="connsiteX5889" fmla="*/ 328801 w 1703319"/>
                  <a:gd name="connsiteY5889" fmla="*/ 90121 h 788789"/>
                  <a:gd name="connsiteX5890" fmla="*/ 329154 w 1703319"/>
                  <a:gd name="connsiteY5890" fmla="*/ 91953 h 788789"/>
                  <a:gd name="connsiteX5891" fmla="*/ 329860 w 1703319"/>
                  <a:gd name="connsiteY5891" fmla="*/ 91953 h 788789"/>
                  <a:gd name="connsiteX5892" fmla="*/ 330212 w 1703319"/>
                  <a:gd name="connsiteY5892" fmla="*/ 92685 h 788789"/>
                  <a:gd name="connsiteX5893" fmla="*/ 329154 w 1703319"/>
                  <a:gd name="connsiteY5893" fmla="*/ 94151 h 788789"/>
                  <a:gd name="connsiteX5894" fmla="*/ 327743 w 1703319"/>
                  <a:gd name="connsiteY5894" fmla="*/ 94884 h 788789"/>
                  <a:gd name="connsiteX5895" fmla="*/ 326685 w 1703319"/>
                  <a:gd name="connsiteY5895" fmla="*/ 95250 h 788789"/>
                  <a:gd name="connsiteX5896" fmla="*/ 325626 w 1703319"/>
                  <a:gd name="connsiteY5896" fmla="*/ 94884 h 788789"/>
                  <a:gd name="connsiteX5897" fmla="*/ 324568 w 1703319"/>
                  <a:gd name="connsiteY5897" fmla="*/ 94517 h 788789"/>
                  <a:gd name="connsiteX5898" fmla="*/ 323510 w 1703319"/>
                  <a:gd name="connsiteY5898" fmla="*/ 94517 h 788789"/>
                  <a:gd name="connsiteX5899" fmla="*/ 322098 w 1703319"/>
                  <a:gd name="connsiteY5899" fmla="*/ 94884 h 788789"/>
                  <a:gd name="connsiteX5900" fmla="*/ 321040 w 1703319"/>
                  <a:gd name="connsiteY5900" fmla="*/ 95250 h 788789"/>
                  <a:gd name="connsiteX5901" fmla="*/ 317512 w 1703319"/>
                  <a:gd name="connsiteY5901" fmla="*/ 94884 h 788789"/>
                  <a:gd name="connsiteX5902" fmla="*/ 317160 w 1703319"/>
                  <a:gd name="connsiteY5902" fmla="*/ 93052 h 788789"/>
                  <a:gd name="connsiteX5903" fmla="*/ 317512 w 1703319"/>
                  <a:gd name="connsiteY5903" fmla="*/ 91953 h 788789"/>
                  <a:gd name="connsiteX5904" fmla="*/ 316454 w 1703319"/>
                  <a:gd name="connsiteY5904" fmla="*/ 90487 h 788789"/>
                  <a:gd name="connsiteX5905" fmla="*/ 317512 w 1703319"/>
                  <a:gd name="connsiteY5905" fmla="*/ 89388 h 788789"/>
                  <a:gd name="connsiteX5906" fmla="*/ 318218 w 1703319"/>
                  <a:gd name="connsiteY5906" fmla="*/ 89022 h 788789"/>
                  <a:gd name="connsiteX5907" fmla="*/ 318571 w 1703319"/>
                  <a:gd name="connsiteY5907" fmla="*/ 88289 h 788789"/>
                  <a:gd name="connsiteX5908" fmla="*/ 316807 w 1703319"/>
                  <a:gd name="connsiteY5908" fmla="*/ 88289 h 788789"/>
                  <a:gd name="connsiteX5909" fmla="*/ 315748 w 1703319"/>
                  <a:gd name="connsiteY5909" fmla="*/ 88656 h 788789"/>
                  <a:gd name="connsiteX5910" fmla="*/ 315043 w 1703319"/>
                  <a:gd name="connsiteY5910" fmla="*/ 89388 h 788789"/>
                  <a:gd name="connsiteX5911" fmla="*/ 313632 w 1703319"/>
                  <a:gd name="connsiteY5911" fmla="*/ 89388 h 788789"/>
                  <a:gd name="connsiteX5912" fmla="*/ 311868 w 1703319"/>
                  <a:gd name="connsiteY5912" fmla="*/ 89388 h 788789"/>
                  <a:gd name="connsiteX5913" fmla="*/ 310810 w 1703319"/>
                  <a:gd name="connsiteY5913" fmla="*/ 88656 h 788789"/>
                  <a:gd name="connsiteX5914" fmla="*/ 309046 w 1703319"/>
                  <a:gd name="connsiteY5914" fmla="*/ 89388 h 788789"/>
                  <a:gd name="connsiteX5915" fmla="*/ 307987 w 1703319"/>
                  <a:gd name="connsiteY5915" fmla="*/ 89755 h 788789"/>
                  <a:gd name="connsiteX5916" fmla="*/ 306223 w 1703319"/>
                  <a:gd name="connsiteY5916" fmla="*/ 89022 h 788789"/>
                  <a:gd name="connsiteX5917" fmla="*/ 306576 w 1703319"/>
                  <a:gd name="connsiteY5917" fmla="*/ 88289 h 788789"/>
                  <a:gd name="connsiteX5918" fmla="*/ 306576 w 1703319"/>
                  <a:gd name="connsiteY5918" fmla="*/ 87557 h 788789"/>
                  <a:gd name="connsiteX5919" fmla="*/ 305518 w 1703319"/>
                  <a:gd name="connsiteY5919" fmla="*/ 86824 h 788789"/>
                  <a:gd name="connsiteX5920" fmla="*/ 304812 w 1703319"/>
                  <a:gd name="connsiteY5920" fmla="*/ 86824 h 788789"/>
                  <a:gd name="connsiteX5921" fmla="*/ 303754 w 1703319"/>
                  <a:gd name="connsiteY5921" fmla="*/ 86824 h 788789"/>
                  <a:gd name="connsiteX5922" fmla="*/ 303048 w 1703319"/>
                  <a:gd name="connsiteY5922" fmla="*/ 86091 h 788789"/>
                  <a:gd name="connsiteX5923" fmla="*/ 302343 w 1703319"/>
                  <a:gd name="connsiteY5923" fmla="*/ 86458 h 788789"/>
                  <a:gd name="connsiteX5924" fmla="*/ 301990 w 1703319"/>
                  <a:gd name="connsiteY5924" fmla="*/ 85359 h 788789"/>
                  <a:gd name="connsiteX5925" fmla="*/ 301637 w 1703319"/>
                  <a:gd name="connsiteY5925" fmla="*/ 84259 h 788789"/>
                  <a:gd name="connsiteX5926" fmla="*/ 299521 w 1703319"/>
                  <a:gd name="connsiteY5926" fmla="*/ 84626 h 788789"/>
                  <a:gd name="connsiteX5927" fmla="*/ 298462 w 1703319"/>
                  <a:gd name="connsiteY5927" fmla="*/ 83893 h 788789"/>
                  <a:gd name="connsiteX5928" fmla="*/ 299168 w 1703319"/>
                  <a:gd name="connsiteY5928" fmla="*/ 81695 h 788789"/>
                  <a:gd name="connsiteX5929" fmla="*/ 297757 w 1703319"/>
                  <a:gd name="connsiteY5929" fmla="*/ 80230 h 788789"/>
                  <a:gd name="connsiteX5930" fmla="*/ 297757 w 1703319"/>
                  <a:gd name="connsiteY5930" fmla="*/ 78398 h 788789"/>
                  <a:gd name="connsiteX5931" fmla="*/ 302343 w 1703319"/>
                  <a:gd name="connsiteY5931" fmla="*/ 78764 h 788789"/>
                  <a:gd name="connsiteX5932" fmla="*/ 303401 w 1703319"/>
                  <a:gd name="connsiteY5932" fmla="*/ 79863 h 788789"/>
                  <a:gd name="connsiteX5933" fmla="*/ 304460 w 1703319"/>
                  <a:gd name="connsiteY5933" fmla="*/ 80230 h 788789"/>
                  <a:gd name="connsiteX5934" fmla="*/ 304812 w 1703319"/>
                  <a:gd name="connsiteY5934" fmla="*/ 80962 h 788789"/>
                  <a:gd name="connsiteX5935" fmla="*/ 306576 w 1703319"/>
                  <a:gd name="connsiteY5935" fmla="*/ 81329 h 788789"/>
                  <a:gd name="connsiteX5936" fmla="*/ 307282 w 1703319"/>
                  <a:gd name="connsiteY5936" fmla="*/ 82794 h 788789"/>
                  <a:gd name="connsiteX5937" fmla="*/ 307987 w 1703319"/>
                  <a:gd name="connsiteY5937" fmla="*/ 83527 h 788789"/>
                  <a:gd name="connsiteX5938" fmla="*/ 307987 w 1703319"/>
                  <a:gd name="connsiteY5938" fmla="*/ 84259 h 788789"/>
                  <a:gd name="connsiteX5939" fmla="*/ 309046 w 1703319"/>
                  <a:gd name="connsiteY5939" fmla="*/ 84626 h 788789"/>
                  <a:gd name="connsiteX5940" fmla="*/ 310457 w 1703319"/>
                  <a:gd name="connsiteY5940" fmla="*/ 84626 h 788789"/>
                  <a:gd name="connsiteX5941" fmla="*/ 310104 w 1703319"/>
                  <a:gd name="connsiteY5941" fmla="*/ 85725 h 788789"/>
                  <a:gd name="connsiteX5942" fmla="*/ 311515 w 1703319"/>
                  <a:gd name="connsiteY5942" fmla="*/ 86091 h 788789"/>
                  <a:gd name="connsiteX5943" fmla="*/ 312221 w 1703319"/>
                  <a:gd name="connsiteY5943" fmla="*/ 86824 h 788789"/>
                  <a:gd name="connsiteX5944" fmla="*/ 312926 w 1703319"/>
                  <a:gd name="connsiteY5944" fmla="*/ 86824 h 788789"/>
                  <a:gd name="connsiteX5945" fmla="*/ 314337 w 1703319"/>
                  <a:gd name="connsiteY5945" fmla="*/ 86824 h 788789"/>
                  <a:gd name="connsiteX5946" fmla="*/ 312573 w 1703319"/>
                  <a:gd name="connsiteY5946" fmla="*/ 85725 h 788789"/>
                  <a:gd name="connsiteX5947" fmla="*/ 312221 w 1703319"/>
                  <a:gd name="connsiteY5947" fmla="*/ 84626 h 788789"/>
                  <a:gd name="connsiteX5948" fmla="*/ 311162 w 1703319"/>
                  <a:gd name="connsiteY5948" fmla="*/ 84626 h 788789"/>
                  <a:gd name="connsiteX5949" fmla="*/ 310457 w 1703319"/>
                  <a:gd name="connsiteY5949" fmla="*/ 83893 h 788789"/>
                  <a:gd name="connsiteX5950" fmla="*/ 309046 w 1703319"/>
                  <a:gd name="connsiteY5950" fmla="*/ 82428 h 788789"/>
                  <a:gd name="connsiteX5951" fmla="*/ 309398 w 1703319"/>
                  <a:gd name="connsiteY5951" fmla="*/ 80962 h 788789"/>
                  <a:gd name="connsiteX5952" fmla="*/ 310810 w 1703319"/>
                  <a:gd name="connsiteY5952" fmla="*/ 80230 h 788789"/>
                  <a:gd name="connsiteX5953" fmla="*/ 312221 w 1703319"/>
                  <a:gd name="connsiteY5953" fmla="*/ 80596 h 788789"/>
                  <a:gd name="connsiteX5954" fmla="*/ 313632 w 1703319"/>
                  <a:gd name="connsiteY5954" fmla="*/ 80962 h 788789"/>
                  <a:gd name="connsiteX5955" fmla="*/ 315043 w 1703319"/>
                  <a:gd name="connsiteY5955" fmla="*/ 82428 h 788789"/>
                  <a:gd name="connsiteX5956" fmla="*/ 316454 w 1703319"/>
                  <a:gd name="connsiteY5956" fmla="*/ 83160 h 788789"/>
                  <a:gd name="connsiteX5957" fmla="*/ 317512 w 1703319"/>
                  <a:gd name="connsiteY5957" fmla="*/ 83893 h 788789"/>
                  <a:gd name="connsiteX5958" fmla="*/ 318571 w 1703319"/>
                  <a:gd name="connsiteY5958" fmla="*/ 84626 h 788789"/>
                  <a:gd name="connsiteX5959" fmla="*/ 320335 w 1703319"/>
                  <a:gd name="connsiteY5959" fmla="*/ 85359 h 788789"/>
                  <a:gd name="connsiteX5960" fmla="*/ 320335 w 1703319"/>
                  <a:gd name="connsiteY5960" fmla="*/ 84626 h 788789"/>
                  <a:gd name="connsiteX5961" fmla="*/ 319276 w 1703319"/>
                  <a:gd name="connsiteY5961" fmla="*/ 83893 h 788789"/>
                  <a:gd name="connsiteX5962" fmla="*/ 318571 w 1703319"/>
                  <a:gd name="connsiteY5962" fmla="*/ 82428 h 788789"/>
                  <a:gd name="connsiteX5963" fmla="*/ 317512 w 1703319"/>
                  <a:gd name="connsiteY5963" fmla="*/ 81695 h 788789"/>
                  <a:gd name="connsiteX5964" fmla="*/ 316101 w 1703319"/>
                  <a:gd name="connsiteY5964" fmla="*/ 81329 h 788789"/>
                  <a:gd name="connsiteX5965" fmla="*/ 315396 w 1703319"/>
                  <a:gd name="connsiteY5965" fmla="*/ 80962 h 788789"/>
                  <a:gd name="connsiteX5966" fmla="*/ 315043 w 1703319"/>
                  <a:gd name="connsiteY5966" fmla="*/ 79863 h 788789"/>
                  <a:gd name="connsiteX5967" fmla="*/ 313985 w 1703319"/>
                  <a:gd name="connsiteY5967" fmla="*/ 79497 h 788789"/>
                  <a:gd name="connsiteX5968" fmla="*/ 312573 w 1703319"/>
                  <a:gd name="connsiteY5968" fmla="*/ 79131 h 788789"/>
                  <a:gd name="connsiteX5969" fmla="*/ 313279 w 1703319"/>
                  <a:gd name="connsiteY5969" fmla="*/ 77665 h 788789"/>
                  <a:gd name="connsiteX5970" fmla="*/ 315396 w 1703319"/>
                  <a:gd name="connsiteY5970" fmla="*/ 77299 h 788789"/>
                  <a:gd name="connsiteX5971" fmla="*/ 315748 w 1703319"/>
                  <a:gd name="connsiteY5971" fmla="*/ 78398 h 788789"/>
                  <a:gd name="connsiteX5972" fmla="*/ 317512 w 1703319"/>
                  <a:gd name="connsiteY5972" fmla="*/ 77299 h 788789"/>
                  <a:gd name="connsiteX5973" fmla="*/ 318571 w 1703319"/>
                  <a:gd name="connsiteY5973" fmla="*/ 78032 h 788789"/>
                  <a:gd name="connsiteX5974" fmla="*/ 319629 w 1703319"/>
                  <a:gd name="connsiteY5974" fmla="*/ 78032 h 788789"/>
                  <a:gd name="connsiteX5975" fmla="*/ 319982 w 1703319"/>
                  <a:gd name="connsiteY5975" fmla="*/ 76933 h 788789"/>
                  <a:gd name="connsiteX5976" fmla="*/ 1115788 w 1703319"/>
                  <a:gd name="connsiteY5976" fmla="*/ 76200 h 788789"/>
                  <a:gd name="connsiteX5977" fmla="*/ 1119702 w 1703319"/>
                  <a:gd name="connsiteY5977" fmla="*/ 76200 h 788789"/>
                  <a:gd name="connsiteX5978" fmla="*/ 1121125 w 1703319"/>
                  <a:gd name="connsiteY5978" fmla="*/ 76556 h 788789"/>
                  <a:gd name="connsiteX5979" fmla="*/ 1122548 w 1703319"/>
                  <a:gd name="connsiteY5979" fmla="*/ 77980 h 788789"/>
                  <a:gd name="connsiteX5980" fmla="*/ 1122192 w 1703319"/>
                  <a:gd name="connsiteY5980" fmla="*/ 80116 h 788789"/>
                  <a:gd name="connsiteX5981" fmla="*/ 1121125 w 1703319"/>
                  <a:gd name="connsiteY5981" fmla="*/ 81184 h 788789"/>
                  <a:gd name="connsiteX5982" fmla="*/ 1120057 w 1703319"/>
                  <a:gd name="connsiteY5982" fmla="*/ 82252 h 788789"/>
                  <a:gd name="connsiteX5983" fmla="*/ 1118990 w 1703319"/>
                  <a:gd name="connsiteY5983" fmla="*/ 82964 h 788789"/>
                  <a:gd name="connsiteX5984" fmla="*/ 1116855 w 1703319"/>
                  <a:gd name="connsiteY5984" fmla="*/ 83320 h 788789"/>
                  <a:gd name="connsiteX5985" fmla="*/ 1115432 w 1703319"/>
                  <a:gd name="connsiteY5985" fmla="*/ 84032 h 788789"/>
                  <a:gd name="connsiteX5986" fmla="*/ 1113653 w 1703319"/>
                  <a:gd name="connsiteY5986" fmla="*/ 84388 h 788789"/>
                  <a:gd name="connsiteX5987" fmla="*/ 1110806 w 1703319"/>
                  <a:gd name="connsiteY5987" fmla="*/ 85456 h 788789"/>
                  <a:gd name="connsiteX5988" fmla="*/ 1109027 w 1703319"/>
                  <a:gd name="connsiteY5988" fmla="*/ 86168 h 788789"/>
                  <a:gd name="connsiteX5989" fmla="*/ 1106536 w 1703319"/>
                  <a:gd name="connsiteY5989" fmla="*/ 86880 h 788789"/>
                  <a:gd name="connsiteX5990" fmla="*/ 1104757 w 1703319"/>
                  <a:gd name="connsiteY5990" fmla="*/ 87591 h 788789"/>
                  <a:gd name="connsiteX5991" fmla="*/ 1095862 w 1703319"/>
                  <a:gd name="connsiteY5991" fmla="*/ 89727 h 788789"/>
                  <a:gd name="connsiteX5992" fmla="*/ 1093371 w 1703319"/>
                  <a:gd name="connsiteY5992" fmla="*/ 90083 h 788789"/>
                  <a:gd name="connsiteX5993" fmla="*/ 1090169 w 1703319"/>
                  <a:gd name="connsiteY5993" fmla="*/ 91507 h 788789"/>
                  <a:gd name="connsiteX5994" fmla="*/ 1088745 w 1703319"/>
                  <a:gd name="connsiteY5994" fmla="*/ 92575 h 788789"/>
                  <a:gd name="connsiteX5995" fmla="*/ 1086966 w 1703319"/>
                  <a:gd name="connsiteY5995" fmla="*/ 92575 h 788789"/>
                  <a:gd name="connsiteX5996" fmla="*/ 1085899 w 1703319"/>
                  <a:gd name="connsiteY5996" fmla="*/ 93287 h 788789"/>
                  <a:gd name="connsiteX5997" fmla="*/ 1084831 w 1703319"/>
                  <a:gd name="connsiteY5997" fmla="*/ 93999 h 788789"/>
                  <a:gd name="connsiteX5998" fmla="*/ 1083052 w 1703319"/>
                  <a:gd name="connsiteY5998" fmla="*/ 96135 h 788789"/>
                  <a:gd name="connsiteX5999" fmla="*/ 1081629 w 1703319"/>
                  <a:gd name="connsiteY5999" fmla="*/ 96491 h 788789"/>
                  <a:gd name="connsiteX6000" fmla="*/ 1080917 w 1703319"/>
                  <a:gd name="connsiteY6000" fmla="*/ 97559 h 788789"/>
                  <a:gd name="connsiteX6001" fmla="*/ 1078782 w 1703319"/>
                  <a:gd name="connsiteY6001" fmla="*/ 98271 h 788789"/>
                  <a:gd name="connsiteX6002" fmla="*/ 1077003 w 1703319"/>
                  <a:gd name="connsiteY6002" fmla="*/ 97915 h 788789"/>
                  <a:gd name="connsiteX6003" fmla="*/ 1076648 w 1703319"/>
                  <a:gd name="connsiteY6003" fmla="*/ 98983 h 788789"/>
                  <a:gd name="connsiteX6004" fmla="*/ 1075936 w 1703319"/>
                  <a:gd name="connsiteY6004" fmla="*/ 100407 h 788789"/>
                  <a:gd name="connsiteX6005" fmla="*/ 1074868 w 1703319"/>
                  <a:gd name="connsiteY6005" fmla="*/ 99695 h 788789"/>
                  <a:gd name="connsiteX6006" fmla="*/ 1073445 w 1703319"/>
                  <a:gd name="connsiteY6006" fmla="*/ 100051 h 788789"/>
                  <a:gd name="connsiteX6007" fmla="*/ 1073801 w 1703319"/>
                  <a:gd name="connsiteY6007" fmla="*/ 101475 h 788789"/>
                  <a:gd name="connsiteX6008" fmla="*/ 1073445 w 1703319"/>
                  <a:gd name="connsiteY6008" fmla="*/ 102543 h 788789"/>
                  <a:gd name="connsiteX6009" fmla="*/ 1072378 w 1703319"/>
                  <a:gd name="connsiteY6009" fmla="*/ 103611 h 788789"/>
                  <a:gd name="connsiteX6010" fmla="*/ 1071666 w 1703319"/>
                  <a:gd name="connsiteY6010" fmla="*/ 106103 h 788789"/>
                  <a:gd name="connsiteX6011" fmla="*/ 1068820 w 1703319"/>
                  <a:gd name="connsiteY6011" fmla="*/ 108239 h 788789"/>
                  <a:gd name="connsiteX6012" fmla="*/ 1067752 w 1703319"/>
                  <a:gd name="connsiteY6012" fmla="*/ 109663 h 788789"/>
                  <a:gd name="connsiteX6013" fmla="*/ 1065617 w 1703319"/>
                  <a:gd name="connsiteY6013" fmla="*/ 111443 h 788789"/>
                  <a:gd name="connsiteX6014" fmla="*/ 1063126 w 1703319"/>
                  <a:gd name="connsiteY6014" fmla="*/ 114291 h 788789"/>
                  <a:gd name="connsiteX6015" fmla="*/ 1062059 w 1703319"/>
                  <a:gd name="connsiteY6015" fmla="*/ 115715 h 788789"/>
                  <a:gd name="connsiteX6016" fmla="*/ 1060280 w 1703319"/>
                  <a:gd name="connsiteY6016" fmla="*/ 116782 h 788789"/>
                  <a:gd name="connsiteX6017" fmla="*/ 1059924 w 1703319"/>
                  <a:gd name="connsiteY6017" fmla="*/ 118562 h 788789"/>
                  <a:gd name="connsiteX6018" fmla="*/ 1059924 w 1703319"/>
                  <a:gd name="connsiteY6018" fmla="*/ 120342 h 788789"/>
                  <a:gd name="connsiteX6019" fmla="*/ 1059924 w 1703319"/>
                  <a:gd name="connsiteY6019" fmla="*/ 123546 h 788789"/>
                  <a:gd name="connsiteX6020" fmla="*/ 1061347 w 1703319"/>
                  <a:gd name="connsiteY6020" fmla="*/ 126038 h 788789"/>
                  <a:gd name="connsiteX6021" fmla="*/ 1063482 w 1703319"/>
                  <a:gd name="connsiteY6021" fmla="*/ 127818 h 788789"/>
                  <a:gd name="connsiteX6022" fmla="*/ 1064550 w 1703319"/>
                  <a:gd name="connsiteY6022" fmla="*/ 128886 h 788789"/>
                  <a:gd name="connsiteX6023" fmla="*/ 1066329 w 1703319"/>
                  <a:gd name="connsiteY6023" fmla="*/ 131378 h 788789"/>
                  <a:gd name="connsiteX6024" fmla="*/ 1069531 w 1703319"/>
                  <a:gd name="connsiteY6024" fmla="*/ 133158 h 788789"/>
                  <a:gd name="connsiteX6025" fmla="*/ 1067752 w 1703319"/>
                  <a:gd name="connsiteY6025" fmla="*/ 134226 h 788789"/>
                  <a:gd name="connsiteX6026" fmla="*/ 1066685 w 1703319"/>
                  <a:gd name="connsiteY6026" fmla="*/ 134582 h 788789"/>
                  <a:gd name="connsiteX6027" fmla="*/ 1065617 w 1703319"/>
                  <a:gd name="connsiteY6027" fmla="*/ 133870 h 788789"/>
                  <a:gd name="connsiteX6028" fmla="*/ 1063838 w 1703319"/>
                  <a:gd name="connsiteY6028" fmla="*/ 134226 h 788789"/>
                  <a:gd name="connsiteX6029" fmla="*/ 1062059 w 1703319"/>
                  <a:gd name="connsiteY6029" fmla="*/ 134226 h 788789"/>
                  <a:gd name="connsiteX6030" fmla="*/ 1059924 w 1703319"/>
                  <a:gd name="connsiteY6030" fmla="*/ 134226 h 788789"/>
                  <a:gd name="connsiteX6031" fmla="*/ 1057789 w 1703319"/>
                  <a:gd name="connsiteY6031" fmla="*/ 134226 h 788789"/>
                  <a:gd name="connsiteX6032" fmla="*/ 1056366 w 1703319"/>
                  <a:gd name="connsiteY6032" fmla="*/ 133870 h 788789"/>
                  <a:gd name="connsiteX6033" fmla="*/ 1053875 w 1703319"/>
                  <a:gd name="connsiteY6033" fmla="*/ 132446 h 788789"/>
                  <a:gd name="connsiteX6034" fmla="*/ 1052096 w 1703319"/>
                  <a:gd name="connsiteY6034" fmla="*/ 132446 h 788789"/>
                  <a:gd name="connsiteX6035" fmla="*/ 1050317 w 1703319"/>
                  <a:gd name="connsiteY6035" fmla="*/ 132090 h 788789"/>
                  <a:gd name="connsiteX6036" fmla="*/ 1050317 w 1703319"/>
                  <a:gd name="connsiteY6036" fmla="*/ 131022 h 788789"/>
                  <a:gd name="connsiteX6037" fmla="*/ 1052808 w 1703319"/>
                  <a:gd name="connsiteY6037" fmla="*/ 130310 h 788789"/>
                  <a:gd name="connsiteX6038" fmla="*/ 1052452 w 1703319"/>
                  <a:gd name="connsiteY6038" fmla="*/ 129242 h 788789"/>
                  <a:gd name="connsiteX6039" fmla="*/ 1051029 w 1703319"/>
                  <a:gd name="connsiteY6039" fmla="*/ 128886 h 788789"/>
                  <a:gd name="connsiteX6040" fmla="*/ 1050317 w 1703319"/>
                  <a:gd name="connsiteY6040" fmla="*/ 127818 h 788789"/>
                  <a:gd name="connsiteX6041" fmla="*/ 1048182 w 1703319"/>
                  <a:gd name="connsiteY6041" fmla="*/ 127106 h 788789"/>
                  <a:gd name="connsiteX6042" fmla="*/ 1048538 w 1703319"/>
                  <a:gd name="connsiteY6042" fmla="*/ 128530 h 788789"/>
                  <a:gd name="connsiteX6043" fmla="*/ 1048182 w 1703319"/>
                  <a:gd name="connsiteY6043" fmla="*/ 130310 h 788789"/>
                  <a:gd name="connsiteX6044" fmla="*/ 1046403 w 1703319"/>
                  <a:gd name="connsiteY6044" fmla="*/ 129598 h 788789"/>
                  <a:gd name="connsiteX6045" fmla="*/ 1045335 w 1703319"/>
                  <a:gd name="connsiteY6045" fmla="*/ 128530 h 788789"/>
                  <a:gd name="connsiteX6046" fmla="*/ 1046759 w 1703319"/>
                  <a:gd name="connsiteY6046" fmla="*/ 128530 h 788789"/>
                  <a:gd name="connsiteX6047" fmla="*/ 1046403 w 1703319"/>
                  <a:gd name="connsiteY6047" fmla="*/ 126394 h 788789"/>
                  <a:gd name="connsiteX6048" fmla="*/ 1043556 w 1703319"/>
                  <a:gd name="connsiteY6048" fmla="*/ 127106 h 788789"/>
                  <a:gd name="connsiteX6049" fmla="*/ 1042133 w 1703319"/>
                  <a:gd name="connsiteY6049" fmla="*/ 126750 h 788789"/>
                  <a:gd name="connsiteX6050" fmla="*/ 1041066 w 1703319"/>
                  <a:gd name="connsiteY6050" fmla="*/ 125326 h 788789"/>
                  <a:gd name="connsiteX6051" fmla="*/ 1040354 w 1703319"/>
                  <a:gd name="connsiteY6051" fmla="*/ 123902 h 788789"/>
                  <a:gd name="connsiteX6052" fmla="*/ 1042133 w 1703319"/>
                  <a:gd name="connsiteY6052" fmla="*/ 121410 h 788789"/>
                  <a:gd name="connsiteX6053" fmla="*/ 1043201 w 1703319"/>
                  <a:gd name="connsiteY6053" fmla="*/ 121410 h 788789"/>
                  <a:gd name="connsiteX6054" fmla="*/ 1044624 w 1703319"/>
                  <a:gd name="connsiteY6054" fmla="*/ 121054 h 788789"/>
                  <a:gd name="connsiteX6055" fmla="*/ 1045691 w 1703319"/>
                  <a:gd name="connsiteY6055" fmla="*/ 121054 h 788789"/>
                  <a:gd name="connsiteX6056" fmla="*/ 1046403 w 1703319"/>
                  <a:gd name="connsiteY6056" fmla="*/ 118918 h 788789"/>
                  <a:gd name="connsiteX6057" fmla="*/ 1047826 w 1703319"/>
                  <a:gd name="connsiteY6057" fmla="*/ 117850 h 788789"/>
                  <a:gd name="connsiteX6058" fmla="*/ 1047470 w 1703319"/>
                  <a:gd name="connsiteY6058" fmla="*/ 116427 h 788789"/>
                  <a:gd name="connsiteX6059" fmla="*/ 1045691 w 1703319"/>
                  <a:gd name="connsiteY6059" fmla="*/ 116071 h 788789"/>
                  <a:gd name="connsiteX6060" fmla="*/ 1045691 w 1703319"/>
                  <a:gd name="connsiteY6060" fmla="*/ 115003 h 788789"/>
                  <a:gd name="connsiteX6061" fmla="*/ 1046759 w 1703319"/>
                  <a:gd name="connsiteY6061" fmla="*/ 114647 h 788789"/>
                  <a:gd name="connsiteX6062" fmla="*/ 1048894 w 1703319"/>
                  <a:gd name="connsiteY6062" fmla="*/ 113579 h 788789"/>
                  <a:gd name="connsiteX6063" fmla="*/ 1049249 w 1703319"/>
                  <a:gd name="connsiteY6063" fmla="*/ 111443 h 788789"/>
                  <a:gd name="connsiteX6064" fmla="*/ 1051384 w 1703319"/>
                  <a:gd name="connsiteY6064" fmla="*/ 111443 h 788789"/>
                  <a:gd name="connsiteX6065" fmla="*/ 1053875 w 1703319"/>
                  <a:gd name="connsiteY6065" fmla="*/ 110019 h 788789"/>
                  <a:gd name="connsiteX6066" fmla="*/ 1053519 w 1703319"/>
                  <a:gd name="connsiteY6066" fmla="*/ 108951 h 788789"/>
                  <a:gd name="connsiteX6067" fmla="*/ 1053163 w 1703319"/>
                  <a:gd name="connsiteY6067" fmla="*/ 107883 h 788789"/>
                  <a:gd name="connsiteX6068" fmla="*/ 1051740 w 1703319"/>
                  <a:gd name="connsiteY6068" fmla="*/ 108239 h 788789"/>
                  <a:gd name="connsiteX6069" fmla="*/ 1052452 w 1703319"/>
                  <a:gd name="connsiteY6069" fmla="*/ 106459 h 788789"/>
                  <a:gd name="connsiteX6070" fmla="*/ 1054943 w 1703319"/>
                  <a:gd name="connsiteY6070" fmla="*/ 105391 h 788789"/>
                  <a:gd name="connsiteX6071" fmla="*/ 1055654 w 1703319"/>
                  <a:gd name="connsiteY6071" fmla="*/ 104323 h 788789"/>
                  <a:gd name="connsiteX6072" fmla="*/ 1056722 w 1703319"/>
                  <a:gd name="connsiteY6072" fmla="*/ 103611 h 788789"/>
                  <a:gd name="connsiteX6073" fmla="*/ 1058501 w 1703319"/>
                  <a:gd name="connsiteY6073" fmla="*/ 102187 h 788789"/>
                  <a:gd name="connsiteX6074" fmla="*/ 1059568 w 1703319"/>
                  <a:gd name="connsiteY6074" fmla="*/ 100763 h 788789"/>
                  <a:gd name="connsiteX6075" fmla="*/ 1059212 w 1703319"/>
                  <a:gd name="connsiteY6075" fmla="*/ 99695 h 788789"/>
                  <a:gd name="connsiteX6076" fmla="*/ 1059924 w 1703319"/>
                  <a:gd name="connsiteY6076" fmla="*/ 98983 h 788789"/>
                  <a:gd name="connsiteX6077" fmla="*/ 1062059 w 1703319"/>
                  <a:gd name="connsiteY6077" fmla="*/ 97915 h 788789"/>
                  <a:gd name="connsiteX6078" fmla="*/ 1062059 w 1703319"/>
                  <a:gd name="connsiteY6078" fmla="*/ 96491 h 788789"/>
                  <a:gd name="connsiteX6079" fmla="*/ 1061703 w 1703319"/>
                  <a:gd name="connsiteY6079" fmla="*/ 95067 h 788789"/>
                  <a:gd name="connsiteX6080" fmla="*/ 1061347 w 1703319"/>
                  <a:gd name="connsiteY6080" fmla="*/ 93643 h 788789"/>
                  <a:gd name="connsiteX6081" fmla="*/ 1063126 w 1703319"/>
                  <a:gd name="connsiteY6081" fmla="*/ 93287 h 788789"/>
                  <a:gd name="connsiteX6082" fmla="*/ 1064550 w 1703319"/>
                  <a:gd name="connsiteY6082" fmla="*/ 93643 h 788789"/>
                  <a:gd name="connsiteX6083" fmla="*/ 1065617 w 1703319"/>
                  <a:gd name="connsiteY6083" fmla="*/ 91863 h 788789"/>
                  <a:gd name="connsiteX6084" fmla="*/ 1067752 w 1703319"/>
                  <a:gd name="connsiteY6084" fmla="*/ 90795 h 788789"/>
                  <a:gd name="connsiteX6085" fmla="*/ 1069531 w 1703319"/>
                  <a:gd name="connsiteY6085" fmla="*/ 91507 h 788789"/>
                  <a:gd name="connsiteX6086" fmla="*/ 1070243 w 1703319"/>
                  <a:gd name="connsiteY6086" fmla="*/ 90439 h 788789"/>
                  <a:gd name="connsiteX6087" fmla="*/ 1071666 w 1703319"/>
                  <a:gd name="connsiteY6087" fmla="*/ 89371 h 788789"/>
                  <a:gd name="connsiteX6088" fmla="*/ 1073445 w 1703319"/>
                  <a:gd name="connsiteY6088" fmla="*/ 88303 h 788789"/>
                  <a:gd name="connsiteX6089" fmla="*/ 1074868 w 1703319"/>
                  <a:gd name="connsiteY6089" fmla="*/ 87947 h 788789"/>
                  <a:gd name="connsiteX6090" fmla="*/ 1075936 w 1703319"/>
                  <a:gd name="connsiteY6090" fmla="*/ 86168 h 788789"/>
                  <a:gd name="connsiteX6091" fmla="*/ 1077359 w 1703319"/>
                  <a:gd name="connsiteY6091" fmla="*/ 86168 h 788789"/>
                  <a:gd name="connsiteX6092" fmla="*/ 1079494 w 1703319"/>
                  <a:gd name="connsiteY6092" fmla="*/ 86168 h 788789"/>
                  <a:gd name="connsiteX6093" fmla="*/ 1081629 w 1703319"/>
                  <a:gd name="connsiteY6093" fmla="*/ 85456 h 788789"/>
                  <a:gd name="connsiteX6094" fmla="*/ 1082341 w 1703319"/>
                  <a:gd name="connsiteY6094" fmla="*/ 84744 h 788789"/>
                  <a:gd name="connsiteX6095" fmla="*/ 1083408 w 1703319"/>
                  <a:gd name="connsiteY6095" fmla="*/ 85100 h 788789"/>
                  <a:gd name="connsiteX6096" fmla="*/ 1084831 w 1703319"/>
                  <a:gd name="connsiteY6096" fmla="*/ 85100 h 788789"/>
                  <a:gd name="connsiteX6097" fmla="*/ 1085543 w 1703319"/>
                  <a:gd name="connsiteY6097" fmla="*/ 83320 h 788789"/>
                  <a:gd name="connsiteX6098" fmla="*/ 1087322 w 1703319"/>
                  <a:gd name="connsiteY6098" fmla="*/ 82608 h 788789"/>
                  <a:gd name="connsiteX6099" fmla="*/ 1088745 w 1703319"/>
                  <a:gd name="connsiteY6099" fmla="*/ 82964 h 788789"/>
                  <a:gd name="connsiteX6100" fmla="*/ 1091592 w 1703319"/>
                  <a:gd name="connsiteY6100" fmla="*/ 83320 h 788789"/>
                  <a:gd name="connsiteX6101" fmla="*/ 1092659 w 1703319"/>
                  <a:gd name="connsiteY6101" fmla="*/ 83320 h 788789"/>
                  <a:gd name="connsiteX6102" fmla="*/ 1093727 w 1703319"/>
                  <a:gd name="connsiteY6102" fmla="*/ 83320 h 788789"/>
                  <a:gd name="connsiteX6103" fmla="*/ 1095862 w 1703319"/>
                  <a:gd name="connsiteY6103" fmla="*/ 83320 h 788789"/>
                  <a:gd name="connsiteX6104" fmla="*/ 1097285 w 1703319"/>
                  <a:gd name="connsiteY6104" fmla="*/ 82608 h 788789"/>
                  <a:gd name="connsiteX6105" fmla="*/ 1098352 w 1703319"/>
                  <a:gd name="connsiteY6105" fmla="*/ 82608 h 788789"/>
                  <a:gd name="connsiteX6106" fmla="*/ 1100487 w 1703319"/>
                  <a:gd name="connsiteY6106" fmla="*/ 81896 h 788789"/>
                  <a:gd name="connsiteX6107" fmla="*/ 1101911 w 1703319"/>
                  <a:gd name="connsiteY6107" fmla="*/ 81540 h 788789"/>
                  <a:gd name="connsiteX6108" fmla="*/ 1103690 w 1703319"/>
                  <a:gd name="connsiteY6108" fmla="*/ 80828 h 788789"/>
                  <a:gd name="connsiteX6109" fmla="*/ 1105113 w 1703319"/>
                  <a:gd name="connsiteY6109" fmla="*/ 80116 h 788789"/>
                  <a:gd name="connsiteX6110" fmla="*/ 1106892 w 1703319"/>
                  <a:gd name="connsiteY6110" fmla="*/ 80116 h 788789"/>
                  <a:gd name="connsiteX6111" fmla="*/ 1107960 w 1703319"/>
                  <a:gd name="connsiteY6111" fmla="*/ 79760 h 788789"/>
                  <a:gd name="connsiteX6112" fmla="*/ 1108671 w 1703319"/>
                  <a:gd name="connsiteY6112" fmla="*/ 78692 h 788789"/>
                  <a:gd name="connsiteX6113" fmla="*/ 1110095 w 1703319"/>
                  <a:gd name="connsiteY6113" fmla="*/ 77624 h 788789"/>
                  <a:gd name="connsiteX6114" fmla="*/ 1112229 w 1703319"/>
                  <a:gd name="connsiteY6114" fmla="*/ 76556 h 788789"/>
                  <a:gd name="connsiteX6115" fmla="*/ 1115788 w 1703319"/>
                  <a:gd name="connsiteY6115" fmla="*/ 76200 h 788789"/>
                  <a:gd name="connsiteX6116" fmla="*/ 276572 w 1703319"/>
                  <a:gd name="connsiteY6116" fmla="*/ 74986 h 788789"/>
                  <a:gd name="connsiteX6117" fmla="*/ 278013 w 1703319"/>
                  <a:gd name="connsiteY6117" fmla="*/ 74986 h 788789"/>
                  <a:gd name="connsiteX6118" fmla="*/ 279454 w 1703319"/>
                  <a:gd name="connsiteY6118" fmla="*/ 75733 h 788789"/>
                  <a:gd name="connsiteX6119" fmla="*/ 279815 w 1703319"/>
                  <a:gd name="connsiteY6119" fmla="*/ 77601 h 788789"/>
                  <a:gd name="connsiteX6120" fmla="*/ 280175 w 1703319"/>
                  <a:gd name="connsiteY6120" fmla="*/ 79842 h 788789"/>
                  <a:gd name="connsiteX6121" fmla="*/ 280535 w 1703319"/>
                  <a:gd name="connsiteY6121" fmla="*/ 81710 h 788789"/>
                  <a:gd name="connsiteX6122" fmla="*/ 280175 w 1703319"/>
                  <a:gd name="connsiteY6122" fmla="*/ 82457 h 788789"/>
                  <a:gd name="connsiteX6123" fmla="*/ 283058 w 1703319"/>
                  <a:gd name="connsiteY6123" fmla="*/ 83204 h 788789"/>
                  <a:gd name="connsiteX6124" fmla="*/ 283418 w 1703319"/>
                  <a:gd name="connsiteY6124" fmla="*/ 83951 h 788789"/>
                  <a:gd name="connsiteX6125" fmla="*/ 282337 w 1703319"/>
                  <a:gd name="connsiteY6125" fmla="*/ 85072 h 788789"/>
                  <a:gd name="connsiteX6126" fmla="*/ 284499 w 1703319"/>
                  <a:gd name="connsiteY6126" fmla="*/ 84698 h 788789"/>
                  <a:gd name="connsiteX6127" fmla="*/ 285941 w 1703319"/>
                  <a:gd name="connsiteY6127" fmla="*/ 84325 h 788789"/>
                  <a:gd name="connsiteX6128" fmla="*/ 287022 w 1703319"/>
                  <a:gd name="connsiteY6128" fmla="*/ 85072 h 788789"/>
                  <a:gd name="connsiteX6129" fmla="*/ 287743 w 1703319"/>
                  <a:gd name="connsiteY6129" fmla="*/ 84325 h 788789"/>
                  <a:gd name="connsiteX6130" fmla="*/ 288463 w 1703319"/>
                  <a:gd name="connsiteY6130" fmla="*/ 83578 h 788789"/>
                  <a:gd name="connsiteX6131" fmla="*/ 290986 w 1703319"/>
                  <a:gd name="connsiteY6131" fmla="*/ 83204 h 788789"/>
                  <a:gd name="connsiteX6132" fmla="*/ 293508 w 1703319"/>
                  <a:gd name="connsiteY6132" fmla="*/ 83951 h 788789"/>
                  <a:gd name="connsiteX6133" fmla="*/ 294229 w 1703319"/>
                  <a:gd name="connsiteY6133" fmla="*/ 85445 h 788789"/>
                  <a:gd name="connsiteX6134" fmla="*/ 293869 w 1703319"/>
                  <a:gd name="connsiteY6134" fmla="*/ 86939 h 788789"/>
                  <a:gd name="connsiteX6135" fmla="*/ 293508 w 1703319"/>
                  <a:gd name="connsiteY6135" fmla="*/ 88060 h 788789"/>
                  <a:gd name="connsiteX6136" fmla="*/ 293148 w 1703319"/>
                  <a:gd name="connsiteY6136" fmla="*/ 88433 h 788789"/>
                  <a:gd name="connsiteX6137" fmla="*/ 292427 w 1703319"/>
                  <a:gd name="connsiteY6137" fmla="*/ 91048 h 788789"/>
                  <a:gd name="connsiteX6138" fmla="*/ 291346 w 1703319"/>
                  <a:gd name="connsiteY6138" fmla="*/ 91795 h 788789"/>
                  <a:gd name="connsiteX6139" fmla="*/ 291346 w 1703319"/>
                  <a:gd name="connsiteY6139" fmla="*/ 92916 h 788789"/>
                  <a:gd name="connsiteX6140" fmla="*/ 289905 w 1703319"/>
                  <a:gd name="connsiteY6140" fmla="*/ 93663 h 788789"/>
                  <a:gd name="connsiteX6141" fmla="*/ 288463 w 1703319"/>
                  <a:gd name="connsiteY6141" fmla="*/ 94410 h 788789"/>
                  <a:gd name="connsiteX6142" fmla="*/ 287382 w 1703319"/>
                  <a:gd name="connsiteY6142" fmla="*/ 94410 h 788789"/>
                  <a:gd name="connsiteX6143" fmla="*/ 286301 w 1703319"/>
                  <a:gd name="connsiteY6143" fmla="*/ 94783 h 788789"/>
                  <a:gd name="connsiteX6144" fmla="*/ 285220 w 1703319"/>
                  <a:gd name="connsiteY6144" fmla="*/ 94783 h 788789"/>
                  <a:gd name="connsiteX6145" fmla="*/ 283779 w 1703319"/>
                  <a:gd name="connsiteY6145" fmla="*/ 94783 h 788789"/>
                  <a:gd name="connsiteX6146" fmla="*/ 283418 w 1703319"/>
                  <a:gd name="connsiteY6146" fmla="*/ 93663 h 788789"/>
                  <a:gd name="connsiteX6147" fmla="*/ 282337 w 1703319"/>
                  <a:gd name="connsiteY6147" fmla="*/ 93663 h 788789"/>
                  <a:gd name="connsiteX6148" fmla="*/ 281256 w 1703319"/>
                  <a:gd name="connsiteY6148" fmla="*/ 94783 h 788789"/>
                  <a:gd name="connsiteX6149" fmla="*/ 280175 w 1703319"/>
                  <a:gd name="connsiteY6149" fmla="*/ 94410 h 788789"/>
                  <a:gd name="connsiteX6150" fmla="*/ 279094 w 1703319"/>
                  <a:gd name="connsiteY6150" fmla="*/ 94036 h 788789"/>
                  <a:gd name="connsiteX6151" fmla="*/ 276572 w 1703319"/>
                  <a:gd name="connsiteY6151" fmla="*/ 94410 h 788789"/>
                  <a:gd name="connsiteX6152" fmla="*/ 275851 w 1703319"/>
                  <a:gd name="connsiteY6152" fmla="*/ 94783 h 788789"/>
                  <a:gd name="connsiteX6153" fmla="*/ 273689 w 1703319"/>
                  <a:gd name="connsiteY6153" fmla="*/ 95904 h 788789"/>
                  <a:gd name="connsiteX6154" fmla="*/ 272968 w 1703319"/>
                  <a:gd name="connsiteY6154" fmla="*/ 95904 h 788789"/>
                  <a:gd name="connsiteX6155" fmla="*/ 271166 w 1703319"/>
                  <a:gd name="connsiteY6155" fmla="*/ 95904 h 788789"/>
                  <a:gd name="connsiteX6156" fmla="*/ 270806 w 1703319"/>
                  <a:gd name="connsiteY6156" fmla="*/ 95904 h 788789"/>
                  <a:gd name="connsiteX6157" fmla="*/ 270446 w 1703319"/>
                  <a:gd name="connsiteY6157" fmla="*/ 95904 h 788789"/>
                  <a:gd name="connsiteX6158" fmla="*/ 269004 w 1703319"/>
                  <a:gd name="connsiteY6158" fmla="*/ 96651 h 788789"/>
                  <a:gd name="connsiteX6159" fmla="*/ 267923 w 1703319"/>
                  <a:gd name="connsiteY6159" fmla="*/ 97398 h 788789"/>
                  <a:gd name="connsiteX6160" fmla="*/ 264680 w 1703319"/>
                  <a:gd name="connsiteY6160" fmla="*/ 98519 h 788789"/>
                  <a:gd name="connsiteX6161" fmla="*/ 260716 w 1703319"/>
                  <a:gd name="connsiteY6161" fmla="*/ 99639 h 788789"/>
                  <a:gd name="connsiteX6162" fmla="*/ 258193 w 1703319"/>
                  <a:gd name="connsiteY6162" fmla="*/ 100013 h 788789"/>
                  <a:gd name="connsiteX6163" fmla="*/ 255671 w 1703319"/>
                  <a:gd name="connsiteY6163" fmla="*/ 99639 h 788789"/>
                  <a:gd name="connsiteX6164" fmla="*/ 253148 w 1703319"/>
                  <a:gd name="connsiteY6164" fmla="*/ 98519 h 788789"/>
                  <a:gd name="connsiteX6165" fmla="*/ 252067 w 1703319"/>
                  <a:gd name="connsiteY6165" fmla="*/ 97772 h 788789"/>
                  <a:gd name="connsiteX6166" fmla="*/ 251707 w 1703319"/>
                  <a:gd name="connsiteY6166" fmla="*/ 96651 h 788789"/>
                  <a:gd name="connsiteX6167" fmla="*/ 254950 w 1703319"/>
                  <a:gd name="connsiteY6167" fmla="*/ 95157 h 788789"/>
                  <a:gd name="connsiteX6168" fmla="*/ 256392 w 1703319"/>
                  <a:gd name="connsiteY6168" fmla="*/ 94783 h 788789"/>
                  <a:gd name="connsiteX6169" fmla="*/ 258193 w 1703319"/>
                  <a:gd name="connsiteY6169" fmla="*/ 94036 h 788789"/>
                  <a:gd name="connsiteX6170" fmla="*/ 259995 w 1703319"/>
                  <a:gd name="connsiteY6170" fmla="*/ 93289 h 788789"/>
                  <a:gd name="connsiteX6171" fmla="*/ 262878 w 1703319"/>
                  <a:gd name="connsiteY6171" fmla="*/ 93663 h 788789"/>
                  <a:gd name="connsiteX6172" fmla="*/ 264680 w 1703319"/>
                  <a:gd name="connsiteY6172" fmla="*/ 92916 h 788789"/>
                  <a:gd name="connsiteX6173" fmla="*/ 265761 w 1703319"/>
                  <a:gd name="connsiteY6173" fmla="*/ 92542 h 788789"/>
                  <a:gd name="connsiteX6174" fmla="*/ 267563 w 1703319"/>
                  <a:gd name="connsiteY6174" fmla="*/ 91795 h 788789"/>
                  <a:gd name="connsiteX6175" fmla="*/ 267563 w 1703319"/>
                  <a:gd name="connsiteY6175" fmla="*/ 90675 h 788789"/>
                  <a:gd name="connsiteX6176" fmla="*/ 266121 w 1703319"/>
                  <a:gd name="connsiteY6176" fmla="*/ 91422 h 788789"/>
                  <a:gd name="connsiteX6177" fmla="*/ 264680 w 1703319"/>
                  <a:gd name="connsiteY6177" fmla="*/ 91795 h 788789"/>
                  <a:gd name="connsiteX6178" fmla="*/ 263959 w 1703319"/>
                  <a:gd name="connsiteY6178" fmla="*/ 92169 h 788789"/>
                  <a:gd name="connsiteX6179" fmla="*/ 262518 w 1703319"/>
                  <a:gd name="connsiteY6179" fmla="*/ 92916 h 788789"/>
                  <a:gd name="connsiteX6180" fmla="*/ 261437 w 1703319"/>
                  <a:gd name="connsiteY6180" fmla="*/ 92542 h 788789"/>
                  <a:gd name="connsiteX6181" fmla="*/ 260716 w 1703319"/>
                  <a:gd name="connsiteY6181" fmla="*/ 92169 h 788789"/>
                  <a:gd name="connsiteX6182" fmla="*/ 259995 w 1703319"/>
                  <a:gd name="connsiteY6182" fmla="*/ 91795 h 788789"/>
                  <a:gd name="connsiteX6183" fmla="*/ 258554 w 1703319"/>
                  <a:gd name="connsiteY6183" fmla="*/ 92542 h 788789"/>
                  <a:gd name="connsiteX6184" fmla="*/ 257833 w 1703319"/>
                  <a:gd name="connsiteY6184" fmla="*/ 92916 h 788789"/>
                  <a:gd name="connsiteX6185" fmla="*/ 256392 w 1703319"/>
                  <a:gd name="connsiteY6185" fmla="*/ 92916 h 788789"/>
                  <a:gd name="connsiteX6186" fmla="*/ 255311 w 1703319"/>
                  <a:gd name="connsiteY6186" fmla="*/ 94036 h 788789"/>
                  <a:gd name="connsiteX6187" fmla="*/ 253869 w 1703319"/>
                  <a:gd name="connsiteY6187" fmla="*/ 93663 h 788789"/>
                  <a:gd name="connsiteX6188" fmla="*/ 253509 w 1703319"/>
                  <a:gd name="connsiteY6188" fmla="*/ 92542 h 788789"/>
                  <a:gd name="connsiteX6189" fmla="*/ 254590 w 1703319"/>
                  <a:gd name="connsiteY6189" fmla="*/ 90675 h 788789"/>
                  <a:gd name="connsiteX6190" fmla="*/ 252788 w 1703319"/>
                  <a:gd name="connsiteY6190" fmla="*/ 90301 h 788789"/>
                  <a:gd name="connsiteX6191" fmla="*/ 252428 w 1703319"/>
                  <a:gd name="connsiteY6191" fmla="*/ 92169 h 788789"/>
                  <a:gd name="connsiteX6192" fmla="*/ 251347 w 1703319"/>
                  <a:gd name="connsiteY6192" fmla="*/ 91795 h 788789"/>
                  <a:gd name="connsiteX6193" fmla="*/ 251347 w 1703319"/>
                  <a:gd name="connsiteY6193" fmla="*/ 92916 h 788789"/>
                  <a:gd name="connsiteX6194" fmla="*/ 249905 w 1703319"/>
                  <a:gd name="connsiteY6194" fmla="*/ 94036 h 788789"/>
                  <a:gd name="connsiteX6195" fmla="*/ 247383 w 1703319"/>
                  <a:gd name="connsiteY6195" fmla="*/ 93663 h 788789"/>
                  <a:gd name="connsiteX6196" fmla="*/ 246662 w 1703319"/>
                  <a:gd name="connsiteY6196" fmla="*/ 93663 h 788789"/>
                  <a:gd name="connsiteX6197" fmla="*/ 245941 w 1703319"/>
                  <a:gd name="connsiteY6197" fmla="*/ 92916 h 788789"/>
                  <a:gd name="connsiteX6198" fmla="*/ 244500 w 1703319"/>
                  <a:gd name="connsiteY6198" fmla="*/ 93663 h 788789"/>
                  <a:gd name="connsiteX6199" fmla="*/ 243419 w 1703319"/>
                  <a:gd name="connsiteY6199" fmla="*/ 93663 h 788789"/>
                  <a:gd name="connsiteX6200" fmla="*/ 242338 w 1703319"/>
                  <a:gd name="connsiteY6200" fmla="*/ 92542 h 788789"/>
                  <a:gd name="connsiteX6201" fmla="*/ 241617 w 1703319"/>
                  <a:gd name="connsiteY6201" fmla="*/ 91795 h 788789"/>
                  <a:gd name="connsiteX6202" fmla="*/ 240536 w 1703319"/>
                  <a:gd name="connsiteY6202" fmla="*/ 92169 h 788789"/>
                  <a:gd name="connsiteX6203" fmla="*/ 239815 w 1703319"/>
                  <a:gd name="connsiteY6203" fmla="*/ 92916 h 788789"/>
                  <a:gd name="connsiteX6204" fmla="*/ 238374 w 1703319"/>
                  <a:gd name="connsiteY6204" fmla="*/ 92542 h 788789"/>
                  <a:gd name="connsiteX6205" fmla="*/ 237653 w 1703319"/>
                  <a:gd name="connsiteY6205" fmla="*/ 91795 h 788789"/>
                  <a:gd name="connsiteX6206" fmla="*/ 236932 w 1703319"/>
                  <a:gd name="connsiteY6206" fmla="*/ 91795 h 788789"/>
                  <a:gd name="connsiteX6207" fmla="*/ 236212 w 1703319"/>
                  <a:gd name="connsiteY6207" fmla="*/ 90301 h 788789"/>
                  <a:gd name="connsiteX6208" fmla="*/ 237293 w 1703319"/>
                  <a:gd name="connsiteY6208" fmla="*/ 89181 h 788789"/>
                  <a:gd name="connsiteX6209" fmla="*/ 238013 w 1703319"/>
                  <a:gd name="connsiteY6209" fmla="*/ 88807 h 788789"/>
                  <a:gd name="connsiteX6210" fmla="*/ 240176 w 1703319"/>
                  <a:gd name="connsiteY6210" fmla="*/ 89181 h 788789"/>
                  <a:gd name="connsiteX6211" fmla="*/ 241617 w 1703319"/>
                  <a:gd name="connsiteY6211" fmla="*/ 89554 h 788789"/>
                  <a:gd name="connsiteX6212" fmla="*/ 243058 w 1703319"/>
                  <a:gd name="connsiteY6212" fmla="*/ 89181 h 788789"/>
                  <a:gd name="connsiteX6213" fmla="*/ 243779 w 1703319"/>
                  <a:gd name="connsiteY6213" fmla="*/ 88807 h 788789"/>
                  <a:gd name="connsiteX6214" fmla="*/ 245221 w 1703319"/>
                  <a:gd name="connsiteY6214" fmla="*/ 88060 h 788789"/>
                  <a:gd name="connsiteX6215" fmla="*/ 246662 w 1703319"/>
                  <a:gd name="connsiteY6215" fmla="*/ 87686 h 788789"/>
                  <a:gd name="connsiteX6216" fmla="*/ 244500 w 1703319"/>
                  <a:gd name="connsiteY6216" fmla="*/ 87686 h 788789"/>
                  <a:gd name="connsiteX6217" fmla="*/ 242698 w 1703319"/>
                  <a:gd name="connsiteY6217" fmla="*/ 88060 h 788789"/>
                  <a:gd name="connsiteX6218" fmla="*/ 241257 w 1703319"/>
                  <a:gd name="connsiteY6218" fmla="*/ 88433 h 788789"/>
                  <a:gd name="connsiteX6219" fmla="*/ 239455 w 1703319"/>
                  <a:gd name="connsiteY6219" fmla="*/ 88060 h 788789"/>
                  <a:gd name="connsiteX6220" fmla="*/ 238013 w 1703319"/>
                  <a:gd name="connsiteY6220" fmla="*/ 87686 h 788789"/>
                  <a:gd name="connsiteX6221" fmla="*/ 238734 w 1703319"/>
                  <a:gd name="connsiteY6221" fmla="*/ 86566 h 788789"/>
                  <a:gd name="connsiteX6222" fmla="*/ 240176 w 1703319"/>
                  <a:gd name="connsiteY6222" fmla="*/ 85819 h 788789"/>
                  <a:gd name="connsiteX6223" fmla="*/ 241257 w 1703319"/>
                  <a:gd name="connsiteY6223" fmla="*/ 85445 h 788789"/>
                  <a:gd name="connsiteX6224" fmla="*/ 243058 w 1703319"/>
                  <a:gd name="connsiteY6224" fmla="*/ 85819 h 788789"/>
                  <a:gd name="connsiteX6225" fmla="*/ 244860 w 1703319"/>
                  <a:gd name="connsiteY6225" fmla="*/ 85445 h 788789"/>
                  <a:gd name="connsiteX6226" fmla="*/ 246302 w 1703319"/>
                  <a:gd name="connsiteY6226" fmla="*/ 85445 h 788789"/>
                  <a:gd name="connsiteX6227" fmla="*/ 248103 w 1703319"/>
                  <a:gd name="connsiteY6227" fmla="*/ 85072 h 788789"/>
                  <a:gd name="connsiteX6228" fmla="*/ 248103 w 1703319"/>
                  <a:gd name="connsiteY6228" fmla="*/ 84698 h 788789"/>
                  <a:gd name="connsiteX6229" fmla="*/ 246662 w 1703319"/>
                  <a:gd name="connsiteY6229" fmla="*/ 84325 h 788789"/>
                  <a:gd name="connsiteX6230" fmla="*/ 243779 w 1703319"/>
                  <a:gd name="connsiteY6230" fmla="*/ 85072 h 788789"/>
                  <a:gd name="connsiteX6231" fmla="*/ 241977 w 1703319"/>
                  <a:gd name="connsiteY6231" fmla="*/ 85072 h 788789"/>
                  <a:gd name="connsiteX6232" fmla="*/ 240896 w 1703319"/>
                  <a:gd name="connsiteY6232" fmla="*/ 84325 h 788789"/>
                  <a:gd name="connsiteX6233" fmla="*/ 240896 w 1703319"/>
                  <a:gd name="connsiteY6233" fmla="*/ 82831 h 788789"/>
                  <a:gd name="connsiteX6234" fmla="*/ 242338 w 1703319"/>
                  <a:gd name="connsiteY6234" fmla="*/ 81710 h 788789"/>
                  <a:gd name="connsiteX6235" fmla="*/ 243419 w 1703319"/>
                  <a:gd name="connsiteY6235" fmla="*/ 81710 h 788789"/>
                  <a:gd name="connsiteX6236" fmla="*/ 245941 w 1703319"/>
                  <a:gd name="connsiteY6236" fmla="*/ 82083 h 788789"/>
                  <a:gd name="connsiteX6237" fmla="*/ 248103 w 1703319"/>
                  <a:gd name="connsiteY6237" fmla="*/ 82083 h 788789"/>
                  <a:gd name="connsiteX6238" fmla="*/ 249185 w 1703319"/>
                  <a:gd name="connsiteY6238" fmla="*/ 82083 h 788789"/>
                  <a:gd name="connsiteX6239" fmla="*/ 244860 w 1703319"/>
                  <a:gd name="connsiteY6239" fmla="*/ 81710 h 788789"/>
                  <a:gd name="connsiteX6240" fmla="*/ 244500 w 1703319"/>
                  <a:gd name="connsiteY6240" fmla="*/ 80963 h 788789"/>
                  <a:gd name="connsiteX6241" fmla="*/ 245581 w 1703319"/>
                  <a:gd name="connsiteY6241" fmla="*/ 80216 h 788789"/>
                  <a:gd name="connsiteX6242" fmla="*/ 245941 w 1703319"/>
                  <a:gd name="connsiteY6242" fmla="*/ 79469 h 788789"/>
                  <a:gd name="connsiteX6243" fmla="*/ 248103 w 1703319"/>
                  <a:gd name="connsiteY6243" fmla="*/ 78722 h 788789"/>
                  <a:gd name="connsiteX6244" fmla="*/ 249905 w 1703319"/>
                  <a:gd name="connsiteY6244" fmla="*/ 78348 h 788789"/>
                  <a:gd name="connsiteX6245" fmla="*/ 252067 w 1703319"/>
                  <a:gd name="connsiteY6245" fmla="*/ 78348 h 788789"/>
                  <a:gd name="connsiteX6246" fmla="*/ 252788 w 1703319"/>
                  <a:gd name="connsiteY6246" fmla="*/ 79469 h 788789"/>
                  <a:gd name="connsiteX6247" fmla="*/ 253148 w 1703319"/>
                  <a:gd name="connsiteY6247" fmla="*/ 81336 h 788789"/>
                  <a:gd name="connsiteX6248" fmla="*/ 254230 w 1703319"/>
                  <a:gd name="connsiteY6248" fmla="*/ 81336 h 788789"/>
                  <a:gd name="connsiteX6249" fmla="*/ 255671 w 1703319"/>
                  <a:gd name="connsiteY6249" fmla="*/ 80963 h 788789"/>
                  <a:gd name="connsiteX6250" fmla="*/ 256752 w 1703319"/>
                  <a:gd name="connsiteY6250" fmla="*/ 80963 h 788789"/>
                  <a:gd name="connsiteX6251" fmla="*/ 258914 w 1703319"/>
                  <a:gd name="connsiteY6251" fmla="*/ 81336 h 788789"/>
                  <a:gd name="connsiteX6252" fmla="*/ 260356 w 1703319"/>
                  <a:gd name="connsiteY6252" fmla="*/ 82457 h 788789"/>
                  <a:gd name="connsiteX6253" fmla="*/ 261797 w 1703319"/>
                  <a:gd name="connsiteY6253" fmla="*/ 83204 h 788789"/>
                  <a:gd name="connsiteX6254" fmla="*/ 262878 w 1703319"/>
                  <a:gd name="connsiteY6254" fmla="*/ 83951 h 788789"/>
                  <a:gd name="connsiteX6255" fmla="*/ 264319 w 1703319"/>
                  <a:gd name="connsiteY6255" fmla="*/ 84698 h 788789"/>
                  <a:gd name="connsiteX6256" fmla="*/ 265401 w 1703319"/>
                  <a:gd name="connsiteY6256" fmla="*/ 84698 h 788789"/>
                  <a:gd name="connsiteX6257" fmla="*/ 266482 w 1703319"/>
                  <a:gd name="connsiteY6257" fmla="*/ 85819 h 788789"/>
                  <a:gd name="connsiteX6258" fmla="*/ 266121 w 1703319"/>
                  <a:gd name="connsiteY6258" fmla="*/ 87313 h 788789"/>
                  <a:gd name="connsiteX6259" fmla="*/ 266842 w 1703319"/>
                  <a:gd name="connsiteY6259" fmla="*/ 88060 h 788789"/>
                  <a:gd name="connsiteX6260" fmla="*/ 268283 w 1703319"/>
                  <a:gd name="connsiteY6260" fmla="*/ 88060 h 788789"/>
                  <a:gd name="connsiteX6261" fmla="*/ 269364 w 1703319"/>
                  <a:gd name="connsiteY6261" fmla="*/ 87686 h 788789"/>
                  <a:gd name="connsiteX6262" fmla="*/ 270806 w 1703319"/>
                  <a:gd name="connsiteY6262" fmla="*/ 87686 h 788789"/>
                  <a:gd name="connsiteX6263" fmla="*/ 270806 w 1703319"/>
                  <a:gd name="connsiteY6263" fmla="*/ 88433 h 788789"/>
                  <a:gd name="connsiteX6264" fmla="*/ 272247 w 1703319"/>
                  <a:gd name="connsiteY6264" fmla="*/ 88433 h 788789"/>
                  <a:gd name="connsiteX6265" fmla="*/ 273689 w 1703319"/>
                  <a:gd name="connsiteY6265" fmla="*/ 88060 h 788789"/>
                  <a:gd name="connsiteX6266" fmla="*/ 275130 w 1703319"/>
                  <a:gd name="connsiteY6266" fmla="*/ 88433 h 788789"/>
                  <a:gd name="connsiteX6267" fmla="*/ 275851 w 1703319"/>
                  <a:gd name="connsiteY6267" fmla="*/ 88060 h 788789"/>
                  <a:gd name="connsiteX6268" fmla="*/ 276572 w 1703319"/>
                  <a:gd name="connsiteY6268" fmla="*/ 87686 h 788789"/>
                  <a:gd name="connsiteX6269" fmla="*/ 275851 w 1703319"/>
                  <a:gd name="connsiteY6269" fmla="*/ 86566 h 788789"/>
                  <a:gd name="connsiteX6270" fmla="*/ 274770 w 1703319"/>
                  <a:gd name="connsiteY6270" fmla="*/ 86192 h 788789"/>
                  <a:gd name="connsiteX6271" fmla="*/ 273689 w 1703319"/>
                  <a:gd name="connsiteY6271" fmla="*/ 85819 h 788789"/>
                  <a:gd name="connsiteX6272" fmla="*/ 272968 w 1703319"/>
                  <a:gd name="connsiteY6272" fmla="*/ 85819 h 788789"/>
                  <a:gd name="connsiteX6273" fmla="*/ 271887 w 1703319"/>
                  <a:gd name="connsiteY6273" fmla="*/ 85072 h 788789"/>
                  <a:gd name="connsiteX6274" fmla="*/ 272608 w 1703319"/>
                  <a:gd name="connsiteY6274" fmla="*/ 84698 h 788789"/>
                  <a:gd name="connsiteX6275" fmla="*/ 273689 w 1703319"/>
                  <a:gd name="connsiteY6275" fmla="*/ 84325 h 788789"/>
                  <a:gd name="connsiteX6276" fmla="*/ 274409 w 1703319"/>
                  <a:gd name="connsiteY6276" fmla="*/ 83951 h 788789"/>
                  <a:gd name="connsiteX6277" fmla="*/ 275130 w 1703319"/>
                  <a:gd name="connsiteY6277" fmla="*/ 83204 h 788789"/>
                  <a:gd name="connsiteX6278" fmla="*/ 273689 w 1703319"/>
                  <a:gd name="connsiteY6278" fmla="*/ 82457 h 788789"/>
                  <a:gd name="connsiteX6279" fmla="*/ 273328 w 1703319"/>
                  <a:gd name="connsiteY6279" fmla="*/ 81710 h 788789"/>
                  <a:gd name="connsiteX6280" fmla="*/ 272247 w 1703319"/>
                  <a:gd name="connsiteY6280" fmla="*/ 81336 h 788789"/>
                  <a:gd name="connsiteX6281" fmla="*/ 271166 w 1703319"/>
                  <a:gd name="connsiteY6281" fmla="*/ 80963 h 788789"/>
                  <a:gd name="connsiteX6282" fmla="*/ 271166 w 1703319"/>
                  <a:gd name="connsiteY6282" fmla="*/ 79469 h 788789"/>
                  <a:gd name="connsiteX6283" fmla="*/ 272247 w 1703319"/>
                  <a:gd name="connsiteY6283" fmla="*/ 78348 h 788789"/>
                  <a:gd name="connsiteX6284" fmla="*/ 272968 w 1703319"/>
                  <a:gd name="connsiteY6284" fmla="*/ 77975 h 788789"/>
                  <a:gd name="connsiteX6285" fmla="*/ 274409 w 1703319"/>
                  <a:gd name="connsiteY6285" fmla="*/ 76481 h 788789"/>
                  <a:gd name="connsiteX6286" fmla="*/ 275490 w 1703319"/>
                  <a:gd name="connsiteY6286" fmla="*/ 75360 h 788789"/>
                  <a:gd name="connsiteX6287" fmla="*/ 276572 w 1703319"/>
                  <a:gd name="connsiteY6287" fmla="*/ 74986 h 788789"/>
                  <a:gd name="connsiteX6288" fmla="*/ 337726 w 1703319"/>
                  <a:gd name="connsiteY6288" fmla="*/ 74613 h 788789"/>
                  <a:gd name="connsiteX6289" fmla="*/ 341155 w 1703319"/>
                  <a:gd name="connsiteY6289" fmla="*/ 74613 h 788789"/>
                  <a:gd name="connsiteX6290" fmla="*/ 343441 w 1703319"/>
                  <a:gd name="connsiteY6290" fmla="*/ 75274 h 788789"/>
                  <a:gd name="connsiteX6291" fmla="*/ 344965 w 1703319"/>
                  <a:gd name="connsiteY6291" fmla="*/ 75274 h 788789"/>
                  <a:gd name="connsiteX6292" fmla="*/ 345727 w 1703319"/>
                  <a:gd name="connsiteY6292" fmla="*/ 75605 h 788789"/>
                  <a:gd name="connsiteX6293" fmla="*/ 346489 w 1703319"/>
                  <a:gd name="connsiteY6293" fmla="*/ 75936 h 788789"/>
                  <a:gd name="connsiteX6294" fmla="*/ 348013 w 1703319"/>
                  <a:gd name="connsiteY6294" fmla="*/ 75605 h 788789"/>
                  <a:gd name="connsiteX6295" fmla="*/ 349156 w 1703319"/>
                  <a:gd name="connsiteY6295" fmla="*/ 75936 h 788789"/>
                  <a:gd name="connsiteX6296" fmla="*/ 351061 w 1703319"/>
                  <a:gd name="connsiteY6296" fmla="*/ 76597 h 788789"/>
                  <a:gd name="connsiteX6297" fmla="*/ 352585 w 1703319"/>
                  <a:gd name="connsiteY6297" fmla="*/ 78251 h 788789"/>
                  <a:gd name="connsiteX6298" fmla="*/ 352204 w 1703319"/>
                  <a:gd name="connsiteY6298" fmla="*/ 78913 h 788789"/>
                  <a:gd name="connsiteX6299" fmla="*/ 351061 w 1703319"/>
                  <a:gd name="connsiteY6299" fmla="*/ 79905 h 788789"/>
                  <a:gd name="connsiteX6300" fmla="*/ 351442 w 1703319"/>
                  <a:gd name="connsiteY6300" fmla="*/ 80897 h 788789"/>
                  <a:gd name="connsiteX6301" fmla="*/ 351061 w 1703319"/>
                  <a:gd name="connsiteY6301" fmla="*/ 81559 h 788789"/>
                  <a:gd name="connsiteX6302" fmla="*/ 349918 w 1703319"/>
                  <a:gd name="connsiteY6302" fmla="*/ 81889 h 788789"/>
                  <a:gd name="connsiteX6303" fmla="*/ 348013 w 1703319"/>
                  <a:gd name="connsiteY6303" fmla="*/ 82220 h 788789"/>
                  <a:gd name="connsiteX6304" fmla="*/ 346489 w 1703319"/>
                  <a:gd name="connsiteY6304" fmla="*/ 82220 h 788789"/>
                  <a:gd name="connsiteX6305" fmla="*/ 345346 w 1703319"/>
                  <a:gd name="connsiteY6305" fmla="*/ 81889 h 788789"/>
                  <a:gd name="connsiteX6306" fmla="*/ 343822 w 1703319"/>
                  <a:gd name="connsiteY6306" fmla="*/ 81228 h 788789"/>
                  <a:gd name="connsiteX6307" fmla="*/ 342679 w 1703319"/>
                  <a:gd name="connsiteY6307" fmla="*/ 81228 h 788789"/>
                  <a:gd name="connsiteX6308" fmla="*/ 341917 w 1703319"/>
                  <a:gd name="connsiteY6308" fmla="*/ 80897 h 788789"/>
                  <a:gd name="connsiteX6309" fmla="*/ 341155 w 1703319"/>
                  <a:gd name="connsiteY6309" fmla="*/ 80897 h 788789"/>
                  <a:gd name="connsiteX6310" fmla="*/ 340012 w 1703319"/>
                  <a:gd name="connsiteY6310" fmla="*/ 80566 h 788789"/>
                  <a:gd name="connsiteX6311" fmla="*/ 338869 w 1703319"/>
                  <a:gd name="connsiteY6311" fmla="*/ 80236 h 788789"/>
                  <a:gd name="connsiteX6312" fmla="*/ 339250 w 1703319"/>
                  <a:gd name="connsiteY6312" fmla="*/ 79243 h 788789"/>
                  <a:gd name="connsiteX6313" fmla="*/ 338488 w 1703319"/>
                  <a:gd name="connsiteY6313" fmla="*/ 79243 h 788789"/>
                  <a:gd name="connsiteX6314" fmla="*/ 336964 w 1703319"/>
                  <a:gd name="connsiteY6314" fmla="*/ 78913 h 788789"/>
                  <a:gd name="connsiteX6315" fmla="*/ 336202 w 1703319"/>
                  <a:gd name="connsiteY6315" fmla="*/ 78582 h 788789"/>
                  <a:gd name="connsiteX6316" fmla="*/ 334678 w 1703319"/>
                  <a:gd name="connsiteY6316" fmla="*/ 78251 h 788789"/>
                  <a:gd name="connsiteX6317" fmla="*/ 334297 w 1703319"/>
                  <a:gd name="connsiteY6317" fmla="*/ 77259 h 788789"/>
                  <a:gd name="connsiteX6318" fmla="*/ 334678 w 1703319"/>
                  <a:gd name="connsiteY6318" fmla="*/ 75936 h 788789"/>
                  <a:gd name="connsiteX6319" fmla="*/ 335440 w 1703319"/>
                  <a:gd name="connsiteY6319" fmla="*/ 75274 h 788789"/>
                  <a:gd name="connsiteX6320" fmla="*/ 337726 w 1703319"/>
                  <a:gd name="connsiteY6320" fmla="*/ 74613 h 788789"/>
                  <a:gd name="connsiteX6321" fmla="*/ 250447 w 1703319"/>
                  <a:gd name="connsiteY6321" fmla="*/ 74613 h 788789"/>
                  <a:gd name="connsiteX6322" fmla="*/ 252453 w 1703319"/>
                  <a:gd name="connsiteY6322" fmla="*/ 74613 h 788789"/>
                  <a:gd name="connsiteX6323" fmla="*/ 253790 w 1703319"/>
                  <a:gd name="connsiteY6323" fmla="*/ 74613 h 788789"/>
                  <a:gd name="connsiteX6324" fmla="*/ 255795 w 1703319"/>
                  <a:gd name="connsiteY6324" fmla="*/ 75066 h 788789"/>
                  <a:gd name="connsiteX6325" fmla="*/ 256129 w 1703319"/>
                  <a:gd name="connsiteY6325" fmla="*/ 75974 h 788789"/>
                  <a:gd name="connsiteX6326" fmla="*/ 255795 w 1703319"/>
                  <a:gd name="connsiteY6326" fmla="*/ 76881 h 788789"/>
                  <a:gd name="connsiteX6327" fmla="*/ 255126 w 1703319"/>
                  <a:gd name="connsiteY6327" fmla="*/ 77334 h 788789"/>
                  <a:gd name="connsiteX6328" fmla="*/ 253790 w 1703319"/>
                  <a:gd name="connsiteY6328" fmla="*/ 77788 h 788789"/>
                  <a:gd name="connsiteX6329" fmla="*/ 252453 w 1703319"/>
                  <a:gd name="connsiteY6329" fmla="*/ 77334 h 788789"/>
                  <a:gd name="connsiteX6330" fmla="*/ 251450 w 1703319"/>
                  <a:gd name="connsiteY6330" fmla="*/ 77334 h 788789"/>
                  <a:gd name="connsiteX6331" fmla="*/ 250447 w 1703319"/>
                  <a:gd name="connsiteY6331" fmla="*/ 76427 h 788789"/>
                  <a:gd name="connsiteX6332" fmla="*/ 250447 w 1703319"/>
                  <a:gd name="connsiteY6332" fmla="*/ 74613 h 788789"/>
                  <a:gd name="connsiteX6333" fmla="*/ 239196 w 1703319"/>
                  <a:gd name="connsiteY6333" fmla="*/ 68619 h 788789"/>
                  <a:gd name="connsiteX6334" fmla="*/ 241312 w 1703319"/>
                  <a:gd name="connsiteY6334" fmla="*/ 68976 h 788789"/>
                  <a:gd name="connsiteX6335" fmla="*/ 243429 w 1703319"/>
                  <a:gd name="connsiteY6335" fmla="*/ 68619 h 788789"/>
                  <a:gd name="connsiteX6336" fmla="*/ 244840 w 1703319"/>
                  <a:gd name="connsiteY6336" fmla="*/ 69332 h 788789"/>
                  <a:gd name="connsiteX6337" fmla="*/ 246251 w 1703319"/>
                  <a:gd name="connsiteY6337" fmla="*/ 70758 h 788789"/>
                  <a:gd name="connsiteX6338" fmla="*/ 244840 w 1703319"/>
                  <a:gd name="connsiteY6338" fmla="*/ 71827 h 788789"/>
                  <a:gd name="connsiteX6339" fmla="*/ 243429 w 1703319"/>
                  <a:gd name="connsiteY6339" fmla="*/ 72183 h 788789"/>
                  <a:gd name="connsiteX6340" fmla="*/ 243076 w 1703319"/>
                  <a:gd name="connsiteY6340" fmla="*/ 73252 h 788789"/>
                  <a:gd name="connsiteX6341" fmla="*/ 243782 w 1703319"/>
                  <a:gd name="connsiteY6341" fmla="*/ 75034 h 788789"/>
                  <a:gd name="connsiteX6342" fmla="*/ 242723 w 1703319"/>
                  <a:gd name="connsiteY6342" fmla="*/ 75391 h 788789"/>
                  <a:gd name="connsiteX6343" fmla="*/ 243782 w 1703319"/>
                  <a:gd name="connsiteY6343" fmla="*/ 76816 h 788789"/>
                  <a:gd name="connsiteX6344" fmla="*/ 243429 w 1703319"/>
                  <a:gd name="connsiteY6344" fmla="*/ 77529 h 788789"/>
                  <a:gd name="connsiteX6345" fmla="*/ 241665 w 1703319"/>
                  <a:gd name="connsiteY6345" fmla="*/ 78598 h 788789"/>
                  <a:gd name="connsiteX6346" fmla="*/ 240254 w 1703319"/>
                  <a:gd name="connsiteY6346" fmla="*/ 78598 h 788789"/>
                  <a:gd name="connsiteX6347" fmla="*/ 239548 w 1703319"/>
                  <a:gd name="connsiteY6347" fmla="*/ 78598 h 788789"/>
                  <a:gd name="connsiteX6348" fmla="*/ 238843 w 1703319"/>
                  <a:gd name="connsiteY6348" fmla="*/ 79667 h 788789"/>
                  <a:gd name="connsiteX6349" fmla="*/ 238843 w 1703319"/>
                  <a:gd name="connsiteY6349" fmla="*/ 80736 h 788789"/>
                  <a:gd name="connsiteX6350" fmla="*/ 237079 w 1703319"/>
                  <a:gd name="connsiteY6350" fmla="*/ 81093 h 788789"/>
                  <a:gd name="connsiteX6351" fmla="*/ 235315 w 1703319"/>
                  <a:gd name="connsiteY6351" fmla="*/ 81093 h 788789"/>
                  <a:gd name="connsiteX6352" fmla="*/ 234610 w 1703319"/>
                  <a:gd name="connsiteY6352" fmla="*/ 79667 h 788789"/>
                  <a:gd name="connsiteX6353" fmla="*/ 234610 w 1703319"/>
                  <a:gd name="connsiteY6353" fmla="*/ 78598 h 788789"/>
                  <a:gd name="connsiteX6354" fmla="*/ 234610 w 1703319"/>
                  <a:gd name="connsiteY6354" fmla="*/ 77173 h 788789"/>
                  <a:gd name="connsiteX6355" fmla="*/ 232846 w 1703319"/>
                  <a:gd name="connsiteY6355" fmla="*/ 76460 h 788789"/>
                  <a:gd name="connsiteX6356" fmla="*/ 232493 w 1703319"/>
                  <a:gd name="connsiteY6356" fmla="*/ 77529 h 788789"/>
                  <a:gd name="connsiteX6357" fmla="*/ 232140 w 1703319"/>
                  <a:gd name="connsiteY6357" fmla="*/ 78242 h 788789"/>
                  <a:gd name="connsiteX6358" fmla="*/ 231082 w 1703319"/>
                  <a:gd name="connsiteY6358" fmla="*/ 78955 h 788789"/>
                  <a:gd name="connsiteX6359" fmla="*/ 231082 w 1703319"/>
                  <a:gd name="connsiteY6359" fmla="*/ 79667 h 788789"/>
                  <a:gd name="connsiteX6360" fmla="*/ 231082 w 1703319"/>
                  <a:gd name="connsiteY6360" fmla="*/ 80736 h 788789"/>
                  <a:gd name="connsiteX6361" fmla="*/ 230023 w 1703319"/>
                  <a:gd name="connsiteY6361" fmla="*/ 81093 h 788789"/>
                  <a:gd name="connsiteX6362" fmla="*/ 229671 w 1703319"/>
                  <a:gd name="connsiteY6362" fmla="*/ 82162 h 788789"/>
                  <a:gd name="connsiteX6363" fmla="*/ 228965 w 1703319"/>
                  <a:gd name="connsiteY6363" fmla="*/ 82875 h 788789"/>
                  <a:gd name="connsiteX6364" fmla="*/ 227907 w 1703319"/>
                  <a:gd name="connsiteY6364" fmla="*/ 82875 h 788789"/>
                  <a:gd name="connsiteX6365" fmla="*/ 226848 w 1703319"/>
                  <a:gd name="connsiteY6365" fmla="*/ 82875 h 788789"/>
                  <a:gd name="connsiteX6366" fmla="*/ 226848 w 1703319"/>
                  <a:gd name="connsiteY6366" fmla="*/ 83588 h 788789"/>
                  <a:gd name="connsiteX6367" fmla="*/ 227201 w 1703319"/>
                  <a:gd name="connsiteY6367" fmla="*/ 83944 h 788789"/>
                  <a:gd name="connsiteX6368" fmla="*/ 225790 w 1703319"/>
                  <a:gd name="connsiteY6368" fmla="*/ 85013 h 788789"/>
                  <a:gd name="connsiteX6369" fmla="*/ 224379 w 1703319"/>
                  <a:gd name="connsiteY6369" fmla="*/ 85726 h 788789"/>
                  <a:gd name="connsiteX6370" fmla="*/ 222615 w 1703319"/>
                  <a:gd name="connsiteY6370" fmla="*/ 85369 h 788789"/>
                  <a:gd name="connsiteX6371" fmla="*/ 222262 w 1703319"/>
                  <a:gd name="connsiteY6371" fmla="*/ 84300 h 788789"/>
                  <a:gd name="connsiteX6372" fmla="*/ 221204 w 1703319"/>
                  <a:gd name="connsiteY6372" fmla="*/ 82875 h 788789"/>
                  <a:gd name="connsiteX6373" fmla="*/ 220498 w 1703319"/>
                  <a:gd name="connsiteY6373" fmla="*/ 83231 h 788789"/>
                  <a:gd name="connsiteX6374" fmla="*/ 220498 w 1703319"/>
                  <a:gd name="connsiteY6374" fmla="*/ 83944 h 788789"/>
                  <a:gd name="connsiteX6375" fmla="*/ 219440 w 1703319"/>
                  <a:gd name="connsiteY6375" fmla="*/ 84657 h 788789"/>
                  <a:gd name="connsiteX6376" fmla="*/ 217676 w 1703319"/>
                  <a:gd name="connsiteY6376" fmla="*/ 84657 h 788789"/>
                  <a:gd name="connsiteX6377" fmla="*/ 216265 w 1703319"/>
                  <a:gd name="connsiteY6377" fmla="*/ 83944 h 788789"/>
                  <a:gd name="connsiteX6378" fmla="*/ 214854 w 1703319"/>
                  <a:gd name="connsiteY6378" fmla="*/ 84300 h 788789"/>
                  <a:gd name="connsiteX6379" fmla="*/ 213796 w 1703319"/>
                  <a:gd name="connsiteY6379" fmla="*/ 85369 h 788789"/>
                  <a:gd name="connsiteX6380" fmla="*/ 212737 w 1703319"/>
                  <a:gd name="connsiteY6380" fmla="*/ 84657 h 788789"/>
                  <a:gd name="connsiteX6381" fmla="*/ 212385 w 1703319"/>
                  <a:gd name="connsiteY6381" fmla="*/ 83944 h 788789"/>
                  <a:gd name="connsiteX6382" fmla="*/ 212737 w 1703319"/>
                  <a:gd name="connsiteY6382" fmla="*/ 82518 h 788789"/>
                  <a:gd name="connsiteX6383" fmla="*/ 212032 w 1703319"/>
                  <a:gd name="connsiteY6383" fmla="*/ 82162 h 788789"/>
                  <a:gd name="connsiteX6384" fmla="*/ 213443 w 1703319"/>
                  <a:gd name="connsiteY6384" fmla="*/ 79667 h 788789"/>
                  <a:gd name="connsiteX6385" fmla="*/ 216971 w 1703319"/>
                  <a:gd name="connsiteY6385" fmla="*/ 79311 h 788789"/>
                  <a:gd name="connsiteX6386" fmla="*/ 219087 w 1703319"/>
                  <a:gd name="connsiteY6386" fmla="*/ 77885 h 788789"/>
                  <a:gd name="connsiteX6387" fmla="*/ 220146 w 1703319"/>
                  <a:gd name="connsiteY6387" fmla="*/ 77173 h 788789"/>
                  <a:gd name="connsiteX6388" fmla="*/ 222262 w 1703319"/>
                  <a:gd name="connsiteY6388" fmla="*/ 76103 h 788789"/>
                  <a:gd name="connsiteX6389" fmla="*/ 222968 w 1703319"/>
                  <a:gd name="connsiteY6389" fmla="*/ 75391 h 788789"/>
                  <a:gd name="connsiteX6390" fmla="*/ 224026 w 1703319"/>
                  <a:gd name="connsiteY6390" fmla="*/ 74678 h 788789"/>
                  <a:gd name="connsiteX6391" fmla="*/ 227554 w 1703319"/>
                  <a:gd name="connsiteY6391" fmla="*/ 72183 h 788789"/>
                  <a:gd name="connsiteX6392" fmla="*/ 230023 w 1703319"/>
                  <a:gd name="connsiteY6392" fmla="*/ 70401 h 788789"/>
                  <a:gd name="connsiteX6393" fmla="*/ 231082 w 1703319"/>
                  <a:gd name="connsiteY6393" fmla="*/ 70401 h 788789"/>
                  <a:gd name="connsiteX6394" fmla="*/ 234257 w 1703319"/>
                  <a:gd name="connsiteY6394" fmla="*/ 70401 h 788789"/>
                  <a:gd name="connsiteX6395" fmla="*/ 236021 w 1703319"/>
                  <a:gd name="connsiteY6395" fmla="*/ 70045 h 788789"/>
                  <a:gd name="connsiteX6396" fmla="*/ 237785 w 1703319"/>
                  <a:gd name="connsiteY6396" fmla="*/ 70758 h 788789"/>
                  <a:gd name="connsiteX6397" fmla="*/ 238490 w 1703319"/>
                  <a:gd name="connsiteY6397" fmla="*/ 69332 h 788789"/>
                  <a:gd name="connsiteX6398" fmla="*/ 239196 w 1703319"/>
                  <a:gd name="connsiteY6398" fmla="*/ 68619 h 788789"/>
                  <a:gd name="connsiteX6399" fmla="*/ 363549 w 1703319"/>
                  <a:gd name="connsiteY6399" fmla="*/ 67072 h 788789"/>
                  <a:gd name="connsiteX6400" fmla="*/ 366372 w 1703319"/>
                  <a:gd name="connsiteY6400" fmla="*/ 67865 h 788789"/>
                  <a:gd name="connsiteX6401" fmla="*/ 367783 w 1703319"/>
                  <a:gd name="connsiteY6401" fmla="*/ 69056 h 788789"/>
                  <a:gd name="connsiteX6402" fmla="*/ 368488 w 1703319"/>
                  <a:gd name="connsiteY6402" fmla="*/ 69850 h 788789"/>
                  <a:gd name="connsiteX6403" fmla="*/ 368135 w 1703319"/>
                  <a:gd name="connsiteY6403" fmla="*/ 72231 h 788789"/>
                  <a:gd name="connsiteX6404" fmla="*/ 367077 w 1703319"/>
                  <a:gd name="connsiteY6404" fmla="*/ 73025 h 788789"/>
                  <a:gd name="connsiteX6405" fmla="*/ 365666 w 1703319"/>
                  <a:gd name="connsiteY6405" fmla="*/ 72231 h 788789"/>
                  <a:gd name="connsiteX6406" fmla="*/ 364255 w 1703319"/>
                  <a:gd name="connsiteY6406" fmla="*/ 72231 h 788789"/>
                  <a:gd name="connsiteX6407" fmla="*/ 363549 w 1703319"/>
                  <a:gd name="connsiteY6407" fmla="*/ 71437 h 788789"/>
                  <a:gd name="connsiteX6408" fmla="*/ 363197 w 1703319"/>
                  <a:gd name="connsiteY6408" fmla="*/ 72628 h 788789"/>
                  <a:gd name="connsiteX6409" fmla="*/ 362491 w 1703319"/>
                  <a:gd name="connsiteY6409" fmla="*/ 72628 h 788789"/>
                  <a:gd name="connsiteX6410" fmla="*/ 361785 w 1703319"/>
                  <a:gd name="connsiteY6410" fmla="*/ 72231 h 788789"/>
                  <a:gd name="connsiteX6411" fmla="*/ 361433 w 1703319"/>
                  <a:gd name="connsiteY6411" fmla="*/ 71834 h 788789"/>
                  <a:gd name="connsiteX6412" fmla="*/ 361785 w 1703319"/>
                  <a:gd name="connsiteY6412" fmla="*/ 70644 h 788789"/>
                  <a:gd name="connsiteX6413" fmla="*/ 361080 w 1703319"/>
                  <a:gd name="connsiteY6413" fmla="*/ 69453 h 788789"/>
                  <a:gd name="connsiteX6414" fmla="*/ 363549 w 1703319"/>
                  <a:gd name="connsiteY6414" fmla="*/ 67072 h 788789"/>
                  <a:gd name="connsiteX6415" fmla="*/ 291715 w 1703319"/>
                  <a:gd name="connsiteY6415" fmla="*/ 66170 h 788789"/>
                  <a:gd name="connsiteX6416" fmla="*/ 294031 w 1703319"/>
                  <a:gd name="connsiteY6416" fmla="*/ 66531 h 788789"/>
                  <a:gd name="connsiteX6417" fmla="*/ 295354 w 1703319"/>
                  <a:gd name="connsiteY6417" fmla="*/ 67614 h 788789"/>
                  <a:gd name="connsiteX6418" fmla="*/ 296346 w 1703319"/>
                  <a:gd name="connsiteY6418" fmla="*/ 69057 h 788789"/>
                  <a:gd name="connsiteX6419" fmla="*/ 297669 w 1703319"/>
                  <a:gd name="connsiteY6419" fmla="*/ 70500 h 788789"/>
                  <a:gd name="connsiteX6420" fmla="*/ 298661 w 1703319"/>
                  <a:gd name="connsiteY6420" fmla="*/ 71943 h 788789"/>
                  <a:gd name="connsiteX6421" fmla="*/ 298661 w 1703319"/>
                  <a:gd name="connsiteY6421" fmla="*/ 72665 h 788789"/>
                  <a:gd name="connsiteX6422" fmla="*/ 297007 w 1703319"/>
                  <a:gd name="connsiteY6422" fmla="*/ 72665 h 788789"/>
                  <a:gd name="connsiteX6423" fmla="*/ 295354 w 1703319"/>
                  <a:gd name="connsiteY6423" fmla="*/ 73026 h 788789"/>
                  <a:gd name="connsiteX6424" fmla="*/ 294361 w 1703319"/>
                  <a:gd name="connsiteY6424" fmla="*/ 71943 h 788789"/>
                  <a:gd name="connsiteX6425" fmla="*/ 292046 w 1703319"/>
                  <a:gd name="connsiteY6425" fmla="*/ 70139 h 788789"/>
                  <a:gd name="connsiteX6426" fmla="*/ 291385 w 1703319"/>
                  <a:gd name="connsiteY6426" fmla="*/ 68335 h 788789"/>
                  <a:gd name="connsiteX6427" fmla="*/ 291715 w 1703319"/>
                  <a:gd name="connsiteY6427" fmla="*/ 66170 h 788789"/>
                  <a:gd name="connsiteX6428" fmla="*/ 346063 w 1703319"/>
                  <a:gd name="connsiteY6428" fmla="*/ 65454 h 788789"/>
                  <a:gd name="connsiteX6429" fmla="*/ 348056 w 1703319"/>
                  <a:gd name="connsiteY6429" fmla="*/ 65821 h 788789"/>
                  <a:gd name="connsiteX6430" fmla="*/ 350050 w 1703319"/>
                  <a:gd name="connsiteY6430" fmla="*/ 66187 h 788789"/>
                  <a:gd name="connsiteX6431" fmla="*/ 351047 w 1703319"/>
                  <a:gd name="connsiteY6431" fmla="*/ 67286 h 788789"/>
                  <a:gd name="connsiteX6432" fmla="*/ 351047 w 1703319"/>
                  <a:gd name="connsiteY6432" fmla="*/ 68385 h 788789"/>
                  <a:gd name="connsiteX6433" fmla="*/ 350382 w 1703319"/>
                  <a:gd name="connsiteY6433" fmla="*/ 69484 h 788789"/>
                  <a:gd name="connsiteX6434" fmla="*/ 348388 w 1703319"/>
                  <a:gd name="connsiteY6434" fmla="*/ 69484 h 788789"/>
                  <a:gd name="connsiteX6435" fmla="*/ 347392 w 1703319"/>
                  <a:gd name="connsiteY6435" fmla="*/ 69851 h 788789"/>
                  <a:gd name="connsiteX6436" fmla="*/ 345066 w 1703319"/>
                  <a:gd name="connsiteY6436" fmla="*/ 69118 h 788789"/>
                  <a:gd name="connsiteX6437" fmla="*/ 343404 w 1703319"/>
                  <a:gd name="connsiteY6437" fmla="*/ 69484 h 788789"/>
                  <a:gd name="connsiteX6438" fmla="*/ 341078 w 1703319"/>
                  <a:gd name="connsiteY6438" fmla="*/ 69851 h 788789"/>
                  <a:gd name="connsiteX6439" fmla="*/ 340414 w 1703319"/>
                  <a:gd name="connsiteY6439" fmla="*/ 69118 h 788789"/>
                  <a:gd name="connsiteX6440" fmla="*/ 339417 w 1703319"/>
                  <a:gd name="connsiteY6440" fmla="*/ 69118 h 788789"/>
                  <a:gd name="connsiteX6441" fmla="*/ 337756 w 1703319"/>
                  <a:gd name="connsiteY6441" fmla="*/ 68385 h 788789"/>
                  <a:gd name="connsiteX6442" fmla="*/ 337756 w 1703319"/>
                  <a:gd name="connsiteY6442" fmla="*/ 67286 h 788789"/>
                  <a:gd name="connsiteX6443" fmla="*/ 339085 w 1703319"/>
                  <a:gd name="connsiteY6443" fmla="*/ 66187 h 788789"/>
                  <a:gd name="connsiteX6444" fmla="*/ 340746 w 1703319"/>
                  <a:gd name="connsiteY6444" fmla="*/ 66187 h 788789"/>
                  <a:gd name="connsiteX6445" fmla="*/ 341743 w 1703319"/>
                  <a:gd name="connsiteY6445" fmla="*/ 66553 h 788789"/>
                  <a:gd name="connsiteX6446" fmla="*/ 342740 w 1703319"/>
                  <a:gd name="connsiteY6446" fmla="*/ 66187 h 788789"/>
                  <a:gd name="connsiteX6447" fmla="*/ 346063 w 1703319"/>
                  <a:gd name="connsiteY6447" fmla="*/ 65454 h 788789"/>
                  <a:gd name="connsiteX6448" fmla="*/ 309707 w 1703319"/>
                  <a:gd name="connsiteY6448" fmla="*/ 65088 h 788789"/>
                  <a:gd name="connsiteX6449" fmla="*/ 311692 w 1703319"/>
                  <a:gd name="connsiteY6449" fmla="*/ 65088 h 788789"/>
                  <a:gd name="connsiteX6450" fmla="*/ 313279 w 1703319"/>
                  <a:gd name="connsiteY6450" fmla="*/ 65882 h 788789"/>
                  <a:gd name="connsiteX6451" fmla="*/ 314470 w 1703319"/>
                  <a:gd name="connsiteY6451" fmla="*/ 67072 h 788789"/>
                  <a:gd name="connsiteX6452" fmla="*/ 314867 w 1703319"/>
                  <a:gd name="connsiteY6452" fmla="*/ 67866 h 788789"/>
                  <a:gd name="connsiteX6453" fmla="*/ 311692 w 1703319"/>
                  <a:gd name="connsiteY6453" fmla="*/ 68263 h 788789"/>
                  <a:gd name="connsiteX6454" fmla="*/ 310898 w 1703319"/>
                  <a:gd name="connsiteY6454" fmla="*/ 67866 h 788789"/>
                  <a:gd name="connsiteX6455" fmla="*/ 309707 w 1703319"/>
                  <a:gd name="connsiteY6455" fmla="*/ 67866 h 788789"/>
                  <a:gd name="connsiteX6456" fmla="*/ 308517 w 1703319"/>
                  <a:gd name="connsiteY6456" fmla="*/ 67866 h 788789"/>
                  <a:gd name="connsiteX6457" fmla="*/ 307326 w 1703319"/>
                  <a:gd name="connsiteY6457" fmla="*/ 67072 h 788789"/>
                  <a:gd name="connsiteX6458" fmla="*/ 307723 w 1703319"/>
                  <a:gd name="connsiteY6458" fmla="*/ 66278 h 788789"/>
                  <a:gd name="connsiteX6459" fmla="*/ 308517 w 1703319"/>
                  <a:gd name="connsiteY6459" fmla="*/ 65485 h 788789"/>
                  <a:gd name="connsiteX6460" fmla="*/ 309707 w 1703319"/>
                  <a:gd name="connsiteY6460" fmla="*/ 65088 h 788789"/>
                  <a:gd name="connsiteX6461" fmla="*/ 269083 w 1703319"/>
                  <a:gd name="connsiteY6461" fmla="*/ 63500 h 788789"/>
                  <a:gd name="connsiteX6462" fmla="*/ 270988 w 1703319"/>
                  <a:gd name="connsiteY6462" fmla="*/ 63861 h 788789"/>
                  <a:gd name="connsiteX6463" fmla="*/ 273655 w 1703319"/>
                  <a:gd name="connsiteY6463" fmla="*/ 63861 h 788789"/>
                  <a:gd name="connsiteX6464" fmla="*/ 274417 w 1703319"/>
                  <a:gd name="connsiteY6464" fmla="*/ 64222 h 788789"/>
                  <a:gd name="connsiteX6465" fmla="*/ 274417 w 1703319"/>
                  <a:gd name="connsiteY6465" fmla="*/ 64943 h 788789"/>
                  <a:gd name="connsiteX6466" fmla="*/ 272512 w 1703319"/>
                  <a:gd name="connsiteY6466" fmla="*/ 65304 h 788789"/>
                  <a:gd name="connsiteX6467" fmla="*/ 271369 w 1703319"/>
                  <a:gd name="connsiteY6467" fmla="*/ 65304 h 788789"/>
                  <a:gd name="connsiteX6468" fmla="*/ 269845 w 1703319"/>
                  <a:gd name="connsiteY6468" fmla="*/ 66386 h 788789"/>
                  <a:gd name="connsiteX6469" fmla="*/ 271750 w 1703319"/>
                  <a:gd name="connsiteY6469" fmla="*/ 66747 h 788789"/>
                  <a:gd name="connsiteX6470" fmla="*/ 272512 w 1703319"/>
                  <a:gd name="connsiteY6470" fmla="*/ 67469 h 788789"/>
                  <a:gd name="connsiteX6471" fmla="*/ 272512 w 1703319"/>
                  <a:gd name="connsiteY6471" fmla="*/ 68191 h 788789"/>
                  <a:gd name="connsiteX6472" fmla="*/ 272893 w 1703319"/>
                  <a:gd name="connsiteY6472" fmla="*/ 68912 h 788789"/>
                  <a:gd name="connsiteX6473" fmla="*/ 272131 w 1703319"/>
                  <a:gd name="connsiteY6473" fmla="*/ 69634 h 788789"/>
                  <a:gd name="connsiteX6474" fmla="*/ 269845 w 1703319"/>
                  <a:gd name="connsiteY6474" fmla="*/ 69995 h 788789"/>
                  <a:gd name="connsiteX6475" fmla="*/ 268321 w 1703319"/>
                  <a:gd name="connsiteY6475" fmla="*/ 70355 h 788789"/>
                  <a:gd name="connsiteX6476" fmla="*/ 267178 w 1703319"/>
                  <a:gd name="connsiteY6476" fmla="*/ 70716 h 788789"/>
                  <a:gd name="connsiteX6477" fmla="*/ 266035 w 1703319"/>
                  <a:gd name="connsiteY6477" fmla="*/ 70716 h 788789"/>
                  <a:gd name="connsiteX6478" fmla="*/ 264511 w 1703319"/>
                  <a:gd name="connsiteY6478" fmla="*/ 71077 h 788789"/>
                  <a:gd name="connsiteX6479" fmla="*/ 262987 w 1703319"/>
                  <a:gd name="connsiteY6479" fmla="*/ 71438 h 788789"/>
                  <a:gd name="connsiteX6480" fmla="*/ 261463 w 1703319"/>
                  <a:gd name="connsiteY6480" fmla="*/ 71438 h 788789"/>
                  <a:gd name="connsiteX6481" fmla="*/ 260320 w 1703319"/>
                  <a:gd name="connsiteY6481" fmla="*/ 70716 h 788789"/>
                  <a:gd name="connsiteX6482" fmla="*/ 259177 w 1703319"/>
                  <a:gd name="connsiteY6482" fmla="*/ 70716 h 788789"/>
                  <a:gd name="connsiteX6483" fmla="*/ 256510 w 1703319"/>
                  <a:gd name="connsiteY6483" fmla="*/ 69995 h 788789"/>
                  <a:gd name="connsiteX6484" fmla="*/ 256129 w 1703319"/>
                  <a:gd name="connsiteY6484" fmla="*/ 68191 h 788789"/>
                  <a:gd name="connsiteX6485" fmla="*/ 256510 w 1703319"/>
                  <a:gd name="connsiteY6485" fmla="*/ 66026 h 788789"/>
                  <a:gd name="connsiteX6486" fmla="*/ 256891 w 1703319"/>
                  <a:gd name="connsiteY6486" fmla="*/ 65665 h 788789"/>
                  <a:gd name="connsiteX6487" fmla="*/ 257653 w 1703319"/>
                  <a:gd name="connsiteY6487" fmla="*/ 64943 h 788789"/>
                  <a:gd name="connsiteX6488" fmla="*/ 259558 w 1703319"/>
                  <a:gd name="connsiteY6488" fmla="*/ 64582 h 788789"/>
                  <a:gd name="connsiteX6489" fmla="*/ 260320 w 1703319"/>
                  <a:gd name="connsiteY6489" fmla="*/ 64582 h 788789"/>
                  <a:gd name="connsiteX6490" fmla="*/ 261844 w 1703319"/>
                  <a:gd name="connsiteY6490" fmla="*/ 63861 h 788789"/>
                  <a:gd name="connsiteX6491" fmla="*/ 263749 w 1703319"/>
                  <a:gd name="connsiteY6491" fmla="*/ 64582 h 788789"/>
                  <a:gd name="connsiteX6492" fmla="*/ 265273 w 1703319"/>
                  <a:gd name="connsiteY6492" fmla="*/ 64222 h 788789"/>
                  <a:gd name="connsiteX6493" fmla="*/ 266416 w 1703319"/>
                  <a:gd name="connsiteY6493" fmla="*/ 63861 h 788789"/>
                  <a:gd name="connsiteX6494" fmla="*/ 269083 w 1703319"/>
                  <a:gd name="connsiteY6494" fmla="*/ 63500 h 788789"/>
                  <a:gd name="connsiteX6495" fmla="*/ 250731 w 1703319"/>
                  <a:gd name="connsiteY6495" fmla="*/ 63500 h 788789"/>
                  <a:gd name="connsiteX6496" fmla="*/ 251683 w 1703319"/>
                  <a:gd name="connsiteY6496" fmla="*/ 63789 h 788789"/>
                  <a:gd name="connsiteX6497" fmla="*/ 252953 w 1703319"/>
                  <a:gd name="connsiteY6497" fmla="*/ 64366 h 788789"/>
                  <a:gd name="connsiteX6498" fmla="*/ 253906 w 1703319"/>
                  <a:gd name="connsiteY6498" fmla="*/ 64943 h 788789"/>
                  <a:gd name="connsiteX6499" fmla="*/ 254541 w 1703319"/>
                  <a:gd name="connsiteY6499" fmla="*/ 65520 h 788789"/>
                  <a:gd name="connsiteX6500" fmla="*/ 253589 w 1703319"/>
                  <a:gd name="connsiteY6500" fmla="*/ 66098 h 788789"/>
                  <a:gd name="connsiteX6501" fmla="*/ 252319 w 1703319"/>
                  <a:gd name="connsiteY6501" fmla="*/ 66386 h 788789"/>
                  <a:gd name="connsiteX6502" fmla="*/ 250413 w 1703319"/>
                  <a:gd name="connsiteY6502" fmla="*/ 66098 h 788789"/>
                  <a:gd name="connsiteX6503" fmla="*/ 248826 w 1703319"/>
                  <a:gd name="connsiteY6503" fmla="*/ 66098 h 788789"/>
                  <a:gd name="connsiteX6504" fmla="*/ 248509 w 1703319"/>
                  <a:gd name="connsiteY6504" fmla="*/ 65232 h 788789"/>
                  <a:gd name="connsiteX6505" fmla="*/ 248509 w 1703319"/>
                  <a:gd name="connsiteY6505" fmla="*/ 64654 h 788789"/>
                  <a:gd name="connsiteX6506" fmla="*/ 249461 w 1703319"/>
                  <a:gd name="connsiteY6506" fmla="*/ 64077 h 788789"/>
                  <a:gd name="connsiteX6507" fmla="*/ 250731 w 1703319"/>
                  <a:gd name="connsiteY6507" fmla="*/ 63500 h 788789"/>
                  <a:gd name="connsiteX6508" fmla="*/ 898456 w 1703319"/>
                  <a:gd name="connsiteY6508" fmla="*/ 59104 h 788789"/>
                  <a:gd name="connsiteX6509" fmla="*/ 899555 w 1703319"/>
                  <a:gd name="connsiteY6509" fmla="*/ 59104 h 788789"/>
                  <a:gd name="connsiteX6510" fmla="*/ 901021 w 1703319"/>
                  <a:gd name="connsiteY6510" fmla="*/ 59104 h 788789"/>
                  <a:gd name="connsiteX6511" fmla="*/ 901753 w 1703319"/>
                  <a:gd name="connsiteY6511" fmla="*/ 59837 h 788789"/>
                  <a:gd name="connsiteX6512" fmla="*/ 902120 w 1703319"/>
                  <a:gd name="connsiteY6512" fmla="*/ 60936 h 788789"/>
                  <a:gd name="connsiteX6513" fmla="*/ 902120 w 1703319"/>
                  <a:gd name="connsiteY6513" fmla="*/ 62035 h 788789"/>
                  <a:gd name="connsiteX6514" fmla="*/ 902852 w 1703319"/>
                  <a:gd name="connsiteY6514" fmla="*/ 62768 h 788789"/>
                  <a:gd name="connsiteX6515" fmla="*/ 903951 w 1703319"/>
                  <a:gd name="connsiteY6515" fmla="*/ 62768 h 788789"/>
                  <a:gd name="connsiteX6516" fmla="*/ 906150 w 1703319"/>
                  <a:gd name="connsiteY6516" fmla="*/ 63134 h 788789"/>
                  <a:gd name="connsiteX6517" fmla="*/ 907615 w 1703319"/>
                  <a:gd name="connsiteY6517" fmla="*/ 63501 h 788789"/>
                  <a:gd name="connsiteX6518" fmla="*/ 907615 w 1703319"/>
                  <a:gd name="connsiteY6518" fmla="*/ 64600 h 788789"/>
                  <a:gd name="connsiteX6519" fmla="*/ 906882 w 1703319"/>
                  <a:gd name="connsiteY6519" fmla="*/ 64966 h 788789"/>
                  <a:gd name="connsiteX6520" fmla="*/ 907615 w 1703319"/>
                  <a:gd name="connsiteY6520" fmla="*/ 65699 h 788789"/>
                  <a:gd name="connsiteX6521" fmla="*/ 909080 w 1703319"/>
                  <a:gd name="connsiteY6521" fmla="*/ 66798 h 788789"/>
                  <a:gd name="connsiteX6522" fmla="*/ 910912 w 1703319"/>
                  <a:gd name="connsiteY6522" fmla="*/ 67164 h 788789"/>
                  <a:gd name="connsiteX6523" fmla="*/ 913110 w 1703319"/>
                  <a:gd name="connsiteY6523" fmla="*/ 66798 h 788789"/>
                  <a:gd name="connsiteX6524" fmla="*/ 914209 w 1703319"/>
                  <a:gd name="connsiteY6524" fmla="*/ 67530 h 788789"/>
                  <a:gd name="connsiteX6525" fmla="*/ 914209 w 1703319"/>
                  <a:gd name="connsiteY6525" fmla="*/ 68263 h 788789"/>
                  <a:gd name="connsiteX6526" fmla="*/ 912378 w 1703319"/>
                  <a:gd name="connsiteY6526" fmla="*/ 68996 h 788789"/>
                  <a:gd name="connsiteX6527" fmla="*/ 912011 w 1703319"/>
                  <a:gd name="connsiteY6527" fmla="*/ 69362 h 788789"/>
                  <a:gd name="connsiteX6528" fmla="*/ 910912 w 1703319"/>
                  <a:gd name="connsiteY6528" fmla="*/ 70095 h 788789"/>
                  <a:gd name="connsiteX6529" fmla="*/ 908714 w 1703319"/>
                  <a:gd name="connsiteY6529" fmla="*/ 71194 h 788789"/>
                  <a:gd name="connsiteX6530" fmla="*/ 907615 w 1703319"/>
                  <a:gd name="connsiteY6530" fmla="*/ 71560 h 788789"/>
                  <a:gd name="connsiteX6531" fmla="*/ 906516 w 1703319"/>
                  <a:gd name="connsiteY6531" fmla="*/ 71560 h 788789"/>
                  <a:gd name="connsiteX6532" fmla="*/ 906150 w 1703319"/>
                  <a:gd name="connsiteY6532" fmla="*/ 72660 h 788789"/>
                  <a:gd name="connsiteX6533" fmla="*/ 904684 w 1703319"/>
                  <a:gd name="connsiteY6533" fmla="*/ 73026 h 788789"/>
                  <a:gd name="connsiteX6534" fmla="*/ 903219 w 1703319"/>
                  <a:gd name="connsiteY6534" fmla="*/ 72660 h 788789"/>
                  <a:gd name="connsiteX6535" fmla="*/ 903585 w 1703319"/>
                  <a:gd name="connsiteY6535" fmla="*/ 71560 h 788789"/>
                  <a:gd name="connsiteX6536" fmla="*/ 903951 w 1703319"/>
                  <a:gd name="connsiteY6536" fmla="*/ 70095 h 788789"/>
                  <a:gd name="connsiteX6537" fmla="*/ 903219 w 1703319"/>
                  <a:gd name="connsiteY6537" fmla="*/ 70461 h 788789"/>
                  <a:gd name="connsiteX6538" fmla="*/ 901021 w 1703319"/>
                  <a:gd name="connsiteY6538" fmla="*/ 71927 h 788789"/>
                  <a:gd name="connsiteX6539" fmla="*/ 899189 w 1703319"/>
                  <a:gd name="connsiteY6539" fmla="*/ 71927 h 788789"/>
                  <a:gd name="connsiteX6540" fmla="*/ 897357 w 1703319"/>
                  <a:gd name="connsiteY6540" fmla="*/ 71194 h 788789"/>
                  <a:gd name="connsiteX6541" fmla="*/ 897357 w 1703319"/>
                  <a:gd name="connsiteY6541" fmla="*/ 70828 h 788789"/>
                  <a:gd name="connsiteX6542" fmla="*/ 895525 w 1703319"/>
                  <a:gd name="connsiteY6542" fmla="*/ 70828 h 788789"/>
                  <a:gd name="connsiteX6543" fmla="*/ 895892 w 1703319"/>
                  <a:gd name="connsiteY6543" fmla="*/ 70095 h 788789"/>
                  <a:gd name="connsiteX6544" fmla="*/ 897723 w 1703319"/>
                  <a:gd name="connsiteY6544" fmla="*/ 68263 h 788789"/>
                  <a:gd name="connsiteX6545" fmla="*/ 899189 w 1703319"/>
                  <a:gd name="connsiteY6545" fmla="*/ 66431 h 788789"/>
                  <a:gd name="connsiteX6546" fmla="*/ 898090 w 1703319"/>
                  <a:gd name="connsiteY6546" fmla="*/ 66065 h 788789"/>
                  <a:gd name="connsiteX6547" fmla="*/ 896624 w 1703319"/>
                  <a:gd name="connsiteY6547" fmla="*/ 65699 h 788789"/>
                  <a:gd name="connsiteX6548" fmla="*/ 896258 w 1703319"/>
                  <a:gd name="connsiteY6548" fmla="*/ 64233 h 788789"/>
                  <a:gd name="connsiteX6549" fmla="*/ 896258 w 1703319"/>
                  <a:gd name="connsiteY6549" fmla="*/ 63501 h 788789"/>
                  <a:gd name="connsiteX6550" fmla="*/ 894793 w 1703319"/>
                  <a:gd name="connsiteY6550" fmla="*/ 62768 h 788789"/>
                  <a:gd name="connsiteX6551" fmla="*/ 894060 w 1703319"/>
                  <a:gd name="connsiteY6551" fmla="*/ 61669 h 788789"/>
                  <a:gd name="connsiteX6552" fmla="*/ 892961 w 1703319"/>
                  <a:gd name="connsiteY6552" fmla="*/ 61669 h 788789"/>
                  <a:gd name="connsiteX6553" fmla="*/ 891495 w 1703319"/>
                  <a:gd name="connsiteY6553" fmla="*/ 60570 h 788789"/>
                  <a:gd name="connsiteX6554" fmla="*/ 893327 w 1703319"/>
                  <a:gd name="connsiteY6554" fmla="*/ 59837 h 788789"/>
                  <a:gd name="connsiteX6555" fmla="*/ 894426 w 1703319"/>
                  <a:gd name="connsiteY6555" fmla="*/ 59837 h 788789"/>
                  <a:gd name="connsiteX6556" fmla="*/ 896258 w 1703319"/>
                  <a:gd name="connsiteY6556" fmla="*/ 59471 h 788789"/>
                  <a:gd name="connsiteX6557" fmla="*/ 898456 w 1703319"/>
                  <a:gd name="connsiteY6557" fmla="*/ 59104 h 788789"/>
                  <a:gd name="connsiteX6558" fmla="*/ 268944 w 1703319"/>
                  <a:gd name="connsiteY6558" fmla="*/ 55936 h 788789"/>
                  <a:gd name="connsiteX6559" fmla="*/ 271023 w 1703319"/>
                  <a:gd name="connsiteY6559" fmla="*/ 55936 h 788789"/>
                  <a:gd name="connsiteX6560" fmla="*/ 272062 w 1703319"/>
                  <a:gd name="connsiteY6560" fmla="*/ 56683 h 788789"/>
                  <a:gd name="connsiteX6561" fmla="*/ 273794 w 1703319"/>
                  <a:gd name="connsiteY6561" fmla="*/ 57804 h 788789"/>
                  <a:gd name="connsiteX6562" fmla="*/ 274833 w 1703319"/>
                  <a:gd name="connsiteY6562" fmla="*/ 58551 h 788789"/>
                  <a:gd name="connsiteX6563" fmla="*/ 274486 w 1703319"/>
                  <a:gd name="connsiteY6563" fmla="*/ 60792 h 788789"/>
                  <a:gd name="connsiteX6564" fmla="*/ 273447 w 1703319"/>
                  <a:gd name="connsiteY6564" fmla="*/ 61539 h 788789"/>
                  <a:gd name="connsiteX6565" fmla="*/ 271369 w 1703319"/>
                  <a:gd name="connsiteY6565" fmla="*/ 61539 h 788789"/>
                  <a:gd name="connsiteX6566" fmla="*/ 269291 w 1703319"/>
                  <a:gd name="connsiteY6566" fmla="*/ 61166 h 788789"/>
                  <a:gd name="connsiteX6567" fmla="*/ 267213 w 1703319"/>
                  <a:gd name="connsiteY6567" fmla="*/ 60792 h 788789"/>
                  <a:gd name="connsiteX6568" fmla="*/ 266520 w 1703319"/>
                  <a:gd name="connsiteY6568" fmla="*/ 60792 h 788789"/>
                  <a:gd name="connsiteX6569" fmla="*/ 265481 w 1703319"/>
                  <a:gd name="connsiteY6569" fmla="*/ 61166 h 788789"/>
                  <a:gd name="connsiteX6570" fmla="*/ 264442 w 1703319"/>
                  <a:gd name="connsiteY6570" fmla="*/ 61913 h 788789"/>
                  <a:gd name="connsiteX6571" fmla="*/ 263056 w 1703319"/>
                  <a:gd name="connsiteY6571" fmla="*/ 61166 h 788789"/>
                  <a:gd name="connsiteX6572" fmla="*/ 262364 w 1703319"/>
                  <a:gd name="connsiteY6572" fmla="*/ 60792 h 788789"/>
                  <a:gd name="connsiteX6573" fmla="*/ 261324 w 1703319"/>
                  <a:gd name="connsiteY6573" fmla="*/ 60792 h 788789"/>
                  <a:gd name="connsiteX6574" fmla="*/ 260285 w 1703319"/>
                  <a:gd name="connsiteY6574" fmla="*/ 61166 h 788789"/>
                  <a:gd name="connsiteX6575" fmla="*/ 259246 w 1703319"/>
                  <a:gd name="connsiteY6575" fmla="*/ 61539 h 788789"/>
                  <a:gd name="connsiteX6576" fmla="*/ 257514 w 1703319"/>
                  <a:gd name="connsiteY6576" fmla="*/ 61539 h 788789"/>
                  <a:gd name="connsiteX6577" fmla="*/ 256475 w 1703319"/>
                  <a:gd name="connsiteY6577" fmla="*/ 61539 h 788789"/>
                  <a:gd name="connsiteX6578" fmla="*/ 256475 w 1703319"/>
                  <a:gd name="connsiteY6578" fmla="*/ 60792 h 788789"/>
                  <a:gd name="connsiteX6579" fmla="*/ 258554 w 1703319"/>
                  <a:gd name="connsiteY6579" fmla="*/ 59298 h 788789"/>
                  <a:gd name="connsiteX6580" fmla="*/ 259246 w 1703319"/>
                  <a:gd name="connsiteY6580" fmla="*/ 58925 h 788789"/>
                  <a:gd name="connsiteX6581" fmla="*/ 260285 w 1703319"/>
                  <a:gd name="connsiteY6581" fmla="*/ 58551 h 788789"/>
                  <a:gd name="connsiteX6582" fmla="*/ 260978 w 1703319"/>
                  <a:gd name="connsiteY6582" fmla="*/ 58551 h 788789"/>
                  <a:gd name="connsiteX6583" fmla="*/ 262364 w 1703319"/>
                  <a:gd name="connsiteY6583" fmla="*/ 58551 h 788789"/>
                  <a:gd name="connsiteX6584" fmla="*/ 263749 w 1703319"/>
                  <a:gd name="connsiteY6584" fmla="*/ 58178 h 788789"/>
                  <a:gd name="connsiteX6585" fmla="*/ 264442 w 1703319"/>
                  <a:gd name="connsiteY6585" fmla="*/ 57431 h 788789"/>
                  <a:gd name="connsiteX6586" fmla="*/ 266520 w 1703319"/>
                  <a:gd name="connsiteY6586" fmla="*/ 56683 h 788789"/>
                  <a:gd name="connsiteX6587" fmla="*/ 267213 w 1703319"/>
                  <a:gd name="connsiteY6587" fmla="*/ 56310 h 788789"/>
                  <a:gd name="connsiteX6588" fmla="*/ 268944 w 1703319"/>
                  <a:gd name="connsiteY6588" fmla="*/ 55936 h 788789"/>
                  <a:gd name="connsiteX6589" fmla="*/ 330672 w 1703319"/>
                  <a:gd name="connsiteY6589" fmla="*/ 55563 h 788789"/>
                  <a:gd name="connsiteX6590" fmla="*/ 332398 w 1703319"/>
                  <a:gd name="connsiteY6590" fmla="*/ 56304 h 788789"/>
                  <a:gd name="connsiteX6591" fmla="*/ 334468 w 1703319"/>
                  <a:gd name="connsiteY6591" fmla="*/ 57045 h 788789"/>
                  <a:gd name="connsiteX6592" fmla="*/ 337229 w 1703319"/>
                  <a:gd name="connsiteY6592" fmla="*/ 57415 h 788789"/>
                  <a:gd name="connsiteX6593" fmla="*/ 337574 w 1703319"/>
                  <a:gd name="connsiteY6593" fmla="*/ 58526 h 788789"/>
                  <a:gd name="connsiteX6594" fmla="*/ 338609 w 1703319"/>
                  <a:gd name="connsiteY6594" fmla="*/ 59638 h 788789"/>
                  <a:gd name="connsiteX6595" fmla="*/ 339300 w 1703319"/>
                  <a:gd name="connsiteY6595" fmla="*/ 59267 h 788789"/>
                  <a:gd name="connsiteX6596" fmla="*/ 342061 w 1703319"/>
                  <a:gd name="connsiteY6596" fmla="*/ 59638 h 788789"/>
                  <a:gd name="connsiteX6597" fmla="*/ 343096 w 1703319"/>
                  <a:gd name="connsiteY6597" fmla="*/ 60379 h 788789"/>
                  <a:gd name="connsiteX6598" fmla="*/ 343441 w 1703319"/>
                  <a:gd name="connsiteY6598" fmla="*/ 61490 h 788789"/>
                  <a:gd name="connsiteX6599" fmla="*/ 342061 w 1703319"/>
                  <a:gd name="connsiteY6599" fmla="*/ 62601 h 788789"/>
                  <a:gd name="connsiteX6600" fmla="*/ 343096 w 1703319"/>
                  <a:gd name="connsiteY6600" fmla="*/ 63342 h 788789"/>
                  <a:gd name="connsiteX6601" fmla="*/ 342751 w 1703319"/>
                  <a:gd name="connsiteY6601" fmla="*/ 64824 h 788789"/>
                  <a:gd name="connsiteX6602" fmla="*/ 341370 w 1703319"/>
                  <a:gd name="connsiteY6602" fmla="*/ 65565 h 788789"/>
                  <a:gd name="connsiteX6603" fmla="*/ 339645 w 1703319"/>
                  <a:gd name="connsiteY6603" fmla="*/ 65565 h 788789"/>
                  <a:gd name="connsiteX6604" fmla="*/ 337574 w 1703319"/>
                  <a:gd name="connsiteY6604" fmla="*/ 66305 h 788789"/>
                  <a:gd name="connsiteX6605" fmla="*/ 336884 w 1703319"/>
                  <a:gd name="connsiteY6605" fmla="*/ 65935 h 788789"/>
                  <a:gd name="connsiteX6606" fmla="*/ 336194 w 1703319"/>
                  <a:gd name="connsiteY6606" fmla="*/ 65935 h 788789"/>
                  <a:gd name="connsiteX6607" fmla="*/ 334813 w 1703319"/>
                  <a:gd name="connsiteY6607" fmla="*/ 66676 h 788789"/>
                  <a:gd name="connsiteX6608" fmla="*/ 333088 w 1703319"/>
                  <a:gd name="connsiteY6608" fmla="*/ 66305 h 788789"/>
                  <a:gd name="connsiteX6609" fmla="*/ 332398 w 1703319"/>
                  <a:gd name="connsiteY6609" fmla="*/ 65194 h 788789"/>
                  <a:gd name="connsiteX6610" fmla="*/ 331707 w 1703319"/>
                  <a:gd name="connsiteY6610" fmla="*/ 64083 h 788789"/>
                  <a:gd name="connsiteX6611" fmla="*/ 330672 w 1703319"/>
                  <a:gd name="connsiteY6611" fmla="*/ 63712 h 788789"/>
                  <a:gd name="connsiteX6612" fmla="*/ 333088 w 1703319"/>
                  <a:gd name="connsiteY6612" fmla="*/ 63342 h 788789"/>
                  <a:gd name="connsiteX6613" fmla="*/ 331362 w 1703319"/>
                  <a:gd name="connsiteY6613" fmla="*/ 62231 h 788789"/>
                  <a:gd name="connsiteX6614" fmla="*/ 329982 w 1703319"/>
                  <a:gd name="connsiteY6614" fmla="*/ 62231 h 788789"/>
                  <a:gd name="connsiteX6615" fmla="*/ 328946 w 1703319"/>
                  <a:gd name="connsiteY6615" fmla="*/ 61490 h 788789"/>
                  <a:gd name="connsiteX6616" fmla="*/ 328256 w 1703319"/>
                  <a:gd name="connsiteY6616" fmla="*/ 58897 h 788789"/>
                  <a:gd name="connsiteX6617" fmla="*/ 327911 w 1703319"/>
                  <a:gd name="connsiteY6617" fmla="*/ 57045 h 788789"/>
                  <a:gd name="connsiteX6618" fmla="*/ 328256 w 1703319"/>
                  <a:gd name="connsiteY6618" fmla="*/ 55933 h 788789"/>
                  <a:gd name="connsiteX6619" fmla="*/ 330672 w 1703319"/>
                  <a:gd name="connsiteY6619" fmla="*/ 55563 h 788789"/>
                  <a:gd name="connsiteX6620" fmla="*/ 1282447 w 1703319"/>
                  <a:gd name="connsiteY6620" fmla="*/ 49989 h 788789"/>
                  <a:gd name="connsiteX6621" fmla="*/ 1284287 w 1703319"/>
                  <a:gd name="connsiteY6621" fmla="*/ 50765 h 788789"/>
                  <a:gd name="connsiteX6622" fmla="*/ 1284287 w 1703319"/>
                  <a:gd name="connsiteY6622" fmla="*/ 52705 h 788789"/>
                  <a:gd name="connsiteX6623" fmla="*/ 1283183 w 1703319"/>
                  <a:gd name="connsiteY6623" fmla="*/ 53870 h 788789"/>
                  <a:gd name="connsiteX6624" fmla="*/ 1282447 w 1703319"/>
                  <a:gd name="connsiteY6624" fmla="*/ 55034 h 788789"/>
                  <a:gd name="connsiteX6625" fmla="*/ 1283183 w 1703319"/>
                  <a:gd name="connsiteY6625" fmla="*/ 55810 h 788789"/>
                  <a:gd name="connsiteX6626" fmla="*/ 1284287 w 1703319"/>
                  <a:gd name="connsiteY6626" fmla="*/ 55034 h 788789"/>
                  <a:gd name="connsiteX6627" fmla="*/ 1285022 w 1703319"/>
                  <a:gd name="connsiteY6627" fmla="*/ 54258 h 788789"/>
                  <a:gd name="connsiteX6628" fmla="*/ 1286494 w 1703319"/>
                  <a:gd name="connsiteY6628" fmla="*/ 53482 h 788789"/>
                  <a:gd name="connsiteX6629" fmla="*/ 1287965 w 1703319"/>
                  <a:gd name="connsiteY6629" fmla="*/ 53094 h 788789"/>
                  <a:gd name="connsiteX6630" fmla="*/ 1289804 w 1703319"/>
                  <a:gd name="connsiteY6630" fmla="*/ 53870 h 788789"/>
                  <a:gd name="connsiteX6631" fmla="*/ 1291276 w 1703319"/>
                  <a:gd name="connsiteY6631" fmla="*/ 54646 h 788789"/>
                  <a:gd name="connsiteX6632" fmla="*/ 1292379 w 1703319"/>
                  <a:gd name="connsiteY6632" fmla="*/ 55422 h 788789"/>
                  <a:gd name="connsiteX6633" fmla="*/ 1293483 w 1703319"/>
                  <a:gd name="connsiteY6633" fmla="*/ 56974 h 788789"/>
                  <a:gd name="connsiteX6634" fmla="*/ 1294586 w 1703319"/>
                  <a:gd name="connsiteY6634" fmla="*/ 56974 h 788789"/>
                  <a:gd name="connsiteX6635" fmla="*/ 1296425 w 1703319"/>
                  <a:gd name="connsiteY6635" fmla="*/ 57750 h 788789"/>
                  <a:gd name="connsiteX6636" fmla="*/ 1297161 w 1703319"/>
                  <a:gd name="connsiteY6636" fmla="*/ 59691 h 788789"/>
                  <a:gd name="connsiteX6637" fmla="*/ 1296793 w 1703319"/>
                  <a:gd name="connsiteY6637" fmla="*/ 60467 h 788789"/>
                  <a:gd name="connsiteX6638" fmla="*/ 1295322 w 1703319"/>
                  <a:gd name="connsiteY6638" fmla="*/ 61243 h 788789"/>
                  <a:gd name="connsiteX6639" fmla="*/ 1294218 w 1703319"/>
                  <a:gd name="connsiteY6639" fmla="*/ 62019 h 788789"/>
                  <a:gd name="connsiteX6640" fmla="*/ 1292747 w 1703319"/>
                  <a:gd name="connsiteY6640" fmla="*/ 62019 h 788789"/>
                  <a:gd name="connsiteX6641" fmla="*/ 1291644 w 1703319"/>
                  <a:gd name="connsiteY6641" fmla="*/ 62407 h 788789"/>
                  <a:gd name="connsiteX6642" fmla="*/ 1290540 w 1703319"/>
                  <a:gd name="connsiteY6642" fmla="*/ 62795 h 788789"/>
                  <a:gd name="connsiteX6643" fmla="*/ 1289436 w 1703319"/>
                  <a:gd name="connsiteY6643" fmla="*/ 62795 h 788789"/>
                  <a:gd name="connsiteX6644" fmla="*/ 1287965 w 1703319"/>
                  <a:gd name="connsiteY6644" fmla="*/ 62795 h 788789"/>
                  <a:gd name="connsiteX6645" fmla="*/ 1286494 w 1703319"/>
                  <a:gd name="connsiteY6645" fmla="*/ 63183 h 788789"/>
                  <a:gd name="connsiteX6646" fmla="*/ 1285758 w 1703319"/>
                  <a:gd name="connsiteY6646" fmla="*/ 63183 h 788789"/>
                  <a:gd name="connsiteX6647" fmla="*/ 1284287 w 1703319"/>
                  <a:gd name="connsiteY6647" fmla="*/ 63183 h 788789"/>
                  <a:gd name="connsiteX6648" fmla="*/ 1282815 w 1703319"/>
                  <a:gd name="connsiteY6648" fmla="*/ 63571 h 788789"/>
                  <a:gd name="connsiteX6649" fmla="*/ 1281712 w 1703319"/>
                  <a:gd name="connsiteY6649" fmla="*/ 63571 h 788789"/>
                  <a:gd name="connsiteX6650" fmla="*/ 1280240 w 1703319"/>
                  <a:gd name="connsiteY6650" fmla="*/ 63183 h 788789"/>
                  <a:gd name="connsiteX6651" fmla="*/ 1278033 w 1703319"/>
                  <a:gd name="connsiteY6651" fmla="*/ 63571 h 788789"/>
                  <a:gd name="connsiteX6652" fmla="*/ 1276930 w 1703319"/>
                  <a:gd name="connsiteY6652" fmla="*/ 63571 h 788789"/>
                  <a:gd name="connsiteX6653" fmla="*/ 1275459 w 1703319"/>
                  <a:gd name="connsiteY6653" fmla="*/ 64347 h 788789"/>
                  <a:gd name="connsiteX6654" fmla="*/ 1274355 w 1703319"/>
                  <a:gd name="connsiteY6654" fmla="*/ 65124 h 788789"/>
                  <a:gd name="connsiteX6655" fmla="*/ 1273619 w 1703319"/>
                  <a:gd name="connsiteY6655" fmla="*/ 65512 h 788789"/>
                  <a:gd name="connsiteX6656" fmla="*/ 1272884 w 1703319"/>
                  <a:gd name="connsiteY6656" fmla="*/ 65512 h 788789"/>
                  <a:gd name="connsiteX6657" fmla="*/ 1270677 w 1703319"/>
                  <a:gd name="connsiteY6657" fmla="*/ 66288 h 788789"/>
                  <a:gd name="connsiteX6658" fmla="*/ 1269941 w 1703319"/>
                  <a:gd name="connsiteY6658" fmla="*/ 66288 h 788789"/>
                  <a:gd name="connsiteX6659" fmla="*/ 1268837 w 1703319"/>
                  <a:gd name="connsiteY6659" fmla="*/ 66676 h 788789"/>
                  <a:gd name="connsiteX6660" fmla="*/ 1267734 w 1703319"/>
                  <a:gd name="connsiteY6660" fmla="*/ 65900 h 788789"/>
                  <a:gd name="connsiteX6661" fmla="*/ 1268102 w 1703319"/>
                  <a:gd name="connsiteY6661" fmla="*/ 64347 h 788789"/>
                  <a:gd name="connsiteX6662" fmla="*/ 1269205 w 1703319"/>
                  <a:gd name="connsiteY6662" fmla="*/ 62795 h 788789"/>
                  <a:gd name="connsiteX6663" fmla="*/ 1269941 w 1703319"/>
                  <a:gd name="connsiteY6663" fmla="*/ 61631 h 788789"/>
                  <a:gd name="connsiteX6664" fmla="*/ 1271044 w 1703319"/>
                  <a:gd name="connsiteY6664" fmla="*/ 60467 h 788789"/>
                  <a:gd name="connsiteX6665" fmla="*/ 1272148 w 1703319"/>
                  <a:gd name="connsiteY6665" fmla="*/ 58915 h 788789"/>
                  <a:gd name="connsiteX6666" fmla="*/ 1272516 w 1703319"/>
                  <a:gd name="connsiteY6666" fmla="*/ 58915 h 788789"/>
                  <a:gd name="connsiteX6667" fmla="*/ 1272516 w 1703319"/>
                  <a:gd name="connsiteY6667" fmla="*/ 58138 h 788789"/>
                  <a:gd name="connsiteX6668" fmla="*/ 1273619 w 1703319"/>
                  <a:gd name="connsiteY6668" fmla="*/ 57362 h 788789"/>
                  <a:gd name="connsiteX6669" fmla="*/ 1274355 w 1703319"/>
                  <a:gd name="connsiteY6669" fmla="*/ 55810 h 788789"/>
                  <a:gd name="connsiteX6670" fmla="*/ 1275459 w 1703319"/>
                  <a:gd name="connsiteY6670" fmla="*/ 54646 h 788789"/>
                  <a:gd name="connsiteX6671" fmla="*/ 1276562 w 1703319"/>
                  <a:gd name="connsiteY6671" fmla="*/ 52705 h 788789"/>
                  <a:gd name="connsiteX6672" fmla="*/ 1278033 w 1703319"/>
                  <a:gd name="connsiteY6672" fmla="*/ 51153 h 788789"/>
                  <a:gd name="connsiteX6673" fmla="*/ 1279137 w 1703319"/>
                  <a:gd name="connsiteY6673" fmla="*/ 50377 h 788789"/>
                  <a:gd name="connsiteX6674" fmla="*/ 1279873 w 1703319"/>
                  <a:gd name="connsiteY6674" fmla="*/ 51541 h 788789"/>
                  <a:gd name="connsiteX6675" fmla="*/ 1280976 w 1703319"/>
                  <a:gd name="connsiteY6675" fmla="*/ 51153 h 788789"/>
                  <a:gd name="connsiteX6676" fmla="*/ 1282447 w 1703319"/>
                  <a:gd name="connsiteY6676" fmla="*/ 49989 h 788789"/>
                  <a:gd name="connsiteX6677" fmla="*/ 298801 w 1703319"/>
                  <a:gd name="connsiteY6677" fmla="*/ 49584 h 788789"/>
                  <a:gd name="connsiteX6678" fmla="*/ 300613 w 1703319"/>
                  <a:gd name="connsiteY6678" fmla="*/ 49956 h 788789"/>
                  <a:gd name="connsiteX6679" fmla="*/ 302063 w 1703319"/>
                  <a:gd name="connsiteY6679" fmla="*/ 49584 h 788789"/>
                  <a:gd name="connsiteX6680" fmla="*/ 303150 w 1703319"/>
                  <a:gd name="connsiteY6680" fmla="*/ 49584 h 788789"/>
                  <a:gd name="connsiteX6681" fmla="*/ 304962 w 1703319"/>
                  <a:gd name="connsiteY6681" fmla="*/ 50328 h 788789"/>
                  <a:gd name="connsiteX6682" fmla="*/ 306411 w 1703319"/>
                  <a:gd name="connsiteY6682" fmla="*/ 50699 h 788789"/>
                  <a:gd name="connsiteX6683" fmla="*/ 307136 w 1703319"/>
                  <a:gd name="connsiteY6683" fmla="*/ 51442 h 788789"/>
                  <a:gd name="connsiteX6684" fmla="*/ 307136 w 1703319"/>
                  <a:gd name="connsiteY6684" fmla="*/ 53672 h 788789"/>
                  <a:gd name="connsiteX6685" fmla="*/ 308223 w 1703319"/>
                  <a:gd name="connsiteY6685" fmla="*/ 53672 h 788789"/>
                  <a:gd name="connsiteX6686" fmla="*/ 310035 w 1703319"/>
                  <a:gd name="connsiteY6686" fmla="*/ 52557 h 788789"/>
                  <a:gd name="connsiteX6687" fmla="*/ 311122 w 1703319"/>
                  <a:gd name="connsiteY6687" fmla="*/ 52557 h 788789"/>
                  <a:gd name="connsiteX6688" fmla="*/ 312934 w 1703319"/>
                  <a:gd name="connsiteY6688" fmla="*/ 52928 h 788789"/>
                  <a:gd name="connsiteX6689" fmla="*/ 314021 w 1703319"/>
                  <a:gd name="connsiteY6689" fmla="*/ 53300 h 788789"/>
                  <a:gd name="connsiteX6690" fmla="*/ 314746 w 1703319"/>
                  <a:gd name="connsiteY6690" fmla="*/ 54043 h 788789"/>
                  <a:gd name="connsiteX6691" fmla="*/ 316195 w 1703319"/>
                  <a:gd name="connsiteY6691" fmla="*/ 55901 h 788789"/>
                  <a:gd name="connsiteX6692" fmla="*/ 317645 w 1703319"/>
                  <a:gd name="connsiteY6692" fmla="*/ 55158 h 788789"/>
                  <a:gd name="connsiteX6693" fmla="*/ 319456 w 1703319"/>
                  <a:gd name="connsiteY6693" fmla="*/ 55158 h 788789"/>
                  <a:gd name="connsiteX6694" fmla="*/ 320181 w 1703319"/>
                  <a:gd name="connsiteY6694" fmla="*/ 56272 h 788789"/>
                  <a:gd name="connsiteX6695" fmla="*/ 320906 w 1703319"/>
                  <a:gd name="connsiteY6695" fmla="*/ 57759 h 788789"/>
                  <a:gd name="connsiteX6696" fmla="*/ 322355 w 1703319"/>
                  <a:gd name="connsiteY6696" fmla="*/ 57759 h 788789"/>
                  <a:gd name="connsiteX6697" fmla="*/ 322355 w 1703319"/>
                  <a:gd name="connsiteY6697" fmla="*/ 58502 h 788789"/>
                  <a:gd name="connsiteX6698" fmla="*/ 321631 w 1703319"/>
                  <a:gd name="connsiteY6698" fmla="*/ 59616 h 788789"/>
                  <a:gd name="connsiteX6699" fmla="*/ 322718 w 1703319"/>
                  <a:gd name="connsiteY6699" fmla="*/ 61474 h 788789"/>
                  <a:gd name="connsiteX6700" fmla="*/ 323805 w 1703319"/>
                  <a:gd name="connsiteY6700" fmla="*/ 61846 h 788789"/>
                  <a:gd name="connsiteX6701" fmla="*/ 324530 w 1703319"/>
                  <a:gd name="connsiteY6701" fmla="*/ 62589 h 788789"/>
                  <a:gd name="connsiteX6702" fmla="*/ 324892 w 1703319"/>
                  <a:gd name="connsiteY6702" fmla="*/ 64075 h 788789"/>
                  <a:gd name="connsiteX6703" fmla="*/ 325254 w 1703319"/>
                  <a:gd name="connsiteY6703" fmla="*/ 65190 h 788789"/>
                  <a:gd name="connsiteX6704" fmla="*/ 324167 w 1703319"/>
                  <a:gd name="connsiteY6704" fmla="*/ 66676 h 788789"/>
                  <a:gd name="connsiteX6705" fmla="*/ 321268 w 1703319"/>
                  <a:gd name="connsiteY6705" fmla="*/ 66304 h 788789"/>
                  <a:gd name="connsiteX6706" fmla="*/ 319819 w 1703319"/>
                  <a:gd name="connsiteY6706" fmla="*/ 66304 h 788789"/>
                  <a:gd name="connsiteX6707" fmla="*/ 316920 w 1703319"/>
                  <a:gd name="connsiteY6707" fmla="*/ 65561 h 788789"/>
                  <a:gd name="connsiteX6708" fmla="*/ 316195 w 1703319"/>
                  <a:gd name="connsiteY6708" fmla="*/ 65190 h 788789"/>
                  <a:gd name="connsiteX6709" fmla="*/ 315470 w 1703319"/>
                  <a:gd name="connsiteY6709" fmla="*/ 64075 h 788789"/>
                  <a:gd name="connsiteX6710" fmla="*/ 315108 w 1703319"/>
                  <a:gd name="connsiteY6710" fmla="*/ 63332 h 788789"/>
                  <a:gd name="connsiteX6711" fmla="*/ 314746 w 1703319"/>
                  <a:gd name="connsiteY6711" fmla="*/ 63332 h 788789"/>
                  <a:gd name="connsiteX6712" fmla="*/ 313296 w 1703319"/>
                  <a:gd name="connsiteY6712" fmla="*/ 62589 h 788789"/>
                  <a:gd name="connsiteX6713" fmla="*/ 312209 w 1703319"/>
                  <a:gd name="connsiteY6713" fmla="*/ 62589 h 788789"/>
                  <a:gd name="connsiteX6714" fmla="*/ 311122 w 1703319"/>
                  <a:gd name="connsiteY6714" fmla="*/ 62589 h 788789"/>
                  <a:gd name="connsiteX6715" fmla="*/ 311122 w 1703319"/>
                  <a:gd name="connsiteY6715" fmla="*/ 61846 h 788789"/>
                  <a:gd name="connsiteX6716" fmla="*/ 310035 w 1703319"/>
                  <a:gd name="connsiteY6716" fmla="*/ 61103 h 788789"/>
                  <a:gd name="connsiteX6717" fmla="*/ 308585 w 1703319"/>
                  <a:gd name="connsiteY6717" fmla="*/ 61474 h 788789"/>
                  <a:gd name="connsiteX6718" fmla="*/ 307498 w 1703319"/>
                  <a:gd name="connsiteY6718" fmla="*/ 61103 h 788789"/>
                  <a:gd name="connsiteX6719" fmla="*/ 306773 w 1703319"/>
                  <a:gd name="connsiteY6719" fmla="*/ 61103 h 788789"/>
                  <a:gd name="connsiteX6720" fmla="*/ 306411 w 1703319"/>
                  <a:gd name="connsiteY6720" fmla="*/ 60359 h 788789"/>
                  <a:gd name="connsiteX6721" fmla="*/ 304962 w 1703319"/>
                  <a:gd name="connsiteY6721" fmla="*/ 60731 h 788789"/>
                  <a:gd name="connsiteX6722" fmla="*/ 303874 w 1703319"/>
                  <a:gd name="connsiteY6722" fmla="*/ 61103 h 788789"/>
                  <a:gd name="connsiteX6723" fmla="*/ 302787 w 1703319"/>
                  <a:gd name="connsiteY6723" fmla="*/ 61846 h 788789"/>
                  <a:gd name="connsiteX6724" fmla="*/ 301700 w 1703319"/>
                  <a:gd name="connsiteY6724" fmla="*/ 61474 h 788789"/>
                  <a:gd name="connsiteX6725" fmla="*/ 299888 w 1703319"/>
                  <a:gd name="connsiteY6725" fmla="*/ 61846 h 788789"/>
                  <a:gd name="connsiteX6726" fmla="*/ 299164 w 1703319"/>
                  <a:gd name="connsiteY6726" fmla="*/ 61474 h 788789"/>
                  <a:gd name="connsiteX6727" fmla="*/ 298077 w 1703319"/>
                  <a:gd name="connsiteY6727" fmla="*/ 61103 h 788789"/>
                  <a:gd name="connsiteX6728" fmla="*/ 296265 w 1703319"/>
                  <a:gd name="connsiteY6728" fmla="*/ 59988 h 788789"/>
                  <a:gd name="connsiteX6729" fmla="*/ 296627 w 1703319"/>
                  <a:gd name="connsiteY6729" fmla="*/ 58130 h 788789"/>
                  <a:gd name="connsiteX6730" fmla="*/ 298077 w 1703319"/>
                  <a:gd name="connsiteY6730" fmla="*/ 57759 h 788789"/>
                  <a:gd name="connsiteX6731" fmla="*/ 299526 w 1703319"/>
                  <a:gd name="connsiteY6731" fmla="*/ 57387 h 788789"/>
                  <a:gd name="connsiteX6732" fmla="*/ 300613 w 1703319"/>
                  <a:gd name="connsiteY6732" fmla="*/ 58130 h 788789"/>
                  <a:gd name="connsiteX6733" fmla="*/ 301700 w 1703319"/>
                  <a:gd name="connsiteY6733" fmla="*/ 58502 h 788789"/>
                  <a:gd name="connsiteX6734" fmla="*/ 302787 w 1703319"/>
                  <a:gd name="connsiteY6734" fmla="*/ 58502 h 788789"/>
                  <a:gd name="connsiteX6735" fmla="*/ 302787 w 1703319"/>
                  <a:gd name="connsiteY6735" fmla="*/ 57387 h 788789"/>
                  <a:gd name="connsiteX6736" fmla="*/ 301700 w 1703319"/>
                  <a:gd name="connsiteY6736" fmla="*/ 57387 h 788789"/>
                  <a:gd name="connsiteX6737" fmla="*/ 302787 w 1703319"/>
                  <a:gd name="connsiteY6737" fmla="*/ 57015 h 788789"/>
                  <a:gd name="connsiteX6738" fmla="*/ 303874 w 1703319"/>
                  <a:gd name="connsiteY6738" fmla="*/ 57387 h 788789"/>
                  <a:gd name="connsiteX6739" fmla="*/ 303150 w 1703319"/>
                  <a:gd name="connsiteY6739" fmla="*/ 55901 h 788789"/>
                  <a:gd name="connsiteX6740" fmla="*/ 301338 w 1703319"/>
                  <a:gd name="connsiteY6740" fmla="*/ 55901 h 788789"/>
                  <a:gd name="connsiteX6741" fmla="*/ 300975 w 1703319"/>
                  <a:gd name="connsiteY6741" fmla="*/ 54786 h 788789"/>
                  <a:gd name="connsiteX6742" fmla="*/ 301338 w 1703319"/>
                  <a:gd name="connsiteY6742" fmla="*/ 54043 h 788789"/>
                  <a:gd name="connsiteX6743" fmla="*/ 300251 w 1703319"/>
                  <a:gd name="connsiteY6743" fmla="*/ 54043 h 788789"/>
                  <a:gd name="connsiteX6744" fmla="*/ 299164 w 1703319"/>
                  <a:gd name="connsiteY6744" fmla="*/ 54043 h 788789"/>
                  <a:gd name="connsiteX6745" fmla="*/ 298801 w 1703319"/>
                  <a:gd name="connsiteY6745" fmla="*/ 55158 h 788789"/>
                  <a:gd name="connsiteX6746" fmla="*/ 297352 w 1703319"/>
                  <a:gd name="connsiteY6746" fmla="*/ 55158 h 788789"/>
                  <a:gd name="connsiteX6747" fmla="*/ 296627 w 1703319"/>
                  <a:gd name="connsiteY6747" fmla="*/ 54786 h 788789"/>
                  <a:gd name="connsiteX6748" fmla="*/ 296989 w 1703319"/>
                  <a:gd name="connsiteY6748" fmla="*/ 54043 h 788789"/>
                  <a:gd name="connsiteX6749" fmla="*/ 296265 w 1703319"/>
                  <a:gd name="connsiteY6749" fmla="*/ 53300 h 788789"/>
                  <a:gd name="connsiteX6750" fmla="*/ 294815 w 1703319"/>
                  <a:gd name="connsiteY6750" fmla="*/ 52928 h 788789"/>
                  <a:gd name="connsiteX6751" fmla="*/ 293003 w 1703319"/>
                  <a:gd name="connsiteY6751" fmla="*/ 52185 h 788789"/>
                  <a:gd name="connsiteX6752" fmla="*/ 293366 w 1703319"/>
                  <a:gd name="connsiteY6752" fmla="*/ 50699 h 788789"/>
                  <a:gd name="connsiteX6753" fmla="*/ 294815 w 1703319"/>
                  <a:gd name="connsiteY6753" fmla="*/ 49956 h 788789"/>
                  <a:gd name="connsiteX6754" fmla="*/ 296627 w 1703319"/>
                  <a:gd name="connsiteY6754" fmla="*/ 49956 h 788789"/>
                  <a:gd name="connsiteX6755" fmla="*/ 298801 w 1703319"/>
                  <a:gd name="connsiteY6755" fmla="*/ 49584 h 788789"/>
                  <a:gd name="connsiteX6756" fmla="*/ 1079194 w 1703319"/>
                  <a:gd name="connsiteY6756" fmla="*/ 43260 h 788789"/>
                  <a:gd name="connsiteX6757" fmla="*/ 1080041 w 1703319"/>
                  <a:gd name="connsiteY6757" fmla="*/ 44847 h 788789"/>
                  <a:gd name="connsiteX6758" fmla="*/ 1077924 w 1703319"/>
                  <a:gd name="connsiteY6758" fmla="*/ 45641 h 788789"/>
                  <a:gd name="connsiteX6759" fmla="*/ 1074961 w 1703319"/>
                  <a:gd name="connsiteY6759" fmla="*/ 44450 h 788789"/>
                  <a:gd name="connsiteX6760" fmla="*/ 1075384 w 1703319"/>
                  <a:gd name="connsiteY6760" fmla="*/ 43657 h 788789"/>
                  <a:gd name="connsiteX6761" fmla="*/ 1079194 w 1703319"/>
                  <a:gd name="connsiteY6761" fmla="*/ 43260 h 788789"/>
                  <a:gd name="connsiteX6762" fmla="*/ 1038661 w 1703319"/>
                  <a:gd name="connsiteY6762" fmla="*/ 43260 h 788789"/>
                  <a:gd name="connsiteX6763" fmla="*/ 1039931 w 1703319"/>
                  <a:gd name="connsiteY6763" fmla="*/ 43657 h 788789"/>
                  <a:gd name="connsiteX6764" fmla="*/ 1040354 w 1703319"/>
                  <a:gd name="connsiteY6764" fmla="*/ 45641 h 788789"/>
                  <a:gd name="connsiteX6765" fmla="*/ 1039084 w 1703319"/>
                  <a:gd name="connsiteY6765" fmla="*/ 45641 h 788789"/>
                  <a:gd name="connsiteX6766" fmla="*/ 1037391 w 1703319"/>
                  <a:gd name="connsiteY6766" fmla="*/ 45641 h 788789"/>
                  <a:gd name="connsiteX6767" fmla="*/ 1035697 w 1703319"/>
                  <a:gd name="connsiteY6767" fmla="*/ 45244 h 788789"/>
                  <a:gd name="connsiteX6768" fmla="*/ 1034427 w 1703319"/>
                  <a:gd name="connsiteY6768" fmla="*/ 44847 h 788789"/>
                  <a:gd name="connsiteX6769" fmla="*/ 1035274 w 1703319"/>
                  <a:gd name="connsiteY6769" fmla="*/ 44450 h 788789"/>
                  <a:gd name="connsiteX6770" fmla="*/ 1036544 w 1703319"/>
                  <a:gd name="connsiteY6770" fmla="*/ 44053 h 788789"/>
                  <a:gd name="connsiteX6771" fmla="*/ 1038661 w 1703319"/>
                  <a:gd name="connsiteY6771" fmla="*/ 43260 h 788789"/>
                  <a:gd name="connsiteX6772" fmla="*/ 872765 w 1703319"/>
                  <a:gd name="connsiteY6772" fmla="*/ 43229 h 788789"/>
                  <a:gd name="connsiteX6773" fmla="*/ 874206 w 1703319"/>
                  <a:gd name="connsiteY6773" fmla="*/ 43229 h 788789"/>
                  <a:gd name="connsiteX6774" fmla="*/ 874927 w 1703319"/>
                  <a:gd name="connsiteY6774" fmla="*/ 43596 h 788789"/>
                  <a:gd name="connsiteX6775" fmla="*/ 875287 w 1703319"/>
                  <a:gd name="connsiteY6775" fmla="*/ 44328 h 788789"/>
                  <a:gd name="connsiteX6776" fmla="*/ 876368 w 1703319"/>
                  <a:gd name="connsiteY6776" fmla="*/ 43962 h 788789"/>
                  <a:gd name="connsiteX6777" fmla="*/ 877809 w 1703319"/>
                  <a:gd name="connsiteY6777" fmla="*/ 43962 h 788789"/>
                  <a:gd name="connsiteX6778" fmla="*/ 879611 w 1703319"/>
                  <a:gd name="connsiteY6778" fmla="*/ 44695 h 788789"/>
                  <a:gd name="connsiteX6779" fmla="*/ 881772 w 1703319"/>
                  <a:gd name="connsiteY6779" fmla="*/ 46893 h 788789"/>
                  <a:gd name="connsiteX6780" fmla="*/ 882133 w 1703319"/>
                  <a:gd name="connsiteY6780" fmla="*/ 47625 h 788789"/>
                  <a:gd name="connsiteX6781" fmla="*/ 881412 w 1703319"/>
                  <a:gd name="connsiteY6781" fmla="*/ 48724 h 788789"/>
                  <a:gd name="connsiteX6782" fmla="*/ 881052 w 1703319"/>
                  <a:gd name="connsiteY6782" fmla="*/ 49457 h 788789"/>
                  <a:gd name="connsiteX6783" fmla="*/ 881052 w 1703319"/>
                  <a:gd name="connsiteY6783" fmla="*/ 50190 h 788789"/>
                  <a:gd name="connsiteX6784" fmla="*/ 882133 w 1703319"/>
                  <a:gd name="connsiteY6784" fmla="*/ 50556 h 788789"/>
                  <a:gd name="connsiteX6785" fmla="*/ 882133 w 1703319"/>
                  <a:gd name="connsiteY6785" fmla="*/ 50190 h 788789"/>
                  <a:gd name="connsiteX6786" fmla="*/ 882493 w 1703319"/>
                  <a:gd name="connsiteY6786" fmla="*/ 49091 h 788789"/>
                  <a:gd name="connsiteX6787" fmla="*/ 883574 w 1703319"/>
                  <a:gd name="connsiteY6787" fmla="*/ 48358 h 788789"/>
                  <a:gd name="connsiteX6788" fmla="*/ 884294 w 1703319"/>
                  <a:gd name="connsiteY6788" fmla="*/ 48358 h 788789"/>
                  <a:gd name="connsiteX6789" fmla="*/ 885015 w 1703319"/>
                  <a:gd name="connsiteY6789" fmla="*/ 48724 h 788789"/>
                  <a:gd name="connsiteX6790" fmla="*/ 885736 w 1703319"/>
                  <a:gd name="connsiteY6790" fmla="*/ 49457 h 788789"/>
                  <a:gd name="connsiteX6791" fmla="*/ 886096 w 1703319"/>
                  <a:gd name="connsiteY6791" fmla="*/ 50190 h 788789"/>
                  <a:gd name="connsiteX6792" fmla="*/ 886096 w 1703319"/>
                  <a:gd name="connsiteY6792" fmla="*/ 50922 h 788789"/>
                  <a:gd name="connsiteX6793" fmla="*/ 886096 w 1703319"/>
                  <a:gd name="connsiteY6793" fmla="*/ 51655 h 788789"/>
                  <a:gd name="connsiteX6794" fmla="*/ 886096 w 1703319"/>
                  <a:gd name="connsiteY6794" fmla="*/ 52388 h 788789"/>
                  <a:gd name="connsiteX6795" fmla="*/ 886456 w 1703319"/>
                  <a:gd name="connsiteY6795" fmla="*/ 52754 h 788789"/>
                  <a:gd name="connsiteX6796" fmla="*/ 886816 w 1703319"/>
                  <a:gd name="connsiteY6796" fmla="*/ 53121 h 788789"/>
                  <a:gd name="connsiteX6797" fmla="*/ 887537 w 1703319"/>
                  <a:gd name="connsiteY6797" fmla="*/ 53487 h 788789"/>
                  <a:gd name="connsiteX6798" fmla="*/ 888618 w 1703319"/>
                  <a:gd name="connsiteY6798" fmla="*/ 53121 h 788789"/>
                  <a:gd name="connsiteX6799" fmla="*/ 889699 w 1703319"/>
                  <a:gd name="connsiteY6799" fmla="*/ 53121 h 788789"/>
                  <a:gd name="connsiteX6800" fmla="*/ 890419 w 1703319"/>
                  <a:gd name="connsiteY6800" fmla="*/ 53487 h 788789"/>
                  <a:gd name="connsiteX6801" fmla="*/ 890779 w 1703319"/>
                  <a:gd name="connsiteY6801" fmla="*/ 53487 h 788789"/>
                  <a:gd name="connsiteX6802" fmla="*/ 891140 w 1703319"/>
                  <a:gd name="connsiteY6802" fmla="*/ 54220 h 788789"/>
                  <a:gd name="connsiteX6803" fmla="*/ 891860 w 1703319"/>
                  <a:gd name="connsiteY6803" fmla="*/ 54586 h 788789"/>
                  <a:gd name="connsiteX6804" fmla="*/ 892581 w 1703319"/>
                  <a:gd name="connsiteY6804" fmla="*/ 54220 h 788789"/>
                  <a:gd name="connsiteX6805" fmla="*/ 893301 w 1703319"/>
                  <a:gd name="connsiteY6805" fmla="*/ 53853 h 788789"/>
                  <a:gd name="connsiteX6806" fmla="*/ 894022 w 1703319"/>
                  <a:gd name="connsiteY6806" fmla="*/ 54220 h 788789"/>
                  <a:gd name="connsiteX6807" fmla="*/ 894382 w 1703319"/>
                  <a:gd name="connsiteY6807" fmla="*/ 54952 h 788789"/>
                  <a:gd name="connsiteX6808" fmla="*/ 894022 w 1703319"/>
                  <a:gd name="connsiteY6808" fmla="*/ 55319 h 788789"/>
                  <a:gd name="connsiteX6809" fmla="*/ 894743 w 1703319"/>
                  <a:gd name="connsiteY6809" fmla="*/ 56051 h 788789"/>
                  <a:gd name="connsiteX6810" fmla="*/ 896184 w 1703319"/>
                  <a:gd name="connsiteY6810" fmla="*/ 56051 h 788789"/>
                  <a:gd name="connsiteX6811" fmla="*/ 897985 w 1703319"/>
                  <a:gd name="connsiteY6811" fmla="*/ 56418 h 788789"/>
                  <a:gd name="connsiteX6812" fmla="*/ 898345 w 1703319"/>
                  <a:gd name="connsiteY6812" fmla="*/ 56418 h 788789"/>
                  <a:gd name="connsiteX6813" fmla="*/ 899066 w 1703319"/>
                  <a:gd name="connsiteY6813" fmla="*/ 57517 h 788789"/>
                  <a:gd name="connsiteX6814" fmla="*/ 898706 w 1703319"/>
                  <a:gd name="connsiteY6814" fmla="*/ 58249 h 788789"/>
                  <a:gd name="connsiteX6815" fmla="*/ 897985 w 1703319"/>
                  <a:gd name="connsiteY6815" fmla="*/ 58616 h 788789"/>
                  <a:gd name="connsiteX6816" fmla="*/ 896544 w 1703319"/>
                  <a:gd name="connsiteY6816" fmla="*/ 58616 h 788789"/>
                  <a:gd name="connsiteX6817" fmla="*/ 896184 w 1703319"/>
                  <a:gd name="connsiteY6817" fmla="*/ 58616 h 788789"/>
                  <a:gd name="connsiteX6818" fmla="*/ 895103 w 1703319"/>
                  <a:gd name="connsiteY6818" fmla="*/ 58982 h 788789"/>
                  <a:gd name="connsiteX6819" fmla="*/ 894382 w 1703319"/>
                  <a:gd name="connsiteY6819" fmla="*/ 59348 h 788789"/>
                  <a:gd name="connsiteX6820" fmla="*/ 893662 w 1703319"/>
                  <a:gd name="connsiteY6820" fmla="*/ 59348 h 788789"/>
                  <a:gd name="connsiteX6821" fmla="*/ 891500 w 1703319"/>
                  <a:gd name="connsiteY6821" fmla="*/ 59715 h 788789"/>
                  <a:gd name="connsiteX6822" fmla="*/ 890779 w 1703319"/>
                  <a:gd name="connsiteY6822" fmla="*/ 59715 h 788789"/>
                  <a:gd name="connsiteX6823" fmla="*/ 890059 w 1703319"/>
                  <a:gd name="connsiteY6823" fmla="*/ 60081 h 788789"/>
                  <a:gd name="connsiteX6824" fmla="*/ 889699 w 1703319"/>
                  <a:gd name="connsiteY6824" fmla="*/ 60447 h 788789"/>
                  <a:gd name="connsiteX6825" fmla="*/ 888257 w 1703319"/>
                  <a:gd name="connsiteY6825" fmla="*/ 60814 h 788789"/>
                  <a:gd name="connsiteX6826" fmla="*/ 887537 w 1703319"/>
                  <a:gd name="connsiteY6826" fmla="*/ 61547 h 788789"/>
                  <a:gd name="connsiteX6827" fmla="*/ 887537 w 1703319"/>
                  <a:gd name="connsiteY6827" fmla="*/ 62646 h 788789"/>
                  <a:gd name="connsiteX6828" fmla="*/ 887177 w 1703319"/>
                  <a:gd name="connsiteY6828" fmla="*/ 64111 h 788789"/>
                  <a:gd name="connsiteX6829" fmla="*/ 886816 w 1703319"/>
                  <a:gd name="connsiteY6829" fmla="*/ 65210 h 788789"/>
                  <a:gd name="connsiteX6830" fmla="*/ 885015 w 1703319"/>
                  <a:gd name="connsiteY6830" fmla="*/ 65943 h 788789"/>
                  <a:gd name="connsiteX6831" fmla="*/ 884655 w 1703319"/>
                  <a:gd name="connsiteY6831" fmla="*/ 66675 h 788789"/>
                  <a:gd name="connsiteX6832" fmla="*/ 884655 w 1703319"/>
                  <a:gd name="connsiteY6832" fmla="*/ 67408 h 788789"/>
                  <a:gd name="connsiteX6833" fmla="*/ 884655 w 1703319"/>
                  <a:gd name="connsiteY6833" fmla="*/ 68141 h 788789"/>
                  <a:gd name="connsiteX6834" fmla="*/ 884655 w 1703319"/>
                  <a:gd name="connsiteY6834" fmla="*/ 68873 h 788789"/>
                  <a:gd name="connsiteX6835" fmla="*/ 884294 w 1703319"/>
                  <a:gd name="connsiteY6835" fmla="*/ 69972 h 788789"/>
                  <a:gd name="connsiteX6836" fmla="*/ 883934 w 1703319"/>
                  <a:gd name="connsiteY6836" fmla="*/ 70705 h 788789"/>
                  <a:gd name="connsiteX6837" fmla="*/ 883214 w 1703319"/>
                  <a:gd name="connsiteY6837" fmla="*/ 70705 h 788789"/>
                  <a:gd name="connsiteX6838" fmla="*/ 882133 w 1703319"/>
                  <a:gd name="connsiteY6838" fmla="*/ 71072 h 788789"/>
                  <a:gd name="connsiteX6839" fmla="*/ 881772 w 1703319"/>
                  <a:gd name="connsiteY6839" fmla="*/ 71438 h 788789"/>
                  <a:gd name="connsiteX6840" fmla="*/ 881052 w 1703319"/>
                  <a:gd name="connsiteY6840" fmla="*/ 71804 h 788789"/>
                  <a:gd name="connsiteX6841" fmla="*/ 880692 w 1703319"/>
                  <a:gd name="connsiteY6841" fmla="*/ 72903 h 788789"/>
                  <a:gd name="connsiteX6842" fmla="*/ 880331 w 1703319"/>
                  <a:gd name="connsiteY6842" fmla="*/ 74002 h 788789"/>
                  <a:gd name="connsiteX6843" fmla="*/ 879611 w 1703319"/>
                  <a:gd name="connsiteY6843" fmla="*/ 74735 h 788789"/>
                  <a:gd name="connsiteX6844" fmla="*/ 878530 w 1703319"/>
                  <a:gd name="connsiteY6844" fmla="*/ 76567 h 788789"/>
                  <a:gd name="connsiteX6845" fmla="*/ 877809 w 1703319"/>
                  <a:gd name="connsiteY6845" fmla="*/ 78032 h 788789"/>
                  <a:gd name="connsiteX6846" fmla="*/ 877809 w 1703319"/>
                  <a:gd name="connsiteY6846" fmla="*/ 79131 h 788789"/>
                  <a:gd name="connsiteX6847" fmla="*/ 877809 w 1703319"/>
                  <a:gd name="connsiteY6847" fmla="*/ 80230 h 788789"/>
                  <a:gd name="connsiteX6848" fmla="*/ 877089 w 1703319"/>
                  <a:gd name="connsiteY6848" fmla="*/ 80597 h 788789"/>
                  <a:gd name="connsiteX6849" fmla="*/ 876008 w 1703319"/>
                  <a:gd name="connsiteY6849" fmla="*/ 80963 h 788789"/>
                  <a:gd name="connsiteX6850" fmla="*/ 875287 w 1703319"/>
                  <a:gd name="connsiteY6850" fmla="*/ 80597 h 788789"/>
                  <a:gd name="connsiteX6851" fmla="*/ 874567 w 1703319"/>
                  <a:gd name="connsiteY6851" fmla="*/ 80597 h 788789"/>
                  <a:gd name="connsiteX6852" fmla="*/ 873846 w 1703319"/>
                  <a:gd name="connsiteY6852" fmla="*/ 80230 h 788789"/>
                  <a:gd name="connsiteX6853" fmla="*/ 873486 w 1703319"/>
                  <a:gd name="connsiteY6853" fmla="*/ 79497 h 788789"/>
                  <a:gd name="connsiteX6854" fmla="*/ 872405 w 1703319"/>
                  <a:gd name="connsiteY6854" fmla="*/ 78765 h 788789"/>
                  <a:gd name="connsiteX6855" fmla="*/ 872045 w 1703319"/>
                  <a:gd name="connsiteY6855" fmla="*/ 78032 h 788789"/>
                  <a:gd name="connsiteX6856" fmla="*/ 871324 w 1703319"/>
                  <a:gd name="connsiteY6856" fmla="*/ 78032 h 788789"/>
                  <a:gd name="connsiteX6857" fmla="*/ 870604 w 1703319"/>
                  <a:gd name="connsiteY6857" fmla="*/ 78032 h 788789"/>
                  <a:gd name="connsiteX6858" fmla="*/ 869883 w 1703319"/>
                  <a:gd name="connsiteY6858" fmla="*/ 77299 h 788789"/>
                  <a:gd name="connsiteX6859" fmla="*/ 870243 w 1703319"/>
                  <a:gd name="connsiteY6859" fmla="*/ 76567 h 788789"/>
                  <a:gd name="connsiteX6860" fmla="*/ 870604 w 1703319"/>
                  <a:gd name="connsiteY6860" fmla="*/ 76567 h 788789"/>
                  <a:gd name="connsiteX6861" fmla="*/ 871684 w 1703319"/>
                  <a:gd name="connsiteY6861" fmla="*/ 76567 h 788789"/>
                  <a:gd name="connsiteX6862" fmla="*/ 872765 w 1703319"/>
                  <a:gd name="connsiteY6862" fmla="*/ 76567 h 788789"/>
                  <a:gd name="connsiteX6863" fmla="*/ 873846 w 1703319"/>
                  <a:gd name="connsiteY6863" fmla="*/ 75834 h 788789"/>
                  <a:gd name="connsiteX6864" fmla="*/ 873486 w 1703319"/>
                  <a:gd name="connsiteY6864" fmla="*/ 75834 h 788789"/>
                  <a:gd name="connsiteX6865" fmla="*/ 872405 w 1703319"/>
                  <a:gd name="connsiteY6865" fmla="*/ 75468 h 788789"/>
                  <a:gd name="connsiteX6866" fmla="*/ 871684 w 1703319"/>
                  <a:gd name="connsiteY6866" fmla="*/ 75468 h 788789"/>
                  <a:gd name="connsiteX6867" fmla="*/ 871324 w 1703319"/>
                  <a:gd name="connsiteY6867" fmla="*/ 75468 h 788789"/>
                  <a:gd name="connsiteX6868" fmla="*/ 870243 w 1703319"/>
                  <a:gd name="connsiteY6868" fmla="*/ 75834 h 788789"/>
                  <a:gd name="connsiteX6869" fmla="*/ 869523 w 1703319"/>
                  <a:gd name="connsiteY6869" fmla="*/ 75834 h 788789"/>
                  <a:gd name="connsiteX6870" fmla="*/ 868442 w 1703319"/>
                  <a:gd name="connsiteY6870" fmla="*/ 75834 h 788789"/>
                  <a:gd name="connsiteX6871" fmla="*/ 867721 w 1703319"/>
                  <a:gd name="connsiteY6871" fmla="*/ 75101 h 788789"/>
                  <a:gd name="connsiteX6872" fmla="*/ 867361 w 1703319"/>
                  <a:gd name="connsiteY6872" fmla="*/ 75101 h 788789"/>
                  <a:gd name="connsiteX6873" fmla="*/ 866640 w 1703319"/>
                  <a:gd name="connsiteY6873" fmla="*/ 74369 h 788789"/>
                  <a:gd name="connsiteX6874" fmla="*/ 865560 w 1703319"/>
                  <a:gd name="connsiteY6874" fmla="*/ 74369 h 788789"/>
                  <a:gd name="connsiteX6875" fmla="*/ 864839 w 1703319"/>
                  <a:gd name="connsiteY6875" fmla="*/ 74369 h 788789"/>
                  <a:gd name="connsiteX6876" fmla="*/ 864118 w 1703319"/>
                  <a:gd name="connsiteY6876" fmla="*/ 73636 h 788789"/>
                  <a:gd name="connsiteX6877" fmla="*/ 863398 w 1703319"/>
                  <a:gd name="connsiteY6877" fmla="*/ 72903 h 788789"/>
                  <a:gd name="connsiteX6878" fmla="*/ 862317 w 1703319"/>
                  <a:gd name="connsiteY6878" fmla="*/ 72537 h 788789"/>
                  <a:gd name="connsiteX6879" fmla="*/ 861957 w 1703319"/>
                  <a:gd name="connsiteY6879" fmla="*/ 71438 h 788789"/>
                  <a:gd name="connsiteX6880" fmla="*/ 862317 w 1703319"/>
                  <a:gd name="connsiteY6880" fmla="*/ 70705 h 788789"/>
                  <a:gd name="connsiteX6881" fmla="*/ 862677 w 1703319"/>
                  <a:gd name="connsiteY6881" fmla="*/ 70339 h 788789"/>
                  <a:gd name="connsiteX6882" fmla="*/ 863758 w 1703319"/>
                  <a:gd name="connsiteY6882" fmla="*/ 69972 h 788789"/>
                  <a:gd name="connsiteX6883" fmla="*/ 864118 w 1703319"/>
                  <a:gd name="connsiteY6883" fmla="*/ 70339 h 788789"/>
                  <a:gd name="connsiteX6884" fmla="*/ 864479 w 1703319"/>
                  <a:gd name="connsiteY6884" fmla="*/ 69972 h 788789"/>
                  <a:gd name="connsiteX6885" fmla="*/ 865199 w 1703319"/>
                  <a:gd name="connsiteY6885" fmla="*/ 70339 h 788789"/>
                  <a:gd name="connsiteX6886" fmla="*/ 865920 w 1703319"/>
                  <a:gd name="connsiteY6886" fmla="*/ 70705 h 788789"/>
                  <a:gd name="connsiteX6887" fmla="*/ 866640 w 1703319"/>
                  <a:gd name="connsiteY6887" fmla="*/ 70705 h 788789"/>
                  <a:gd name="connsiteX6888" fmla="*/ 867721 w 1703319"/>
                  <a:gd name="connsiteY6888" fmla="*/ 70705 h 788789"/>
                  <a:gd name="connsiteX6889" fmla="*/ 867361 w 1703319"/>
                  <a:gd name="connsiteY6889" fmla="*/ 70339 h 788789"/>
                  <a:gd name="connsiteX6890" fmla="*/ 867361 w 1703319"/>
                  <a:gd name="connsiteY6890" fmla="*/ 69606 h 788789"/>
                  <a:gd name="connsiteX6891" fmla="*/ 867721 w 1703319"/>
                  <a:gd name="connsiteY6891" fmla="*/ 68873 h 788789"/>
                  <a:gd name="connsiteX6892" fmla="*/ 868802 w 1703319"/>
                  <a:gd name="connsiteY6892" fmla="*/ 68507 h 788789"/>
                  <a:gd name="connsiteX6893" fmla="*/ 870604 w 1703319"/>
                  <a:gd name="connsiteY6893" fmla="*/ 68873 h 788789"/>
                  <a:gd name="connsiteX6894" fmla="*/ 871684 w 1703319"/>
                  <a:gd name="connsiteY6894" fmla="*/ 68141 h 788789"/>
                  <a:gd name="connsiteX6895" fmla="*/ 872405 w 1703319"/>
                  <a:gd name="connsiteY6895" fmla="*/ 68141 h 788789"/>
                  <a:gd name="connsiteX6896" fmla="*/ 873846 w 1703319"/>
                  <a:gd name="connsiteY6896" fmla="*/ 67774 h 788789"/>
                  <a:gd name="connsiteX6897" fmla="*/ 874567 w 1703319"/>
                  <a:gd name="connsiteY6897" fmla="*/ 68141 h 788789"/>
                  <a:gd name="connsiteX6898" fmla="*/ 875287 w 1703319"/>
                  <a:gd name="connsiteY6898" fmla="*/ 67408 h 788789"/>
                  <a:gd name="connsiteX6899" fmla="*/ 874206 w 1703319"/>
                  <a:gd name="connsiteY6899" fmla="*/ 67774 h 788789"/>
                  <a:gd name="connsiteX6900" fmla="*/ 873126 w 1703319"/>
                  <a:gd name="connsiteY6900" fmla="*/ 67408 h 788789"/>
                  <a:gd name="connsiteX6901" fmla="*/ 872045 w 1703319"/>
                  <a:gd name="connsiteY6901" fmla="*/ 67774 h 788789"/>
                  <a:gd name="connsiteX6902" fmla="*/ 871324 w 1703319"/>
                  <a:gd name="connsiteY6902" fmla="*/ 67774 h 788789"/>
                  <a:gd name="connsiteX6903" fmla="*/ 870964 w 1703319"/>
                  <a:gd name="connsiteY6903" fmla="*/ 67774 h 788789"/>
                  <a:gd name="connsiteX6904" fmla="*/ 870604 w 1703319"/>
                  <a:gd name="connsiteY6904" fmla="*/ 67408 h 788789"/>
                  <a:gd name="connsiteX6905" fmla="*/ 869523 w 1703319"/>
                  <a:gd name="connsiteY6905" fmla="*/ 67408 h 788789"/>
                  <a:gd name="connsiteX6906" fmla="*/ 868802 w 1703319"/>
                  <a:gd name="connsiteY6906" fmla="*/ 67774 h 788789"/>
                  <a:gd name="connsiteX6907" fmla="*/ 868442 w 1703319"/>
                  <a:gd name="connsiteY6907" fmla="*/ 68141 h 788789"/>
                  <a:gd name="connsiteX6908" fmla="*/ 867361 w 1703319"/>
                  <a:gd name="connsiteY6908" fmla="*/ 68141 h 788789"/>
                  <a:gd name="connsiteX6909" fmla="*/ 866640 w 1703319"/>
                  <a:gd name="connsiteY6909" fmla="*/ 68141 h 788789"/>
                  <a:gd name="connsiteX6910" fmla="*/ 865199 w 1703319"/>
                  <a:gd name="connsiteY6910" fmla="*/ 68141 h 788789"/>
                  <a:gd name="connsiteX6911" fmla="*/ 864118 w 1703319"/>
                  <a:gd name="connsiteY6911" fmla="*/ 68141 h 788789"/>
                  <a:gd name="connsiteX6912" fmla="*/ 863038 w 1703319"/>
                  <a:gd name="connsiteY6912" fmla="*/ 68873 h 788789"/>
                  <a:gd name="connsiteX6913" fmla="*/ 861596 w 1703319"/>
                  <a:gd name="connsiteY6913" fmla="*/ 68507 h 788789"/>
                  <a:gd name="connsiteX6914" fmla="*/ 861236 w 1703319"/>
                  <a:gd name="connsiteY6914" fmla="*/ 66309 h 788789"/>
                  <a:gd name="connsiteX6915" fmla="*/ 861596 w 1703319"/>
                  <a:gd name="connsiteY6915" fmla="*/ 65210 h 788789"/>
                  <a:gd name="connsiteX6916" fmla="*/ 862317 w 1703319"/>
                  <a:gd name="connsiteY6916" fmla="*/ 64844 h 788789"/>
                  <a:gd name="connsiteX6917" fmla="*/ 863398 w 1703319"/>
                  <a:gd name="connsiteY6917" fmla="*/ 64844 h 788789"/>
                  <a:gd name="connsiteX6918" fmla="*/ 863758 w 1703319"/>
                  <a:gd name="connsiteY6918" fmla="*/ 64844 h 788789"/>
                  <a:gd name="connsiteX6919" fmla="*/ 864839 w 1703319"/>
                  <a:gd name="connsiteY6919" fmla="*/ 64844 h 788789"/>
                  <a:gd name="connsiteX6920" fmla="*/ 865920 w 1703319"/>
                  <a:gd name="connsiteY6920" fmla="*/ 64477 h 788789"/>
                  <a:gd name="connsiteX6921" fmla="*/ 867001 w 1703319"/>
                  <a:gd name="connsiteY6921" fmla="*/ 64844 h 788789"/>
                  <a:gd name="connsiteX6922" fmla="*/ 867721 w 1703319"/>
                  <a:gd name="connsiteY6922" fmla="*/ 64111 h 788789"/>
                  <a:gd name="connsiteX6923" fmla="*/ 868802 w 1703319"/>
                  <a:gd name="connsiteY6923" fmla="*/ 63745 h 788789"/>
                  <a:gd name="connsiteX6924" fmla="*/ 869523 w 1703319"/>
                  <a:gd name="connsiteY6924" fmla="*/ 63745 h 788789"/>
                  <a:gd name="connsiteX6925" fmla="*/ 870604 w 1703319"/>
                  <a:gd name="connsiteY6925" fmla="*/ 63378 h 788789"/>
                  <a:gd name="connsiteX6926" fmla="*/ 871324 w 1703319"/>
                  <a:gd name="connsiteY6926" fmla="*/ 62279 h 788789"/>
                  <a:gd name="connsiteX6927" fmla="*/ 871684 w 1703319"/>
                  <a:gd name="connsiteY6927" fmla="*/ 62279 h 788789"/>
                  <a:gd name="connsiteX6928" fmla="*/ 873126 w 1703319"/>
                  <a:gd name="connsiteY6928" fmla="*/ 61913 h 788789"/>
                  <a:gd name="connsiteX6929" fmla="*/ 873846 w 1703319"/>
                  <a:gd name="connsiteY6929" fmla="*/ 61913 h 788789"/>
                  <a:gd name="connsiteX6930" fmla="*/ 874567 w 1703319"/>
                  <a:gd name="connsiteY6930" fmla="*/ 61180 h 788789"/>
                  <a:gd name="connsiteX6931" fmla="*/ 874567 w 1703319"/>
                  <a:gd name="connsiteY6931" fmla="*/ 60081 h 788789"/>
                  <a:gd name="connsiteX6932" fmla="*/ 874927 w 1703319"/>
                  <a:gd name="connsiteY6932" fmla="*/ 60081 h 788789"/>
                  <a:gd name="connsiteX6933" fmla="*/ 875287 w 1703319"/>
                  <a:gd name="connsiteY6933" fmla="*/ 59348 h 788789"/>
                  <a:gd name="connsiteX6934" fmla="*/ 874927 w 1703319"/>
                  <a:gd name="connsiteY6934" fmla="*/ 58982 h 788789"/>
                  <a:gd name="connsiteX6935" fmla="*/ 874206 w 1703319"/>
                  <a:gd name="connsiteY6935" fmla="*/ 59715 h 788789"/>
                  <a:gd name="connsiteX6936" fmla="*/ 873846 w 1703319"/>
                  <a:gd name="connsiteY6936" fmla="*/ 60081 h 788789"/>
                  <a:gd name="connsiteX6937" fmla="*/ 873126 w 1703319"/>
                  <a:gd name="connsiteY6937" fmla="*/ 60814 h 788789"/>
                  <a:gd name="connsiteX6938" fmla="*/ 872405 w 1703319"/>
                  <a:gd name="connsiteY6938" fmla="*/ 61180 h 788789"/>
                  <a:gd name="connsiteX6939" fmla="*/ 871684 w 1703319"/>
                  <a:gd name="connsiteY6939" fmla="*/ 61547 h 788789"/>
                  <a:gd name="connsiteX6940" fmla="*/ 870604 w 1703319"/>
                  <a:gd name="connsiteY6940" fmla="*/ 61547 h 788789"/>
                  <a:gd name="connsiteX6941" fmla="*/ 869523 w 1703319"/>
                  <a:gd name="connsiteY6941" fmla="*/ 61180 h 788789"/>
                  <a:gd name="connsiteX6942" fmla="*/ 868802 w 1703319"/>
                  <a:gd name="connsiteY6942" fmla="*/ 60814 h 788789"/>
                  <a:gd name="connsiteX6943" fmla="*/ 868442 w 1703319"/>
                  <a:gd name="connsiteY6943" fmla="*/ 59715 h 788789"/>
                  <a:gd name="connsiteX6944" fmla="*/ 869162 w 1703319"/>
                  <a:gd name="connsiteY6944" fmla="*/ 59348 h 788789"/>
                  <a:gd name="connsiteX6945" fmla="*/ 869883 w 1703319"/>
                  <a:gd name="connsiteY6945" fmla="*/ 58982 h 788789"/>
                  <a:gd name="connsiteX6946" fmla="*/ 869883 w 1703319"/>
                  <a:gd name="connsiteY6946" fmla="*/ 57883 h 788789"/>
                  <a:gd name="connsiteX6947" fmla="*/ 869162 w 1703319"/>
                  <a:gd name="connsiteY6947" fmla="*/ 58249 h 788789"/>
                  <a:gd name="connsiteX6948" fmla="*/ 868442 w 1703319"/>
                  <a:gd name="connsiteY6948" fmla="*/ 58982 h 788789"/>
                  <a:gd name="connsiteX6949" fmla="*/ 867361 w 1703319"/>
                  <a:gd name="connsiteY6949" fmla="*/ 59348 h 788789"/>
                  <a:gd name="connsiteX6950" fmla="*/ 866280 w 1703319"/>
                  <a:gd name="connsiteY6950" fmla="*/ 58616 h 788789"/>
                  <a:gd name="connsiteX6951" fmla="*/ 865560 w 1703319"/>
                  <a:gd name="connsiteY6951" fmla="*/ 58982 h 788789"/>
                  <a:gd name="connsiteX6952" fmla="*/ 865560 w 1703319"/>
                  <a:gd name="connsiteY6952" fmla="*/ 60081 h 788789"/>
                  <a:gd name="connsiteX6953" fmla="*/ 865560 w 1703319"/>
                  <a:gd name="connsiteY6953" fmla="*/ 61180 h 788789"/>
                  <a:gd name="connsiteX6954" fmla="*/ 865560 w 1703319"/>
                  <a:gd name="connsiteY6954" fmla="*/ 61913 h 788789"/>
                  <a:gd name="connsiteX6955" fmla="*/ 864839 w 1703319"/>
                  <a:gd name="connsiteY6955" fmla="*/ 62279 h 788789"/>
                  <a:gd name="connsiteX6956" fmla="*/ 864479 w 1703319"/>
                  <a:gd name="connsiteY6956" fmla="*/ 62646 h 788789"/>
                  <a:gd name="connsiteX6957" fmla="*/ 864118 w 1703319"/>
                  <a:gd name="connsiteY6957" fmla="*/ 63012 h 788789"/>
                  <a:gd name="connsiteX6958" fmla="*/ 863038 w 1703319"/>
                  <a:gd name="connsiteY6958" fmla="*/ 63378 h 788789"/>
                  <a:gd name="connsiteX6959" fmla="*/ 862317 w 1703319"/>
                  <a:gd name="connsiteY6959" fmla="*/ 63745 h 788789"/>
                  <a:gd name="connsiteX6960" fmla="*/ 861596 w 1703319"/>
                  <a:gd name="connsiteY6960" fmla="*/ 64111 h 788789"/>
                  <a:gd name="connsiteX6961" fmla="*/ 860516 w 1703319"/>
                  <a:gd name="connsiteY6961" fmla="*/ 64111 h 788789"/>
                  <a:gd name="connsiteX6962" fmla="*/ 859795 w 1703319"/>
                  <a:gd name="connsiteY6962" fmla="*/ 64111 h 788789"/>
                  <a:gd name="connsiteX6963" fmla="*/ 859075 w 1703319"/>
                  <a:gd name="connsiteY6963" fmla="*/ 63745 h 788789"/>
                  <a:gd name="connsiteX6964" fmla="*/ 857633 w 1703319"/>
                  <a:gd name="connsiteY6964" fmla="*/ 63745 h 788789"/>
                  <a:gd name="connsiteX6965" fmla="*/ 857273 w 1703319"/>
                  <a:gd name="connsiteY6965" fmla="*/ 63745 h 788789"/>
                  <a:gd name="connsiteX6966" fmla="*/ 856913 w 1703319"/>
                  <a:gd name="connsiteY6966" fmla="*/ 62279 h 788789"/>
                  <a:gd name="connsiteX6967" fmla="*/ 856553 w 1703319"/>
                  <a:gd name="connsiteY6967" fmla="*/ 61913 h 788789"/>
                  <a:gd name="connsiteX6968" fmla="*/ 855472 w 1703319"/>
                  <a:gd name="connsiteY6968" fmla="*/ 61913 h 788789"/>
                  <a:gd name="connsiteX6969" fmla="*/ 855111 w 1703319"/>
                  <a:gd name="connsiteY6969" fmla="*/ 60814 h 788789"/>
                  <a:gd name="connsiteX6970" fmla="*/ 855472 w 1703319"/>
                  <a:gd name="connsiteY6970" fmla="*/ 60081 h 788789"/>
                  <a:gd name="connsiteX6971" fmla="*/ 854751 w 1703319"/>
                  <a:gd name="connsiteY6971" fmla="*/ 59715 h 788789"/>
                  <a:gd name="connsiteX6972" fmla="*/ 854031 w 1703319"/>
                  <a:gd name="connsiteY6972" fmla="*/ 59715 h 788789"/>
                  <a:gd name="connsiteX6973" fmla="*/ 852950 w 1703319"/>
                  <a:gd name="connsiteY6973" fmla="*/ 59715 h 788789"/>
                  <a:gd name="connsiteX6974" fmla="*/ 852229 w 1703319"/>
                  <a:gd name="connsiteY6974" fmla="*/ 58982 h 788789"/>
                  <a:gd name="connsiteX6975" fmla="*/ 851869 w 1703319"/>
                  <a:gd name="connsiteY6975" fmla="*/ 58249 h 788789"/>
                  <a:gd name="connsiteX6976" fmla="*/ 851869 w 1703319"/>
                  <a:gd name="connsiteY6976" fmla="*/ 57517 h 788789"/>
                  <a:gd name="connsiteX6977" fmla="*/ 851869 w 1703319"/>
                  <a:gd name="connsiteY6977" fmla="*/ 56784 h 788789"/>
                  <a:gd name="connsiteX6978" fmla="*/ 850788 w 1703319"/>
                  <a:gd name="connsiteY6978" fmla="*/ 56051 h 788789"/>
                  <a:gd name="connsiteX6979" fmla="*/ 850067 w 1703319"/>
                  <a:gd name="connsiteY6979" fmla="*/ 55319 h 788789"/>
                  <a:gd name="connsiteX6980" fmla="*/ 850428 w 1703319"/>
                  <a:gd name="connsiteY6980" fmla="*/ 55319 h 788789"/>
                  <a:gd name="connsiteX6981" fmla="*/ 851148 w 1703319"/>
                  <a:gd name="connsiteY6981" fmla="*/ 54952 h 788789"/>
                  <a:gd name="connsiteX6982" fmla="*/ 851869 w 1703319"/>
                  <a:gd name="connsiteY6982" fmla="*/ 55319 h 788789"/>
                  <a:gd name="connsiteX6983" fmla="*/ 852229 w 1703319"/>
                  <a:gd name="connsiteY6983" fmla="*/ 55685 h 788789"/>
                  <a:gd name="connsiteX6984" fmla="*/ 853310 w 1703319"/>
                  <a:gd name="connsiteY6984" fmla="*/ 56418 h 788789"/>
                  <a:gd name="connsiteX6985" fmla="*/ 854391 w 1703319"/>
                  <a:gd name="connsiteY6985" fmla="*/ 56418 h 788789"/>
                  <a:gd name="connsiteX6986" fmla="*/ 854031 w 1703319"/>
                  <a:gd name="connsiteY6986" fmla="*/ 55319 h 788789"/>
                  <a:gd name="connsiteX6987" fmla="*/ 852589 w 1703319"/>
                  <a:gd name="connsiteY6987" fmla="*/ 55319 h 788789"/>
                  <a:gd name="connsiteX6988" fmla="*/ 852950 w 1703319"/>
                  <a:gd name="connsiteY6988" fmla="*/ 54586 h 788789"/>
                  <a:gd name="connsiteX6989" fmla="*/ 852950 w 1703319"/>
                  <a:gd name="connsiteY6989" fmla="*/ 53853 h 788789"/>
                  <a:gd name="connsiteX6990" fmla="*/ 853670 w 1703319"/>
                  <a:gd name="connsiteY6990" fmla="*/ 53487 h 788789"/>
                  <a:gd name="connsiteX6991" fmla="*/ 854031 w 1703319"/>
                  <a:gd name="connsiteY6991" fmla="*/ 52388 h 788789"/>
                  <a:gd name="connsiteX6992" fmla="*/ 852950 w 1703319"/>
                  <a:gd name="connsiteY6992" fmla="*/ 52388 h 788789"/>
                  <a:gd name="connsiteX6993" fmla="*/ 852589 w 1703319"/>
                  <a:gd name="connsiteY6993" fmla="*/ 52754 h 788789"/>
                  <a:gd name="connsiteX6994" fmla="*/ 852589 w 1703319"/>
                  <a:gd name="connsiteY6994" fmla="*/ 53487 h 788789"/>
                  <a:gd name="connsiteX6995" fmla="*/ 851869 w 1703319"/>
                  <a:gd name="connsiteY6995" fmla="*/ 53853 h 788789"/>
                  <a:gd name="connsiteX6996" fmla="*/ 851148 w 1703319"/>
                  <a:gd name="connsiteY6996" fmla="*/ 54220 h 788789"/>
                  <a:gd name="connsiteX6997" fmla="*/ 850428 w 1703319"/>
                  <a:gd name="connsiteY6997" fmla="*/ 53853 h 788789"/>
                  <a:gd name="connsiteX6998" fmla="*/ 850067 w 1703319"/>
                  <a:gd name="connsiteY6998" fmla="*/ 53487 h 788789"/>
                  <a:gd name="connsiteX6999" fmla="*/ 850067 w 1703319"/>
                  <a:gd name="connsiteY6999" fmla="*/ 52388 h 788789"/>
                  <a:gd name="connsiteX7000" fmla="*/ 849347 w 1703319"/>
                  <a:gd name="connsiteY7000" fmla="*/ 50922 h 788789"/>
                  <a:gd name="connsiteX7001" fmla="*/ 848626 w 1703319"/>
                  <a:gd name="connsiteY7001" fmla="*/ 49091 h 788789"/>
                  <a:gd name="connsiteX7002" fmla="*/ 848987 w 1703319"/>
                  <a:gd name="connsiteY7002" fmla="*/ 47625 h 788789"/>
                  <a:gd name="connsiteX7003" fmla="*/ 849707 w 1703319"/>
                  <a:gd name="connsiteY7003" fmla="*/ 49091 h 788789"/>
                  <a:gd name="connsiteX7004" fmla="*/ 851509 w 1703319"/>
                  <a:gd name="connsiteY7004" fmla="*/ 46526 h 788789"/>
                  <a:gd name="connsiteX7005" fmla="*/ 853670 w 1703319"/>
                  <a:gd name="connsiteY7005" fmla="*/ 46160 h 788789"/>
                  <a:gd name="connsiteX7006" fmla="*/ 854031 w 1703319"/>
                  <a:gd name="connsiteY7006" fmla="*/ 47992 h 788789"/>
                  <a:gd name="connsiteX7007" fmla="*/ 856192 w 1703319"/>
                  <a:gd name="connsiteY7007" fmla="*/ 46893 h 788789"/>
                  <a:gd name="connsiteX7008" fmla="*/ 857994 w 1703319"/>
                  <a:gd name="connsiteY7008" fmla="*/ 46893 h 788789"/>
                  <a:gd name="connsiteX7009" fmla="*/ 859795 w 1703319"/>
                  <a:gd name="connsiteY7009" fmla="*/ 46526 h 788789"/>
                  <a:gd name="connsiteX7010" fmla="*/ 863038 w 1703319"/>
                  <a:gd name="connsiteY7010" fmla="*/ 45427 h 788789"/>
                  <a:gd name="connsiteX7011" fmla="*/ 863398 w 1703319"/>
                  <a:gd name="connsiteY7011" fmla="*/ 46893 h 788789"/>
                  <a:gd name="connsiteX7012" fmla="*/ 861236 w 1703319"/>
                  <a:gd name="connsiteY7012" fmla="*/ 47992 h 788789"/>
                  <a:gd name="connsiteX7013" fmla="*/ 858714 w 1703319"/>
                  <a:gd name="connsiteY7013" fmla="*/ 48724 h 788789"/>
                  <a:gd name="connsiteX7014" fmla="*/ 860155 w 1703319"/>
                  <a:gd name="connsiteY7014" fmla="*/ 49091 h 788789"/>
                  <a:gd name="connsiteX7015" fmla="*/ 859795 w 1703319"/>
                  <a:gd name="connsiteY7015" fmla="*/ 50190 h 788789"/>
                  <a:gd name="connsiteX7016" fmla="*/ 861236 w 1703319"/>
                  <a:gd name="connsiteY7016" fmla="*/ 50190 h 788789"/>
                  <a:gd name="connsiteX7017" fmla="*/ 863038 w 1703319"/>
                  <a:gd name="connsiteY7017" fmla="*/ 51289 h 788789"/>
                  <a:gd name="connsiteX7018" fmla="*/ 864839 w 1703319"/>
                  <a:gd name="connsiteY7018" fmla="*/ 52754 h 788789"/>
                  <a:gd name="connsiteX7019" fmla="*/ 863758 w 1703319"/>
                  <a:gd name="connsiteY7019" fmla="*/ 50190 h 788789"/>
                  <a:gd name="connsiteX7020" fmla="*/ 864839 w 1703319"/>
                  <a:gd name="connsiteY7020" fmla="*/ 47992 h 788789"/>
                  <a:gd name="connsiteX7021" fmla="*/ 867001 w 1703319"/>
                  <a:gd name="connsiteY7021" fmla="*/ 46160 h 788789"/>
                  <a:gd name="connsiteX7022" fmla="*/ 869162 w 1703319"/>
                  <a:gd name="connsiteY7022" fmla="*/ 47625 h 788789"/>
                  <a:gd name="connsiteX7023" fmla="*/ 874206 w 1703319"/>
                  <a:gd name="connsiteY7023" fmla="*/ 54586 h 788789"/>
                  <a:gd name="connsiteX7024" fmla="*/ 874567 w 1703319"/>
                  <a:gd name="connsiteY7024" fmla="*/ 53853 h 788789"/>
                  <a:gd name="connsiteX7025" fmla="*/ 874206 w 1703319"/>
                  <a:gd name="connsiteY7025" fmla="*/ 52754 h 788789"/>
                  <a:gd name="connsiteX7026" fmla="*/ 873486 w 1703319"/>
                  <a:gd name="connsiteY7026" fmla="*/ 52022 h 788789"/>
                  <a:gd name="connsiteX7027" fmla="*/ 873126 w 1703319"/>
                  <a:gd name="connsiteY7027" fmla="*/ 51289 h 788789"/>
                  <a:gd name="connsiteX7028" fmla="*/ 873486 w 1703319"/>
                  <a:gd name="connsiteY7028" fmla="*/ 50190 h 788789"/>
                  <a:gd name="connsiteX7029" fmla="*/ 872765 w 1703319"/>
                  <a:gd name="connsiteY7029" fmla="*/ 49091 h 788789"/>
                  <a:gd name="connsiteX7030" fmla="*/ 872045 w 1703319"/>
                  <a:gd name="connsiteY7030" fmla="*/ 47992 h 788789"/>
                  <a:gd name="connsiteX7031" fmla="*/ 872045 w 1703319"/>
                  <a:gd name="connsiteY7031" fmla="*/ 46893 h 788789"/>
                  <a:gd name="connsiteX7032" fmla="*/ 872045 w 1703319"/>
                  <a:gd name="connsiteY7032" fmla="*/ 46160 h 788789"/>
                  <a:gd name="connsiteX7033" fmla="*/ 873126 w 1703319"/>
                  <a:gd name="connsiteY7033" fmla="*/ 46160 h 788789"/>
                  <a:gd name="connsiteX7034" fmla="*/ 873126 w 1703319"/>
                  <a:gd name="connsiteY7034" fmla="*/ 45427 h 788789"/>
                  <a:gd name="connsiteX7035" fmla="*/ 872765 w 1703319"/>
                  <a:gd name="connsiteY7035" fmla="*/ 44695 h 788789"/>
                  <a:gd name="connsiteX7036" fmla="*/ 872405 w 1703319"/>
                  <a:gd name="connsiteY7036" fmla="*/ 43962 h 788789"/>
                  <a:gd name="connsiteX7037" fmla="*/ 872765 w 1703319"/>
                  <a:gd name="connsiteY7037" fmla="*/ 43229 h 788789"/>
                  <a:gd name="connsiteX7038" fmla="*/ 1257995 w 1703319"/>
                  <a:gd name="connsiteY7038" fmla="*/ 41653 h 788789"/>
                  <a:gd name="connsiteX7039" fmla="*/ 1259788 w 1703319"/>
                  <a:gd name="connsiteY7039" fmla="*/ 42031 h 788789"/>
                  <a:gd name="connsiteX7040" fmla="*/ 1260863 w 1703319"/>
                  <a:gd name="connsiteY7040" fmla="*/ 43543 h 788789"/>
                  <a:gd name="connsiteX7041" fmla="*/ 1260146 w 1703319"/>
                  <a:gd name="connsiteY7041" fmla="*/ 44299 h 788789"/>
                  <a:gd name="connsiteX7042" fmla="*/ 1259429 w 1703319"/>
                  <a:gd name="connsiteY7042" fmla="*/ 45811 h 788789"/>
                  <a:gd name="connsiteX7043" fmla="*/ 1260146 w 1703319"/>
                  <a:gd name="connsiteY7043" fmla="*/ 45055 h 788789"/>
                  <a:gd name="connsiteX7044" fmla="*/ 1261580 w 1703319"/>
                  <a:gd name="connsiteY7044" fmla="*/ 45055 h 788789"/>
                  <a:gd name="connsiteX7045" fmla="*/ 1262656 w 1703319"/>
                  <a:gd name="connsiteY7045" fmla="*/ 45055 h 788789"/>
                  <a:gd name="connsiteX7046" fmla="*/ 1264448 w 1703319"/>
                  <a:gd name="connsiteY7046" fmla="*/ 43165 h 788789"/>
                  <a:gd name="connsiteX7047" fmla="*/ 1265165 w 1703319"/>
                  <a:gd name="connsiteY7047" fmla="*/ 42787 h 788789"/>
                  <a:gd name="connsiteX7048" fmla="*/ 1267316 w 1703319"/>
                  <a:gd name="connsiteY7048" fmla="*/ 43165 h 788789"/>
                  <a:gd name="connsiteX7049" fmla="*/ 1268750 w 1703319"/>
                  <a:gd name="connsiteY7049" fmla="*/ 43543 h 788789"/>
                  <a:gd name="connsiteX7050" fmla="*/ 1269825 w 1703319"/>
                  <a:gd name="connsiteY7050" fmla="*/ 44677 h 788789"/>
                  <a:gd name="connsiteX7051" fmla="*/ 1270542 w 1703319"/>
                  <a:gd name="connsiteY7051" fmla="*/ 45433 h 788789"/>
                  <a:gd name="connsiteX7052" fmla="*/ 1270184 w 1703319"/>
                  <a:gd name="connsiteY7052" fmla="*/ 47322 h 788789"/>
                  <a:gd name="connsiteX7053" fmla="*/ 1269108 w 1703319"/>
                  <a:gd name="connsiteY7053" fmla="*/ 48456 h 788789"/>
                  <a:gd name="connsiteX7054" fmla="*/ 1269108 w 1703319"/>
                  <a:gd name="connsiteY7054" fmla="*/ 49968 h 788789"/>
                  <a:gd name="connsiteX7055" fmla="*/ 1268750 w 1703319"/>
                  <a:gd name="connsiteY7055" fmla="*/ 51102 h 788789"/>
                  <a:gd name="connsiteX7056" fmla="*/ 1268391 w 1703319"/>
                  <a:gd name="connsiteY7056" fmla="*/ 51480 h 788789"/>
                  <a:gd name="connsiteX7057" fmla="*/ 1267674 w 1703319"/>
                  <a:gd name="connsiteY7057" fmla="*/ 51858 h 788789"/>
                  <a:gd name="connsiteX7058" fmla="*/ 1268391 w 1703319"/>
                  <a:gd name="connsiteY7058" fmla="*/ 52614 h 788789"/>
                  <a:gd name="connsiteX7059" fmla="*/ 1269108 w 1703319"/>
                  <a:gd name="connsiteY7059" fmla="*/ 53370 h 788789"/>
                  <a:gd name="connsiteX7060" fmla="*/ 1269825 w 1703319"/>
                  <a:gd name="connsiteY7060" fmla="*/ 55260 h 788789"/>
                  <a:gd name="connsiteX7061" fmla="*/ 1269467 w 1703319"/>
                  <a:gd name="connsiteY7061" fmla="*/ 55638 h 788789"/>
                  <a:gd name="connsiteX7062" fmla="*/ 1268750 w 1703319"/>
                  <a:gd name="connsiteY7062" fmla="*/ 56394 h 788789"/>
                  <a:gd name="connsiteX7063" fmla="*/ 1267316 w 1703319"/>
                  <a:gd name="connsiteY7063" fmla="*/ 56394 h 788789"/>
                  <a:gd name="connsiteX7064" fmla="*/ 1265165 w 1703319"/>
                  <a:gd name="connsiteY7064" fmla="*/ 56772 h 788789"/>
                  <a:gd name="connsiteX7065" fmla="*/ 1260863 w 1703319"/>
                  <a:gd name="connsiteY7065" fmla="*/ 57150 h 788789"/>
                  <a:gd name="connsiteX7066" fmla="*/ 1258712 w 1703319"/>
                  <a:gd name="connsiteY7066" fmla="*/ 56772 h 788789"/>
                  <a:gd name="connsiteX7067" fmla="*/ 1257637 w 1703319"/>
                  <a:gd name="connsiteY7067" fmla="*/ 56394 h 788789"/>
                  <a:gd name="connsiteX7068" fmla="*/ 1256920 w 1703319"/>
                  <a:gd name="connsiteY7068" fmla="*/ 56016 h 788789"/>
                  <a:gd name="connsiteX7069" fmla="*/ 1255845 w 1703319"/>
                  <a:gd name="connsiteY7069" fmla="*/ 55638 h 788789"/>
                  <a:gd name="connsiteX7070" fmla="*/ 1255128 w 1703319"/>
                  <a:gd name="connsiteY7070" fmla="*/ 54882 h 788789"/>
                  <a:gd name="connsiteX7071" fmla="*/ 1254052 w 1703319"/>
                  <a:gd name="connsiteY7071" fmla="*/ 54504 h 788789"/>
                  <a:gd name="connsiteX7072" fmla="*/ 1252977 w 1703319"/>
                  <a:gd name="connsiteY7072" fmla="*/ 54504 h 788789"/>
                  <a:gd name="connsiteX7073" fmla="*/ 1251184 w 1703319"/>
                  <a:gd name="connsiteY7073" fmla="*/ 54882 h 788789"/>
                  <a:gd name="connsiteX7074" fmla="*/ 1250468 w 1703319"/>
                  <a:gd name="connsiteY7074" fmla="*/ 54504 h 788789"/>
                  <a:gd name="connsiteX7075" fmla="*/ 1249392 w 1703319"/>
                  <a:gd name="connsiteY7075" fmla="*/ 54504 h 788789"/>
                  <a:gd name="connsiteX7076" fmla="*/ 1248317 w 1703319"/>
                  <a:gd name="connsiteY7076" fmla="*/ 54126 h 788789"/>
                  <a:gd name="connsiteX7077" fmla="*/ 1247241 w 1703319"/>
                  <a:gd name="connsiteY7077" fmla="*/ 54126 h 788789"/>
                  <a:gd name="connsiteX7078" fmla="*/ 1246166 w 1703319"/>
                  <a:gd name="connsiteY7078" fmla="*/ 53370 h 788789"/>
                  <a:gd name="connsiteX7079" fmla="*/ 1245449 w 1703319"/>
                  <a:gd name="connsiteY7079" fmla="*/ 52992 h 788789"/>
                  <a:gd name="connsiteX7080" fmla="*/ 1244373 w 1703319"/>
                  <a:gd name="connsiteY7080" fmla="*/ 52236 h 788789"/>
                  <a:gd name="connsiteX7081" fmla="*/ 1244015 w 1703319"/>
                  <a:gd name="connsiteY7081" fmla="*/ 51480 h 788789"/>
                  <a:gd name="connsiteX7082" fmla="*/ 1242940 w 1703319"/>
                  <a:gd name="connsiteY7082" fmla="*/ 49968 h 788789"/>
                  <a:gd name="connsiteX7083" fmla="*/ 1241506 w 1703319"/>
                  <a:gd name="connsiteY7083" fmla="*/ 49968 h 788789"/>
                  <a:gd name="connsiteX7084" fmla="*/ 1240789 w 1703319"/>
                  <a:gd name="connsiteY7084" fmla="*/ 49590 h 788789"/>
                  <a:gd name="connsiteX7085" fmla="*/ 1239713 w 1703319"/>
                  <a:gd name="connsiteY7085" fmla="*/ 50346 h 788789"/>
                  <a:gd name="connsiteX7086" fmla="*/ 1238638 w 1703319"/>
                  <a:gd name="connsiteY7086" fmla="*/ 50346 h 788789"/>
                  <a:gd name="connsiteX7087" fmla="*/ 1238638 w 1703319"/>
                  <a:gd name="connsiteY7087" fmla="*/ 49590 h 788789"/>
                  <a:gd name="connsiteX7088" fmla="*/ 1237562 w 1703319"/>
                  <a:gd name="connsiteY7088" fmla="*/ 48078 h 788789"/>
                  <a:gd name="connsiteX7089" fmla="*/ 1238996 w 1703319"/>
                  <a:gd name="connsiteY7089" fmla="*/ 48078 h 788789"/>
                  <a:gd name="connsiteX7090" fmla="*/ 1240072 w 1703319"/>
                  <a:gd name="connsiteY7090" fmla="*/ 48456 h 788789"/>
                  <a:gd name="connsiteX7091" fmla="*/ 1240789 w 1703319"/>
                  <a:gd name="connsiteY7091" fmla="*/ 47700 h 788789"/>
                  <a:gd name="connsiteX7092" fmla="*/ 1241147 w 1703319"/>
                  <a:gd name="connsiteY7092" fmla="*/ 46945 h 788789"/>
                  <a:gd name="connsiteX7093" fmla="*/ 1241864 w 1703319"/>
                  <a:gd name="connsiteY7093" fmla="*/ 46567 h 788789"/>
                  <a:gd name="connsiteX7094" fmla="*/ 1242581 w 1703319"/>
                  <a:gd name="connsiteY7094" fmla="*/ 45811 h 788789"/>
                  <a:gd name="connsiteX7095" fmla="*/ 1242940 w 1703319"/>
                  <a:gd name="connsiteY7095" fmla="*/ 45433 h 788789"/>
                  <a:gd name="connsiteX7096" fmla="*/ 1243298 w 1703319"/>
                  <a:gd name="connsiteY7096" fmla="*/ 45433 h 788789"/>
                  <a:gd name="connsiteX7097" fmla="*/ 1244373 w 1703319"/>
                  <a:gd name="connsiteY7097" fmla="*/ 45055 h 788789"/>
                  <a:gd name="connsiteX7098" fmla="*/ 1245090 w 1703319"/>
                  <a:gd name="connsiteY7098" fmla="*/ 43921 h 788789"/>
                  <a:gd name="connsiteX7099" fmla="*/ 1245807 w 1703319"/>
                  <a:gd name="connsiteY7099" fmla="*/ 43543 h 788789"/>
                  <a:gd name="connsiteX7100" fmla="*/ 1246524 w 1703319"/>
                  <a:gd name="connsiteY7100" fmla="*/ 43165 h 788789"/>
                  <a:gd name="connsiteX7101" fmla="*/ 1247958 w 1703319"/>
                  <a:gd name="connsiteY7101" fmla="*/ 43543 h 788789"/>
                  <a:gd name="connsiteX7102" fmla="*/ 1249034 w 1703319"/>
                  <a:gd name="connsiteY7102" fmla="*/ 42409 h 788789"/>
                  <a:gd name="connsiteX7103" fmla="*/ 1250109 w 1703319"/>
                  <a:gd name="connsiteY7103" fmla="*/ 42409 h 788789"/>
                  <a:gd name="connsiteX7104" fmla="*/ 1251543 w 1703319"/>
                  <a:gd name="connsiteY7104" fmla="*/ 42409 h 788789"/>
                  <a:gd name="connsiteX7105" fmla="*/ 1252977 w 1703319"/>
                  <a:gd name="connsiteY7105" fmla="*/ 42409 h 788789"/>
                  <a:gd name="connsiteX7106" fmla="*/ 1254411 w 1703319"/>
                  <a:gd name="connsiteY7106" fmla="*/ 42409 h 788789"/>
                  <a:gd name="connsiteX7107" fmla="*/ 1255845 w 1703319"/>
                  <a:gd name="connsiteY7107" fmla="*/ 42409 h 788789"/>
                  <a:gd name="connsiteX7108" fmla="*/ 1257995 w 1703319"/>
                  <a:gd name="connsiteY7108" fmla="*/ 41653 h 788789"/>
                  <a:gd name="connsiteX7109" fmla="*/ 1032813 w 1703319"/>
                  <a:gd name="connsiteY7109" fmla="*/ 41275 h 788789"/>
                  <a:gd name="connsiteX7110" fmla="*/ 1033805 w 1703319"/>
                  <a:gd name="connsiteY7110" fmla="*/ 41728 h 788789"/>
                  <a:gd name="connsiteX7111" fmla="*/ 1034004 w 1703319"/>
                  <a:gd name="connsiteY7111" fmla="*/ 42182 h 788789"/>
                  <a:gd name="connsiteX7112" fmla="*/ 1033607 w 1703319"/>
                  <a:gd name="connsiteY7112" fmla="*/ 43543 h 788789"/>
                  <a:gd name="connsiteX7113" fmla="*/ 1032615 w 1703319"/>
                  <a:gd name="connsiteY7113" fmla="*/ 43996 h 788789"/>
                  <a:gd name="connsiteX7114" fmla="*/ 1032416 w 1703319"/>
                  <a:gd name="connsiteY7114" fmla="*/ 42636 h 788789"/>
                  <a:gd name="connsiteX7115" fmla="*/ 1032813 w 1703319"/>
                  <a:gd name="connsiteY7115" fmla="*/ 41275 h 788789"/>
                  <a:gd name="connsiteX7116" fmla="*/ 319931 w 1703319"/>
                  <a:gd name="connsiteY7116" fmla="*/ 41275 h 788789"/>
                  <a:gd name="connsiteX7117" fmla="*/ 321065 w 1703319"/>
                  <a:gd name="connsiteY7117" fmla="*/ 41275 h 788789"/>
                  <a:gd name="connsiteX7118" fmla="*/ 322199 w 1703319"/>
                  <a:gd name="connsiteY7118" fmla="*/ 41615 h 788789"/>
                  <a:gd name="connsiteX7119" fmla="*/ 323711 w 1703319"/>
                  <a:gd name="connsiteY7119" fmla="*/ 41615 h 788789"/>
                  <a:gd name="connsiteX7120" fmla="*/ 325601 w 1703319"/>
                  <a:gd name="connsiteY7120" fmla="*/ 42636 h 788789"/>
                  <a:gd name="connsiteX7121" fmla="*/ 325979 w 1703319"/>
                  <a:gd name="connsiteY7121" fmla="*/ 43997 h 788789"/>
                  <a:gd name="connsiteX7122" fmla="*/ 325223 w 1703319"/>
                  <a:gd name="connsiteY7122" fmla="*/ 45698 h 788789"/>
                  <a:gd name="connsiteX7123" fmla="*/ 322955 w 1703319"/>
                  <a:gd name="connsiteY7123" fmla="*/ 45698 h 788789"/>
                  <a:gd name="connsiteX7124" fmla="*/ 321443 w 1703319"/>
                  <a:gd name="connsiteY7124" fmla="*/ 44677 h 788789"/>
                  <a:gd name="connsiteX7125" fmla="*/ 319931 w 1703319"/>
                  <a:gd name="connsiteY7125" fmla="*/ 44677 h 788789"/>
                  <a:gd name="connsiteX7126" fmla="*/ 318419 w 1703319"/>
                  <a:gd name="connsiteY7126" fmla="*/ 43316 h 788789"/>
                  <a:gd name="connsiteX7127" fmla="*/ 319931 w 1703319"/>
                  <a:gd name="connsiteY7127" fmla="*/ 41275 h 788789"/>
                  <a:gd name="connsiteX7128" fmla="*/ 1066260 w 1703319"/>
                  <a:gd name="connsiteY7128" fmla="*/ 40482 h 788789"/>
                  <a:gd name="connsiteX7129" fmla="*/ 1066981 w 1703319"/>
                  <a:gd name="connsiteY7129" fmla="*/ 42069 h 788789"/>
                  <a:gd name="connsiteX7130" fmla="*/ 1066620 w 1703319"/>
                  <a:gd name="connsiteY7130" fmla="*/ 43260 h 788789"/>
                  <a:gd name="connsiteX7131" fmla="*/ 1064816 w 1703319"/>
                  <a:gd name="connsiteY7131" fmla="*/ 44054 h 788789"/>
                  <a:gd name="connsiteX7132" fmla="*/ 1062651 w 1703319"/>
                  <a:gd name="connsiteY7132" fmla="*/ 44054 h 788789"/>
                  <a:gd name="connsiteX7133" fmla="*/ 1060847 w 1703319"/>
                  <a:gd name="connsiteY7133" fmla="*/ 43657 h 788789"/>
                  <a:gd name="connsiteX7134" fmla="*/ 1061569 w 1703319"/>
                  <a:gd name="connsiteY7134" fmla="*/ 42069 h 788789"/>
                  <a:gd name="connsiteX7135" fmla="*/ 1062291 w 1703319"/>
                  <a:gd name="connsiteY7135" fmla="*/ 40879 h 788789"/>
                  <a:gd name="connsiteX7136" fmla="*/ 1066260 w 1703319"/>
                  <a:gd name="connsiteY7136" fmla="*/ 40482 h 788789"/>
                  <a:gd name="connsiteX7137" fmla="*/ 1020246 w 1703319"/>
                  <a:gd name="connsiteY7137" fmla="*/ 40393 h 788789"/>
                  <a:gd name="connsiteX7138" fmla="*/ 1019893 w 1703319"/>
                  <a:gd name="connsiteY7138" fmla="*/ 42510 h 788789"/>
                  <a:gd name="connsiteX7139" fmla="*/ 1018129 w 1703319"/>
                  <a:gd name="connsiteY7139" fmla="*/ 41452 h 788789"/>
                  <a:gd name="connsiteX7140" fmla="*/ 1020246 w 1703319"/>
                  <a:gd name="connsiteY7140" fmla="*/ 40393 h 788789"/>
                  <a:gd name="connsiteX7141" fmla="*/ 1048926 w 1703319"/>
                  <a:gd name="connsiteY7141" fmla="*/ 39688 h 788789"/>
                  <a:gd name="connsiteX7142" fmla="*/ 1049879 w 1703319"/>
                  <a:gd name="connsiteY7142" fmla="*/ 40323 h 788789"/>
                  <a:gd name="connsiteX7143" fmla="*/ 1050513 w 1703319"/>
                  <a:gd name="connsiteY7143" fmla="*/ 40958 h 788789"/>
                  <a:gd name="connsiteX7144" fmla="*/ 1050831 w 1703319"/>
                  <a:gd name="connsiteY7144" fmla="*/ 41593 h 788789"/>
                  <a:gd name="connsiteX7145" fmla="*/ 1049879 w 1703319"/>
                  <a:gd name="connsiteY7145" fmla="*/ 42545 h 788789"/>
                  <a:gd name="connsiteX7146" fmla="*/ 1047021 w 1703319"/>
                  <a:gd name="connsiteY7146" fmla="*/ 42545 h 788789"/>
                  <a:gd name="connsiteX7147" fmla="*/ 1047021 w 1703319"/>
                  <a:gd name="connsiteY7147" fmla="*/ 42228 h 788789"/>
                  <a:gd name="connsiteX7148" fmla="*/ 1045116 w 1703319"/>
                  <a:gd name="connsiteY7148" fmla="*/ 41593 h 788789"/>
                  <a:gd name="connsiteX7149" fmla="*/ 1046703 w 1703319"/>
                  <a:gd name="connsiteY7149" fmla="*/ 40323 h 788789"/>
                  <a:gd name="connsiteX7150" fmla="*/ 1047656 w 1703319"/>
                  <a:gd name="connsiteY7150" fmla="*/ 40005 h 788789"/>
                  <a:gd name="connsiteX7151" fmla="*/ 1048926 w 1703319"/>
                  <a:gd name="connsiteY7151" fmla="*/ 39688 h 788789"/>
                  <a:gd name="connsiteX7152" fmla="*/ 889554 w 1703319"/>
                  <a:gd name="connsiteY7152" fmla="*/ 38469 h 788789"/>
                  <a:gd name="connsiteX7153" fmla="*/ 890277 w 1703319"/>
                  <a:gd name="connsiteY7153" fmla="*/ 38838 h 788789"/>
                  <a:gd name="connsiteX7154" fmla="*/ 891723 w 1703319"/>
                  <a:gd name="connsiteY7154" fmla="*/ 39207 h 788789"/>
                  <a:gd name="connsiteX7155" fmla="*/ 892807 w 1703319"/>
                  <a:gd name="connsiteY7155" fmla="*/ 39577 h 788789"/>
                  <a:gd name="connsiteX7156" fmla="*/ 894252 w 1703319"/>
                  <a:gd name="connsiteY7156" fmla="*/ 39946 h 788789"/>
                  <a:gd name="connsiteX7157" fmla="*/ 896059 w 1703319"/>
                  <a:gd name="connsiteY7157" fmla="*/ 41423 h 788789"/>
                  <a:gd name="connsiteX7158" fmla="*/ 897143 w 1703319"/>
                  <a:gd name="connsiteY7158" fmla="*/ 41792 h 788789"/>
                  <a:gd name="connsiteX7159" fmla="*/ 897866 w 1703319"/>
                  <a:gd name="connsiteY7159" fmla="*/ 41053 h 788789"/>
                  <a:gd name="connsiteX7160" fmla="*/ 899312 w 1703319"/>
                  <a:gd name="connsiteY7160" fmla="*/ 41053 h 788789"/>
                  <a:gd name="connsiteX7161" fmla="*/ 900034 w 1703319"/>
                  <a:gd name="connsiteY7161" fmla="*/ 41423 h 788789"/>
                  <a:gd name="connsiteX7162" fmla="*/ 900034 w 1703319"/>
                  <a:gd name="connsiteY7162" fmla="*/ 42161 h 788789"/>
                  <a:gd name="connsiteX7163" fmla="*/ 901480 w 1703319"/>
                  <a:gd name="connsiteY7163" fmla="*/ 43268 h 788789"/>
                  <a:gd name="connsiteX7164" fmla="*/ 902564 w 1703319"/>
                  <a:gd name="connsiteY7164" fmla="*/ 44007 h 788789"/>
                  <a:gd name="connsiteX7165" fmla="*/ 902926 w 1703319"/>
                  <a:gd name="connsiteY7165" fmla="*/ 42530 h 788789"/>
                  <a:gd name="connsiteX7166" fmla="*/ 903287 w 1703319"/>
                  <a:gd name="connsiteY7166" fmla="*/ 41423 h 788789"/>
                  <a:gd name="connsiteX7167" fmla="*/ 904010 w 1703319"/>
                  <a:gd name="connsiteY7167" fmla="*/ 39577 h 788789"/>
                  <a:gd name="connsiteX7168" fmla="*/ 905817 w 1703319"/>
                  <a:gd name="connsiteY7168" fmla="*/ 38838 h 788789"/>
                  <a:gd name="connsiteX7169" fmla="*/ 906539 w 1703319"/>
                  <a:gd name="connsiteY7169" fmla="*/ 38838 h 788789"/>
                  <a:gd name="connsiteX7170" fmla="*/ 907262 w 1703319"/>
                  <a:gd name="connsiteY7170" fmla="*/ 39577 h 788789"/>
                  <a:gd name="connsiteX7171" fmla="*/ 906901 w 1703319"/>
                  <a:gd name="connsiteY7171" fmla="*/ 41053 h 788789"/>
                  <a:gd name="connsiteX7172" fmla="*/ 906539 w 1703319"/>
                  <a:gd name="connsiteY7172" fmla="*/ 42161 h 788789"/>
                  <a:gd name="connsiteX7173" fmla="*/ 907624 w 1703319"/>
                  <a:gd name="connsiteY7173" fmla="*/ 42161 h 788789"/>
                  <a:gd name="connsiteX7174" fmla="*/ 909069 w 1703319"/>
                  <a:gd name="connsiteY7174" fmla="*/ 41792 h 788789"/>
                  <a:gd name="connsiteX7175" fmla="*/ 910153 w 1703319"/>
                  <a:gd name="connsiteY7175" fmla="*/ 40684 h 788789"/>
                  <a:gd name="connsiteX7176" fmla="*/ 911237 w 1703319"/>
                  <a:gd name="connsiteY7176" fmla="*/ 40315 h 788789"/>
                  <a:gd name="connsiteX7177" fmla="*/ 912321 w 1703319"/>
                  <a:gd name="connsiteY7177" fmla="*/ 39946 h 788789"/>
                  <a:gd name="connsiteX7178" fmla="*/ 914490 w 1703319"/>
                  <a:gd name="connsiteY7178" fmla="*/ 40315 h 788789"/>
                  <a:gd name="connsiteX7179" fmla="*/ 915574 w 1703319"/>
                  <a:gd name="connsiteY7179" fmla="*/ 40684 h 788789"/>
                  <a:gd name="connsiteX7180" fmla="*/ 917019 w 1703319"/>
                  <a:gd name="connsiteY7180" fmla="*/ 41053 h 788789"/>
                  <a:gd name="connsiteX7181" fmla="*/ 918465 w 1703319"/>
                  <a:gd name="connsiteY7181" fmla="*/ 41792 h 788789"/>
                  <a:gd name="connsiteX7182" fmla="*/ 920272 w 1703319"/>
                  <a:gd name="connsiteY7182" fmla="*/ 42161 h 788789"/>
                  <a:gd name="connsiteX7183" fmla="*/ 922802 w 1703319"/>
                  <a:gd name="connsiteY7183" fmla="*/ 42161 h 788789"/>
                  <a:gd name="connsiteX7184" fmla="*/ 924608 w 1703319"/>
                  <a:gd name="connsiteY7184" fmla="*/ 42530 h 788789"/>
                  <a:gd name="connsiteX7185" fmla="*/ 925331 w 1703319"/>
                  <a:gd name="connsiteY7185" fmla="*/ 42899 h 788789"/>
                  <a:gd name="connsiteX7186" fmla="*/ 925693 w 1703319"/>
                  <a:gd name="connsiteY7186" fmla="*/ 44376 h 788789"/>
                  <a:gd name="connsiteX7187" fmla="*/ 926054 w 1703319"/>
                  <a:gd name="connsiteY7187" fmla="*/ 45484 h 788789"/>
                  <a:gd name="connsiteX7188" fmla="*/ 925693 w 1703319"/>
                  <a:gd name="connsiteY7188" fmla="*/ 46222 h 788789"/>
                  <a:gd name="connsiteX7189" fmla="*/ 924608 w 1703319"/>
                  <a:gd name="connsiteY7189" fmla="*/ 46591 h 788789"/>
                  <a:gd name="connsiteX7190" fmla="*/ 923886 w 1703319"/>
                  <a:gd name="connsiteY7190" fmla="*/ 47699 h 788789"/>
                  <a:gd name="connsiteX7191" fmla="*/ 922802 w 1703319"/>
                  <a:gd name="connsiteY7191" fmla="*/ 48437 h 788789"/>
                  <a:gd name="connsiteX7192" fmla="*/ 921717 w 1703319"/>
                  <a:gd name="connsiteY7192" fmla="*/ 48806 h 788789"/>
                  <a:gd name="connsiteX7193" fmla="*/ 920272 w 1703319"/>
                  <a:gd name="connsiteY7193" fmla="*/ 49914 h 788789"/>
                  <a:gd name="connsiteX7194" fmla="*/ 919911 w 1703319"/>
                  <a:gd name="connsiteY7194" fmla="*/ 50652 h 788789"/>
                  <a:gd name="connsiteX7195" fmla="*/ 918465 w 1703319"/>
                  <a:gd name="connsiteY7195" fmla="*/ 51760 h 788789"/>
                  <a:gd name="connsiteX7196" fmla="*/ 915935 w 1703319"/>
                  <a:gd name="connsiteY7196" fmla="*/ 52129 h 788789"/>
                  <a:gd name="connsiteX7197" fmla="*/ 914128 w 1703319"/>
                  <a:gd name="connsiteY7197" fmla="*/ 52498 h 788789"/>
                  <a:gd name="connsiteX7198" fmla="*/ 913044 w 1703319"/>
                  <a:gd name="connsiteY7198" fmla="*/ 53237 h 788789"/>
                  <a:gd name="connsiteX7199" fmla="*/ 911960 w 1703319"/>
                  <a:gd name="connsiteY7199" fmla="*/ 53237 h 788789"/>
                  <a:gd name="connsiteX7200" fmla="*/ 909430 w 1703319"/>
                  <a:gd name="connsiteY7200" fmla="*/ 53606 h 788789"/>
                  <a:gd name="connsiteX7201" fmla="*/ 907985 w 1703319"/>
                  <a:gd name="connsiteY7201" fmla="*/ 53606 h 788789"/>
                  <a:gd name="connsiteX7202" fmla="*/ 907262 w 1703319"/>
                  <a:gd name="connsiteY7202" fmla="*/ 53606 h 788789"/>
                  <a:gd name="connsiteX7203" fmla="*/ 905817 w 1703319"/>
                  <a:gd name="connsiteY7203" fmla="*/ 53237 h 788789"/>
                  <a:gd name="connsiteX7204" fmla="*/ 904732 w 1703319"/>
                  <a:gd name="connsiteY7204" fmla="*/ 52498 h 788789"/>
                  <a:gd name="connsiteX7205" fmla="*/ 903648 w 1703319"/>
                  <a:gd name="connsiteY7205" fmla="*/ 51760 h 788789"/>
                  <a:gd name="connsiteX7206" fmla="*/ 902564 w 1703319"/>
                  <a:gd name="connsiteY7206" fmla="*/ 51760 h 788789"/>
                  <a:gd name="connsiteX7207" fmla="*/ 901119 w 1703319"/>
                  <a:gd name="connsiteY7207" fmla="*/ 51760 h 788789"/>
                  <a:gd name="connsiteX7208" fmla="*/ 899673 w 1703319"/>
                  <a:gd name="connsiteY7208" fmla="*/ 51760 h 788789"/>
                  <a:gd name="connsiteX7209" fmla="*/ 898589 w 1703319"/>
                  <a:gd name="connsiteY7209" fmla="*/ 51391 h 788789"/>
                  <a:gd name="connsiteX7210" fmla="*/ 896782 w 1703319"/>
                  <a:gd name="connsiteY7210" fmla="*/ 51760 h 788789"/>
                  <a:gd name="connsiteX7211" fmla="*/ 896421 w 1703319"/>
                  <a:gd name="connsiteY7211" fmla="*/ 51021 h 788789"/>
                  <a:gd name="connsiteX7212" fmla="*/ 894975 w 1703319"/>
                  <a:gd name="connsiteY7212" fmla="*/ 51021 h 788789"/>
                  <a:gd name="connsiteX7213" fmla="*/ 893530 w 1703319"/>
                  <a:gd name="connsiteY7213" fmla="*/ 50652 h 788789"/>
                  <a:gd name="connsiteX7214" fmla="*/ 892445 w 1703319"/>
                  <a:gd name="connsiteY7214" fmla="*/ 49914 h 788789"/>
                  <a:gd name="connsiteX7215" fmla="*/ 891000 w 1703319"/>
                  <a:gd name="connsiteY7215" fmla="*/ 49914 h 788789"/>
                  <a:gd name="connsiteX7216" fmla="*/ 890277 w 1703319"/>
                  <a:gd name="connsiteY7216" fmla="*/ 49175 h 788789"/>
                  <a:gd name="connsiteX7217" fmla="*/ 890639 w 1703319"/>
                  <a:gd name="connsiteY7217" fmla="*/ 49175 h 788789"/>
                  <a:gd name="connsiteX7218" fmla="*/ 892084 w 1703319"/>
                  <a:gd name="connsiteY7218" fmla="*/ 49175 h 788789"/>
                  <a:gd name="connsiteX7219" fmla="*/ 893891 w 1703319"/>
                  <a:gd name="connsiteY7219" fmla="*/ 48806 h 788789"/>
                  <a:gd name="connsiteX7220" fmla="*/ 894975 w 1703319"/>
                  <a:gd name="connsiteY7220" fmla="*/ 48437 h 788789"/>
                  <a:gd name="connsiteX7221" fmla="*/ 895698 w 1703319"/>
                  <a:gd name="connsiteY7221" fmla="*/ 47699 h 788789"/>
                  <a:gd name="connsiteX7222" fmla="*/ 896421 w 1703319"/>
                  <a:gd name="connsiteY7222" fmla="*/ 47699 h 788789"/>
                  <a:gd name="connsiteX7223" fmla="*/ 898228 w 1703319"/>
                  <a:gd name="connsiteY7223" fmla="*/ 47330 h 788789"/>
                  <a:gd name="connsiteX7224" fmla="*/ 899673 w 1703319"/>
                  <a:gd name="connsiteY7224" fmla="*/ 47699 h 788789"/>
                  <a:gd name="connsiteX7225" fmla="*/ 900396 w 1703319"/>
                  <a:gd name="connsiteY7225" fmla="*/ 46591 h 788789"/>
                  <a:gd name="connsiteX7226" fmla="*/ 898228 w 1703319"/>
                  <a:gd name="connsiteY7226" fmla="*/ 46222 h 788789"/>
                  <a:gd name="connsiteX7227" fmla="*/ 897505 w 1703319"/>
                  <a:gd name="connsiteY7227" fmla="*/ 46591 h 788789"/>
                  <a:gd name="connsiteX7228" fmla="*/ 895337 w 1703319"/>
                  <a:gd name="connsiteY7228" fmla="*/ 46960 h 788789"/>
                  <a:gd name="connsiteX7229" fmla="*/ 894614 w 1703319"/>
                  <a:gd name="connsiteY7229" fmla="*/ 47330 h 788789"/>
                  <a:gd name="connsiteX7230" fmla="*/ 892807 w 1703319"/>
                  <a:gd name="connsiteY7230" fmla="*/ 47699 h 788789"/>
                  <a:gd name="connsiteX7231" fmla="*/ 891361 w 1703319"/>
                  <a:gd name="connsiteY7231" fmla="*/ 47699 h 788789"/>
                  <a:gd name="connsiteX7232" fmla="*/ 889916 w 1703319"/>
                  <a:gd name="connsiteY7232" fmla="*/ 47699 h 788789"/>
                  <a:gd name="connsiteX7233" fmla="*/ 888832 w 1703319"/>
                  <a:gd name="connsiteY7233" fmla="*/ 48068 h 788789"/>
                  <a:gd name="connsiteX7234" fmla="*/ 887025 w 1703319"/>
                  <a:gd name="connsiteY7234" fmla="*/ 48068 h 788789"/>
                  <a:gd name="connsiteX7235" fmla="*/ 887025 w 1703319"/>
                  <a:gd name="connsiteY7235" fmla="*/ 47699 h 788789"/>
                  <a:gd name="connsiteX7236" fmla="*/ 886302 w 1703319"/>
                  <a:gd name="connsiteY7236" fmla="*/ 46960 h 788789"/>
                  <a:gd name="connsiteX7237" fmla="*/ 884134 w 1703319"/>
                  <a:gd name="connsiteY7237" fmla="*/ 46591 h 788789"/>
                  <a:gd name="connsiteX7238" fmla="*/ 883772 w 1703319"/>
                  <a:gd name="connsiteY7238" fmla="*/ 45484 h 788789"/>
                  <a:gd name="connsiteX7239" fmla="*/ 882688 w 1703319"/>
                  <a:gd name="connsiteY7239" fmla="*/ 44376 h 788789"/>
                  <a:gd name="connsiteX7240" fmla="*/ 884134 w 1703319"/>
                  <a:gd name="connsiteY7240" fmla="*/ 44376 h 788789"/>
                  <a:gd name="connsiteX7241" fmla="*/ 885579 w 1703319"/>
                  <a:gd name="connsiteY7241" fmla="*/ 43638 h 788789"/>
                  <a:gd name="connsiteX7242" fmla="*/ 883772 w 1703319"/>
                  <a:gd name="connsiteY7242" fmla="*/ 43268 h 788789"/>
                  <a:gd name="connsiteX7243" fmla="*/ 882688 w 1703319"/>
                  <a:gd name="connsiteY7243" fmla="*/ 43268 h 788789"/>
                  <a:gd name="connsiteX7244" fmla="*/ 881604 w 1703319"/>
                  <a:gd name="connsiteY7244" fmla="*/ 42530 h 788789"/>
                  <a:gd name="connsiteX7245" fmla="*/ 881965 w 1703319"/>
                  <a:gd name="connsiteY7245" fmla="*/ 41792 h 788789"/>
                  <a:gd name="connsiteX7246" fmla="*/ 882688 w 1703319"/>
                  <a:gd name="connsiteY7246" fmla="*/ 41792 h 788789"/>
                  <a:gd name="connsiteX7247" fmla="*/ 882688 w 1703319"/>
                  <a:gd name="connsiteY7247" fmla="*/ 40684 h 788789"/>
                  <a:gd name="connsiteX7248" fmla="*/ 883411 w 1703319"/>
                  <a:gd name="connsiteY7248" fmla="*/ 39946 h 788789"/>
                  <a:gd name="connsiteX7249" fmla="*/ 884856 w 1703319"/>
                  <a:gd name="connsiteY7249" fmla="*/ 40315 h 788789"/>
                  <a:gd name="connsiteX7250" fmla="*/ 886302 w 1703319"/>
                  <a:gd name="connsiteY7250" fmla="*/ 42161 h 788789"/>
                  <a:gd name="connsiteX7251" fmla="*/ 887386 w 1703319"/>
                  <a:gd name="connsiteY7251" fmla="*/ 42899 h 788789"/>
                  <a:gd name="connsiteX7252" fmla="*/ 888470 w 1703319"/>
                  <a:gd name="connsiteY7252" fmla="*/ 42161 h 788789"/>
                  <a:gd name="connsiteX7253" fmla="*/ 887386 w 1703319"/>
                  <a:gd name="connsiteY7253" fmla="*/ 41423 h 788789"/>
                  <a:gd name="connsiteX7254" fmla="*/ 887025 w 1703319"/>
                  <a:gd name="connsiteY7254" fmla="*/ 40315 h 788789"/>
                  <a:gd name="connsiteX7255" fmla="*/ 887386 w 1703319"/>
                  <a:gd name="connsiteY7255" fmla="*/ 40684 h 788789"/>
                  <a:gd name="connsiteX7256" fmla="*/ 888832 w 1703319"/>
                  <a:gd name="connsiteY7256" fmla="*/ 41053 h 788789"/>
                  <a:gd name="connsiteX7257" fmla="*/ 889554 w 1703319"/>
                  <a:gd name="connsiteY7257" fmla="*/ 41792 h 788789"/>
                  <a:gd name="connsiteX7258" fmla="*/ 890277 w 1703319"/>
                  <a:gd name="connsiteY7258" fmla="*/ 41053 h 788789"/>
                  <a:gd name="connsiteX7259" fmla="*/ 889916 w 1703319"/>
                  <a:gd name="connsiteY7259" fmla="*/ 39946 h 788789"/>
                  <a:gd name="connsiteX7260" fmla="*/ 888832 w 1703319"/>
                  <a:gd name="connsiteY7260" fmla="*/ 38838 h 788789"/>
                  <a:gd name="connsiteX7261" fmla="*/ 889554 w 1703319"/>
                  <a:gd name="connsiteY7261" fmla="*/ 38469 h 788789"/>
                  <a:gd name="connsiteX7262" fmla="*/ 1069586 w 1703319"/>
                  <a:gd name="connsiteY7262" fmla="*/ 38440 h 788789"/>
                  <a:gd name="connsiteX7263" fmla="*/ 1072652 w 1703319"/>
                  <a:gd name="connsiteY7263" fmla="*/ 38780 h 788789"/>
                  <a:gd name="connsiteX7264" fmla="*/ 1076484 w 1703319"/>
                  <a:gd name="connsiteY7264" fmla="*/ 39121 h 788789"/>
                  <a:gd name="connsiteX7265" fmla="*/ 1075717 w 1703319"/>
                  <a:gd name="connsiteY7265" fmla="*/ 39801 h 788789"/>
                  <a:gd name="connsiteX7266" fmla="*/ 1071885 w 1703319"/>
                  <a:gd name="connsiteY7266" fmla="*/ 41162 h 788789"/>
                  <a:gd name="connsiteX7267" fmla="*/ 1070352 w 1703319"/>
                  <a:gd name="connsiteY7267" fmla="*/ 42523 h 788789"/>
                  <a:gd name="connsiteX7268" fmla="*/ 1068820 w 1703319"/>
                  <a:gd name="connsiteY7268" fmla="*/ 42523 h 788789"/>
                  <a:gd name="connsiteX7269" fmla="*/ 1068053 w 1703319"/>
                  <a:gd name="connsiteY7269" fmla="*/ 40141 h 788789"/>
                  <a:gd name="connsiteX7270" fmla="*/ 1066520 w 1703319"/>
                  <a:gd name="connsiteY7270" fmla="*/ 38780 h 788789"/>
                  <a:gd name="connsiteX7271" fmla="*/ 1069586 w 1703319"/>
                  <a:gd name="connsiteY7271" fmla="*/ 38440 h 788789"/>
                  <a:gd name="connsiteX7272" fmla="*/ 1052172 w 1703319"/>
                  <a:gd name="connsiteY7272" fmla="*/ 38365 h 788789"/>
                  <a:gd name="connsiteX7273" fmla="*/ 1054288 w 1703319"/>
                  <a:gd name="connsiteY7273" fmla="*/ 39159 h 788789"/>
                  <a:gd name="connsiteX7274" fmla="*/ 1052172 w 1703319"/>
                  <a:gd name="connsiteY7274" fmla="*/ 39423 h 788789"/>
                  <a:gd name="connsiteX7275" fmla="*/ 1052172 w 1703319"/>
                  <a:gd name="connsiteY7275" fmla="*/ 38365 h 788789"/>
                  <a:gd name="connsiteX7276" fmla="*/ 1018273 w 1703319"/>
                  <a:gd name="connsiteY7276" fmla="*/ 36195 h 788789"/>
                  <a:gd name="connsiteX7277" fmla="*/ 1020967 w 1703319"/>
                  <a:gd name="connsiteY7277" fmla="*/ 36195 h 788789"/>
                  <a:gd name="connsiteX7278" fmla="*/ 1017936 w 1703319"/>
                  <a:gd name="connsiteY7278" fmla="*/ 37465 h 788789"/>
                  <a:gd name="connsiteX7279" fmla="*/ 1015579 w 1703319"/>
                  <a:gd name="connsiteY7279" fmla="*/ 38735 h 788789"/>
                  <a:gd name="connsiteX7280" fmla="*/ 1014569 w 1703319"/>
                  <a:gd name="connsiteY7280" fmla="*/ 39053 h 788789"/>
                  <a:gd name="connsiteX7281" fmla="*/ 1012885 w 1703319"/>
                  <a:gd name="connsiteY7281" fmla="*/ 38100 h 788789"/>
                  <a:gd name="connsiteX7282" fmla="*/ 1010191 w 1703319"/>
                  <a:gd name="connsiteY7282" fmla="*/ 37783 h 788789"/>
                  <a:gd name="connsiteX7283" fmla="*/ 1013895 w 1703319"/>
                  <a:gd name="connsiteY7283" fmla="*/ 36830 h 788789"/>
                  <a:gd name="connsiteX7284" fmla="*/ 1015916 w 1703319"/>
                  <a:gd name="connsiteY7284" fmla="*/ 36830 h 788789"/>
                  <a:gd name="connsiteX7285" fmla="*/ 1018273 w 1703319"/>
                  <a:gd name="connsiteY7285" fmla="*/ 36195 h 788789"/>
                  <a:gd name="connsiteX7286" fmla="*/ 1037356 w 1703319"/>
                  <a:gd name="connsiteY7286" fmla="*/ 33338 h 788789"/>
                  <a:gd name="connsiteX7287" fmla="*/ 1038885 w 1703319"/>
                  <a:gd name="connsiteY7287" fmla="*/ 34573 h 788789"/>
                  <a:gd name="connsiteX7288" fmla="*/ 1039649 w 1703319"/>
                  <a:gd name="connsiteY7288" fmla="*/ 34984 h 788789"/>
                  <a:gd name="connsiteX7289" fmla="*/ 1040795 w 1703319"/>
                  <a:gd name="connsiteY7289" fmla="*/ 35807 h 788789"/>
                  <a:gd name="connsiteX7290" fmla="*/ 1041942 w 1703319"/>
                  <a:gd name="connsiteY7290" fmla="*/ 36219 h 788789"/>
                  <a:gd name="connsiteX7291" fmla="*/ 1040031 w 1703319"/>
                  <a:gd name="connsiteY7291" fmla="*/ 37865 h 788789"/>
                  <a:gd name="connsiteX7292" fmla="*/ 1038120 w 1703319"/>
                  <a:gd name="connsiteY7292" fmla="*/ 38277 h 788789"/>
                  <a:gd name="connsiteX7293" fmla="*/ 1036209 w 1703319"/>
                  <a:gd name="connsiteY7293" fmla="*/ 38689 h 788789"/>
                  <a:gd name="connsiteX7294" fmla="*/ 1034298 w 1703319"/>
                  <a:gd name="connsiteY7294" fmla="*/ 38689 h 788789"/>
                  <a:gd name="connsiteX7295" fmla="*/ 1033152 w 1703319"/>
                  <a:gd name="connsiteY7295" fmla="*/ 39512 h 788789"/>
                  <a:gd name="connsiteX7296" fmla="*/ 1032387 w 1703319"/>
                  <a:gd name="connsiteY7296" fmla="*/ 40335 h 788789"/>
                  <a:gd name="connsiteX7297" fmla="*/ 1028948 w 1703319"/>
                  <a:gd name="connsiteY7297" fmla="*/ 40335 h 788789"/>
                  <a:gd name="connsiteX7298" fmla="*/ 1028183 w 1703319"/>
                  <a:gd name="connsiteY7298" fmla="*/ 41158 h 788789"/>
                  <a:gd name="connsiteX7299" fmla="*/ 1028183 w 1703319"/>
                  <a:gd name="connsiteY7299" fmla="*/ 42805 h 788789"/>
                  <a:gd name="connsiteX7300" fmla="*/ 1026272 w 1703319"/>
                  <a:gd name="connsiteY7300" fmla="*/ 43628 h 788789"/>
                  <a:gd name="connsiteX7301" fmla="*/ 1024744 w 1703319"/>
                  <a:gd name="connsiteY7301" fmla="*/ 44039 h 788789"/>
                  <a:gd name="connsiteX7302" fmla="*/ 1022833 w 1703319"/>
                  <a:gd name="connsiteY7302" fmla="*/ 44039 h 788789"/>
                  <a:gd name="connsiteX7303" fmla="*/ 1021686 w 1703319"/>
                  <a:gd name="connsiteY7303" fmla="*/ 43216 h 788789"/>
                  <a:gd name="connsiteX7304" fmla="*/ 1021686 w 1703319"/>
                  <a:gd name="connsiteY7304" fmla="*/ 41981 h 788789"/>
                  <a:gd name="connsiteX7305" fmla="*/ 1022068 w 1703319"/>
                  <a:gd name="connsiteY7305" fmla="*/ 41570 h 788789"/>
                  <a:gd name="connsiteX7306" fmla="*/ 1023215 w 1703319"/>
                  <a:gd name="connsiteY7306" fmla="*/ 39923 h 788789"/>
                  <a:gd name="connsiteX7307" fmla="*/ 1021686 w 1703319"/>
                  <a:gd name="connsiteY7307" fmla="*/ 39512 h 788789"/>
                  <a:gd name="connsiteX7308" fmla="*/ 1021686 w 1703319"/>
                  <a:gd name="connsiteY7308" fmla="*/ 38689 h 788789"/>
                  <a:gd name="connsiteX7309" fmla="*/ 1023215 w 1703319"/>
                  <a:gd name="connsiteY7309" fmla="*/ 38277 h 788789"/>
                  <a:gd name="connsiteX7310" fmla="*/ 1024361 w 1703319"/>
                  <a:gd name="connsiteY7310" fmla="*/ 37865 h 788789"/>
                  <a:gd name="connsiteX7311" fmla="*/ 1023979 w 1703319"/>
                  <a:gd name="connsiteY7311" fmla="*/ 37042 h 788789"/>
                  <a:gd name="connsiteX7312" fmla="*/ 1023215 w 1703319"/>
                  <a:gd name="connsiteY7312" fmla="*/ 36631 h 788789"/>
                  <a:gd name="connsiteX7313" fmla="*/ 1022833 w 1703319"/>
                  <a:gd name="connsiteY7313" fmla="*/ 35396 h 788789"/>
                  <a:gd name="connsiteX7314" fmla="*/ 1024744 w 1703319"/>
                  <a:gd name="connsiteY7314" fmla="*/ 34984 h 788789"/>
                  <a:gd name="connsiteX7315" fmla="*/ 1026655 w 1703319"/>
                  <a:gd name="connsiteY7315" fmla="*/ 35807 h 788789"/>
                  <a:gd name="connsiteX7316" fmla="*/ 1027037 w 1703319"/>
                  <a:gd name="connsiteY7316" fmla="*/ 37042 h 788789"/>
                  <a:gd name="connsiteX7317" fmla="*/ 1026655 w 1703319"/>
                  <a:gd name="connsiteY7317" fmla="*/ 38277 h 788789"/>
                  <a:gd name="connsiteX7318" fmla="*/ 1028183 w 1703319"/>
                  <a:gd name="connsiteY7318" fmla="*/ 38277 h 788789"/>
                  <a:gd name="connsiteX7319" fmla="*/ 1029330 w 1703319"/>
                  <a:gd name="connsiteY7319" fmla="*/ 37865 h 788789"/>
                  <a:gd name="connsiteX7320" fmla="*/ 1030094 w 1703319"/>
                  <a:gd name="connsiteY7320" fmla="*/ 36631 h 788789"/>
                  <a:gd name="connsiteX7321" fmla="*/ 1029712 w 1703319"/>
                  <a:gd name="connsiteY7321" fmla="*/ 35807 h 788789"/>
                  <a:gd name="connsiteX7322" fmla="*/ 1030859 w 1703319"/>
                  <a:gd name="connsiteY7322" fmla="*/ 34161 h 788789"/>
                  <a:gd name="connsiteX7323" fmla="*/ 1035063 w 1703319"/>
                  <a:gd name="connsiteY7323" fmla="*/ 33749 h 788789"/>
                  <a:gd name="connsiteX7324" fmla="*/ 1036591 w 1703319"/>
                  <a:gd name="connsiteY7324" fmla="*/ 34161 h 788789"/>
                  <a:gd name="connsiteX7325" fmla="*/ 1037356 w 1703319"/>
                  <a:gd name="connsiteY7325" fmla="*/ 33338 h 788789"/>
                  <a:gd name="connsiteX7326" fmla="*/ 1071427 w 1703319"/>
                  <a:gd name="connsiteY7326" fmla="*/ 32808 h 788789"/>
                  <a:gd name="connsiteX7327" fmla="*/ 1073178 w 1703319"/>
                  <a:gd name="connsiteY7327" fmla="*/ 32808 h 788789"/>
                  <a:gd name="connsiteX7328" fmla="*/ 1073878 w 1703319"/>
                  <a:gd name="connsiteY7328" fmla="*/ 34219 h 788789"/>
                  <a:gd name="connsiteX7329" fmla="*/ 1074929 w 1703319"/>
                  <a:gd name="connsiteY7329" fmla="*/ 34925 h 788789"/>
                  <a:gd name="connsiteX7330" fmla="*/ 1074228 w 1703319"/>
                  <a:gd name="connsiteY7330" fmla="*/ 36689 h 788789"/>
                  <a:gd name="connsiteX7331" fmla="*/ 1071777 w 1703319"/>
                  <a:gd name="connsiteY7331" fmla="*/ 36336 h 788789"/>
                  <a:gd name="connsiteX7332" fmla="*/ 1070376 w 1703319"/>
                  <a:gd name="connsiteY7332" fmla="*/ 35630 h 788789"/>
                  <a:gd name="connsiteX7333" fmla="*/ 1068976 w 1703319"/>
                  <a:gd name="connsiteY7333" fmla="*/ 36336 h 788789"/>
                  <a:gd name="connsiteX7334" fmla="*/ 1067925 w 1703319"/>
                  <a:gd name="connsiteY7334" fmla="*/ 37394 h 788789"/>
                  <a:gd name="connsiteX7335" fmla="*/ 1066174 w 1703319"/>
                  <a:gd name="connsiteY7335" fmla="*/ 37747 h 788789"/>
                  <a:gd name="connsiteX7336" fmla="*/ 1064073 w 1703319"/>
                  <a:gd name="connsiteY7336" fmla="*/ 37747 h 788789"/>
                  <a:gd name="connsiteX7337" fmla="*/ 1061622 w 1703319"/>
                  <a:gd name="connsiteY7337" fmla="*/ 38100 h 788789"/>
                  <a:gd name="connsiteX7338" fmla="*/ 1059520 w 1703319"/>
                  <a:gd name="connsiteY7338" fmla="*/ 37747 h 788789"/>
                  <a:gd name="connsiteX7339" fmla="*/ 1059871 w 1703319"/>
                  <a:gd name="connsiteY7339" fmla="*/ 36689 h 788789"/>
                  <a:gd name="connsiteX7340" fmla="*/ 1057419 w 1703319"/>
                  <a:gd name="connsiteY7340" fmla="*/ 36689 h 788789"/>
                  <a:gd name="connsiteX7341" fmla="*/ 1054968 w 1703319"/>
                  <a:gd name="connsiteY7341" fmla="*/ 36689 h 788789"/>
                  <a:gd name="connsiteX7342" fmla="*/ 1051816 w 1703319"/>
                  <a:gd name="connsiteY7342" fmla="*/ 35630 h 788789"/>
                  <a:gd name="connsiteX7343" fmla="*/ 1057069 w 1703319"/>
                  <a:gd name="connsiteY7343" fmla="*/ 34572 h 788789"/>
                  <a:gd name="connsiteX7344" fmla="*/ 1054268 w 1703319"/>
                  <a:gd name="connsiteY7344" fmla="*/ 34219 h 788789"/>
                  <a:gd name="connsiteX7345" fmla="*/ 1054968 w 1703319"/>
                  <a:gd name="connsiteY7345" fmla="*/ 33161 h 788789"/>
                  <a:gd name="connsiteX7346" fmla="*/ 1056369 w 1703319"/>
                  <a:gd name="connsiteY7346" fmla="*/ 33161 h 788789"/>
                  <a:gd name="connsiteX7347" fmla="*/ 1057769 w 1703319"/>
                  <a:gd name="connsiteY7347" fmla="*/ 33514 h 788789"/>
                  <a:gd name="connsiteX7348" fmla="*/ 1059871 w 1703319"/>
                  <a:gd name="connsiteY7348" fmla="*/ 33161 h 788789"/>
                  <a:gd name="connsiteX7349" fmla="*/ 1063022 w 1703319"/>
                  <a:gd name="connsiteY7349" fmla="*/ 33867 h 788789"/>
                  <a:gd name="connsiteX7350" fmla="*/ 1064423 w 1703319"/>
                  <a:gd name="connsiteY7350" fmla="*/ 34925 h 788789"/>
                  <a:gd name="connsiteX7351" fmla="*/ 1066174 w 1703319"/>
                  <a:gd name="connsiteY7351" fmla="*/ 34572 h 788789"/>
                  <a:gd name="connsiteX7352" fmla="*/ 1065123 w 1703319"/>
                  <a:gd name="connsiteY7352" fmla="*/ 33161 h 788789"/>
                  <a:gd name="connsiteX7353" fmla="*/ 1067925 w 1703319"/>
                  <a:gd name="connsiteY7353" fmla="*/ 33514 h 788789"/>
                  <a:gd name="connsiteX7354" fmla="*/ 1070026 w 1703319"/>
                  <a:gd name="connsiteY7354" fmla="*/ 34219 h 788789"/>
                  <a:gd name="connsiteX7355" fmla="*/ 1071427 w 1703319"/>
                  <a:gd name="connsiteY7355" fmla="*/ 32808 h 788789"/>
                  <a:gd name="connsiteX7356" fmla="*/ 1037035 w 1703319"/>
                  <a:gd name="connsiteY7356" fmla="*/ 31750 h 788789"/>
                  <a:gd name="connsiteX7357" fmla="*/ 1037901 w 1703319"/>
                  <a:gd name="connsiteY7357" fmla="*/ 32385 h 788789"/>
                  <a:gd name="connsiteX7358" fmla="*/ 1036169 w 1703319"/>
                  <a:gd name="connsiteY7358" fmla="*/ 32385 h 788789"/>
                  <a:gd name="connsiteX7359" fmla="*/ 1034870 w 1703319"/>
                  <a:gd name="connsiteY7359" fmla="*/ 33338 h 788789"/>
                  <a:gd name="connsiteX7360" fmla="*/ 1034437 w 1703319"/>
                  <a:gd name="connsiteY7360" fmla="*/ 32067 h 788789"/>
                  <a:gd name="connsiteX7361" fmla="*/ 1037035 w 1703319"/>
                  <a:gd name="connsiteY7361" fmla="*/ 31750 h 788789"/>
                  <a:gd name="connsiteX7362" fmla="*/ 1087344 w 1703319"/>
                  <a:gd name="connsiteY7362" fmla="*/ 31462 h 788789"/>
                  <a:gd name="connsiteX7363" fmla="*/ 1087027 w 1703319"/>
                  <a:gd name="connsiteY7363" fmla="*/ 33627 h 788789"/>
                  <a:gd name="connsiteX7364" fmla="*/ 1084981 w 1703319"/>
                  <a:gd name="connsiteY7364" fmla="*/ 34185 h 788789"/>
                  <a:gd name="connsiteX7365" fmla="*/ 1086266 w 1703319"/>
                  <a:gd name="connsiteY7365" fmla="*/ 34185 h 788789"/>
                  <a:gd name="connsiteX7366" fmla="*/ 1088898 w 1703319"/>
                  <a:gd name="connsiteY7366" fmla="*/ 33338 h 788789"/>
                  <a:gd name="connsiteX7367" fmla="*/ 1090778 w 1703319"/>
                  <a:gd name="connsiteY7367" fmla="*/ 34608 h 788789"/>
                  <a:gd name="connsiteX7368" fmla="*/ 1090402 w 1703319"/>
                  <a:gd name="connsiteY7368" fmla="*/ 36725 h 788789"/>
                  <a:gd name="connsiteX7369" fmla="*/ 1087770 w 1703319"/>
                  <a:gd name="connsiteY7369" fmla="*/ 38841 h 788789"/>
                  <a:gd name="connsiteX7370" fmla="*/ 1085514 w 1703319"/>
                  <a:gd name="connsiteY7370" fmla="*/ 39265 h 788789"/>
                  <a:gd name="connsiteX7371" fmla="*/ 1082506 w 1703319"/>
                  <a:gd name="connsiteY7371" fmla="*/ 39265 h 788789"/>
                  <a:gd name="connsiteX7372" fmla="*/ 1079498 w 1703319"/>
                  <a:gd name="connsiteY7372" fmla="*/ 39688 h 788789"/>
                  <a:gd name="connsiteX7373" fmla="*/ 1076866 w 1703319"/>
                  <a:gd name="connsiteY7373" fmla="*/ 37995 h 788789"/>
                  <a:gd name="connsiteX7374" fmla="*/ 1077994 w 1703319"/>
                  <a:gd name="connsiteY7374" fmla="*/ 35455 h 788789"/>
                  <a:gd name="connsiteX7375" fmla="*/ 1080250 w 1703319"/>
                  <a:gd name="connsiteY7375" fmla="*/ 34185 h 788789"/>
                  <a:gd name="connsiteX7376" fmla="*/ 1082506 w 1703319"/>
                  <a:gd name="connsiteY7376" fmla="*/ 34185 h 788789"/>
                  <a:gd name="connsiteX7377" fmla="*/ 1083286 w 1703319"/>
                  <a:gd name="connsiteY7377" fmla="*/ 34185 h 788789"/>
                  <a:gd name="connsiteX7378" fmla="*/ 1082264 w 1703319"/>
                  <a:gd name="connsiteY7378" fmla="*/ 33627 h 788789"/>
                  <a:gd name="connsiteX7379" fmla="*/ 1083851 w 1703319"/>
                  <a:gd name="connsiteY7379" fmla="*/ 31895 h 788789"/>
                  <a:gd name="connsiteX7380" fmla="*/ 1087344 w 1703319"/>
                  <a:gd name="connsiteY7380" fmla="*/ 31462 h 788789"/>
                  <a:gd name="connsiteX7381" fmla="*/ 1102847 w 1703319"/>
                  <a:gd name="connsiteY7381" fmla="*/ 30536 h 788789"/>
                  <a:gd name="connsiteX7382" fmla="*/ 1105984 w 1703319"/>
                  <a:gd name="connsiteY7382" fmla="*/ 31657 h 788789"/>
                  <a:gd name="connsiteX7383" fmla="*/ 1105635 w 1703319"/>
                  <a:gd name="connsiteY7383" fmla="*/ 33898 h 788789"/>
                  <a:gd name="connsiteX7384" fmla="*/ 1104241 w 1703319"/>
                  <a:gd name="connsiteY7384" fmla="*/ 35019 h 788789"/>
                  <a:gd name="connsiteX7385" fmla="*/ 1102499 w 1703319"/>
                  <a:gd name="connsiteY7385" fmla="*/ 36139 h 788789"/>
                  <a:gd name="connsiteX7386" fmla="*/ 1100408 w 1703319"/>
                  <a:gd name="connsiteY7386" fmla="*/ 35766 h 788789"/>
                  <a:gd name="connsiteX7387" fmla="*/ 1096574 w 1703319"/>
                  <a:gd name="connsiteY7387" fmla="*/ 36513 h 788789"/>
                  <a:gd name="connsiteX7388" fmla="*/ 1095529 w 1703319"/>
                  <a:gd name="connsiteY7388" fmla="*/ 36139 h 788789"/>
                  <a:gd name="connsiteX7389" fmla="*/ 1093438 w 1703319"/>
                  <a:gd name="connsiteY7389" fmla="*/ 35392 h 788789"/>
                  <a:gd name="connsiteX7390" fmla="*/ 1093786 w 1703319"/>
                  <a:gd name="connsiteY7390" fmla="*/ 34272 h 788789"/>
                  <a:gd name="connsiteX7391" fmla="*/ 1095877 w 1703319"/>
                  <a:gd name="connsiteY7391" fmla="*/ 33151 h 788789"/>
                  <a:gd name="connsiteX7392" fmla="*/ 1099711 w 1703319"/>
                  <a:gd name="connsiteY7392" fmla="*/ 33151 h 788789"/>
                  <a:gd name="connsiteX7393" fmla="*/ 1100756 w 1703319"/>
                  <a:gd name="connsiteY7393" fmla="*/ 31283 h 788789"/>
                  <a:gd name="connsiteX7394" fmla="*/ 1102847 w 1703319"/>
                  <a:gd name="connsiteY7394" fmla="*/ 30536 h 788789"/>
                  <a:gd name="connsiteX7395" fmla="*/ 1248749 w 1703319"/>
                  <a:gd name="connsiteY7395" fmla="*/ 30505 h 788789"/>
                  <a:gd name="connsiteX7396" fmla="*/ 1249831 w 1703319"/>
                  <a:gd name="connsiteY7396" fmla="*/ 30505 h 788789"/>
                  <a:gd name="connsiteX7397" fmla="*/ 1250553 w 1703319"/>
                  <a:gd name="connsiteY7397" fmla="*/ 30505 h 788789"/>
                  <a:gd name="connsiteX7398" fmla="*/ 1251635 w 1703319"/>
                  <a:gd name="connsiteY7398" fmla="*/ 30505 h 788789"/>
                  <a:gd name="connsiteX7399" fmla="*/ 1252357 w 1703319"/>
                  <a:gd name="connsiteY7399" fmla="*/ 31533 h 788789"/>
                  <a:gd name="connsiteX7400" fmla="*/ 1253439 w 1703319"/>
                  <a:gd name="connsiteY7400" fmla="*/ 31875 h 788789"/>
                  <a:gd name="connsiteX7401" fmla="*/ 1254882 w 1703319"/>
                  <a:gd name="connsiteY7401" fmla="*/ 32560 h 788789"/>
                  <a:gd name="connsiteX7402" fmla="*/ 1255604 w 1703319"/>
                  <a:gd name="connsiteY7402" fmla="*/ 33587 h 788789"/>
                  <a:gd name="connsiteX7403" fmla="*/ 1257769 w 1703319"/>
                  <a:gd name="connsiteY7403" fmla="*/ 34614 h 788789"/>
                  <a:gd name="connsiteX7404" fmla="*/ 1258851 w 1703319"/>
                  <a:gd name="connsiteY7404" fmla="*/ 35299 h 788789"/>
                  <a:gd name="connsiteX7405" fmla="*/ 1259934 w 1703319"/>
                  <a:gd name="connsiteY7405" fmla="*/ 35641 h 788789"/>
                  <a:gd name="connsiteX7406" fmla="*/ 1261016 w 1703319"/>
                  <a:gd name="connsiteY7406" fmla="*/ 36669 h 788789"/>
                  <a:gd name="connsiteX7407" fmla="*/ 1259934 w 1703319"/>
                  <a:gd name="connsiteY7407" fmla="*/ 37011 h 788789"/>
                  <a:gd name="connsiteX7408" fmla="*/ 1258490 w 1703319"/>
                  <a:gd name="connsiteY7408" fmla="*/ 36669 h 788789"/>
                  <a:gd name="connsiteX7409" fmla="*/ 1257769 w 1703319"/>
                  <a:gd name="connsiteY7409" fmla="*/ 37011 h 788789"/>
                  <a:gd name="connsiteX7410" fmla="*/ 1257047 w 1703319"/>
                  <a:gd name="connsiteY7410" fmla="*/ 37696 h 788789"/>
                  <a:gd name="connsiteX7411" fmla="*/ 1258130 w 1703319"/>
                  <a:gd name="connsiteY7411" fmla="*/ 39066 h 788789"/>
                  <a:gd name="connsiteX7412" fmla="*/ 1258490 w 1703319"/>
                  <a:gd name="connsiteY7412" fmla="*/ 40093 h 788789"/>
                  <a:gd name="connsiteX7413" fmla="*/ 1258490 w 1703319"/>
                  <a:gd name="connsiteY7413" fmla="*/ 40778 h 788789"/>
                  <a:gd name="connsiteX7414" fmla="*/ 1257047 w 1703319"/>
                  <a:gd name="connsiteY7414" fmla="*/ 41462 h 788789"/>
                  <a:gd name="connsiteX7415" fmla="*/ 1256326 w 1703319"/>
                  <a:gd name="connsiteY7415" fmla="*/ 41462 h 788789"/>
                  <a:gd name="connsiteX7416" fmla="*/ 1254161 w 1703319"/>
                  <a:gd name="connsiteY7416" fmla="*/ 41462 h 788789"/>
                  <a:gd name="connsiteX7417" fmla="*/ 1253079 w 1703319"/>
                  <a:gd name="connsiteY7417" fmla="*/ 41462 h 788789"/>
                  <a:gd name="connsiteX7418" fmla="*/ 1250914 w 1703319"/>
                  <a:gd name="connsiteY7418" fmla="*/ 41805 h 788789"/>
                  <a:gd name="connsiteX7419" fmla="*/ 1249471 w 1703319"/>
                  <a:gd name="connsiteY7419" fmla="*/ 41805 h 788789"/>
                  <a:gd name="connsiteX7420" fmla="*/ 1248027 w 1703319"/>
                  <a:gd name="connsiteY7420" fmla="*/ 41805 h 788789"/>
                  <a:gd name="connsiteX7421" fmla="*/ 1246223 w 1703319"/>
                  <a:gd name="connsiteY7421" fmla="*/ 42490 h 788789"/>
                  <a:gd name="connsiteX7422" fmla="*/ 1243337 w 1703319"/>
                  <a:gd name="connsiteY7422" fmla="*/ 43517 h 788789"/>
                  <a:gd name="connsiteX7423" fmla="*/ 1242615 w 1703319"/>
                  <a:gd name="connsiteY7423" fmla="*/ 43517 h 788789"/>
                  <a:gd name="connsiteX7424" fmla="*/ 1241172 w 1703319"/>
                  <a:gd name="connsiteY7424" fmla="*/ 44202 h 788789"/>
                  <a:gd name="connsiteX7425" fmla="*/ 1240811 w 1703319"/>
                  <a:gd name="connsiteY7425" fmla="*/ 44887 h 788789"/>
                  <a:gd name="connsiteX7426" fmla="*/ 1240090 w 1703319"/>
                  <a:gd name="connsiteY7426" fmla="*/ 45571 h 788789"/>
                  <a:gd name="connsiteX7427" fmla="*/ 1239007 w 1703319"/>
                  <a:gd name="connsiteY7427" fmla="*/ 46256 h 788789"/>
                  <a:gd name="connsiteX7428" fmla="*/ 1238647 w 1703319"/>
                  <a:gd name="connsiteY7428" fmla="*/ 46599 h 788789"/>
                  <a:gd name="connsiteX7429" fmla="*/ 1237925 w 1703319"/>
                  <a:gd name="connsiteY7429" fmla="*/ 47283 h 788789"/>
                  <a:gd name="connsiteX7430" fmla="*/ 1236482 w 1703319"/>
                  <a:gd name="connsiteY7430" fmla="*/ 47283 h 788789"/>
                  <a:gd name="connsiteX7431" fmla="*/ 1234678 w 1703319"/>
                  <a:gd name="connsiteY7431" fmla="*/ 46941 h 788789"/>
                  <a:gd name="connsiteX7432" fmla="*/ 1233956 w 1703319"/>
                  <a:gd name="connsiteY7432" fmla="*/ 46941 h 788789"/>
                  <a:gd name="connsiteX7433" fmla="*/ 1233596 w 1703319"/>
                  <a:gd name="connsiteY7433" fmla="*/ 46256 h 788789"/>
                  <a:gd name="connsiteX7434" fmla="*/ 1232152 w 1703319"/>
                  <a:gd name="connsiteY7434" fmla="*/ 45914 h 788789"/>
                  <a:gd name="connsiteX7435" fmla="*/ 1230709 w 1703319"/>
                  <a:gd name="connsiteY7435" fmla="*/ 45571 h 788789"/>
                  <a:gd name="connsiteX7436" fmla="*/ 1229988 w 1703319"/>
                  <a:gd name="connsiteY7436" fmla="*/ 45229 h 788789"/>
                  <a:gd name="connsiteX7437" fmla="*/ 1229627 w 1703319"/>
                  <a:gd name="connsiteY7437" fmla="*/ 43859 h 788789"/>
                  <a:gd name="connsiteX7438" fmla="*/ 1229988 w 1703319"/>
                  <a:gd name="connsiteY7438" fmla="*/ 43175 h 788789"/>
                  <a:gd name="connsiteX7439" fmla="*/ 1232874 w 1703319"/>
                  <a:gd name="connsiteY7439" fmla="*/ 43517 h 788789"/>
                  <a:gd name="connsiteX7440" fmla="*/ 1234317 w 1703319"/>
                  <a:gd name="connsiteY7440" fmla="*/ 43517 h 788789"/>
                  <a:gd name="connsiteX7441" fmla="*/ 1236121 w 1703319"/>
                  <a:gd name="connsiteY7441" fmla="*/ 43175 h 788789"/>
                  <a:gd name="connsiteX7442" fmla="*/ 1236843 w 1703319"/>
                  <a:gd name="connsiteY7442" fmla="*/ 42490 h 788789"/>
                  <a:gd name="connsiteX7443" fmla="*/ 1235039 w 1703319"/>
                  <a:gd name="connsiteY7443" fmla="*/ 41805 h 788789"/>
                  <a:gd name="connsiteX7444" fmla="*/ 1235760 w 1703319"/>
                  <a:gd name="connsiteY7444" fmla="*/ 39750 h 788789"/>
                  <a:gd name="connsiteX7445" fmla="*/ 1233956 w 1703319"/>
                  <a:gd name="connsiteY7445" fmla="*/ 40093 h 788789"/>
                  <a:gd name="connsiteX7446" fmla="*/ 1232513 w 1703319"/>
                  <a:gd name="connsiteY7446" fmla="*/ 40093 h 788789"/>
                  <a:gd name="connsiteX7447" fmla="*/ 1232513 w 1703319"/>
                  <a:gd name="connsiteY7447" fmla="*/ 38723 h 788789"/>
                  <a:gd name="connsiteX7448" fmla="*/ 1233956 w 1703319"/>
                  <a:gd name="connsiteY7448" fmla="*/ 38381 h 788789"/>
                  <a:gd name="connsiteX7449" fmla="*/ 1235760 w 1703319"/>
                  <a:gd name="connsiteY7449" fmla="*/ 38381 h 788789"/>
                  <a:gd name="connsiteX7450" fmla="*/ 1237203 w 1703319"/>
                  <a:gd name="connsiteY7450" fmla="*/ 36669 h 788789"/>
                  <a:gd name="connsiteX7451" fmla="*/ 1236482 w 1703319"/>
                  <a:gd name="connsiteY7451" fmla="*/ 35984 h 788789"/>
                  <a:gd name="connsiteX7452" fmla="*/ 1236843 w 1703319"/>
                  <a:gd name="connsiteY7452" fmla="*/ 34614 h 788789"/>
                  <a:gd name="connsiteX7453" fmla="*/ 1239007 w 1703319"/>
                  <a:gd name="connsiteY7453" fmla="*/ 33587 h 788789"/>
                  <a:gd name="connsiteX7454" fmla="*/ 1242255 w 1703319"/>
                  <a:gd name="connsiteY7454" fmla="*/ 32560 h 788789"/>
                  <a:gd name="connsiteX7455" fmla="*/ 1244419 w 1703319"/>
                  <a:gd name="connsiteY7455" fmla="*/ 33245 h 788789"/>
                  <a:gd name="connsiteX7456" fmla="*/ 1245863 w 1703319"/>
                  <a:gd name="connsiteY7456" fmla="*/ 32560 h 788789"/>
                  <a:gd name="connsiteX7457" fmla="*/ 1246945 w 1703319"/>
                  <a:gd name="connsiteY7457" fmla="*/ 31875 h 788789"/>
                  <a:gd name="connsiteX7458" fmla="*/ 1247306 w 1703319"/>
                  <a:gd name="connsiteY7458" fmla="*/ 31190 h 788789"/>
                  <a:gd name="connsiteX7459" fmla="*/ 1248749 w 1703319"/>
                  <a:gd name="connsiteY7459" fmla="*/ 30505 h 788789"/>
                  <a:gd name="connsiteX7460" fmla="*/ 1074882 w 1703319"/>
                  <a:gd name="connsiteY7460" fmla="*/ 29104 h 788789"/>
                  <a:gd name="connsiteX7461" fmla="*/ 1077660 w 1703319"/>
                  <a:gd name="connsiteY7461" fmla="*/ 29104 h 788789"/>
                  <a:gd name="connsiteX7462" fmla="*/ 1077263 w 1703319"/>
                  <a:gd name="connsiteY7462" fmla="*/ 29898 h 788789"/>
                  <a:gd name="connsiteX7463" fmla="*/ 1074882 w 1703319"/>
                  <a:gd name="connsiteY7463" fmla="*/ 30163 h 788789"/>
                  <a:gd name="connsiteX7464" fmla="*/ 1073691 w 1703319"/>
                  <a:gd name="connsiteY7464" fmla="*/ 29634 h 788789"/>
                  <a:gd name="connsiteX7465" fmla="*/ 1074882 w 1703319"/>
                  <a:gd name="connsiteY7465" fmla="*/ 29104 h 788789"/>
                  <a:gd name="connsiteX7466" fmla="*/ 1059509 w 1703319"/>
                  <a:gd name="connsiteY7466" fmla="*/ 29028 h 788789"/>
                  <a:gd name="connsiteX7467" fmla="*/ 1062473 w 1703319"/>
                  <a:gd name="connsiteY7467" fmla="*/ 29482 h 788789"/>
                  <a:gd name="connsiteX7468" fmla="*/ 1063743 w 1703319"/>
                  <a:gd name="connsiteY7468" fmla="*/ 30389 h 788789"/>
                  <a:gd name="connsiteX7469" fmla="*/ 1062049 w 1703319"/>
                  <a:gd name="connsiteY7469" fmla="*/ 31296 h 788789"/>
                  <a:gd name="connsiteX7470" fmla="*/ 1059086 w 1703319"/>
                  <a:gd name="connsiteY7470" fmla="*/ 31296 h 788789"/>
                  <a:gd name="connsiteX7471" fmla="*/ 1059086 w 1703319"/>
                  <a:gd name="connsiteY7471" fmla="*/ 29482 h 788789"/>
                  <a:gd name="connsiteX7472" fmla="*/ 1059509 w 1703319"/>
                  <a:gd name="connsiteY7472" fmla="*/ 29028 h 788789"/>
                  <a:gd name="connsiteX7473" fmla="*/ 1067976 w 1703319"/>
                  <a:gd name="connsiteY7473" fmla="*/ 26988 h 788789"/>
                  <a:gd name="connsiteX7474" fmla="*/ 1070833 w 1703319"/>
                  <a:gd name="connsiteY7474" fmla="*/ 26988 h 788789"/>
                  <a:gd name="connsiteX7475" fmla="*/ 1072739 w 1703319"/>
                  <a:gd name="connsiteY7475" fmla="*/ 28009 h 788789"/>
                  <a:gd name="connsiteX7476" fmla="*/ 1072421 w 1703319"/>
                  <a:gd name="connsiteY7476" fmla="*/ 29369 h 788789"/>
                  <a:gd name="connsiteX7477" fmla="*/ 1070516 w 1703319"/>
                  <a:gd name="connsiteY7477" fmla="*/ 29029 h 788789"/>
                  <a:gd name="connsiteX7478" fmla="*/ 1070516 w 1703319"/>
                  <a:gd name="connsiteY7478" fmla="*/ 30730 h 788789"/>
                  <a:gd name="connsiteX7479" fmla="*/ 1069246 w 1703319"/>
                  <a:gd name="connsiteY7479" fmla="*/ 31751 h 788789"/>
                  <a:gd name="connsiteX7480" fmla="*/ 1067341 w 1703319"/>
                  <a:gd name="connsiteY7480" fmla="*/ 31411 h 788789"/>
                  <a:gd name="connsiteX7481" fmla="*/ 1065436 w 1703319"/>
                  <a:gd name="connsiteY7481" fmla="*/ 30730 h 788789"/>
                  <a:gd name="connsiteX7482" fmla="*/ 1064483 w 1703319"/>
                  <a:gd name="connsiteY7482" fmla="*/ 29369 h 788789"/>
                  <a:gd name="connsiteX7483" fmla="*/ 1065753 w 1703319"/>
                  <a:gd name="connsiteY7483" fmla="*/ 29369 h 788789"/>
                  <a:gd name="connsiteX7484" fmla="*/ 1067976 w 1703319"/>
                  <a:gd name="connsiteY7484" fmla="*/ 29369 h 788789"/>
                  <a:gd name="connsiteX7485" fmla="*/ 1067341 w 1703319"/>
                  <a:gd name="connsiteY7485" fmla="*/ 28349 h 788789"/>
                  <a:gd name="connsiteX7486" fmla="*/ 1067976 w 1703319"/>
                  <a:gd name="connsiteY7486" fmla="*/ 26988 h 788789"/>
                  <a:gd name="connsiteX7487" fmla="*/ 350491 w 1703319"/>
                  <a:gd name="connsiteY7487" fmla="*/ 26988 h 788789"/>
                  <a:gd name="connsiteX7488" fmla="*/ 351954 w 1703319"/>
                  <a:gd name="connsiteY7488" fmla="*/ 27361 h 788789"/>
                  <a:gd name="connsiteX7489" fmla="*/ 353781 w 1703319"/>
                  <a:gd name="connsiteY7489" fmla="*/ 27735 h 788789"/>
                  <a:gd name="connsiteX7490" fmla="*/ 355975 w 1703319"/>
                  <a:gd name="connsiteY7490" fmla="*/ 28108 h 788789"/>
                  <a:gd name="connsiteX7491" fmla="*/ 357071 w 1703319"/>
                  <a:gd name="connsiteY7491" fmla="*/ 29229 h 788789"/>
                  <a:gd name="connsiteX7492" fmla="*/ 358533 w 1703319"/>
                  <a:gd name="connsiteY7492" fmla="*/ 29603 h 788789"/>
                  <a:gd name="connsiteX7493" fmla="*/ 359996 w 1703319"/>
                  <a:gd name="connsiteY7493" fmla="*/ 31470 h 788789"/>
                  <a:gd name="connsiteX7494" fmla="*/ 361458 w 1703319"/>
                  <a:gd name="connsiteY7494" fmla="*/ 32591 h 788789"/>
                  <a:gd name="connsiteX7495" fmla="*/ 362920 w 1703319"/>
                  <a:gd name="connsiteY7495" fmla="*/ 33338 h 788789"/>
                  <a:gd name="connsiteX7496" fmla="*/ 364382 w 1703319"/>
                  <a:gd name="connsiteY7496" fmla="*/ 34832 h 788789"/>
                  <a:gd name="connsiteX7497" fmla="*/ 364748 w 1703319"/>
                  <a:gd name="connsiteY7497" fmla="*/ 36326 h 788789"/>
                  <a:gd name="connsiteX7498" fmla="*/ 367672 w 1703319"/>
                  <a:gd name="connsiteY7498" fmla="*/ 36700 h 788789"/>
                  <a:gd name="connsiteX7499" fmla="*/ 369865 w 1703319"/>
                  <a:gd name="connsiteY7499" fmla="*/ 37073 h 788789"/>
                  <a:gd name="connsiteX7500" fmla="*/ 371328 w 1703319"/>
                  <a:gd name="connsiteY7500" fmla="*/ 37447 h 788789"/>
                  <a:gd name="connsiteX7501" fmla="*/ 371693 w 1703319"/>
                  <a:gd name="connsiteY7501" fmla="*/ 38567 h 788789"/>
                  <a:gd name="connsiteX7502" fmla="*/ 371693 w 1703319"/>
                  <a:gd name="connsiteY7502" fmla="*/ 40061 h 788789"/>
                  <a:gd name="connsiteX7503" fmla="*/ 372424 w 1703319"/>
                  <a:gd name="connsiteY7503" fmla="*/ 41182 h 788789"/>
                  <a:gd name="connsiteX7504" fmla="*/ 374252 w 1703319"/>
                  <a:gd name="connsiteY7504" fmla="*/ 41929 h 788789"/>
                  <a:gd name="connsiteX7505" fmla="*/ 374983 w 1703319"/>
                  <a:gd name="connsiteY7505" fmla="*/ 41182 h 788789"/>
                  <a:gd name="connsiteX7506" fmla="*/ 373886 w 1703319"/>
                  <a:gd name="connsiteY7506" fmla="*/ 39688 h 788789"/>
                  <a:gd name="connsiteX7507" fmla="*/ 373886 w 1703319"/>
                  <a:gd name="connsiteY7507" fmla="*/ 38567 h 788789"/>
                  <a:gd name="connsiteX7508" fmla="*/ 374983 w 1703319"/>
                  <a:gd name="connsiteY7508" fmla="*/ 37820 h 788789"/>
                  <a:gd name="connsiteX7509" fmla="*/ 378273 w 1703319"/>
                  <a:gd name="connsiteY7509" fmla="*/ 38941 h 788789"/>
                  <a:gd name="connsiteX7510" fmla="*/ 379004 w 1703319"/>
                  <a:gd name="connsiteY7510" fmla="*/ 39688 h 788789"/>
                  <a:gd name="connsiteX7511" fmla="*/ 379370 w 1703319"/>
                  <a:gd name="connsiteY7511" fmla="*/ 40808 h 788789"/>
                  <a:gd name="connsiteX7512" fmla="*/ 376445 w 1703319"/>
                  <a:gd name="connsiteY7512" fmla="*/ 41929 h 788789"/>
                  <a:gd name="connsiteX7513" fmla="*/ 378273 w 1703319"/>
                  <a:gd name="connsiteY7513" fmla="*/ 41556 h 788789"/>
                  <a:gd name="connsiteX7514" fmla="*/ 380466 w 1703319"/>
                  <a:gd name="connsiteY7514" fmla="*/ 43050 h 788789"/>
                  <a:gd name="connsiteX7515" fmla="*/ 381563 w 1703319"/>
                  <a:gd name="connsiteY7515" fmla="*/ 43423 h 788789"/>
                  <a:gd name="connsiteX7516" fmla="*/ 380466 w 1703319"/>
                  <a:gd name="connsiteY7516" fmla="*/ 44917 h 788789"/>
                  <a:gd name="connsiteX7517" fmla="*/ 381563 w 1703319"/>
                  <a:gd name="connsiteY7517" fmla="*/ 44917 h 788789"/>
                  <a:gd name="connsiteX7518" fmla="*/ 382294 w 1703319"/>
                  <a:gd name="connsiteY7518" fmla="*/ 45664 h 788789"/>
                  <a:gd name="connsiteX7519" fmla="*/ 381563 w 1703319"/>
                  <a:gd name="connsiteY7519" fmla="*/ 46785 h 788789"/>
                  <a:gd name="connsiteX7520" fmla="*/ 381928 w 1703319"/>
                  <a:gd name="connsiteY7520" fmla="*/ 47906 h 788789"/>
                  <a:gd name="connsiteX7521" fmla="*/ 383391 w 1703319"/>
                  <a:gd name="connsiteY7521" fmla="*/ 47158 h 788789"/>
                  <a:gd name="connsiteX7522" fmla="*/ 384853 w 1703319"/>
                  <a:gd name="connsiteY7522" fmla="*/ 47158 h 788789"/>
                  <a:gd name="connsiteX7523" fmla="*/ 385949 w 1703319"/>
                  <a:gd name="connsiteY7523" fmla="*/ 47906 h 788789"/>
                  <a:gd name="connsiteX7524" fmla="*/ 386680 w 1703319"/>
                  <a:gd name="connsiteY7524" fmla="*/ 48653 h 788789"/>
                  <a:gd name="connsiteX7525" fmla="*/ 387412 w 1703319"/>
                  <a:gd name="connsiteY7525" fmla="*/ 47532 h 788789"/>
                  <a:gd name="connsiteX7526" fmla="*/ 388508 w 1703319"/>
                  <a:gd name="connsiteY7526" fmla="*/ 47532 h 788789"/>
                  <a:gd name="connsiteX7527" fmla="*/ 389239 w 1703319"/>
                  <a:gd name="connsiteY7527" fmla="*/ 48279 h 788789"/>
                  <a:gd name="connsiteX7528" fmla="*/ 389970 w 1703319"/>
                  <a:gd name="connsiteY7528" fmla="*/ 49400 h 788789"/>
                  <a:gd name="connsiteX7529" fmla="*/ 390336 w 1703319"/>
                  <a:gd name="connsiteY7529" fmla="*/ 50147 h 788789"/>
                  <a:gd name="connsiteX7530" fmla="*/ 391067 w 1703319"/>
                  <a:gd name="connsiteY7530" fmla="*/ 50894 h 788789"/>
                  <a:gd name="connsiteX7531" fmla="*/ 389970 w 1703319"/>
                  <a:gd name="connsiteY7531" fmla="*/ 52014 h 788789"/>
                  <a:gd name="connsiteX7532" fmla="*/ 390701 w 1703319"/>
                  <a:gd name="connsiteY7532" fmla="*/ 52014 h 788789"/>
                  <a:gd name="connsiteX7533" fmla="*/ 389239 w 1703319"/>
                  <a:gd name="connsiteY7533" fmla="*/ 52761 h 788789"/>
                  <a:gd name="connsiteX7534" fmla="*/ 387777 w 1703319"/>
                  <a:gd name="connsiteY7534" fmla="*/ 53135 h 788789"/>
                  <a:gd name="connsiteX7535" fmla="*/ 384122 w 1703319"/>
                  <a:gd name="connsiteY7535" fmla="*/ 54629 h 788789"/>
                  <a:gd name="connsiteX7536" fmla="*/ 381928 w 1703319"/>
                  <a:gd name="connsiteY7536" fmla="*/ 55750 h 788789"/>
                  <a:gd name="connsiteX7537" fmla="*/ 380832 w 1703319"/>
                  <a:gd name="connsiteY7537" fmla="*/ 56497 h 788789"/>
                  <a:gd name="connsiteX7538" fmla="*/ 379004 w 1703319"/>
                  <a:gd name="connsiteY7538" fmla="*/ 57617 h 788789"/>
                  <a:gd name="connsiteX7539" fmla="*/ 377907 w 1703319"/>
                  <a:gd name="connsiteY7539" fmla="*/ 57991 h 788789"/>
                  <a:gd name="connsiteX7540" fmla="*/ 377176 w 1703319"/>
                  <a:gd name="connsiteY7540" fmla="*/ 56497 h 788789"/>
                  <a:gd name="connsiteX7541" fmla="*/ 378273 w 1703319"/>
                  <a:gd name="connsiteY7541" fmla="*/ 55003 h 788789"/>
                  <a:gd name="connsiteX7542" fmla="*/ 376811 w 1703319"/>
                  <a:gd name="connsiteY7542" fmla="*/ 54629 h 788789"/>
                  <a:gd name="connsiteX7543" fmla="*/ 376080 w 1703319"/>
                  <a:gd name="connsiteY7543" fmla="*/ 55750 h 788789"/>
                  <a:gd name="connsiteX7544" fmla="*/ 376080 w 1703319"/>
                  <a:gd name="connsiteY7544" fmla="*/ 57244 h 788789"/>
                  <a:gd name="connsiteX7545" fmla="*/ 377176 w 1703319"/>
                  <a:gd name="connsiteY7545" fmla="*/ 58364 h 788789"/>
                  <a:gd name="connsiteX7546" fmla="*/ 377542 w 1703319"/>
                  <a:gd name="connsiteY7546" fmla="*/ 59485 h 788789"/>
                  <a:gd name="connsiteX7547" fmla="*/ 376811 w 1703319"/>
                  <a:gd name="connsiteY7547" fmla="*/ 60606 h 788789"/>
                  <a:gd name="connsiteX7548" fmla="*/ 376811 w 1703319"/>
                  <a:gd name="connsiteY7548" fmla="*/ 59858 h 788789"/>
                  <a:gd name="connsiteX7549" fmla="*/ 374983 w 1703319"/>
                  <a:gd name="connsiteY7549" fmla="*/ 59485 h 788789"/>
                  <a:gd name="connsiteX7550" fmla="*/ 374617 w 1703319"/>
                  <a:gd name="connsiteY7550" fmla="*/ 60606 h 788789"/>
                  <a:gd name="connsiteX7551" fmla="*/ 374252 w 1703319"/>
                  <a:gd name="connsiteY7551" fmla="*/ 62473 h 788789"/>
                  <a:gd name="connsiteX7552" fmla="*/ 373155 w 1703319"/>
                  <a:gd name="connsiteY7552" fmla="*/ 63220 h 788789"/>
                  <a:gd name="connsiteX7553" fmla="*/ 371328 w 1703319"/>
                  <a:gd name="connsiteY7553" fmla="*/ 62100 h 788789"/>
                  <a:gd name="connsiteX7554" fmla="*/ 370231 w 1703319"/>
                  <a:gd name="connsiteY7554" fmla="*/ 61353 h 788789"/>
                  <a:gd name="connsiteX7555" fmla="*/ 370231 w 1703319"/>
                  <a:gd name="connsiteY7555" fmla="*/ 62473 h 788789"/>
                  <a:gd name="connsiteX7556" fmla="*/ 369865 w 1703319"/>
                  <a:gd name="connsiteY7556" fmla="*/ 63220 h 788789"/>
                  <a:gd name="connsiteX7557" fmla="*/ 369134 w 1703319"/>
                  <a:gd name="connsiteY7557" fmla="*/ 62473 h 788789"/>
                  <a:gd name="connsiteX7558" fmla="*/ 367672 w 1703319"/>
                  <a:gd name="connsiteY7558" fmla="*/ 60979 h 788789"/>
                  <a:gd name="connsiteX7559" fmla="*/ 365844 w 1703319"/>
                  <a:gd name="connsiteY7559" fmla="*/ 61353 h 788789"/>
                  <a:gd name="connsiteX7560" fmla="*/ 366210 w 1703319"/>
                  <a:gd name="connsiteY7560" fmla="*/ 63220 h 788789"/>
                  <a:gd name="connsiteX7561" fmla="*/ 364382 w 1703319"/>
                  <a:gd name="connsiteY7561" fmla="*/ 63220 h 788789"/>
                  <a:gd name="connsiteX7562" fmla="*/ 362554 w 1703319"/>
                  <a:gd name="connsiteY7562" fmla="*/ 63594 h 788789"/>
                  <a:gd name="connsiteX7563" fmla="*/ 360727 w 1703319"/>
                  <a:gd name="connsiteY7563" fmla="*/ 63967 h 788789"/>
                  <a:gd name="connsiteX7564" fmla="*/ 359264 w 1703319"/>
                  <a:gd name="connsiteY7564" fmla="*/ 62847 h 788789"/>
                  <a:gd name="connsiteX7565" fmla="*/ 357802 w 1703319"/>
                  <a:gd name="connsiteY7565" fmla="*/ 62473 h 788789"/>
                  <a:gd name="connsiteX7566" fmla="*/ 355609 w 1703319"/>
                  <a:gd name="connsiteY7566" fmla="*/ 61726 h 788789"/>
                  <a:gd name="connsiteX7567" fmla="*/ 353781 w 1703319"/>
                  <a:gd name="connsiteY7567" fmla="*/ 59485 h 788789"/>
                  <a:gd name="connsiteX7568" fmla="*/ 355609 w 1703319"/>
                  <a:gd name="connsiteY7568" fmla="*/ 59858 h 788789"/>
                  <a:gd name="connsiteX7569" fmla="*/ 358533 w 1703319"/>
                  <a:gd name="connsiteY7569" fmla="*/ 59111 h 788789"/>
                  <a:gd name="connsiteX7570" fmla="*/ 356706 w 1703319"/>
                  <a:gd name="connsiteY7570" fmla="*/ 58364 h 788789"/>
                  <a:gd name="connsiteX7571" fmla="*/ 355609 w 1703319"/>
                  <a:gd name="connsiteY7571" fmla="*/ 58364 h 788789"/>
                  <a:gd name="connsiteX7572" fmla="*/ 353781 w 1703319"/>
                  <a:gd name="connsiteY7572" fmla="*/ 58738 h 788789"/>
                  <a:gd name="connsiteX7573" fmla="*/ 352685 w 1703319"/>
                  <a:gd name="connsiteY7573" fmla="*/ 58364 h 788789"/>
                  <a:gd name="connsiteX7574" fmla="*/ 352319 w 1703319"/>
                  <a:gd name="connsiteY7574" fmla="*/ 56870 h 788789"/>
                  <a:gd name="connsiteX7575" fmla="*/ 350857 w 1703319"/>
                  <a:gd name="connsiteY7575" fmla="*/ 56870 h 788789"/>
                  <a:gd name="connsiteX7576" fmla="*/ 349395 w 1703319"/>
                  <a:gd name="connsiteY7576" fmla="*/ 56497 h 788789"/>
                  <a:gd name="connsiteX7577" fmla="*/ 346836 w 1703319"/>
                  <a:gd name="connsiteY7577" fmla="*/ 53882 h 788789"/>
                  <a:gd name="connsiteX7578" fmla="*/ 347933 w 1703319"/>
                  <a:gd name="connsiteY7578" fmla="*/ 53508 h 788789"/>
                  <a:gd name="connsiteX7579" fmla="*/ 349760 w 1703319"/>
                  <a:gd name="connsiteY7579" fmla="*/ 53508 h 788789"/>
                  <a:gd name="connsiteX7580" fmla="*/ 350857 w 1703319"/>
                  <a:gd name="connsiteY7580" fmla="*/ 53135 h 788789"/>
                  <a:gd name="connsiteX7581" fmla="*/ 352685 w 1703319"/>
                  <a:gd name="connsiteY7581" fmla="*/ 52761 h 788789"/>
                  <a:gd name="connsiteX7582" fmla="*/ 354878 w 1703319"/>
                  <a:gd name="connsiteY7582" fmla="*/ 52761 h 788789"/>
                  <a:gd name="connsiteX7583" fmla="*/ 358533 w 1703319"/>
                  <a:gd name="connsiteY7583" fmla="*/ 52761 h 788789"/>
                  <a:gd name="connsiteX7584" fmla="*/ 361092 w 1703319"/>
                  <a:gd name="connsiteY7584" fmla="*/ 51641 h 788789"/>
                  <a:gd name="connsiteX7585" fmla="*/ 359996 w 1703319"/>
                  <a:gd name="connsiteY7585" fmla="*/ 51641 h 788789"/>
                  <a:gd name="connsiteX7586" fmla="*/ 356340 w 1703319"/>
                  <a:gd name="connsiteY7586" fmla="*/ 52014 h 788789"/>
                  <a:gd name="connsiteX7587" fmla="*/ 354512 w 1703319"/>
                  <a:gd name="connsiteY7587" fmla="*/ 51267 h 788789"/>
                  <a:gd name="connsiteX7588" fmla="*/ 355609 w 1703319"/>
                  <a:gd name="connsiteY7588" fmla="*/ 51267 h 788789"/>
                  <a:gd name="connsiteX7589" fmla="*/ 357802 w 1703319"/>
                  <a:gd name="connsiteY7589" fmla="*/ 50894 h 788789"/>
                  <a:gd name="connsiteX7590" fmla="*/ 358533 w 1703319"/>
                  <a:gd name="connsiteY7590" fmla="*/ 50147 h 788789"/>
                  <a:gd name="connsiteX7591" fmla="*/ 356706 w 1703319"/>
                  <a:gd name="connsiteY7591" fmla="*/ 50520 h 788789"/>
                  <a:gd name="connsiteX7592" fmla="*/ 355975 w 1703319"/>
                  <a:gd name="connsiteY7592" fmla="*/ 50147 h 788789"/>
                  <a:gd name="connsiteX7593" fmla="*/ 354147 w 1703319"/>
                  <a:gd name="connsiteY7593" fmla="*/ 49026 h 788789"/>
                  <a:gd name="connsiteX7594" fmla="*/ 352685 w 1703319"/>
                  <a:gd name="connsiteY7594" fmla="*/ 49400 h 788789"/>
                  <a:gd name="connsiteX7595" fmla="*/ 351222 w 1703319"/>
                  <a:gd name="connsiteY7595" fmla="*/ 50147 h 788789"/>
                  <a:gd name="connsiteX7596" fmla="*/ 350126 w 1703319"/>
                  <a:gd name="connsiteY7596" fmla="*/ 50520 h 788789"/>
                  <a:gd name="connsiteX7597" fmla="*/ 347933 w 1703319"/>
                  <a:gd name="connsiteY7597" fmla="*/ 51641 h 788789"/>
                  <a:gd name="connsiteX7598" fmla="*/ 347933 w 1703319"/>
                  <a:gd name="connsiteY7598" fmla="*/ 50147 h 788789"/>
                  <a:gd name="connsiteX7599" fmla="*/ 347201 w 1703319"/>
                  <a:gd name="connsiteY7599" fmla="*/ 50147 h 788789"/>
                  <a:gd name="connsiteX7600" fmla="*/ 346105 w 1703319"/>
                  <a:gd name="connsiteY7600" fmla="*/ 50520 h 788789"/>
                  <a:gd name="connsiteX7601" fmla="*/ 345008 w 1703319"/>
                  <a:gd name="connsiteY7601" fmla="*/ 51641 h 788789"/>
                  <a:gd name="connsiteX7602" fmla="*/ 343912 w 1703319"/>
                  <a:gd name="connsiteY7602" fmla="*/ 51267 h 788789"/>
                  <a:gd name="connsiteX7603" fmla="*/ 341718 w 1703319"/>
                  <a:gd name="connsiteY7603" fmla="*/ 50147 h 788789"/>
                  <a:gd name="connsiteX7604" fmla="*/ 340622 w 1703319"/>
                  <a:gd name="connsiteY7604" fmla="*/ 47906 h 788789"/>
                  <a:gd name="connsiteX7605" fmla="*/ 342449 w 1703319"/>
                  <a:gd name="connsiteY7605" fmla="*/ 47532 h 788789"/>
                  <a:gd name="connsiteX7606" fmla="*/ 345739 w 1703319"/>
                  <a:gd name="connsiteY7606" fmla="*/ 47158 h 788789"/>
                  <a:gd name="connsiteX7607" fmla="*/ 345739 w 1703319"/>
                  <a:gd name="connsiteY7607" fmla="*/ 46038 h 788789"/>
                  <a:gd name="connsiteX7608" fmla="*/ 344277 w 1703319"/>
                  <a:gd name="connsiteY7608" fmla="*/ 46411 h 788789"/>
                  <a:gd name="connsiteX7609" fmla="*/ 342449 w 1703319"/>
                  <a:gd name="connsiteY7609" fmla="*/ 46785 h 788789"/>
                  <a:gd name="connsiteX7610" fmla="*/ 339891 w 1703319"/>
                  <a:gd name="connsiteY7610" fmla="*/ 47158 h 788789"/>
                  <a:gd name="connsiteX7611" fmla="*/ 338794 w 1703319"/>
                  <a:gd name="connsiteY7611" fmla="*/ 46785 h 788789"/>
                  <a:gd name="connsiteX7612" fmla="*/ 337697 w 1703319"/>
                  <a:gd name="connsiteY7612" fmla="*/ 45291 h 788789"/>
                  <a:gd name="connsiteX7613" fmla="*/ 335870 w 1703319"/>
                  <a:gd name="connsiteY7613" fmla="*/ 42676 h 788789"/>
                  <a:gd name="connsiteX7614" fmla="*/ 335870 w 1703319"/>
                  <a:gd name="connsiteY7614" fmla="*/ 41556 h 788789"/>
                  <a:gd name="connsiteX7615" fmla="*/ 338063 w 1703319"/>
                  <a:gd name="connsiteY7615" fmla="*/ 41556 h 788789"/>
                  <a:gd name="connsiteX7616" fmla="*/ 339159 w 1703319"/>
                  <a:gd name="connsiteY7616" fmla="*/ 42303 h 788789"/>
                  <a:gd name="connsiteX7617" fmla="*/ 340987 w 1703319"/>
                  <a:gd name="connsiteY7617" fmla="*/ 42676 h 788789"/>
                  <a:gd name="connsiteX7618" fmla="*/ 344277 w 1703319"/>
                  <a:gd name="connsiteY7618" fmla="*/ 42676 h 788789"/>
                  <a:gd name="connsiteX7619" fmla="*/ 347201 w 1703319"/>
                  <a:gd name="connsiteY7619" fmla="*/ 40808 h 788789"/>
                  <a:gd name="connsiteX7620" fmla="*/ 345739 w 1703319"/>
                  <a:gd name="connsiteY7620" fmla="*/ 41556 h 788789"/>
                  <a:gd name="connsiteX7621" fmla="*/ 342815 w 1703319"/>
                  <a:gd name="connsiteY7621" fmla="*/ 41182 h 788789"/>
                  <a:gd name="connsiteX7622" fmla="*/ 341353 w 1703319"/>
                  <a:gd name="connsiteY7622" fmla="*/ 40808 h 788789"/>
                  <a:gd name="connsiteX7623" fmla="*/ 339891 w 1703319"/>
                  <a:gd name="connsiteY7623" fmla="*/ 40808 h 788789"/>
                  <a:gd name="connsiteX7624" fmla="*/ 336966 w 1703319"/>
                  <a:gd name="connsiteY7624" fmla="*/ 40808 h 788789"/>
                  <a:gd name="connsiteX7625" fmla="*/ 336601 w 1703319"/>
                  <a:gd name="connsiteY7625" fmla="*/ 39314 h 788789"/>
                  <a:gd name="connsiteX7626" fmla="*/ 336966 w 1703319"/>
                  <a:gd name="connsiteY7626" fmla="*/ 38941 h 788789"/>
                  <a:gd name="connsiteX7627" fmla="*/ 339525 w 1703319"/>
                  <a:gd name="connsiteY7627" fmla="*/ 38941 h 788789"/>
                  <a:gd name="connsiteX7628" fmla="*/ 338428 w 1703319"/>
                  <a:gd name="connsiteY7628" fmla="*/ 37820 h 788789"/>
                  <a:gd name="connsiteX7629" fmla="*/ 339525 w 1703319"/>
                  <a:gd name="connsiteY7629" fmla="*/ 36326 h 788789"/>
                  <a:gd name="connsiteX7630" fmla="*/ 338794 w 1703319"/>
                  <a:gd name="connsiteY7630" fmla="*/ 35579 h 788789"/>
                  <a:gd name="connsiteX7631" fmla="*/ 340256 w 1703319"/>
                  <a:gd name="connsiteY7631" fmla="*/ 35579 h 788789"/>
                  <a:gd name="connsiteX7632" fmla="*/ 341718 w 1703319"/>
                  <a:gd name="connsiteY7632" fmla="*/ 35206 h 788789"/>
                  <a:gd name="connsiteX7633" fmla="*/ 343546 w 1703319"/>
                  <a:gd name="connsiteY7633" fmla="*/ 35206 h 788789"/>
                  <a:gd name="connsiteX7634" fmla="*/ 344277 w 1703319"/>
                  <a:gd name="connsiteY7634" fmla="*/ 36326 h 788789"/>
                  <a:gd name="connsiteX7635" fmla="*/ 345739 w 1703319"/>
                  <a:gd name="connsiteY7635" fmla="*/ 36326 h 788789"/>
                  <a:gd name="connsiteX7636" fmla="*/ 346836 w 1703319"/>
                  <a:gd name="connsiteY7636" fmla="*/ 35579 h 788789"/>
                  <a:gd name="connsiteX7637" fmla="*/ 346470 w 1703319"/>
                  <a:gd name="connsiteY7637" fmla="*/ 34832 h 788789"/>
                  <a:gd name="connsiteX7638" fmla="*/ 344643 w 1703319"/>
                  <a:gd name="connsiteY7638" fmla="*/ 34832 h 788789"/>
                  <a:gd name="connsiteX7639" fmla="*/ 342815 w 1703319"/>
                  <a:gd name="connsiteY7639" fmla="*/ 34458 h 788789"/>
                  <a:gd name="connsiteX7640" fmla="*/ 341353 w 1703319"/>
                  <a:gd name="connsiteY7640" fmla="*/ 33711 h 788789"/>
                  <a:gd name="connsiteX7641" fmla="*/ 341353 w 1703319"/>
                  <a:gd name="connsiteY7641" fmla="*/ 32217 h 788789"/>
                  <a:gd name="connsiteX7642" fmla="*/ 342815 w 1703319"/>
                  <a:gd name="connsiteY7642" fmla="*/ 31097 h 788789"/>
                  <a:gd name="connsiteX7643" fmla="*/ 345739 w 1703319"/>
                  <a:gd name="connsiteY7643" fmla="*/ 31844 h 788789"/>
                  <a:gd name="connsiteX7644" fmla="*/ 346470 w 1703319"/>
                  <a:gd name="connsiteY7644" fmla="*/ 32217 h 788789"/>
                  <a:gd name="connsiteX7645" fmla="*/ 347201 w 1703319"/>
                  <a:gd name="connsiteY7645" fmla="*/ 30723 h 788789"/>
                  <a:gd name="connsiteX7646" fmla="*/ 347933 w 1703319"/>
                  <a:gd name="connsiteY7646" fmla="*/ 30723 h 788789"/>
                  <a:gd name="connsiteX7647" fmla="*/ 350491 w 1703319"/>
                  <a:gd name="connsiteY7647" fmla="*/ 30723 h 788789"/>
                  <a:gd name="connsiteX7648" fmla="*/ 353050 w 1703319"/>
                  <a:gd name="connsiteY7648" fmla="*/ 30723 h 788789"/>
                  <a:gd name="connsiteX7649" fmla="*/ 351954 w 1703319"/>
                  <a:gd name="connsiteY7649" fmla="*/ 29976 h 788789"/>
                  <a:gd name="connsiteX7650" fmla="*/ 349760 w 1703319"/>
                  <a:gd name="connsiteY7650" fmla="*/ 29976 h 788789"/>
                  <a:gd name="connsiteX7651" fmla="*/ 347201 w 1703319"/>
                  <a:gd name="connsiteY7651" fmla="*/ 29603 h 788789"/>
                  <a:gd name="connsiteX7652" fmla="*/ 346836 w 1703319"/>
                  <a:gd name="connsiteY7652" fmla="*/ 27735 h 788789"/>
                  <a:gd name="connsiteX7653" fmla="*/ 348664 w 1703319"/>
                  <a:gd name="connsiteY7653" fmla="*/ 27361 h 788789"/>
                  <a:gd name="connsiteX7654" fmla="*/ 350491 w 1703319"/>
                  <a:gd name="connsiteY7654" fmla="*/ 26988 h 788789"/>
                  <a:gd name="connsiteX7655" fmla="*/ 1089919 w 1703319"/>
                  <a:gd name="connsiteY7655" fmla="*/ 25797 h 788789"/>
                  <a:gd name="connsiteX7656" fmla="*/ 1092035 w 1703319"/>
                  <a:gd name="connsiteY7656" fmla="*/ 26194 h 788789"/>
                  <a:gd name="connsiteX7657" fmla="*/ 1090624 w 1703319"/>
                  <a:gd name="connsiteY7657" fmla="*/ 26988 h 788789"/>
                  <a:gd name="connsiteX7658" fmla="*/ 1089919 w 1703319"/>
                  <a:gd name="connsiteY7658" fmla="*/ 25797 h 788789"/>
                  <a:gd name="connsiteX7659" fmla="*/ 1091515 w 1703319"/>
                  <a:gd name="connsiteY7659" fmla="*/ 25400 h 788789"/>
                  <a:gd name="connsiteX7660" fmla="*/ 1098010 w 1703319"/>
                  <a:gd name="connsiteY7660" fmla="*/ 25400 h 788789"/>
                  <a:gd name="connsiteX7661" fmla="*/ 1096205 w 1703319"/>
                  <a:gd name="connsiteY7661" fmla="*/ 26988 h 788789"/>
                  <a:gd name="connsiteX7662" fmla="*/ 1093319 w 1703319"/>
                  <a:gd name="connsiteY7662" fmla="*/ 26194 h 788789"/>
                  <a:gd name="connsiteX7663" fmla="*/ 1091515 w 1703319"/>
                  <a:gd name="connsiteY7663" fmla="*/ 25400 h 788789"/>
                  <a:gd name="connsiteX7664" fmla="*/ 1075003 w 1703319"/>
                  <a:gd name="connsiteY7664" fmla="*/ 23813 h 788789"/>
                  <a:gd name="connsiteX7665" fmla="*/ 1077764 w 1703319"/>
                  <a:gd name="connsiteY7665" fmla="*/ 24130 h 788789"/>
                  <a:gd name="connsiteX7666" fmla="*/ 1077073 w 1703319"/>
                  <a:gd name="connsiteY7666" fmla="*/ 24766 h 788789"/>
                  <a:gd name="connsiteX7667" fmla="*/ 1074658 w 1703319"/>
                  <a:gd name="connsiteY7667" fmla="*/ 25083 h 788789"/>
                  <a:gd name="connsiteX7668" fmla="*/ 1072932 w 1703319"/>
                  <a:gd name="connsiteY7668" fmla="*/ 25083 h 788789"/>
                  <a:gd name="connsiteX7669" fmla="*/ 1071206 w 1703319"/>
                  <a:gd name="connsiteY7669" fmla="*/ 24448 h 788789"/>
                  <a:gd name="connsiteX7670" fmla="*/ 1073277 w 1703319"/>
                  <a:gd name="connsiteY7670" fmla="*/ 24130 h 788789"/>
                  <a:gd name="connsiteX7671" fmla="*/ 1075003 w 1703319"/>
                  <a:gd name="connsiteY7671" fmla="*/ 23813 h 788789"/>
                  <a:gd name="connsiteX7672" fmla="*/ 459185 w 1703319"/>
                  <a:gd name="connsiteY7672" fmla="*/ 7938 h 788789"/>
                  <a:gd name="connsiteX7673" fmla="*/ 460276 w 1703319"/>
                  <a:gd name="connsiteY7673" fmla="*/ 8295 h 788789"/>
                  <a:gd name="connsiteX7674" fmla="*/ 461003 w 1703319"/>
                  <a:gd name="connsiteY7674" fmla="*/ 8295 h 788789"/>
                  <a:gd name="connsiteX7675" fmla="*/ 461730 w 1703319"/>
                  <a:gd name="connsiteY7675" fmla="*/ 8652 h 788789"/>
                  <a:gd name="connsiteX7676" fmla="*/ 463548 w 1703319"/>
                  <a:gd name="connsiteY7676" fmla="*/ 9009 h 788789"/>
                  <a:gd name="connsiteX7677" fmla="*/ 464639 w 1703319"/>
                  <a:gd name="connsiteY7677" fmla="*/ 9009 h 788789"/>
                  <a:gd name="connsiteX7678" fmla="*/ 465730 w 1703319"/>
                  <a:gd name="connsiteY7678" fmla="*/ 9366 h 788789"/>
                  <a:gd name="connsiteX7679" fmla="*/ 467185 w 1703319"/>
                  <a:gd name="connsiteY7679" fmla="*/ 9723 h 788789"/>
                  <a:gd name="connsiteX7680" fmla="*/ 467548 w 1703319"/>
                  <a:gd name="connsiteY7680" fmla="*/ 10080 h 788789"/>
                  <a:gd name="connsiteX7681" fmla="*/ 469003 w 1703319"/>
                  <a:gd name="connsiteY7681" fmla="*/ 9723 h 788789"/>
                  <a:gd name="connsiteX7682" fmla="*/ 470094 w 1703319"/>
                  <a:gd name="connsiteY7682" fmla="*/ 9366 h 788789"/>
                  <a:gd name="connsiteX7683" fmla="*/ 471912 w 1703319"/>
                  <a:gd name="connsiteY7683" fmla="*/ 10080 h 788789"/>
                  <a:gd name="connsiteX7684" fmla="*/ 472276 w 1703319"/>
                  <a:gd name="connsiteY7684" fmla="*/ 10080 h 788789"/>
                  <a:gd name="connsiteX7685" fmla="*/ 473367 w 1703319"/>
                  <a:gd name="connsiteY7685" fmla="*/ 10437 h 788789"/>
                  <a:gd name="connsiteX7686" fmla="*/ 475912 w 1703319"/>
                  <a:gd name="connsiteY7686" fmla="*/ 10794 h 788789"/>
                  <a:gd name="connsiteX7687" fmla="*/ 477003 w 1703319"/>
                  <a:gd name="connsiteY7687" fmla="*/ 10437 h 788789"/>
                  <a:gd name="connsiteX7688" fmla="*/ 477367 w 1703319"/>
                  <a:gd name="connsiteY7688" fmla="*/ 10437 h 788789"/>
                  <a:gd name="connsiteX7689" fmla="*/ 479185 w 1703319"/>
                  <a:gd name="connsiteY7689" fmla="*/ 10437 h 788789"/>
                  <a:gd name="connsiteX7690" fmla="*/ 478821 w 1703319"/>
                  <a:gd name="connsiteY7690" fmla="*/ 11151 h 788789"/>
                  <a:gd name="connsiteX7691" fmla="*/ 478094 w 1703319"/>
                  <a:gd name="connsiteY7691" fmla="*/ 11508 h 788789"/>
                  <a:gd name="connsiteX7692" fmla="*/ 475548 w 1703319"/>
                  <a:gd name="connsiteY7692" fmla="*/ 12579 h 788789"/>
                  <a:gd name="connsiteX7693" fmla="*/ 472639 w 1703319"/>
                  <a:gd name="connsiteY7693" fmla="*/ 12579 h 788789"/>
                  <a:gd name="connsiteX7694" fmla="*/ 467912 w 1703319"/>
                  <a:gd name="connsiteY7694" fmla="*/ 14721 h 788789"/>
                  <a:gd name="connsiteX7695" fmla="*/ 469730 w 1703319"/>
                  <a:gd name="connsiteY7695" fmla="*/ 14007 h 788789"/>
                  <a:gd name="connsiteX7696" fmla="*/ 471912 w 1703319"/>
                  <a:gd name="connsiteY7696" fmla="*/ 13650 h 788789"/>
                  <a:gd name="connsiteX7697" fmla="*/ 473367 w 1703319"/>
                  <a:gd name="connsiteY7697" fmla="*/ 14007 h 788789"/>
                  <a:gd name="connsiteX7698" fmla="*/ 476639 w 1703319"/>
                  <a:gd name="connsiteY7698" fmla="*/ 13293 h 788789"/>
                  <a:gd name="connsiteX7699" fmla="*/ 478458 w 1703319"/>
                  <a:gd name="connsiteY7699" fmla="*/ 12579 h 788789"/>
                  <a:gd name="connsiteX7700" fmla="*/ 480276 w 1703319"/>
                  <a:gd name="connsiteY7700" fmla="*/ 11865 h 788789"/>
                  <a:gd name="connsiteX7701" fmla="*/ 482094 w 1703319"/>
                  <a:gd name="connsiteY7701" fmla="*/ 12222 h 788789"/>
                  <a:gd name="connsiteX7702" fmla="*/ 483549 w 1703319"/>
                  <a:gd name="connsiteY7702" fmla="*/ 12222 h 788789"/>
                  <a:gd name="connsiteX7703" fmla="*/ 484276 w 1703319"/>
                  <a:gd name="connsiteY7703" fmla="*/ 10794 h 788789"/>
                  <a:gd name="connsiteX7704" fmla="*/ 487185 w 1703319"/>
                  <a:gd name="connsiteY7704" fmla="*/ 11508 h 788789"/>
                  <a:gd name="connsiteX7705" fmla="*/ 490458 w 1703319"/>
                  <a:gd name="connsiteY7705" fmla="*/ 11151 h 788789"/>
                  <a:gd name="connsiteX7706" fmla="*/ 493367 w 1703319"/>
                  <a:gd name="connsiteY7706" fmla="*/ 11508 h 788789"/>
                  <a:gd name="connsiteX7707" fmla="*/ 492276 w 1703319"/>
                  <a:gd name="connsiteY7707" fmla="*/ 13293 h 788789"/>
                  <a:gd name="connsiteX7708" fmla="*/ 495185 w 1703319"/>
                  <a:gd name="connsiteY7708" fmla="*/ 15435 h 788789"/>
                  <a:gd name="connsiteX7709" fmla="*/ 497731 w 1703319"/>
                  <a:gd name="connsiteY7709" fmla="*/ 15435 h 788789"/>
                  <a:gd name="connsiteX7710" fmla="*/ 500276 w 1703319"/>
                  <a:gd name="connsiteY7710" fmla="*/ 15435 h 788789"/>
                  <a:gd name="connsiteX7711" fmla="*/ 503185 w 1703319"/>
                  <a:gd name="connsiteY7711" fmla="*/ 16149 h 788789"/>
                  <a:gd name="connsiteX7712" fmla="*/ 504640 w 1703319"/>
                  <a:gd name="connsiteY7712" fmla="*/ 17577 h 788789"/>
                  <a:gd name="connsiteX7713" fmla="*/ 504640 w 1703319"/>
                  <a:gd name="connsiteY7713" fmla="*/ 18648 h 788789"/>
                  <a:gd name="connsiteX7714" fmla="*/ 503549 w 1703319"/>
                  <a:gd name="connsiteY7714" fmla="*/ 19005 h 788789"/>
                  <a:gd name="connsiteX7715" fmla="*/ 502822 w 1703319"/>
                  <a:gd name="connsiteY7715" fmla="*/ 19362 h 788789"/>
                  <a:gd name="connsiteX7716" fmla="*/ 502094 w 1703319"/>
                  <a:gd name="connsiteY7716" fmla="*/ 20076 h 788789"/>
                  <a:gd name="connsiteX7717" fmla="*/ 501367 w 1703319"/>
                  <a:gd name="connsiteY7717" fmla="*/ 20790 h 788789"/>
                  <a:gd name="connsiteX7718" fmla="*/ 499912 w 1703319"/>
                  <a:gd name="connsiteY7718" fmla="*/ 20790 h 788789"/>
                  <a:gd name="connsiteX7719" fmla="*/ 497731 w 1703319"/>
                  <a:gd name="connsiteY7719" fmla="*/ 21861 h 788789"/>
                  <a:gd name="connsiteX7720" fmla="*/ 496640 w 1703319"/>
                  <a:gd name="connsiteY7720" fmla="*/ 22575 h 788789"/>
                  <a:gd name="connsiteX7721" fmla="*/ 494458 w 1703319"/>
                  <a:gd name="connsiteY7721" fmla="*/ 22932 h 788789"/>
                  <a:gd name="connsiteX7722" fmla="*/ 493731 w 1703319"/>
                  <a:gd name="connsiteY7722" fmla="*/ 22932 h 788789"/>
                  <a:gd name="connsiteX7723" fmla="*/ 493003 w 1703319"/>
                  <a:gd name="connsiteY7723" fmla="*/ 23289 h 788789"/>
                  <a:gd name="connsiteX7724" fmla="*/ 491912 w 1703319"/>
                  <a:gd name="connsiteY7724" fmla="*/ 23289 h 788789"/>
                  <a:gd name="connsiteX7725" fmla="*/ 490458 w 1703319"/>
                  <a:gd name="connsiteY7725" fmla="*/ 23646 h 788789"/>
                  <a:gd name="connsiteX7726" fmla="*/ 489730 w 1703319"/>
                  <a:gd name="connsiteY7726" fmla="*/ 24003 h 788789"/>
                  <a:gd name="connsiteX7727" fmla="*/ 487549 w 1703319"/>
                  <a:gd name="connsiteY7727" fmla="*/ 24717 h 788789"/>
                  <a:gd name="connsiteX7728" fmla="*/ 485730 w 1703319"/>
                  <a:gd name="connsiteY7728" fmla="*/ 25074 h 788789"/>
                  <a:gd name="connsiteX7729" fmla="*/ 481367 w 1703319"/>
                  <a:gd name="connsiteY7729" fmla="*/ 25788 h 788789"/>
                  <a:gd name="connsiteX7730" fmla="*/ 479912 w 1703319"/>
                  <a:gd name="connsiteY7730" fmla="*/ 26502 h 788789"/>
                  <a:gd name="connsiteX7731" fmla="*/ 477367 w 1703319"/>
                  <a:gd name="connsiteY7731" fmla="*/ 27216 h 788789"/>
                  <a:gd name="connsiteX7732" fmla="*/ 476639 w 1703319"/>
                  <a:gd name="connsiteY7732" fmla="*/ 27573 h 788789"/>
                  <a:gd name="connsiteX7733" fmla="*/ 478094 w 1703319"/>
                  <a:gd name="connsiteY7733" fmla="*/ 27930 h 788789"/>
                  <a:gd name="connsiteX7734" fmla="*/ 480276 w 1703319"/>
                  <a:gd name="connsiteY7734" fmla="*/ 27216 h 788789"/>
                  <a:gd name="connsiteX7735" fmla="*/ 481730 w 1703319"/>
                  <a:gd name="connsiteY7735" fmla="*/ 26859 h 788789"/>
                  <a:gd name="connsiteX7736" fmla="*/ 483185 w 1703319"/>
                  <a:gd name="connsiteY7736" fmla="*/ 26859 h 788789"/>
                  <a:gd name="connsiteX7737" fmla="*/ 486094 w 1703319"/>
                  <a:gd name="connsiteY7737" fmla="*/ 26145 h 788789"/>
                  <a:gd name="connsiteX7738" fmla="*/ 488276 w 1703319"/>
                  <a:gd name="connsiteY7738" fmla="*/ 25788 h 788789"/>
                  <a:gd name="connsiteX7739" fmla="*/ 489730 w 1703319"/>
                  <a:gd name="connsiteY7739" fmla="*/ 26145 h 788789"/>
                  <a:gd name="connsiteX7740" fmla="*/ 489367 w 1703319"/>
                  <a:gd name="connsiteY7740" fmla="*/ 26502 h 788789"/>
                  <a:gd name="connsiteX7741" fmla="*/ 489367 w 1703319"/>
                  <a:gd name="connsiteY7741" fmla="*/ 26859 h 788789"/>
                  <a:gd name="connsiteX7742" fmla="*/ 482094 w 1703319"/>
                  <a:gd name="connsiteY7742" fmla="*/ 29715 h 788789"/>
                  <a:gd name="connsiteX7743" fmla="*/ 481003 w 1703319"/>
                  <a:gd name="connsiteY7743" fmla="*/ 30429 h 788789"/>
                  <a:gd name="connsiteX7744" fmla="*/ 479912 w 1703319"/>
                  <a:gd name="connsiteY7744" fmla="*/ 30786 h 788789"/>
                  <a:gd name="connsiteX7745" fmla="*/ 478458 w 1703319"/>
                  <a:gd name="connsiteY7745" fmla="*/ 31857 h 788789"/>
                  <a:gd name="connsiteX7746" fmla="*/ 477367 w 1703319"/>
                  <a:gd name="connsiteY7746" fmla="*/ 32214 h 788789"/>
                  <a:gd name="connsiteX7747" fmla="*/ 475548 w 1703319"/>
                  <a:gd name="connsiteY7747" fmla="*/ 32571 h 788789"/>
                  <a:gd name="connsiteX7748" fmla="*/ 474094 w 1703319"/>
                  <a:gd name="connsiteY7748" fmla="*/ 33285 h 788789"/>
                  <a:gd name="connsiteX7749" fmla="*/ 472276 w 1703319"/>
                  <a:gd name="connsiteY7749" fmla="*/ 33285 h 788789"/>
                  <a:gd name="connsiteX7750" fmla="*/ 468276 w 1703319"/>
                  <a:gd name="connsiteY7750" fmla="*/ 36855 h 788789"/>
                  <a:gd name="connsiteX7751" fmla="*/ 466094 w 1703319"/>
                  <a:gd name="connsiteY7751" fmla="*/ 38283 h 788789"/>
                  <a:gd name="connsiteX7752" fmla="*/ 464639 w 1703319"/>
                  <a:gd name="connsiteY7752" fmla="*/ 38640 h 788789"/>
                  <a:gd name="connsiteX7753" fmla="*/ 463548 w 1703319"/>
                  <a:gd name="connsiteY7753" fmla="*/ 38997 h 788789"/>
                  <a:gd name="connsiteX7754" fmla="*/ 461730 w 1703319"/>
                  <a:gd name="connsiteY7754" fmla="*/ 38997 h 788789"/>
                  <a:gd name="connsiteX7755" fmla="*/ 460639 w 1703319"/>
                  <a:gd name="connsiteY7755" fmla="*/ 38997 h 788789"/>
                  <a:gd name="connsiteX7756" fmla="*/ 461367 w 1703319"/>
                  <a:gd name="connsiteY7756" fmla="*/ 40068 h 788789"/>
                  <a:gd name="connsiteX7757" fmla="*/ 461367 w 1703319"/>
                  <a:gd name="connsiteY7757" fmla="*/ 40425 h 788789"/>
                  <a:gd name="connsiteX7758" fmla="*/ 460639 w 1703319"/>
                  <a:gd name="connsiteY7758" fmla="*/ 40782 h 788789"/>
                  <a:gd name="connsiteX7759" fmla="*/ 459185 w 1703319"/>
                  <a:gd name="connsiteY7759" fmla="*/ 41139 h 788789"/>
                  <a:gd name="connsiteX7760" fmla="*/ 455548 w 1703319"/>
                  <a:gd name="connsiteY7760" fmla="*/ 41496 h 788789"/>
                  <a:gd name="connsiteX7761" fmla="*/ 456276 w 1703319"/>
                  <a:gd name="connsiteY7761" fmla="*/ 41853 h 788789"/>
                  <a:gd name="connsiteX7762" fmla="*/ 457366 w 1703319"/>
                  <a:gd name="connsiteY7762" fmla="*/ 41496 h 788789"/>
                  <a:gd name="connsiteX7763" fmla="*/ 459185 w 1703319"/>
                  <a:gd name="connsiteY7763" fmla="*/ 41853 h 788789"/>
                  <a:gd name="connsiteX7764" fmla="*/ 459548 w 1703319"/>
                  <a:gd name="connsiteY7764" fmla="*/ 42210 h 788789"/>
                  <a:gd name="connsiteX7765" fmla="*/ 457366 w 1703319"/>
                  <a:gd name="connsiteY7765" fmla="*/ 42567 h 788789"/>
                  <a:gd name="connsiteX7766" fmla="*/ 457730 w 1703319"/>
                  <a:gd name="connsiteY7766" fmla="*/ 43281 h 788789"/>
                  <a:gd name="connsiteX7767" fmla="*/ 458094 w 1703319"/>
                  <a:gd name="connsiteY7767" fmla="*/ 43638 h 788789"/>
                  <a:gd name="connsiteX7768" fmla="*/ 457730 w 1703319"/>
                  <a:gd name="connsiteY7768" fmla="*/ 44352 h 788789"/>
                  <a:gd name="connsiteX7769" fmla="*/ 456276 w 1703319"/>
                  <a:gd name="connsiteY7769" fmla="*/ 45780 h 788789"/>
                  <a:gd name="connsiteX7770" fmla="*/ 454821 w 1703319"/>
                  <a:gd name="connsiteY7770" fmla="*/ 46494 h 788789"/>
                  <a:gd name="connsiteX7771" fmla="*/ 453730 w 1703319"/>
                  <a:gd name="connsiteY7771" fmla="*/ 46851 h 788789"/>
                  <a:gd name="connsiteX7772" fmla="*/ 452639 w 1703319"/>
                  <a:gd name="connsiteY7772" fmla="*/ 46851 h 788789"/>
                  <a:gd name="connsiteX7773" fmla="*/ 451548 w 1703319"/>
                  <a:gd name="connsiteY7773" fmla="*/ 46494 h 788789"/>
                  <a:gd name="connsiteX7774" fmla="*/ 449366 w 1703319"/>
                  <a:gd name="connsiteY7774" fmla="*/ 46494 h 788789"/>
                  <a:gd name="connsiteX7775" fmla="*/ 448275 w 1703319"/>
                  <a:gd name="connsiteY7775" fmla="*/ 46494 h 788789"/>
                  <a:gd name="connsiteX7776" fmla="*/ 447548 w 1703319"/>
                  <a:gd name="connsiteY7776" fmla="*/ 45780 h 788789"/>
                  <a:gd name="connsiteX7777" fmla="*/ 446457 w 1703319"/>
                  <a:gd name="connsiteY7777" fmla="*/ 45780 h 788789"/>
                  <a:gd name="connsiteX7778" fmla="*/ 445003 w 1703319"/>
                  <a:gd name="connsiteY7778" fmla="*/ 45423 h 788789"/>
                  <a:gd name="connsiteX7779" fmla="*/ 445730 w 1703319"/>
                  <a:gd name="connsiteY7779" fmla="*/ 45780 h 788789"/>
                  <a:gd name="connsiteX7780" fmla="*/ 446457 w 1703319"/>
                  <a:gd name="connsiteY7780" fmla="*/ 46494 h 788789"/>
                  <a:gd name="connsiteX7781" fmla="*/ 447185 w 1703319"/>
                  <a:gd name="connsiteY7781" fmla="*/ 47565 h 788789"/>
                  <a:gd name="connsiteX7782" fmla="*/ 447185 w 1703319"/>
                  <a:gd name="connsiteY7782" fmla="*/ 48279 h 788789"/>
                  <a:gd name="connsiteX7783" fmla="*/ 446094 w 1703319"/>
                  <a:gd name="connsiteY7783" fmla="*/ 48636 h 788789"/>
                  <a:gd name="connsiteX7784" fmla="*/ 445003 w 1703319"/>
                  <a:gd name="connsiteY7784" fmla="*/ 48636 h 788789"/>
                  <a:gd name="connsiteX7785" fmla="*/ 443912 w 1703319"/>
                  <a:gd name="connsiteY7785" fmla="*/ 48993 h 788789"/>
                  <a:gd name="connsiteX7786" fmla="*/ 442457 w 1703319"/>
                  <a:gd name="connsiteY7786" fmla="*/ 49350 h 788789"/>
                  <a:gd name="connsiteX7787" fmla="*/ 441366 w 1703319"/>
                  <a:gd name="connsiteY7787" fmla="*/ 49350 h 788789"/>
                  <a:gd name="connsiteX7788" fmla="*/ 440639 w 1703319"/>
                  <a:gd name="connsiteY7788" fmla="*/ 49350 h 788789"/>
                  <a:gd name="connsiteX7789" fmla="*/ 438821 w 1703319"/>
                  <a:gd name="connsiteY7789" fmla="*/ 50064 h 788789"/>
                  <a:gd name="connsiteX7790" fmla="*/ 437366 w 1703319"/>
                  <a:gd name="connsiteY7790" fmla="*/ 50064 h 788789"/>
                  <a:gd name="connsiteX7791" fmla="*/ 436275 w 1703319"/>
                  <a:gd name="connsiteY7791" fmla="*/ 50064 h 788789"/>
                  <a:gd name="connsiteX7792" fmla="*/ 434821 w 1703319"/>
                  <a:gd name="connsiteY7792" fmla="*/ 50064 h 788789"/>
                  <a:gd name="connsiteX7793" fmla="*/ 433730 w 1703319"/>
                  <a:gd name="connsiteY7793" fmla="*/ 49707 h 788789"/>
                  <a:gd name="connsiteX7794" fmla="*/ 433003 w 1703319"/>
                  <a:gd name="connsiteY7794" fmla="*/ 48993 h 788789"/>
                  <a:gd name="connsiteX7795" fmla="*/ 431912 w 1703319"/>
                  <a:gd name="connsiteY7795" fmla="*/ 48993 h 788789"/>
                  <a:gd name="connsiteX7796" fmla="*/ 431548 w 1703319"/>
                  <a:gd name="connsiteY7796" fmla="*/ 48993 h 788789"/>
                  <a:gd name="connsiteX7797" fmla="*/ 431548 w 1703319"/>
                  <a:gd name="connsiteY7797" fmla="*/ 49350 h 788789"/>
                  <a:gd name="connsiteX7798" fmla="*/ 431548 w 1703319"/>
                  <a:gd name="connsiteY7798" fmla="*/ 50064 h 788789"/>
                  <a:gd name="connsiteX7799" fmla="*/ 432639 w 1703319"/>
                  <a:gd name="connsiteY7799" fmla="*/ 50421 h 788789"/>
                  <a:gd name="connsiteX7800" fmla="*/ 433366 w 1703319"/>
                  <a:gd name="connsiteY7800" fmla="*/ 50421 h 788789"/>
                  <a:gd name="connsiteX7801" fmla="*/ 434457 w 1703319"/>
                  <a:gd name="connsiteY7801" fmla="*/ 50778 h 788789"/>
                  <a:gd name="connsiteX7802" fmla="*/ 435184 w 1703319"/>
                  <a:gd name="connsiteY7802" fmla="*/ 50778 h 788789"/>
                  <a:gd name="connsiteX7803" fmla="*/ 437003 w 1703319"/>
                  <a:gd name="connsiteY7803" fmla="*/ 50778 h 788789"/>
                  <a:gd name="connsiteX7804" fmla="*/ 438821 w 1703319"/>
                  <a:gd name="connsiteY7804" fmla="*/ 50778 h 788789"/>
                  <a:gd name="connsiteX7805" fmla="*/ 439912 w 1703319"/>
                  <a:gd name="connsiteY7805" fmla="*/ 51492 h 788789"/>
                  <a:gd name="connsiteX7806" fmla="*/ 440275 w 1703319"/>
                  <a:gd name="connsiteY7806" fmla="*/ 52206 h 788789"/>
                  <a:gd name="connsiteX7807" fmla="*/ 440275 w 1703319"/>
                  <a:gd name="connsiteY7807" fmla="*/ 53991 h 788789"/>
                  <a:gd name="connsiteX7808" fmla="*/ 438821 w 1703319"/>
                  <a:gd name="connsiteY7808" fmla="*/ 53991 h 788789"/>
                  <a:gd name="connsiteX7809" fmla="*/ 437366 w 1703319"/>
                  <a:gd name="connsiteY7809" fmla="*/ 53634 h 788789"/>
                  <a:gd name="connsiteX7810" fmla="*/ 435352 w 1703319"/>
                  <a:gd name="connsiteY7810" fmla="*/ 53963 h 788789"/>
                  <a:gd name="connsiteX7811" fmla="*/ 434457 w 1703319"/>
                  <a:gd name="connsiteY7811" fmla="*/ 53634 h 788789"/>
                  <a:gd name="connsiteX7812" fmla="*/ 435184 w 1703319"/>
                  <a:gd name="connsiteY7812" fmla="*/ 53991 h 788789"/>
                  <a:gd name="connsiteX7813" fmla="*/ 435352 w 1703319"/>
                  <a:gd name="connsiteY7813" fmla="*/ 53963 h 788789"/>
                  <a:gd name="connsiteX7814" fmla="*/ 437366 w 1703319"/>
                  <a:gd name="connsiteY7814" fmla="*/ 54705 h 788789"/>
                  <a:gd name="connsiteX7815" fmla="*/ 438457 w 1703319"/>
                  <a:gd name="connsiteY7815" fmla="*/ 55419 h 788789"/>
                  <a:gd name="connsiteX7816" fmla="*/ 439184 w 1703319"/>
                  <a:gd name="connsiteY7816" fmla="*/ 56133 h 788789"/>
                  <a:gd name="connsiteX7817" fmla="*/ 441003 w 1703319"/>
                  <a:gd name="connsiteY7817" fmla="*/ 56490 h 788789"/>
                  <a:gd name="connsiteX7818" fmla="*/ 440275 w 1703319"/>
                  <a:gd name="connsiteY7818" fmla="*/ 56847 h 788789"/>
                  <a:gd name="connsiteX7819" fmla="*/ 439548 w 1703319"/>
                  <a:gd name="connsiteY7819" fmla="*/ 57204 h 788789"/>
                  <a:gd name="connsiteX7820" fmla="*/ 439548 w 1703319"/>
                  <a:gd name="connsiteY7820" fmla="*/ 57918 h 788789"/>
                  <a:gd name="connsiteX7821" fmla="*/ 439548 w 1703319"/>
                  <a:gd name="connsiteY7821" fmla="*/ 58275 h 788789"/>
                  <a:gd name="connsiteX7822" fmla="*/ 438821 w 1703319"/>
                  <a:gd name="connsiteY7822" fmla="*/ 58632 h 788789"/>
                  <a:gd name="connsiteX7823" fmla="*/ 437730 w 1703319"/>
                  <a:gd name="connsiteY7823" fmla="*/ 58632 h 788789"/>
                  <a:gd name="connsiteX7824" fmla="*/ 436275 w 1703319"/>
                  <a:gd name="connsiteY7824" fmla="*/ 58632 h 788789"/>
                  <a:gd name="connsiteX7825" fmla="*/ 435184 w 1703319"/>
                  <a:gd name="connsiteY7825" fmla="*/ 58989 h 788789"/>
                  <a:gd name="connsiteX7826" fmla="*/ 435184 w 1703319"/>
                  <a:gd name="connsiteY7826" fmla="*/ 59346 h 788789"/>
                  <a:gd name="connsiteX7827" fmla="*/ 436275 w 1703319"/>
                  <a:gd name="connsiteY7827" fmla="*/ 59703 h 788789"/>
                  <a:gd name="connsiteX7828" fmla="*/ 437366 w 1703319"/>
                  <a:gd name="connsiteY7828" fmla="*/ 60774 h 788789"/>
                  <a:gd name="connsiteX7829" fmla="*/ 436639 w 1703319"/>
                  <a:gd name="connsiteY7829" fmla="*/ 61488 h 788789"/>
                  <a:gd name="connsiteX7830" fmla="*/ 435548 w 1703319"/>
                  <a:gd name="connsiteY7830" fmla="*/ 61845 h 788789"/>
                  <a:gd name="connsiteX7831" fmla="*/ 435548 w 1703319"/>
                  <a:gd name="connsiteY7831" fmla="*/ 62916 h 788789"/>
                  <a:gd name="connsiteX7832" fmla="*/ 435548 w 1703319"/>
                  <a:gd name="connsiteY7832" fmla="*/ 63630 h 788789"/>
                  <a:gd name="connsiteX7833" fmla="*/ 434821 w 1703319"/>
                  <a:gd name="connsiteY7833" fmla="*/ 64344 h 788789"/>
                  <a:gd name="connsiteX7834" fmla="*/ 433366 w 1703319"/>
                  <a:gd name="connsiteY7834" fmla="*/ 64344 h 788789"/>
                  <a:gd name="connsiteX7835" fmla="*/ 432639 w 1703319"/>
                  <a:gd name="connsiteY7835" fmla="*/ 64701 h 788789"/>
                  <a:gd name="connsiteX7836" fmla="*/ 431548 w 1703319"/>
                  <a:gd name="connsiteY7836" fmla="*/ 65058 h 788789"/>
                  <a:gd name="connsiteX7837" fmla="*/ 429730 w 1703319"/>
                  <a:gd name="connsiteY7837" fmla="*/ 65058 h 788789"/>
                  <a:gd name="connsiteX7838" fmla="*/ 429003 w 1703319"/>
                  <a:gd name="connsiteY7838" fmla="*/ 65058 h 788789"/>
                  <a:gd name="connsiteX7839" fmla="*/ 427912 w 1703319"/>
                  <a:gd name="connsiteY7839" fmla="*/ 65058 h 788789"/>
                  <a:gd name="connsiteX7840" fmla="*/ 426457 w 1703319"/>
                  <a:gd name="connsiteY7840" fmla="*/ 65058 h 788789"/>
                  <a:gd name="connsiteX7841" fmla="*/ 425730 w 1703319"/>
                  <a:gd name="connsiteY7841" fmla="*/ 65058 h 788789"/>
                  <a:gd name="connsiteX7842" fmla="*/ 424639 w 1703319"/>
                  <a:gd name="connsiteY7842" fmla="*/ 64701 h 788789"/>
                  <a:gd name="connsiteX7843" fmla="*/ 423184 w 1703319"/>
                  <a:gd name="connsiteY7843" fmla="*/ 65058 h 788789"/>
                  <a:gd name="connsiteX7844" fmla="*/ 423184 w 1703319"/>
                  <a:gd name="connsiteY7844" fmla="*/ 65772 h 788789"/>
                  <a:gd name="connsiteX7845" fmla="*/ 424275 w 1703319"/>
                  <a:gd name="connsiteY7845" fmla="*/ 67557 h 788789"/>
                  <a:gd name="connsiteX7846" fmla="*/ 424639 w 1703319"/>
                  <a:gd name="connsiteY7846" fmla="*/ 68271 h 788789"/>
                  <a:gd name="connsiteX7847" fmla="*/ 424275 w 1703319"/>
                  <a:gd name="connsiteY7847" fmla="*/ 68985 h 788789"/>
                  <a:gd name="connsiteX7848" fmla="*/ 422093 w 1703319"/>
                  <a:gd name="connsiteY7848" fmla="*/ 70770 h 788789"/>
                  <a:gd name="connsiteX7849" fmla="*/ 420639 w 1703319"/>
                  <a:gd name="connsiteY7849" fmla="*/ 70770 h 788789"/>
                  <a:gd name="connsiteX7850" fmla="*/ 419912 w 1703319"/>
                  <a:gd name="connsiteY7850" fmla="*/ 71127 h 788789"/>
                  <a:gd name="connsiteX7851" fmla="*/ 419184 w 1703319"/>
                  <a:gd name="connsiteY7851" fmla="*/ 71127 h 788789"/>
                  <a:gd name="connsiteX7852" fmla="*/ 418457 w 1703319"/>
                  <a:gd name="connsiteY7852" fmla="*/ 72198 h 788789"/>
                  <a:gd name="connsiteX7853" fmla="*/ 418457 w 1703319"/>
                  <a:gd name="connsiteY7853" fmla="*/ 72555 h 788789"/>
                  <a:gd name="connsiteX7854" fmla="*/ 418457 w 1703319"/>
                  <a:gd name="connsiteY7854" fmla="*/ 73269 h 788789"/>
                  <a:gd name="connsiteX7855" fmla="*/ 417730 w 1703319"/>
                  <a:gd name="connsiteY7855" fmla="*/ 73983 h 788789"/>
                  <a:gd name="connsiteX7856" fmla="*/ 417730 w 1703319"/>
                  <a:gd name="connsiteY7856" fmla="*/ 74340 h 788789"/>
                  <a:gd name="connsiteX7857" fmla="*/ 419548 w 1703319"/>
                  <a:gd name="connsiteY7857" fmla="*/ 75054 h 788789"/>
                  <a:gd name="connsiteX7858" fmla="*/ 420639 w 1703319"/>
                  <a:gd name="connsiteY7858" fmla="*/ 75411 h 788789"/>
                  <a:gd name="connsiteX7859" fmla="*/ 421366 w 1703319"/>
                  <a:gd name="connsiteY7859" fmla="*/ 74697 h 788789"/>
                  <a:gd name="connsiteX7860" fmla="*/ 422457 w 1703319"/>
                  <a:gd name="connsiteY7860" fmla="*/ 73626 h 788789"/>
                  <a:gd name="connsiteX7861" fmla="*/ 422821 w 1703319"/>
                  <a:gd name="connsiteY7861" fmla="*/ 73626 h 788789"/>
                  <a:gd name="connsiteX7862" fmla="*/ 423184 w 1703319"/>
                  <a:gd name="connsiteY7862" fmla="*/ 73626 h 788789"/>
                  <a:gd name="connsiteX7863" fmla="*/ 425002 w 1703319"/>
                  <a:gd name="connsiteY7863" fmla="*/ 75768 h 788789"/>
                  <a:gd name="connsiteX7864" fmla="*/ 425366 w 1703319"/>
                  <a:gd name="connsiteY7864" fmla="*/ 76482 h 788789"/>
                  <a:gd name="connsiteX7865" fmla="*/ 425002 w 1703319"/>
                  <a:gd name="connsiteY7865" fmla="*/ 77553 h 788789"/>
                  <a:gd name="connsiteX7866" fmla="*/ 424639 w 1703319"/>
                  <a:gd name="connsiteY7866" fmla="*/ 78267 h 788789"/>
                  <a:gd name="connsiteX7867" fmla="*/ 421730 w 1703319"/>
                  <a:gd name="connsiteY7867" fmla="*/ 79695 h 788789"/>
                  <a:gd name="connsiteX7868" fmla="*/ 421366 w 1703319"/>
                  <a:gd name="connsiteY7868" fmla="*/ 78981 h 788789"/>
                  <a:gd name="connsiteX7869" fmla="*/ 421002 w 1703319"/>
                  <a:gd name="connsiteY7869" fmla="*/ 78267 h 788789"/>
                  <a:gd name="connsiteX7870" fmla="*/ 420275 w 1703319"/>
                  <a:gd name="connsiteY7870" fmla="*/ 78624 h 788789"/>
                  <a:gd name="connsiteX7871" fmla="*/ 420275 w 1703319"/>
                  <a:gd name="connsiteY7871" fmla="*/ 79338 h 788789"/>
                  <a:gd name="connsiteX7872" fmla="*/ 419548 w 1703319"/>
                  <a:gd name="connsiteY7872" fmla="*/ 79695 h 788789"/>
                  <a:gd name="connsiteX7873" fmla="*/ 418457 w 1703319"/>
                  <a:gd name="connsiteY7873" fmla="*/ 80409 h 788789"/>
                  <a:gd name="connsiteX7874" fmla="*/ 416639 w 1703319"/>
                  <a:gd name="connsiteY7874" fmla="*/ 80766 h 788789"/>
                  <a:gd name="connsiteX7875" fmla="*/ 415911 w 1703319"/>
                  <a:gd name="connsiteY7875" fmla="*/ 81123 h 788789"/>
                  <a:gd name="connsiteX7876" fmla="*/ 415184 w 1703319"/>
                  <a:gd name="connsiteY7876" fmla="*/ 81123 h 788789"/>
                  <a:gd name="connsiteX7877" fmla="*/ 414093 w 1703319"/>
                  <a:gd name="connsiteY7877" fmla="*/ 81480 h 788789"/>
                  <a:gd name="connsiteX7878" fmla="*/ 413366 w 1703319"/>
                  <a:gd name="connsiteY7878" fmla="*/ 81837 h 788789"/>
                  <a:gd name="connsiteX7879" fmla="*/ 412639 w 1703319"/>
                  <a:gd name="connsiteY7879" fmla="*/ 82194 h 788789"/>
                  <a:gd name="connsiteX7880" fmla="*/ 411548 w 1703319"/>
                  <a:gd name="connsiteY7880" fmla="*/ 82551 h 788789"/>
                  <a:gd name="connsiteX7881" fmla="*/ 410093 w 1703319"/>
                  <a:gd name="connsiteY7881" fmla="*/ 82194 h 788789"/>
                  <a:gd name="connsiteX7882" fmla="*/ 409730 w 1703319"/>
                  <a:gd name="connsiteY7882" fmla="*/ 81480 h 788789"/>
                  <a:gd name="connsiteX7883" fmla="*/ 410093 w 1703319"/>
                  <a:gd name="connsiteY7883" fmla="*/ 81123 h 788789"/>
                  <a:gd name="connsiteX7884" fmla="*/ 410820 w 1703319"/>
                  <a:gd name="connsiteY7884" fmla="*/ 80052 h 788789"/>
                  <a:gd name="connsiteX7885" fmla="*/ 410093 w 1703319"/>
                  <a:gd name="connsiteY7885" fmla="*/ 79338 h 788789"/>
                  <a:gd name="connsiteX7886" fmla="*/ 409002 w 1703319"/>
                  <a:gd name="connsiteY7886" fmla="*/ 79338 h 788789"/>
                  <a:gd name="connsiteX7887" fmla="*/ 408275 w 1703319"/>
                  <a:gd name="connsiteY7887" fmla="*/ 79338 h 788789"/>
                  <a:gd name="connsiteX7888" fmla="*/ 407548 w 1703319"/>
                  <a:gd name="connsiteY7888" fmla="*/ 79338 h 788789"/>
                  <a:gd name="connsiteX7889" fmla="*/ 406820 w 1703319"/>
                  <a:gd name="connsiteY7889" fmla="*/ 78981 h 788789"/>
                  <a:gd name="connsiteX7890" fmla="*/ 406093 w 1703319"/>
                  <a:gd name="connsiteY7890" fmla="*/ 78981 h 788789"/>
                  <a:gd name="connsiteX7891" fmla="*/ 405366 w 1703319"/>
                  <a:gd name="connsiteY7891" fmla="*/ 77910 h 788789"/>
                  <a:gd name="connsiteX7892" fmla="*/ 404275 w 1703319"/>
                  <a:gd name="connsiteY7892" fmla="*/ 77196 h 788789"/>
                  <a:gd name="connsiteX7893" fmla="*/ 403911 w 1703319"/>
                  <a:gd name="connsiteY7893" fmla="*/ 77910 h 788789"/>
                  <a:gd name="connsiteX7894" fmla="*/ 404275 w 1703319"/>
                  <a:gd name="connsiteY7894" fmla="*/ 78267 h 788789"/>
                  <a:gd name="connsiteX7895" fmla="*/ 405002 w 1703319"/>
                  <a:gd name="connsiteY7895" fmla="*/ 78624 h 788789"/>
                  <a:gd name="connsiteX7896" fmla="*/ 405730 w 1703319"/>
                  <a:gd name="connsiteY7896" fmla="*/ 79338 h 788789"/>
                  <a:gd name="connsiteX7897" fmla="*/ 405730 w 1703319"/>
                  <a:gd name="connsiteY7897" fmla="*/ 80052 h 788789"/>
                  <a:gd name="connsiteX7898" fmla="*/ 405002 w 1703319"/>
                  <a:gd name="connsiteY7898" fmla="*/ 81123 h 788789"/>
                  <a:gd name="connsiteX7899" fmla="*/ 404275 w 1703319"/>
                  <a:gd name="connsiteY7899" fmla="*/ 81480 h 788789"/>
                  <a:gd name="connsiteX7900" fmla="*/ 403911 w 1703319"/>
                  <a:gd name="connsiteY7900" fmla="*/ 81837 h 788789"/>
                  <a:gd name="connsiteX7901" fmla="*/ 403184 w 1703319"/>
                  <a:gd name="connsiteY7901" fmla="*/ 81837 h 788789"/>
                  <a:gd name="connsiteX7902" fmla="*/ 402093 w 1703319"/>
                  <a:gd name="connsiteY7902" fmla="*/ 81480 h 788789"/>
                  <a:gd name="connsiteX7903" fmla="*/ 401729 w 1703319"/>
                  <a:gd name="connsiteY7903" fmla="*/ 81123 h 788789"/>
                  <a:gd name="connsiteX7904" fmla="*/ 400639 w 1703319"/>
                  <a:gd name="connsiteY7904" fmla="*/ 80766 h 788789"/>
                  <a:gd name="connsiteX7905" fmla="*/ 400639 w 1703319"/>
                  <a:gd name="connsiteY7905" fmla="*/ 80409 h 788789"/>
                  <a:gd name="connsiteX7906" fmla="*/ 400275 w 1703319"/>
                  <a:gd name="connsiteY7906" fmla="*/ 80052 h 788789"/>
                  <a:gd name="connsiteX7907" fmla="*/ 399548 w 1703319"/>
                  <a:gd name="connsiteY7907" fmla="*/ 79695 h 788789"/>
                  <a:gd name="connsiteX7908" fmla="*/ 398820 w 1703319"/>
                  <a:gd name="connsiteY7908" fmla="*/ 79338 h 788789"/>
                  <a:gd name="connsiteX7909" fmla="*/ 398457 w 1703319"/>
                  <a:gd name="connsiteY7909" fmla="*/ 79338 h 788789"/>
                  <a:gd name="connsiteX7910" fmla="*/ 398093 w 1703319"/>
                  <a:gd name="connsiteY7910" fmla="*/ 79695 h 788789"/>
                  <a:gd name="connsiteX7911" fmla="*/ 397002 w 1703319"/>
                  <a:gd name="connsiteY7911" fmla="*/ 79695 h 788789"/>
                  <a:gd name="connsiteX7912" fmla="*/ 395911 w 1703319"/>
                  <a:gd name="connsiteY7912" fmla="*/ 79338 h 788789"/>
                  <a:gd name="connsiteX7913" fmla="*/ 395548 w 1703319"/>
                  <a:gd name="connsiteY7913" fmla="*/ 78981 h 788789"/>
                  <a:gd name="connsiteX7914" fmla="*/ 395184 w 1703319"/>
                  <a:gd name="connsiteY7914" fmla="*/ 77910 h 788789"/>
                  <a:gd name="connsiteX7915" fmla="*/ 394457 w 1703319"/>
                  <a:gd name="connsiteY7915" fmla="*/ 78267 h 788789"/>
                  <a:gd name="connsiteX7916" fmla="*/ 394457 w 1703319"/>
                  <a:gd name="connsiteY7916" fmla="*/ 79338 h 788789"/>
                  <a:gd name="connsiteX7917" fmla="*/ 394093 w 1703319"/>
                  <a:gd name="connsiteY7917" fmla="*/ 79695 h 788789"/>
                  <a:gd name="connsiteX7918" fmla="*/ 393366 w 1703319"/>
                  <a:gd name="connsiteY7918" fmla="*/ 80052 h 788789"/>
                  <a:gd name="connsiteX7919" fmla="*/ 392638 w 1703319"/>
                  <a:gd name="connsiteY7919" fmla="*/ 79695 h 788789"/>
                  <a:gd name="connsiteX7920" fmla="*/ 392275 w 1703319"/>
                  <a:gd name="connsiteY7920" fmla="*/ 79695 h 788789"/>
                  <a:gd name="connsiteX7921" fmla="*/ 391548 w 1703319"/>
                  <a:gd name="connsiteY7921" fmla="*/ 79338 h 788789"/>
                  <a:gd name="connsiteX7922" fmla="*/ 391184 w 1703319"/>
                  <a:gd name="connsiteY7922" fmla="*/ 79338 h 788789"/>
                  <a:gd name="connsiteX7923" fmla="*/ 391184 w 1703319"/>
                  <a:gd name="connsiteY7923" fmla="*/ 80052 h 788789"/>
                  <a:gd name="connsiteX7924" fmla="*/ 391548 w 1703319"/>
                  <a:gd name="connsiteY7924" fmla="*/ 80409 h 788789"/>
                  <a:gd name="connsiteX7925" fmla="*/ 391184 w 1703319"/>
                  <a:gd name="connsiteY7925" fmla="*/ 80766 h 788789"/>
                  <a:gd name="connsiteX7926" fmla="*/ 390457 w 1703319"/>
                  <a:gd name="connsiteY7926" fmla="*/ 81123 h 788789"/>
                  <a:gd name="connsiteX7927" fmla="*/ 389729 w 1703319"/>
                  <a:gd name="connsiteY7927" fmla="*/ 80766 h 788789"/>
                  <a:gd name="connsiteX7928" fmla="*/ 389002 w 1703319"/>
                  <a:gd name="connsiteY7928" fmla="*/ 80766 h 788789"/>
                  <a:gd name="connsiteX7929" fmla="*/ 387911 w 1703319"/>
                  <a:gd name="connsiteY7929" fmla="*/ 81123 h 788789"/>
                  <a:gd name="connsiteX7930" fmla="*/ 387548 w 1703319"/>
                  <a:gd name="connsiteY7930" fmla="*/ 80409 h 788789"/>
                  <a:gd name="connsiteX7931" fmla="*/ 386820 w 1703319"/>
                  <a:gd name="connsiteY7931" fmla="*/ 80409 h 788789"/>
                  <a:gd name="connsiteX7932" fmla="*/ 385729 w 1703319"/>
                  <a:gd name="connsiteY7932" fmla="*/ 80409 h 788789"/>
                  <a:gd name="connsiteX7933" fmla="*/ 384638 w 1703319"/>
                  <a:gd name="connsiteY7933" fmla="*/ 80052 h 788789"/>
                  <a:gd name="connsiteX7934" fmla="*/ 384638 w 1703319"/>
                  <a:gd name="connsiteY7934" fmla="*/ 79338 h 788789"/>
                  <a:gd name="connsiteX7935" fmla="*/ 383911 w 1703319"/>
                  <a:gd name="connsiteY7935" fmla="*/ 78981 h 788789"/>
                  <a:gd name="connsiteX7936" fmla="*/ 383184 w 1703319"/>
                  <a:gd name="connsiteY7936" fmla="*/ 80052 h 788789"/>
                  <a:gd name="connsiteX7937" fmla="*/ 380638 w 1703319"/>
                  <a:gd name="connsiteY7937" fmla="*/ 80052 h 788789"/>
                  <a:gd name="connsiteX7938" fmla="*/ 379547 w 1703319"/>
                  <a:gd name="connsiteY7938" fmla="*/ 80052 h 788789"/>
                  <a:gd name="connsiteX7939" fmla="*/ 379184 w 1703319"/>
                  <a:gd name="connsiteY7939" fmla="*/ 79695 h 788789"/>
                  <a:gd name="connsiteX7940" fmla="*/ 378093 w 1703319"/>
                  <a:gd name="connsiteY7940" fmla="*/ 78981 h 788789"/>
                  <a:gd name="connsiteX7941" fmla="*/ 377366 w 1703319"/>
                  <a:gd name="connsiteY7941" fmla="*/ 79338 h 788789"/>
                  <a:gd name="connsiteX7942" fmla="*/ 377002 w 1703319"/>
                  <a:gd name="connsiteY7942" fmla="*/ 80052 h 788789"/>
                  <a:gd name="connsiteX7943" fmla="*/ 376275 w 1703319"/>
                  <a:gd name="connsiteY7943" fmla="*/ 80409 h 788789"/>
                  <a:gd name="connsiteX7944" fmla="*/ 375184 w 1703319"/>
                  <a:gd name="connsiteY7944" fmla="*/ 80409 h 788789"/>
                  <a:gd name="connsiteX7945" fmla="*/ 373729 w 1703319"/>
                  <a:gd name="connsiteY7945" fmla="*/ 79338 h 788789"/>
                  <a:gd name="connsiteX7946" fmla="*/ 373729 w 1703319"/>
                  <a:gd name="connsiteY7946" fmla="*/ 78624 h 788789"/>
                  <a:gd name="connsiteX7947" fmla="*/ 374093 w 1703319"/>
                  <a:gd name="connsiteY7947" fmla="*/ 77553 h 788789"/>
                  <a:gd name="connsiteX7948" fmla="*/ 373366 w 1703319"/>
                  <a:gd name="connsiteY7948" fmla="*/ 77196 h 788789"/>
                  <a:gd name="connsiteX7949" fmla="*/ 373002 w 1703319"/>
                  <a:gd name="connsiteY7949" fmla="*/ 78981 h 788789"/>
                  <a:gd name="connsiteX7950" fmla="*/ 372275 w 1703319"/>
                  <a:gd name="connsiteY7950" fmla="*/ 79695 h 788789"/>
                  <a:gd name="connsiteX7951" fmla="*/ 370820 w 1703319"/>
                  <a:gd name="connsiteY7951" fmla="*/ 79695 h 788789"/>
                  <a:gd name="connsiteX7952" fmla="*/ 369365 w 1703319"/>
                  <a:gd name="connsiteY7952" fmla="*/ 78267 h 788789"/>
                  <a:gd name="connsiteX7953" fmla="*/ 369002 w 1703319"/>
                  <a:gd name="connsiteY7953" fmla="*/ 76125 h 788789"/>
                  <a:gd name="connsiteX7954" fmla="*/ 369729 w 1703319"/>
                  <a:gd name="connsiteY7954" fmla="*/ 75411 h 788789"/>
                  <a:gd name="connsiteX7955" fmla="*/ 371547 w 1703319"/>
                  <a:gd name="connsiteY7955" fmla="*/ 74340 h 788789"/>
                  <a:gd name="connsiteX7956" fmla="*/ 373366 w 1703319"/>
                  <a:gd name="connsiteY7956" fmla="*/ 73626 h 788789"/>
                  <a:gd name="connsiteX7957" fmla="*/ 374093 w 1703319"/>
                  <a:gd name="connsiteY7957" fmla="*/ 72912 h 788789"/>
                  <a:gd name="connsiteX7958" fmla="*/ 375911 w 1703319"/>
                  <a:gd name="connsiteY7958" fmla="*/ 72555 h 788789"/>
                  <a:gd name="connsiteX7959" fmla="*/ 378457 w 1703319"/>
                  <a:gd name="connsiteY7959" fmla="*/ 72912 h 788789"/>
                  <a:gd name="connsiteX7960" fmla="*/ 380638 w 1703319"/>
                  <a:gd name="connsiteY7960" fmla="*/ 72912 h 788789"/>
                  <a:gd name="connsiteX7961" fmla="*/ 381002 w 1703319"/>
                  <a:gd name="connsiteY7961" fmla="*/ 71484 h 788789"/>
                  <a:gd name="connsiteX7962" fmla="*/ 379184 w 1703319"/>
                  <a:gd name="connsiteY7962" fmla="*/ 71127 h 788789"/>
                  <a:gd name="connsiteX7963" fmla="*/ 378093 w 1703319"/>
                  <a:gd name="connsiteY7963" fmla="*/ 70770 h 788789"/>
                  <a:gd name="connsiteX7964" fmla="*/ 377366 w 1703319"/>
                  <a:gd name="connsiteY7964" fmla="*/ 70056 h 788789"/>
                  <a:gd name="connsiteX7965" fmla="*/ 377002 w 1703319"/>
                  <a:gd name="connsiteY7965" fmla="*/ 68985 h 788789"/>
                  <a:gd name="connsiteX7966" fmla="*/ 376275 w 1703319"/>
                  <a:gd name="connsiteY7966" fmla="*/ 68271 h 788789"/>
                  <a:gd name="connsiteX7967" fmla="*/ 375911 w 1703319"/>
                  <a:gd name="connsiteY7967" fmla="*/ 66843 h 788789"/>
                  <a:gd name="connsiteX7968" fmla="*/ 376638 w 1703319"/>
                  <a:gd name="connsiteY7968" fmla="*/ 66129 h 788789"/>
                  <a:gd name="connsiteX7969" fmla="*/ 377729 w 1703319"/>
                  <a:gd name="connsiteY7969" fmla="*/ 65415 h 788789"/>
                  <a:gd name="connsiteX7970" fmla="*/ 379184 w 1703319"/>
                  <a:gd name="connsiteY7970" fmla="*/ 65415 h 788789"/>
                  <a:gd name="connsiteX7971" fmla="*/ 381366 w 1703319"/>
                  <a:gd name="connsiteY7971" fmla="*/ 65415 h 788789"/>
                  <a:gd name="connsiteX7972" fmla="*/ 382457 w 1703319"/>
                  <a:gd name="connsiteY7972" fmla="*/ 65415 h 788789"/>
                  <a:gd name="connsiteX7973" fmla="*/ 383184 w 1703319"/>
                  <a:gd name="connsiteY7973" fmla="*/ 66129 h 788789"/>
                  <a:gd name="connsiteX7974" fmla="*/ 386457 w 1703319"/>
                  <a:gd name="connsiteY7974" fmla="*/ 67557 h 788789"/>
                  <a:gd name="connsiteX7975" fmla="*/ 389002 w 1703319"/>
                  <a:gd name="connsiteY7975" fmla="*/ 69699 h 788789"/>
                  <a:gd name="connsiteX7976" fmla="*/ 390093 w 1703319"/>
                  <a:gd name="connsiteY7976" fmla="*/ 70413 h 788789"/>
                  <a:gd name="connsiteX7977" fmla="*/ 391548 w 1703319"/>
                  <a:gd name="connsiteY7977" fmla="*/ 70770 h 788789"/>
                  <a:gd name="connsiteX7978" fmla="*/ 393002 w 1703319"/>
                  <a:gd name="connsiteY7978" fmla="*/ 70413 h 788789"/>
                  <a:gd name="connsiteX7979" fmla="*/ 395911 w 1703319"/>
                  <a:gd name="connsiteY7979" fmla="*/ 70413 h 788789"/>
                  <a:gd name="connsiteX7980" fmla="*/ 398457 w 1703319"/>
                  <a:gd name="connsiteY7980" fmla="*/ 69342 h 788789"/>
                  <a:gd name="connsiteX7981" fmla="*/ 399548 w 1703319"/>
                  <a:gd name="connsiteY7981" fmla="*/ 68628 h 788789"/>
                  <a:gd name="connsiteX7982" fmla="*/ 400275 w 1703319"/>
                  <a:gd name="connsiteY7982" fmla="*/ 67557 h 788789"/>
                  <a:gd name="connsiteX7983" fmla="*/ 402457 w 1703319"/>
                  <a:gd name="connsiteY7983" fmla="*/ 65058 h 788789"/>
                  <a:gd name="connsiteX7984" fmla="*/ 402457 w 1703319"/>
                  <a:gd name="connsiteY7984" fmla="*/ 64344 h 788789"/>
                  <a:gd name="connsiteX7985" fmla="*/ 400639 w 1703319"/>
                  <a:gd name="connsiteY7985" fmla="*/ 64701 h 788789"/>
                  <a:gd name="connsiteX7986" fmla="*/ 400275 w 1703319"/>
                  <a:gd name="connsiteY7986" fmla="*/ 65415 h 788789"/>
                  <a:gd name="connsiteX7987" fmla="*/ 399184 w 1703319"/>
                  <a:gd name="connsiteY7987" fmla="*/ 66843 h 788789"/>
                  <a:gd name="connsiteX7988" fmla="*/ 398457 w 1703319"/>
                  <a:gd name="connsiteY7988" fmla="*/ 67914 h 788789"/>
                  <a:gd name="connsiteX7989" fmla="*/ 397366 w 1703319"/>
                  <a:gd name="connsiteY7989" fmla="*/ 68628 h 788789"/>
                  <a:gd name="connsiteX7990" fmla="*/ 393002 w 1703319"/>
                  <a:gd name="connsiteY7990" fmla="*/ 68628 h 788789"/>
                  <a:gd name="connsiteX7991" fmla="*/ 391911 w 1703319"/>
                  <a:gd name="connsiteY7991" fmla="*/ 68271 h 788789"/>
                  <a:gd name="connsiteX7992" fmla="*/ 389729 w 1703319"/>
                  <a:gd name="connsiteY7992" fmla="*/ 67914 h 788789"/>
                  <a:gd name="connsiteX7993" fmla="*/ 389729 w 1703319"/>
                  <a:gd name="connsiteY7993" fmla="*/ 67557 h 788789"/>
                  <a:gd name="connsiteX7994" fmla="*/ 390457 w 1703319"/>
                  <a:gd name="connsiteY7994" fmla="*/ 66843 h 788789"/>
                  <a:gd name="connsiteX7995" fmla="*/ 390820 w 1703319"/>
                  <a:gd name="connsiteY7995" fmla="*/ 65772 h 788789"/>
                  <a:gd name="connsiteX7996" fmla="*/ 390457 w 1703319"/>
                  <a:gd name="connsiteY7996" fmla="*/ 65058 h 788789"/>
                  <a:gd name="connsiteX7997" fmla="*/ 389366 w 1703319"/>
                  <a:gd name="connsiteY7997" fmla="*/ 65415 h 788789"/>
                  <a:gd name="connsiteX7998" fmla="*/ 388275 w 1703319"/>
                  <a:gd name="connsiteY7998" fmla="*/ 64701 h 788789"/>
                  <a:gd name="connsiteX7999" fmla="*/ 389366 w 1703319"/>
                  <a:gd name="connsiteY7999" fmla="*/ 63987 h 788789"/>
                  <a:gd name="connsiteX8000" fmla="*/ 390820 w 1703319"/>
                  <a:gd name="connsiteY8000" fmla="*/ 63273 h 788789"/>
                  <a:gd name="connsiteX8001" fmla="*/ 393002 w 1703319"/>
                  <a:gd name="connsiteY8001" fmla="*/ 63273 h 788789"/>
                  <a:gd name="connsiteX8002" fmla="*/ 394093 w 1703319"/>
                  <a:gd name="connsiteY8002" fmla="*/ 62559 h 788789"/>
                  <a:gd name="connsiteX8003" fmla="*/ 392638 w 1703319"/>
                  <a:gd name="connsiteY8003" fmla="*/ 61845 h 788789"/>
                  <a:gd name="connsiteX8004" fmla="*/ 391911 w 1703319"/>
                  <a:gd name="connsiteY8004" fmla="*/ 60774 h 788789"/>
                  <a:gd name="connsiteX8005" fmla="*/ 392275 w 1703319"/>
                  <a:gd name="connsiteY8005" fmla="*/ 59346 h 788789"/>
                  <a:gd name="connsiteX8006" fmla="*/ 391184 w 1703319"/>
                  <a:gd name="connsiteY8006" fmla="*/ 59346 h 788789"/>
                  <a:gd name="connsiteX8007" fmla="*/ 390820 w 1703319"/>
                  <a:gd name="connsiteY8007" fmla="*/ 60060 h 788789"/>
                  <a:gd name="connsiteX8008" fmla="*/ 390457 w 1703319"/>
                  <a:gd name="connsiteY8008" fmla="*/ 61488 h 788789"/>
                  <a:gd name="connsiteX8009" fmla="*/ 390457 w 1703319"/>
                  <a:gd name="connsiteY8009" fmla="*/ 61845 h 788789"/>
                  <a:gd name="connsiteX8010" fmla="*/ 388638 w 1703319"/>
                  <a:gd name="connsiteY8010" fmla="*/ 63273 h 788789"/>
                  <a:gd name="connsiteX8011" fmla="*/ 387184 w 1703319"/>
                  <a:gd name="connsiteY8011" fmla="*/ 63630 h 788789"/>
                  <a:gd name="connsiteX8012" fmla="*/ 385729 w 1703319"/>
                  <a:gd name="connsiteY8012" fmla="*/ 63273 h 788789"/>
                  <a:gd name="connsiteX8013" fmla="*/ 385002 w 1703319"/>
                  <a:gd name="connsiteY8013" fmla="*/ 62559 h 788789"/>
                  <a:gd name="connsiteX8014" fmla="*/ 384638 w 1703319"/>
                  <a:gd name="connsiteY8014" fmla="*/ 61845 h 788789"/>
                  <a:gd name="connsiteX8015" fmla="*/ 383547 w 1703319"/>
                  <a:gd name="connsiteY8015" fmla="*/ 62202 h 788789"/>
                  <a:gd name="connsiteX8016" fmla="*/ 382820 w 1703319"/>
                  <a:gd name="connsiteY8016" fmla="*/ 62916 h 788789"/>
                  <a:gd name="connsiteX8017" fmla="*/ 381366 w 1703319"/>
                  <a:gd name="connsiteY8017" fmla="*/ 63273 h 788789"/>
                  <a:gd name="connsiteX8018" fmla="*/ 380638 w 1703319"/>
                  <a:gd name="connsiteY8018" fmla="*/ 62559 h 788789"/>
                  <a:gd name="connsiteX8019" fmla="*/ 379911 w 1703319"/>
                  <a:gd name="connsiteY8019" fmla="*/ 62202 h 788789"/>
                  <a:gd name="connsiteX8020" fmla="*/ 378820 w 1703319"/>
                  <a:gd name="connsiteY8020" fmla="*/ 61488 h 788789"/>
                  <a:gd name="connsiteX8021" fmla="*/ 378820 w 1703319"/>
                  <a:gd name="connsiteY8021" fmla="*/ 60060 h 788789"/>
                  <a:gd name="connsiteX8022" fmla="*/ 379547 w 1703319"/>
                  <a:gd name="connsiteY8022" fmla="*/ 58632 h 788789"/>
                  <a:gd name="connsiteX8023" fmla="*/ 381002 w 1703319"/>
                  <a:gd name="connsiteY8023" fmla="*/ 57204 h 788789"/>
                  <a:gd name="connsiteX8024" fmla="*/ 383547 w 1703319"/>
                  <a:gd name="connsiteY8024" fmla="*/ 56133 h 788789"/>
                  <a:gd name="connsiteX8025" fmla="*/ 385002 w 1703319"/>
                  <a:gd name="connsiteY8025" fmla="*/ 55776 h 788789"/>
                  <a:gd name="connsiteX8026" fmla="*/ 386457 w 1703319"/>
                  <a:gd name="connsiteY8026" fmla="*/ 55419 h 788789"/>
                  <a:gd name="connsiteX8027" fmla="*/ 389002 w 1703319"/>
                  <a:gd name="connsiteY8027" fmla="*/ 55062 h 788789"/>
                  <a:gd name="connsiteX8028" fmla="*/ 389729 w 1703319"/>
                  <a:gd name="connsiteY8028" fmla="*/ 55062 h 788789"/>
                  <a:gd name="connsiteX8029" fmla="*/ 391548 w 1703319"/>
                  <a:gd name="connsiteY8029" fmla="*/ 55062 h 788789"/>
                  <a:gd name="connsiteX8030" fmla="*/ 393729 w 1703319"/>
                  <a:gd name="connsiteY8030" fmla="*/ 55419 h 788789"/>
                  <a:gd name="connsiteX8031" fmla="*/ 397002 w 1703319"/>
                  <a:gd name="connsiteY8031" fmla="*/ 55776 h 788789"/>
                  <a:gd name="connsiteX8032" fmla="*/ 397729 w 1703319"/>
                  <a:gd name="connsiteY8032" fmla="*/ 55776 h 788789"/>
                  <a:gd name="connsiteX8033" fmla="*/ 399184 w 1703319"/>
                  <a:gd name="connsiteY8033" fmla="*/ 56847 h 788789"/>
                  <a:gd name="connsiteX8034" fmla="*/ 400639 w 1703319"/>
                  <a:gd name="connsiteY8034" fmla="*/ 57918 h 788789"/>
                  <a:gd name="connsiteX8035" fmla="*/ 402093 w 1703319"/>
                  <a:gd name="connsiteY8035" fmla="*/ 58275 h 788789"/>
                  <a:gd name="connsiteX8036" fmla="*/ 402820 w 1703319"/>
                  <a:gd name="connsiteY8036" fmla="*/ 58275 h 788789"/>
                  <a:gd name="connsiteX8037" fmla="*/ 403548 w 1703319"/>
                  <a:gd name="connsiteY8037" fmla="*/ 57561 h 788789"/>
                  <a:gd name="connsiteX8038" fmla="*/ 403184 w 1703319"/>
                  <a:gd name="connsiteY8038" fmla="*/ 56847 h 788789"/>
                  <a:gd name="connsiteX8039" fmla="*/ 402093 w 1703319"/>
                  <a:gd name="connsiteY8039" fmla="*/ 56133 h 788789"/>
                  <a:gd name="connsiteX8040" fmla="*/ 401002 w 1703319"/>
                  <a:gd name="connsiteY8040" fmla="*/ 55776 h 788789"/>
                  <a:gd name="connsiteX8041" fmla="*/ 403184 w 1703319"/>
                  <a:gd name="connsiteY8041" fmla="*/ 55776 h 788789"/>
                  <a:gd name="connsiteX8042" fmla="*/ 405730 w 1703319"/>
                  <a:gd name="connsiteY8042" fmla="*/ 55062 h 788789"/>
                  <a:gd name="connsiteX8043" fmla="*/ 406820 w 1703319"/>
                  <a:gd name="connsiteY8043" fmla="*/ 53991 h 788789"/>
                  <a:gd name="connsiteX8044" fmla="*/ 406457 w 1703319"/>
                  <a:gd name="connsiteY8044" fmla="*/ 53991 h 788789"/>
                  <a:gd name="connsiteX8045" fmla="*/ 405366 w 1703319"/>
                  <a:gd name="connsiteY8045" fmla="*/ 53991 h 788789"/>
                  <a:gd name="connsiteX8046" fmla="*/ 404275 w 1703319"/>
                  <a:gd name="connsiteY8046" fmla="*/ 54348 h 788789"/>
                  <a:gd name="connsiteX8047" fmla="*/ 402457 w 1703319"/>
                  <a:gd name="connsiteY8047" fmla="*/ 54348 h 788789"/>
                  <a:gd name="connsiteX8048" fmla="*/ 401729 w 1703319"/>
                  <a:gd name="connsiteY8048" fmla="*/ 54705 h 788789"/>
                  <a:gd name="connsiteX8049" fmla="*/ 401002 w 1703319"/>
                  <a:gd name="connsiteY8049" fmla="*/ 54705 h 788789"/>
                  <a:gd name="connsiteX8050" fmla="*/ 400275 w 1703319"/>
                  <a:gd name="connsiteY8050" fmla="*/ 54348 h 788789"/>
                  <a:gd name="connsiteX8051" fmla="*/ 399184 w 1703319"/>
                  <a:gd name="connsiteY8051" fmla="*/ 53991 h 788789"/>
                  <a:gd name="connsiteX8052" fmla="*/ 398457 w 1703319"/>
                  <a:gd name="connsiteY8052" fmla="*/ 53991 h 788789"/>
                  <a:gd name="connsiteX8053" fmla="*/ 397366 w 1703319"/>
                  <a:gd name="connsiteY8053" fmla="*/ 53277 h 788789"/>
                  <a:gd name="connsiteX8054" fmla="*/ 394820 w 1703319"/>
                  <a:gd name="connsiteY8054" fmla="*/ 51135 h 788789"/>
                  <a:gd name="connsiteX8055" fmla="*/ 393729 w 1703319"/>
                  <a:gd name="connsiteY8055" fmla="*/ 50778 h 788789"/>
                  <a:gd name="connsiteX8056" fmla="*/ 393002 w 1703319"/>
                  <a:gd name="connsiteY8056" fmla="*/ 50064 h 788789"/>
                  <a:gd name="connsiteX8057" fmla="*/ 391911 w 1703319"/>
                  <a:gd name="connsiteY8057" fmla="*/ 49350 h 788789"/>
                  <a:gd name="connsiteX8058" fmla="*/ 390820 w 1703319"/>
                  <a:gd name="connsiteY8058" fmla="*/ 47922 h 788789"/>
                  <a:gd name="connsiteX8059" fmla="*/ 387184 w 1703319"/>
                  <a:gd name="connsiteY8059" fmla="*/ 46851 h 788789"/>
                  <a:gd name="connsiteX8060" fmla="*/ 385366 w 1703319"/>
                  <a:gd name="connsiteY8060" fmla="*/ 46137 h 788789"/>
                  <a:gd name="connsiteX8061" fmla="*/ 384275 w 1703319"/>
                  <a:gd name="connsiteY8061" fmla="*/ 45423 h 788789"/>
                  <a:gd name="connsiteX8062" fmla="*/ 383911 w 1703319"/>
                  <a:gd name="connsiteY8062" fmla="*/ 44709 h 788789"/>
                  <a:gd name="connsiteX8063" fmla="*/ 384275 w 1703319"/>
                  <a:gd name="connsiteY8063" fmla="*/ 44352 h 788789"/>
                  <a:gd name="connsiteX8064" fmla="*/ 383547 w 1703319"/>
                  <a:gd name="connsiteY8064" fmla="*/ 43638 h 788789"/>
                  <a:gd name="connsiteX8065" fmla="*/ 382820 w 1703319"/>
                  <a:gd name="connsiteY8065" fmla="*/ 42924 h 788789"/>
                  <a:gd name="connsiteX8066" fmla="*/ 382457 w 1703319"/>
                  <a:gd name="connsiteY8066" fmla="*/ 41496 h 788789"/>
                  <a:gd name="connsiteX8067" fmla="*/ 383184 w 1703319"/>
                  <a:gd name="connsiteY8067" fmla="*/ 40425 h 788789"/>
                  <a:gd name="connsiteX8068" fmla="*/ 384275 w 1703319"/>
                  <a:gd name="connsiteY8068" fmla="*/ 39711 h 788789"/>
                  <a:gd name="connsiteX8069" fmla="*/ 386457 w 1703319"/>
                  <a:gd name="connsiteY8069" fmla="*/ 39711 h 788789"/>
                  <a:gd name="connsiteX8070" fmla="*/ 387548 w 1703319"/>
                  <a:gd name="connsiteY8070" fmla="*/ 40068 h 788789"/>
                  <a:gd name="connsiteX8071" fmla="*/ 389002 w 1703319"/>
                  <a:gd name="connsiteY8071" fmla="*/ 40425 h 788789"/>
                  <a:gd name="connsiteX8072" fmla="*/ 390093 w 1703319"/>
                  <a:gd name="connsiteY8072" fmla="*/ 40068 h 788789"/>
                  <a:gd name="connsiteX8073" fmla="*/ 391548 w 1703319"/>
                  <a:gd name="connsiteY8073" fmla="*/ 40068 h 788789"/>
                  <a:gd name="connsiteX8074" fmla="*/ 393366 w 1703319"/>
                  <a:gd name="connsiteY8074" fmla="*/ 40425 h 788789"/>
                  <a:gd name="connsiteX8075" fmla="*/ 394457 w 1703319"/>
                  <a:gd name="connsiteY8075" fmla="*/ 40425 h 788789"/>
                  <a:gd name="connsiteX8076" fmla="*/ 396275 w 1703319"/>
                  <a:gd name="connsiteY8076" fmla="*/ 40782 h 788789"/>
                  <a:gd name="connsiteX8077" fmla="*/ 397366 w 1703319"/>
                  <a:gd name="connsiteY8077" fmla="*/ 41139 h 788789"/>
                  <a:gd name="connsiteX8078" fmla="*/ 398093 w 1703319"/>
                  <a:gd name="connsiteY8078" fmla="*/ 41853 h 788789"/>
                  <a:gd name="connsiteX8079" fmla="*/ 399911 w 1703319"/>
                  <a:gd name="connsiteY8079" fmla="*/ 42567 h 788789"/>
                  <a:gd name="connsiteX8080" fmla="*/ 401002 w 1703319"/>
                  <a:gd name="connsiteY8080" fmla="*/ 42924 h 788789"/>
                  <a:gd name="connsiteX8081" fmla="*/ 401366 w 1703319"/>
                  <a:gd name="connsiteY8081" fmla="*/ 43638 h 788789"/>
                  <a:gd name="connsiteX8082" fmla="*/ 403548 w 1703319"/>
                  <a:gd name="connsiteY8082" fmla="*/ 43995 h 788789"/>
                  <a:gd name="connsiteX8083" fmla="*/ 404639 w 1703319"/>
                  <a:gd name="connsiteY8083" fmla="*/ 45780 h 788789"/>
                  <a:gd name="connsiteX8084" fmla="*/ 406093 w 1703319"/>
                  <a:gd name="connsiteY8084" fmla="*/ 46851 h 788789"/>
                  <a:gd name="connsiteX8085" fmla="*/ 407548 w 1703319"/>
                  <a:gd name="connsiteY8085" fmla="*/ 46851 h 788789"/>
                  <a:gd name="connsiteX8086" fmla="*/ 409002 w 1703319"/>
                  <a:gd name="connsiteY8086" fmla="*/ 47208 h 788789"/>
                  <a:gd name="connsiteX8087" fmla="*/ 412275 w 1703319"/>
                  <a:gd name="connsiteY8087" fmla="*/ 47208 h 788789"/>
                  <a:gd name="connsiteX8088" fmla="*/ 414821 w 1703319"/>
                  <a:gd name="connsiteY8088" fmla="*/ 46851 h 788789"/>
                  <a:gd name="connsiteX8089" fmla="*/ 412639 w 1703319"/>
                  <a:gd name="connsiteY8089" fmla="*/ 46494 h 788789"/>
                  <a:gd name="connsiteX8090" fmla="*/ 410820 w 1703319"/>
                  <a:gd name="connsiteY8090" fmla="*/ 46494 h 788789"/>
                  <a:gd name="connsiteX8091" fmla="*/ 409002 w 1703319"/>
                  <a:gd name="connsiteY8091" fmla="*/ 46494 h 788789"/>
                  <a:gd name="connsiteX8092" fmla="*/ 407548 w 1703319"/>
                  <a:gd name="connsiteY8092" fmla="*/ 46494 h 788789"/>
                  <a:gd name="connsiteX8093" fmla="*/ 406820 w 1703319"/>
                  <a:gd name="connsiteY8093" fmla="*/ 46137 h 788789"/>
                  <a:gd name="connsiteX8094" fmla="*/ 407548 w 1703319"/>
                  <a:gd name="connsiteY8094" fmla="*/ 45066 h 788789"/>
                  <a:gd name="connsiteX8095" fmla="*/ 406457 w 1703319"/>
                  <a:gd name="connsiteY8095" fmla="*/ 44709 h 788789"/>
                  <a:gd name="connsiteX8096" fmla="*/ 403911 w 1703319"/>
                  <a:gd name="connsiteY8096" fmla="*/ 43281 h 788789"/>
                  <a:gd name="connsiteX8097" fmla="*/ 402820 w 1703319"/>
                  <a:gd name="connsiteY8097" fmla="*/ 42567 h 788789"/>
                  <a:gd name="connsiteX8098" fmla="*/ 401366 w 1703319"/>
                  <a:gd name="connsiteY8098" fmla="*/ 41853 h 788789"/>
                  <a:gd name="connsiteX8099" fmla="*/ 400639 w 1703319"/>
                  <a:gd name="connsiteY8099" fmla="*/ 40425 h 788789"/>
                  <a:gd name="connsiteX8100" fmla="*/ 401002 w 1703319"/>
                  <a:gd name="connsiteY8100" fmla="*/ 39711 h 788789"/>
                  <a:gd name="connsiteX8101" fmla="*/ 402093 w 1703319"/>
                  <a:gd name="connsiteY8101" fmla="*/ 39354 h 788789"/>
                  <a:gd name="connsiteX8102" fmla="*/ 403184 w 1703319"/>
                  <a:gd name="connsiteY8102" fmla="*/ 38997 h 788789"/>
                  <a:gd name="connsiteX8103" fmla="*/ 405002 w 1703319"/>
                  <a:gd name="connsiteY8103" fmla="*/ 38997 h 788789"/>
                  <a:gd name="connsiteX8104" fmla="*/ 406820 w 1703319"/>
                  <a:gd name="connsiteY8104" fmla="*/ 39354 h 788789"/>
                  <a:gd name="connsiteX8105" fmla="*/ 409730 w 1703319"/>
                  <a:gd name="connsiteY8105" fmla="*/ 38640 h 788789"/>
                  <a:gd name="connsiteX8106" fmla="*/ 410820 w 1703319"/>
                  <a:gd name="connsiteY8106" fmla="*/ 38640 h 788789"/>
                  <a:gd name="connsiteX8107" fmla="*/ 412639 w 1703319"/>
                  <a:gd name="connsiteY8107" fmla="*/ 38283 h 788789"/>
                  <a:gd name="connsiteX8108" fmla="*/ 413730 w 1703319"/>
                  <a:gd name="connsiteY8108" fmla="*/ 37926 h 788789"/>
                  <a:gd name="connsiteX8109" fmla="*/ 415184 w 1703319"/>
                  <a:gd name="connsiteY8109" fmla="*/ 36855 h 788789"/>
                  <a:gd name="connsiteX8110" fmla="*/ 416275 w 1703319"/>
                  <a:gd name="connsiteY8110" fmla="*/ 36498 h 788789"/>
                  <a:gd name="connsiteX8111" fmla="*/ 417730 w 1703319"/>
                  <a:gd name="connsiteY8111" fmla="*/ 35784 h 788789"/>
                  <a:gd name="connsiteX8112" fmla="*/ 418821 w 1703319"/>
                  <a:gd name="connsiteY8112" fmla="*/ 35427 h 788789"/>
                  <a:gd name="connsiteX8113" fmla="*/ 420275 w 1703319"/>
                  <a:gd name="connsiteY8113" fmla="*/ 35070 h 788789"/>
                  <a:gd name="connsiteX8114" fmla="*/ 422093 w 1703319"/>
                  <a:gd name="connsiteY8114" fmla="*/ 34713 h 788789"/>
                  <a:gd name="connsiteX8115" fmla="*/ 423548 w 1703319"/>
                  <a:gd name="connsiteY8115" fmla="*/ 34713 h 788789"/>
                  <a:gd name="connsiteX8116" fmla="*/ 425002 w 1703319"/>
                  <a:gd name="connsiteY8116" fmla="*/ 34356 h 788789"/>
                  <a:gd name="connsiteX8117" fmla="*/ 427548 w 1703319"/>
                  <a:gd name="connsiteY8117" fmla="*/ 34356 h 788789"/>
                  <a:gd name="connsiteX8118" fmla="*/ 427184 w 1703319"/>
                  <a:gd name="connsiteY8118" fmla="*/ 33999 h 788789"/>
                  <a:gd name="connsiteX8119" fmla="*/ 425002 w 1703319"/>
                  <a:gd name="connsiteY8119" fmla="*/ 33999 h 788789"/>
                  <a:gd name="connsiteX8120" fmla="*/ 423548 w 1703319"/>
                  <a:gd name="connsiteY8120" fmla="*/ 33999 h 788789"/>
                  <a:gd name="connsiteX8121" fmla="*/ 422457 w 1703319"/>
                  <a:gd name="connsiteY8121" fmla="*/ 33999 h 788789"/>
                  <a:gd name="connsiteX8122" fmla="*/ 421002 w 1703319"/>
                  <a:gd name="connsiteY8122" fmla="*/ 33999 h 788789"/>
                  <a:gd name="connsiteX8123" fmla="*/ 419912 w 1703319"/>
                  <a:gd name="connsiteY8123" fmla="*/ 33642 h 788789"/>
                  <a:gd name="connsiteX8124" fmla="*/ 419912 w 1703319"/>
                  <a:gd name="connsiteY8124" fmla="*/ 32928 h 788789"/>
                  <a:gd name="connsiteX8125" fmla="*/ 421366 w 1703319"/>
                  <a:gd name="connsiteY8125" fmla="*/ 31857 h 788789"/>
                  <a:gd name="connsiteX8126" fmla="*/ 422821 w 1703319"/>
                  <a:gd name="connsiteY8126" fmla="*/ 30786 h 788789"/>
                  <a:gd name="connsiteX8127" fmla="*/ 428275 w 1703319"/>
                  <a:gd name="connsiteY8127" fmla="*/ 28287 h 788789"/>
                  <a:gd name="connsiteX8128" fmla="*/ 423912 w 1703319"/>
                  <a:gd name="connsiteY8128" fmla="*/ 29358 h 788789"/>
                  <a:gd name="connsiteX8129" fmla="*/ 422457 w 1703319"/>
                  <a:gd name="connsiteY8129" fmla="*/ 29715 h 788789"/>
                  <a:gd name="connsiteX8130" fmla="*/ 421730 w 1703319"/>
                  <a:gd name="connsiteY8130" fmla="*/ 30786 h 788789"/>
                  <a:gd name="connsiteX8131" fmla="*/ 421002 w 1703319"/>
                  <a:gd name="connsiteY8131" fmla="*/ 31143 h 788789"/>
                  <a:gd name="connsiteX8132" fmla="*/ 419548 w 1703319"/>
                  <a:gd name="connsiteY8132" fmla="*/ 31500 h 788789"/>
                  <a:gd name="connsiteX8133" fmla="*/ 418093 w 1703319"/>
                  <a:gd name="connsiteY8133" fmla="*/ 32571 h 788789"/>
                  <a:gd name="connsiteX8134" fmla="*/ 417730 w 1703319"/>
                  <a:gd name="connsiteY8134" fmla="*/ 33285 h 788789"/>
                  <a:gd name="connsiteX8135" fmla="*/ 417366 w 1703319"/>
                  <a:gd name="connsiteY8135" fmla="*/ 33999 h 788789"/>
                  <a:gd name="connsiteX8136" fmla="*/ 416275 w 1703319"/>
                  <a:gd name="connsiteY8136" fmla="*/ 34356 h 788789"/>
                  <a:gd name="connsiteX8137" fmla="*/ 414457 w 1703319"/>
                  <a:gd name="connsiteY8137" fmla="*/ 35070 h 788789"/>
                  <a:gd name="connsiteX8138" fmla="*/ 410457 w 1703319"/>
                  <a:gd name="connsiteY8138" fmla="*/ 35784 h 788789"/>
                  <a:gd name="connsiteX8139" fmla="*/ 408639 w 1703319"/>
                  <a:gd name="connsiteY8139" fmla="*/ 36498 h 788789"/>
                  <a:gd name="connsiteX8140" fmla="*/ 407548 w 1703319"/>
                  <a:gd name="connsiteY8140" fmla="*/ 36855 h 788789"/>
                  <a:gd name="connsiteX8141" fmla="*/ 406820 w 1703319"/>
                  <a:gd name="connsiteY8141" fmla="*/ 37212 h 788789"/>
                  <a:gd name="connsiteX8142" fmla="*/ 405002 w 1703319"/>
                  <a:gd name="connsiteY8142" fmla="*/ 37569 h 788789"/>
                  <a:gd name="connsiteX8143" fmla="*/ 402820 w 1703319"/>
                  <a:gd name="connsiteY8143" fmla="*/ 37569 h 788789"/>
                  <a:gd name="connsiteX8144" fmla="*/ 399184 w 1703319"/>
                  <a:gd name="connsiteY8144" fmla="*/ 37569 h 788789"/>
                  <a:gd name="connsiteX8145" fmla="*/ 398820 w 1703319"/>
                  <a:gd name="connsiteY8145" fmla="*/ 36855 h 788789"/>
                  <a:gd name="connsiteX8146" fmla="*/ 398820 w 1703319"/>
                  <a:gd name="connsiteY8146" fmla="*/ 35427 h 788789"/>
                  <a:gd name="connsiteX8147" fmla="*/ 398093 w 1703319"/>
                  <a:gd name="connsiteY8147" fmla="*/ 35070 h 788789"/>
                  <a:gd name="connsiteX8148" fmla="*/ 397366 w 1703319"/>
                  <a:gd name="connsiteY8148" fmla="*/ 35427 h 788789"/>
                  <a:gd name="connsiteX8149" fmla="*/ 396275 w 1703319"/>
                  <a:gd name="connsiteY8149" fmla="*/ 36855 h 788789"/>
                  <a:gd name="connsiteX8150" fmla="*/ 395911 w 1703319"/>
                  <a:gd name="connsiteY8150" fmla="*/ 37569 h 788789"/>
                  <a:gd name="connsiteX8151" fmla="*/ 395184 w 1703319"/>
                  <a:gd name="connsiteY8151" fmla="*/ 37926 h 788789"/>
                  <a:gd name="connsiteX8152" fmla="*/ 394093 w 1703319"/>
                  <a:gd name="connsiteY8152" fmla="*/ 37926 h 788789"/>
                  <a:gd name="connsiteX8153" fmla="*/ 392275 w 1703319"/>
                  <a:gd name="connsiteY8153" fmla="*/ 37926 h 788789"/>
                  <a:gd name="connsiteX8154" fmla="*/ 391184 w 1703319"/>
                  <a:gd name="connsiteY8154" fmla="*/ 37926 h 788789"/>
                  <a:gd name="connsiteX8155" fmla="*/ 390093 w 1703319"/>
                  <a:gd name="connsiteY8155" fmla="*/ 37926 h 788789"/>
                  <a:gd name="connsiteX8156" fmla="*/ 389002 w 1703319"/>
                  <a:gd name="connsiteY8156" fmla="*/ 37926 h 788789"/>
                  <a:gd name="connsiteX8157" fmla="*/ 384638 w 1703319"/>
                  <a:gd name="connsiteY8157" fmla="*/ 37569 h 788789"/>
                  <a:gd name="connsiteX8158" fmla="*/ 383184 w 1703319"/>
                  <a:gd name="connsiteY8158" fmla="*/ 37569 h 788789"/>
                  <a:gd name="connsiteX8159" fmla="*/ 383184 w 1703319"/>
                  <a:gd name="connsiteY8159" fmla="*/ 36141 h 788789"/>
                  <a:gd name="connsiteX8160" fmla="*/ 383547 w 1703319"/>
                  <a:gd name="connsiteY8160" fmla="*/ 35427 h 788789"/>
                  <a:gd name="connsiteX8161" fmla="*/ 384275 w 1703319"/>
                  <a:gd name="connsiteY8161" fmla="*/ 35070 h 788789"/>
                  <a:gd name="connsiteX8162" fmla="*/ 385366 w 1703319"/>
                  <a:gd name="connsiteY8162" fmla="*/ 34356 h 788789"/>
                  <a:gd name="connsiteX8163" fmla="*/ 387184 w 1703319"/>
                  <a:gd name="connsiteY8163" fmla="*/ 32928 h 788789"/>
                  <a:gd name="connsiteX8164" fmla="*/ 386820 w 1703319"/>
                  <a:gd name="connsiteY8164" fmla="*/ 32571 h 788789"/>
                  <a:gd name="connsiteX8165" fmla="*/ 386093 w 1703319"/>
                  <a:gd name="connsiteY8165" fmla="*/ 32928 h 788789"/>
                  <a:gd name="connsiteX8166" fmla="*/ 383547 w 1703319"/>
                  <a:gd name="connsiteY8166" fmla="*/ 33285 h 788789"/>
                  <a:gd name="connsiteX8167" fmla="*/ 382820 w 1703319"/>
                  <a:gd name="connsiteY8167" fmla="*/ 33999 h 788789"/>
                  <a:gd name="connsiteX8168" fmla="*/ 382093 w 1703319"/>
                  <a:gd name="connsiteY8168" fmla="*/ 34713 h 788789"/>
                  <a:gd name="connsiteX8169" fmla="*/ 381002 w 1703319"/>
                  <a:gd name="connsiteY8169" fmla="*/ 35784 h 788789"/>
                  <a:gd name="connsiteX8170" fmla="*/ 380638 w 1703319"/>
                  <a:gd name="connsiteY8170" fmla="*/ 36498 h 788789"/>
                  <a:gd name="connsiteX8171" fmla="*/ 377729 w 1703319"/>
                  <a:gd name="connsiteY8171" fmla="*/ 36855 h 788789"/>
                  <a:gd name="connsiteX8172" fmla="*/ 376275 w 1703319"/>
                  <a:gd name="connsiteY8172" fmla="*/ 36498 h 788789"/>
                  <a:gd name="connsiteX8173" fmla="*/ 375547 w 1703319"/>
                  <a:gd name="connsiteY8173" fmla="*/ 35784 h 788789"/>
                  <a:gd name="connsiteX8174" fmla="*/ 371911 w 1703319"/>
                  <a:gd name="connsiteY8174" fmla="*/ 35070 h 788789"/>
                  <a:gd name="connsiteX8175" fmla="*/ 370456 w 1703319"/>
                  <a:gd name="connsiteY8175" fmla="*/ 34356 h 788789"/>
                  <a:gd name="connsiteX8176" fmla="*/ 369729 w 1703319"/>
                  <a:gd name="connsiteY8176" fmla="*/ 33285 h 788789"/>
                  <a:gd name="connsiteX8177" fmla="*/ 370093 w 1703319"/>
                  <a:gd name="connsiteY8177" fmla="*/ 32571 h 788789"/>
                  <a:gd name="connsiteX8178" fmla="*/ 368638 w 1703319"/>
                  <a:gd name="connsiteY8178" fmla="*/ 32571 h 788789"/>
                  <a:gd name="connsiteX8179" fmla="*/ 367547 w 1703319"/>
                  <a:gd name="connsiteY8179" fmla="*/ 32571 h 788789"/>
                  <a:gd name="connsiteX8180" fmla="*/ 366093 w 1703319"/>
                  <a:gd name="connsiteY8180" fmla="*/ 32214 h 788789"/>
                  <a:gd name="connsiteX8181" fmla="*/ 365365 w 1703319"/>
                  <a:gd name="connsiteY8181" fmla="*/ 31857 h 788789"/>
                  <a:gd name="connsiteX8182" fmla="*/ 365002 w 1703319"/>
                  <a:gd name="connsiteY8182" fmla="*/ 30786 h 788789"/>
                  <a:gd name="connsiteX8183" fmla="*/ 365729 w 1703319"/>
                  <a:gd name="connsiteY8183" fmla="*/ 30072 h 788789"/>
                  <a:gd name="connsiteX8184" fmla="*/ 366820 w 1703319"/>
                  <a:gd name="connsiteY8184" fmla="*/ 29001 h 788789"/>
                  <a:gd name="connsiteX8185" fmla="*/ 367911 w 1703319"/>
                  <a:gd name="connsiteY8185" fmla="*/ 28287 h 788789"/>
                  <a:gd name="connsiteX8186" fmla="*/ 369729 w 1703319"/>
                  <a:gd name="connsiteY8186" fmla="*/ 27573 h 788789"/>
                  <a:gd name="connsiteX8187" fmla="*/ 371911 w 1703319"/>
                  <a:gd name="connsiteY8187" fmla="*/ 26859 h 788789"/>
                  <a:gd name="connsiteX8188" fmla="*/ 371184 w 1703319"/>
                  <a:gd name="connsiteY8188" fmla="*/ 26502 h 788789"/>
                  <a:gd name="connsiteX8189" fmla="*/ 369729 w 1703319"/>
                  <a:gd name="connsiteY8189" fmla="*/ 26859 h 788789"/>
                  <a:gd name="connsiteX8190" fmla="*/ 367911 w 1703319"/>
                  <a:gd name="connsiteY8190" fmla="*/ 27573 h 788789"/>
                  <a:gd name="connsiteX8191" fmla="*/ 366456 w 1703319"/>
                  <a:gd name="connsiteY8191" fmla="*/ 28287 h 788789"/>
                  <a:gd name="connsiteX8192" fmla="*/ 364638 w 1703319"/>
                  <a:gd name="connsiteY8192" fmla="*/ 28287 h 788789"/>
                  <a:gd name="connsiteX8193" fmla="*/ 362820 w 1703319"/>
                  <a:gd name="connsiteY8193" fmla="*/ 27573 h 788789"/>
                  <a:gd name="connsiteX8194" fmla="*/ 363184 w 1703319"/>
                  <a:gd name="connsiteY8194" fmla="*/ 26859 h 788789"/>
                  <a:gd name="connsiteX8195" fmla="*/ 365365 w 1703319"/>
                  <a:gd name="connsiteY8195" fmla="*/ 26145 h 788789"/>
                  <a:gd name="connsiteX8196" fmla="*/ 367184 w 1703319"/>
                  <a:gd name="connsiteY8196" fmla="*/ 25788 h 788789"/>
                  <a:gd name="connsiteX8197" fmla="*/ 367547 w 1703319"/>
                  <a:gd name="connsiteY8197" fmla="*/ 25074 h 788789"/>
                  <a:gd name="connsiteX8198" fmla="*/ 366820 w 1703319"/>
                  <a:gd name="connsiteY8198" fmla="*/ 25074 h 788789"/>
                  <a:gd name="connsiteX8199" fmla="*/ 364275 w 1703319"/>
                  <a:gd name="connsiteY8199" fmla="*/ 25074 h 788789"/>
                  <a:gd name="connsiteX8200" fmla="*/ 362820 w 1703319"/>
                  <a:gd name="connsiteY8200" fmla="*/ 25788 h 788789"/>
                  <a:gd name="connsiteX8201" fmla="*/ 361729 w 1703319"/>
                  <a:gd name="connsiteY8201" fmla="*/ 26502 h 788789"/>
                  <a:gd name="connsiteX8202" fmla="*/ 360274 w 1703319"/>
                  <a:gd name="connsiteY8202" fmla="*/ 26502 h 788789"/>
                  <a:gd name="connsiteX8203" fmla="*/ 358456 w 1703319"/>
                  <a:gd name="connsiteY8203" fmla="*/ 26145 h 788789"/>
                  <a:gd name="connsiteX8204" fmla="*/ 357729 w 1703319"/>
                  <a:gd name="connsiteY8204" fmla="*/ 25431 h 788789"/>
                  <a:gd name="connsiteX8205" fmla="*/ 358456 w 1703319"/>
                  <a:gd name="connsiteY8205" fmla="*/ 24717 h 788789"/>
                  <a:gd name="connsiteX8206" fmla="*/ 359184 w 1703319"/>
                  <a:gd name="connsiteY8206" fmla="*/ 24360 h 788789"/>
                  <a:gd name="connsiteX8207" fmla="*/ 360638 w 1703319"/>
                  <a:gd name="connsiteY8207" fmla="*/ 24003 h 788789"/>
                  <a:gd name="connsiteX8208" fmla="*/ 361729 w 1703319"/>
                  <a:gd name="connsiteY8208" fmla="*/ 23289 h 788789"/>
                  <a:gd name="connsiteX8209" fmla="*/ 362820 w 1703319"/>
                  <a:gd name="connsiteY8209" fmla="*/ 22932 h 788789"/>
                  <a:gd name="connsiteX8210" fmla="*/ 364275 w 1703319"/>
                  <a:gd name="connsiteY8210" fmla="*/ 22575 h 788789"/>
                  <a:gd name="connsiteX8211" fmla="*/ 365729 w 1703319"/>
                  <a:gd name="connsiteY8211" fmla="*/ 22218 h 788789"/>
                  <a:gd name="connsiteX8212" fmla="*/ 367547 w 1703319"/>
                  <a:gd name="connsiteY8212" fmla="*/ 22218 h 788789"/>
                  <a:gd name="connsiteX8213" fmla="*/ 368275 w 1703319"/>
                  <a:gd name="connsiteY8213" fmla="*/ 22575 h 788789"/>
                  <a:gd name="connsiteX8214" fmla="*/ 369729 w 1703319"/>
                  <a:gd name="connsiteY8214" fmla="*/ 22932 h 788789"/>
                  <a:gd name="connsiteX8215" fmla="*/ 370456 w 1703319"/>
                  <a:gd name="connsiteY8215" fmla="*/ 22575 h 788789"/>
                  <a:gd name="connsiteX8216" fmla="*/ 371184 w 1703319"/>
                  <a:gd name="connsiteY8216" fmla="*/ 21861 h 788789"/>
                  <a:gd name="connsiteX8217" fmla="*/ 373002 w 1703319"/>
                  <a:gd name="connsiteY8217" fmla="*/ 20433 h 788789"/>
                  <a:gd name="connsiteX8218" fmla="*/ 375184 w 1703319"/>
                  <a:gd name="connsiteY8218" fmla="*/ 20076 h 788789"/>
                  <a:gd name="connsiteX8219" fmla="*/ 377002 w 1703319"/>
                  <a:gd name="connsiteY8219" fmla="*/ 20433 h 788789"/>
                  <a:gd name="connsiteX8220" fmla="*/ 379184 w 1703319"/>
                  <a:gd name="connsiteY8220" fmla="*/ 20433 h 788789"/>
                  <a:gd name="connsiteX8221" fmla="*/ 379547 w 1703319"/>
                  <a:gd name="connsiteY8221" fmla="*/ 21147 h 788789"/>
                  <a:gd name="connsiteX8222" fmla="*/ 380638 w 1703319"/>
                  <a:gd name="connsiteY8222" fmla="*/ 21861 h 788789"/>
                  <a:gd name="connsiteX8223" fmla="*/ 381729 w 1703319"/>
                  <a:gd name="connsiteY8223" fmla="*/ 21861 h 788789"/>
                  <a:gd name="connsiteX8224" fmla="*/ 382457 w 1703319"/>
                  <a:gd name="connsiteY8224" fmla="*/ 20433 h 788789"/>
                  <a:gd name="connsiteX8225" fmla="*/ 383547 w 1703319"/>
                  <a:gd name="connsiteY8225" fmla="*/ 20433 h 788789"/>
                  <a:gd name="connsiteX8226" fmla="*/ 386093 w 1703319"/>
                  <a:gd name="connsiteY8226" fmla="*/ 20790 h 788789"/>
                  <a:gd name="connsiteX8227" fmla="*/ 387184 w 1703319"/>
                  <a:gd name="connsiteY8227" fmla="*/ 21504 h 788789"/>
                  <a:gd name="connsiteX8228" fmla="*/ 389002 w 1703319"/>
                  <a:gd name="connsiteY8228" fmla="*/ 22575 h 788789"/>
                  <a:gd name="connsiteX8229" fmla="*/ 391184 w 1703319"/>
                  <a:gd name="connsiteY8229" fmla="*/ 22218 h 788789"/>
                  <a:gd name="connsiteX8230" fmla="*/ 390820 w 1703319"/>
                  <a:gd name="connsiteY8230" fmla="*/ 21147 h 788789"/>
                  <a:gd name="connsiteX8231" fmla="*/ 389002 w 1703319"/>
                  <a:gd name="connsiteY8231" fmla="*/ 20433 h 788789"/>
                  <a:gd name="connsiteX8232" fmla="*/ 387911 w 1703319"/>
                  <a:gd name="connsiteY8232" fmla="*/ 20076 h 788789"/>
                  <a:gd name="connsiteX8233" fmla="*/ 385366 w 1703319"/>
                  <a:gd name="connsiteY8233" fmla="*/ 20076 h 788789"/>
                  <a:gd name="connsiteX8234" fmla="*/ 382457 w 1703319"/>
                  <a:gd name="connsiteY8234" fmla="*/ 19362 h 788789"/>
                  <a:gd name="connsiteX8235" fmla="*/ 382093 w 1703319"/>
                  <a:gd name="connsiteY8235" fmla="*/ 19005 h 788789"/>
                  <a:gd name="connsiteX8236" fmla="*/ 383547 w 1703319"/>
                  <a:gd name="connsiteY8236" fmla="*/ 18291 h 788789"/>
                  <a:gd name="connsiteX8237" fmla="*/ 385002 w 1703319"/>
                  <a:gd name="connsiteY8237" fmla="*/ 18291 h 788789"/>
                  <a:gd name="connsiteX8238" fmla="*/ 386457 w 1703319"/>
                  <a:gd name="connsiteY8238" fmla="*/ 18291 h 788789"/>
                  <a:gd name="connsiteX8239" fmla="*/ 388275 w 1703319"/>
                  <a:gd name="connsiteY8239" fmla="*/ 18648 h 788789"/>
                  <a:gd name="connsiteX8240" fmla="*/ 387548 w 1703319"/>
                  <a:gd name="connsiteY8240" fmla="*/ 17577 h 788789"/>
                  <a:gd name="connsiteX8241" fmla="*/ 388275 w 1703319"/>
                  <a:gd name="connsiteY8241" fmla="*/ 16149 h 788789"/>
                  <a:gd name="connsiteX8242" fmla="*/ 388275 w 1703319"/>
                  <a:gd name="connsiteY8242" fmla="*/ 15435 h 788789"/>
                  <a:gd name="connsiteX8243" fmla="*/ 390093 w 1703319"/>
                  <a:gd name="connsiteY8243" fmla="*/ 15792 h 788789"/>
                  <a:gd name="connsiteX8244" fmla="*/ 391911 w 1703319"/>
                  <a:gd name="connsiteY8244" fmla="*/ 16506 h 788789"/>
                  <a:gd name="connsiteX8245" fmla="*/ 393002 w 1703319"/>
                  <a:gd name="connsiteY8245" fmla="*/ 16863 h 788789"/>
                  <a:gd name="connsiteX8246" fmla="*/ 394457 w 1703319"/>
                  <a:gd name="connsiteY8246" fmla="*/ 16863 h 788789"/>
                  <a:gd name="connsiteX8247" fmla="*/ 395911 w 1703319"/>
                  <a:gd name="connsiteY8247" fmla="*/ 17220 h 788789"/>
                  <a:gd name="connsiteX8248" fmla="*/ 397729 w 1703319"/>
                  <a:gd name="connsiteY8248" fmla="*/ 17577 h 788789"/>
                  <a:gd name="connsiteX8249" fmla="*/ 399548 w 1703319"/>
                  <a:gd name="connsiteY8249" fmla="*/ 19005 h 788789"/>
                  <a:gd name="connsiteX8250" fmla="*/ 400275 w 1703319"/>
                  <a:gd name="connsiteY8250" fmla="*/ 19719 h 788789"/>
                  <a:gd name="connsiteX8251" fmla="*/ 402093 w 1703319"/>
                  <a:gd name="connsiteY8251" fmla="*/ 20433 h 788789"/>
                  <a:gd name="connsiteX8252" fmla="*/ 403548 w 1703319"/>
                  <a:gd name="connsiteY8252" fmla="*/ 20433 h 788789"/>
                  <a:gd name="connsiteX8253" fmla="*/ 403184 w 1703319"/>
                  <a:gd name="connsiteY8253" fmla="*/ 20076 h 788789"/>
                  <a:gd name="connsiteX8254" fmla="*/ 401366 w 1703319"/>
                  <a:gd name="connsiteY8254" fmla="*/ 19005 h 788789"/>
                  <a:gd name="connsiteX8255" fmla="*/ 401002 w 1703319"/>
                  <a:gd name="connsiteY8255" fmla="*/ 18291 h 788789"/>
                  <a:gd name="connsiteX8256" fmla="*/ 401729 w 1703319"/>
                  <a:gd name="connsiteY8256" fmla="*/ 18291 h 788789"/>
                  <a:gd name="connsiteX8257" fmla="*/ 403184 w 1703319"/>
                  <a:gd name="connsiteY8257" fmla="*/ 18648 h 788789"/>
                  <a:gd name="connsiteX8258" fmla="*/ 404639 w 1703319"/>
                  <a:gd name="connsiteY8258" fmla="*/ 19005 h 788789"/>
                  <a:gd name="connsiteX8259" fmla="*/ 406093 w 1703319"/>
                  <a:gd name="connsiteY8259" fmla="*/ 19719 h 788789"/>
                  <a:gd name="connsiteX8260" fmla="*/ 409002 w 1703319"/>
                  <a:gd name="connsiteY8260" fmla="*/ 20076 h 788789"/>
                  <a:gd name="connsiteX8261" fmla="*/ 409730 w 1703319"/>
                  <a:gd name="connsiteY8261" fmla="*/ 20790 h 788789"/>
                  <a:gd name="connsiteX8262" fmla="*/ 412639 w 1703319"/>
                  <a:gd name="connsiteY8262" fmla="*/ 20790 h 788789"/>
                  <a:gd name="connsiteX8263" fmla="*/ 413730 w 1703319"/>
                  <a:gd name="connsiteY8263" fmla="*/ 21504 h 788789"/>
                  <a:gd name="connsiteX8264" fmla="*/ 415184 w 1703319"/>
                  <a:gd name="connsiteY8264" fmla="*/ 22575 h 788789"/>
                  <a:gd name="connsiteX8265" fmla="*/ 417002 w 1703319"/>
                  <a:gd name="connsiteY8265" fmla="*/ 23289 h 788789"/>
                  <a:gd name="connsiteX8266" fmla="*/ 417002 w 1703319"/>
                  <a:gd name="connsiteY8266" fmla="*/ 22575 h 788789"/>
                  <a:gd name="connsiteX8267" fmla="*/ 415911 w 1703319"/>
                  <a:gd name="connsiteY8267" fmla="*/ 21147 h 788789"/>
                  <a:gd name="connsiteX8268" fmla="*/ 414457 w 1703319"/>
                  <a:gd name="connsiteY8268" fmla="*/ 20790 h 788789"/>
                  <a:gd name="connsiteX8269" fmla="*/ 413002 w 1703319"/>
                  <a:gd name="connsiteY8269" fmla="*/ 20790 h 788789"/>
                  <a:gd name="connsiteX8270" fmla="*/ 411548 w 1703319"/>
                  <a:gd name="connsiteY8270" fmla="*/ 20076 h 788789"/>
                  <a:gd name="connsiteX8271" fmla="*/ 409730 w 1703319"/>
                  <a:gd name="connsiteY8271" fmla="*/ 19719 h 788789"/>
                  <a:gd name="connsiteX8272" fmla="*/ 406093 w 1703319"/>
                  <a:gd name="connsiteY8272" fmla="*/ 18648 h 788789"/>
                  <a:gd name="connsiteX8273" fmla="*/ 404639 w 1703319"/>
                  <a:gd name="connsiteY8273" fmla="*/ 18291 h 788789"/>
                  <a:gd name="connsiteX8274" fmla="*/ 403911 w 1703319"/>
                  <a:gd name="connsiteY8274" fmla="*/ 18291 h 788789"/>
                  <a:gd name="connsiteX8275" fmla="*/ 402820 w 1703319"/>
                  <a:gd name="connsiteY8275" fmla="*/ 17934 h 788789"/>
                  <a:gd name="connsiteX8276" fmla="*/ 402093 w 1703319"/>
                  <a:gd name="connsiteY8276" fmla="*/ 17220 h 788789"/>
                  <a:gd name="connsiteX8277" fmla="*/ 402093 w 1703319"/>
                  <a:gd name="connsiteY8277" fmla="*/ 16149 h 788789"/>
                  <a:gd name="connsiteX8278" fmla="*/ 402820 w 1703319"/>
                  <a:gd name="connsiteY8278" fmla="*/ 16149 h 788789"/>
                  <a:gd name="connsiteX8279" fmla="*/ 404275 w 1703319"/>
                  <a:gd name="connsiteY8279" fmla="*/ 15792 h 788789"/>
                  <a:gd name="connsiteX8280" fmla="*/ 404275 w 1703319"/>
                  <a:gd name="connsiteY8280" fmla="*/ 15078 h 788789"/>
                  <a:gd name="connsiteX8281" fmla="*/ 403911 w 1703319"/>
                  <a:gd name="connsiteY8281" fmla="*/ 14721 h 788789"/>
                  <a:gd name="connsiteX8282" fmla="*/ 405366 w 1703319"/>
                  <a:gd name="connsiteY8282" fmla="*/ 14007 h 788789"/>
                  <a:gd name="connsiteX8283" fmla="*/ 407184 w 1703319"/>
                  <a:gd name="connsiteY8283" fmla="*/ 14007 h 788789"/>
                  <a:gd name="connsiteX8284" fmla="*/ 408275 w 1703319"/>
                  <a:gd name="connsiteY8284" fmla="*/ 14364 h 788789"/>
                  <a:gd name="connsiteX8285" fmla="*/ 409366 w 1703319"/>
                  <a:gd name="connsiteY8285" fmla="*/ 14721 h 788789"/>
                  <a:gd name="connsiteX8286" fmla="*/ 410457 w 1703319"/>
                  <a:gd name="connsiteY8286" fmla="*/ 14721 h 788789"/>
                  <a:gd name="connsiteX8287" fmla="*/ 409366 w 1703319"/>
                  <a:gd name="connsiteY8287" fmla="*/ 14364 h 788789"/>
                  <a:gd name="connsiteX8288" fmla="*/ 407911 w 1703319"/>
                  <a:gd name="connsiteY8288" fmla="*/ 12936 h 788789"/>
                  <a:gd name="connsiteX8289" fmla="*/ 407184 w 1703319"/>
                  <a:gd name="connsiteY8289" fmla="*/ 12222 h 788789"/>
                  <a:gd name="connsiteX8290" fmla="*/ 408275 w 1703319"/>
                  <a:gd name="connsiteY8290" fmla="*/ 11865 h 788789"/>
                  <a:gd name="connsiteX8291" fmla="*/ 409730 w 1703319"/>
                  <a:gd name="connsiteY8291" fmla="*/ 11865 h 788789"/>
                  <a:gd name="connsiteX8292" fmla="*/ 411548 w 1703319"/>
                  <a:gd name="connsiteY8292" fmla="*/ 11865 h 788789"/>
                  <a:gd name="connsiteX8293" fmla="*/ 412275 w 1703319"/>
                  <a:gd name="connsiteY8293" fmla="*/ 11865 h 788789"/>
                  <a:gd name="connsiteX8294" fmla="*/ 413730 w 1703319"/>
                  <a:gd name="connsiteY8294" fmla="*/ 12579 h 788789"/>
                  <a:gd name="connsiteX8295" fmla="*/ 414457 w 1703319"/>
                  <a:gd name="connsiteY8295" fmla="*/ 12936 h 788789"/>
                  <a:gd name="connsiteX8296" fmla="*/ 416275 w 1703319"/>
                  <a:gd name="connsiteY8296" fmla="*/ 13293 h 788789"/>
                  <a:gd name="connsiteX8297" fmla="*/ 415184 w 1703319"/>
                  <a:gd name="connsiteY8297" fmla="*/ 12579 h 788789"/>
                  <a:gd name="connsiteX8298" fmla="*/ 414093 w 1703319"/>
                  <a:gd name="connsiteY8298" fmla="*/ 12222 h 788789"/>
                  <a:gd name="connsiteX8299" fmla="*/ 413730 w 1703319"/>
                  <a:gd name="connsiteY8299" fmla="*/ 10794 h 788789"/>
                  <a:gd name="connsiteX8300" fmla="*/ 413730 w 1703319"/>
                  <a:gd name="connsiteY8300" fmla="*/ 10437 h 788789"/>
                  <a:gd name="connsiteX8301" fmla="*/ 414457 w 1703319"/>
                  <a:gd name="connsiteY8301" fmla="*/ 10437 h 788789"/>
                  <a:gd name="connsiteX8302" fmla="*/ 416639 w 1703319"/>
                  <a:gd name="connsiteY8302" fmla="*/ 9723 h 788789"/>
                  <a:gd name="connsiteX8303" fmla="*/ 418093 w 1703319"/>
                  <a:gd name="connsiteY8303" fmla="*/ 10080 h 788789"/>
                  <a:gd name="connsiteX8304" fmla="*/ 418821 w 1703319"/>
                  <a:gd name="connsiteY8304" fmla="*/ 10437 h 788789"/>
                  <a:gd name="connsiteX8305" fmla="*/ 419912 w 1703319"/>
                  <a:gd name="connsiteY8305" fmla="*/ 10437 h 788789"/>
                  <a:gd name="connsiteX8306" fmla="*/ 421002 w 1703319"/>
                  <a:gd name="connsiteY8306" fmla="*/ 10794 h 788789"/>
                  <a:gd name="connsiteX8307" fmla="*/ 422457 w 1703319"/>
                  <a:gd name="connsiteY8307" fmla="*/ 11151 h 788789"/>
                  <a:gd name="connsiteX8308" fmla="*/ 423548 w 1703319"/>
                  <a:gd name="connsiteY8308" fmla="*/ 10794 h 788789"/>
                  <a:gd name="connsiteX8309" fmla="*/ 425002 w 1703319"/>
                  <a:gd name="connsiteY8309" fmla="*/ 10794 h 788789"/>
                  <a:gd name="connsiteX8310" fmla="*/ 426821 w 1703319"/>
                  <a:gd name="connsiteY8310" fmla="*/ 10794 h 788789"/>
                  <a:gd name="connsiteX8311" fmla="*/ 427548 w 1703319"/>
                  <a:gd name="connsiteY8311" fmla="*/ 11508 h 788789"/>
                  <a:gd name="connsiteX8312" fmla="*/ 428275 w 1703319"/>
                  <a:gd name="connsiteY8312" fmla="*/ 12579 h 788789"/>
                  <a:gd name="connsiteX8313" fmla="*/ 428639 w 1703319"/>
                  <a:gd name="connsiteY8313" fmla="*/ 12936 h 788789"/>
                  <a:gd name="connsiteX8314" fmla="*/ 430093 w 1703319"/>
                  <a:gd name="connsiteY8314" fmla="*/ 13293 h 788789"/>
                  <a:gd name="connsiteX8315" fmla="*/ 431184 w 1703319"/>
                  <a:gd name="connsiteY8315" fmla="*/ 13650 h 788789"/>
                  <a:gd name="connsiteX8316" fmla="*/ 431912 w 1703319"/>
                  <a:gd name="connsiteY8316" fmla="*/ 14364 h 788789"/>
                  <a:gd name="connsiteX8317" fmla="*/ 432639 w 1703319"/>
                  <a:gd name="connsiteY8317" fmla="*/ 15078 h 788789"/>
                  <a:gd name="connsiteX8318" fmla="*/ 433730 w 1703319"/>
                  <a:gd name="connsiteY8318" fmla="*/ 15435 h 788789"/>
                  <a:gd name="connsiteX8319" fmla="*/ 433366 w 1703319"/>
                  <a:gd name="connsiteY8319" fmla="*/ 14007 h 788789"/>
                  <a:gd name="connsiteX8320" fmla="*/ 432639 w 1703319"/>
                  <a:gd name="connsiteY8320" fmla="*/ 13650 h 788789"/>
                  <a:gd name="connsiteX8321" fmla="*/ 431912 w 1703319"/>
                  <a:gd name="connsiteY8321" fmla="*/ 13293 h 788789"/>
                  <a:gd name="connsiteX8322" fmla="*/ 431184 w 1703319"/>
                  <a:gd name="connsiteY8322" fmla="*/ 12222 h 788789"/>
                  <a:gd name="connsiteX8323" fmla="*/ 430093 w 1703319"/>
                  <a:gd name="connsiteY8323" fmla="*/ 12222 h 788789"/>
                  <a:gd name="connsiteX8324" fmla="*/ 429003 w 1703319"/>
                  <a:gd name="connsiteY8324" fmla="*/ 11508 h 788789"/>
                  <a:gd name="connsiteX8325" fmla="*/ 427912 w 1703319"/>
                  <a:gd name="connsiteY8325" fmla="*/ 10794 h 788789"/>
                  <a:gd name="connsiteX8326" fmla="*/ 427184 w 1703319"/>
                  <a:gd name="connsiteY8326" fmla="*/ 9723 h 788789"/>
                  <a:gd name="connsiteX8327" fmla="*/ 427184 w 1703319"/>
                  <a:gd name="connsiteY8327" fmla="*/ 9366 h 788789"/>
                  <a:gd name="connsiteX8328" fmla="*/ 429003 w 1703319"/>
                  <a:gd name="connsiteY8328" fmla="*/ 8652 h 788789"/>
                  <a:gd name="connsiteX8329" fmla="*/ 433003 w 1703319"/>
                  <a:gd name="connsiteY8329" fmla="*/ 9009 h 788789"/>
                  <a:gd name="connsiteX8330" fmla="*/ 435184 w 1703319"/>
                  <a:gd name="connsiteY8330" fmla="*/ 9009 h 788789"/>
                  <a:gd name="connsiteX8331" fmla="*/ 436275 w 1703319"/>
                  <a:gd name="connsiteY8331" fmla="*/ 9009 h 788789"/>
                  <a:gd name="connsiteX8332" fmla="*/ 438094 w 1703319"/>
                  <a:gd name="connsiteY8332" fmla="*/ 9366 h 788789"/>
                  <a:gd name="connsiteX8333" fmla="*/ 441003 w 1703319"/>
                  <a:gd name="connsiteY8333" fmla="*/ 9009 h 788789"/>
                  <a:gd name="connsiteX8334" fmla="*/ 442094 w 1703319"/>
                  <a:gd name="connsiteY8334" fmla="*/ 9723 h 788789"/>
                  <a:gd name="connsiteX8335" fmla="*/ 442821 w 1703319"/>
                  <a:gd name="connsiteY8335" fmla="*/ 10794 h 788789"/>
                  <a:gd name="connsiteX8336" fmla="*/ 443912 w 1703319"/>
                  <a:gd name="connsiteY8336" fmla="*/ 11508 h 788789"/>
                  <a:gd name="connsiteX8337" fmla="*/ 445003 w 1703319"/>
                  <a:gd name="connsiteY8337" fmla="*/ 11865 h 788789"/>
                  <a:gd name="connsiteX8338" fmla="*/ 446457 w 1703319"/>
                  <a:gd name="connsiteY8338" fmla="*/ 11865 h 788789"/>
                  <a:gd name="connsiteX8339" fmla="*/ 445730 w 1703319"/>
                  <a:gd name="connsiteY8339" fmla="*/ 11508 h 788789"/>
                  <a:gd name="connsiteX8340" fmla="*/ 445003 w 1703319"/>
                  <a:gd name="connsiteY8340" fmla="*/ 10437 h 788789"/>
                  <a:gd name="connsiteX8341" fmla="*/ 445003 w 1703319"/>
                  <a:gd name="connsiteY8341" fmla="*/ 10080 h 788789"/>
                  <a:gd name="connsiteX8342" fmla="*/ 445730 w 1703319"/>
                  <a:gd name="connsiteY8342" fmla="*/ 9723 h 788789"/>
                  <a:gd name="connsiteX8343" fmla="*/ 446094 w 1703319"/>
                  <a:gd name="connsiteY8343" fmla="*/ 9009 h 788789"/>
                  <a:gd name="connsiteX8344" fmla="*/ 447185 w 1703319"/>
                  <a:gd name="connsiteY8344" fmla="*/ 8295 h 788789"/>
                  <a:gd name="connsiteX8345" fmla="*/ 448639 w 1703319"/>
                  <a:gd name="connsiteY8345" fmla="*/ 8652 h 788789"/>
                  <a:gd name="connsiteX8346" fmla="*/ 452275 w 1703319"/>
                  <a:gd name="connsiteY8346" fmla="*/ 8652 h 788789"/>
                  <a:gd name="connsiteX8347" fmla="*/ 453366 w 1703319"/>
                  <a:gd name="connsiteY8347" fmla="*/ 8652 h 788789"/>
                  <a:gd name="connsiteX8348" fmla="*/ 454094 w 1703319"/>
                  <a:gd name="connsiteY8348" fmla="*/ 9009 h 788789"/>
                  <a:gd name="connsiteX8349" fmla="*/ 454457 w 1703319"/>
                  <a:gd name="connsiteY8349" fmla="*/ 9366 h 788789"/>
                  <a:gd name="connsiteX8350" fmla="*/ 454457 w 1703319"/>
                  <a:gd name="connsiteY8350" fmla="*/ 10080 h 788789"/>
                  <a:gd name="connsiteX8351" fmla="*/ 455912 w 1703319"/>
                  <a:gd name="connsiteY8351" fmla="*/ 10794 h 788789"/>
                  <a:gd name="connsiteX8352" fmla="*/ 457366 w 1703319"/>
                  <a:gd name="connsiteY8352" fmla="*/ 10794 h 788789"/>
                  <a:gd name="connsiteX8353" fmla="*/ 457366 w 1703319"/>
                  <a:gd name="connsiteY8353" fmla="*/ 10080 h 788789"/>
                  <a:gd name="connsiteX8354" fmla="*/ 455912 w 1703319"/>
                  <a:gd name="connsiteY8354" fmla="*/ 9723 h 788789"/>
                  <a:gd name="connsiteX8355" fmla="*/ 455548 w 1703319"/>
                  <a:gd name="connsiteY8355" fmla="*/ 9009 h 788789"/>
                  <a:gd name="connsiteX8356" fmla="*/ 456639 w 1703319"/>
                  <a:gd name="connsiteY8356" fmla="*/ 8652 h 788789"/>
                  <a:gd name="connsiteX8357" fmla="*/ 457366 w 1703319"/>
                  <a:gd name="connsiteY8357" fmla="*/ 8295 h 788789"/>
                  <a:gd name="connsiteX8358" fmla="*/ 459185 w 1703319"/>
                  <a:gd name="connsiteY8358" fmla="*/ 7938 h 788789"/>
                  <a:gd name="connsiteX8359" fmla="*/ 637225 w 1703319"/>
                  <a:gd name="connsiteY8359" fmla="*/ 0 h 788789"/>
                  <a:gd name="connsiteX8360" fmla="*/ 638675 w 1703319"/>
                  <a:gd name="connsiteY8360" fmla="*/ 0 h 788789"/>
                  <a:gd name="connsiteX8361" fmla="*/ 646287 w 1703319"/>
                  <a:gd name="connsiteY8361" fmla="*/ 362 h 788789"/>
                  <a:gd name="connsiteX8362" fmla="*/ 647013 w 1703319"/>
                  <a:gd name="connsiteY8362" fmla="*/ 362 h 788789"/>
                  <a:gd name="connsiteX8363" fmla="*/ 648463 w 1703319"/>
                  <a:gd name="connsiteY8363" fmla="*/ 724 h 788789"/>
                  <a:gd name="connsiteX8364" fmla="*/ 649913 w 1703319"/>
                  <a:gd name="connsiteY8364" fmla="*/ 1811 h 788789"/>
                  <a:gd name="connsiteX8365" fmla="*/ 651000 w 1703319"/>
                  <a:gd name="connsiteY8365" fmla="*/ 1811 h 788789"/>
                  <a:gd name="connsiteX8366" fmla="*/ 653900 w 1703319"/>
                  <a:gd name="connsiteY8366" fmla="*/ 1811 h 788789"/>
                  <a:gd name="connsiteX8367" fmla="*/ 654263 w 1703319"/>
                  <a:gd name="connsiteY8367" fmla="*/ 1449 h 788789"/>
                  <a:gd name="connsiteX8368" fmla="*/ 654988 w 1703319"/>
                  <a:gd name="connsiteY8368" fmla="*/ 1087 h 788789"/>
                  <a:gd name="connsiteX8369" fmla="*/ 656800 w 1703319"/>
                  <a:gd name="connsiteY8369" fmla="*/ 1087 h 788789"/>
                  <a:gd name="connsiteX8370" fmla="*/ 658251 w 1703319"/>
                  <a:gd name="connsiteY8370" fmla="*/ 1811 h 788789"/>
                  <a:gd name="connsiteX8371" fmla="*/ 659338 w 1703319"/>
                  <a:gd name="connsiteY8371" fmla="*/ 2173 h 788789"/>
                  <a:gd name="connsiteX8372" fmla="*/ 660426 w 1703319"/>
                  <a:gd name="connsiteY8372" fmla="*/ 2173 h 788789"/>
                  <a:gd name="connsiteX8373" fmla="*/ 665138 w 1703319"/>
                  <a:gd name="connsiteY8373" fmla="*/ 2536 h 788789"/>
                  <a:gd name="connsiteX8374" fmla="*/ 666951 w 1703319"/>
                  <a:gd name="connsiteY8374" fmla="*/ 2173 h 788789"/>
                  <a:gd name="connsiteX8375" fmla="*/ 668763 w 1703319"/>
                  <a:gd name="connsiteY8375" fmla="*/ 2898 h 788789"/>
                  <a:gd name="connsiteX8376" fmla="*/ 670214 w 1703319"/>
                  <a:gd name="connsiteY8376" fmla="*/ 3260 h 788789"/>
                  <a:gd name="connsiteX8377" fmla="*/ 670939 w 1703319"/>
                  <a:gd name="connsiteY8377" fmla="*/ 3260 h 788789"/>
                  <a:gd name="connsiteX8378" fmla="*/ 672026 w 1703319"/>
                  <a:gd name="connsiteY8378" fmla="*/ 3260 h 788789"/>
                  <a:gd name="connsiteX8379" fmla="*/ 672389 w 1703319"/>
                  <a:gd name="connsiteY8379" fmla="*/ 3622 h 788789"/>
                  <a:gd name="connsiteX8380" fmla="*/ 673476 w 1703319"/>
                  <a:gd name="connsiteY8380" fmla="*/ 4347 h 788789"/>
                  <a:gd name="connsiteX8381" fmla="*/ 672026 w 1703319"/>
                  <a:gd name="connsiteY8381" fmla="*/ 5071 h 788789"/>
                  <a:gd name="connsiteX8382" fmla="*/ 669851 w 1703319"/>
                  <a:gd name="connsiteY8382" fmla="*/ 5796 h 788789"/>
                  <a:gd name="connsiteX8383" fmla="*/ 666588 w 1703319"/>
                  <a:gd name="connsiteY8383" fmla="*/ 6520 h 788789"/>
                  <a:gd name="connsiteX8384" fmla="*/ 664413 w 1703319"/>
                  <a:gd name="connsiteY8384" fmla="*/ 6883 h 788789"/>
                  <a:gd name="connsiteX8385" fmla="*/ 663326 w 1703319"/>
                  <a:gd name="connsiteY8385" fmla="*/ 6520 h 788789"/>
                  <a:gd name="connsiteX8386" fmla="*/ 661513 w 1703319"/>
                  <a:gd name="connsiteY8386" fmla="*/ 6520 h 788789"/>
                  <a:gd name="connsiteX8387" fmla="*/ 660426 w 1703319"/>
                  <a:gd name="connsiteY8387" fmla="*/ 7245 h 788789"/>
                  <a:gd name="connsiteX8388" fmla="*/ 661513 w 1703319"/>
                  <a:gd name="connsiteY8388" fmla="*/ 7245 h 788789"/>
                  <a:gd name="connsiteX8389" fmla="*/ 663326 w 1703319"/>
                  <a:gd name="connsiteY8389" fmla="*/ 7245 h 788789"/>
                  <a:gd name="connsiteX8390" fmla="*/ 663688 w 1703319"/>
                  <a:gd name="connsiteY8390" fmla="*/ 7607 h 788789"/>
                  <a:gd name="connsiteX8391" fmla="*/ 665501 w 1703319"/>
                  <a:gd name="connsiteY8391" fmla="*/ 7607 h 788789"/>
                  <a:gd name="connsiteX8392" fmla="*/ 668038 w 1703319"/>
                  <a:gd name="connsiteY8392" fmla="*/ 7245 h 788789"/>
                  <a:gd name="connsiteX8393" fmla="*/ 669851 w 1703319"/>
                  <a:gd name="connsiteY8393" fmla="*/ 6883 h 788789"/>
                  <a:gd name="connsiteX8394" fmla="*/ 670214 w 1703319"/>
                  <a:gd name="connsiteY8394" fmla="*/ 6883 h 788789"/>
                  <a:gd name="connsiteX8395" fmla="*/ 672389 w 1703319"/>
                  <a:gd name="connsiteY8395" fmla="*/ 6158 h 788789"/>
                  <a:gd name="connsiteX8396" fmla="*/ 672751 w 1703319"/>
                  <a:gd name="connsiteY8396" fmla="*/ 5796 h 788789"/>
                  <a:gd name="connsiteX8397" fmla="*/ 673839 w 1703319"/>
                  <a:gd name="connsiteY8397" fmla="*/ 5796 h 788789"/>
                  <a:gd name="connsiteX8398" fmla="*/ 675289 w 1703319"/>
                  <a:gd name="connsiteY8398" fmla="*/ 5796 h 788789"/>
                  <a:gd name="connsiteX8399" fmla="*/ 676376 w 1703319"/>
                  <a:gd name="connsiteY8399" fmla="*/ 5796 h 788789"/>
                  <a:gd name="connsiteX8400" fmla="*/ 677464 w 1703319"/>
                  <a:gd name="connsiteY8400" fmla="*/ 6158 h 788789"/>
                  <a:gd name="connsiteX8401" fmla="*/ 678189 w 1703319"/>
                  <a:gd name="connsiteY8401" fmla="*/ 6520 h 788789"/>
                  <a:gd name="connsiteX8402" fmla="*/ 678551 w 1703319"/>
                  <a:gd name="connsiteY8402" fmla="*/ 7607 h 788789"/>
                  <a:gd name="connsiteX8403" fmla="*/ 677826 w 1703319"/>
                  <a:gd name="connsiteY8403" fmla="*/ 8332 h 788789"/>
                  <a:gd name="connsiteX8404" fmla="*/ 677101 w 1703319"/>
                  <a:gd name="connsiteY8404" fmla="*/ 9056 h 788789"/>
                  <a:gd name="connsiteX8405" fmla="*/ 676376 w 1703319"/>
                  <a:gd name="connsiteY8405" fmla="*/ 9418 h 788789"/>
                  <a:gd name="connsiteX8406" fmla="*/ 674926 w 1703319"/>
                  <a:gd name="connsiteY8406" fmla="*/ 10505 h 788789"/>
                  <a:gd name="connsiteX8407" fmla="*/ 676376 w 1703319"/>
                  <a:gd name="connsiteY8407" fmla="*/ 10143 h 788789"/>
                  <a:gd name="connsiteX8408" fmla="*/ 678551 w 1703319"/>
                  <a:gd name="connsiteY8408" fmla="*/ 9418 h 788789"/>
                  <a:gd name="connsiteX8409" fmla="*/ 679639 w 1703319"/>
                  <a:gd name="connsiteY8409" fmla="*/ 9418 h 788789"/>
                  <a:gd name="connsiteX8410" fmla="*/ 682177 w 1703319"/>
                  <a:gd name="connsiteY8410" fmla="*/ 9781 h 788789"/>
                  <a:gd name="connsiteX8411" fmla="*/ 682539 w 1703319"/>
                  <a:gd name="connsiteY8411" fmla="*/ 10143 h 788789"/>
                  <a:gd name="connsiteX8412" fmla="*/ 683989 w 1703319"/>
                  <a:gd name="connsiteY8412" fmla="*/ 10143 h 788789"/>
                  <a:gd name="connsiteX8413" fmla="*/ 685077 w 1703319"/>
                  <a:gd name="connsiteY8413" fmla="*/ 9781 h 788789"/>
                  <a:gd name="connsiteX8414" fmla="*/ 685802 w 1703319"/>
                  <a:gd name="connsiteY8414" fmla="*/ 10143 h 788789"/>
                  <a:gd name="connsiteX8415" fmla="*/ 686889 w 1703319"/>
                  <a:gd name="connsiteY8415" fmla="*/ 10143 h 788789"/>
                  <a:gd name="connsiteX8416" fmla="*/ 687977 w 1703319"/>
                  <a:gd name="connsiteY8416" fmla="*/ 10505 h 788789"/>
                  <a:gd name="connsiteX8417" fmla="*/ 689789 w 1703319"/>
                  <a:gd name="connsiteY8417" fmla="*/ 10505 h 788789"/>
                  <a:gd name="connsiteX8418" fmla="*/ 690877 w 1703319"/>
                  <a:gd name="connsiteY8418" fmla="*/ 10505 h 788789"/>
                  <a:gd name="connsiteX8419" fmla="*/ 691239 w 1703319"/>
                  <a:gd name="connsiteY8419" fmla="*/ 10867 h 788789"/>
                  <a:gd name="connsiteX8420" fmla="*/ 692327 w 1703319"/>
                  <a:gd name="connsiteY8420" fmla="*/ 11592 h 788789"/>
                  <a:gd name="connsiteX8421" fmla="*/ 693415 w 1703319"/>
                  <a:gd name="connsiteY8421" fmla="*/ 11954 h 788789"/>
                  <a:gd name="connsiteX8422" fmla="*/ 693777 w 1703319"/>
                  <a:gd name="connsiteY8422" fmla="*/ 12316 h 788789"/>
                  <a:gd name="connsiteX8423" fmla="*/ 694140 w 1703319"/>
                  <a:gd name="connsiteY8423" fmla="*/ 12679 h 788789"/>
                  <a:gd name="connsiteX8424" fmla="*/ 692690 w 1703319"/>
                  <a:gd name="connsiteY8424" fmla="*/ 14128 h 788789"/>
                  <a:gd name="connsiteX8425" fmla="*/ 691602 w 1703319"/>
                  <a:gd name="connsiteY8425" fmla="*/ 14490 h 788789"/>
                  <a:gd name="connsiteX8426" fmla="*/ 690877 w 1703319"/>
                  <a:gd name="connsiteY8426" fmla="*/ 14490 h 788789"/>
                  <a:gd name="connsiteX8427" fmla="*/ 689789 w 1703319"/>
                  <a:gd name="connsiteY8427" fmla="*/ 15214 h 788789"/>
                  <a:gd name="connsiteX8428" fmla="*/ 683627 w 1703319"/>
                  <a:gd name="connsiteY8428" fmla="*/ 16663 h 788789"/>
                  <a:gd name="connsiteX8429" fmla="*/ 681452 w 1703319"/>
                  <a:gd name="connsiteY8429" fmla="*/ 17026 h 788789"/>
                  <a:gd name="connsiteX8430" fmla="*/ 680364 w 1703319"/>
                  <a:gd name="connsiteY8430" fmla="*/ 17388 h 788789"/>
                  <a:gd name="connsiteX8431" fmla="*/ 679639 w 1703319"/>
                  <a:gd name="connsiteY8431" fmla="*/ 17750 h 788789"/>
                  <a:gd name="connsiteX8432" fmla="*/ 674926 w 1703319"/>
                  <a:gd name="connsiteY8432" fmla="*/ 18112 h 788789"/>
                  <a:gd name="connsiteX8433" fmla="*/ 674201 w 1703319"/>
                  <a:gd name="connsiteY8433" fmla="*/ 17750 h 788789"/>
                  <a:gd name="connsiteX8434" fmla="*/ 673114 w 1703319"/>
                  <a:gd name="connsiteY8434" fmla="*/ 18112 h 788789"/>
                  <a:gd name="connsiteX8435" fmla="*/ 671301 w 1703319"/>
                  <a:gd name="connsiteY8435" fmla="*/ 18112 h 788789"/>
                  <a:gd name="connsiteX8436" fmla="*/ 668401 w 1703319"/>
                  <a:gd name="connsiteY8436" fmla="*/ 18475 h 788789"/>
                  <a:gd name="connsiteX8437" fmla="*/ 664051 w 1703319"/>
                  <a:gd name="connsiteY8437" fmla="*/ 18112 h 788789"/>
                  <a:gd name="connsiteX8438" fmla="*/ 662601 w 1703319"/>
                  <a:gd name="connsiteY8438" fmla="*/ 18112 h 788789"/>
                  <a:gd name="connsiteX8439" fmla="*/ 660788 w 1703319"/>
                  <a:gd name="connsiteY8439" fmla="*/ 18112 h 788789"/>
                  <a:gd name="connsiteX8440" fmla="*/ 659701 w 1703319"/>
                  <a:gd name="connsiteY8440" fmla="*/ 18112 h 788789"/>
                  <a:gd name="connsiteX8441" fmla="*/ 658251 w 1703319"/>
                  <a:gd name="connsiteY8441" fmla="*/ 18112 h 788789"/>
                  <a:gd name="connsiteX8442" fmla="*/ 656075 w 1703319"/>
                  <a:gd name="connsiteY8442" fmla="*/ 18475 h 788789"/>
                  <a:gd name="connsiteX8443" fmla="*/ 654263 w 1703319"/>
                  <a:gd name="connsiteY8443" fmla="*/ 18837 h 788789"/>
                  <a:gd name="connsiteX8444" fmla="*/ 653175 w 1703319"/>
                  <a:gd name="connsiteY8444" fmla="*/ 18837 h 788789"/>
                  <a:gd name="connsiteX8445" fmla="*/ 651363 w 1703319"/>
                  <a:gd name="connsiteY8445" fmla="*/ 19561 h 788789"/>
                  <a:gd name="connsiteX8446" fmla="*/ 649550 w 1703319"/>
                  <a:gd name="connsiteY8446" fmla="*/ 19924 h 788789"/>
                  <a:gd name="connsiteX8447" fmla="*/ 648463 w 1703319"/>
                  <a:gd name="connsiteY8447" fmla="*/ 19924 h 788789"/>
                  <a:gd name="connsiteX8448" fmla="*/ 647013 w 1703319"/>
                  <a:gd name="connsiteY8448" fmla="*/ 20286 h 788789"/>
                  <a:gd name="connsiteX8449" fmla="*/ 645200 w 1703319"/>
                  <a:gd name="connsiteY8449" fmla="*/ 20648 h 788789"/>
                  <a:gd name="connsiteX8450" fmla="*/ 643750 w 1703319"/>
                  <a:gd name="connsiteY8450" fmla="*/ 21010 h 788789"/>
                  <a:gd name="connsiteX8451" fmla="*/ 643025 w 1703319"/>
                  <a:gd name="connsiteY8451" fmla="*/ 21735 h 788789"/>
                  <a:gd name="connsiteX8452" fmla="*/ 641937 w 1703319"/>
                  <a:gd name="connsiteY8452" fmla="*/ 21373 h 788789"/>
                  <a:gd name="connsiteX8453" fmla="*/ 640850 w 1703319"/>
                  <a:gd name="connsiteY8453" fmla="*/ 21735 h 788789"/>
                  <a:gd name="connsiteX8454" fmla="*/ 640487 w 1703319"/>
                  <a:gd name="connsiteY8454" fmla="*/ 22097 h 788789"/>
                  <a:gd name="connsiteX8455" fmla="*/ 640850 w 1703319"/>
                  <a:gd name="connsiteY8455" fmla="*/ 22822 h 788789"/>
                  <a:gd name="connsiteX8456" fmla="*/ 642662 w 1703319"/>
                  <a:gd name="connsiteY8456" fmla="*/ 22459 h 788789"/>
                  <a:gd name="connsiteX8457" fmla="*/ 643750 w 1703319"/>
                  <a:gd name="connsiteY8457" fmla="*/ 22097 h 788789"/>
                  <a:gd name="connsiteX8458" fmla="*/ 644112 w 1703319"/>
                  <a:gd name="connsiteY8458" fmla="*/ 21735 h 788789"/>
                  <a:gd name="connsiteX8459" fmla="*/ 645200 w 1703319"/>
                  <a:gd name="connsiteY8459" fmla="*/ 21373 h 788789"/>
                  <a:gd name="connsiteX8460" fmla="*/ 646287 w 1703319"/>
                  <a:gd name="connsiteY8460" fmla="*/ 21373 h 788789"/>
                  <a:gd name="connsiteX8461" fmla="*/ 647375 w 1703319"/>
                  <a:gd name="connsiteY8461" fmla="*/ 21373 h 788789"/>
                  <a:gd name="connsiteX8462" fmla="*/ 649188 w 1703319"/>
                  <a:gd name="connsiteY8462" fmla="*/ 21010 h 788789"/>
                  <a:gd name="connsiteX8463" fmla="*/ 650638 w 1703319"/>
                  <a:gd name="connsiteY8463" fmla="*/ 20648 h 788789"/>
                  <a:gd name="connsiteX8464" fmla="*/ 651363 w 1703319"/>
                  <a:gd name="connsiteY8464" fmla="*/ 20648 h 788789"/>
                  <a:gd name="connsiteX8465" fmla="*/ 654263 w 1703319"/>
                  <a:gd name="connsiteY8465" fmla="*/ 20286 h 788789"/>
                  <a:gd name="connsiteX8466" fmla="*/ 654988 w 1703319"/>
                  <a:gd name="connsiteY8466" fmla="*/ 19924 h 788789"/>
                  <a:gd name="connsiteX8467" fmla="*/ 655713 w 1703319"/>
                  <a:gd name="connsiteY8467" fmla="*/ 20286 h 788789"/>
                  <a:gd name="connsiteX8468" fmla="*/ 656075 w 1703319"/>
                  <a:gd name="connsiteY8468" fmla="*/ 20286 h 788789"/>
                  <a:gd name="connsiteX8469" fmla="*/ 657525 w 1703319"/>
                  <a:gd name="connsiteY8469" fmla="*/ 19561 h 788789"/>
                  <a:gd name="connsiteX8470" fmla="*/ 658251 w 1703319"/>
                  <a:gd name="connsiteY8470" fmla="*/ 19199 h 788789"/>
                  <a:gd name="connsiteX8471" fmla="*/ 659338 w 1703319"/>
                  <a:gd name="connsiteY8471" fmla="*/ 19199 h 788789"/>
                  <a:gd name="connsiteX8472" fmla="*/ 661876 w 1703319"/>
                  <a:gd name="connsiteY8472" fmla="*/ 19199 h 788789"/>
                  <a:gd name="connsiteX8473" fmla="*/ 663326 w 1703319"/>
                  <a:gd name="connsiteY8473" fmla="*/ 19199 h 788789"/>
                  <a:gd name="connsiteX8474" fmla="*/ 667313 w 1703319"/>
                  <a:gd name="connsiteY8474" fmla="*/ 19561 h 788789"/>
                  <a:gd name="connsiteX8475" fmla="*/ 669126 w 1703319"/>
                  <a:gd name="connsiteY8475" fmla="*/ 19561 h 788789"/>
                  <a:gd name="connsiteX8476" fmla="*/ 670214 w 1703319"/>
                  <a:gd name="connsiteY8476" fmla="*/ 19199 h 788789"/>
                  <a:gd name="connsiteX8477" fmla="*/ 671301 w 1703319"/>
                  <a:gd name="connsiteY8477" fmla="*/ 19199 h 788789"/>
                  <a:gd name="connsiteX8478" fmla="*/ 673114 w 1703319"/>
                  <a:gd name="connsiteY8478" fmla="*/ 18837 h 788789"/>
                  <a:gd name="connsiteX8479" fmla="*/ 674926 w 1703319"/>
                  <a:gd name="connsiteY8479" fmla="*/ 19199 h 788789"/>
                  <a:gd name="connsiteX8480" fmla="*/ 675289 w 1703319"/>
                  <a:gd name="connsiteY8480" fmla="*/ 19199 h 788789"/>
                  <a:gd name="connsiteX8481" fmla="*/ 676376 w 1703319"/>
                  <a:gd name="connsiteY8481" fmla="*/ 20286 h 788789"/>
                  <a:gd name="connsiteX8482" fmla="*/ 676376 w 1703319"/>
                  <a:gd name="connsiteY8482" fmla="*/ 21373 h 788789"/>
                  <a:gd name="connsiteX8483" fmla="*/ 675651 w 1703319"/>
                  <a:gd name="connsiteY8483" fmla="*/ 22097 h 788789"/>
                  <a:gd name="connsiteX8484" fmla="*/ 674564 w 1703319"/>
                  <a:gd name="connsiteY8484" fmla="*/ 22822 h 788789"/>
                  <a:gd name="connsiteX8485" fmla="*/ 673114 w 1703319"/>
                  <a:gd name="connsiteY8485" fmla="*/ 23546 h 788789"/>
                  <a:gd name="connsiteX8486" fmla="*/ 671301 w 1703319"/>
                  <a:gd name="connsiteY8486" fmla="*/ 24271 h 788789"/>
                  <a:gd name="connsiteX8487" fmla="*/ 668763 w 1703319"/>
                  <a:gd name="connsiteY8487" fmla="*/ 24995 h 788789"/>
                  <a:gd name="connsiteX8488" fmla="*/ 667313 w 1703319"/>
                  <a:gd name="connsiteY8488" fmla="*/ 25357 h 788789"/>
                  <a:gd name="connsiteX8489" fmla="*/ 666588 w 1703319"/>
                  <a:gd name="connsiteY8489" fmla="*/ 25720 h 788789"/>
                  <a:gd name="connsiteX8490" fmla="*/ 666951 w 1703319"/>
                  <a:gd name="connsiteY8490" fmla="*/ 26444 h 788789"/>
                  <a:gd name="connsiteX8491" fmla="*/ 667676 w 1703319"/>
                  <a:gd name="connsiteY8491" fmla="*/ 26444 h 788789"/>
                  <a:gd name="connsiteX8492" fmla="*/ 668401 w 1703319"/>
                  <a:gd name="connsiteY8492" fmla="*/ 26082 h 788789"/>
                  <a:gd name="connsiteX8493" fmla="*/ 670214 w 1703319"/>
                  <a:gd name="connsiteY8493" fmla="*/ 25720 h 788789"/>
                  <a:gd name="connsiteX8494" fmla="*/ 671664 w 1703319"/>
                  <a:gd name="connsiteY8494" fmla="*/ 24995 h 788789"/>
                  <a:gd name="connsiteX8495" fmla="*/ 672389 w 1703319"/>
                  <a:gd name="connsiteY8495" fmla="*/ 24633 h 788789"/>
                  <a:gd name="connsiteX8496" fmla="*/ 673476 w 1703319"/>
                  <a:gd name="connsiteY8496" fmla="*/ 24271 h 788789"/>
                  <a:gd name="connsiteX8497" fmla="*/ 674926 w 1703319"/>
                  <a:gd name="connsiteY8497" fmla="*/ 23546 h 788789"/>
                  <a:gd name="connsiteX8498" fmla="*/ 676376 w 1703319"/>
                  <a:gd name="connsiteY8498" fmla="*/ 23546 h 788789"/>
                  <a:gd name="connsiteX8499" fmla="*/ 677101 w 1703319"/>
                  <a:gd name="connsiteY8499" fmla="*/ 23546 h 788789"/>
                  <a:gd name="connsiteX8500" fmla="*/ 677826 w 1703319"/>
                  <a:gd name="connsiteY8500" fmla="*/ 23184 h 788789"/>
                  <a:gd name="connsiteX8501" fmla="*/ 678551 w 1703319"/>
                  <a:gd name="connsiteY8501" fmla="*/ 22822 h 788789"/>
                  <a:gd name="connsiteX8502" fmla="*/ 679276 w 1703319"/>
                  <a:gd name="connsiteY8502" fmla="*/ 22822 h 788789"/>
                  <a:gd name="connsiteX8503" fmla="*/ 680726 w 1703319"/>
                  <a:gd name="connsiteY8503" fmla="*/ 22822 h 788789"/>
                  <a:gd name="connsiteX8504" fmla="*/ 681452 w 1703319"/>
                  <a:gd name="connsiteY8504" fmla="*/ 22459 h 788789"/>
                  <a:gd name="connsiteX8505" fmla="*/ 681452 w 1703319"/>
                  <a:gd name="connsiteY8505" fmla="*/ 21373 h 788789"/>
                  <a:gd name="connsiteX8506" fmla="*/ 681452 w 1703319"/>
                  <a:gd name="connsiteY8506" fmla="*/ 20286 h 788789"/>
                  <a:gd name="connsiteX8507" fmla="*/ 682539 w 1703319"/>
                  <a:gd name="connsiteY8507" fmla="*/ 19924 h 788789"/>
                  <a:gd name="connsiteX8508" fmla="*/ 683989 w 1703319"/>
                  <a:gd name="connsiteY8508" fmla="*/ 19561 h 788789"/>
                  <a:gd name="connsiteX8509" fmla="*/ 686164 w 1703319"/>
                  <a:gd name="connsiteY8509" fmla="*/ 19199 h 788789"/>
                  <a:gd name="connsiteX8510" fmla="*/ 687252 w 1703319"/>
                  <a:gd name="connsiteY8510" fmla="*/ 18837 h 788789"/>
                  <a:gd name="connsiteX8511" fmla="*/ 688339 w 1703319"/>
                  <a:gd name="connsiteY8511" fmla="*/ 18837 h 788789"/>
                  <a:gd name="connsiteX8512" fmla="*/ 689789 w 1703319"/>
                  <a:gd name="connsiteY8512" fmla="*/ 18837 h 788789"/>
                  <a:gd name="connsiteX8513" fmla="*/ 691239 w 1703319"/>
                  <a:gd name="connsiteY8513" fmla="*/ 19199 h 788789"/>
                  <a:gd name="connsiteX8514" fmla="*/ 691964 w 1703319"/>
                  <a:gd name="connsiteY8514" fmla="*/ 20648 h 788789"/>
                  <a:gd name="connsiteX8515" fmla="*/ 691964 w 1703319"/>
                  <a:gd name="connsiteY8515" fmla="*/ 21735 h 788789"/>
                  <a:gd name="connsiteX8516" fmla="*/ 692327 w 1703319"/>
                  <a:gd name="connsiteY8516" fmla="*/ 22822 h 788789"/>
                  <a:gd name="connsiteX8517" fmla="*/ 688702 w 1703319"/>
                  <a:gd name="connsiteY8517" fmla="*/ 27893 h 788789"/>
                  <a:gd name="connsiteX8518" fmla="*/ 687977 w 1703319"/>
                  <a:gd name="connsiteY8518" fmla="*/ 28617 h 788789"/>
                  <a:gd name="connsiteX8519" fmla="*/ 686889 w 1703319"/>
                  <a:gd name="connsiteY8519" fmla="*/ 29342 h 788789"/>
                  <a:gd name="connsiteX8520" fmla="*/ 685802 w 1703319"/>
                  <a:gd name="connsiteY8520" fmla="*/ 30429 h 788789"/>
                  <a:gd name="connsiteX8521" fmla="*/ 685439 w 1703319"/>
                  <a:gd name="connsiteY8521" fmla="*/ 30791 h 788789"/>
                  <a:gd name="connsiteX8522" fmla="*/ 683264 w 1703319"/>
                  <a:gd name="connsiteY8522" fmla="*/ 32240 h 788789"/>
                  <a:gd name="connsiteX8523" fmla="*/ 682902 w 1703319"/>
                  <a:gd name="connsiteY8523" fmla="*/ 32964 h 788789"/>
                  <a:gd name="connsiteX8524" fmla="*/ 682902 w 1703319"/>
                  <a:gd name="connsiteY8524" fmla="*/ 33327 h 788789"/>
                  <a:gd name="connsiteX8525" fmla="*/ 682539 w 1703319"/>
                  <a:gd name="connsiteY8525" fmla="*/ 34051 h 788789"/>
                  <a:gd name="connsiteX8526" fmla="*/ 682177 w 1703319"/>
                  <a:gd name="connsiteY8526" fmla="*/ 34776 h 788789"/>
                  <a:gd name="connsiteX8527" fmla="*/ 683264 w 1703319"/>
                  <a:gd name="connsiteY8527" fmla="*/ 34051 h 788789"/>
                  <a:gd name="connsiteX8528" fmla="*/ 683989 w 1703319"/>
                  <a:gd name="connsiteY8528" fmla="*/ 33327 h 788789"/>
                  <a:gd name="connsiteX8529" fmla="*/ 684352 w 1703319"/>
                  <a:gd name="connsiteY8529" fmla="*/ 32602 h 788789"/>
                  <a:gd name="connsiteX8530" fmla="*/ 684714 w 1703319"/>
                  <a:gd name="connsiteY8530" fmla="*/ 32240 h 788789"/>
                  <a:gd name="connsiteX8531" fmla="*/ 687614 w 1703319"/>
                  <a:gd name="connsiteY8531" fmla="*/ 30791 h 788789"/>
                  <a:gd name="connsiteX8532" fmla="*/ 689064 w 1703319"/>
                  <a:gd name="connsiteY8532" fmla="*/ 30066 h 788789"/>
                  <a:gd name="connsiteX8533" fmla="*/ 690514 w 1703319"/>
                  <a:gd name="connsiteY8533" fmla="*/ 28980 h 788789"/>
                  <a:gd name="connsiteX8534" fmla="*/ 691239 w 1703319"/>
                  <a:gd name="connsiteY8534" fmla="*/ 28617 h 788789"/>
                  <a:gd name="connsiteX8535" fmla="*/ 691602 w 1703319"/>
                  <a:gd name="connsiteY8535" fmla="*/ 28255 h 788789"/>
                  <a:gd name="connsiteX8536" fmla="*/ 693052 w 1703319"/>
                  <a:gd name="connsiteY8536" fmla="*/ 27531 h 788789"/>
                  <a:gd name="connsiteX8537" fmla="*/ 696315 w 1703319"/>
                  <a:gd name="connsiteY8537" fmla="*/ 25357 h 788789"/>
                  <a:gd name="connsiteX8538" fmla="*/ 697040 w 1703319"/>
                  <a:gd name="connsiteY8538" fmla="*/ 24995 h 788789"/>
                  <a:gd name="connsiteX8539" fmla="*/ 697402 w 1703319"/>
                  <a:gd name="connsiteY8539" fmla="*/ 24271 h 788789"/>
                  <a:gd name="connsiteX8540" fmla="*/ 698490 w 1703319"/>
                  <a:gd name="connsiteY8540" fmla="*/ 23908 h 788789"/>
                  <a:gd name="connsiteX8541" fmla="*/ 698852 w 1703319"/>
                  <a:gd name="connsiteY8541" fmla="*/ 23908 h 788789"/>
                  <a:gd name="connsiteX8542" fmla="*/ 699940 w 1703319"/>
                  <a:gd name="connsiteY8542" fmla="*/ 23546 h 788789"/>
                  <a:gd name="connsiteX8543" fmla="*/ 701027 w 1703319"/>
                  <a:gd name="connsiteY8543" fmla="*/ 23546 h 788789"/>
                  <a:gd name="connsiteX8544" fmla="*/ 701027 w 1703319"/>
                  <a:gd name="connsiteY8544" fmla="*/ 24271 h 788789"/>
                  <a:gd name="connsiteX8545" fmla="*/ 700665 w 1703319"/>
                  <a:gd name="connsiteY8545" fmla="*/ 25357 h 788789"/>
                  <a:gd name="connsiteX8546" fmla="*/ 700302 w 1703319"/>
                  <a:gd name="connsiteY8546" fmla="*/ 26082 h 788789"/>
                  <a:gd name="connsiteX8547" fmla="*/ 701390 w 1703319"/>
                  <a:gd name="connsiteY8547" fmla="*/ 25720 h 788789"/>
                  <a:gd name="connsiteX8548" fmla="*/ 702115 w 1703319"/>
                  <a:gd name="connsiteY8548" fmla="*/ 24995 h 788789"/>
                  <a:gd name="connsiteX8549" fmla="*/ 702840 w 1703319"/>
                  <a:gd name="connsiteY8549" fmla="*/ 24633 h 788789"/>
                  <a:gd name="connsiteX8550" fmla="*/ 703565 w 1703319"/>
                  <a:gd name="connsiteY8550" fmla="*/ 24633 h 788789"/>
                  <a:gd name="connsiteX8551" fmla="*/ 706828 w 1703319"/>
                  <a:gd name="connsiteY8551" fmla="*/ 24633 h 788789"/>
                  <a:gd name="connsiteX8552" fmla="*/ 707190 w 1703319"/>
                  <a:gd name="connsiteY8552" fmla="*/ 24995 h 788789"/>
                  <a:gd name="connsiteX8553" fmla="*/ 708278 w 1703319"/>
                  <a:gd name="connsiteY8553" fmla="*/ 25357 h 788789"/>
                  <a:gd name="connsiteX8554" fmla="*/ 709003 w 1703319"/>
                  <a:gd name="connsiteY8554" fmla="*/ 25357 h 788789"/>
                  <a:gd name="connsiteX8555" fmla="*/ 710090 w 1703319"/>
                  <a:gd name="connsiteY8555" fmla="*/ 25720 h 788789"/>
                  <a:gd name="connsiteX8556" fmla="*/ 710815 w 1703319"/>
                  <a:gd name="connsiteY8556" fmla="*/ 24995 h 788789"/>
                  <a:gd name="connsiteX8557" fmla="*/ 711540 w 1703319"/>
                  <a:gd name="connsiteY8557" fmla="*/ 23908 h 788789"/>
                  <a:gd name="connsiteX8558" fmla="*/ 712628 w 1703319"/>
                  <a:gd name="connsiteY8558" fmla="*/ 23184 h 788789"/>
                  <a:gd name="connsiteX8559" fmla="*/ 713353 w 1703319"/>
                  <a:gd name="connsiteY8559" fmla="*/ 22459 h 788789"/>
                  <a:gd name="connsiteX8560" fmla="*/ 716253 w 1703319"/>
                  <a:gd name="connsiteY8560" fmla="*/ 21010 h 788789"/>
                  <a:gd name="connsiteX8561" fmla="*/ 717341 w 1703319"/>
                  <a:gd name="connsiteY8561" fmla="*/ 20648 h 788789"/>
                  <a:gd name="connsiteX8562" fmla="*/ 718066 w 1703319"/>
                  <a:gd name="connsiteY8562" fmla="*/ 19924 h 788789"/>
                  <a:gd name="connsiteX8563" fmla="*/ 719516 w 1703319"/>
                  <a:gd name="connsiteY8563" fmla="*/ 19924 h 788789"/>
                  <a:gd name="connsiteX8564" fmla="*/ 723503 w 1703319"/>
                  <a:gd name="connsiteY8564" fmla="*/ 20286 h 788789"/>
                  <a:gd name="connsiteX8565" fmla="*/ 724591 w 1703319"/>
                  <a:gd name="connsiteY8565" fmla="*/ 19924 h 788789"/>
                  <a:gd name="connsiteX8566" fmla="*/ 726041 w 1703319"/>
                  <a:gd name="connsiteY8566" fmla="*/ 19561 h 788789"/>
                  <a:gd name="connsiteX8567" fmla="*/ 727129 w 1703319"/>
                  <a:gd name="connsiteY8567" fmla="*/ 19924 h 788789"/>
                  <a:gd name="connsiteX8568" fmla="*/ 731479 w 1703319"/>
                  <a:gd name="connsiteY8568" fmla="*/ 21373 h 788789"/>
                  <a:gd name="connsiteX8569" fmla="*/ 732566 w 1703319"/>
                  <a:gd name="connsiteY8569" fmla="*/ 21373 h 788789"/>
                  <a:gd name="connsiteX8570" fmla="*/ 734016 w 1703319"/>
                  <a:gd name="connsiteY8570" fmla="*/ 21735 h 788789"/>
                  <a:gd name="connsiteX8571" fmla="*/ 735466 w 1703319"/>
                  <a:gd name="connsiteY8571" fmla="*/ 21735 h 788789"/>
                  <a:gd name="connsiteX8572" fmla="*/ 736554 w 1703319"/>
                  <a:gd name="connsiteY8572" fmla="*/ 22822 h 788789"/>
                  <a:gd name="connsiteX8573" fmla="*/ 737641 w 1703319"/>
                  <a:gd name="connsiteY8573" fmla="*/ 23184 h 788789"/>
                  <a:gd name="connsiteX8574" fmla="*/ 738366 w 1703319"/>
                  <a:gd name="connsiteY8574" fmla="*/ 23908 h 788789"/>
                  <a:gd name="connsiteX8575" fmla="*/ 738004 w 1703319"/>
                  <a:gd name="connsiteY8575" fmla="*/ 24633 h 788789"/>
                  <a:gd name="connsiteX8576" fmla="*/ 734379 w 1703319"/>
                  <a:gd name="connsiteY8576" fmla="*/ 27893 h 788789"/>
                  <a:gd name="connsiteX8577" fmla="*/ 733291 w 1703319"/>
                  <a:gd name="connsiteY8577" fmla="*/ 28617 h 788789"/>
                  <a:gd name="connsiteX8578" fmla="*/ 731116 w 1703319"/>
                  <a:gd name="connsiteY8578" fmla="*/ 29342 h 788789"/>
                  <a:gd name="connsiteX8579" fmla="*/ 730391 w 1703319"/>
                  <a:gd name="connsiteY8579" fmla="*/ 29704 h 788789"/>
                  <a:gd name="connsiteX8580" fmla="*/ 729304 w 1703319"/>
                  <a:gd name="connsiteY8580" fmla="*/ 29704 h 788789"/>
                  <a:gd name="connsiteX8581" fmla="*/ 728216 w 1703319"/>
                  <a:gd name="connsiteY8581" fmla="*/ 29704 h 788789"/>
                  <a:gd name="connsiteX8582" fmla="*/ 727129 w 1703319"/>
                  <a:gd name="connsiteY8582" fmla="*/ 29704 h 788789"/>
                  <a:gd name="connsiteX8583" fmla="*/ 726403 w 1703319"/>
                  <a:gd name="connsiteY8583" fmla="*/ 29704 h 788789"/>
                  <a:gd name="connsiteX8584" fmla="*/ 726403 w 1703319"/>
                  <a:gd name="connsiteY8584" fmla="*/ 30429 h 788789"/>
                  <a:gd name="connsiteX8585" fmla="*/ 726766 w 1703319"/>
                  <a:gd name="connsiteY8585" fmla="*/ 31153 h 788789"/>
                  <a:gd name="connsiteX8586" fmla="*/ 727129 w 1703319"/>
                  <a:gd name="connsiteY8586" fmla="*/ 31878 h 788789"/>
                  <a:gd name="connsiteX8587" fmla="*/ 725316 w 1703319"/>
                  <a:gd name="connsiteY8587" fmla="*/ 32964 h 788789"/>
                  <a:gd name="connsiteX8588" fmla="*/ 723866 w 1703319"/>
                  <a:gd name="connsiteY8588" fmla="*/ 32964 h 788789"/>
                  <a:gd name="connsiteX8589" fmla="*/ 723141 w 1703319"/>
                  <a:gd name="connsiteY8589" fmla="*/ 32964 h 788789"/>
                  <a:gd name="connsiteX8590" fmla="*/ 721691 w 1703319"/>
                  <a:gd name="connsiteY8590" fmla="*/ 33327 h 788789"/>
                  <a:gd name="connsiteX8591" fmla="*/ 720966 w 1703319"/>
                  <a:gd name="connsiteY8591" fmla="*/ 33689 h 788789"/>
                  <a:gd name="connsiteX8592" fmla="*/ 720241 w 1703319"/>
                  <a:gd name="connsiteY8592" fmla="*/ 34051 h 788789"/>
                  <a:gd name="connsiteX8593" fmla="*/ 718428 w 1703319"/>
                  <a:gd name="connsiteY8593" fmla="*/ 34051 h 788789"/>
                  <a:gd name="connsiteX8594" fmla="*/ 717703 w 1703319"/>
                  <a:gd name="connsiteY8594" fmla="*/ 34413 h 788789"/>
                  <a:gd name="connsiteX8595" fmla="*/ 718066 w 1703319"/>
                  <a:gd name="connsiteY8595" fmla="*/ 34051 h 788789"/>
                  <a:gd name="connsiteX8596" fmla="*/ 714440 w 1703319"/>
                  <a:gd name="connsiteY8596" fmla="*/ 34051 h 788789"/>
                  <a:gd name="connsiteX8597" fmla="*/ 712990 w 1703319"/>
                  <a:gd name="connsiteY8597" fmla="*/ 34413 h 788789"/>
                  <a:gd name="connsiteX8598" fmla="*/ 712265 w 1703319"/>
                  <a:gd name="connsiteY8598" fmla="*/ 34051 h 788789"/>
                  <a:gd name="connsiteX8599" fmla="*/ 711903 w 1703319"/>
                  <a:gd name="connsiteY8599" fmla="*/ 34051 h 788789"/>
                  <a:gd name="connsiteX8600" fmla="*/ 711178 w 1703319"/>
                  <a:gd name="connsiteY8600" fmla="*/ 34051 h 788789"/>
                  <a:gd name="connsiteX8601" fmla="*/ 709365 w 1703319"/>
                  <a:gd name="connsiteY8601" fmla="*/ 35138 h 788789"/>
                  <a:gd name="connsiteX8602" fmla="*/ 709003 w 1703319"/>
                  <a:gd name="connsiteY8602" fmla="*/ 35138 h 788789"/>
                  <a:gd name="connsiteX8603" fmla="*/ 709728 w 1703319"/>
                  <a:gd name="connsiteY8603" fmla="*/ 35862 h 788789"/>
                  <a:gd name="connsiteX8604" fmla="*/ 711178 w 1703319"/>
                  <a:gd name="connsiteY8604" fmla="*/ 35500 h 788789"/>
                  <a:gd name="connsiteX8605" fmla="*/ 711903 w 1703319"/>
                  <a:gd name="connsiteY8605" fmla="*/ 35500 h 788789"/>
                  <a:gd name="connsiteX8606" fmla="*/ 712628 w 1703319"/>
                  <a:gd name="connsiteY8606" fmla="*/ 34776 h 788789"/>
                  <a:gd name="connsiteX8607" fmla="*/ 712990 w 1703319"/>
                  <a:gd name="connsiteY8607" fmla="*/ 34776 h 788789"/>
                  <a:gd name="connsiteX8608" fmla="*/ 714803 w 1703319"/>
                  <a:gd name="connsiteY8608" fmla="*/ 35138 h 788789"/>
                  <a:gd name="connsiteX8609" fmla="*/ 715528 w 1703319"/>
                  <a:gd name="connsiteY8609" fmla="*/ 35138 h 788789"/>
                  <a:gd name="connsiteX8610" fmla="*/ 715891 w 1703319"/>
                  <a:gd name="connsiteY8610" fmla="*/ 35500 h 788789"/>
                  <a:gd name="connsiteX8611" fmla="*/ 718428 w 1703319"/>
                  <a:gd name="connsiteY8611" fmla="*/ 35500 h 788789"/>
                  <a:gd name="connsiteX8612" fmla="*/ 718791 w 1703319"/>
                  <a:gd name="connsiteY8612" fmla="*/ 35500 h 788789"/>
                  <a:gd name="connsiteX8613" fmla="*/ 719516 w 1703319"/>
                  <a:gd name="connsiteY8613" fmla="*/ 36225 h 788789"/>
                  <a:gd name="connsiteX8614" fmla="*/ 718428 w 1703319"/>
                  <a:gd name="connsiteY8614" fmla="*/ 37311 h 788789"/>
                  <a:gd name="connsiteX8615" fmla="*/ 717341 w 1703319"/>
                  <a:gd name="connsiteY8615" fmla="*/ 38036 h 788789"/>
                  <a:gd name="connsiteX8616" fmla="*/ 716253 w 1703319"/>
                  <a:gd name="connsiteY8616" fmla="*/ 38760 h 788789"/>
                  <a:gd name="connsiteX8617" fmla="*/ 712990 w 1703319"/>
                  <a:gd name="connsiteY8617" fmla="*/ 39847 h 788789"/>
                  <a:gd name="connsiteX8618" fmla="*/ 711903 w 1703319"/>
                  <a:gd name="connsiteY8618" fmla="*/ 39847 h 788789"/>
                  <a:gd name="connsiteX8619" fmla="*/ 710453 w 1703319"/>
                  <a:gd name="connsiteY8619" fmla="*/ 39847 h 788789"/>
                  <a:gd name="connsiteX8620" fmla="*/ 709728 w 1703319"/>
                  <a:gd name="connsiteY8620" fmla="*/ 39847 h 788789"/>
                  <a:gd name="connsiteX8621" fmla="*/ 708278 w 1703319"/>
                  <a:gd name="connsiteY8621" fmla="*/ 39485 h 788789"/>
                  <a:gd name="connsiteX8622" fmla="*/ 706828 w 1703319"/>
                  <a:gd name="connsiteY8622" fmla="*/ 39485 h 788789"/>
                  <a:gd name="connsiteX8623" fmla="*/ 705740 w 1703319"/>
                  <a:gd name="connsiteY8623" fmla="*/ 39485 h 788789"/>
                  <a:gd name="connsiteX8624" fmla="*/ 705015 w 1703319"/>
                  <a:gd name="connsiteY8624" fmla="*/ 39485 h 788789"/>
                  <a:gd name="connsiteX8625" fmla="*/ 704290 w 1703319"/>
                  <a:gd name="connsiteY8625" fmla="*/ 39485 h 788789"/>
                  <a:gd name="connsiteX8626" fmla="*/ 703202 w 1703319"/>
                  <a:gd name="connsiteY8626" fmla="*/ 39485 h 788789"/>
                  <a:gd name="connsiteX8627" fmla="*/ 702477 w 1703319"/>
                  <a:gd name="connsiteY8627" fmla="*/ 39847 h 788789"/>
                  <a:gd name="connsiteX8628" fmla="*/ 701752 w 1703319"/>
                  <a:gd name="connsiteY8628" fmla="*/ 39485 h 788789"/>
                  <a:gd name="connsiteX8629" fmla="*/ 699940 w 1703319"/>
                  <a:gd name="connsiteY8629" fmla="*/ 40934 h 788789"/>
                  <a:gd name="connsiteX8630" fmla="*/ 699577 w 1703319"/>
                  <a:gd name="connsiteY8630" fmla="*/ 41296 h 788789"/>
                  <a:gd name="connsiteX8631" fmla="*/ 698490 w 1703319"/>
                  <a:gd name="connsiteY8631" fmla="*/ 42021 h 788789"/>
                  <a:gd name="connsiteX8632" fmla="*/ 698490 w 1703319"/>
                  <a:gd name="connsiteY8632" fmla="*/ 43107 h 788789"/>
                  <a:gd name="connsiteX8633" fmla="*/ 699215 w 1703319"/>
                  <a:gd name="connsiteY8633" fmla="*/ 43832 h 788789"/>
                  <a:gd name="connsiteX8634" fmla="*/ 699940 w 1703319"/>
                  <a:gd name="connsiteY8634" fmla="*/ 43832 h 788789"/>
                  <a:gd name="connsiteX8635" fmla="*/ 700302 w 1703319"/>
                  <a:gd name="connsiteY8635" fmla="*/ 43107 h 788789"/>
                  <a:gd name="connsiteX8636" fmla="*/ 701027 w 1703319"/>
                  <a:gd name="connsiteY8636" fmla="*/ 42383 h 788789"/>
                  <a:gd name="connsiteX8637" fmla="*/ 701390 w 1703319"/>
                  <a:gd name="connsiteY8637" fmla="*/ 41658 h 788789"/>
                  <a:gd name="connsiteX8638" fmla="*/ 701390 w 1703319"/>
                  <a:gd name="connsiteY8638" fmla="*/ 40934 h 788789"/>
                  <a:gd name="connsiteX8639" fmla="*/ 701752 w 1703319"/>
                  <a:gd name="connsiteY8639" fmla="*/ 40209 h 788789"/>
                  <a:gd name="connsiteX8640" fmla="*/ 702477 w 1703319"/>
                  <a:gd name="connsiteY8640" fmla="*/ 40209 h 788789"/>
                  <a:gd name="connsiteX8641" fmla="*/ 703565 w 1703319"/>
                  <a:gd name="connsiteY8641" fmla="*/ 39847 h 788789"/>
                  <a:gd name="connsiteX8642" fmla="*/ 704653 w 1703319"/>
                  <a:gd name="connsiteY8642" fmla="*/ 39847 h 788789"/>
                  <a:gd name="connsiteX8643" fmla="*/ 705015 w 1703319"/>
                  <a:gd name="connsiteY8643" fmla="*/ 40572 h 788789"/>
                  <a:gd name="connsiteX8644" fmla="*/ 705378 w 1703319"/>
                  <a:gd name="connsiteY8644" fmla="*/ 40934 h 788789"/>
                  <a:gd name="connsiteX8645" fmla="*/ 706103 w 1703319"/>
                  <a:gd name="connsiteY8645" fmla="*/ 40572 h 788789"/>
                  <a:gd name="connsiteX8646" fmla="*/ 707190 w 1703319"/>
                  <a:gd name="connsiteY8646" fmla="*/ 40572 h 788789"/>
                  <a:gd name="connsiteX8647" fmla="*/ 707915 w 1703319"/>
                  <a:gd name="connsiteY8647" fmla="*/ 40572 h 788789"/>
                  <a:gd name="connsiteX8648" fmla="*/ 708278 w 1703319"/>
                  <a:gd name="connsiteY8648" fmla="*/ 40572 h 788789"/>
                  <a:gd name="connsiteX8649" fmla="*/ 709365 w 1703319"/>
                  <a:gd name="connsiteY8649" fmla="*/ 40572 h 788789"/>
                  <a:gd name="connsiteX8650" fmla="*/ 710453 w 1703319"/>
                  <a:gd name="connsiteY8650" fmla="*/ 40572 h 788789"/>
                  <a:gd name="connsiteX8651" fmla="*/ 710815 w 1703319"/>
                  <a:gd name="connsiteY8651" fmla="*/ 40572 h 788789"/>
                  <a:gd name="connsiteX8652" fmla="*/ 711540 w 1703319"/>
                  <a:gd name="connsiteY8652" fmla="*/ 40572 h 788789"/>
                  <a:gd name="connsiteX8653" fmla="*/ 712265 w 1703319"/>
                  <a:gd name="connsiteY8653" fmla="*/ 40934 h 788789"/>
                  <a:gd name="connsiteX8654" fmla="*/ 712628 w 1703319"/>
                  <a:gd name="connsiteY8654" fmla="*/ 40934 h 788789"/>
                  <a:gd name="connsiteX8655" fmla="*/ 712990 w 1703319"/>
                  <a:gd name="connsiteY8655" fmla="*/ 41296 h 788789"/>
                  <a:gd name="connsiteX8656" fmla="*/ 712628 w 1703319"/>
                  <a:gd name="connsiteY8656" fmla="*/ 42745 h 788789"/>
                  <a:gd name="connsiteX8657" fmla="*/ 711178 w 1703319"/>
                  <a:gd name="connsiteY8657" fmla="*/ 43470 h 788789"/>
                  <a:gd name="connsiteX8658" fmla="*/ 710090 w 1703319"/>
                  <a:gd name="connsiteY8658" fmla="*/ 44194 h 788789"/>
                  <a:gd name="connsiteX8659" fmla="*/ 709365 w 1703319"/>
                  <a:gd name="connsiteY8659" fmla="*/ 44919 h 788789"/>
                  <a:gd name="connsiteX8660" fmla="*/ 708640 w 1703319"/>
                  <a:gd name="connsiteY8660" fmla="*/ 44919 h 788789"/>
                  <a:gd name="connsiteX8661" fmla="*/ 706828 w 1703319"/>
                  <a:gd name="connsiteY8661" fmla="*/ 45281 h 788789"/>
                  <a:gd name="connsiteX8662" fmla="*/ 706103 w 1703319"/>
                  <a:gd name="connsiteY8662" fmla="*/ 44919 h 788789"/>
                  <a:gd name="connsiteX8663" fmla="*/ 705015 w 1703319"/>
                  <a:gd name="connsiteY8663" fmla="*/ 44556 h 788789"/>
                  <a:gd name="connsiteX8664" fmla="*/ 703927 w 1703319"/>
                  <a:gd name="connsiteY8664" fmla="*/ 44919 h 788789"/>
                  <a:gd name="connsiteX8665" fmla="*/ 703202 w 1703319"/>
                  <a:gd name="connsiteY8665" fmla="*/ 46005 h 788789"/>
                  <a:gd name="connsiteX8666" fmla="*/ 702840 w 1703319"/>
                  <a:gd name="connsiteY8666" fmla="*/ 46730 h 788789"/>
                  <a:gd name="connsiteX8667" fmla="*/ 703202 w 1703319"/>
                  <a:gd name="connsiteY8667" fmla="*/ 48179 h 788789"/>
                  <a:gd name="connsiteX8668" fmla="*/ 703927 w 1703319"/>
                  <a:gd name="connsiteY8668" fmla="*/ 48541 h 788789"/>
                  <a:gd name="connsiteX8669" fmla="*/ 703565 w 1703319"/>
                  <a:gd name="connsiteY8669" fmla="*/ 48903 h 788789"/>
                  <a:gd name="connsiteX8670" fmla="*/ 705378 w 1703319"/>
                  <a:gd name="connsiteY8670" fmla="*/ 49266 h 788789"/>
                  <a:gd name="connsiteX8671" fmla="*/ 705740 w 1703319"/>
                  <a:gd name="connsiteY8671" fmla="*/ 49990 h 788789"/>
                  <a:gd name="connsiteX8672" fmla="*/ 705015 w 1703319"/>
                  <a:gd name="connsiteY8672" fmla="*/ 50352 h 788789"/>
                  <a:gd name="connsiteX8673" fmla="*/ 703565 w 1703319"/>
                  <a:gd name="connsiteY8673" fmla="*/ 51077 h 788789"/>
                  <a:gd name="connsiteX8674" fmla="*/ 702477 w 1703319"/>
                  <a:gd name="connsiteY8674" fmla="*/ 51801 h 788789"/>
                  <a:gd name="connsiteX8675" fmla="*/ 701390 w 1703319"/>
                  <a:gd name="connsiteY8675" fmla="*/ 52526 h 788789"/>
                  <a:gd name="connsiteX8676" fmla="*/ 701752 w 1703319"/>
                  <a:gd name="connsiteY8676" fmla="*/ 53250 h 788789"/>
                  <a:gd name="connsiteX8677" fmla="*/ 701027 w 1703319"/>
                  <a:gd name="connsiteY8677" fmla="*/ 53975 h 788789"/>
                  <a:gd name="connsiteX8678" fmla="*/ 699940 w 1703319"/>
                  <a:gd name="connsiteY8678" fmla="*/ 54337 h 788789"/>
                  <a:gd name="connsiteX8679" fmla="*/ 698490 w 1703319"/>
                  <a:gd name="connsiteY8679" fmla="*/ 54337 h 788789"/>
                  <a:gd name="connsiteX8680" fmla="*/ 698127 w 1703319"/>
                  <a:gd name="connsiteY8680" fmla="*/ 54337 h 788789"/>
                  <a:gd name="connsiteX8681" fmla="*/ 697040 w 1703319"/>
                  <a:gd name="connsiteY8681" fmla="*/ 55062 h 788789"/>
                  <a:gd name="connsiteX8682" fmla="*/ 695952 w 1703319"/>
                  <a:gd name="connsiteY8682" fmla="*/ 55786 h 788789"/>
                  <a:gd name="connsiteX8683" fmla="*/ 695952 w 1703319"/>
                  <a:gd name="connsiteY8683" fmla="*/ 56873 h 788789"/>
                  <a:gd name="connsiteX8684" fmla="*/ 696315 w 1703319"/>
                  <a:gd name="connsiteY8684" fmla="*/ 57597 h 788789"/>
                  <a:gd name="connsiteX8685" fmla="*/ 696315 w 1703319"/>
                  <a:gd name="connsiteY8685" fmla="*/ 58322 h 788789"/>
                  <a:gd name="connsiteX8686" fmla="*/ 695590 w 1703319"/>
                  <a:gd name="connsiteY8686" fmla="*/ 58684 h 788789"/>
                  <a:gd name="connsiteX8687" fmla="*/ 694502 w 1703319"/>
                  <a:gd name="connsiteY8687" fmla="*/ 61220 h 788789"/>
                  <a:gd name="connsiteX8688" fmla="*/ 694865 w 1703319"/>
                  <a:gd name="connsiteY8688" fmla="*/ 61582 h 788789"/>
                  <a:gd name="connsiteX8689" fmla="*/ 694502 w 1703319"/>
                  <a:gd name="connsiteY8689" fmla="*/ 62307 h 788789"/>
                  <a:gd name="connsiteX8690" fmla="*/ 693777 w 1703319"/>
                  <a:gd name="connsiteY8690" fmla="*/ 63393 h 788789"/>
                  <a:gd name="connsiteX8691" fmla="*/ 693052 w 1703319"/>
                  <a:gd name="connsiteY8691" fmla="*/ 64118 h 788789"/>
                  <a:gd name="connsiteX8692" fmla="*/ 692690 w 1703319"/>
                  <a:gd name="connsiteY8692" fmla="*/ 64480 h 788789"/>
                  <a:gd name="connsiteX8693" fmla="*/ 692690 w 1703319"/>
                  <a:gd name="connsiteY8693" fmla="*/ 65567 h 788789"/>
                  <a:gd name="connsiteX8694" fmla="*/ 692690 w 1703319"/>
                  <a:gd name="connsiteY8694" fmla="*/ 66291 h 788789"/>
                  <a:gd name="connsiteX8695" fmla="*/ 693415 w 1703319"/>
                  <a:gd name="connsiteY8695" fmla="*/ 66654 h 788789"/>
                  <a:gd name="connsiteX8696" fmla="*/ 694502 w 1703319"/>
                  <a:gd name="connsiteY8696" fmla="*/ 65567 h 788789"/>
                  <a:gd name="connsiteX8697" fmla="*/ 695227 w 1703319"/>
                  <a:gd name="connsiteY8697" fmla="*/ 64480 h 788789"/>
                  <a:gd name="connsiteX8698" fmla="*/ 695952 w 1703319"/>
                  <a:gd name="connsiteY8698" fmla="*/ 63756 h 788789"/>
                  <a:gd name="connsiteX8699" fmla="*/ 696677 w 1703319"/>
                  <a:gd name="connsiteY8699" fmla="*/ 63756 h 788789"/>
                  <a:gd name="connsiteX8700" fmla="*/ 697402 w 1703319"/>
                  <a:gd name="connsiteY8700" fmla="*/ 63393 h 788789"/>
                  <a:gd name="connsiteX8701" fmla="*/ 698490 w 1703319"/>
                  <a:gd name="connsiteY8701" fmla="*/ 63756 h 788789"/>
                  <a:gd name="connsiteX8702" fmla="*/ 699940 w 1703319"/>
                  <a:gd name="connsiteY8702" fmla="*/ 64118 h 788789"/>
                  <a:gd name="connsiteX8703" fmla="*/ 700302 w 1703319"/>
                  <a:gd name="connsiteY8703" fmla="*/ 64480 h 788789"/>
                  <a:gd name="connsiteX8704" fmla="*/ 701027 w 1703319"/>
                  <a:gd name="connsiteY8704" fmla="*/ 64480 h 788789"/>
                  <a:gd name="connsiteX8705" fmla="*/ 702115 w 1703319"/>
                  <a:gd name="connsiteY8705" fmla="*/ 64480 h 788789"/>
                  <a:gd name="connsiteX8706" fmla="*/ 702840 w 1703319"/>
                  <a:gd name="connsiteY8706" fmla="*/ 64480 h 788789"/>
                  <a:gd name="connsiteX8707" fmla="*/ 703565 w 1703319"/>
                  <a:gd name="connsiteY8707" fmla="*/ 64842 h 788789"/>
                  <a:gd name="connsiteX8708" fmla="*/ 704290 w 1703319"/>
                  <a:gd name="connsiteY8708" fmla="*/ 65205 h 788789"/>
                  <a:gd name="connsiteX8709" fmla="*/ 705015 w 1703319"/>
                  <a:gd name="connsiteY8709" fmla="*/ 65567 h 788789"/>
                  <a:gd name="connsiteX8710" fmla="*/ 705378 w 1703319"/>
                  <a:gd name="connsiteY8710" fmla="*/ 65929 h 788789"/>
                  <a:gd name="connsiteX8711" fmla="*/ 706465 w 1703319"/>
                  <a:gd name="connsiteY8711" fmla="*/ 66654 h 788789"/>
                  <a:gd name="connsiteX8712" fmla="*/ 706465 w 1703319"/>
                  <a:gd name="connsiteY8712" fmla="*/ 67016 h 788789"/>
                  <a:gd name="connsiteX8713" fmla="*/ 705378 w 1703319"/>
                  <a:gd name="connsiteY8713" fmla="*/ 67378 h 788789"/>
                  <a:gd name="connsiteX8714" fmla="*/ 705015 w 1703319"/>
                  <a:gd name="connsiteY8714" fmla="*/ 67378 h 788789"/>
                  <a:gd name="connsiteX8715" fmla="*/ 704290 w 1703319"/>
                  <a:gd name="connsiteY8715" fmla="*/ 67378 h 788789"/>
                  <a:gd name="connsiteX8716" fmla="*/ 703565 w 1703319"/>
                  <a:gd name="connsiteY8716" fmla="*/ 67378 h 788789"/>
                  <a:gd name="connsiteX8717" fmla="*/ 702477 w 1703319"/>
                  <a:gd name="connsiteY8717" fmla="*/ 67016 h 788789"/>
                  <a:gd name="connsiteX8718" fmla="*/ 701752 w 1703319"/>
                  <a:gd name="connsiteY8718" fmla="*/ 66654 h 788789"/>
                  <a:gd name="connsiteX8719" fmla="*/ 701027 w 1703319"/>
                  <a:gd name="connsiteY8719" fmla="*/ 65929 h 788789"/>
                  <a:gd name="connsiteX8720" fmla="*/ 700302 w 1703319"/>
                  <a:gd name="connsiteY8720" fmla="*/ 65929 h 788789"/>
                  <a:gd name="connsiteX8721" fmla="*/ 699215 w 1703319"/>
                  <a:gd name="connsiteY8721" fmla="*/ 66291 h 788789"/>
                  <a:gd name="connsiteX8722" fmla="*/ 698490 w 1703319"/>
                  <a:gd name="connsiteY8722" fmla="*/ 66291 h 788789"/>
                  <a:gd name="connsiteX8723" fmla="*/ 698852 w 1703319"/>
                  <a:gd name="connsiteY8723" fmla="*/ 67378 h 788789"/>
                  <a:gd name="connsiteX8724" fmla="*/ 699215 w 1703319"/>
                  <a:gd name="connsiteY8724" fmla="*/ 67740 h 788789"/>
                  <a:gd name="connsiteX8725" fmla="*/ 699577 w 1703319"/>
                  <a:gd name="connsiteY8725" fmla="*/ 68103 h 788789"/>
                  <a:gd name="connsiteX8726" fmla="*/ 699940 w 1703319"/>
                  <a:gd name="connsiteY8726" fmla="*/ 68465 h 788789"/>
                  <a:gd name="connsiteX8727" fmla="*/ 701027 w 1703319"/>
                  <a:gd name="connsiteY8727" fmla="*/ 68827 h 788789"/>
                  <a:gd name="connsiteX8728" fmla="*/ 701752 w 1703319"/>
                  <a:gd name="connsiteY8728" fmla="*/ 68827 h 788789"/>
                  <a:gd name="connsiteX8729" fmla="*/ 702477 w 1703319"/>
                  <a:gd name="connsiteY8729" fmla="*/ 69189 h 788789"/>
                  <a:gd name="connsiteX8730" fmla="*/ 703565 w 1703319"/>
                  <a:gd name="connsiteY8730" fmla="*/ 69552 h 788789"/>
                  <a:gd name="connsiteX8731" fmla="*/ 703927 w 1703319"/>
                  <a:gd name="connsiteY8731" fmla="*/ 69914 h 788789"/>
                  <a:gd name="connsiteX8732" fmla="*/ 705015 w 1703319"/>
                  <a:gd name="connsiteY8732" fmla="*/ 69914 h 788789"/>
                  <a:gd name="connsiteX8733" fmla="*/ 706103 w 1703319"/>
                  <a:gd name="connsiteY8733" fmla="*/ 69552 h 788789"/>
                  <a:gd name="connsiteX8734" fmla="*/ 707190 w 1703319"/>
                  <a:gd name="connsiteY8734" fmla="*/ 69552 h 788789"/>
                  <a:gd name="connsiteX8735" fmla="*/ 709365 w 1703319"/>
                  <a:gd name="connsiteY8735" fmla="*/ 70638 h 788789"/>
                  <a:gd name="connsiteX8736" fmla="*/ 709728 w 1703319"/>
                  <a:gd name="connsiteY8736" fmla="*/ 70276 h 788789"/>
                  <a:gd name="connsiteX8737" fmla="*/ 710090 w 1703319"/>
                  <a:gd name="connsiteY8737" fmla="*/ 71363 h 788789"/>
                  <a:gd name="connsiteX8738" fmla="*/ 710453 w 1703319"/>
                  <a:gd name="connsiteY8738" fmla="*/ 72450 h 788789"/>
                  <a:gd name="connsiteX8739" fmla="*/ 710453 w 1703319"/>
                  <a:gd name="connsiteY8739" fmla="*/ 73536 h 788789"/>
                  <a:gd name="connsiteX8740" fmla="*/ 710090 w 1703319"/>
                  <a:gd name="connsiteY8740" fmla="*/ 74623 h 788789"/>
                  <a:gd name="connsiteX8741" fmla="*/ 709728 w 1703319"/>
                  <a:gd name="connsiteY8741" fmla="*/ 75348 h 788789"/>
                  <a:gd name="connsiteX8742" fmla="*/ 709003 w 1703319"/>
                  <a:gd name="connsiteY8742" fmla="*/ 75348 h 788789"/>
                  <a:gd name="connsiteX8743" fmla="*/ 707553 w 1703319"/>
                  <a:gd name="connsiteY8743" fmla="*/ 75710 h 788789"/>
                  <a:gd name="connsiteX8744" fmla="*/ 706828 w 1703319"/>
                  <a:gd name="connsiteY8744" fmla="*/ 75348 h 788789"/>
                  <a:gd name="connsiteX8745" fmla="*/ 705015 w 1703319"/>
                  <a:gd name="connsiteY8745" fmla="*/ 75348 h 788789"/>
                  <a:gd name="connsiteX8746" fmla="*/ 704290 w 1703319"/>
                  <a:gd name="connsiteY8746" fmla="*/ 74985 h 788789"/>
                  <a:gd name="connsiteX8747" fmla="*/ 703202 w 1703319"/>
                  <a:gd name="connsiteY8747" fmla="*/ 74623 h 788789"/>
                  <a:gd name="connsiteX8748" fmla="*/ 702115 w 1703319"/>
                  <a:gd name="connsiteY8748" fmla="*/ 74623 h 788789"/>
                  <a:gd name="connsiteX8749" fmla="*/ 701390 w 1703319"/>
                  <a:gd name="connsiteY8749" fmla="*/ 74261 h 788789"/>
                  <a:gd name="connsiteX8750" fmla="*/ 700302 w 1703319"/>
                  <a:gd name="connsiteY8750" fmla="*/ 74623 h 788789"/>
                  <a:gd name="connsiteX8751" fmla="*/ 699940 w 1703319"/>
                  <a:gd name="connsiteY8751" fmla="*/ 74623 h 788789"/>
                  <a:gd name="connsiteX8752" fmla="*/ 698490 w 1703319"/>
                  <a:gd name="connsiteY8752" fmla="*/ 74985 h 788789"/>
                  <a:gd name="connsiteX8753" fmla="*/ 697402 w 1703319"/>
                  <a:gd name="connsiteY8753" fmla="*/ 74985 h 788789"/>
                  <a:gd name="connsiteX8754" fmla="*/ 696315 w 1703319"/>
                  <a:gd name="connsiteY8754" fmla="*/ 75348 h 788789"/>
                  <a:gd name="connsiteX8755" fmla="*/ 694502 w 1703319"/>
                  <a:gd name="connsiteY8755" fmla="*/ 76434 h 788789"/>
                  <a:gd name="connsiteX8756" fmla="*/ 693777 w 1703319"/>
                  <a:gd name="connsiteY8756" fmla="*/ 76797 h 788789"/>
                  <a:gd name="connsiteX8757" fmla="*/ 693052 w 1703319"/>
                  <a:gd name="connsiteY8757" fmla="*/ 77159 h 788789"/>
                  <a:gd name="connsiteX8758" fmla="*/ 692327 w 1703319"/>
                  <a:gd name="connsiteY8758" fmla="*/ 76434 h 788789"/>
                  <a:gd name="connsiteX8759" fmla="*/ 691602 w 1703319"/>
                  <a:gd name="connsiteY8759" fmla="*/ 75710 h 788789"/>
                  <a:gd name="connsiteX8760" fmla="*/ 691239 w 1703319"/>
                  <a:gd name="connsiteY8760" fmla="*/ 75348 h 788789"/>
                  <a:gd name="connsiteX8761" fmla="*/ 690152 w 1703319"/>
                  <a:gd name="connsiteY8761" fmla="*/ 75348 h 788789"/>
                  <a:gd name="connsiteX8762" fmla="*/ 689789 w 1703319"/>
                  <a:gd name="connsiteY8762" fmla="*/ 75710 h 788789"/>
                  <a:gd name="connsiteX8763" fmla="*/ 689789 w 1703319"/>
                  <a:gd name="connsiteY8763" fmla="*/ 76797 h 788789"/>
                  <a:gd name="connsiteX8764" fmla="*/ 690514 w 1703319"/>
                  <a:gd name="connsiteY8764" fmla="*/ 77159 h 788789"/>
                  <a:gd name="connsiteX8765" fmla="*/ 690877 w 1703319"/>
                  <a:gd name="connsiteY8765" fmla="*/ 77159 h 788789"/>
                  <a:gd name="connsiteX8766" fmla="*/ 691602 w 1703319"/>
                  <a:gd name="connsiteY8766" fmla="*/ 77521 h 788789"/>
                  <a:gd name="connsiteX8767" fmla="*/ 692690 w 1703319"/>
                  <a:gd name="connsiteY8767" fmla="*/ 78246 h 788789"/>
                  <a:gd name="connsiteX8768" fmla="*/ 693415 w 1703319"/>
                  <a:gd name="connsiteY8768" fmla="*/ 79695 h 788789"/>
                  <a:gd name="connsiteX8769" fmla="*/ 693777 w 1703319"/>
                  <a:gd name="connsiteY8769" fmla="*/ 80057 h 788789"/>
                  <a:gd name="connsiteX8770" fmla="*/ 694865 w 1703319"/>
                  <a:gd name="connsiteY8770" fmla="*/ 80057 h 788789"/>
                  <a:gd name="connsiteX8771" fmla="*/ 695590 w 1703319"/>
                  <a:gd name="connsiteY8771" fmla="*/ 80057 h 788789"/>
                  <a:gd name="connsiteX8772" fmla="*/ 696315 w 1703319"/>
                  <a:gd name="connsiteY8772" fmla="*/ 80057 h 788789"/>
                  <a:gd name="connsiteX8773" fmla="*/ 698852 w 1703319"/>
                  <a:gd name="connsiteY8773" fmla="*/ 80419 h 788789"/>
                  <a:gd name="connsiteX8774" fmla="*/ 699577 w 1703319"/>
                  <a:gd name="connsiteY8774" fmla="*/ 80419 h 788789"/>
                  <a:gd name="connsiteX8775" fmla="*/ 700665 w 1703319"/>
                  <a:gd name="connsiteY8775" fmla="*/ 80419 h 788789"/>
                  <a:gd name="connsiteX8776" fmla="*/ 701390 w 1703319"/>
                  <a:gd name="connsiteY8776" fmla="*/ 80419 h 788789"/>
                  <a:gd name="connsiteX8777" fmla="*/ 702115 w 1703319"/>
                  <a:gd name="connsiteY8777" fmla="*/ 80781 h 788789"/>
                  <a:gd name="connsiteX8778" fmla="*/ 702477 w 1703319"/>
                  <a:gd name="connsiteY8778" fmla="*/ 81506 h 788789"/>
                  <a:gd name="connsiteX8779" fmla="*/ 702840 w 1703319"/>
                  <a:gd name="connsiteY8779" fmla="*/ 82230 h 788789"/>
                  <a:gd name="connsiteX8780" fmla="*/ 703565 w 1703319"/>
                  <a:gd name="connsiteY8780" fmla="*/ 82592 h 788789"/>
                  <a:gd name="connsiteX8781" fmla="*/ 704653 w 1703319"/>
                  <a:gd name="connsiteY8781" fmla="*/ 82955 h 788789"/>
                  <a:gd name="connsiteX8782" fmla="*/ 706103 w 1703319"/>
                  <a:gd name="connsiteY8782" fmla="*/ 85853 h 788789"/>
                  <a:gd name="connsiteX8783" fmla="*/ 706103 w 1703319"/>
                  <a:gd name="connsiteY8783" fmla="*/ 86215 h 788789"/>
                  <a:gd name="connsiteX8784" fmla="*/ 706103 w 1703319"/>
                  <a:gd name="connsiteY8784" fmla="*/ 86939 h 788789"/>
                  <a:gd name="connsiteX8785" fmla="*/ 705740 w 1703319"/>
                  <a:gd name="connsiteY8785" fmla="*/ 87302 h 788789"/>
                  <a:gd name="connsiteX8786" fmla="*/ 704653 w 1703319"/>
                  <a:gd name="connsiteY8786" fmla="*/ 88026 h 788789"/>
                  <a:gd name="connsiteX8787" fmla="*/ 704290 w 1703319"/>
                  <a:gd name="connsiteY8787" fmla="*/ 88751 h 788789"/>
                  <a:gd name="connsiteX8788" fmla="*/ 704290 w 1703319"/>
                  <a:gd name="connsiteY8788" fmla="*/ 89837 h 788789"/>
                  <a:gd name="connsiteX8789" fmla="*/ 703927 w 1703319"/>
                  <a:gd name="connsiteY8789" fmla="*/ 90924 h 788789"/>
                  <a:gd name="connsiteX8790" fmla="*/ 703202 w 1703319"/>
                  <a:gd name="connsiteY8790" fmla="*/ 91286 h 788789"/>
                  <a:gd name="connsiteX8791" fmla="*/ 702115 w 1703319"/>
                  <a:gd name="connsiteY8791" fmla="*/ 91286 h 788789"/>
                  <a:gd name="connsiteX8792" fmla="*/ 701027 w 1703319"/>
                  <a:gd name="connsiteY8792" fmla="*/ 90924 h 788789"/>
                  <a:gd name="connsiteX8793" fmla="*/ 700302 w 1703319"/>
                  <a:gd name="connsiteY8793" fmla="*/ 90562 h 788789"/>
                  <a:gd name="connsiteX8794" fmla="*/ 699940 w 1703319"/>
                  <a:gd name="connsiteY8794" fmla="*/ 89837 h 788789"/>
                  <a:gd name="connsiteX8795" fmla="*/ 699577 w 1703319"/>
                  <a:gd name="connsiteY8795" fmla="*/ 89837 h 788789"/>
                  <a:gd name="connsiteX8796" fmla="*/ 698490 w 1703319"/>
                  <a:gd name="connsiteY8796" fmla="*/ 90200 h 788789"/>
                  <a:gd name="connsiteX8797" fmla="*/ 698490 w 1703319"/>
                  <a:gd name="connsiteY8797" fmla="*/ 91286 h 788789"/>
                  <a:gd name="connsiteX8798" fmla="*/ 698852 w 1703319"/>
                  <a:gd name="connsiteY8798" fmla="*/ 92011 h 788789"/>
                  <a:gd name="connsiteX8799" fmla="*/ 699577 w 1703319"/>
                  <a:gd name="connsiteY8799" fmla="*/ 92373 h 788789"/>
                  <a:gd name="connsiteX8800" fmla="*/ 700302 w 1703319"/>
                  <a:gd name="connsiteY8800" fmla="*/ 92735 h 788789"/>
                  <a:gd name="connsiteX8801" fmla="*/ 702840 w 1703319"/>
                  <a:gd name="connsiteY8801" fmla="*/ 93822 h 788789"/>
                  <a:gd name="connsiteX8802" fmla="*/ 703202 w 1703319"/>
                  <a:gd name="connsiteY8802" fmla="*/ 94547 h 788789"/>
                  <a:gd name="connsiteX8803" fmla="*/ 702477 w 1703319"/>
                  <a:gd name="connsiteY8803" fmla="*/ 94909 h 788789"/>
                  <a:gd name="connsiteX8804" fmla="*/ 701752 w 1703319"/>
                  <a:gd name="connsiteY8804" fmla="*/ 95271 h 788789"/>
                  <a:gd name="connsiteX8805" fmla="*/ 702115 w 1703319"/>
                  <a:gd name="connsiteY8805" fmla="*/ 95996 h 788789"/>
                  <a:gd name="connsiteX8806" fmla="*/ 702840 w 1703319"/>
                  <a:gd name="connsiteY8806" fmla="*/ 96358 h 788789"/>
                  <a:gd name="connsiteX8807" fmla="*/ 703565 w 1703319"/>
                  <a:gd name="connsiteY8807" fmla="*/ 95996 h 788789"/>
                  <a:gd name="connsiteX8808" fmla="*/ 704290 w 1703319"/>
                  <a:gd name="connsiteY8808" fmla="*/ 95633 h 788789"/>
                  <a:gd name="connsiteX8809" fmla="*/ 704653 w 1703319"/>
                  <a:gd name="connsiteY8809" fmla="*/ 95996 h 788789"/>
                  <a:gd name="connsiteX8810" fmla="*/ 705015 w 1703319"/>
                  <a:gd name="connsiteY8810" fmla="*/ 96358 h 788789"/>
                  <a:gd name="connsiteX8811" fmla="*/ 705378 w 1703319"/>
                  <a:gd name="connsiteY8811" fmla="*/ 96720 h 788789"/>
                  <a:gd name="connsiteX8812" fmla="*/ 706465 w 1703319"/>
                  <a:gd name="connsiteY8812" fmla="*/ 96358 h 788789"/>
                  <a:gd name="connsiteX8813" fmla="*/ 707190 w 1703319"/>
                  <a:gd name="connsiteY8813" fmla="*/ 96358 h 788789"/>
                  <a:gd name="connsiteX8814" fmla="*/ 707553 w 1703319"/>
                  <a:gd name="connsiteY8814" fmla="*/ 97082 h 788789"/>
                  <a:gd name="connsiteX8815" fmla="*/ 706103 w 1703319"/>
                  <a:gd name="connsiteY8815" fmla="*/ 98169 h 788789"/>
                  <a:gd name="connsiteX8816" fmla="*/ 704290 w 1703319"/>
                  <a:gd name="connsiteY8816" fmla="*/ 99256 h 788789"/>
                  <a:gd name="connsiteX8817" fmla="*/ 703565 w 1703319"/>
                  <a:gd name="connsiteY8817" fmla="*/ 99980 h 788789"/>
                  <a:gd name="connsiteX8818" fmla="*/ 702477 w 1703319"/>
                  <a:gd name="connsiteY8818" fmla="*/ 99980 h 788789"/>
                  <a:gd name="connsiteX8819" fmla="*/ 701027 w 1703319"/>
                  <a:gd name="connsiteY8819" fmla="*/ 99980 h 788789"/>
                  <a:gd name="connsiteX8820" fmla="*/ 700665 w 1703319"/>
                  <a:gd name="connsiteY8820" fmla="*/ 99980 h 788789"/>
                  <a:gd name="connsiteX8821" fmla="*/ 699577 w 1703319"/>
                  <a:gd name="connsiteY8821" fmla="*/ 100705 h 788789"/>
                  <a:gd name="connsiteX8822" fmla="*/ 698852 w 1703319"/>
                  <a:gd name="connsiteY8822" fmla="*/ 101067 h 788789"/>
                  <a:gd name="connsiteX8823" fmla="*/ 697765 w 1703319"/>
                  <a:gd name="connsiteY8823" fmla="*/ 101429 h 788789"/>
                  <a:gd name="connsiteX8824" fmla="*/ 696677 w 1703319"/>
                  <a:gd name="connsiteY8824" fmla="*/ 101067 h 788789"/>
                  <a:gd name="connsiteX8825" fmla="*/ 695590 w 1703319"/>
                  <a:gd name="connsiteY8825" fmla="*/ 101792 h 788789"/>
                  <a:gd name="connsiteX8826" fmla="*/ 694502 w 1703319"/>
                  <a:gd name="connsiteY8826" fmla="*/ 101429 h 788789"/>
                  <a:gd name="connsiteX8827" fmla="*/ 693777 w 1703319"/>
                  <a:gd name="connsiteY8827" fmla="*/ 100705 h 788789"/>
                  <a:gd name="connsiteX8828" fmla="*/ 692327 w 1703319"/>
                  <a:gd name="connsiteY8828" fmla="*/ 100705 h 788789"/>
                  <a:gd name="connsiteX8829" fmla="*/ 691602 w 1703319"/>
                  <a:gd name="connsiteY8829" fmla="*/ 100705 h 788789"/>
                  <a:gd name="connsiteX8830" fmla="*/ 690514 w 1703319"/>
                  <a:gd name="connsiteY8830" fmla="*/ 101429 h 788789"/>
                  <a:gd name="connsiteX8831" fmla="*/ 690514 w 1703319"/>
                  <a:gd name="connsiteY8831" fmla="*/ 102154 h 788789"/>
                  <a:gd name="connsiteX8832" fmla="*/ 691602 w 1703319"/>
                  <a:gd name="connsiteY8832" fmla="*/ 102516 h 788789"/>
                  <a:gd name="connsiteX8833" fmla="*/ 692327 w 1703319"/>
                  <a:gd name="connsiteY8833" fmla="*/ 102154 h 788789"/>
                  <a:gd name="connsiteX8834" fmla="*/ 693052 w 1703319"/>
                  <a:gd name="connsiteY8834" fmla="*/ 102154 h 788789"/>
                  <a:gd name="connsiteX8835" fmla="*/ 694140 w 1703319"/>
                  <a:gd name="connsiteY8835" fmla="*/ 102154 h 788789"/>
                  <a:gd name="connsiteX8836" fmla="*/ 694502 w 1703319"/>
                  <a:gd name="connsiteY8836" fmla="*/ 102516 h 788789"/>
                  <a:gd name="connsiteX8837" fmla="*/ 695590 w 1703319"/>
                  <a:gd name="connsiteY8837" fmla="*/ 102878 h 788789"/>
                  <a:gd name="connsiteX8838" fmla="*/ 696677 w 1703319"/>
                  <a:gd name="connsiteY8838" fmla="*/ 103241 h 788789"/>
                  <a:gd name="connsiteX8839" fmla="*/ 698127 w 1703319"/>
                  <a:gd name="connsiteY8839" fmla="*/ 102878 h 788789"/>
                  <a:gd name="connsiteX8840" fmla="*/ 699215 w 1703319"/>
                  <a:gd name="connsiteY8840" fmla="*/ 103603 h 788789"/>
                  <a:gd name="connsiteX8841" fmla="*/ 699577 w 1703319"/>
                  <a:gd name="connsiteY8841" fmla="*/ 103965 h 788789"/>
                  <a:gd name="connsiteX8842" fmla="*/ 699215 w 1703319"/>
                  <a:gd name="connsiteY8842" fmla="*/ 105414 h 788789"/>
                  <a:gd name="connsiteX8843" fmla="*/ 699215 w 1703319"/>
                  <a:gd name="connsiteY8843" fmla="*/ 106501 h 788789"/>
                  <a:gd name="connsiteX8844" fmla="*/ 698127 w 1703319"/>
                  <a:gd name="connsiteY8844" fmla="*/ 107225 h 788789"/>
                  <a:gd name="connsiteX8845" fmla="*/ 697765 w 1703319"/>
                  <a:gd name="connsiteY8845" fmla="*/ 106863 h 788789"/>
                  <a:gd name="connsiteX8846" fmla="*/ 695590 w 1703319"/>
                  <a:gd name="connsiteY8846" fmla="*/ 107225 h 788789"/>
                  <a:gd name="connsiteX8847" fmla="*/ 693777 w 1703319"/>
                  <a:gd name="connsiteY8847" fmla="*/ 107950 h 788789"/>
                  <a:gd name="connsiteX8848" fmla="*/ 693415 w 1703319"/>
                  <a:gd name="connsiteY8848" fmla="*/ 107950 h 788789"/>
                  <a:gd name="connsiteX8849" fmla="*/ 691964 w 1703319"/>
                  <a:gd name="connsiteY8849" fmla="*/ 108674 h 788789"/>
                  <a:gd name="connsiteX8850" fmla="*/ 690152 w 1703319"/>
                  <a:gd name="connsiteY8850" fmla="*/ 109399 h 788789"/>
                  <a:gd name="connsiteX8851" fmla="*/ 687614 w 1703319"/>
                  <a:gd name="connsiteY8851" fmla="*/ 109761 h 788789"/>
                  <a:gd name="connsiteX8852" fmla="*/ 686527 w 1703319"/>
                  <a:gd name="connsiteY8852" fmla="*/ 108312 h 788789"/>
                  <a:gd name="connsiteX8853" fmla="*/ 684714 w 1703319"/>
                  <a:gd name="connsiteY8853" fmla="*/ 108312 h 788789"/>
                  <a:gd name="connsiteX8854" fmla="*/ 683627 w 1703319"/>
                  <a:gd name="connsiteY8854" fmla="*/ 107588 h 788789"/>
                  <a:gd name="connsiteX8855" fmla="*/ 682539 w 1703319"/>
                  <a:gd name="connsiteY8855" fmla="*/ 106863 h 788789"/>
                  <a:gd name="connsiteX8856" fmla="*/ 682539 w 1703319"/>
                  <a:gd name="connsiteY8856" fmla="*/ 105776 h 788789"/>
                  <a:gd name="connsiteX8857" fmla="*/ 682902 w 1703319"/>
                  <a:gd name="connsiteY8857" fmla="*/ 105052 h 788789"/>
                  <a:gd name="connsiteX8858" fmla="*/ 683989 w 1703319"/>
                  <a:gd name="connsiteY8858" fmla="*/ 105414 h 788789"/>
                  <a:gd name="connsiteX8859" fmla="*/ 685802 w 1703319"/>
                  <a:gd name="connsiteY8859" fmla="*/ 105052 h 788789"/>
                  <a:gd name="connsiteX8860" fmla="*/ 686889 w 1703319"/>
                  <a:gd name="connsiteY8860" fmla="*/ 105776 h 788789"/>
                  <a:gd name="connsiteX8861" fmla="*/ 687977 w 1703319"/>
                  <a:gd name="connsiteY8861" fmla="*/ 106139 h 788789"/>
                  <a:gd name="connsiteX8862" fmla="*/ 686889 w 1703319"/>
                  <a:gd name="connsiteY8862" fmla="*/ 105414 h 788789"/>
                  <a:gd name="connsiteX8863" fmla="*/ 686164 w 1703319"/>
                  <a:gd name="connsiteY8863" fmla="*/ 104690 h 788789"/>
                  <a:gd name="connsiteX8864" fmla="*/ 685077 w 1703319"/>
                  <a:gd name="connsiteY8864" fmla="*/ 104327 h 788789"/>
                  <a:gd name="connsiteX8865" fmla="*/ 683989 w 1703319"/>
                  <a:gd name="connsiteY8865" fmla="*/ 104327 h 788789"/>
                  <a:gd name="connsiteX8866" fmla="*/ 682539 w 1703319"/>
                  <a:gd name="connsiteY8866" fmla="*/ 104327 h 788789"/>
                  <a:gd name="connsiteX8867" fmla="*/ 681814 w 1703319"/>
                  <a:gd name="connsiteY8867" fmla="*/ 104327 h 788789"/>
                  <a:gd name="connsiteX8868" fmla="*/ 680364 w 1703319"/>
                  <a:gd name="connsiteY8868" fmla="*/ 105414 h 788789"/>
                  <a:gd name="connsiteX8869" fmla="*/ 679276 w 1703319"/>
                  <a:gd name="connsiteY8869" fmla="*/ 106139 h 788789"/>
                  <a:gd name="connsiteX8870" fmla="*/ 678551 w 1703319"/>
                  <a:gd name="connsiteY8870" fmla="*/ 106139 h 788789"/>
                  <a:gd name="connsiteX8871" fmla="*/ 677464 w 1703319"/>
                  <a:gd name="connsiteY8871" fmla="*/ 105414 h 788789"/>
                  <a:gd name="connsiteX8872" fmla="*/ 677101 w 1703319"/>
                  <a:gd name="connsiteY8872" fmla="*/ 105776 h 788789"/>
                  <a:gd name="connsiteX8873" fmla="*/ 676376 w 1703319"/>
                  <a:gd name="connsiteY8873" fmla="*/ 106139 h 788789"/>
                  <a:gd name="connsiteX8874" fmla="*/ 677101 w 1703319"/>
                  <a:gd name="connsiteY8874" fmla="*/ 106863 h 788789"/>
                  <a:gd name="connsiteX8875" fmla="*/ 678551 w 1703319"/>
                  <a:gd name="connsiteY8875" fmla="*/ 106139 h 788789"/>
                  <a:gd name="connsiteX8876" fmla="*/ 678914 w 1703319"/>
                  <a:gd name="connsiteY8876" fmla="*/ 106863 h 788789"/>
                  <a:gd name="connsiteX8877" fmla="*/ 679639 w 1703319"/>
                  <a:gd name="connsiteY8877" fmla="*/ 107225 h 788789"/>
                  <a:gd name="connsiteX8878" fmla="*/ 682177 w 1703319"/>
                  <a:gd name="connsiteY8878" fmla="*/ 107950 h 788789"/>
                  <a:gd name="connsiteX8879" fmla="*/ 683627 w 1703319"/>
                  <a:gd name="connsiteY8879" fmla="*/ 109399 h 788789"/>
                  <a:gd name="connsiteX8880" fmla="*/ 681814 w 1703319"/>
                  <a:gd name="connsiteY8880" fmla="*/ 109399 h 788789"/>
                  <a:gd name="connsiteX8881" fmla="*/ 680001 w 1703319"/>
                  <a:gd name="connsiteY8881" fmla="*/ 108674 h 788789"/>
                  <a:gd name="connsiteX8882" fmla="*/ 677464 w 1703319"/>
                  <a:gd name="connsiteY8882" fmla="*/ 108674 h 788789"/>
                  <a:gd name="connsiteX8883" fmla="*/ 677101 w 1703319"/>
                  <a:gd name="connsiteY8883" fmla="*/ 107225 h 788789"/>
                  <a:gd name="connsiteX8884" fmla="*/ 676376 w 1703319"/>
                  <a:gd name="connsiteY8884" fmla="*/ 107588 h 788789"/>
                  <a:gd name="connsiteX8885" fmla="*/ 675651 w 1703319"/>
                  <a:gd name="connsiteY8885" fmla="*/ 107588 h 788789"/>
                  <a:gd name="connsiteX8886" fmla="*/ 674926 w 1703319"/>
                  <a:gd name="connsiteY8886" fmla="*/ 107950 h 788789"/>
                  <a:gd name="connsiteX8887" fmla="*/ 674564 w 1703319"/>
                  <a:gd name="connsiteY8887" fmla="*/ 108674 h 788789"/>
                  <a:gd name="connsiteX8888" fmla="*/ 673114 w 1703319"/>
                  <a:gd name="connsiteY8888" fmla="*/ 109037 h 788789"/>
                  <a:gd name="connsiteX8889" fmla="*/ 672026 w 1703319"/>
                  <a:gd name="connsiteY8889" fmla="*/ 108674 h 788789"/>
                  <a:gd name="connsiteX8890" fmla="*/ 670939 w 1703319"/>
                  <a:gd name="connsiteY8890" fmla="*/ 108674 h 788789"/>
                  <a:gd name="connsiteX8891" fmla="*/ 670214 w 1703319"/>
                  <a:gd name="connsiteY8891" fmla="*/ 108312 h 788789"/>
                  <a:gd name="connsiteX8892" fmla="*/ 669489 w 1703319"/>
                  <a:gd name="connsiteY8892" fmla="*/ 108312 h 788789"/>
                  <a:gd name="connsiteX8893" fmla="*/ 668763 w 1703319"/>
                  <a:gd name="connsiteY8893" fmla="*/ 107950 h 788789"/>
                  <a:gd name="connsiteX8894" fmla="*/ 669126 w 1703319"/>
                  <a:gd name="connsiteY8894" fmla="*/ 109037 h 788789"/>
                  <a:gd name="connsiteX8895" fmla="*/ 669851 w 1703319"/>
                  <a:gd name="connsiteY8895" fmla="*/ 109399 h 788789"/>
                  <a:gd name="connsiteX8896" fmla="*/ 671301 w 1703319"/>
                  <a:gd name="connsiteY8896" fmla="*/ 109761 h 788789"/>
                  <a:gd name="connsiteX8897" fmla="*/ 672389 w 1703319"/>
                  <a:gd name="connsiteY8897" fmla="*/ 109399 h 788789"/>
                  <a:gd name="connsiteX8898" fmla="*/ 674201 w 1703319"/>
                  <a:gd name="connsiteY8898" fmla="*/ 109399 h 788789"/>
                  <a:gd name="connsiteX8899" fmla="*/ 675289 w 1703319"/>
                  <a:gd name="connsiteY8899" fmla="*/ 110123 h 788789"/>
                  <a:gd name="connsiteX8900" fmla="*/ 676376 w 1703319"/>
                  <a:gd name="connsiteY8900" fmla="*/ 110123 h 788789"/>
                  <a:gd name="connsiteX8901" fmla="*/ 677101 w 1703319"/>
                  <a:gd name="connsiteY8901" fmla="*/ 110486 h 788789"/>
                  <a:gd name="connsiteX8902" fmla="*/ 677101 w 1703319"/>
                  <a:gd name="connsiteY8902" fmla="*/ 111572 h 788789"/>
                  <a:gd name="connsiteX8903" fmla="*/ 676376 w 1703319"/>
                  <a:gd name="connsiteY8903" fmla="*/ 112297 h 788789"/>
                  <a:gd name="connsiteX8904" fmla="*/ 677464 w 1703319"/>
                  <a:gd name="connsiteY8904" fmla="*/ 112659 h 788789"/>
                  <a:gd name="connsiteX8905" fmla="*/ 678189 w 1703319"/>
                  <a:gd name="connsiteY8905" fmla="*/ 113384 h 788789"/>
                  <a:gd name="connsiteX8906" fmla="*/ 678189 w 1703319"/>
                  <a:gd name="connsiteY8906" fmla="*/ 114108 h 788789"/>
                  <a:gd name="connsiteX8907" fmla="*/ 678914 w 1703319"/>
                  <a:gd name="connsiteY8907" fmla="*/ 114833 h 788789"/>
                  <a:gd name="connsiteX8908" fmla="*/ 678551 w 1703319"/>
                  <a:gd name="connsiteY8908" fmla="*/ 116282 h 788789"/>
                  <a:gd name="connsiteX8909" fmla="*/ 678914 w 1703319"/>
                  <a:gd name="connsiteY8909" fmla="*/ 116644 h 788789"/>
                  <a:gd name="connsiteX8910" fmla="*/ 680364 w 1703319"/>
                  <a:gd name="connsiteY8910" fmla="*/ 116644 h 788789"/>
                  <a:gd name="connsiteX8911" fmla="*/ 681452 w 1703319"/>
                  <a:gd name="connsiteY8911" fmla="*/ 117731 h 788789"/>
                  <a:gd name="connsiteX8912" fmla="*/ 682539 w 1703319"/>
                  <a:gd name="connsiteY8912" fmla="*/ 118093 h 788789"/>
                  <a:gd name="connsiteX8913" fmla="*/ 684352 w 1703319"/>
                  <a:gd name="connsiteY8913" fmla="*/ 119180 h 788789"/>
                  <a:gd name="connsiteX8914" fmla="*/ 685077 w 1703319"/>
                  <a:gd name="connsiteY8914" fmla="*/ 119542 h 788789"/>
                  <a:gd name="connsiteX8915" fmla="*/ 685802 w 1703319"/>
                  <a:gd name="connsiteY8915" fmla="*/ 119904 h 788789"/>
                  <a:gd name="connsiteX8916" fmla="*/ 686527 w 1703319"/>
                  <a:gd name="connsiteY8916" fmla="*/ 120629 h 788789"/>
                  <a:gd name="connsiteX8917" fmla="*/ 687252 w 1703319"/>
                  <a:gd name="connsiteY8917" fmla="*/ 121353 h 788789"/>
                  <a:gd name="connsiteX8918" fmla="*/ 688339 w 1703319"/>
                  <a:gd name="connsiteY8918" fmla="*/ 122078 h 788789"/>
                  <a:gd name="connsiteX8919" fmla="*/ 688702 w 1703319"/>
                  <a:gd name="connsiteY8919" fmla="*/ 122440 h 788789"/>
                  <a:gd name="connsiteX8920" fmla="*/ 688702 w 1703319"/>
                  <a:gd name="connsiteY8920" fmla="*/ 123164 h 788789"/>
                  <a:gd name="connsiteX8921" fmla="*/ 689427 w 1703319"/>
                  <a:gd name="connsiteY8921" fmla="*/ 123527 h 788789"/>
                  <a:gd name="connsiteX8922" fmla="*/ 689789 w 1703319"/>
                  <a:gd name="connsiteY8922" fmla="*/ 124613 h 788789"/>
                  <a:gd name="connsiteX8923" fmla="*/ 689789 w 1703319"/>
                  <a:gd name="connsiteY8923" fmla="*/ 125700 h 788789"/>
                  <a:gd name="connsiteX8924" fmla="*/ 691239 w 1703319"/>
                  <a:gd name="connsiteY8924" fmla="*/ 124976 h 788789"/>
                  <a:gd name="connsiteX8925" fmla="*/ 693415 w 1703319"/>
                  <a:gd name="connsiteY8925" fmla="*/ 126062 h 788789"/>
                  <a:gd name="connsiteX8926" fmla="*/ 694140 w 1703319"/>
                  <a:gd name="connsiteY8926" fmla="*/ 127149 h 788789"/>
                  <a:gd name="connsiteX8927" fmla="*/ 693777 w 1703319"/>
                  <a:gd name="connsiteY8927" fmla="*/ 127874 h 788789"/>
                  <a:gd name="connsiteX8928" fmla="*/ 692690 w 1703319"/>
                  <a:gd name="connsiteY8928" fmla="*/ 128598 h 788789"/>
                  <a:gd name="connsiteX8929" fmla="*/ 692327 w 1703319"/>
                  <a:gd name="connsiteY8929" fmla="*/ 129323 h 788789"/>
                  <a:gd name="connsiteX8930" fmla="*/ 691239 w 1703319"/>
                  <a:gd name="connsiteY8930" fmla="*/ 129323 h 788789"/>
                  <a:gd name="connsiteX8931" fmla="*/ 691602 w 1703319"/>
                  <a:gd name="connsiteY8931" fmla="*/ 129685 h 788789"/>
                  <a:gd name="connsiteX8932" fmla="*/ 692690 w 1703319"/>
                  <a:gd name="connsiteY8932" fmla="*/ 130047 h 788789"/>
                  <a:gd name="connsiteX8933" fmla="*/ 693415 w 1703319"/>
                  <a:gd name="connsiteY8933" fmla="*/ 131134 h 788789"/>
                  <a:gd name="connsiteX8934" fmla="*/ 693052 w 1703319"/>
                  <a:gd name="connsiteY8934" fmla="*/ 132221 h 788789"/>
                  <a:gd name="connsiteX8935" fmla="*/ 691964 w 1703319"/>
                  <a:gd name="connsiteY8935" fmla="*/ 133669 h 788789"/>
                  <a:gd name="connsiteX8936" fmla="*/ 690514 w 1703319"/>
                  <a:gd name="connsiteY8936" fmla="*/ 134032 h 788789"/>
                  <a:gd name="connsiteX8937" fmla="*/ 689427 w 1703319"/>
                  <a:gd name="connsiteY8937" fmla="*/ 133669 h 788789"/>
                  <a:gd name="connsiteX8938" fmla="*/ 689064 w 1703319"/>
                  <a:gd name="connsiteY8938" fmla="*/ 132583 h 788789"/>
                  <a:gd name="connsiteX8939" fmla="*/ 689064 w 1703319"/>
                  <a:gd name="connsiteY8939" fmla="*/ 131858 h 788789"/>
                  <a:gd name="connsiteX8940" fmla="*/ 687977 w 1703319"/>
                  <a:gd name="connsiteY8940" fmla="*/ 131858 h 788789"/>
                  <a:gd name="connsiteX8941" fmla="*/ 687977 w 1703319"/>
                  <a:gd name="connsiteY8941" fmla="*/ 132583 h 788789"/>
                  <a:gd name="connsiteX8942" fmla="*/ 687977 w 1703319"/>
                  <a:gd name="connsiteY8942" fmla="*/ 133669 h 788789"/>
                  <a:gd name="connsiteX8943" fmla="*/ 687252 w 1703319"/>
                  <a:gd name="connsiteY8943" fmla="*/ 134032 h 788789"/>
                  <a:gd name="connsiteX8944" fmla="*/ 685802 w 1703319"/>
                  <a:gd name="connsiteY8944" fmla="*/ 133669 h 788789"/>
                  <a:gd name="connsiteX8945" fmla="*/ 683989 w 1703319"/>
                  <a:gd name="connsiteY8945" fmla="*/ 132945 h 788789"/>
                  <a:gd name="connsiteX8946" fmla="*/ 683264 w 1703319"/>
                  <a:gd name="connsiteY8946" fmla="*/ 132583 h 788789"/>
                  <a:gd name="connsiteX8947" fmla="*/ 681814 w 1703319"/>
                  <a:gd name="connsiteY8947" fmla="*/ 132583 h 788789"/>
                  <a:gd name="connsiteX8948" fmla="*/ 681089 w 1703319"/>
                  <a:gd name="connsiteY8948" fmla="*/ 130772 h 788789"/>
                  <a:gd name="connsiteX8949" fmla="*/ 681089 w 1703319"/>
                  <a:gd name="connsiteY8949" fmla="*/ 130047 h 788789"/>
                  <a:gd name="connsiteX8950" fmla="*/ 680001 w 1703319"/>
                  <a:gd name="connsiteY8950" fmla="*/ 128598 h 788789"/>
                  <a:gd name="connsiteX8951" fmla="*/ 679276 w 1703319"/>
                  <a:gd name="connsiteY8951" fmla="*/ 127874 h 788789"/>
                  <a:gd name="connsiteX8952" fmla="*/ 678189 w 1703319"/>
                  <a:gd name="connsiteY8952" fmla="*/ 127511 h 788789"/>
                  <a:gd name="connsiteX8953" fmla="*/ 676376 w 1703319"/>
                  <a:gd name="connsiteY8953" fmla="*/ 126062 h 788789"/>
                  <a:gd name="connsiteX8954" fmla="*/ 674926 w 1703319"/>
                  <a:gd name="connsiteY8954" fmla="*/ 125338 h 788789"/>
                  <a:gd name="connsiteX8955" fmla="*/ 673839 w 1703319"/>
                  <a:gd name="connsiteY8955" fmla="*/ 124976 h 788789"/>
                  <a:gd name="connsiteX8956" fmla="*/ 672751 w 1703319"/>
                  <a:gd name="connsiteY8956" fmla="*/ 124251 h 788789"/>
                  <a:gd name="connsiteX8957" fmla="*/ 671664 w 1703319"/>
                  <a:gd name="connsiteY8957" fmla="*/ 123889 h 788789"/>
                  <a:gd name="connsiteX8958" fmla="*/ 670576 w 1703319"/>
                  <a:gd name="connsiteY8958" fmla="*/ 123527 h 788789"/>
                  <a:gd name="connsiteX8959" fmla="*/ 669489 w 1703319"/>
                  <a:gd name="connsiteY8959" fmla="*/ 123527 h 788789"/>
                  <a:gd name="connsiteX8960" fmla="*/ 668401 w 1703319"/>
                  <a:gd name="connsiteY8960" fmla="*/ 123527 h 788789"/>
                  <a:gd name="connsiteX8961" fmla="*/ 667676 w 1703319"/>
                  <a:gd name="connsiteY8961" fmla="*/ 123889 h 788789"/>
                  <a:gd name="connsiteX8962" fmla="*/ 668401 w 1703319"/>
                  <a:gd name="connsiteY8962" fmla="*/ 124613 h 788789"/>
                  <a:gd name="connsiteX8963" fmla="*/ 669126 w 1703319"/>
                  <a:gd name="connsiteY8963" fmla="*/ 124613 h 788789"/>
                  <a:gd name="connsiteX8964" fmla="*/ 670214 w 1703319"/>
                  <a:gd name="connsiteY8964" fmla="*/ 124613 h 788789"/>
                  <a:gd name="connsiteX8965" fmla="*/ 671301 w 1703319"/>
                  <a:gd name="connsiteY8965" fmla="*/ 124613 h 788789"/>
                  <a:gd name="connsiteX8966" fmla="*/ 675289 w 1703319"/>
                  <a:gd name="connsiteY8966" fmla="*/ 126425 h 788789"/>
                  <a:gd name="connsiteX8967" fmla="*/ 675289 w 1703319"/>
                  <a:gd name="connsiteY8967" fmla="*/ 127149 h 788789"/>
                  <a:gd name="connsiteX8968" fmla="*/ 674926 w 1703319"/>
                  <a:gd name="connsiteY8968" fmla="*/ 127511 h 788789"/>
                  <a:gd name="connsiteX8969" fmla="*/ 673476 w 1703319"/>
                  <a:gd name="connsiteY8969" fmla="*/ 128236 h 788789"/>
                  <a:gd name="connsiteX8970" fmla="*/ 671664 w 1703319"/>
                  <a:gd name="connsiteY8970" fmla="*/ 128598 h 788789"/>
                  <a:gd name="connsiteX8971" fmla="*/ 669851 w 1703319"/>
                  <a:gd name="connsiteY8971" fmla="*/ 128960 h 788789"/>
                  <a:gd name="connsiteX8972" fmla="*/ 669126 w 1703319"/>
                  <a:gd name="connsiteY8972" fmla="*/ 128960 h 788789"/>
                  <a:gd name="connsiteX8973" fmla="*/ 664776 w 1703319"/>
                  <a:gd name="connsiteY8973" fmla="*/ 129323 h 788789"/>
                  <a:gd name="connsiteX8974" fmla="*/ 663326 w 1703319"/>
                  <a:gd name="connsiteY8974" fmla="*/ 130047 h 788789"/>
                  <a:gd name="connsiteX8975" fmla="*/ 662601 w 1703319"/>
                  <a:gd name="connsiteY8975" fmla="*/ 131858 h 788789"/>
                  <a:gd name="connsiteX8976" fmla="*/ 661876 w 1703319"/>
                  <a:gd name="connsiteY8976" fmla="*/ 132221 h 788789"/>
                  <a:gd name="connsiteX8977" fmla="*/ 660426 w 1703319"/>
                  <a:gd name="connsiteY8977" fmla="*/ 132945 h 788789"/>
                  <a:gd name="connsiteX8978" fmla="*/ 659701 w 1703319"/>
                  <a:gd name="connsiteY8978" fmla="*/ 133669 h 788789"/>
                  <a:gd name="connsiteX8979" fmla="*/ 660426 w 1703319"/>
                  <a:gd name="connsiteY8979" fmla="*/ 133669 h 788789"/>
                  <a:gd name="connsiteX8980" fmla="*/ 661151 w 1703319"/>
                  <a:gd name="connsiteY8980" fmla="*/ 133669 h 788789"/>
                  <a:gd name="connsiteX8981" fmla="*/ 661876 w 1703319"/>
                  <a:gd name="connsiteY8981" fmla="*/ 133669 h 788789"/>
                  <a:gd name="connsiteX8982" fmla="*/ 662601 w 1703319"/>
                  <a:gd name="connsiteY8982" fmla="*/ 134394 h 788789"/>
                  <a:gd name="connsiteX8983" fmla="*/ 663688 w 1703319"/>
                  <a:gd name="connsiteY8983" fmla="*/ 134394 h 788789"/>
                  <a:gd name="connsiteX8984" fmla="*/ 664051 w 1703319"/>
                  <a:gd name="connsiteY8984" fmla="*/ 134032 h 788789"/>
                  <a:gd name="connsiteX8985" fmla="*/ 663326 w 1703319"/>
                  <a:gd name="connsiteY8985" fmla="*/ 133307 h 788789"/>
                  <a:gd name="connsiteX8986" fmla="*/ 665138 w 1703319"/>
                  <a:gd name="connsiteY8986" fmla="*/ 131858 h 788789"/>
                  <a:gd name="connsiteX8987" fmla="*/ 665863 w 1703319"/>
                  <a:gd name="connsiteY8987" fmla="*/ 131134 h 788789"/>
                  <a:gd name="connsiteX8988" fmla="*/ 667313 w 1703319"/>
                  <a:gd name="connsiteY8988" fmla="*/ 130409 h 788789"/>
                  <a:gd name="connsiteX8989" fmla="*/ 667676 w 1703319"/>
                  <a:gd name="connsiteY8989" fmla="*/ 130047 h 788789"/>
                  <a:gd name="connsiteX8990" fmla="*/ 670939 w 1703319"/>
                  <a:gd name="connsiteY8990" fmla="*/ 129323 h 788789"/>
                  <a:gd name="connsiteX8991" fmla="*/ 672389 w 1703319"/>
                  <a:gd name="connsiteY8991" fmla="*/ 129323 h 788789"/>
                  <a:gd name="connsiteX8992" fmla="*/ 674926 w 1703319"/>
                  <a:gd name="connsiteY8992" fmla="*/ 129323 h 788789"/>
                  <a:gd name="connsiteX8993" fmla="*/ 675651 w 1703319"/>
                  <a:gd name="connsiteY8993" fmla="*/ 130409 h 788789"/>
                  <a:gd name="connsiteX8994" fmla="*/ 676014 w 1703319"/>
                  <a:gd name="connsiteY8994" fmla="*/ 131134 h 788789"/>
                  <a:gd name="connsiteX8995" fmla="*/ 674926 w 1703319"/>
                  <a:gd name="connsiteY8995" fmla="*/ 132221 h 788789"/>
                  <a:gd name="connsiteX8996" fmla="*/ 672389 w 1703319"/>
                  <a:gd name="connsiteY8996" fmla="*/ 133307 h 788789"/>
                  <a:gd name="connsiteX8997" fmla="*/ 670939 w 1703319"/>
                  <a:gd name="connsiteY8997" fmla="*/ 133307 h 788789"/>
                  <a:gd name="connsiteX8998" fmla="*/ 670576 w 1703319"/>
                  <a:gd name="connsiteY8998" fmla="*/ 134394 h 788789"/>
                  <a:gd name="connsiteX8999" fmla="*/ 669489 w 1703319"/>
                  <a:gd name="connsiteY8999" fmla="*/ 135481 h 788789"/>
                  <a:gd name="connsiteX9000" fmla="*/ 668038 w 1703319"/>
                  <a:gd name="connsiteY9000" fmla="*/ 135118 h 788789"/>
                  <a:gd name="connsiteX9001" fmla="*/ 666951 w 1703319"/>
                  <a:gd name="connsiteY9001" fmla="*/ 135481 h 788789"/>
                  <a:gd name="connsiteX9002" fmla="*/ 666226 w 1703319"/>
                  <a:gd name="connsiteY9002" fmla="*/ 136205 h 788789"/>
                  <a:gd name="connsiteX9003" fmla="*/ 664776 w 1703319"/>
                  <a:gd name="connsiteY9003" fmla="*/ 136567 h 788789"/>
                  <a:gd name="connsiteX9004" fmla="*/ 663326 w 1703319"/>
                  <a:gd name="connsiteY9004" fmla="*/ 136930 h 788789"/>
                  <a:gd name="connsiteX9005" fmla="*/ 662238 w 1703319"/>
                  <a:gd name="connsiteY9005" fmla="*/ 136930 h 788789"/>
                  <a:gd name="connsiteX9006" fmla="*/ 661876 w 1703319"/>
                  <a:gd name="connsiteY9006" fmla="*/ 136930 h 788789"/>
                  <a:gd name="connsiteX9007" fmla="*/ 663688 w 1703319"/>
                  <a:gd name="connsiteY9007" fmla="*/ 137292 h 788789"/>
                  <a:gd name="connsiteX9008" fmla="*/ 664776 w 1703319"/>
                  <a:gd name="connsiteY9008" fmla="*/ 137292 h 788789"/>
                  <a:gd name="connsiteX9009" fmla="*/ 666951 w 1703319"/>
                  <a:gd name="connsiteY9009" fmla="*/ 136930 h 788789"/>
                  <a:gd name="connsiteX9010" fmla="*/ 667676 w 1703319"/>
                  <a:gd name="connsiteY9010" fmla="*/ 136205 h 788789"/>
                  <a:gd name="connsiteX9011" fmla="*/ 668401 w 1703319"/>
                  <a:gd name="connsiteY9011" fmla="*/ 135843 h 788789"/>
                  <a:gd name="connsiteX9012" fmla="*/ 669489 w 1703319"/>
                  <a:gd name="connsiteY9012" fmla="*/ 135843 h 788789"/>
                  <a:gd name="connsiteX9013" fmla="*/ 670939 w 1703319"/>
                  <a:gd name="connsiteY9013" fmla="*/ 135843 h 788789"/>
                  <a:gd name="connsiteX9014" fmla="*/ 674201 w 1703319"/>
                  <a:gd name="connsiteY9014" fmla="*/ 134756 h 788789"/>
                  <a:gd name="connsiteX9015" fmla="*/ 674926 w 1703319"/>
                  <a:gd name="connsiteY9015" fmla="*/ 134394 h 788789"/>
                  <a:gd name="connsiteX9016" fmla="*/ 676376 w 1703319"/>
                  <a:gd name="connsiteY9016" fmla="*/ 134394 h 788789"/>
                  <a:gd name="connsiteX9017" fmla="*/ 677826 w 1703319"/>
                  <a:gd name="connsiteY9017" fmla="*/ 135118 h 788789"/>
                  <a:gd name="connsiteX9018" fmla="*/ 679276 w 1703319"/>
                  <a:gd name="connsiteY9018" fmla="*/ 135481 h 788789"/>
                  <a:gd name="connsiteX9019" fmla="*/ 680726 w 1703319"/>
                  <a:gd name="connsiteY9019" fmla="*/ 135481 h 788789"/>
                  <a:gd name="connsiteX9020" fmla="*/ 682177 w 1703319"/>
                  <a:gd name="connsiteY9020" fmla="*/ 135843 h 788789"/>
                  <a:gd name="connsiteX9021" fmla="*/ 683989 w 1703319"/>
                  <a:gd name="connsiteY9021" fmla="*/ 136930 h 788789"/>
                  <a:gd name="connsiteX9022" fmla="*/ 685439 w 1703319"/>
                  <a:gd name="connsiteY9022" fmla="*/ 136930 h 788789"/>
                  <a:gd name="connsiteX9023" fmla="*/ 687614 w 1703319"/>
                  <a:gd name="connsiteY9023" fmla="*/ 136567 h 788789"/>
                  <a:gd name="connsiteX9024" fmla="*/ 689427 w 1703319"/>
                  <a:gd name="connsiteY9024" fmla="*/ 136205 h 788789"/>
                  <a:gd name="connsiteX9025" fmla="*/ 690152 w 1703319"/>
                  <a:gd name="connsiteY9025" fmla="*/ 136567 h 788789"/>
                  <a:gd name="connsiteX9026" fmla="*/ 690514 w 1703319"/>
                  <a:gd name="connsiteY9026" fmla="*/ 137292 h 788789"/>
                  <a:gd name="connsiteX9027" fmla="*/ 688702 w 1703319"/>
                  <a:gd name="connsiteY9027" fmla="*/ 138379 h 788789"/>
                  <a:gd name="connsiteX9028" fmla="*/ 686527 w 1703319"/>
                  <a:gd name="connsiteY9028" fmla="*/ 139103 h 788789"/>
                  <a:gd name="connsiteX9029" fmla="*/ 685077 w 1703319"/>
                  <a:gd name="connsiteY9029" fmla="*/ 140190 h 788789"/>
                  <a:gd name="connsiteX9030" fmla="*/ 683989 w 1703319"/>
                  <a:gd name="connsiteY9030" fmla="*/ 140190 h 788789"/>
                  <a:gd name="connsiteX9031" fmla="*/ 679276 w 1703319"/>
                  <a:gd name="connsiteY9031" fmla="*/ 143450 h 788789"/>
                  <a:gd name="connsiteX9032" fmla="*/ 677826 w 1703319"/>
                  <a:gd name="connsiteY9032" fmla="*/ 144537 h 788789"/>
                  <a:gd name="connsiteX9033" fmla="*/ 676376 w 1703319"/>
                  <a:gd name="connsiteY9033" fmla="*/ 145986 h 788789"/>
                  <a:gd name="connsiteX9034" fmla="*/ 674926 w 1703319"/>
                  <a:gd name="connsiteY9034" fmla="*/ 146348 h 788789"/>
                  <a:gd name="connsiteX9035" fmla="*/ 673476 w 1703319"/>
                  <a:gd name="connsiteY9035" fmla="*/ 147073 h 788789"/>
                  <a:gd name="connsiteX9036" fmla="*/ 672751 w 1703319"/>
                  <a:gd name="connsiteY9036" fmla="*/ 147797 h 788789"/>
                  <a:gd name="connsiteX9037" fmla="*/ 672026 w 1703319"/>
                  <a:gd name="connsiteY9037" fmla="*/ 148159 h 788789"/>
                  <a:gd name="connsiteX9038" fmla="*/ 670939 w 1703319"/>
                  <a:gd name="connsiteY9038" fmla="*/ 148522 h 788789"/>
                  <a:gd name="connsiteX9039" fmla="*/ 669851 w 1703319"/>
                  <a:gd name="connsiteY9039" fmla="*/ 148884 h 788789"/>
                  <a:gd name="connsiteX9040" fmla="*/ 668038 w 1703319"/>
                  <a:gd name="connsiteY9040" fmla="*/ 148884 h 788789"/>
                  <a:gd name="connsiteX9041" fmla="*/ 666951 w 1703319"/>
                  <a:gd name="connsiteY9041" fmla="*/ 149608 h 788789"/>
                  <a:gd name="connsiteX9042" fmla="*/ 663688 w 1703319"/>
                  <a:gd name="connsiteY9042" fmla="*/ 150695 h 788789"/>
                  <a:gd name="connsiteX9043" fmla="*/ 662963 w 1703319"/>
                  <a:gd name="connsiteY9043" fmla="*/ 150695 h 788789"/>
                  <a:gd name="connsiteX9044" fmla="*/ 661876 w 1703319"/>
                  <a:gd name="connsiteY9044" fmla="*/ 150695 h 788789"/>
                  <a:gd name="connsiteX9045" fmla="*/ 659701 w 1703319"/>
                  <a:gd name="connsiteY9045" fmla="*/ 151782 h 788789"/>
                  <a:gd name="connsiteX9046" fmla="*/ 657525 w 1703319"/>
                  <a:gd name="connsiteY9046" fmla="*/ 151420 h 788789"/>
                  <a:gd name="connsiteX9047" fmla="*/ 655713 w 1703319"/>
                  <a:gd name="connsiteY9047" fmla="*/ 152869 h 788789"/>
                  <a:gd name="connsiteX9048" fmla="*/ 655350 w 1703319"/>
                  <a:gd name="connsiteY9048" fmla="*/ 152506 h 788789"/>
                  <a:gd name="connsiteX9049" fmla="*/ 653900 w 1703319"/>
                  <a:gd name="connsiteY9049" fmla="*/ 151420 h 788789"/>
                  <a:gd name="connsiteX9050" fmla="*/ 652813 w 1703319"/>
                  <a:gd name="connsiteY9050" fmla="*/ 151782 h 788789"/>
                  <a:gd name="connsiteX9051" fmla="*/ 653175 w 1703319"/>
                  <a:gd name="connsiteY9051" fmla="*/ 152506 h 788789"/>
                  <a:gd name="connsiteX9052" fmla="*/ 653900 w 1703319"/>
                  <a:gd name="connsiteY9052" fmla="*/ 152506 h 788789"/>
                  <a:gd name="connsiteX9053" fmla="*/ 653900 w 1703319"/>
                  <a:gd name="connsiteY9053" fmla="*/ 153231 h 788789"/>
                  <a:gd name="connsiteX9054" fmla="*/ 652088 w 1703319"/>
                  <a:gd name="connsiteY9054" fmla="*/ 153593 h 788789"/>
                  <a:gd name="connsiteX9055" fmla="*/ 651000 w 1703319"/>
                  <a:gd name="connsiteY9055" fmla="*/ 152869 h 788789"/>
                  <a:gd name="connsiteX9056" fmla="*/ 650275 w 1703319"/>
                  <a:gd name="connsiteY9056" fmla="*/ 152869 h 788789"/>
                  <a:gd name="connsiteX9057" fmla="*/ 649550 w 1703319"/>
                  <a:gd name="connsiteY9057" fmla="*/ 153593 h 788789"/>
                  <a:gd name="connsiteX9058" fmla="*/ 647375 w 1703319"/>
                  <a:gd name="connsiteY9058" fmla="*/ 153955 h 788789"/>
                  <a:gd name="connsiteX9059" fmla="*/ 645925 w 1703319"/>
                  <a:gd name="connsiteY9059" fmla="*/ 152506 h 788789"/>
                  <a:gd name="connsiteX9060" fmla="*/ 644475 w 1703319"/>
                  <a:gd name="connsiteY9060" fmla="*/ 151782 h 788789"/>
                  <a:gd name="connsiteX9061" fmla="*/ 643025 w 1703319"/>
                  <a:gd name="connsiteY9061" fmla="*/ 150695 h 788789"/>
                  <a:gd name="connsiteX9062" fmla="*/ 641937 w 1703319"/>
                  <a:gd name="connsiteY9062" fmla="*/ 151057 h 788789"/>
                  <a:gd name="connsiteX9063" fmla="*/ 642662 w 1703319"/>
                  <a:gd name="connsiteY9063" fmla="*/ 152144 h 788789"/>
                  <a:gd name="connsiteX9064" fmla="*/ 643387 w 1703319"/>
                  <a:gd name="connsiteY9064" fmla="*/ 153231 h 788789"/>
                  <a:gd name="connsiteX9065" fmla="*/ 644112 w 1703319"/>
                  <a:gd name="connsiteY9065" fmla="*/ 154318 h 788789"/>
                  <a:gd name="connsiteX9066" fmla="*/ 643387 w 1703319"/>
                  <a:gd name="connsiteY9066" fmla="*/ 155404 h 788789"/>
                  <a:gd name="connsiteX9067" fmla="*/ 641937 w 1703319"/>
                  <a:gd name="connsiteY9067" fmla="*/ 155767 h 788789"/>
                  <a:gd name="connsiteX9068" fmla="*/ 640487 w 1703319"/>
                  <a:gd name="connsiteY9068" fmla="*/ 156491 h 788789"/>
                  <a:gd name="connsiteX9069" fmla="*/ 639400 w 1703319"/>
                  <a:gd name="connsiteY9069" fmla="*/ 157216 h 788789"/>
                  <a:gd name="connsiteX9070" fmla="*/ 638312 w 1703319"/>
                  <a:gd name="connsiteY9070" fmla="*/ 157940 h 788789"/>
                  <a:gd name="connsiteX9071" fmla="*/ 637225 w 1703319"/>
                  <a:gd name="connsiteY9071" fmla="*/ 158665 h 788789"/>
                  <a:gd name="connsiteX9072" fmla="*/ 636500 w 1703319"/>
                  <a:gd name="connsiteY9072" fmla="*/ 160476 h 788789"/>
                  <a:gd name="connsiteX9073" fmla="*/ 636500 w 1703319"/>
                  <a:gd name="connsiteY9073" fmla="*/ 161200 h 788789"/>
                  <a:gd name="connsiteX9074" fmla="*/ 635412 w 1703319"/>
                  <a:gd name="connsiteY9074" fmla="*/ 162287 h 788789"/>
                  <a:gd name="connsiteX9075" fmla="*/ 634687 w 1703319"/>
                  <a:gd name="connsiteY9075" fmla="*/ 163012 h 788789"/>
                  <a:gd name="connsiteX9076" fmla="*/ 634324 w 1703319"/>
                  <a:gd name="connsiteY9076" fmla="*/ 163736 h 788789"/>
                  <a:gd name="connsiteX9077" fmla="*/ 633599 w 1703319"/>
                  <a:gd name="connsiteY9077" fmla="*/ 165185 h 788789"/>
                  <a:gd name="connsiteX9078" fmla="*/ 632874 w 1703319"/>
                  <a:gd name="connsiteY9078" fmla="*/ 165910 h 788789"/>
                  <a:gd name="connsiteX9079" fmla="*/ 632149 w 1703319"/>
                  <a:gd name="connsiteY9079" fmla="*/ 165185 h 788789"/>
                  <a:gd name="connsiteX9080" fmla="*/ 631787 w 1703319"/>
                  <a:gd name="connsiteY9080" fmla="*/ 166996 h 788789"/>
                  <a:gd name="connsiteX9081" fmla="*/ 631424 w 1703319"/>
                  <a:gd name="connsiteY9081" fmla="*/ 168083 h 788789"/>
                  <a:gd name="connsiteX9082" fmla="*/ 629249 w 1703319"/>
                  <a:gd name="connsiteY9082" fmla="*/ 168808 h 788789"/>
                  <a:gd name="connsiteX9083" fmla="*/ 627799 w 1703319"/>
                  <a:gd name="connsiteY9083" fmla="*/ 168808 h 788789"/>
                  <a:gd name="connsiteX9084" fmla="*/ 627074 w 1703319"/>
                  <a:gd name="connsiteY9084" fmla="*/ 168445 h 788789"/>
                  <a:gd name="connsiteX9085" fmla="*/ 626349 w 1703319"/>
                  <a:gd name="connsiteY9085" fmla="*/ 169532 h 788789"/>
                  <a:gd name="connsiteX9086" fmla="*/ 625624 w 1703319"/>
                  <a:gd name="connsiteY9086" fmla="*/ 170257 h 788789"/>
                  <a:gd name="connsiteX9087" fmla="*/ 624899 w 1703319"/>
                  <a:gd name="connsiteY9087" fmla="*/ 170257 h 788789"/>
                  <a:gd name="connsiteX9088" fmla="*/ 624537 w 1703319"/>
                  <a:gd name="connsiteY9088" fmla="*/ 171343 h 788789"/>
                  <a:gd name="connsiteX9089" fmla="*/ 622724 w 1703319"/>
                  <a:gd name="connsiteY9089" fmla="*/ 170257 h 788789"/>
                  <a:gd name="connsiteX9090" fmla="*/ 622724 w 1703319"/>
                  <a:gd name="connsiteY9090" fmla="*/ 169894 h 788789"/>
                  <a:gd name="connsiteX9091" fmla="*/ 621636 w 1703319"/>
                  <a:gd name="connsiteY9091" fmla="*/ 170619 h 788789"/>
                  <a:gd name="connsiteX9092" fmla="*/ 621636 w 1703319"/>
                  <a:gd name="connsiteY9092" fmla="*/ 171343 h 788789"/>
                  <a:gd name="connsiteX9093" fmla="*/ 621636 w 1703319"/>
                  <a:gd name="connsiteY9093" fmla="*/ 172068 h 788789"/>
                  <a:gd name="connsiteX9094" fmla="*/ 620549 w 1703319"/>
                  <a:gd name="connsiteY9094" fmla="*/ 170981 h 788789"/>
                  <a:gd name="connsiteX9095" fmla="*/ 619461 w 1703319"/>
                  <a:gd name="connsiteY9095" fmla="*/ 171706 h 788789"/>
                  <a:gd name="connsiteX9096" fmla="*/ 618736 w 1703319"/>
                  <a:gd name="connsiteY9096" fmla="*/ 172068 h 788789"/>
                  <a:gd name="connsiteX9097" fmla="*/ 618374 w 1703319"/>
                  <a:gd name="connsiteY9097" fmla="*/ 172068 h 788789"/>
                  <a:gd name="connsiteX9098" fmla="*/ 617649 w 1703319"/>
                  <a:gd name="connsiteY9098" fmla="*/ 171343 h 788789"/>
                  <a:gd name="connsiteX9099" fmla="*/ 617286 w 1703319"/>
                  <a:gd name="connsiteY9099" fmla="*/ 172430 h 788789"/>
                  <a:gd name="connsiteX9100" fmla="*/ 617286 w 1703319"/>
                  <a:gd name="connsiteY9100" fmla="*/ 173155 h 788789"/>
                  <a:gd name="connsiteX9101" fmla="*/ 615474 w 1703319"/>
                  <a:gd name="connsiteY9101" fmla="*/ 173517 h 788789"/>
                  <a:gd name="connsiteX9102" fmla="*/ 615111 w 1703319"/>
                  <a:gd name="connsiteY9102" fmla="*/ 172068 h 788789"/>
                  <a:gd name="connsiteX9103" fmla="*/ 616199 w 1703319"/>
                  <a:gd name="connsiteY9103" fmla="*/ 171343 h 788789"/>
                  <a:gd name="connsiteX9104" fmla="*/ 616561 w 1703319"/>
                  <a:gd name="connsiteY9104" fmla="*/ 170257 h 788789"/>
                  <a:gd name="connsiteX9105" fmla="*/ 616924 w 1703319"/>
                  <a:gd name="connsiteY9105" fmla="*/ 169532 h 788789"/>
                  <a:gd name="connsiteX9106" fmla="*/ 617649 w 1703319"/>
                  <a:gd name="connsiteY9106" fmla="*/ 168808 h 788789"/>
                  <a:gd name="connsiteX9107" fmla="*/ 618011 w 1703319"/>
                  <a:gd name="connsiteY9107" fmla="*/ 168445 h 788789"/>
                  <a:gd name="connsiteX9108" fmla="*/ 616924 w 1703319"/>
                  <a:gd name="connsiteY9108" fmla="*/ 168083 h 788789"/>
                  <a:gd name="connsiteX9109" fmla="*/ 616199 w 1703319"/>
                  <a:gd name="connsiteY9109" fmla="*/ 168445 h 788789"/>
                  <a:gd name="connsiteX9110" fmla="*/ 615836 w 1703319"/>
                  <a:gd name="connsiteY9110" fmla="*/ 169170 h 788789"/>
                  <a:gd name="connsiteX9111" fmla="*/ 615836 w 1703319"/>
                  <a:gd name="connsiteY9111" fmla="*/ 169532 h 788789"/>
                  <a:gd name="connsiteX9112" fmla="*/ 615474 w 1703319"/>
                  <a:gd name="connsiteY9112" fmla="*/ 170981 h 788789"/>
                  <a:gd name="connsiteX9113" fmla="*/ 614749 w 1703319"/>
                  <a:gd name="connsiteY9113" fmla="*/ 170981 h 788789"/>
                  <a:gd name="connsiteX9114" fmla="*/ 614386 w 1703319"/>
                  <a:gd name="connsiteY9114" fmla="*/ 171706 h 788789"/>
                  <a:gd name="connsiteX9115" fmla="*/ 613299 w 1703319"/>
                  <a:gd name="connsiteY9115" fmla="*/ 173155 h 788789"/>
                  <a:gd name="connsiteX9116" fmla="*/ 610761 w 1703319"/>
                  <a:gd name="connsiteY9116" fmla="*/ 173879 h 788789"/>
                  <a:gd name="connsiteX9117" fmla="*/ 609311 w 1703319"/>
                  <a:gd name="connsiteY9117" fmla="*/ 173879 h 788789"/>
                  <a:gd name="connsiteX9118" fmla="*/ 607861 w 1703319"/>
                  <a:gd name="connsiteY9118" fmla="*/ 173517 h 788789"/>
                  <a:gd name="connsiteX9119" fmla="*/ 606411 w 1703319"/>
                  <a:gd name="connsiteY9119" fmla="*/ 173879 h 788789"/>
                  <a:gd name="connsiteX9120" fmla="*/ 606048 w 1703319"/>
                  <a:gd name="connsiteY9120" fmla="*/ 174966 h 788789"/>
                  <a:gd name="connsiteX9121" fmla="*/ 606773 w 1703319"/>
                  <a:gd name="connsiteY9121" fmla="*/ 175328 h 788789"/>
                  <a:gd name="connsiteX9122" fmla="*/ 607861 w 1703319"/>
                  <a:gd name="connsiteY9122" fmla="*/ 175690 h 788789"/>
                  <a:gd name="connsiteX9123" fmla="*/ 607498 w 1703319"/>
                  <a:gd name="connsiteY9123" fmla="*/ 176415 h 788789"/>
                  <a:gd name="connsiteX9124" fmla="*/ 606411 w 1703319"/>
                  <a:gd name="connsiteY9124" fmla="*/ 176777 h 788789"/>
                  <a:gd name="connsiteX9125" fmla="*/ 606048 w 1703319"/>
                  <a:gd name="connsiteY9125" fmla="*/ 177502 h 788789"/>
                  <a:gd name="connsiteX9126" fmla="*/ 604598 w 1703319"/>
                  <a:gd name="connsiteY9126" fmla="*/ 178226 h 788789"/>
                  <a:gd name="connsiteX9127" fmla="*/ 603511 w 1703319"/>
                  <a:gd name="connsiteY9127" fmla="*/ 177502 h 788789"/>
                  <a:gd name="connsiteX9128" fmla="*/ 602423 w 1703319"/>
                  <a:gd name="connsiteY9128" fmla="*/ 177502 h 788789"/>
                  <a:gd name="connsiteX9129" fmla="*/ 600973 w 1703319"/>
                  <a:gd name="connsiteY9129" fmla="*/ 177864 h 788789"/>
                  <a:gd name="connsiteX9130" fmla="*/ 600973 w 1703319"/>
                  <a:gd name="connsiteY9130" fmla="*/ 179313 h 788789"/>
                  <a:gd name="connsiteX9131" fmla="*/ 602423 w 1703319"/>
                  <a:gd name="connsiteY9131" fmla="*/ 179313 h 788789"/>
                  <a:gd name="connsiteX9132" fmla="*/ 603511 w 1703319"/>
                  <a:gd name="connsiteY9132" fmla="*/ 179675 h 788789"/>
                  <a:gd name="connsiteX9133" fmla="*/ 604236 w 1703319"/>
                  <a:gd name="connsiteY9133" fmla="*/ 180762 h 788789"/>
                  <a:gd name="connsiteX9134" fmla="*/ 604961 w 1703319"/>
                  <a:gd name="connsiteY9134" fmla="*/ 182211 h 788789"/>
                  <a:gd name="connsiteX9135" fmla="*/ 603873 w 1703319"/>
                  <a:gd name="connsiteY9135" fmla="*/ 183298 h 788789"/>
                  <a:gd name="connsiteX9136" fmla="*/ 602423 w 1703319"/>
                  <a:gd name="connsiteY9136" fmla="*/ 183298 h 788789"/>
                  <a:gd name="connsiteX9137" fmla="*/ 600973 w 1703319"/>
                  <a:gd name="connsiteY9137" fmla="*/ 183660 h 788789"/>
                  <a:gd name="connsiteX9138" fmla="*/ 599523 w 1703319"/>
                  <a:gd name="connsiteY9138" fmla="*/ 184022 h 788789"/>
                  <a:gd name="connsiteX9139" fmla="*/ 600248 w 1703319"/>
                  <a:gd name="connsiteY9139" fmla="*/ 184384 h 788789"/>
                  <a:gd name="connsiteX9140" fmla="*/ 602423 w 1703319"/>
                  <a:gd name="connsiteY9140" fmla="*/ 184747 h 788789"/>
                  <a:gd name="connsiteX9141" fmla="*/ 603148 w 1703319"/>
                  <a:gd name="connsiteY9141" fmla="*/ 185471 h 788789"/>
                  <a:gd name="connsiteX9142" fmla="*/ 603511 w 1703319"/>
                  <a:gd name="connsiteY9142" fmla="*/ 186558 h 788789"/>
                  <a:gd name="connsiteX9143" fmla="*/ 602786 w 1703319"/>
                  <a:gd name="connsiteY9143" fmla="*/ 188369 h 788789"/>
                  <a:gd name="connsiteX9144" fmla="*/ 602061 w 1703319"/>
                  <a:gd name="connsiteY9144" fmla="*/ 189093 h 788789"/>
                  <a:gd name="connsiteX9145" fmla="*/ 600973 w 1703319"/>
                  <a:gd name="connsiteY9145" fmla="*/ 188369 h 788789"/>
                  <a:gd name="connsiteX9146" fmla="*/ 599523 w 1703319"/>
                  <a:gd name="connsiteY9146" fmla="*/ 188731 h 788789"/>
                  <a:gd name="connsiteX9147" fmla="*/ 599885 w 1703319"/>
                  <a:gd name="connsiteY9147" fmla="*/ 189818 h 788789"/>
                  <a:gd name="connsiteX9148" fmla="*/ 600973 w 1703319"/>
                  <a:gd name="connsiteY9148" fmla="*/ 190180 h 788789"/>
                  <a:gd name="connsiteX9149" fmla="*/ 600611 w 1703319"/>
                  <a:gd name="connsiteY9149" fmla="*/ 190905 h 788789"/>
                  <a:gd name="connsiteX9150" fmla="*/ 599523 w 1703319"/>
                  <a:gd name="connsiteY9150" fmla="*/ 191629 h 788789"/>
                  <a:gd name="connsiteX9151" fmla="*/ 598798 w 1703319"/>
                  <a:gd name="connsiteY9151" fmla="*/ 192354 h 788789"/>
                  <a:gd name="connsiteX9152" fmla="*/ 598073 w 1703319"/>
                  <a:gd name="connsiteY9152" fmla="*/ 193078 h 788789"/>
                  <a:gd name="connsiteX9153" fmla="*/ 597710 w 1703319"/>
                  <a:gd name="connsiteY9153" fmla="*/ 194165 h 788789"/>
                  <a:gd name="connsiteX9154" fmla="*/ 596260 w 1703319"/>
                  <a:gd name="connsiteY9154" fmla="*/ 195252 h 788789"/>
                  <a:gd name="connsiteX9155" fmla="*/ 594810 w 1703319"/>
                  <a:gd name="connsiteY9155" fmla="*/ 195252 h 788789"/>
                  <a:gd name="connsiteX9156" fmla="*/ 594085 w 1703319"/>
                  <a:gd name="connsiteY9156" fmla="*/ 194889 h 788789"/>
                  <a:gd name="connsiteX9157" fmla="*/ 592998 w 1703319"/>
                  <a:gd name="connsiteY9157" fmla="*/ 195252 h 788789"/>
                  <a:gd name="connsiteX9158" fmla="*/ 592273 w 1703319"/>
                  <a:gd name="connsiteY9158" fmla="*/ 195976 h 788789"/>
                  <a:gd name="connsiteX9159" fmla="*/ 593723 w 1703319"/>
                  <a:gd name="connsiteY9159" fmla="*/ 197063 h 788789"/>
                  <a:gd name="connsiteX9160" fmla="*/ 594448 w 1703319"/>
                  <a:gd name="connsiteY9160" fmla="*/ 197425 h 788789"/>
                  <a:gd name="connsiteX9161" fmla="*/ 595535 w 1703319"/>
                  <a:gd name="connsiteY9161" fmla="*/ 198512 h 788789"/>
                  <a:gd name="connsiteX9162" fmla="*/ 595173 w 1703319"/>
                  <a:gd name="connsiteY9162" fmla="*/ 199961 h 788789"/>
                  <a:gd name="connsiteX9163" fmla="*/ 595173 w 1703319"/>
                  <a:gd name="connsiteY9163" fmla="*/ 200323 h 788789"/>
                  <a:gd name="connsiteX9164" fmla="*/ 595173 w 1703319"/>
                  <a:gd name="connsiteY9164" fmla="*/ 201772 h 788789"/>
                  <a:gd name="connsiteX9165" fmla="*/ 594448 w 1703319"/>
                  <a:gd name="connsiteY9165" fmla="*/ 203221 h 788789"/>
                  <a:gd name="connsiteX9166" fmla="*/ 593723 w 1703319"/>
                  <a:gd name="connsiteY9166" fmla="*/ 203584 h 788789"/>
                  <a:gd name="connsiteX9167" fmla="*/ 593360 w 1703319"/>
                  <a:gd name="connsiteY9167" fmla="*/ 204308 h 788789"/>
                  <a:gd name="connsiteX9168" fmla="*/ 594085 w 1703319"/>
                  <a:gd name="connsiteY9168" fmla="*/ 205033 h 788789"/>
                  <a:gd name="connsiteX9169" fmla="*/ 593723 w 1703319"/>
                  <a:gd name="connsiteY9169" fmla="*/ 206119 h 788789"/>
                  <a:gd name="connsiteX9170" fmla="*/ 592635 w 1703319"/>
                  <a:gd name="connsiteY9170" fmla="*/ 206482 h 788789"/>
                  <a:gd name="connsiteX9171" fmla="*/ 592635 w 1703319"/>
                  <a:gd name="connsiteY9171" fmla="*/ 207931 h 788789"/>
                  <a:gd name="connsiteX9172" fmla="*/ 592998 w 1703319"/>
                  <a:gd name="connsiteY9172" fmla="*/ 209380 h 788789"/>
                  <a:gd name="connsiteX9173" fmla="*/ 592273 w 1703319"/>
                  <a:gd name="connsiteY9173" fmla="*/ 210104 h 788789"/>
                  <a:gd name="connsiteX9174" fmla="*/ 591185 w 1703319"/>
                  <a:gd name="connsiteY9174" fmla="*/ 210829 h 788789"/>
                  <a:gd name="connsiteX9175" fmla="*/ 591185 w 1703319"/>
                  <a:gd name="connsiteY9175" fmla="*/ 211553 h 788789"/>
                  <a:gd name="connsiteX9176" fmla="*/ 589373 w 1703319"/>
                  <a:gd name="connsiteY9176" fmla="*/ 211553 h 788789"/>
                  <a:gd name="connsiteX9177" fmla="*/ 588285 w 1703319"/>
                  <a:gd name="connsiteY9177" fmla="*/ 211915 h 788789"/>
                  <a:gd name="connsiteX9178" fmla="*/ 589735 w 1703319"/>
                  <a:gd name="connsiteY9178" fmla="*/ 213002 h 788789"/>
                  <a:gd name="connsiteX9179" fmla="*/ 590460 w 1703319"/>
                  <a:gd name="connsiteY9179" fmla="*/ 213364 h 788789"/>
                  <a:gd name="connsiteX9180" fmla="*/ 589735 w 1703319"/>
                  <a:gd name="connsiteY9180" fmla="*/ 214451 h 788789"/>
                  <a:gd name="connsiteX9181" fmla="*/ 588647 w 1703319"/>
                  <a:gd name="connsiteY9181" fmla="*/ 214451 h 788789"/>
                  <a:gd name="connsiteX9182" fmla="*/ 588285 w 1703319"/>
                  <a:gd name="connsiteY9182" fmla="*/ 215176 h 788789"/>
                  <a:gd name="connsiteX9183" fmla="*/ 587197 w 1703319"/>
                  <a:gd name="connsiteY9183" fmla="*/ 215900 h 788789"/>
                  <a:gd name="connsiteX9184" fmla="*/ 587197 w 1703319"/>
                  <a:gd name="connsiteY9184" fmla="*/ 214813 h 788789"/>
                  <a:gd name="connsiteX9185" fmla="*/ 585747 w 1703319"/>
                  <a:gd name="connsiteY9185" fmla="*/ 214451 h 788789"/>
                  <a:gd name="connsiteX9186" fmla="*/ 585385 w 1703319"/>
                  <a:gd name="connsiteY9186" fmla="*/ 214089 h 788789"/>
                  <a:gd name="connsiteX9187" fmla="*/ 583572 w 1703319"/>
                  <a:gd name="connsiteY9187" fmla="*/ 214813 h 788789"/>
                  <a:gd name="connsiteX9188" fmla="*/ 582847 w 1703319"/>
                  <a:gd name="connsiteY9188" fmla="*/ 214089 h 788789"/>
                  <a:gd name="connsiteX9189" fmla="*/ 583210 w 1703319"/>
                  <a:gd name="connsiteY9189" fmla="*/ 213002 h 788789"/>
                  <a:gd name="connsiteX9190" fmla="*/ 583210 w 1703319"/>
                  <a:gd name="connsiteY9190" fmla="*/ 212278 h 788789"/>
                  <a:gd name="connsiteX9191" fmla="*/ 582122 w 1703319"/>
                  <a:gd name="connsiteY9191" fmla="*/ 212278 h 788789"/>
                  <a:gd name="connsiteX9192" fmla="*/ 582122 w 1703319"/>
                  <a:gd name="connsiteY9192" fmla="*/ 211191 h 788789"/>
                  <a:gd name="connsiteX9193" fmla="*/ 580310 w 1703319"/>
                  <a:gd name="connsiteY9193" fmla="*/ 211553 h 788789"/>
                  <a:gd name="connsiteX9194" fmla="*/ 578860 w 1703319"/>
                  <a:gd name="connsiteY9194" fmla="*/ 210829 h 788789"/>
                  <a:gd name="connsiteX9195" fmla="*/ 579222 w 1703319"/>
                  <a:gd name="connsiteY9195" fmla="*/ 209742 h 788789"/>
                  <a:gd name="connsiteX9196" fmla="*/ 579947 w 1703319"/>
                  <a:gd name="connsiteY9196" fmla="*/ 209380 h 788789"/>
                  <a:gd name="connsiteX9197" fmla="*/ 580672 w 1703319"/>
                  <a:gd name="connsiteY9197" fmla="*/ 208293 h 788789"/>
                  <a:gd name="connsiteX9198" fmla="*/ 580310 w 1703319"/>
                  <a:gd name="connsiteY9198" fmla="*/ 206844 h 788789"/>
                  <a:gd name="connsiteX9199" fmla="*/ 578860 w 1703319"/>
                  <a:gd name="connsiteY9199" fmla="*/ 207931 h 788789"/>
                  <a:gd name="connsiteX9200" fmla="*/ 578135 w 1703319"/>
                  <a:gd name="connsiteY9200" fmla="*/ 207568 h 788789"/>
                  <a:gd name="connsiteX9201" fmla="*/ 578135 w 1703319"/>
                  <a:gd name="connsiteY9201" fmla="*/ 206844 h 788789"/>
                  <a:gd name="connsiteX9202" fmla="*/ 577410 w 1703319"/>
                  <a:gd name="connsiteY9202" fmla="*/ 206844 h 788789"/>
                  <a:gd name="connsiteX9203" fmla="*/ 577047 w 1703319"/>
                  <a:gd name="connsiteY9203" fmla="*/ 207931 h 788789"/>
                  <a:gd name="connsiteX9204" fmla="*/ 575597 w 1703319"/>
                  <a:gd name="connsiteY9204" fmla="*/ 208655 h 788789"/>
                  <a:gd name="connsiteX9205" fmla="*/ 574872 w 1703319"/>
                  <a:gd name="connsiteY9205" fmla="*/ 209017 h 788789"/>
                  <a:gd name="connsiteX9206" fmla="*/ 573422 w 1703319"/>
                  <a:gd name="connsiteY9206" fmla="*/ 209742 h 788789"/>
                  <a:gd name="connsiteX9207" fmla="*/ 571972 w 1703319"/>
                  <a:gd name="connsiteY9207" fmla="*/ 209380 h 788789"/>
                  <a:gd name="connsiteX9208" fmla="*/ 571972 w 1703319"/>
                  <a:gd name="connsiteY9208" fmla="*/ 208655 h 788789"/>
                  <a:gd name="connsiteX9209" fmla="*/ 570884 w 1703319"/>
                  <a:gd name="connsiteY9209" fmla="*/ 209017 h 788789"/>
                  <a:gd name="connsiteX9210" fmla="*/ 570159 w 1703319"/>
                  <a:gd name="connsiteY9210" fmla="*/ 210104 h 788789"/>
                  <a:gd name="connsiteX9211" fmla="*/ 569434 w 1703319"/>
                  <a:gd name="connsiteY9211" fmla="*/ 210466 h 788789"/>
                  <a:gd name="connsiteX9212" fmla="*/ 568709 w 1703319"/>
                  <a:gd name="connsiteY9212" fmla="*/ 210466 h 788789"/>
                  <a:gd name="connsiteX9213" fmla="*/ 567622 w 1703319"/>
                  <a:gd name="connsiteY9213" fmla="*/ 210104 h 788789"/>
                  <a:gd name="connsiteX9214" fmla="*/ 567259 w 1703319"/>
                  <a:gd name="connsiteY9214" fmla="*/ 207568 h 788789"/>
                  <a:gd name="connsiteX9215" fmla="*/ 567984 w 1703319"/>
                  <a:gd name="connsiteY9215" fmla="*/ 207568 h 788789"/>
                  <a:gd name="connsiteX9216" fmla="*/ 568347 w 1703319"/>
                  <a:gd name="connsiteY9216" fmla="*/ 207206 h 788789"/>
                  <a:gd name="connsiteX9217" fmla="*/ 567984 w 1703319"/>
                  <a:gd name="connsiteY9217" fmla="*/ 206844 h 788789"/>
                  <a:gd name="connsiteX9218" fmla="*/ 567622 w 1703319"/>
                  <a:gd name="connsiteY9218" fmla="*/ 206844 h 788789"/>
                  <a:gd name="connsiteX9219" fmla="*/ 567622 w 1703319"/>
                  <a:gd name="connsiteY9219" fmla="*/ 206119 h 788789"/>
                  <a:gd name="connsiteX9220" fmla="*/ 567259 w 1703319"/>
                  <a:gd name="connsiteY9220" fmla="*/ 205757 h 788789"/>
                  <a:gd name="connsiteX9221" fmla="*/ 566897 w 1703319"/>
                  <a:gd name="connsiteY9221" fmla="*/ 206119 h 788789"/>
                  <a:gd name="connsiteX9222" fmla="*/ 566534 w 1703319"/>
                  <a:gd name="connsiteY9222" fmla="*/ 206482 h 788789"/>
                  <a:gd name="connsiteX9223" fmla="*/ 565809 w 1703319"/>
                  <a:gd name="connsiteY9223" fmla="*/ 206844 h 788789"/>
                  <a:gd name="connsiteX9224" fmla="*/ 565447 w 1703319"/>
                  <a:gd name="connsiteY9224" fmla="*/ 206482 h 788789"/>
                  <a:gd name="connsiteX9225" fmla="*/ 565084 w 1703319"/>
                  <a:gd name="connsiteY9225" fmla="*/ 206119 h 788789"/>
                  <a:gd name="connsiteX9226" fmla="*/ 565084 w 1703319"/>
                  <a:gd name="connsiteY9226" fmla="*/ 205757 h 788789"/>
                  <a:gd name="connsiteX9227" fmla="*/ 565447 w 1703319"/>
                  <a:gd name="connsiteY9227" fmla="*/ 205395 h 788789"/>
                  <a:gd name="connsiteX9228" fmla="*/ 565447 w 1703319"/>
                  <a:gd name="connsiteY9228" fmla="*/ 205033 h 788789"/>
                  <a:gd name="connsiteX9229" fmla="*/ 564721 w 1703319"/>
                  <a:gd name="connsiteY9229" fmla="*/ 204308 h 788789"/>
                  <a:gd name="connsiteX9230" fmla="*/ 564359 w 1703319"/>
                  <a:gd name="connsiteY9230" fmla="*/ 203946 h 788789"/>
                  <a:gd name="connsiteX9231" fmla="*/ 563634 w 1703319"/>
                  <a:gd name="connsiteY9231" fmla="*/ 203946 h 788789"/>
                  <a:gd name="connsiteX9232" fmla="*/ 563271 w 1703319"/>
                  <a:gd name="connsiteY9232" fmla="*/ 203946 h 788789"/>
                  <a:gd name="connsiteX9233" fmla="*/ 563271 w 1703319"/>
                  <a:gd name="connsiteY9233" fmla="*/ 203221 h 788789"/>
                  <a:gd name="connsiteX9234" fmla="*/ 563634 w 1703319"/>
                  <a:gd name="connsiteY9234" fmla="*/ 202859 h 788789"/>
                  <a:gd name="connsiteX9235" fmla="*/ 563271 w 1703319"/>
                  <a:gd name="connsiteY9235" fmla="*/ 202497 h 788789"/>
                  <a:gd name="connsiteX9236" fmla="*/ 562909 w 1703319"/>
                  <a:gd name="connsiteY9236" fmla="*/ 202135 h 788789"/>
                  <a:gd name="connsiteX9237" fmla="*/ 562909 w 1703319"/>
                  <a:gd name="connsiteY9237" fmla="*/ 201772 h 788789"/>
                  <a:gd name="connsiteX9238" fmla="*/ 563271 w 1703319"/>
                  <a:gd name="connsiteY9238" fmla="*/ 201772 h 788789"/>
                  <a:gd name="connsiteX9239" fmla="*/ 563634 w 1703319"/>
                  <a:gd name="connsiteY9239" fmla="*/ 201410 h 788789"/>
                  <a:gd name="connsiteX9240" fmla="*/ 563634 w 1703319"/>
                  <a:gd name="connsiteY9240" fmla="*/ 201048 h 788789"/>
                  <a:gd name="connsiteX9241" fmla="*/ 562909 w 1703319"/>
                  <a:gd name="connsiteY9241" fmla="*/ 200686 h 788789"/>
                  <a:gd name="connsiteX9242" fmla="*/ 562546 w 1703319"/>
                  <a:gd name="connsiteY9242" fmla="*/ 200323 h 788789"/>
                  <a:gd name="connsiteX9243" fmla="*/ 562546 w 1703319"/>
                  <a:gd name="connsiteY9243" fmla="*/ 199961 h 788789"/>
                  <a:gd name="connsiteX9244" fmla="*/ 561459 w 1703319"/>
                  <a:gd name="connsiteY9244" fmla="*/ 200686 h 788789"/>
                  <a:gd name="connsiteX9245" fmla="*/ 561096 w 1703319"/>
                  <a:gd name="connsiteY9245" fmla="*/ 200686 h 788789"/>
                  <a:gd name="connsiteX9246" fmla="*/ 560371 w 1703319"/>
                  <a:gd name="connsiteY9246" fmla="*/ 200323 h 788789"/>
                  <a:gd name="connsiteX9247" fmla="*/ 560009 w 1703319"/>
                  <a:gd name="connsiteY9247" fmla="*/ 199961 h 788789"/>
                  <a:gd name="connsiteX9248" fmla="*/ 560009 w 1703319"/>
                  <a:gd name="connsiteY9248" fmla="*/ 199599 h 788789"/>
                  <a:gd name="connsiteX9249" fmla="*/ 560009 w 1703319"/>
                  <a:gd name="connsiteY9249" fmla="*/ 198874 h 788789"/>
                  <a:gd name="connsiteX9250" fmla="*/ 560009 w 1703319"/>
                  <a:gd name="connsiteY9250" fmla="*/ 198512 h 788789"/>
                  <a:gd name="connsiteX9251" fmla="*/ 559646 w 1703319"/>
                  <a:gd name="connsiteY9251" fmla="*/ 198512 h 788789"/>
                  <a:gd name="connsiteX9252" fmla="*/ 559284 w 1703319"/>
                  <a:gd name="connsiteY9252" fmla="*/ 198512 h 788789"/>
                  <a:gd name="connsiteX9253" fmla="*/ 558921 w 1703319"/>
                  <a:gd name="connsiteY9253" fmla="*/ 198150 h 788789"/>
                  <a:gd name="connsiteX9254" fmla="*/ 558559 w 1703319"/>
                  <a:gd name="connsiteY9254" fmla="*/ 198150 h 788789"/>
                  <a:gd name="connsiteX9255" fmla="*/ 557834 w 1703319"/>
                  <a:gd name="connsiteY9255" fmla="*/ 198150 h 788789"/>
                  <a:gd name="connsiteX9256" fmla="*/ 557471 w 1703319"/>
                  <a:gd name="connsiteY9256" fmla="*/ 197788 h 788789"/>
                  <a:gd name="connsiteX9257" fmla="*/ 557471 w 1703319"/>
                  <a:gd name="connsiteY9257" fmla="*/ 197063 h 788789"/>
                  <a:gd name="connsiteX9258" fmla="*/ 557471 w 1703319"/>
                  <a:gd name="connsiteY9258" fmla="*/ 196338 h 788789"/>
                  <a:gd name="connsiteX9259" fmla="*/ 557834 w 1703319"/>
                  <a:gd name="connsiteY9259" fmla="*/ 195976 h 788789"/>
                  <a:gd name="connsiteX9260" fmla="*/ 558559 w 1703319"/>
                  <a:gd name="connsiteY9260" fmla="*/ 195614 h 788789"/>
                  <a:gd name="connsiteX9261" fmla="*/ 558559 w 1703319"/>
                  <a:gd name="connsiteY9261" fmla="*/ 194889 h 788789"/>
                  <a:gd name="connsiteX9262" fmla="*/ 558196 w 1703319"/>
                  <a:gd name="connsiteY9262" fmla="*/ 194527 h 788789"/>
                  <a:gd name="connsiteX9263" fmla="*/ 558196 w 1703319"/>
                  <a:gd name="connsiteY9263" fmla="*/ 194165 h 788789"/>
                  <a:gd name="connsiteX9264" fmla="*/ 558559 w 1703319"/>
                  <a:gd name="connsiteY9264" fmla="*/ 193440 h 788789"/>
                  <a:gd name="connsiteX9265" fmla="*/ 558559 w 1703319"/>
                  <a:gd name="connsiteY9265" fmla="*/ 193078 h 788789"/>
                  <a:gd name="connsiteX9266" fmla="*/ 557834 w 1703319"/>
                  <a:gd name="connsiteY9266" fmla="*/ 193078 h 788789"/>
                  <a:gd name="connsiteX9267" fmla="*/ 556384 w 1703319"/>
                  <a:gd name="connsiteY9267" fmla="*/ 193078 h 788789"/>
                  <a:gd name="connsiteX9268" fmla="*/ 554934 w 1703319"/>
                  <a:gd name="connsiteY9268" fmla="*/ 191991 h 788789"/>
                  <a:gd name="connsiteX9269" fmla="*/ 556021 w 1703319"/>
                  <a:gd name="connsiteY9269" fmla="*/ 191629 h 788789"/>
                  <a:gd name="connsiteX9270" fmla="*/ 555659 w 1703319"/>
                  <a:gd name="connsiteY9270" fmla="*/ 191629 h 788789"/>
                  <a:gd name="connsiteX9271" fmla="*/ 554571 w 1703319"/>
                  <a:gd name="connsiteY9271" fmla="*/ 191267 h 788789"/>
                  <a:gd name="connsiteX9272" fmla="*/ 553846 w 1703319"/>
                  <a:gd name="connsiteY9272" fmla="*/ 191267 h 788789"/>
                  <a:gd name="connsiteX9273" fmla="*/ 554571 w 1703319"/>
                  <a:gd name="connsiteY9273" fmla="*/ 190180 h 788789"/>
                  <a:gd name="connsiteX9274" fmla="*/ 553846 w 1703319"/>
                  <a:gd name="connsiteY9274" fmla="*/ 189818 h 788789"/>
                  <a:gd name="connsiteX9275" fmla="*/ 554209 w 1703319"/>
                  <a:gd name="connsiteY9275" fmla="*/ 189093 h 788789"/>
                  <a:gd name="connsiteX9276" fmla="*/ 554209 w 1703319"/>
                  <a:gd name="connsiteY9276" fmla="*/ 188731 h 788789"/>
                  <a:gd name="connsiteX9277" fmla="*/ 553846 w 1703319"/>
                  <a:gd name="connsiteY9277" fmla="*/ 188369 h 788789"/>
                  <a:gd name="connsiteX9278" fmla="*/ 553121 w 1703319"/>
                  <a:gd name="connsiteY9278" fmla="*/ 188369 h 788789"/>
                  <a:gd name="connsiteX9279" fmla="*/ 552033 w 1703319"/>
                  <a:gd name="connsiteY9279" fmla="*/ 188731 h 788789"/>
                  <a:gd name="connsiteX9280" fmla="*/ 551671 w 1703319"/>
                  <a:gd name="connsiteY9280" fmla="*/ 188369 h 788789"/>
                  <a:gd name="connsiteX9281" fmla="*/ 552396 w 1703319"/>
                  <a:gd name="connsiteY9281" fmla="*/ 186920 h 788789"/>
                  <a:gd name="connsiteX9282" fmla="*/ 552396 w 1703319"/>
                  <a:gd name="connsiteY9282" fmla="*/ 186558 h 788789"/>
                  <a:gd name="connsiteX9283" fmla="*/ 552396 w 1703319"/>
                  <a:gd name="connsiteY9283" fmla="*/ 186196 h 788789"/>
                  <a:gd name="connsiteX9284" fmla="*/ 553121 w 1703319"/>
                  <a:gd name="connsiteY9284" fmla="*/ 186196 h 788789"/>
                  <a:gd name="connsiteX9285" fmla="*/ 553483 w 1703319"/>
                  <a:gd name="connsiteY9285" fmla="*/ 186196 h 788789"/>
                  <a:gd name="connsiteX9286" fmla="*/ 553846 w 1703319"/>
                  <a:gd name="connsiteY9286" fmla="*/ 185833 h 788789"/>
                  <a:gd name="connsiteX9287" fmla="*/ 554209 w 1703319"/>
                  <a:gd name="connsiteY9287" fmla="*/ 185109 h 788789"/>
                  <a:gd name="connsiteX9288" fmla="*/ 554934 w 1703319"/>
                  <a:gd name="connsiteY9288" fmla="*/ 184747 h 788789"/>
                  <a:gd name="connsiteX9289" fmla="*/ 556021 w 1703319"/>
                  <a:gd name="connsiteY9289" fmla="*/ 184747 h 788789"/>
                  <a:gd name="connsiteX9290" fmla="*/ 556384 w 1703319"/>
                  <a:gd name="connsiteY9290" fmla="*/ 184747 h 788789"/>
                  <a:gd name="connsiteX9291" fmla="*/ 556384 w 1703319"/>
                  <a:gd name="connsiteY9291" fmla="*/ 183660 h 788789"/>
                  <a:gd name="connsiteX9292" fmla="*/ 556746 w 1703319"/>
                  <a:gd name="connsiteY9292" fmla="*/ 183298 h 788789"/>
                  <a:gd name="connsiteX9293" fmla="*/ 557109 w 1703319"/>
                  <a:gd name="connsiteY9293" fmla="*/ 182935 h 788789"/>
                  <a:gd name="connsiteX9294" fmla="*/ 558196 w 1703319"/>
                  <a:gd name="connsiteY9294" fmla="*/ 183298 h 788789"/>
                  <a:gd name="connsiteX9295" fmla="*/ 558921 w 1703319"/>
                  <a:gd name="connsiteY9295" fmla="*/ 183298 h 788789"/>
                  <a:gd name="connsiteX9296" fmla="*/ 559646 w 1703319"/>
                  <a:gd name="connsiteY9296" fmla="*/ 183298 h 788789"/>
                  <a:gd name="connsiteX9297" fmla="*/ 559646 w 1703319"/>
                  <a:gd name="connsiteY9297" fmla="*/ 182935 h 788789"/>
                  <a:gd name="connsiteX9298" fmla="*/ 558559 w 1703319"/>
                  <a:gd name="connsiteY9298" fmla="*/ 182211 h 788789"/>
                  <a:gd name="connsiteX9299" fmla="*/ 558196 w 1703319"/>
                  <a:gd name="connsiteY9299" fmla="*/ 181486 h 788789"/>
                  <a:gd name="connsiteX9300" fmla="*/ 558559 w 1703319"/>
                  <a:gd name="connsiteY9300" fmla="*/ 180400 h 788789"/>
                  <a:gd name="connsiteX9301" fmla="*/ 557834 w 1703319"/>
                  <a:gd name="connsiteY9301" fmla="*/ 179675 h 788789"/>
                  <a:gd name="connsiteX9302" fmla="*/ 557471 w 1703319"/>
                  <a:gd name="connsiteY9302" fmla="*/ 179313 h 788789"/>
                  <a:gd name="connsiteX9303" fmla="*/ 556384 w 1703319"/>
                  <a:gd name="connsiteY9303" fmla="*/ 179313 h 788789"/>
                  <a:gd name="connsiteX9304" fmla="*/ 555296 w 1703319"/>
                  <a:gd name="connsiteY9304" fmla="*/ 178951 h 788789"/>
                  <a:gd name="connsiteX9305" fmla="*/ 554571 w 1703319"/>
                  <a:gd name="connsiteY9305" fmla="*/ 177502 h 788789"/>
                  <a:gd name="connsiteX9306" fmla="*/ 554209 w 1703319"/>
                  <a:gd name="connsiteY9306" fmla="*/ 176777 h 788789"/>
                  <a:gd name="connsiteX9307" fmla="*/ 554209 w 1703319"/>
                  <a:gd name="connsiteY9307" fmla="*/ 177864 h 788789"/>
                  <a:gd name="connsiteX9308" fmla="*/ 554209 w 1703319"/>
                  <a:gd name="connsiteY9308" fmla="*/ 179313 h 788789"/>
                  <a:gd name="connsiteX9309" fmla="*/ 553846 w 1703319"/>
                  <a:gd name="connsiteY9309" fmla="*/ 180037 h 788789"/>
                  <a:gd name="connsiteX9310" fmla="*/ 552758 w 1703319"/>
                  <a:gd name="connsiteY9310" fmla="*/ 179675 h 788789"/>
                  <a:gd name="connsiteX9311" fmla="*/ 552396 w 1703319"/>
                  <a:gd name="connsiteY9311" fmla="*/ 180037 h 788789"/>
                  <a:gd name="connsiteX9312" fmla="*/ 551671 w 1703319"/>
                  <a:gd name="connsiteY9312" fmla="*/ 180400 h 788789"/>
                  <a:gd name="connsiteX9313" fmla="*/ 551671 w 1703319"/>
                  <a:gd name="connsiteY9313" fmla="*/ 181124 h 788789"/>
                  <a:gd name="connsiteX9314" fmla="*/ 551308 w 1703319"/>
                  <a:gd name="connsiteY9314" fmla="*/ 181486 h 788789"/>
                  <a:gd name="connsiteX9315" fmla="*/ 550583 w 1703319"/>
                  <a:gd name="connsiteY9315" fmla="*/ 181849 h 788789"/>
                  <a:gd name="connsiteX9316" fmla="*/ 550221 w 1703319"/>
                  <a:gd name="connsiteY9316" fmla="*/ 182573 h 788789"/>
                  <a:gd name="connsiteX9317" fmla="*/ 550221 w 1703319"/>
                  <a:gd name="connsiteY9317" fmla="*/ 182935 h 788789"/>
                  <a:gd name="connsiteX9318" fmla="*/ 549858 w 1703319"/>
                  <a:gd name="connsiteY9318" fmla="*/ 183660 h 788789"/>
                  <a:gd name="connsiteX9319" fmla="*/ 549133 w 1703319"/>
                  <a:gd name="connsiteY9319" fmla="*/ 184022 h 788789"/>
                  <a:gd name="connsiteX9320" fmla="*/ 548408 w 1703319"/>
                  <a:gd name="connsiteY9320" fmla="*/ 182935 h 788789"/>
                  <a:gd name="connsiteX9321" fmla="*/ 548408 w 1703319"/>
                  <a:gd name="connsiteY9321" fmla="*/ 182211 h 788789"/>
                  <a:gd name="connsiteX9322" fmla="*/ 548408 w 1703319"/>
                  <a:gd name="connsiteY9322" fmla="*/ 181849 h 788789"/>
                  <a:gd name="connsiteX9323" fmla="*/ 548408 w 1703319"/>
                  <a:gd name="connsiteY9323" fmla="*/ 181124 h 788789"/>
                  <a:gd name="connsiteX9324" fmla="*/ 548771 w 1703319"/>
                  <a:gd name="connsiteY9324" fmla="*/ 180762 h 788789"/>
                  <a:gd name="connsiteX9325" fmla="*/ 549133 w 1703319"/>
                  <a:gd name="connsiteY9325" fmla="*/ 180400 h 788789"/>
                  <a:gd name="connsiteX9326" fmla="*/ 549858 w 1703319"/>
                  <a:gd name="connsiteY9326" fmla="*/ 180037 h 788789"/>
                  <a:gd name="connsiteX9327" fmla="*/ 550583 w 1703319"/>
                  <a:gd name="connsiteY9327" fmla="*/ 179675 h 788789"/>
                  <a:gd name="connsiteX9328" fmla="*/ 551308 w 1703319"/>
                  <a:gd name="connsiteY9328" fmla="*/ 179675 h 788789"/>
                  <a:gd name="connsiteX9329" fmla="*/ 551671 w 1703319"/>
                  <a:gd name="connsiteY9329" fmla="*/ 179313 h 788789"/>
                  <a:gd name="connsiteX9330" fmla="*/ 551308 w 1703319"/>
                  <a:gd name="connsiteY9330" fmla="*/ 178588 h 788789"/>
                  <a:gd name="connsiteX9331" fmla="*/ 549496 w 1703319"/>
                  <a:gd name="connsiteY9331" fmla="*/ 178588 h 788789"/>
                  <a:gd name="connsiteX9332" fmla="*/ 548771 w 1703319"/>
                  <a:gd name="connsiteY9332" fmla="*/ 179313 h 788789"/>
                  <a:gd name="connsiteX9333" fmla="*/ 548408 w 1703319"/>
                  <a:gd name="connsiteY9333" fmla="*/ 179313 h 788789"/>
                  <a:gd name="connsiteX9334" fmla="*/ 548046 w 1703319"/>
                  <a:gd name="connsiteY9334" fmla="*/ 178951 h 788789"/>
                  <a:gd name="connsiteX9335" fmla="*/ 548408 w 1703319"/>
                  <a:gd name="connsiteY9335" fmla="*/ 175690 h 788789"/>
                  <a:gd name="connsiteX9336" fmla="*/ 548408 w 1703319"/>
                  <a:gd name="connsiteY9336" fmla="*/ 174966 h 788789"/>
                  <a:gd name="connsiteX9337" fmla="*/ 548771 w 1703319"/>
                  <a:gd name="connsiteY9337" fmla="*/ 174604 h 788789"/>
                  <a:gd name="connsiteX9338" fmla="*/ 549496 w 1703319"/>
                  <a:gd name="connsiteY9338" fmla="*/ 173879 h 788789"/>
                  <a:gd name="connsiteX9339" fmla="*/ 549858 w 1703319"/>
                  <a:gd name="connsiteY9339" fmla="*/ 173517 h 788789"/>
                  <a:gd name="connsiteX9340" fmla="*/ 550221 w 1703319"/>
                  <a:gd name="connsiteY9340" fmla="*/ 173155 h 788789"/>
                  <a:gd name="connsiteX9341" fmla="*/ 550946 w 1703319"/>
                  <a:gd name="connsiteY9341" fmla="*/ 172792 h 788789"/>
                  <a:gd name="connsiteX9342" fmla="*/ 551308 w 1703319"/>
                  <a:gd name="connsiteY9342" fmla="*/ 172792 h 788789"/>
                  <a:gd name="connsiteX9343" fmla="*/ 552396 w 1703319"/>
                  <a:gd name="connsiteY9343" fmla="*/ 172792 h 788789"/>
                  <a:gd name="connsiteX9344" fmla="*/ 552758 w 1703319"/>
                  <a:gd name="connsiteY9344" fmla="*/ 173155 h 788789"/>
                  <a:gd name="connsiteX9345" fmla="*/ 553121 w 1703319"/>
                  <a:gd name="connsiteY9345" fmla="*/ 173155 h 788789"/>
                  <a:gd name="connsiteX9346" fmla="*/ 553483 w 1703319"/>
                  <a:gd name="connsiteY9346" fmla="*/ 172792 h 788789"/>
                  <a:gd name="connsiteX9347" fmla="*/ 553483 w 1703319"/>
                  <a:gd name="connsiteY9347" fmla="*/ 172430 h 788789"/>
                  <a:gd name="connsiteX9348" fmla="*/ 552033 w 1703319"/>
                  <a:gd name="connsiteY9348" fmla="*/ 172430 h 788789"/>
                  <a:gd name="connsiteX9349" fmla="*/ 551308 w 1703319"/>
                  <a:gd name="connsiteY9349" fmla="*/ 172068 h 788789"/>
                  <a:gd name="connsiteX9350" fmla="*/ 550583 w 1703319"/>
                  <a:gd name="connsiteY9350" fmla="*/ 172430 h 788789"/>
                  <a:gd name="connsiteX9351" fmla="*/ 549133 w 1703319"/>
                  <a:gd name="connsiteY9351" fmla="*/ 173517 h 788789"/>
                  <a:gd name="connsiteX9352" fmla="*/ 548408 w 1703319"/>
                  <a:gd name="connsiteY9352" fmla="*/ 173879 h 788789"/>
                  <a:gd name="connsiteX9353" fmla="*/ 548046 w 1703319"/>
                  <a:gd name="connsiteY9353" fmla="*/ 174604 h 788789"/>
                  <a:gd name="connsiteX9354" fmla="*/ 546958 w 1703319"/>
                  <a:gd name="connsiteY9354" fmla="*/ 174604 h 788789"/>
                  <a:gd name="connsiteX9355" fmla="*/ 546596 w 1703319"/>
                  <a:gd name="connsiteY9355" fmla="*/ 174241 h 788789"/>
                  <a:gd name="connsiteX9356" fmla="*/ 545871 w 1703319"/>
                  <a:gd name="connsiteY9356" fmla="*/ 173879 h 788789"/>
                  <a:gd name="connsiteX9357" fmla="*/ 545146 w 1703319"/>
                  <a:gd name="connsiteY9357" fmla="*/ 173517 h 788789"/>
                  <a:gd name="connsiteX9358" fmla="*/ 544421 w 1703319"/>
                  <a:gd name="connsiteY9358" fmla="*/ 173155 h 788789"/>
                  <a:gd name="connsiteX9359" fmla="*/ 544421 w 1703319"/>
                  <a:gd name="connsiteY9359" fmla="*/ 172430 h 788789"/>
                  <a:gd name="connsiteX9360" fmla="*/ 544421 w 1703319"/>
                  <a:gd name="connsiteY9360" fmla="*/ 172068 h 788789"/>
                  <a:gd name="connsiteX9361" fmla="*/ 545146 w 1703319"/>
                  <a:gd name="connsiteY9361" fmla="*/ 171343 h 788789"/>
                  <a:gd name="connsiteX9362" fmla="*/ 546233 w 1703319"/>
                  <a:gd name="connsiteY9362" fmla="*/ 171343 h 788789"/>
                  <a:gd name="connsiteX9363" fmla="*/ 546958 w 1703319"/>
                  <a:gd name="connsiteY9363" fmla="*/ 171343 h 788789"/>
                  <a:gd name="connsiteX9364" fmla="*/ 547683 w 1703319"/>
                  <a:gd name="connsiteY9364" fmla="*/ 170981 h 788789"/>
                  <a:gd name="connsiteX9365" fmla="*/ 548771 w 1703319"/>
                  <a:gd name="connsiteY9365" fmla="*/ 170619 h 788789"/>
                  <a:gd name="connsiteX9366" fmla="*/ 549133 w 1703319"/>
                  <a:gd name="connsiteY9366" fmla="*/ 170257 h 788789"/>
                  <a:gd name="connsiteX9367" fmla="*/ 548771 w 1703319"/>
                  <a:gd name="connsiteY9367" fmla="*/ 170257 h 788789"/>
                  <a:gd name="connsiteX9368" fmla="*/ 546958 w 1703319"/>
                  <a:gd name="connsiteY9368" fmla="*/ 170257 h 788789"/>
                  <a:gd name="connsiteX9369" fmla="*/ 546233 w 1703319"/>
                  <a:gd name="connsiteY9369" fmla="*/ 170619 h 788789"/>
                  <a:gd name="connsiteX9370" fmla="*/ 544421 w 1703319"/>
                  <a:gd name="connsiteY9370" fmla="*/ 170981 h 788789"/>
                  <a:gd name="connsiteX9371" fmla="*/ 544058 w 1703319"/>
                  <a:gd name="connsiteY9371" fmla="*/ 170981 h 788789"/>
                  <a:gd name="connsiteX9372" fmla="*/ 543696 w 1703319"/>
                  <a:gd name="connsiteY9372" fmla="*/ 170619 h 788789"/>
                  <a:gd name="connsiteX9373" fmla="*/ 543696 w 1703319"/>
                  <a:gd name="connsiteY9373" fmla="*/ 169894 h 788789"/>
                  <a:gd name="connsiteX9374" fmla="*/ 543696 w 1703319"/>
                  <a:gd name="connsiteY9374" fmla="*/ 169532 h 788789"/>
                  <a:gd name="connsiteX9375" fmla="*/ 544421 w 1703319"/>
                  <a:gd name="connsiteY9375" fmla="*/ 168808 h 788789"/>
                  <a:gd name="connsiteX9376" fmla="*/ 545508 w 1703319"/>
                  <a:gd name="connsiteY9376" fmla="*/ 168445 h 788789"/>
                  <a:gd name="connsiteX9377" fmla="*/ 546596 w 1703319"/>
                  <a:gd name="connsiteY9377" fmla="*/ 167721 h 788789"/>
                  <a:gd name="connsiteX9378" fmla="*/ 547683 w 1703319"/>
                  <a:gd name="connsiteY9378" fmla="*/ 166634 h 788789"/>
                  <a:gd name="connsiteX9379" fmla="*/ 548408 w 1703319"/>
                  <a:gd name="connsiteY9379" fmla="*/ 165910 h 788789"/>
                  <a:gd name="connsiteX9380" fmla="*/ 549858 w 1703319"/>
                  <a:gd name="connsiteY9380" fmla="*/ 165185 h 788789"/>
                  <a:gd name="connsiteX9381" fmla="*/ 552396 w 1703319"/>
                  <a:gd name="connsiteY9381" fmla="*/ 164098 h 788789"/>
                  <a:gd name="connsiteX9382" fmla="*/ 553121 w 1703319"/>
                  <a:gd name="connsiteY9382" fmla="*/ 163736 h 788789"/>
                  <a:gd name="connsiteX9383" fmla="*/ 553846 w 1703319"/>
                  <a:gd name="connsiteY9383" fmla="*/ 163736 h 788789"/>
                  <a:gd name="connsiteX9384" fmla="*/ 554934 w 1703319"/>
                  <a:gd name="connsiteY9384" fmla="*/ 163374 h 788789"/>
                  <a:gd name="connsiteX9385" fmla="*/ 555296 w 1703319"/>
                  <a:gd name="connsiteY9385" fmla="*/ 163012 h 788789"/>
                  <a:gd name="connsiteX9386" fmla="*/ 554934 w 1703319"/>
                  <a:gd name="connsiteY9386" fmla="*/ 162649 h 788789"/>
                  <a:gd name="connsiteX9387" fmla="*/ 552758 w 1703319"/>
                  <a:gd name="connsiteY9387" fmla="*/ 163374 h 788789"/>
                  <a:gd name="connsiteX9388" fmla="*/ 551671 w 1703319"/>
                  <a:gd name="connsiteY9388" fmla="*/ 163736 h 788789"/>
                  <a:gd name="connsiteX9389" fmla="*/ 550946 w 1703319"/>
                  <a:gd name="connsiteY9389" fmla="*/ 164098 h 788789"/>
                  <a:gd name="connsiteX9390" fmla="*/ 549496 w 1703319"/>
                  <a:gd name="connsiteY9390" fmla="*/ 164823 h 788789"/>
                  <a:gd name="connsiteX9391" fmla="*/ 547683 w 1703319"/>
                  <a:gd name="connsiteY9391" fmla="*/ 166272 h 788789"/>
                  <a:gd name="connsiteX9392" fmla="*/ 546958 w 1703319"/>
                  <a:gd name="connsiteY9392" fmla="*/ 166634 h 788789"/>
                  <a:gd name="connsiteX9393" fmla="*/ 545508 w 1703319"/>
                  <a:gd name="connsiteY9393" fmla="*/ 168083 h 788789"/>
                  <a:gd name="connsiteX9394" fmla="*/ 543333 w 1703319"/>
                  <a:gd name="connsiteY9394" fmla="*/ 168808 h 788789"/>
                  <a:gd name="connsiteX9395" fmla="*/ 542608 w 1703319"/>
                  <a:gd name="connsiteY9395" fmla="*/ 168808 h 788789"/>
                  <a:gd name="connsiteX9396" fmla="*/ 542245 w 1703319"/>
                  <a:gd name="connsiteY9396" fmla="*/ 168445 h 788789"/>
                  <a:gd name="connsiteX9397" fmla="*/ 541883 w 1703319"/>
                  <a:gd name="connsiteY9397" fmla="*/ 168083 h 788789"/>
                  <a:gd name="connsiteX9398" fmla="*/ 541883 w 1703319"/>
                  <a:gd name="connsiteY9398" fmla="*/ 166996 h 788789"/>
                  <a:gd name="connsiteX9399" fmla="*/ 542608 w 1703319"/>
                  <a:gd name="connsiteY9399" fmla="*/ 165910 h 788789"/>
                  <a:gd name="connsiteX9400" fmla="*/ 543333 w 1703319"/>
                  <a:gd name="connsiteY9400" fmla="*/ 165185 h 788789"/>
                  <a:gd name="connsiteX9401" fmla="*/ 544058 w 1703319"/>
                  <a:gd name="connsiteY9401" fmla="*/ 165185 h 788789"/>
                  <a:gd name="connsiteX9402" fmla="*/ 544783 w 1703319"/>
                  <a:gd name="connsiteY9402" fmla="*/ 164823 h 788789"/>
                  <a:gd name="connsiteX9403" fmla="*/ 545871 w 1703319"/>
                  <a:gd name="connsiteY9403" fmla="*/ 164823 h 788789"/>
                  <a:gd name="connsiteX9404" fmla="*/ 547321 w 1703319"/>
                  <a:gd name="connsiteY9404" fmla="*/ 163736 h 788789"/>
                  <a:gd name="connsiteX9405" fmla="*/ 547321 w 1703319"/>
                  <a:gd name="connsiteY9405" fmla="*/ 163012 h 788789"/>
                  <a:gd name="connsiteX9406" fmla="*/ 546233 w 1703319"/>
                  <a:gd name="connsiteY9406" fmla="*/ 162649 h 788789"/>
                  <a:gd name="connsiteX9407" fmla="*/ 544058 w 1703319"/>
                  <a:gd name="connsiteY9407" fmla="*/ 163012 h 788789"/>
                  <a:gd name="connsiteX9408" fmla="*/ 543333 w 1703319"/>
                  <a:gd name="connsiteY9408" fmla="*/ 163012 h 788789"/>
                  <a:gd name="connsiteX9409" fmla="*/ 542245 w 1703319"/>
                  <a:gd name="connsiteY9409" fmla="*/ 162649 h 788789"/>
                  <a:gd name="connsiteX9410" fmla="*/ 541520 w 1703319"/>
                  <a:gd name="connsiteY9410" fmla="*/ 162287 h 788789"/>
                  <a:gd name="connsiteX9411" fmla="*/ 541158 w 1703319"/>
                  <a:gd name="connsiteY9411" fmla="*/ 161563 h 788789"/>
                  <a:gd name="connsiteX9412" fmla="*/ 541520 w 1703319"/>
                  <a:gd name="connsiteY9412" fmla="*/ 160838 h 788789"/>
                  <a:gd name="connsiteX9413" fmla="*/ 542245 w 1703319"/>
                  <a:gd name="connsiteY9413" fmla="*/ 160476 h 788789"/>
                  <a:gd name="connsiteX9414" fmla="*/ 543696 w 1703319"/>
                  <a:gd name="connsiteY9414" fmla="*/ 160476 h 788789"/>
                  <a:gd name="connsiteX9415" fmla="*/ 544421 w 1703319"/>
                  <a:gd name="connsiteY9415" fmla="*/ 160476 h 788789"/>
                  <a:gd name="connsiteX9416" fmla="*/ 545508 w 1703319"/>
                  <a:gd name="connsiteY9416" fmla="*/ 160476 h 788789"/>
                  <a:gd name="connsiteX9417" fmla="*/ 546233 w 1703319"/>
                  <a:gd name="connsiteY9417" fmla="*/ 160476 h 788789"/>
                  <a:gd name="connsiteX9418" fmla="*/ 546596 w 1703319"/>
                  <a:gd name="connsiteY9418" fmla="*/ 160114 h 788789"/>
                  <a:gd name="connsiteX9419" fmla="*/ 547321 w 1703319"/>
                  <a:gd name="connsiteY9419" fmla="*/ 160114 h 788789"/>
                  <a:gd name="connsiteX9420" fmla="*/ 548046 w 1703319"/>
                  <a:gd name="connsiteY9420" fmla="*/ 159751 h 788789"/>
                  <a:gd name="connsiteX9421" fmla="*/ 549133 w 1703319"/>
                  <a:gd name="connsiteY9421" fmla="*/ 160114 h 788789"/>
                  <a:gd name="connsiteX9422" fmla="*/ 549858 w 1703319"/>
                  <a:gd name="connsiteY9422" fmla="*/ 160114 h 788789"/>
                  <a:gd name="connsiteX9423" fmla="*/ 551308 w 1703319"/>
                  <a:gd name="connsiteY9423" fmla="*/ 160114 h 788789"/>
                  <a:gd name="connsiteX9424" fmla="*/ 551308 w 1703319"/>
                  <a:gd name="connsiteY9424" fmla="*/ 160838 h 788789"/>
                  <a:gd name="connsiteX9425" fmla="*/ 552758 w 1703319"/>
                  <a:gd name="connsiteY9425" fmla="*/ 161563 h 788789"/>
                  <a:gd name="connsiteX9426" fmla="*/ 552758 w 1703319"/>
                  <a:gd name="connsiteY9426" fmla="*/ 161925 h 788789"/>
                  <a:gd name="connsiteX9427" fmla="*/ 553483 w 1703319"/>
                  <a:gd name="connsiteY9427" fmla="*/ 161563 h 788789"/>
                  <a:gd name="connsiteX9428" fmla="*/ 553846 w 1703319"/>
                  <a:gd name="connsiteY9428" fmla="*/ 161563 h 788789"/>
                  <a:gd name="connsiteX9429" fmla="*/ 554209 w 1703319"/>
                  <a:gd name="connsiteY9429" fmla="*/ 161563 h 788789"/>
                  <a:gd name="connsiteX9430" fmla="*/ 554571 w 1703319"/>
                  <a:gd name="connsiteY9430" fmla="*/ 161563 h 788789"/>
                  <a:gd name="connsiteX9431" fmla="*/ 556021 w 1703319"/>
                  <a:gd name="connsiteY9431" fmla="*/ 161200 h 788789"/>
                  <a:gd name="connsiteX9432" fmla="*/ 556384 w 1703319"/>
                  <a:gd name="connsiteY9432" fmla="*/ 161200 h 788789"/>
                  <a:gd name="connsiteX9433" fmla="*/ 556384 w 1703319"/>
                  <a:gd name="connsiteY9433" fmla="*/ 160476 h 788789"/>
                  <a:gd name="connsiteX9434" fmla="*/ 554934 w 1703319"/>
                  <a:gd name="connsiteY9434" fmla="*/ 160838 h 788789"/>
                  <a:gd name="connsiteX9435" fmla="*/ 553846 w 1703319"/>
                  <a:gd name="connsiteY9435" fmla="*/ 160838 h 788789"/>
                  <a:gd name="connsiteX9436" fmla="*/ 552758 w 1703319"/>
                  <a:gd name="connsiteY9436" fmla="*/ 160838 h 788789"/>
                  <a:gd name="connsiteX9437" fmla="*/ 552396 w 1703319"/>
                  <a:gd name="connsiteY9437" fmla="*/ 160838 h 788789"/>
                  <a:gd name="connsiteX9438" fmla="*/ 551671 w 1703319"/>
                  <a:gd name="connsiteY9438" fmla="*/ 160838 h 788789"/>
                  <a:gd name="connsiteX9439" fmla="*/ 551671 w 1703319"/>
                  <a:gd name="connsiteY9439" fmla="*/ 160476 h 788789"/>
                  <a:gd name="connsiteX9440" fmla="*/ 552033 w 1703319"/>
                  <a:gd name="connsiteY9440" fmla="*/ 160114 h 788789"/>
                  <a:gd name="connsiteX9441" fmla="*/ 551671 w 1703319"/>
                  <a:gd name="connsiteY9441" fmla="*/ 159751 h 788789"/>
                  <a:gd name="connsiteX9442" fmla="*/ 551308 w 1703319"/>
                  <a:gd name="connsiteY9442" fmla="*/ 159751 h 788789"/>
                  <a:gd name="connsiteX9443" fmla="*/ 550583 w 1703319"/>
                  <a:gd name="connsiteY9443" fmla="*/ 159389 h 788789"/>
                  <a:gd name="connsiteX9444" fmla="*/ 549496 w 1703319"/>
                  <a:gd name="connsiteY9444" fmla="*/ 159751 h 788789"/>
                  <a:gd name="connsiteX9445" fmla="*/ 549133 w 1703319"/>
                  <a:gd name="connsiteY9445" fmla="*/ 159751 h 788789"/>
                  <a:gd name="connsiteX9446" fmla="*/ 548771 w 1703319"/>
                  <a:gd name="connsiteY9446" fmla="*/ 159389 h 788789"/>
                  <a:gd name="connsiteX9447" fmla="*/ 548046 w 1703319"/>
                  <a:gd name="connsiteY9447" fmla="*/ 159389 h 788789"/>
                  <a:gd name="connsiteX9448" fmla="*/ 546233 w 1703319"/>
                  <a:gd name="connsiteY9448" fmla="*/ 159751 h 788789"/>
                  <a:gd name="connsiteX9449" fmla="*/ 545508 w 1703319"/>
                  <a:gd name="connsiteY9449" fmla="*/ 159751 h 788789"/>
                  <a:gd name="connsiteX9450" fmla="*/ 545146 w 1703319"/>
                  <a:gd name="connsiteY9450" fmla="*/ 159751 h 788789"/>
                  <a:gd name="connsiteX9451" fmla="*/ 544058 w 1703319"/>
                  <a:gd name="connsiteY9451" fmla="*/ 159751 h 788789"/>
                  <a:gd name="connsiteX9452" fmla="*/ 543333 w 1703319"/>
                  <a:gd name="connsiteY9452" fmla="*/ 159751 h 788789"/>
                  <a:gd name="connsiteX9453" fmla="*/ 542608 w 1703319"/>
                  <a:gd name="connsiteY9453" fmla="*/ 160114 h 788789"/>
                  <a:gd name="connsiteX9454" fmla="*/ 541158 w 1703319"/>
                  <a:gd name="connsiteY9454" fmla="*/ 160114 h 788789"/>
                  <a:gd name="connsiteX9455" fmla="*/ 540433 w 1703319"/>
                  <a:gd name="connsiteY9455" fmla="*/ 160114 h 788789"/>
                  <a:gd name="connsiteX9456" fmla="*/ 540795 w 1703319"/>
                  <a:gd name="connsiteY9456" fmla="*/ 159389 h 788789"/>
                  <a:gd name="connsiteX9457" fmla="*/ 542523 w 1703319"/>
                  <a:gd name="connsiteY9457" fmla="*/ 158008 h 788789"/>
                  <a:gd name="connsiteX9458" fmla="*/ 539803 w 1703319"/>
                  <a:gd name="connsiteY9458" fmla="*/ 158750 h 788789"/>
                  <a:gd name="connsiteX9459" fmla="*/ 540169 w 1703319"/>
                  <a:gd name="connsiteY9459" fmla="*/ 157284 h 788789"/>
                  <a:gd name="connsiteX9460" fmla="*/ 541635 w 1703319"/>
                  <a:gd name="connsiteY9460" fmla="*/ 155819 h 788789"/>
                  <a:gd name="connsiteX9461" fmla="*/ 544199 w 1703319"/>
                  <a:gd name="connsiteY9461" fmla="*/ 155086 h 788789"/>
                  <a:gd name="connsiteX9462" fmla="*/ 545298 w 1703319"/>
                  <a:gd name="connsiteY9462" fmla="*/ 153621 h 788789"/>
                  <a:gd name="connsiteX9463" fmla="*/ 542734 w 1703319"/>
                  <a:gd name="connsiteY9463" fmla="*/ 152888 h 788789"/>
                  <a:gd name="connsiteX9464" fmla="*/ 544932 w 1703319"/>
                  <a:gd name="connsiteY9464" fmla="*/ 152156 h 788789"/>
                  <a:gd name="connsiteX9465" fmla="*/ 545665 w 1703319"/>
                  <a:gd name="connsiteY9465" fmla="*/ 151057 h 788789"/>
                  <a:gd name="connsiteX9466" fmla="*/ 544932 w 1703319"/>
                  <a:gd name="connsiteY9466" fmla="*/ 149958 h 788789"/>
                  <a:gd name="connsiteX9467" fmla="*/ 548962 w 1703319"/>
                  <a:gd name="connsiteY9467" fmla="*/ 150324 h 788789"/>
                  <a:gd name="connsiteX9468" fmla="*/ 550427 w 1703319"/>
                  <a:gd name="connsiteY9468" fmla="*/ 151057 h 788789"/>
                  <a:gd name="connsiteX9469" fmla="*/ 551160 w 1703319"/>
                  <a:gd name="connsiteY9469" fmla="*/ 152522 h 788789"/>
                  <a:gd name="connsiteX9470" fmla="*/ 550427 w 1703319"/>
                  <a:gd name="connsiteY9470" fmla="*/ 153621 h 788789"/>
                  <a:gd name="connsiteX9471" fmla="*/ 547130 w 1703319"/>
                  <a:gd name="connsiteY9471" fmla="*/ 154720 h 788789"/>
                  <a:gd name="connsiteX9472" fmla="*/ 550427 w 1703319"/>
                  <a:gd name="connsiteY9472" fmla="*/ 155086 h 788789"/>
                  <a:gd name="connsiteX9473" fmla="*/ 552626 w 1703319"/>
                  <a:gd name="connsiteY9473" fmla="*/ 155086 h 788789"/>
                  <a:gd name="connsiteX9474" fmla="*/ 552626 w 1703319"/>
                  <a:gd name="connsiteY9474" fmla="*/ 156552 h 788789"/>
                  <a:gd name="connsiteX9475" fmla="*/ 550916 w 1703319"/>
                  <a:gd name="connsiteY9475" fmla="*/ 157578 h 788789"/>
                  <a:gd name="connsiteX9476" fmla="*/ 551308 w 1703319"/>
                  <a:gd name="connsiteY9476" fmla="*/ 157578 h 788789"/>
                  <a:gd name="connsiteX9477" fmla="*/ 552033 w 1703319"/>
                  <a:gd name="connsiteY9477" fmla="*/ 157578 h 788789"/>
                  <a:gd name="connsiteX9478" fmla="*/ 552396 w 1703319"/>
                  <a:gd name="connsiteY9478" fmla="*/ 157578 h 788789"/>
                  <a:gd name="connsiteX9479" fmla="*/ 552396 w 1703319"/>
                  <a:gd name="connsiteY9479" fmla="*/ 157940 h 788789"/>
                  <a:gd name="connsiteX9480" fmla="*/ 553121 w 1703319"/>
                  <a:gd name="connsiteY9480" fmla="*/ 157940 h 788789"/>
                  <a:gd name="connsiteX9481" fmla="*/ 554209 w 1703319"/>
                  <a:gd name="connsiteY9481" fmla="*/ 158665 h 788789"/>
                  <a:gd name="connsiteX9482" fmla="*/ 554571 w 1703319"/>
                  <a:gd name="connsiteY9482" fmla="*/ 158665 h 788789"/>
                  <a:gd name="connsiteX9483" fmla="*/ 555659 w 1703319"/>
                  <a:gd name="connsiteY9483" fmla="*/ 158665 h 788789"/>
                  <a:gd name="connsiteX9484" fmla="*/ 556021 w 1703319"/>
                  <a:gd name="connsiteY9484" fmla="*/ 158665 h 788789"/>
                  <a:gd name="connsiteX9485" fmla="*/ 557109 w 1703319"/>
                  <a:gd name="connsiteY9485" fmla="*/ 158302 h 788789"/>
                  <a:gd name="connsiteX9486" fmla="*/ 556384 w 1703319"/>
                  <a:gd name="connsiteY9486" fmla="*/ 158302 h 788789"/>
                  <a:gd name="connsiteX9487" fmla="*/ 555659 w 1703319"/>
                  <a:gd name="connsiteY9487" fmla="*/ 157940 h 788789"/>
                  <a:gd name="connsiteX9488" fmla="*/ 555659 w 1703319"/>
                  <a:gd name="connsiteY9488" fmla="*/ 157578 h 788789"/>
                  <a:gd name="connsiteX9489" fmla="*/ 556021 w 1703319"/>
                  <a:gd name="connsiteY9489" fmla="*/ 157578 h 788789"/>
                  <a:gd name="connsiteX9490" fmla="*/ 557109 w 1703319"/>
                  <a:gd name="connsiteY9490" fmla="*/ 157578 h 788789"/>
                  <a:gd name="connsiteX9491" fmla="*/ 557471 w 1703319"/>
                  <a:gd name="connsiteY9491" fmla="*/ 157216 h 788789"/>
                  <a:gd name="connsiteX9492" fmla="*/ 558196 w 1703319"/>
                  <a:gd name="connsiteY9492" fmla="*/ 157216 h 788789"/>
                  <a:gd name="connsiteX9493" fmla="*/ 558196 w 1703319"/>
                  <a:gd name="connsiteY9493" fmla="*/ 156853 h 788789"/>
                  <a:gd name="connsiteX9494" fmla="*/ 557471 w 1703319"/>
                  <a:gd name="connsiteY9494" fmla="*/ 156491 h 788789"/>
                  <a:gd name="connsiteX9495" fmla="*/ 557109 w 1703319"/>
                  <a:gd name="connsiteY9495" fmla="*/ 156129 h 788789"/>
                  <a:gd name="connsiteX9496" fmla="*/ 557471 w 1703319"/>
                  <a:gd name="connsiteY9496" fmla="*/ 155767 h 788789"/>
                  <a:gd name="connsiteX9497" fmla="*/ 557471 w 1703319"/>
                  <a:gd name="connsiteY9497" fmla="*/ 155404 h 788789"/>
                  <a:gd name="connsiteX9498" fmla="*/ 557471 w 1703319"/>
                  <a:gd name="connsiteY9498" fmla="*/ 155042 h 788789"/>
                  <a:gd name="connsiteX9499" fmla="*/ 556746 w 1703319"/>
                  <a:gd name="connsiteY9499" fmla="*/ 154318 h 788789"/>
                  <a:gd name="connsiteX9500" fmla="*/ 556021 w 1703319"/>
                  <a:gd name="connsiteY9500" fmla="*/ 154680 h 788789"/>
                  <a:gd name="connsiteX9501" fmla="*/ 555659 w 1703319"/>
                  <a:gd name="connsiteY9501" fmla="*/ 154680 h 788789"/>
                  <a:gd name="connsiteX9502" fmla="*/ 555296 w 1703319"/>
                  <a:gd name="connsiteY9502" fmla="*/ 154680 h 788789"/>
                  <a:gd name="connsiteX9503" fmla="*/ 554571 w 1703319"/>
                  <a:gd name="connsiteY9503" fmla="*/ 153955 h 788789"/>
                  <a:gd name="connsiteX9504" fmla="*/ 554209 w 1703319"/>
                  <a:gd name="connsiteY9504" fmla="*/ 153593 h 788789"/>
                  <a:gd name="connsiteX9505" fmla="*/ 553846 w 1703319"/>
                  <a:gd name="connsiteY9505" fmla="*/ 152869 h 788789"/>
                  <a:gd name="connsiteX9506" fmla="*/ 553483 w 1703319"/>
                  <a:gd name="connsiteY9506" fmla="*/ 152869 h 788789"/>
                  <a:gd name="connsiteX9507" fmla="*/ 553483 w 1703319"/>
                  <a:gd name="connsiteY9507" fmla="*/ 152506 h 788789"/>
                  <a:gd name="connsiteX9508" fmla="*/ 553121 w 1703319"/>
                  <a:gd name="connsiteY9508" fmla="*/ 151782 h 788789"/>
                  <a:gd name="connsiteX9509" fmla="*/ 553483 w 1703319"/>
                  <a:gd name="connsiteY9509" fmla="*/ 151420 h 788789"/>
                  <a:gd name="connsiteX9510" fmla="*/ 553846 w 1703319"/>
                  <a:gd name="connsiteY9510" fmla="*/ 151057 h 788789"/>
                  <a:gd name="connsiteX9511" fmla="*/ 554209 w 1703319"/>
                  <a:gd name="connsiteY9511" fmla="*/ 150695 h 788789"/>
                  <a:gd name="connsiteX9512" fmla="*/ 553483 w 1703319"/>
                  <a:gd name="connsiteY9512" fmla="*/ 150333 h 788789"/>
                  <a:gd name="connsiteX9513" fmla="*/ 553121 w 1703319"/>
                  <a:gd name="connsiteY9513" fmla="*/ 149971 h 788789"/>
                  <a:gd name="connsiteX9514" fmla="*/ 553121 w 1703319"/>
                  <a:gd name="connsiteY9514" fmla="*/ 149246 h 788789"/>
                  <a:gd name="connsiteX9515" fmla="*/ 554209 w 1703319"/>
                  <a:gd name="connsiteY9515" fmla="*/ 148884 h 788789"/>
                  <a:gd name="connsiteX9516" fmla="*/ 554571 w 1703319"/>
                  <a:gd name="connsiteY9516" fmla="*/ 148522 h 788789"/>
                  <a:gd name="connsiteX9517" fmla="*/ 554209 w 1703319"/>
                  <a:gd name="connsiteY9517" fmla="*/ 147797 h 788789"/>
                  <a:gd name="connsiteX9518" fmla="*/ 553483 w 1703319"/>
                  <a:gd name="connsiteY9518" fmla="*/ 147435 h 788789"/>
                  <a:gd name="connsiteX9519" fmla="*/ 553483 w 1703319"/>
                  <a:gd name="connsiteY9519" fmla="*/ 146710 h 788789"/>
                  <a:gd name="connsiteX9520" fmla="*/ 553846 w 1703319"/>
                  <a:gd name="connsiteY9520" fmla="*/ 145986 h 788789"/>
                  <a:gd name="connsiteX9521" fmla="*/ 554209 w 1703319"/>
                  <a:gd name="connsiteY9521" fmla="*/ 145986 h 788789"/>
                  <a:gd name="connsiteX9522" fmla="*/ 554934 w 1703319"/>
                  <a:gd name="connsiteY9522" fmla="*/ 146348 h 788789"/>
                  <a:gd name="connsiteX9523" fmla="*/ 555296 w 1703319"/>
                  <a:gd name="connsiteY9523" fmla="*/ 146710 h 788789"/>
                  <a:gd name="connsiteX9524" fmla="*/ 556021 w 1703319"/>
                  <a:gd name="connsiteY9524" fmla="*/ 147073 h 788789"/>
                  <a:gd name="connsiteX9525" fmla="*/ 556746 w 1703319"/>
                  <a:gd name="connsiteY9525" fmla="*/ 147073 h 788789"/>
                  <a:gd name="connsiteX9526" fmla="*/ 557109 w 1703319"/>
                  <a:gd name="connsiteY9526" fmla="*/ 144899 h 788789"/>
                  <a:gd name="connsiteX9527" fmla="*/ 556021 w 1703319"/>
                  <a:gd name="connsiteY9527" fmla="*/ 145624 h 788789"/>
                  <a:gd name="connsiteX9528" fmla="*/ 555659 w 1703319"/>
                  <a:gd name="connsiteY9528" fmla="*/ 144537 h 788789"/>
                  <a:gd name="connsiteX9529" fmla="*/ 555296 w 1703319"/>
                  <a:gd name="connsiteY9529" fmla="*/ 143812 h 788789"/>
                  <a:gd name="connsiteX9530" fmla="*/ 554571 w 1703319"/>
                  <a:gd name="connsiteY9530" fmla="*/ 143812 h 788789"/>
                  <a:gd name="connsiteX9531" fmla="*/ 554571 w 1703319"/>
                  <a:gd name="connsiteY9531" fmla="*/ 143088 h 788789"/>
                  <a:gd name="connsiteX9532" fmla="*/ 555296 w 1703319"/>
                  <a:gd name="connsiteY9532" fmla="*/ 142363 h 788789"/>
                  <a:gd name="connsiteX9533" fmla="*/ 556021 w 1703319"/>
                  <a:gd name="connsiteY9533" fmla="*/ 142001 h 788789"/>
                  <a:gd name="connsiteX9534" fmla="*/ 556746 w 1703319"/>
                  <a:gd name="connsiteY9534" fmla="*/ 141277 h 788789"/>
                  <a:gd name="connsiteX9535" fmla="*/ 556746 w 1703319"/>
                  <a:gd name="connsiteY9535" fmla="*/ 140914 h 788789"/>
                  <a:gd name="connsiteX9536" fmla="*/ 556384 w 1703319"/>
                  <a:gd name="connsiteY9536" fmla="*/ 140190 h 788789"/>
                  <a:gd name="connsiteX9537" fmla="*/ 556746 w 1703319"/>
                  <a:gd name="connsiteY9537" fmla="*/ 139828 h 788789"/>
                  <a:gd name="connsiteX9538" fmla="*/ 557471 w 1703319"/>
                  <a:gd name="connsiteY9538" fmla="*/ 139465 h 788789"/>
                  <a:gd name="connsiteX9539" fmla="*/ 557471 w 1703319"/>
                  <a:gd name="connsiteY9539" fmla="*/ 138741 h 788789"/>
                  <a:gd name="connsiteX9540" fmla="*/ 557109 w 1703319"/>
                  <a:gd name="connsiteY9540" fmla="*/ 138379 h 788789"/>
                  <a:gd name="connsiteX9541" fmla="*/ 557471 w 1703319"/>
                  <a:gd name="connsiteY9541" fmla="*/ 138016 h 788789"/>
                  <a:gd name="connsiteX9542" fmla="*/ 557471 w 1703319"/>
                  <a:gd name="connsiteY9542" fmla="*/ 137292 h 788789"/>
                  <a:gd name="connsiteX9543" fmla="*/ 556384 w 1703319"/>
                  <a:gd name="connsiteY9543" fmla="*/ 137292 h 788789"/>
                  <a:gd name="connsiteX9544" fmla="*/ 555296 w 1703319"/>
                  <a:gd name="connsiteY9544" fmla="*/ 137654 h 788789"/>
                  <a:gd name="connsiteX9545" fmla="*/ 554209 w 1703319"/>
                  <a:gd name="connsiteY9545" fmla="*/ 137654 h 788789"/>
                  <a:gd name="connsiteX9546" fmla="*/ 553121 w 1703319"/>
                  <a:gd name="connsiteY9546" fmla="*/ 137654 h 788789"/>
                  <a:gd name="connsiteX9547" fmla="*/ 552758 w 1703319"/>
                  <a:gd name="connsiteY9547" fmla="*/ 137292 h 788789"/>
                  <a:gd name="connsiteX9548" fmla="*/ 552396 w 1703319"/>
                  <a:gd name="connsiteY9548" fmla="*/ 137292 h 788789"/>
                  <a:gd name="connsiteX9549" fmla="*/ 552033 w 1703319"/>
                  <a:gd name="connsiteY9549" fmla="*/ 137292 h 788789"/>
                  <a:gd name="connsiteX9550" fmla="*/ 551671 w 1703319"/>
                  <a:gd name="connsiteY9550" fmla="*/ 137654 h 788789"/>
                  <a:gd name="connsiteX9551" fmla="*/ 550583 w 1703319"/>
                  <a:gd name="connsiteY9551" fmla="*/ 137654 h 788789"/>
                  <a:gd name="connsiteX9552" fmla="*/ 550221 w 1703319"/>
                  <a:gd name="connsiteY9552" fmla="*/ 137292 h 788789"/>
                  <a:gd name="connsiteX9553" fmla="*/ 549133 w 1703319"/>
                  <a:gd name="connsiteY9553" fmla="*/ 137292 h 788789"/>
                  <a:gd name="connsiteX9554" fmla="*/ 548408 w 1703319"/>
                  <a:gd name="connsiteY9554" fmla="*/ 137292 h 788789"/>
                  <a:gd name="connsiteX9555" fmla="*/ 548046 w 1703319"/>
                  <a:gd name="connsiteY9555" fmla="*/ 137292 h 788789"/>
                  <a:gd name="connsiteX9556" fmla="*/ 546958 w 1703319"/>
                  <a:gd name="connsiteY9556" fmla="*/ 136930 h 788789"/>
                  <a:gd name="connsiteX9557" fmla="*/ 546233 w 1703319"/>
                  <a:gd name="connsiteY9557" fmla="*/ 136567 h 788789"/>
                  <a:gd name="connsiteX9558" fmla="*/ 545871 w 1703319"/>
                  <a:gd name="connsiteY9558" fmla="*/ 135843 h 788789"/>
                  <a:gd name="connsiteX9559" fmla="*/ 545508 w 1703319"/>
                  <a:gd name="connsiteY9559" fmla="*/ 135481 h 788789"/>
                  <a:gd name="connsiteX9560" fmla="*/ 545146 w 1703319"/>
                  <a:gd name="connsiteY9560" fmla="*/ 134756 h 788789"/>
                  <a:gd name="connsiteX9561" fmla="*/ 543333 w 1703319"/>
                  <a:gd name="connsiteY9561" fmla="*/ 134756 h 788789"/>
                  <a:gd name="connsiteX9562" fmla="*/ 542245 w 1703319"/>
                  <a:gd name="connsiteY9562" fmla="*/ 134394 h 788789"/>
                  <a:gd name="connsiteX9563" fmla="*/ 541520 w 1703319"/>
                  <a:gd name="connsiteY9563" fmla="*/ 134394 h 788789"/>
                  <a:gd name="connsiteX9564" fmla="*/ 540795 w 1703319"/>
                  <a:gd name="connsiteY9564" fmla="*/ 134394 h 788789"/>
                  <a:gd name="connsiteX9565" fmla="*/ 540070 w 1703319"/>
                  <a:gd name="connsiteY9565" fmla="*/ 134394 h 788789"/>
                  <a:gd name="connsiteX9566" fmla="*/ 539345 w 1703319"/>
                  <a:gd name="connsiteY9566" fmla="*/ 134032 h 788789"/>
                  <a:gd name="connsiteX9567" fmla="*/ 538620 w 1703319"/>
                  <a:gd name="connsiteY9567" fmla="*/ 133669 h 788789"/>
                  <a:gd name="connsiteX9568" fmla="*/ 537895 w 1703319"/>
                  <a:gd name="connsiteY9568" fmla="*/ 133307 h 788789"/>
                  <a:gd name="connsiteX9569" fmla="*/ 537533 w 1703319"/>
                  <a:gd name="connsiteY9569" fmla="*/ 132583 h 788789"/>
                  <a:gd name="connsiteX9570" fmla="*/ 537170 w 1703319"/>
                  <a:gd name="connsiteY9570" fmla="*/ 131858 h 788789"/>
                  <a:gd name="connsiteX9571" fmla="*/ 537533 w 1703319"/>
                  <a:gd name="connsiteY9571" fmla="*/ 131134 h 788789"/>
                  <a:gd name="connsiteX9572" fmla="*/ 538258 w 1703319"/>
                  <a:gd name="connsiteY9572" fmla="*/ 131134 h 788789"/>
                  <a:gd name="connsiteX9573" fmla="*/ 539345 w 1703319"/>
                  <a:gd name="connsiteY9573" fmla="*/ 131134 h 788789"/>
                  <a:gd name="connsiteX9574" fmla="*/ 541520 w 1703319"/>
                  <a:gd name="connsiteY9574" fmla="*/ 131134 h 788789"/>
                  <a:gd name="connsiteX9575" fmla="*/ 542245 w 1703319"/>
                  <a:gd name="connsiteY9575" fmla="*/ 130772 h 788789"/>
                  <a:gd name="connsiteX9576" fmla="*/ 542971 w 1703319"/>
                  <a:gd name="connsiteY9576" fmla="*/ 130772 h 788789"/>
                  <a:gd name="connsiteX9577" fmla="*/ 544421 w 1703319"/>
                  <a:gd name="connsiteY9577" fmla="*/ 131134 h 788789"/>
                  <a:gd name="connsiteX9578" fmla="*/ 545146 w 1703319"/>
                  <a:gd name="connsiteY9578" fmla="*/ 131134 h 788789"/>
                  <a:gd name="connsiteX9579" fmla="*/ 545871 w 1703319"/>
                  <a:gd name="connsiteY9579" fmla="*/ 131496 h 788789"/>
                  <a:gd name="connsiteX9580" fmla="*/ 546596 w 1703319"/>
                  <a:gd name="connsiteY9580" fmla="*/ 131858 h 788789"/>
                  <a:gd name="connsiteX9581" fmla="*/ 547683 w 1703319"/>
                  <a:gd name="connsiteY9581" fmla="*/ 132583 h 788789"/>
                  <a:gd name="connsiteX9582" fmla="*/ 549133 w 1703319"/>
                  <a:gd name="connsiteY9582" fmla="*/ 133307 h 788789"/>
                  <a:gd name="connsiteX9583" fmla="*/ 549858 w 1703319"/>
                  <a:gd name="connsiteY9583" fmla="*/ 133307 h 788789"/>
                  <a:gd name="connsiteX9584" fmla="*/ 550221 w 1703319"/>
                  <a:gd name="connsiteY9584" fmla="*/ 134032 h 788789"/>
                  <a:gd name="connsiteX9585" fmla="*/ 550583 w 1703319"/>
                  <a:gd name="connsiteY9585" fmla="*/ 134032 h 788789"/>
                  <a:gd name="connsiteX9586" fmla="*/ 551308 w 1703319"/>
                  <a:gd name="connsiteY9586" fmla="*/ 134032 h 788789"/>
                  <a:gd name="connsiteX9587" fmla="*/ 552033 w 1703319"/>
                  <a:gd name="connsiteY9587" fmla="*/ 134032 h 788789"/>
                  <a:gd name="connsiteX9588" fmla="*/ 552758 w 1703319"/>
                  <a:gd name="connsiteY9588" fmla="*/ 134394 h 788789"/>
                  <a:gd name="connsiteX9589" fmla="*/ 553121 w 1703319"/>
                  <a:gd name="connsiteY9589" fmla="*/ 134394 h 788789"/>
                  <a:gd name="connsiteX9590" fmla="*/ 553846 w 1703319"/>
                  <a:gd name="connsiteY9590" fmla="*/ 134756 h 788789"/>
                  <a:gd name="connsiteX9591" fmla="*/ 554209 w 1703319"/>
                  <a:gd name="connsiteY9591" fmla="*/ 134756 h 788789"/>
                  <a:gd name="connsiteX9592" fmla="*/ 554934 w 1703319"/>
                  <a:gd name="connsiteY9592" fmla="*/ 134032 h 788789"/>
                  <a:gd name="connsiteX9593" fmla="*/ 554571 w 1703319"/>
                  <a:gd name="connsiteY9593" fmla="*/ 133669 h 788789"/>
                  <a:gd name="connsiteX9594" fmla="*/ 554209 w 1703319"/>
                  <a:gd name="connsiteY9594" fmla="*/ 132945 h 788789"/>
                  <a:gd name="connsiteX9595" fmla="*/ 553846 w 1703319"/>
                  <a:gd name="connsiteY9595" fmla="*/ 132221 h 788789"/>
                  <a:gd name="connsiteX9596" fmla="*/ 554209 w 1703319"/>
                  <a:gd name="connsiteY9596" fmla="*/ 131496 h 788789"/>
                  <a:gd name="connsiteX9597" fmla="*/ 554209 w 1703319"/>
                  <a:gd name="connsiteY9597" fmla="*/ 130772 h 788789"/>
                  <a:gd name="connsiteX9598" fmla="*/ 553483 w 1703319"/>
                  <a:gd name="connsiteY9598" fmla="*/ 130409 h 788789"/>
                  <a:gd name="connsiteX9599" fmla="*/ 553121 w 1703319"/>
                  <a:gd name="connsiteY9599" fmla="*/ 130047 h 788789"/>
                  <a:gd name="connsiteX9600" fmla="*/ 552396 w 1703319"/>
                  <a:gd name="connsiteY9600" fmla="*/ 129323 h 788789"/>
                  <a:gd name="connsiteX9601" fmla="*/ 552033 w 1703319"/>
                  <a:gd name="connsiteY9601" fmla="*/ 128598 h 788789"/>
                  <a:gd name="connsiteX9602" fmla="*/ 550946 w 1703319"/>
                  <a:gd name="connsiteY9602" fmla="*/ 127874 h 788789"/>
                  <a:gd name="connsiteX9603" fmla="*/ 549858 w 1703319"/>
                  <a:gd name="connsiteY9603" fmla="*/ 127874 h 788789"/>
                  <a:gd name="connsiteX9604" fmla="*/ 549496 w 1703319"/>
                  <a:gd name="connsiteY9604" fmla="*/ 127511 h 788789"/>
                  <a:gd name="connsiteX9605" fmla="*/ 549496 w 1703319"/>
                  <a:gd name="connsiteY9605" fmla="*/ 127149 h 788789"/>
                  <a:gd name="connsiteX9606" fmla="*/ 549858 w 1703319"/>
                  <a:gd name="connsiteY9606" fmla="*/ 126787 h 788789"/>
                  <a:gd name="connsiteX9607" fmla="*/ 550946 w 1703319"/>
                  <a:gd name="connsiteY9607" fmla="*/ 126425 h 788789"/>
                  <a:gd name="connsiteX9608" fmla="*/ 550583 w 1703319"/>
                  <a:gd name="connsiteY9608" fmla="*/ 125700 h 788789"/>
                  <a:gd name="connsiteX9609" fmla="*/ 550946 w 1703319"/>
                  <a:gd name="connsiteY9609" fmla="*/ 124976 h 788789"/>
                  <a:gd name="connsiteX9610" fmla="*/ 551671 w 1703319"/>
                  <a:gd name="connsiteY9610" fmla="*/ 124976 h 788789"/>
                  <a:gd name="connsiteX9611" fmla="*/ 550946 w 1703319"/>
                  <a:gd name="connsiteY9611" fmla="*/ 124251 h 788789"/>
                  <a:gd name="connsiteX9612" fmla="*/ 549496 w 1703319"/>
                  <a:gd name="connsiteY9612" fmla="*/ 124251 h 788789"/>
                  <a:gd name="connsiteX9613" fmla="*/ 548771 w 1703319"/>
                  <a:gd name="connsiteY9613" fmla="*/ 124976 h 788789"/>
                  <a:gd name="connsiteX9614" fmla="*/ 548408 w 1703319"/>
                  <a:gd name="connsiteY9614" fmla="*/ 124976 h 788789"/>
                  <a:gd name="connsiteX9615" fmla="*/ 548046 w 1703319"/>
                  <a:gd name="connsiteY9615" fmla="*/ 124976 h 788789"/>
                  <a:gd name="connsiteX9616" fmla="*/ 547321 w 1703319"/>
                  <a:gd name="connsiteY9616" fmla="*/ 124251 h 788789"/>
                  <a:gd name="connsiteX9617" fmla="*/ 547321 w 1703319"/>
                  <a:gd name="connsiteY9617" fmla="*/ 123889 h 788789"/>
                  <a:gd name="connsiteX9618" fmla="*/ 547321 w 1703319"/>
                  <a:gd name="connsiteY9618" fmla="*/ 123527 h 788789"/>
                  <a:gd name="connsiteX9619" fmla="*/ 545871 w 1703319"/>
                  <a:gd name="connsiteY9619" fmla="*/ 123527 h 788789"/>
                  <a:gd name="connsiteX9620" fmla="*/ 545508 w 1703319"/>
                  <a:gd name="connsiteY9620" fmla="*/ 123164 h 788789"/>
                  <a:gd name="connsiteX9621" fmla="*/ 545146 w 1703319"/>
                  <a:gd name="connsiteY9621" fmla="*/ 123164 h 788789"/>
                  <a:gd name="connsiteX9622" fmla="*/ 544783 w 1703319"/>
                  <a:gd name="connsiteY9622" fmla="*/ 123164 h 788789"/>
                  <a:gd name="connsiteX9623" fmla="*/ 543696 w 1703319"/>
                  <a:gd name="connsiteY9623" fmla="*/ 123164 h 788789"/>
                  <a:gd name="connsiteX9624" fmla="*/ 543696 w 1703319"/>
                  <a:gd name="connsiteY9624" fmla="*/ 122802 h 788789"/>
                  <a:gd name="connsiteX9625" fmla="*/ 543696 w 1703319"/>
                  <a:gd name="connsiteY9625" fmla="*/ 122078 h 788789"/>
                  <a:gd name="connsiteX9626" fmla="*/ 544421 w 1703319"/>
                  <a:gd name="connsiteY9626" fmla="*/ 121353 h 788789"/>
                  <a:gd name="connsiteX9627" fmla="*/ 544421 w 1703319"/>
                  <a:gd name="connsiteY9627" fmla="*/ 120629 h 788789"/>
                  <a:gd name="connsiteX9628" fmla="*/ 544058 w 1703319"/>
                  <a:gd name="connsiteY9628" fmla="*/ 120629 h 788789"/>
                  <a:gd name="connsiteX9629" fmla="*/ 542971 w 1703319"/>
                  <a:gd name="connsiteY9629" fmla="*/ 121353 h 788789"/>
                  <a:gd name="connsiteX9630" fmla="*/ 542245 w 1703319"/>
                  <a:gd name="connsiteY9630" fmla="*/ 120991 h 788789"/>
                  <a:gd name="connsiteX9631" fmla="*/ 541883 w 1703319"/>
                  <a:gd name="connsiteY9631" fmla="*/ 120266 h 788789"/>
                  <a:gd name="connsiteX9632" fmla="*/ 540795 w 1703319"/>
                  <a:gd name="connsiteY9632" fmla="*/ 119542 h 788789"/>
                  <a:gd name="connsiteX9633" fmla="*/ 540433 w 1703319"/>
                  <a:gd name="connsiteY9633" fmla="*/ 118093 h 788789"/>
                  <a:gd name="connsiteX9634" fmla="*/ 540433 w 1703319"/>
                  <a:gd name="connsiteY9634" fmla="*/ 117006 h 788789"/>
                  <a:gd name="connsiteX9635" fmla="*/ 540070 w 1703319"/>
                  <a:gd name="connsiteY9635" fmla="*/ 118093 h 788789"/>
                  <a:gd name="connsiteX9636" fmla="*/ 540433 w 1703319"/>
                  <a:gd name="connsiteY9636" fmla="*/ 118817 h 788789"/>
                  <a:gd name="connsiteX9637" fmla="*/ 540795 w 1703319"/>
                  <a:gd name="connsiteY9637" fmla="*/ 119542 h 788789"/>
                  <a:gd name="connsiteX9638" fmla="*/ 541158 w 1703319"/>
                  <a:gd name="connsiteY9638" fmla="*/ 120266 h 788789"/>
                  <a:gd name="connsiteX9639" fmla="*/ 541883 w 1703319"/>
                  <a:gd name="connsiteY9639" fmla="*/ 121715 h 788789"/>
                  <a:gd name="connsiteX9640" fmla="*/ 541158 w 1703319"/>
                  <a:gd name="connsiteY9640" fmla="*/ 122078 h 788789"/>
                  <a:gd name="connsiteX9641" fmla="*/ 540433 w 1703319"/>
                  <a:gd name="connsiteY9641" fmla="*/ 122802 h 788789"/>
                  <a:gd name="connsiteX9642" fmla="*/ 540070 w 1703319"/>
                  <a:gd name="connsiteY9642" fmla="*/ 122802 h 788789"/>
                  <a:gd name="connsiteX9643" fmla="*/ 539708 w 1703319"/>
                  <a:gd name="connsiteY9643" fmla="*/ 123889 h 788789"/>
                  <a:gd name="connsiteX9644" fmla="*/ 539345 w 1703319"/>
                  <a:gd name="connsiteY9644" fmla="*/ 124976 h 788789"/>
                  <a:gd name="connsiteX9645" fmla="*/ 538258 w 1703319"/>
                  <a:gd name="connsiteY9645" fmla="*/ 125338 h 788789"/>
                  <a:gd name="connsiteX9646" fmla="*/ 535720 w 1703319"/>
                  <a:gd name="connsiteY9646" fmla="*/ 125338 h 788789"/>
                  <a:gd name="connsiteX9647" fmla="*/ 535358 w 1703319"/>
                  <a:gd name="connsiteY9647" fmla="*/ 124976 h 788789"/>
                  <a:gd name="connsiteX9648" fmla="*/ 534270 w 1703319"/>
                  <a:gd name="connsiteY9648" fmla="*/ 124976 h 788789"/>
                  <a:gd name="connsiteX9649" fmla="*/ 532820 w 1703319"/>
                  <a:gd name="connsiteY9649" fmla="*/ 125338 h 788789"/>
                  <a:gd name="connsiteX9650" fmla="*/ 532095 w 1703319"/>
                  <a:gd name="connsiteY9650" fmla="*/ 124613 h 788789"/>
                  <a:gd name="connsiteX9651" fmla="*/ 531370 w 1703319"/>
                  <a:gd name="connsiteY9651" fmla="*/ 123889 h 788789"/>
                  <a:gd name="connsiteX9652" fmla="*/ 531370 w 1703319"/>
                  <a:gd name="connsiteY9652" fmla="*/ 123164 h 788789"/>
                  <a:gd name="connsiteX9653" fmla="*/ 531733 w 1703319"/>
                  <a:gd name="connsiteY9653" fmla="*/ 122802 h 788789"/>
                  <a:gd name="connsiteX9654" fmla="*/ 532458 w 1703319"/>
                  <a:gd name="connsiteY9654" fmla="*/ 122440 h 788789"/>
                  <a:gd name="connsiteX9655" fmla="*/ 533183 w 1703319"/>
                  <a:gd name="connsiteY9655" fmla="*/ 122440 h 788789"/>
                  <a:gd name="connsiteX9656" fmla="*/ 533908 w 1703319"/>
                  <a:gd name="connsiteY9656" fmla="*/ 122078 h 788789"/>
                  <a:gd name="connsiteX9657" fmla="*/ 534995 w 1703319"/>
                  <a:gd name="connsiteY9657" fmla="*/ 121353 h 788789"/>
                  <a:gd name="connsiteX9658" fmla="*/ 535720 w 1703319"/>
                  <a:gd name="connsiteY9658" fmla="*/ 120991 h 788789"/>
                  <a:gd name="connsiteX9659" fmla="*/ 536083 w 1703319"/>
                  <a:gd name="connsiteY9659" fmla="*/ 120266 h 788789"/>
                  <a:gd name="connsiteX9660" fmla="*/ 536445 w 1703319"/>
                  <a:gd name="connsiteY9660" fmla="*/ 119904 h 788789"/>
                  <a:gd name="connsiteX9661" fmla="*/ 536445 w 1703319"/>
                  <a:gd name="connsiteY9661" fmla="*/ 119542 h 788789"/>
                  <a:gd name="connsiteX9662" fmla="*/ 535720 w 1703319"/>
                  <a:gd name="connsiteY9662" fmla="*/ 119904 h 788789"/>
                  <a:gd name="connsiteX9663" fmla="*/ 534995 w 1703319"/>
                  <a:gd name="connsiteY9663" fmla="*/ 120629 h 788789"/>
                  <a:gd name="connsiteX9664" fmla="*/ 534270 w 1703319"/>
                  <a:gd name="connsiteY9664" fmla="*/ 121353 h 788789"/>
                  <a:gd name="connsiteX9665" fmla="*/ 533545 w 1703319"/>
                  <a:gd name="connsiteY9665" fmla="*/ 120991 h 788789"/>
                  <a:gd name="connsiteX9666" fmla="*/ 533183 w 1703319"/>
                  <a:gd name="connsiteY9666" fmla="*/ 120991 h 788789"/>
                  <a:gd name="connsiteX9667" fmla="*/ 533908 w 1703319"/>
                  <a:gd name="connsiteY9667" fmla="*/ 120266 h 788789"/>
                  <a:gd name="connsiteX9668" fmla="*/ 534181 w 1703319"/>
                  <a:gd name="connsiteY9668" fmla="*/ 119857 h 788789"/>
                  <a:gd name="connsiteX9669" fmla="*/ 533941 w 1703319"/>
                  <a:gd name="connsiteY9669" fmla="*/ 119857 h 788789"/>
                  <a:gd name="connsiteX9670" fmla="*/ 532353 w 1703319"/>
                  <a:gd name="connsiteY9670" fmla="*/ 119857 h 788789"/>
                  <a:gd name="connsiteX9671" fmla="*/ 531957 w 1703319"/>
                  <a:gd name="connsiteY9671" fmla="*/ 118666 h 788789"/>
                  <a:gd name="connsiteX9672" fmla="*/ 533941 w 1703319"/>
                  <a:gd name="connsiteY9672" fmla="*/ 117872 h 788789"/>
                  <a:gd name="connsiteX9673" fmla="*/ 532750 w 1703319"/>
                  <a:gd name="connsiteY9673" fmla="*/ 117079 h 788789"/>
                  <a:gd name="connsiteX9674" fmla="*/ 533147 w 1703319"/>
                  <a:gd name="connsiteY9674" fmla="*/ 116682 h 788789"/>
                  <a:gd name="connsiteX9675" fmla="*/ 536322 w 1703319"/>
                  <a:gd name="connsiteY9675" fmla="*/ 116285 h 788789"/>
                  <a:gd name="connsiteX9676" fmla="*/ 536322 w 1703319"/>
                  <a:gd name="connsiteY9676" fmla="*/ 116890 h 788789"/>
                  <a:gd name="connsiteX9677" fmla="*/ 536445 w 1703319"/>
                  <a:gd name="connsiteY9677" fmla="*/ 116644 h 788789"/>
                  <a:gd name="connsiteX9678" fmla="*/ 537533 w 1703319"/>
                  <a:gd name="connsiteY9678" fmla="*/ 116644 h 788789"/>
                  <a:gd name="connsiteX9679" fmla="*/ 537170 w 1703319"/>
                  <a:gd name="connsiteY9679" fmla="*/ 115557 h 788789"/>
                  <a:gd name="connsiteX9680" fmla="*/ 536083 w 1703319"/>
                  <a:gd name="connsiteY9680" fmla="*/ 115195 h 788789"/>
                  <a:gd name="connsiteX9681" fmla="*/ 535720 w 1703319"/>
                  <a:gd name="connsiteY9681" fmla="*/ 114470 h 788789"/>
                  <a:gd name="connsiteX9682" fmla="*/ 536083 w 1703319"/>
                  <a:gd name="connsiteY9682" fmla="*/ 113384 h 788789"/>
                  <a:gd name="connsiteX9683" fmla="*/ 536083 w 1703319"/>
                  <a:gd name="connsiteY9683" fmla="*/ 112659 h 788789"/>
                  <a:gd name="connsiteX9684" fmla="*/ 536083 w 1703319"/>
                  <a:gd name="connsiteY9684" fmla="*/ 111935 h 788789"/>
                  <a:gd name="connsiteX9685" fmla="*/ 535358 w 1703319"/>
                  <a:gd name="connsiteY9685" fmla="*/ 111210 h 788789"/>
                  <a:gd name="connsiteX9686" fmla="*/ 534633 w 1703319"/>
                  <a:gd name="connsiteY9686" fmla="*/ 111210 h 788789"/>
                  <a:gd name="connsiteX9687" fmla="*/ 533908 w 1703319"/>
                  <a:gd name="connsiteY9687" fmla="*/ 111210 h 788789"/>
                  <a:gd name="connsiteX9688" fmla="*/ 533183 w 1703319"/>
                  <a:gd name="connsiteY9688" fmla="*/ 110848 h 788789"/>
                  <a:gd name="connsiteX9689" fmla="*/ 532458 w 1703319"/>
                  <a:gd name="connsiteY9689" fmla="*/ 111210 h 788789"/>
                  <a:gd name="connsiteX9690" fmla="*/ 533183 w 1703319"/>
                  <a:gd name="connsiteY9690" fmla="*/ 109037 h 788789"/>
                  <a:gd name="connsiteX9691" fmla="*/ 533545 w 1703319"/>
                  <a:gd name="connsiteY9691" fmla="*/ 108312 h 788789"/>
                  <a:gd name="connsiteX9692" fmla="*/ 533183 w 1703319"/>
                  <a:gd name="connsiteY9692" fmla="*/ 107588 h 788789"/>
                  <a:gd name="connsiteX9693" fmla="*/ 532820 w 1703319"/>
                  <a:gd name="connsiteY9693" fmla="*/ 106863 h 788789"/>
                  <a:gd name="connsiteX9694" fmla="*/ 531733 w 1703319"/>
                  <a:gd name="connsiteY9694" fmla="*/ 106501 h 788789"/>
                  <a:gd name="connsiteX9695" fmla="*/ 531370 w 1703319"/>
                  <a:gd name="connsiteY9695" fmla="*/ 105776 h 788789"/>
                  <a:gd name="connsiteX9696" fmla="*/ 531370 w 1703319"/>
                  <a:gd name="connsiteY9696" fmla="*/ 105052 h 788789"/>
                  <a:gd name="connsiteX9697" fmla="*/ 531008 w 1703319"/>
                  <a:gd name="connsiteY9697" fmla="*/ 103965 h 788789"/>
                  <a:gd name="connsiteX9698" fmla="*/ 530645 w 1703319"/>
                  <a:gd name="connsiteY9698" fmla="*/ 103241 h 788789"/>
                  <a:gd name="connsiteX9699" fmla="*/ 530282 w 1703319"/>
                  <a:gd name="connsiteY9699" fmla="*/ 102878 h 788789"/>
                  <a:gd name="connsiteX9700" fmla="*/ 529557 w 1703319"/>
                  <a:gd name="connsiteY9700" fmla="*/ 101792 h 788789"/>
                  <a:gd name="connsiteX9701" fmla="*/ 528832 w 1703319"/>
                  <a:gd name="connsiteY9701" fmla="*/ 100705 h 788789"/>
                  <a:gd name="connsiteX9702" fmla="*/ 528470 w 1703319"/>
                  <a:gd name="connsiteY9702" fmla="*/ 99618 h 788789"/>
                  <a:gd name="connsiteX9703" fmla="*/ 528470 w 1703319"/>
                  <a:gd name="connsiteY9703" fmla="*/ 98531 h 788789"/>
                  <a:gd name="connsiteX9704" fmla="*/ 528832 w 1703319"/>
                  <a:gd name="connsiteY9704" fmla="*/ 98169 h 788789"/>
                  <a:gd name="connsiteX9705" fmla="*/ 528107 w 1703319"/>
                  <a:gd name="connsiteY9705" fmla="*/ 97082 h 788789"/>
                  <a:gd name="connsiteX9706" fmla="*/ 527382 w 1703319"/>
                  <a:gd name="connsiteY9706" fmla="*/ 96358 h 788789"/>
                  <a:gd name="connsiteX9707" fmla="*/ 526657 w 1703319"/>
                  <a:gd name="connsiteY9707" fmla="*/ 95996 h 788789"/>
                  <a:gd name="connsiteX9708" fmla="*/ 526295 w 1703319"/>
                  <a:gd name="connsiteY9708" fmla="*/ 95996 h 788789"/>
                  <a:gd name="connsiteX9709" fmla="*/ 525570 w 1703319"/>
                  <a:gd name="connsiteY9709" fmla="*/ 95633 h 788789"/>
                  <a:gd name="connsiteX9710" fmla="*/ 525207 w 1703319"/>
                  <a:gd name="connsiteY9710" fmla="*/ 94547 h 788789"/>
                  <a:gd name="connsiteX9711" fmla="*/ 524845 w 1703319"/>
                  <a:gd name="connsiteY9711" fmla="*/ 93822 h 788789"/>
                  <a:gd name="connsiteX9712" fmla="*/ 524120 w 1703319"/>
                  <a:gd name="connsiteY9712" fmla="*/ 93098 h 788789"/>
                  <a:gd name="connsiteX9713" fmla="*/ 523395 w 1703319"/>
                  <a:gd name="connsiteY9713" fmla="*/ 92735 h 788789"/>
                  <a:gd name="connsiteX9714" fmla="*/ 521945 w 1703319"/>
                  <a:gd name="connsiteY9714" fmla="*/ 92373 h 788789"/>
                  <a:gd name="connsiteX9715" fmla="*/ 520857 w 1703319"/>
                  <a:gd name="connsiteY9715" fmla="*/ 92011 h 788789"/>
                  <a:gd name="connsiteX9716" fmla="*/ 520132 w 1703319"/>
                  <a:gd name="connsiteY9716" fmla="*/ 91649 h 788789"/>
                  <a:gd name="connsiteX9717" fmla="*/ 519407 w 1703319"/>
                  <a:gd name="connsiteY9717" fmla="*/ 90924 h 788789"/>
                  <a:gd name="connsiteX9718" fmla="*/ 519044 w 1703319"/>
                  <a:gd name="connsiteY9718" fmla="*/ 89837 h 788789"/>
                  <a:gd name="connsiteX9719" fmla="*/ 518682 w 1703319"/>
                  <a:gd name="connsiteY9719" fmla="*/ 89113 h 788789"/>
                  <a:gd name="connsiteX9720" fmla="*/ 519044 w 1703319"/>
                  <a:gd name="connsiteY9720" fmla="*/ 88751 h 788789"/>
                  <a:gd name="connsiteX9721" fmla="*/ 519407 w 1703319"/>
                  <a:gd name="connsiteY9721" fmla="*/ 88026 h 788789"/>
                  <a:gd name="connsiteX9722" fmla="*/ 519044 w 1703319"/>
                  <a:gd name="connsiteY9722" fmla="*/ 87664 h 788789"/>
                  <a:gd name="connsiteX9723" fmla="*/ 518682 w 1703319"/>
                  <a:gd name="connsiteY9723" fmla="*/ 87302 h 788789"/>
                  <a:gd name="connsiteX9724" fmla="*/ 518319 w 1703319"/>
                  <a:gd name="connsiteY9724" fmla="*/ 86939 h 788789"/>
                  <a:gd name="connsiteX9725" fmla="*/ 517957 w 1703319"/>
                  <a:gd name="connsiteY9725" fmla="*/ 85853 h 788789"/>
                  <a:gd name="connsiteX9726" fmla="*/ 517594 w 1703319"/>
                  <a:gd name="connsiteY9726" fmla="*/ 85490 h 788789"/>
                  <a:gd name="connsiteX9727" fmla="*/ 516869 w 1703319"/>
                  <a:gd name="connsiteY9727" fmla="*/ 85490 h 788789"/>
                  <a:gd name="connsiteX9728" fmla="*/ 515782 w 1703319"/>
                  <a:gd name="connsiteY9728" fmla="*/ 85490 h 788789"/>
                  <a:gd name="connsiteX9729" fmla="*/ 514694 w 1703319"/>
                  <a:gd name="connsiteY9729" fmla="*/ 85128 h 788789"/>
                  <a:gd name="connsiteX9730" fmla="*/ 513969 w 1703319"/>
                  <a:gd name="connsiteY9730" fmla="*/ 84766 h 788789"/>
                  <a:gd name="connsiteX9731" fmla="*/ 513969 w 1703319"/>
                  <a:gd name="connsiteY9731" fmla="*/ 84404 h 788789"/>
                  <a:gd name="connsiteX9732" fmla="*/ 513244 w 1703319"/>
                  <a:gd name="connsiteY9732" fmla="*/ 83679 h 788789"/>
                  <a:gd name="connsiteX9733" fmla="*/ 512519 w 1703319"/>
                  <a:gd name="connsiteY9733" fmla="*/ 82955 h 788789"/>
                  <a:gd name="connsiteX9734" fmla="*/ 511432 w 1703319"/>
                  <a:gd name="connsiteY9734" fmla="*/ 82955 h 788789"/>
                  <a:gd name="connsiteX9735" fmla="*/ 509982 w 1703319"/>
                  <a:gd name="connsiteY9735" fmla="*/ 82955 h 788789"/>
                  <a:gd name="connsiteX9736" fmla="*/ 509257 w 1703319"/>
                  <a:gd name="connsiteY9736" fmla="*/ 82592 h 788789"/>
                  <a:gd name="connsiteX9737" fmla="*/ 508894 w 1703319"/>
                  <a:gd name="connsiteY9737" fmla="*/ 82592 h 788789"/>
                  <a:gd name="connsiteX9738" fmla="*/ 508532 w 1703319"/>
                  <a:gd name="connsiteY9738" fmla="*/ 82230 h 788789"/>
                  <a:gd name="connsiteX9739" fmla="*/ 507444 w 1703319"/>
                  <a:gd name="connsiteY9739" fmla="*/ 81868 h 788789"/>
                  <a:gd name="connsiteX9740" fmla="*/ 506719 w 1703319"/>
                  <a:gd name="connsiteY9740" fmla="*/ 81506 h 788789"/>
                  <a:gd name="connsiteX9741" fmla="*/ 505631 w 1703319"/>
                  <a:gd name="connsiteY9741" fmla="*/ 81506 h 788789"/>
                  <a:gd name="connsiteX9742" fmla="*/ 503819 w 1703319"/>
                  <a:gd name="connsiteY9742" fmla="*/ 81506 h 788789"/>
                  <a:gd name="connsiteX9743" fmla="*/ 503094 w 1703319"/>
                  <a:gd name="connsiteY9743" fmla="*/ 81143 h 788789"/>
                  <a:gd name="connsiteX9744" fmla="*/ 501644 w 1703319"/>
                  <a:gd name="connsiteY9744" fmla="*/ 81143 h 788789"/>
                  <a:gd name="connsiteX9745" fmla="*/ 500919 w 1703319"/>
                  <a:gd name="connsiteY9745" fmla="*/ 80419 h 788789"/>
                  <a:gd name="connsiteX9746" fmla="*/ 499831 w 1703319"/>
                  <a:gd name="connsiteY9746" fmla="*/ 80419 h 788789"/>
                  <a:gd name="connsiteX9747" fmla="*/ 498744 w 1703319"/>
                  <a:gd name="connsiteY9747" fmla="*/ 80419 h 788789"/>
                  <a:gd name="connsiteX9748" fmla="*/ 497656 w 1703319"/>
                  <a:gd name="connsiteY9748" fmla="*/ 80419 h 788789"/>
                  <a:gd name="connsiteX9749" fmla="*/ 496206 w 1703319"/>
                  <a:gd name="connsiteY9749" fmla="*/ 79695 h 788789"/>
                  <a:gd name="connsiteX9750" fmla="*/ 495481 w 1703319"/>
                  <a:gd name="connsiteY9750" fmla="*/ 78970 h 788789"/>
                  <a:gd name="connsiteX9751" fmla="*/ 495118 w 1703319"/>
                  <a:gd name="connsiteY9751" fmla="*/ 78970 h 788789"/>
                  <a:gd name="connsiteX9752" fmla="*/ 494756 w 1703319"/>
                  <a:gd name="connsiteY9752" fmla="*/ 80057 h 788789"/>
                  <a:gd name="connsiteX9753" fmla="*/ 493668 w 1703319"/>
                  <a:gd name="connsiteY9753" fmla="*/ 80419 h 788789"/>
                  <a:gd name="connsiteX9754" fmla="*/ 493306 w 1703319"/>
                  <a:gd name="connsiteY9754" fmla="*/ 80781 h 788789"/>
                  <a:gd name="connsiteX9755" fmla="*/ 492581 w 1703319"/>
                  <a:gd name="connsiteY9755" fmla="*/ 81506 h 788789"/>
                  <a:gd name="connsiteX9756" fmla="*/ 491856 w 1703319"/>
                  <a:gd name="connsiteY9756" fmla="*/ 81143 h 788789"/>
                  <a:gd name="connsiteX9757" fmla="*/ 491131 w 1703319"/>
                  <a:gd name="connsiteY9757" fmla="*/ 80781 h 788789"/>
                  <a:gd name="connsiteX9758" fmla="*/ 490406 w 1703319"/>
                  <a:gd name="connsiteY9758" fmla="*/ 80057 h 788789"/>
                  <a:gd name="connsiteX9759" fmla="*/ 490043 w 1703319"/>
                  <a:gd name="connsiteY9759" fmla="*/ 80057 h 788789"/>
                  <a:gd name="connsiteX9760" fmla="*/ 489681 w 1703319"/>
                  <a:gd name="connsiteY9760" fmla="*/ 80057 h 788789"/>
                  <a:gd name="connsiteX9761" fmla="*/ 489318 w 1703319"/>
                  <a:gd name="connsiteY9761" fmla="*/ 80419 h 788789"/>
                  <a:gd name="connsiteX9762" fmla="*/ 488956 w 1703319"/>
                  <a:gd name="connsiteY9762" fmla="*/ 80781 h 788789"/>
                  <a:gd name="connsiteX9763" fmla="*/ 488593 w 1703319"/>
                  <a:gd name="connsiteY9763" fmla="*/ 80781 h 788789"/>
                  <a:gd name="connsiteX9764" fmla="*/ 488593 w 1703319"/>
                  <a:gd name="connsiteY9764" fmla="*/ 81143 h 788789"/>
                  <a:gd name="connsiteX9765" fmla="*/ 487506 w 1703319"/>
                  <a:gd name="connsiteY9765" fmla="*/ 81506 h 788789"/>
                  <a:gd name="connsiteX9766" fmla="*/ 486781 w 1703319"/>
                  <a:gd name="connsiteY9766" fmla="*/ 81868 h 788789"/>
                  <a:gd name="connsiteX9767" fmla="*/ 486418 w 1703319"/>
                  <a:gd name="connsiteY9767" fmla="*/ 82230 h 788789"/>
                  <a:gd name="connsiteX9768" fmla="*/ 485693 w 1703319"/>
                  <a:gd name="connsiteY9768" fmla="*/ 82230 h 788789"/>
                  <a:gd name="connsiteX9769" fmla="*/ 484968 w 1703319"/>
                  <a:gd name="connsiteY9769" fmla="*/ 82592 h 788789"/>
                  <a:gd name="connsiteX9770" fmla="*/ 483518 w 1703319"/>
                  <a:gd name="connsiteY9770" fmla="*/ 82230 h 788789"/>
                  <a:gd name="connsiteX9771" fmla="*/ 483155 w 1703319"/>
                  <a:gd name="connsiteY9771" fmla="*/ 81506 h 788789"/>
                  <a:gd name="connsiteX9772" fmla="*/ 483155 w 1703319"/>
                  <a:gd name="connsiteY9772" fmla="*/ 80781 h 788789"/>
                  <a:gd name="connsiteX9773" fmla="*/ 482430 w 1703319"/>
                  <a:gd name="connsiteY9773" fmla="*/ 80781 h 788789"/>
                  <a:gd name="connsiteX9774" fmla="*/ 481705 w 1703319"/>
                  <a:gd name="connsiteY9774" fmla="*/ 80419 h 788789"/>
                  <a:gd name="connsiteX9775" fmla="*/ 480980 w 1703319"/>
                  <a:gd name="connsiteY9775" fmla="*/ 80781 h 788789"/>
                  <a:gd name="connsiteX9776" fmla="*/ 480618 w 1703319"/>
                  <a:gd name="connsiteY9776" fmla="*/ 81143 h 788789"/>
                  <a:gd name="connsiteX9777" fmla="*/ 480255 w 1703319"/>
                  <a:gd name="connsiteY9777" fmla="*/ 82230 h 788789"/>
                  <a:gd name="connsiteX9778" fmla="*/ 479893 w 1703319"/>
                  <a:gd name="connsiteY9778" fmla="*/ 82230 h 788789"/>
                  <a:gd name="connsiteX9779" fmla="*/ 479168 w 1703319"/>
                  <a:gd name="connsiteY9779" fmla="*/ 81868 h 788789"/>
                  <a:gd name="connsiteX9780" fmla="*/ 478443 w 1703319"/>
                  <a:gd name="connsiteY9780" fmla="*/ 80781 h 788789"/>
                  <a:gd name="connsiteX9781" fmla="*/ 477718 w 1703319"/>
                  <a:gd name="connsiteY9781" fmla="*/ 80781 h 788789"/>
                  <a:gd name="connsiteX9782" fmla="*/ 477355 w 1703319"/>
                  <a:gd name="connsiteY9782" fmla="*/ 80781 h 788789"/>
                  <a:gd name="connsiteX9783" fmla="*/ 476993 w 1703319"/>
                  <a:gd name="connsiteY9783" fmla="*/ 81506 h 788789"/>
                  <a:gd name="connsiteX9784" fmla="*/ 477718 w 1703319"/>
                  <a:gd name="connsiteY9784" fmla="*/ 82230 h 788789"/>
                  <a:gd name="connsiteX9785" fmla="*/ 478080 w 1703319"/>
                  <a:gd name="connsiteY9785" fmla="*/ 82592 h 788789"/>
                  <a:gd name="connsiteX9786" fmla="*/ 477718 w 1703319"/>
                  <a:gd name="connsiteY9786" fmla="*/ 82955 h 788789"/>
                  <a:gd name="connsiteX9787" fmla="*/ 476993 w 1703319"/>
                  <a:gd name="connsiteY9787" fmla="*/ 82955 h 788789"/>
                  <a:gd name="connsiteX9788" fmla="*/ 476630 w 1703319"/>
                  <a:gd name="connsiteY9788" fmla="*/ 82955 h 788789"/>
                  <a:gd name="connsiteX9789" fmla="*/ 475543 w 1703319"/>
                  <a:gd name="connsiteY9789" fmla="*/ 82955 h 788789"/>
                  <a:gd name="connsiteX9790" fmla="*/ 473730 w 1703319"/>
                  <a:gd name="connsiteY9790" fmla="*/ 82955 h 788789"/>
                  <a:gd name="connsiteX9791" fmla="*/ 473005 w 1703319"/>
                  <a:gd name="connsiteY9791" fmla="*/ 83317 h 788789"/>
                  <a:gd name="connsiteX9792" fmla="*/ 471192 w 1703319"/>
                  <a:gd name="connsiteY9792" fmla="*/ 82955 h 788789"/>
                  <a:gd name="connsiteX9793" fmla="*/ 470830 w 1703319"/>
                  <a:gd name="connsiteY9793" fmla="*/ 82230 h 788789"/>
                  <a:gd name="connsiteX9794" fmla="*/ 469742 w 1703319"/>
                  <a:gd name="connsiteY9794" fmla="*/ 81868 h 788789"/>
                  <a:gd name="connsiteX9795" fmla="*/ 468655 w 1703319"/>
                  <a:gd name="connsiteY9795" fmla="*/ 81506 h 788789"/>
                  <a:gd name="connsiteX9796" fmla="*/ 468292 w 1703319"/>
                  <a:gd name="connsiteY9796" fmla="*/ 81143 h 788789"/>
                  <a:gd name="connsiteX9797" fmla="*/ 467567 w 1703319"/>
                  <a:gd name="connsiteY9797" fmla="*/ 80781 h 788789"/>
                  <a:gd name="connsiteX9798" fmla="*/ 466842 w 1703319"/>
                  <a:gd name="connsiteY9798" fmla="*/ 79695 h 788789"/>
                  <a:gd name="connsiteX9799" fmla="*/ 466480 w 1703319"/>
                  <a:gd name="connsiteY9799" fmla="*/ 79332 h 788789"/>
                  <a:gd name="connsiteX9800" fmla="*/ 466842 w 1703319"/>
                  <a:gd name="connsiteY9800" fmla="*/ 78970 h 788789"/>
                  <a:gd name="connsiteX9801" fmla="*/ 467205 w 1703319"/>
                  <a:gd name="connsiteY9801" fmla="*/ 78608 h 788789"/>
                  <a:gd name="connsiteX9802" fmla="*/ 467567 w 1703319"/>
                  <a:gd name="connsiteY9802" fmla="*/ 78246 h 788789"/>
                  <a:gd name="connsiteX9803" fmla="*/ 468292 w 1703319"/>
                  <a:gd name="connsiteY9803" fmla="*/ 78246 h 788789"/>
                  <a:gd name="connsiteX9804" fmla="*/ 468655 w 1703319"/>
                  <a:gd name="connsiteY9804" fmla="*/ 78246 h 788789"/>
                  <a:gd name="connsiteX9805" fmla="*/ 469380 w 1703319"/>
                  <a:gd name="connsiteY9805" fmla="*/ 77521 h 788789"/>
                  <a:gd name="connsiteX9806" fmla="*/ 469742 w 1703319"/>
                  <a:gd name="connsiteY9806" fmla="*/ 77521 h 788789"/>
                  <a:gd name="connsiteX9807" fmla="*/ 470105 w 1703319"/>
                  <a:gd name="connsiteY9807" fmla="*/ 77521 h 788789"/>
                  <a:gd name="connsiteX9808" fmla="*/ 470830 w 1703319"/>
                  <a:gd name="connsiteY9808" fmla="*/ 77883 h 788789"/>
                  <a:gd name="connsiteX9809" fmla="*/ 472280 w 1703319"/>
                  <a:gd name="connsiteY9809" fmla="*/ 77521 h 788789"/>
                  <a:gd name="connsiteX9810" fmla="*/ 472642 w 1703319"/>
                  <a:gd name="connsiteY9810" fmla="*/ 77159 h 788789"/>
                  <a:gd name="connsiteX9811" fmla="*/ 472280 w 1703319"/>
                  <a:gd name="connsiteY9811" fmla="*/ 76797 h 788789"/>
                  <a:gd name="connsiteX9812" fmla="*/ 470830 w 1703319"/>
                  <a:gd name="connsiteY9812" fmla="*/ 76434 h 788789"/>
                  <a:gd name="connsiteX9813" fmla="*/ 470105 w 1703319"/>
                  <a:gd name="connsiteY9813" fmla="*/ 76434 h 788789"/>
                  <a:gd name="connsiteX9814" fmla="*/ 469017 w 1703319"/>
                  <a:gd name="connsiteY9814" fmla="*/ 76434 h 788789"/>
                  <a:gd name="connsiteX9815" fmla="*/ 468655 w 1703319"/>
                  <a:gd name="connsiteY9815" fmla="*/ 76072 h 788789"/>
                  <a:gd name="connsiteX9816" fmla="*/ 467930 w 1703319"/>
                  <a:gd name="connsiteY9816" fmla="*/ 76072 h 788789"/>
                  <a:gd name="connsiteX9817" fmla="*/ 467205 w 1703319"/>
                  <a:gd name="connsiteY9817" fmla="*/ 76072 h 788789"/>
                  <a:gd name="connsiteX9818" fmla="*/ 466117 w 1703319"/>
                  <a:gd name="connsiteY9818" fmla="*/ 76072 h 788789"/>
                  <a:gd name="connsiteX9819" fmla="*/ 465392 w 1703319"/>
                  <a:gd name="connsiteY9819" fmla="*/ 76072 h 788789"/>
                  <a:gd name="connsiteX9820" fmla="*/ 464667 w 1703319"/>
                  <a:gd name="connsiteY9820" fmla="*/ 76072 h 788789"/>
                  <a:gd name="connsiteX9821" fmla="*/ 463942 w 1703319"/>
                  <a:gd name="connsiteY9821" fmla="*/ 75710 h 788789"/>
                  <a:gd name="connsiteX9822" fmla="*/ 463580 w 1703319"/>
                  <a:gd name="connsiteY9822" fmla="*/ 74985 h 788789"/>
                  <a:gd name="connsiteX9823" fmla="*/ 463580 w 1703319"/>
                  <a:gd name="connsiteY9823" fmla="*/ 74623 h 788789"/>
                  <a:gd name="connsiteX9824" fmla="*/ 463942 w 1703319"/>
                  <a:gd name="connsiteY9824" fmla="*/ 73899 h 788789"/>
                  <a:gd name="connsiteX9825" fmla="*/ 463942 w 1703319"/>
                  <a:gd name="connsiteY9825" fmla="*/ 73536 h 788789"/>
                  <a:gd name="connsiteX9826" fmla="*/ 462492 w 1703319"/>
                  <a:gd name="connsiteY9826" fmla="*/ 74261 h 788789"/>
                  <a:gd name="connsiteX9827" fmla="*/ 462130 w 1703319"/>
                  <a:gd name="connsiteY9827" fmla="*/ 74623 h 788789"/>
                  <a:gd name="connsiteX9828" fmla="*/ 461405 w 1703319"/>
                  <a:gd name="connsiteY9828" fmla="*/ 74623 h 788789"/>
                  <a:gd name="connsiteX9829" fmla="*/ 460679 w 1703319"/>
                  <a:gd name="connsiteY9829" fmla="*/ 74623 h 788789"/>
                  <a:gd name="connsiteX9830" fmla="*/ 459954 w 1703319"/>
                  <a:gd name="connsiteY9830" fmla="*/ 74623 h 788789"/>
                  <a:gd name="connsiteX9831" fmla="*/ 459229 w 1703319"/>
                  <a:gd name="connsiteY9831" fmla="*/ 74261 h 788789"/>
                  <a:gd name="connsiteX9832" fmla="*/ 459229 w 1703319"/>
                  <a:gd name="connsiteY9832" fmla="*/ 73899 h 788789"/>
                  <a:gd name="connsiteX9833" fmla="*/ 458504 w 1703319"/>
                  <a:gd name="connsiteY9833" fmla="*/ 73536 h 788789"/>
                  <a:gd name="connsiteX9834" fmla="*/ 457779 w 1703319"/>
                  <a:gd name="connsiteY9834" fmla="*/ 73174 h 788789"/>
                  <a:gd name="connsiteX9835" fmla="*/ 457054 w 1703319"/>
                  <a:gd name="connsiteY9835" fmla="*/ 72812 h 788789"/>
                  <a:gd name="connsiteX9836" fmla="*/ 457417 w 1703319"/>
                  <a:gd name="connsiteY9836" fmla="*/ 72087 h 788789"/>
                  <a:gd name="connsiteX9837" fmla="*/ 458142 w 1703319"/>
                  <a:gd name="connsiteY9837" fmla="*/ 71725 h 788789"/>
                  <a:gd name="connsiteX9838" fmla="*/ 458867 w 1703319"/>
                  <a:gd name="connsiteY9838" fmla="*/ 71363 h 788789"/>
                  <a:gd name="connsiteX9839" fmla="*/ 459954 w 1703319"/>
                  <a:gd name="connsiteY9839" fmla="*/ 71363 h 788789"/>
                  <a:gd name="connsiteX9840" fmla="*/ 461042 w 1703319"/>
                  <a:gd name="connsiteY9840" fmla="*/ 71363 h 788789"/>
                  <a:gd name="connsiteX9841" fmla="*/ 461767 w 1703319"/>
                  <a:gd name="connsiteY9841" fmla="*/ 71363 h 788789"/>
                  <a:gd name="connsiteX9842" fmla="*/ 462492 w 1703319"/>
                  <a:gd name="connsiteY9842" fmla="*/ 71001 h 788789"/>
                  <a:gd name="connsiteX9843" fmla="*/ 463942 w 1703319"/>
                  <a:gd name="connsiteY9843" fmla="*/ 71001 h 788789"/>
                  <a:gd name="connsiteX9844" fmla="*/ 466842 w 1703319"/>
                  <a:gd name="connsiteY9844" fmla="*/ 71001 h 788789"/>
                  <a:gd name="connsiteX9845" fmla="*/ 468292 w 1703319"/>
                  <a:gd name="connsiteY9845" fmla="*/ 70638 h 788789"/>
                  <a:gd name="connsiteX9846" fmla="*/ 468655 w 1703319"/>
                  <a:gd name="connsiteY9846" fmla="*/ 70276 h 788789"/>
                  <a:gd name="connsiteX9847" fmla="*/ 469017 w 1703319"/>
                  <a:gd name="connsiteY9847" fmla="*/ 69914 h 788789"/>
                  <a:gd name="connsiteX9848" fmla="*/ 469742 w 1703319"/>
                  <a:gd name="connsiteY9848" fmla="*/ 69914 h 788789"/>
                  <a:gd name="connsiteX9849" fmla="*/ 470467 w 1703319"/>
                  <a:gd name="connsiteY9849" fmla="*/ 69914 h 788789"/>
                  <a:gd name="connsiteX9850" fmla="*/ 475905 w 1703319"/>
                  <a:gd name="connsiteY9850" fmla="*/ 69914 h 788789"/>
                  <a:gd name="connsiteX9851" fmla="*/ 476630 w 1703319"/>
                  <a:gd name="connsiteY9851" fmla="*/ 69552 h 788789"/>
                  <a:gd name="connsiteX9852" fmla="*/ 477718 w 1703319"/>
                  <a:gd name="connsiteY9852" fmla="*/ 69552 h 788789"/>
                  <a:gd name="connsiteX9853" fmla="*/ 478080 w 1703319"/>
                  <a:gd name="connsiteY9853" fmla="*/ 69914 h 788789"/>
                  <a:gd name="connsiteX9854" fmla="*/ 478805 w 1703319"/>
                  <a:gd name="connsiteY9854" fmla="*/ 69914 h 788789"/>
                  <a:gd name="connsiteX9855" fmla="*/ 479168 w 1703319"/>
                  <a:gd name="connsiteY9855" fmla="*/ 69914 h 788789"/>
                  <a:gd name="connsiteX9856" fmla="*/ 479893 w 1703319"/>
                  <a:gd name="connsiteY9856" fmla="*/ 69552 h 788789"/>
                  <a:gd name="connsiteX9857" fmla="*/ 480255 w 1703319"/>
                  <a:gd name="connsiteY9857" fmla="*/ 69552 h 788789"/>
                  <a:gd name="connsiteX9858" fmla="*/ 480980 w 1703319"/>
                  <a:gd name="connsiteY9858" fmla="*/ 68827 h 788789"/>
                  <a:gd name="connsiteX9859" fmla="*/ 481705 w 1703319"/>
                  <a:gd name="connsiteY9859" fmla="*/ 68465 h 788789"/>
                  <a:gd name="connsiteX9860" fmla="*/ 480980 w 1703319"/>
                  <a:gd name="connsiteY9860" fmla="*/ 67740 h 788789"/>
                  <a:gd name="connsiteX9861" fmla="*/ 480255 w 1703319"/>
                  <a:gd name="connsiteY9861" fmla="*/ 67016 h 788789"/>
                  <a:gd name="connsiteX9862" fmla="*/ 479168 w 1703319"/>
                  <a:gd name="connsiteY9862" fmla="*/ 66654 h 788789"/>
                  <a:gd name="connsiteX9863" fmla="*/ 478443 w 1703319"/>
                  <a:gd name="connsiteY9863" fmla="*/ 66291 h 788789"/>
                  <a:gd name="connsiteX9864" fmla="*/ 477355 w 1703319"/>
                  <a:gd name="connsiteY9864" fmla="*/ 66291 h 788789"/>
                  <a:gd name="connsiteX9865" fmla="*/ 476268 w 1703319"/>
                  <a:gd name="connsiteY9865" fmla="*/ 67378 h 788789"/>
                  <a:gd name="connsiteX9866" fmla="*/ 475905 w 1703319"/>
                  <a:gd name="connsiteY9866" fmla="*/ 67740 h 788789"/>
                  <a:gd name="connsiteX9867" fmla="*/ 474818 w 1703319"/>
                  <a:gd name="connsiteY9867" fmla="*/ 68103 h 788789"/>
                  <a:gd name="connsiteX9868" fmla="*/ 473730 w 1703319"/>
                  <a:gd name="connsiteY9868" fmla="*/ 67740 h 788789"/>
                  <a:gd name="connsiteX9869" fmla="*/ 472642 w 1703319"/>
                  <a:gd name="connsiteY9869" fmla="*/ 67740 h 788789"/>
                  <a:gd name="connsiteX9870" fmla="*/ 470830 w 1703319"/>
                  <a:gd name="connsiteY9870" fmla="*/ 68103 h 788789"/>
                  <a:gd name="connsiteX9871" fmla="*/ 470467 w 1703319"/>
                  <a:gd name="connsiteY9871" fmla="*/ 67740 h 788789"/>
                  <a:gd name="connsiteX9872" fmla="*/ 470105 w 1703319"/>
                  <a:gd name="connsiteY9872" fmla="*/ 67378 h 788789"/>
                  <a:gd name="connsiteX9873" fmla="*/ 469017 w 1703319"/>
                  <a:gd name="connsiteY9873" fmla="*/ 67378 h 788789"/>
                  <a:gd name="connsiteX9874" fmla="*/ 468292 w 1703319"/>
                  <a:gd name="connsiteY9874" fmla="*/ 67740 h 788789"/>
                  <a:gd name="connsiteX9875" fmla="*/ 467205 w 1703319"/>
                  <a:gd name="connsiteY9875" fmla="*/ 68465 h 788789"/>
                  <a:gd name="connsiteX9876" fmla="*/ 466480 w 1703319"/>
                  <a:gd name="connsiteY9876" fmla="*/ 68465 h 788789"/>
                  <a:gd name="connsiteX9877" fmla="*/ 465392 w 1703319"/>
                  <a:gd name="connsiteY9877" fmla="*/ 68103 h 788789"/>
                  <a:gd name="connsiteX9878" fmla="*/ 465392 w 1703319"/>
                  <a:gd name="connsiteY9878" fmla="*/ 67740 h 788789"/>
                  <a:gd name="connsiteX9879" fmla="*/ 465392 w 1703319"/>
                  <a:gd name="connsiteY9879" fmla="*/ 67016 h 788789"/>
                  <a:gd name="connsiteX9880" fmla="*/ 464667 w 1703319"/>
                  <a:gd name="connsiteY9880" fmla="*/ 66654 h 788789"/>
                  <a:gd name="connsiteX9881" fmla="*/ 463580 w 1703319"/>
                  <a:gd name="connsiteY9881" fmla="*/ 65929 h 788789"/>
                  <a:gd name="connsiteX9882" fmla="*/ 463217 w 1703319"/>
                  <a:gd name="connsiteY9882" fmla="*/ 66291 h 788789"/>
                  <a:gd name="connsiteX9883" fmla="*/ 462130 w 1703319"/>
                  <a:gd name="connsiteY9883" fmla="*/ 66291 h 788789"/>
                  <a:gd name="connsiteX9884" fmla="*/ 460679 w 1703319"/>
                  <a:gd name="connsiteY9884" fmla="*/ 66291 h 788789"/>
                  <a:gd name="connsiteX9885" fmla="*/ 459954 w 1703319"/>
                  <a:gd name="connsiteY9885" fmla="*/ 65929 h 788789"/>
                  <a:gd name="connsiteX9886" fmla="*/ 459229 w 1703319"/>
                  <a:gd name="connsiteY9886" fmla="*/ 65567 h 788789"/>
                  <a:gd name="connsiteX9887" fmla="*/ 458867 w 1703319"/>
                  <a:gd name="connsiteY9887" fmla="*/ 65205 h 788789"/>
                  <a:gd name="connsiteX9888" fmla="*/ 458504 w 1703319"/>
                  <a:gd name="connsiteY9888" fmla="*/ 65205 h 788789"/>
                  <a:gd name="connsiteX9889" fmla="*/ 457054 w 1703319"/>
                  <a:gd name="connsiteY9889" fmla="*/ 64842 h 788789"/>
                  <a:gd name="connsiteX9890" fmla="*/ 455604 w 1703319"/>
                  <a:gd name="connsiteY9890" fmla="*/ 64842 h 788789"/>
                  <a:gd name="connsiteX9891" fmla="*/ 454879 w 1703319"/>
                  <a:gd name="connsiteY9891" fmla="*/ 64480 h 788789"/>
                  <a:gd name="connsiteX9892" fmla="*/ 453792 w 1703319"/>
                  <a:gd name="connsiteY9892" fmla="*/ 64118 h 788789"/>
                  <a:gd name="connsiteX9893" fmla="*/ 452704 w 1703319"/>
                  <a:gd name="connsiteY9893" fmla="*/ 63756 h 788789"/>
                  <a:gd name="connsiteX9894" fmla="*/ 452704 w 1703319"/>
                  <a:gd name="connsiteY9894" fmla="*/ 63393 h 788789"/>
                  <a:gd name="connsiteX9895" fmla="*/ 451617 w 1703319"/>
                  <a:gd name="connsiteY9895" fmla="*/ 63031 h 788789"/>
                  <a:gd name="connsiteX9896" fmla="*/ 451254 w 1703319"/>
                  <a:gd name="connsiteY9896" fmla="*/ 62669 h 788789"/>
                  <a:gd name="connsiteX9897" fmla="*/ 449804 w 1703319"/>
                  <a:gd name="connsiteY9897" fmla="*/ 61944 h 788789"/>
                  <a:gd name="connsiteX9898" fmla="*/ 449804 w 1703319"/>
                  <a:gd name="connsiteY9898" fmla="*/ 61220 h 788789"/>
                  <a:gd name="connsiteX9899" fmla="*/ 449804 w 1703319"/>
                  <a:gd name="connsiteY9899" fmla="*/ 60858 h 788789"/>
                  <a:gd name="connsiteX9900" fmla="*/ 450529 w 1703319"/>
                  <a:gd name="connsiteY9900" fmla="*/ 60495 h 788789"/>
                  <a:gd name="connsiteX9901" fmla="*/ 450529 w 1703319"/>
                  <a:gd name="connsiteY9901" fmla="*/ 59409 h 788789"/>
                  <a:gd name="connsiteX9902" fmla="*/ 451254 w 1703319"/>
                  <a:gd name="connsiteY9902" fmla="*/ 58684 h 788789"/>
                  <a:gd name="connsiteX9903" fmla="*/ 451617 w 1703319"/>
                  <a:gd name="connsiteY9903" fmla="*/ 58322 h 788789"/>
                  <a:gd name="connsiteX9904" fmla="*/ 452342 w 1703319"/>
                  <a:gd name="connsiteY9904" fmla="*/ 58684 h 788789"/>
                  <a:gd name="connsiteX9905" fmla="*/ 453429 w 1703319"/>
                  <a:gd name="connsiteY9905" fmla="*/ 59046 h 788789"/>
                  <a:gd name="connsiteX9906" fmla="*/ 454154 w 1703319"/>
                  <a:gd name="connsiteY9906" fmla="*/ 58322 h 788789"/>
                  <a:gd name="connsiteX9907" fmla="*/ 454517 w 1703319"/>
                  <a:gd name="connsiteY9907" fmla="*/ 57960 h 788789"/>
                  <a:gd name="connsiteX9908" fmla="*/ 454517 w 1703319"/>
                  <a:gd name="connsiteY9908" fmla="*/ 57597 h 788789"/>
                  <a:gd name="connsiteX9909" fmla="*/ 454879 w 1703319"/>
                  <a:gd name="connsiteY9909" fmla="*/ 57235 h 788789"/>
                  <a:gd name="connsiteX9910" fmla="*/ 455604 w 1703319"/>
                  <a:gd name="connsiteY9910" fmla="*/ 56873 h 788789"/>
                  <a:gd name="connsiteX9911" fmla="*/ 457779 w 1703319"/>
                  <a:gd name="connsiteY9911" fmla="*/ 56873 h 788789"/>
                  <a:gd name="connsiteX9912" fmla="*/ 458867 w 1703319"/>
                  <a:gd name="connsiteY9912" fmla="*/ 56873 h 788789"/>
                  <a:gd name="connsiteX9913" fmla="*/ 459954 w 1703319"/>
                  <a:gd name="connsiteY9913" fmla="*/ 56511 h 788789"/>
                  <a:gd name="connsiteX9914" fmla="*/ 460317 w 1703319"/>
                  <a:gd name="connsiteY9914" fmla="*/ 55786 h 788789"/>
                  <a:gd name="connsiteX9915" fmla="*/ 461405 w 1703319"/>
                  <a:gd name="connsiteY9915" fmla="*/ 55786 h 788789"/>
                  <a:gd name="connsiteX9916" fmla="*/ 462492 w 1703319"/>
                  <a:gd name="connsiteY9916" fmla="*/ 55786 h 788789"/>
                  <a:gd name="connsiteX9917" fmla="*/ 462855 w 1703319"/>
                  <a:gd name="connsiteY9917" fmla="*/ 55424 h 788789"/>
                  <a:gd name="connsiteX9918" fmla="*/ 464305 w 1703319"/>
                  <a:gd name="connsiteY9918" fmla="*/ 55786 h 788789"/>
                  <a:gd name="connsiteX9919" fmla="*/ 466842 w 1703319"/>
                  <a:gd name="connsiteY9919" fmla="*/ 55062 h 788789"/>
                  <a:gd name="connsiteX9920" fmla="*/ 467930 w 1703319"/>
                  <a:gd name="connsiteY9920" fmla="*/ 54337 h 788789"/>
                  <a:gd name="connsiteX9921" fmla="*/ 468292 w 1703319"/>
                  <a:gd name="connsiteY9921" fmla="*/ 53613 h 788789"/>
                  <a:gd name="connsiteX9922" fmla="*/ 468655 w 1703319"/>
                  <a:gd name="connsiteY9922" fmla="*/ 53250 h 788789"/>
                  <a:gd name="connsiteX9923" fmla="*/ 469017 w 1703319"/>
                  <a:gd name="connsiteY9923" fmla="*/ 52888 h 788789"/>
                  <a:gd name="connsiteX9924" fmla="*/ 470467 w 1703319"/>
                  <a:gd name="connsiteY9924" fmla="*/ 52526 h 788789"/>
                  <a:gd name="connsiteX9925" fmla="*/ 471917 w 1703319"/>
                  <a:gd name="connsiteY9925" fmla="*/ 52526 h 788789"/>
                  <a:gd name="connsiteX9926" fmla="*/ 472642 w 1703319"/>
                  <a:gd name="connsiteY9926" fmla="*/ 52888 h 788789"/>
                  <a:gd name="connsiteX9927" fmla="*/ 473368 w 1703319"/>
                  <a:gd name="connsiteY9927" fmla="*/ 52888 h 788789"/>
                  <a:gd name="connsiteX9928" fmla="*/ 474093 w 1703319"/>
                  <a:gd name="connsiteY9928" fmla="*/ 52164 h 788789"/>
                  <a:gd name="connsiteX9929" fmla="*/ 475180 w 1703319"/>
                  <a:gd name="connsiteY9929" fmla="*/ 51801 h 788789"/>
                  <a:gd name="connsiteX9930" fmla="*/ 475905 w 1703319"/>
                  <a:gd name="connsiteY9930" fmla="*/ 51439 h 788789"/>
                  <a:gd name="connsiteX9931" fmla="*/ 476993 w 1703319"/>
                  <a:gd name="connsiteY9931" fmla="*/ 51077 h 788789"/>
                  <a:gd name="connsiteX9932" fmla="*/ 477718 w 1703319"/>
                  <a:gd name="connsiteY9932" fmla="*/ 50715 h 788789"/>
                  <a:gd name="connsiteX9933" fmla="*/ 478805 w 1703319"/>
                  <a:gd name="connsiteY9933" fmla="*/ 51077 h 788789"/>
                  <a:gd name="connsiteX9934" fmla="*/ 479530 w 1703319"/>
                  <a:gd name="connsiteY9934" fmla="*/ 51077 h 788789"/>
                  <a:gd name="connsiteX9935" fmla="*/ 479893 w 1703319"/>
                  <a:gd name="connsiteY9935" fmla="*/ 51077 h 788789"/>
                  <a:gd name="connsiteX9936" fmla="*/ 480255 w 1703319"/>
                  <a:gd name="connsiteY9936" fmla="*/ 51077 h 788789"/>
                  <a:gd name="connsiteX9937" fmla="*/ 480980 w 1703319"/>
                  <a:gd name="connsiteY9937" fmla="*/ 50715 h 788789"/>
                  <a:gd name="connsiteX9938" fmla="*/ 481705 w 1703319"/>
                  <a:gd name="connsiteY9938" fmla="*/ 50715 h 788789"/>
                  <a:gd name="connsiteX9939" fmla="*/ 482068 w 1703319"/>
                  <a:gd name="connsiteY9939" fmla="*/ 50715 h 788789"/>
                  <a:gd name="connsiteX9940" fmla="*/ 482793 w 1703319"/>
                  <a:gd name="connsiteY9940" fmla="*/ 50352 h 788789"/>
                  <a:gd name="connsiteX9941" fmla="*/ 483880 w 1703319"/>
                  <a:gd name="connsiteY9941" fmla="*/ 49990 h 788789"/>
                  <a:gd name="connsiteX9942" fmla="*/ 484606 w 1703319"/>
                  <a:gd name="connsiteY9942" fmla="*/ 49266 h 788789"/>
                  <a:gd name="connsiteX9943" fmla="*/ 485331 w 1703319"/>
                  <a:gd name="connsiteY9943" fmla="*/ 48903 h 788789"/>
                  <a:gd name="connsiteX9944" fmla="*/ 485693 w 1703319"/>
                  <a:gd name="connsiteY9944" fmla="*/ 48179 h 788789"/>
                  <a:gd name="connsiteX9945" fmla="*/ 486056 w 1703319"/>
                  <a:gd name="connsiteY9945" fmla="*/ 47817 h 788789"/>
                  <a:gd name="connsiteX9946" fmla="*/ 486418 w 1703319"/>
                  <a:gd name="connsiteY9946" fmla="*/ 47817 h 788789"/>
                  <a:gd name="connsiteX9947" fmla="*/ 487143 w 1703319"/>
                  <a:gd name="connsiteY9947" fmla="*/ 47454 h 788789"/>
                  <a:gd name="connsiteX9948" fmla="*/ 487143 w 1703319"/>
                  <a:gd name="connsiteY9948" fmla="*/ 47092 h 788789"/>
                  <a:gd name="connsiteX9949" fmla="*/ 487143 w 1703319"/>
                  <a:gd name="connsiteY9949" fmla="*/ 46730 h 788789"/>
                  <a:gd name="connsiteX9950" fmla="*/ 487143 w 1703319"/>
                  <a:gd name="connsiteY9950" fmla="*/ 46005 h 788789"/>
                  <a:gd name="connsiteX9951" fmla="*/ 486781 w 1703319"/>
                  <a:gd name="connsiteY9951" fmla="*/ 45281 h 788789"/>
                  <a:gd name="connsiteX9952" fmla="*/ 486781 w 1703319"/>
                  <a:gd name="connsiteY9952" fmla="*/ 44556 h 788789"/>
                  <a:gd name="connsiteX9953" fmla="*/ 486781 w 1703319"/>
                  <a:gd name="connsiteY9953" fmla="*/ 43470 h 788789"/>
                  <a:gd name="connsiteX9954" fmla="*/ 486781 w 1703319"/>
                  <a:gd name="connsiteY9954" fmla="*/ 42745 h 788789"/>
                  <a:gd name="connsiteX9955" fmla="*/ 487506 w 1703319"/>
                  <a:gd name="connsiteY9955" fmla="*/ 42021 h 788789"/>
                  <a:gd name="connsiteX9956" fmla="*/ 488231 w 1703319"/>
                  <a:gd name="connsiteY9956" fmla="*/ 41658 h 788789"/>
                  <a:gd name="connsiteX9957" fmla="*/ 488956 w 1703319"/>
                  <a:gd name="connsiteY9957" fmla="*/ 41658 h 788789"/>
                  <a:gd name="connsiteX9958" fmla="*/ 490043 w 1703319"/>
                  <a:gd name="connsiteY9958" fmla="*/ 40934 h 788789"/>
                  <a:gd name="connsiteX9959" fmla="*/ 490768 w 1703319"/>
                  <a:gd name="connsiteY9959" fmla="*/ 40572 h 788789"/>
                  <a:gd name="connsiteX9960" fmla="*/ 491493 w 1703319"/>
                  <a:gd name="connsiteY9960" fmla="*/ 40209 h 788789"/>
                  <a:gd name="connsiteX9961" fmla="*/ 491131 w 1703319"/>
                  <a:gd name="connsiteY9961" fmla="*/ 40209 h 788789"/>
                  <a:gd name="connsiteX9962" fmla="*/ 490768 w 1703319"/>
                  <a:gd name="connsiteY9962" fmla="*/ 40209 h 788789"/>
                  <a:gd name="connsiteX9963" fmla="*/ 490043 w 1703319"/>
                  <a:gd name="connsiteY9963" fmla="*/ 40209 h 788789"/>
                  <a:gd name="connsiteX9964" fmla="*/ 489681 w 1703319"/>
                  <a:gd name="connsiteY9964" fmla="*/ 40572 h 788789"/>
                  <a:gd name="connsiteX9965" fmla="*/ 488956 w 1703319"/>
                  <a:gd name="connsiteY9965" fmla="*/ 40934 h 788789"/>
                  <a:gd name="connsiteX9966" fmla="*/ 488231 w 1703319"/>
                  <a:gd name="connsiteY9966" fmla="*/ 41296 h 788789"/>
                  <a:gd name="connsiteX9967" fmla="*/ 487506 w 1703319"/>
                  <a:gd name="connsiteY9967" fmla="*/ 41296 h 788789"/>
                  <a:gd name="connsiteX9968" fmla="*/ 486418 w 1703319"/>
                  <a:gd name="connsiteY9968" fmla="*/ 41296 h 788789"/>
                  <a:gd name="connsiteX9969" fmla="*/ 485693 w 1703319"/>
                  <a:gd name="connsiteY9969" fmla="*/ 41296 h 788789"/>
                  <a:gd name="connsiteX9970" fmla="*/ 484968 w 1703319"/>
                  <a:gd name="connsiteY9970" fmla="*/ 41296 h 788789"/>
                  <a:gd name="connsiteX9971" fmla="*/ 484243 w 1703319"/>
                  <a:gd name="connsiteY9971" fmla="*/ 41658 h 788789"/>
                  <a:gd name="connsiteX9972" fmla="*/ 483518 w 1703319"/>
                  <a:gd name="connsiteY9972" fmla="*/ 41658 h 788789"/>
                  <a:gd name="connsiteX9973" fmla="*/ 482793 w 1703319"/>
                  <a:gd name="connsiteY9973" fmla="*/ 42021 h 788789"/>
                  <a:gd name="connsiteX9974" fmla="*/ 482068 w 1703319"/>
                  <a:gd name="connsiteY9974" fmla="*/ 42021 h 788789"/>
                  <a:gd name="connsiteX9975" fmla="*/ 481343 w 1703319"/>
                  <a:gd name="connsiteY9975" fmla="*/ 41296 h 788789"/>
                  <a:gd name="connsiteX9976" fmla="*/ 480255 w 1703319"/>
                  <a:gd name="connsiteY9976" fmla="*/ 40934 h 788789"/>
                  <a:gd name="connsiteX9977" fmla="*/ 479168 w 1703319"/>
                  <a:gd name="connsiteY9977" fmla="*/ 40934 h 788789"/>
                  <a:gd name="connsiteX9978" fmla="*/ 478443 w 1703319"/>
                  <a:gd name="connsiteY9978" fmla="*/ 40934 h 788789"/>
                  <a:gd name="connsiteX9979" fmla="*/ 477718 w 1703319"/>
                  <a:gd name="connsiteY9979" fmla="*/ 40934 h 788789"/>
                  <a:gd name="connsiteX9980" fmla="*/ 476630 w 1703319"/>
                  <a:gd name="connsiteY9980" fmla="*/ 40934 h 788789"/>
                  <a:gd name="connsiteX9981" fmla="*/ 475905 w 1703319"/>
                  <a:gd name="connsiteY9981" fmla="*/ 40572 h 788789"/>
                  <a:gd name="connsiteX9982" fmla="*/ 475543 w 1703319"/>
                  <a:gd name="connsiteY9982" fmla="*/ 40209 h 788789"/>
                  <a:gd name="connsiteX9983" fmla="*/ 475543 w 1703319"/>
                  <a:gd name="connsiteY9983" fmla="*/ 39123 h 788789"/>
                  <a:gd name="connsiteX9984" fmla="*/ 475905 w 1703319"/>
                  <a:gd name="connsiteY9984" fmla="*/ 38398 h 788789"/>
                  <a:gd name="connsiteX9985" fmla="*/ 476630 w 1703319"/>
                  <a:gd name="connsiteY9985" fmla="*/ 38036 h 788789"/>
                  <a:gd name="connsiteX9986" fmla="*/ 478080 w 1703319"/>
                  <a:gd name="connsiteY9986" fmla="*/ 36949 h 788789"/>
                  <a:gd name="connsiteX9987" fmla="*/ 478805 w 1703319"/>
                  <a:gd name="connsiteY9987" fmla="*/ 36587 h 788789"/>
                  <a:gd name="connsiteX9988" fmla="*/ 479530 w 1703319"/>
                  <a:gd name="connsiteY9988" fmla="*/ 35862 h 788789"/>
                  <a:gd name="connsiteX9989" fmla="*/ 481343 w 1703319"/>
                  <a:gd name="connsiteY9989" fmla="*/ 35500 h 788789"/>
                  <a:gd name="connsiteX9990" fmla="*/ 481705 w 1703319"/>
                  <a:gd name="connsiteY9990" fmla="*/ 35138 h 788789"/>
                  <a:gd name="connsiteX9991" fmla="*/ 482430 w 1703319"/>
                  <a:gd name="connsiteY9991" fmla="*/ 34776 h 788789"/>
                  <a:gd name="connsiteX9992" fmla="*/ 482793 w 1703319"/>
                  <a:gd name="connsiteY9992" fmla="*/ 34776 h 788789"/>
                  <a:gd name="connsiteX9993" fmla="*/ 483518 w 1703319"/>
                  <a:gd name="connsiteY9993" fmla="*/ 34776 h 788789"/>
                  <a:gd name="connsiteX9994" fmla="*/ 484243 w 1703319"/>
                  <a:gd name="connsiteY9994" fmla="*/ 34413 h 788789"/>
                  <a:gd name="connsiteX9995" fmla="*/ 484968 w 1703319"/>
                  <a:gd name="connsiteY9995" fmla="*/ 34051 h 788789"/>
                  <a:gd name="connsiteX9996" fmla="*/ 485331 w 1703319"/>
                  <a:gd name="connsiteY9996" fmla="*/ 33327 h 788789"/>
                  <a:gd name="connsiteX9997" fmla="*/ 485331 w 1703319"/>
                  <a:gd name="connsiteY9997" fmla="*/ 32964 h 788789"/>
                  <a:gd name="connsiteX9998" fmla="*/ 485693 w 1703319"/>
                  <a:gd name="connsiteY9998" fmla="*/ 32964 h 788789"/>
                  <a:gd name="connsiteX9999" fmla="*/ 486418 w 1703319"/>
                  <a:gd name="connsiteY9999" fmla="*/ 32602 h 788789"/>
                  <a:gd name="connsiteX10000" fmla="*/ 487506 w 1703319"/>
                  <a:gd name="connsiteY10000" fmla="*/ 32602 h 788789"/>
                  <a:gd name="connsiteX10001" fmla="*/ 487506 w 1703319"/>
                  <a:gd name="connsiteY10001" fmla="*/ 32240 h 788789"/>
                  <a:gd name="connsiteX10002" fmla="*/ 487868 w 1703319"/>
                  <a:gd name="connsiteY10002" fmla="*/ 31878 h 788789"/>
                  <a:gd name="connsiteX10003" fmla="*/ 489681 w 1703319"/>
                  <a:gd name="connsiteY10003" fmla="*/ 30429 h 788789"/>
                  <a:gd name="connsiteX10004" fmla="*/ 490406 w 1703319"/>
                  <a:gd name="connsiteY10004" fmla="*/ 30066 h 788789"/>
                  <a:gd name="connsiteX10005" fmla="*/ 490768 w 1703319"/>
                  <a:gd name="connsiteY10005" fmla="*/ 30066 h 788789"/>
                  <a:gd name="connsiteX10006" fmla="*/ 492218 w 1703319"/>
                  <a:gd name="connsiteY10006" fmla="*/ 30066 h 788789"/>
                  <a:gd name="connsiteX10007" fmla="*/ 492581 w 1703319"/>
                  <a:gd name="connsiteY10007" fmla="*/ 30066 h 788789"/>
                  <a:gd name="connsiteX10008" fmla="*/ 494393 w 1703319"/>
                  <a:gd name="connsiteY10008" fmla="*/ 30791 h 788789"/>
                  <a:gd name="connsiteX10009" fmla="*/ 494756 w 1703319"/>
                  <a:gd name="connsiteY10009" fmla="*/ 31153 h 788789"/>
                  <a:gd name="connsiteX10010" fmla="*/ 495118 w 1703319"/>
                  <a:gd name="connsiteY10010" fmla="*/ 31153 h 788789"/>
                  <a:gd name="connsiteX10011" fmla="*/ 495481 w 1703319"/>
                  <a:gd name="connsiteY10011" fmla="*/ 31878 h 788789"/>
                  <a:gd name="connsiteX10012" fmla="*/ 495843 w 1703319"/>
                  <a:gd name="connsiteY10012" fmla="*/ 32240 h 788789"/>
                  <a:gd name="connsiteX10013" fmla="*/ 495843 w 1703319"/>
                  <a:gd name="connsiteY10013" fmla="*/ 31878 h 788789"/>
                  <a:gd name="connsiteX10014" fmla="*/ 495118 w 1703319"/>
                  <a:gd name="connsiteY10014" fmla="*/ 30791 h 788789"/>
                  <a:gd name="connsiteX10015" fmla="*/ 495118 w 1703319"/>
                  <a:gd name="connsiteY10015" fmla="*/ 29704 h 788789"/>
                  <a:gd name="connsiteX10016" fmla="*/ 495481 w 1703319"/>
                  <a:gd name="connsiteY10016" fmla="*/ 28980 h 788789"/>
                  <a:gd name="connsiteX10017" fmla="*/ 496569 w 1703319"/>
                  <a:gd name="connsiteY10017" fmla="*/ 28980 h 788789"/>
                  <a:gd name="connsiteX10018" fmla="*/ 498019 w 1703319"/>
                  <a:gd name="connsiteY10018" fmla="*/ 28617 h 788789"/>
                  <a:gd name="connsiteX10019" fmla="*/ 499831 w 1703319"/>
                  <a:gd name="connsiteY10019" fmla="*/ 28617 h 788789"/>
                  <a:gd name="connsiteX10020" fmla="*/ 501281 w 1703319"/>
                  <a:gd name="connsiteY10020" fmla="*/ 29342 h 788789"/>
                  <a:gd name="connsiteX10021" fmla="*/ 501644 w 1703319"/>
                  <a:gd name="connsiteY10021" fmla="*/ 29342 h 788789"/>
                  <a:gd name="connsiteX10022" fmla="*/ 502369 w 1703319"/>
                  <a:gd name="connsiteY10022" fmla="*/ 30066 h 788789"/>
                  <a:gd name="connsiteX10023" fmla="*/ 503094 w 1703319"/>
                  <a:gd name="connsiteY10023" fmla="*/ 30429 h 788789"/>
                  <a:gd name="connsiteX10024" fmla="*/ 504544 w 1703319"/>
                  <a:gd name="connsiteY10024" fmla="*/ 30429 h 788789"/>
                  <a:gd name="connsiteX10025" fmla="*/ 504906 w 1703319"/>
                  <a:gd name="connsiteY10025" fmla="*/ 30066 h 788789"/>
                  <a:gd name="connsiteX10026" fmla="*/ 505269 w 1703319"/>
                  <a:gd name="connsiteY10026" fmla="*/ 29704 h 788789"/>
                  <a:gd name="connsiteX10027" fmla="*/ 505269 w 1703319"/>
                  <a:gd name="connsiteY10027" fmla="*/ 28980 h 788789"/>
                  <a:gd name="connsiteX10028" fmla="*/ 504544 w 1703319"/>
                  <a:gd name="connsiteY10028" fmla="*/ 28255 h 788789"/>
                  <a:gd name="connsiteX10029" fmla="*/ 504544 w 1703319"/>
                  <a:gd name="connsiteY10029" fmla="*/ 27168 h 788789"/>
                  <a:gd name="connsiteX10030" fmla="*/ 505631 w 1703319"/>
                  <a:gd name="connsiteY10030" fmla="*/ 26444 h 788789"/>
                  <a:gd name="connsiteX10031" fmla="*/ 506356 w 1703319"/>
                  <a:gd name="connsiteY10031" fmla="*/ 26082 h 788789"/>
                  <a:gd name="connsiteX10032" fmla="*/ 506356 w 1703319"/>
                  <a:gd name="connsiteY10032" fmla="*/ 25357 h 788789"/>
                  <a:gd name="connsiteX10033" fmla="*/ 505994 w 1703319"/>
                  <a:gd name="connsiteY10033" fmla="*/ 24995 h 788789"/>
                  <a:gd name="connsiteX10034" fmla="*/ 504906 w 1703319"/>
                  <a:gd name="connsiteY10034" fmla="*/ 24271 h 788789"/>
                  <a:gd name="connsiteX10035" fmla="*/ 504544 w 1703319"/>
                  <a:gd name="connsiteY10035" fmla="*/ 23908 h 788789"/>
                  <a:gd name="connsiteX10036" fmla="*/ 504181 w 1703319"/>
                  <a:gd name="connsiteY10036" fmla="*/ 22459 h 788789"/>
                  <a:gd name="connsiteX10037" fmla="*/ 505269 w 1703319"/>
                  <a:gd name="connsiteY10037" fmla="*/ 21373 h 788789"/>
                  <a:gd name="connsiteX10038" fmla="*/ 508169 w 1703319"/>
                  <a:gd name="connsiteY10038" fmla="*/ 21010 h 788789"/>
                  <a:gd name="connsiteX10039" fmla="*/ 509257 w 1703319"/>
                  <a:gd name="connsiteY10039" fmla="*/ 20286 h 788789"/>
                  <a:gd name="connsiteX10040" fmla="*/ 510344 w 1703319"/>
                  <a:gd name="connsiteY10040" fmla="*/ 20286 h 788789"/>
                  <a:gd name="connsiteX10041" fmla="*/ 510707 w 1703319"/>
                  <a:gd name="connsiteY10041" fmla="*/ 20286 h 788789"/>
                  <a:gd name="connsiteX10042" fmla="*/ 512157 w 1703319"/>
                  <a:gd name="connsiteY10042" fmla="*/ 20286 h 788789"/>
                  <a:gd name="connsiteX10043" fmla="*/ 513607 w 1703319"/>
                  <a:gd name="connsiteY10043" fmla="*/ 20286 h 788789"/>
                  <a:gd name="connsiteX10044" fmla="*/ 514694 w 1703319"/>
                  <a:gd name="connsiteY10044" fmla="*/ 21010 h 788789"/>
                  <a:gd name="connsiteX10045" fmla="*/ 515419 w 1703319"/>
                  <a:gd name="connsiteY10045" fmla="*/ 21373 h 788789"/>
                  <a:gd name="connsiteX10046" fmla="*/ 516144 w 1703319"/>
                  <a:gd name="connsiteY10046" fmla="*/ 21735 h 788789"/>
                  <a:gd name="connsiteX10047" fmla="*/ 516507 w 1703319"/>
                  <a:gd name="connsiteY10047" fmla="*/ 22822 h 788789"/>
                  <a:gd name="connsiteX10048" fmla="*/ 518682 w 1703319"/>
                  <a:gd name="connsiteY10048" fmla="*/ 24271 h 788789"/>
                  <a:gd name="connsiteX10049" fmla="*/ 520132 w 1703319"/>
                  <a:gd name="connsiteY10049" fmla="*/ 24271 h 788789"/>
                  <a:gd name="connsiteX10050" fmla="*/ 521220 w 1703319"/>
                  <a:gd name="connsiteY10050" fmla="*/ 24271 h 788789"/>
                  <a:gd name="connsiteX10051" fmla="*/ 523757 w 1703319"/>
                  <a:gd name="connsiteY10051" fmla="*/ 25357 h 788789"/>
                  <a:gd name="connsiteX10052" fmla="*/ 524120 w 1703319"/>
                  <a:gd name="connsiteY10052" fmla="*/ 26082 h 788789"/>
                  <a:gd name="connsiteX10053" fmla="*/ 524845 w 1703319"/>
                  <a:gd name="connsiteY10053" fmla="*/ 26444 h 788789"/>
                  <a:gd name="connsiteX10054" fmla="*/ 526657 w 1703319"/>
                  <a:gd name="connsiteY10054" fmla="*/ 27168 h 788789"/>
                  <a:gd name="connsiteX10055" fmla="*/ 527020 w 1703319"/>
                  <a:gd name="connsiteY10055" fmla="*/ 26806 h 788789"/>
                  <a:gd name="connsiteX10056" fmla="*/ 525932 w 1703319"/>
                  <a:gd name="connsiteY10056" fmla="*/ 26082 h 788789"/>
                  <a:gd name="connsiteX10057" fmla="*/ 524482 w 1703319"/>
                  <a:gd name="connsiteY10057" fmla="*/ 25357 h 788789"/>
                  <a:gd name="connsiteX10058" fmla="*/ 523395 w 1703319"/>
                  <a:gd name="connsiteY10058" fmla="*/ 24633 h 788789"/>
                  <a:gd name="connsiteX10059" fmla="*/ 523032 w 1703319"/>
                  <a:gd name="connsiteY10059" fmla="*/ 24271 h 788789"/>
                  <a:gd name="connsiteX10060" fmla="*/ 521945 w 1703319"/>
                  <a:gd name="connsiteY10060" fmla="*/ 23908 h 788789"/>
                  <a:gd name="connsiteX10061" fmla="*/ 520857 w 1703319"/>
                  <a:gd name="connsiteY10061" fmla="*/ 23546 h 788789"/>
                  <a:gd name="connsiteX10062" fmla="*/ 519407 w 1703319"/>
                  <a:gd name="connsiteY10062" fmla="*/ 23546 h 788789"/>
                  <a:gd name="connsiteX10063" fmla="*/ 517594 w 1703319"/>
                  <a:gd name="connsiteY10063" fmla="*/ 22459 h 788789"/>
                  <a:gd name="connsiteX10064" fmla="*/ 516869 w 1703319"/>
                  <a:gd name="connsiteY10064" fmla="*/ 21735 h 788789"/>
                  <a:gd name="connsiteX10065" fmla="*/ 516507 w 1703319"/>
                  <a:gd name="connsiteY10065" fmla="*/ 21373 h 788789"/>
                  <a:gd name="connsiteX10066" fmla="*/ 515419 w 1703319"/>
                  <a:gd name="connsiteY10066" fmla="*/ 20648 h 788789"/>
                  <a:gd name="connsiteX10067" fmla="*/ 514694 w 1703319"/>
                  <a:gd name="connsiteY10067" fmla="*/ 20286 h 788789"/>
                  <a:gd name="connsiteX10068" fmla="*/ 513969 w 1703319"/>
                  <a:gd name="connsiteY10068" fmla="*/ 19924 h 788789"/>
                  <a:gd name="connsiteX10069" fmla="*/ 515057 w 1703319"/>
                  <a:gd name="connsiteY10069" fmla="*/ 19199 h 788789"/>
                  <a:gd name="connsiteX10070" fmla="*/ 516144 w 1703319"/>
                  <a:gd name="connsiteY10070" fmla="*/ 18837 h 788789"/>
                  <a:gd name="connsiteX10071" fmla="*/ 517232 w 1703319"/>
                  <a:gd name="connsiteY10071" fmla="*/ 18475 h 788789"/>
                  <a:gd name="connsiteX10072" fmla="*/ 518682 w 1703319"/>
                  <a:gd name="connsiteY10072" fmla="*/ 18475 h 788789"/>
                  <a:gd name="connsiteX10073" fmla="*/ 519770 w 1703319"/>
                  <a:gd name="connsiteY10073" fmla="*/ 18475 h 788789"/>
                  <a:gd name="connsiteX10074" fmla="*/ 521582 w 1703319"/>
                  <a:gd name="connsiteY10074" fmla="*/ 18112 h 788789"/>
                  <a:gd name="connsiteX10075" fmla="*/ 522670 w 1703319"/>
                  <a:gd name="connsiteY10075" fmla="*/ 18112 h 788789"/>
                  <a:gd name="connsiteX10076" fmla="*/ 523032 w 1703319"/>
                  <a:gd name="connsiteY10076" fmla="*/ 17750 h 788789"/>
                  <a:gd name="connsiteX10077" fmla="*/ 524845 w 1703319"/>
                  <a:gd name="connsiteY10077" fmla="*/ 17750 h 788789"/>
                  <a:gd name="connsiteX10078" fmla="*/ 525207 w 1703319"/>
                  <a:gd name="connsiteY10078" fmla="*/ 18112 h 788789"/>
                  <a:gd name="connsiteX10079" fmla="*/ 526295 w 1703319"/>
                  <a:gd name="connsiteY10079" fmla="*/ 18112 h 788789"/>
                  <a:gd name="connsiteX10080" fmla="*/ 526657 w 1703319"/>
                  <a:gd name="connsiteY10080" fmla="*/ 17750 h 788789"/>
                  <a:gd name="connsiteX10081" fmla="*/ 527382 w 1703319"/>
                  <a:gd name="connsiteY10081" fmla="*/ 17388 h 788789"/>
                  <a:gd name="connsiteX10082" fmla="*/ 527745 w 1703319"/>
                  <a:gd name="connsiteY10082" fmla="*/ 17388 h 788789"/>
                  <a:gd name="connsiteX10083" fmla="*/ 528470 w 1703319"/>
                  <a:gd name="connsiteY10083" fmla="*/ 18112 h 788789"/>
                  <a:gd name="connsiteX10084" fmla="*/ 529195 w 1703319"/>
                  <a:gd name="connsiteY10084" fmla="*/ 18112 h 788789"/>
                  <a:gd name="connsiteX10085" fmla="*/ 529557 w 1703319"/>
                  <a:gd name="connsiteY10085" fmla="*/ 17026 h 788789"/>
                  <a:gd name="connsiteX10086" fmla="*/ 529920 w 1703319"/>
                  <a:gd name="connsiteY10086" fmla="*/ 16663 h 788789"/>
                  <a:gd name="connsiteX10087" fmla="*/ 531370 w 1703319"/>
                  <a:gd name="connsiteY10087" fmla="*/ 16663 h 788789"/>
                  <a:gd name="connsiteX10088" fmla="*/ 532458 w 1703319"/>
                  <a:gd name="connsiteY10088" fmla="*/ 15939 h 788789"/>
                  <a:gd name="connsiteX10089" fmla="*/ 533183 w 1703319"/>
                  <a:gd name="connsiteY10089" fmla="*/ 15577 h 788789"/>
                  <a:gd name="connsiteX10090" fmla="*/ 534270 w 1703319"/>
                  <a:gd name="connsiteY10090" fmla="*/ 15214 h 788789"/>
                  <a:gd name="connsiteX10091" fmla="*/ 535358 w 1703319"/>
                  <a:gd name="connsiteY10091" fmla="*/ 14852 h 788789"/>
                  <a:gd name="connsiteX10092" fmla="*/ 535720 w 1703319"/>
                  <a:gd name="connsiteY10092" fmla="*/ 14490 h 788789"/>
                  <a:gd name="connsiteX10093" fmla="*/ 536808 w 1703319"/>
                  <a:gd name="connsiteY10093" fmla="*/ 14852 h 788789"/>
                  <a:gd name="connsiteX10094" fmla="*/ 538620 w 1703319"/>
                  <a:gd name="connsiteY10094" fmla="*/ 15939 h 788789"/>
                  <a:gd name="connsiteX10095" fmla="*/ 538983 w 1703319"/>
                  <a:gd name="connsiteY10095" fmla="*/ 16301 h 788789"/>
                  <a:gd name="connsiteX10096" fmla="*/ 540795 w 1703319"/>
                  <a:gd name="connsiteY10096" fmla="*/ 17026 h 788789"/>
                  <a:gd name="connsiteX10097" fmla="*/ 541158 w 1703319"/>
                  <a:gd name="connsiteY10097" fmla="*/ 18475 h 788789"/>
                  <a:gd name="connsiteX10098" fmla="*/ 541158 w 1703319"/>
                  <a:gd name="connsiteY10098" fmla="*/ 19924 h 788789"/>
                  <a:gd name="connsiteX10099" fmla="*/ 541158 w 1703319"/>
                  <a:gd name="connsiteY10099" fmla="*/ 22097 h 788789"/>
                  <a:gd name="connsiteX10100" fmla="*/ 540433 w 1703319"/>
                  <a:gd name="connsiteY10100" fmla="*/ 22822 h 788789"/>
                  <a:gd name="connsiteX10101" fmla="*/ 540433 w 1703319"/>
                  <a:gd name="connsiteY10101" fmla="*/ 24271 h 788789"/>
                  <a:gd name="connsiteX10102" fmla="*/ 540795 w 1703319"/>
                  <a:gd name="connsiteY10102" fmla="*/ 24633 h 788789"/>
                  <a:gd name="connsiteX10103" fmla="*/ 541158 w 1703319"/>
                  <a:gd name="connsiteY10103" fmla="*/ 24633 h 788789"/>
                  <a:gd name="connsiteX10104" fmla="*/ 541883 w 1703319"/>
                  <a:gd name="connsiteY10104" fmla="*/ 23908 h 788789"/>
                  <a:gd name="connsiteX10105" fmla="*/ 541883 w 1703319"/>
                  <a:gd name="connsiteY10105" fmla="*/ 22822 h 788789"/>
                  <a:gd name="connsiteX10106" fmla="*/ 542608 w 1703319"/>
                  <a:gd name="connsiteY10106" fmla="*/ 22097 h 788789"/>
                  <a:gd name="connsiteX10107" fmla="*/ 543333 w 1703319"/>
                  <a:gd name="connsiteY10107" fmla="*/ 21735 h 788789"/>
                  <a:gd name="connsiteX10108" fmla="*/ 544058 w 1703319"/>
                  <a:gd name="connsiteY10108" fmla="*/ 21373 h 788789"/>
                  <a:gd name="connsiteX10109" fmla="*/ 544058 w 1703319"/>
                  <a:gd name="connsiteY10109" fmla="*/ 19924 h 788789"/>
                  <a:gd name="connsiteX10110" fmla="*/ 544058 w 1703319"/>
                  <a:gd name="connsiteY10110" fmla="*/ 18837 h 788789"/>
                  <a:gd name="connsiteX10111" fmla="*/ 542971 w 1703319"/>
                  <a:gd name="connsiteY10111" fmla="*/ 18112 h 788789"/>
                  <a:gd name="connsiteX10112" fmla="*/ 542608 w 1703319"/>
                  <a:gd name="connsiteY10112" fmla="*/ 17026 h 788789"/>
                  <a:gd name="connsiteX10113" fmla="*/ 542971 w 1703319"/>
                  <a:gd name="connsiteY10113" fmla="*/ 16663 h 788789"/>
                  <a:gd name="connsiteX10114" fmla="*/ 543696 w 1703319"/>
                  <a:gd name="connsiteY10114" fmla="*/ 15939 h 788789"/>
                  <a:gd name="connsiteX10115" fmla="*/ 545508 w 1703319"/>
                  <a:gd name="connsiteY10115" fmla="*/ 16663 h 788789"/>
                  <a:gd name="connsiteX10116" fmla="*/ 548771 w 1703319"/>
                  <a:gd name="connsiteY10116" fmla="*/ 17750 h 788789"/>
                  <a:gd name="connsiteX10117" fmla="*/ 550221 w 1703319"/>
                  <a:gd name="connsiteY10117" fmla="*/ 18112 h 788789"/>
                  <a:gd name="connsiteX10118" fmla="*/ 550946 w 1703319"/>
                  <a:gd name="connsiteY10118" fmla="*/ 18112 h 788789"/>
                  <a:gd name="connsiteX10119" fmla="*/ 551671 w 1703319"/>
                  <a:gd name="connsiteY10119" fmla="*/ 18837 h 788789"/>
                  <a:gd name="connsiteX10120" fmla="*/ 552033 w 1703319"/>
                  <a:gd name="connsiteY10120" fmla="*/ 19199 h 788789"/>
                  <a:gd name="connsiteX10121" fmla="*/ 552758 w 1703319"/>
                  <a:gd name="connsiteY10121" fmla="*/ 19924 h 788789"/>
                  <a:gd name="connsiteX10122" fmla="*/ 553483 w 1703319"/>
                  <a:gd name="connsiteY10122" fmla="*/ 20648 h 788789"/>
                  <a:gd name="connsiteX10123" fmla="*/ 553483 w 1703319"/>
                  <a:gd name="connsiteY10123" fmla="*/ 21010 h 788789"/>
                  <a:gd name="connsiteX10124" fmla="*/ 553846 w 1703319"/>
                  <a:gd name="connsiteY10124" fmla="*/ 21735 h 788789"/>
                  <a:gd name="connsiteX10125" fmla="*/ 554571 w 1703319"/>
                  <a:gd name="connsiteY10125" fmla="*/ 21010 h 788789"/>
                  <a:gd name="connsiteX10126" fmla="*/ 554571 w 1703319"/>
                  <a:gd name="connsiteY10126" fmla="*/ 20648 h 788789"/>
                  <a:gd name="connsiteX10127" fmla="*/ 554934 w 1703319"/>
                  <a:gd name="connsiteY10127" fmla="*/ 20648 h 788789"/>
                  <a:gd name="connsiteX10128" fmla="*/ 555659 w 1703319"/>
                  <a:gd name="connsiteY10128" fmla="*/ 20648 h 788789"/>
                  <a:gd name="connsiteX10129" fmla="*/ 556746 w 1703319"/>
                  <a:gd name="connsiteY10129" fmla="*/ 20648 h 788789"/>
                  <a:gd name="connsiteX10130" fmla="*/ 557109 w 1703319"/>
                  <a:gd name="connsiteY10130" fmla="*/ 20648 h 788789"/>
                  <a:gd name="connsiteX10131" fmla="*/ 557834 w 1703319"/>
                  <a:gd name="connsiteY10131" fmla="*/ 21010 h 788789"/>
                  <a:gd name="connsiteX10132" fmla="*/ 558559 w 1703319"/>
                  <a:gd name="connsiteY10132" fmla="*/ 21010 h 788789"/>
                  <a:gd name="connsiteX10133" fmla="*/ 558921 w 1703319"/>
                  <a:gd name="connsiteY10133" fmla="*/ 21010 h 788789"/>
                  <a:gd name="connsiteX10134" fmla="*/ 558921 w 1703319"/>
                  <a:gd name="connsiteY10134" fmla="*/ 20648 h 788789"/>
                  <a:gd name="connsiteX10135" fmla="*/ 558921 w 1703319"/>
                  <a:gd name="connsiteY10135" fmla="*/ 20286 h 788789"/>
                  <a:gd name="connsiteX10136" fmla="*/ 557834 w 1703319"/>
                  <a:gd name="connsiteY10136" fmla="*/ 19924 h 788789"/>
                  <a:gd name="connsiteX10137" fmla="*/ 557471 w 1703319"/>
                  <a:gd name="connsiteY10137" fmla="*/ 19561 h 788789"/>
                  <a:gd name="connsiteX10138" fmla="*/ 557109 w 1703319"/>
                  <a:gd name="connsiteY10138" fmla="*/ 19199 h 788789"/>
                  <a:gd name="connsiteX10139" fmla="*/ 556384 w 1703319"/>
                  <a:gd name="connsiteY10139" fmla="*/ 18475 h 788789"/>
                  <a:gd name="connsiteX10140" fmla="*/ 555659 w 1703319"/>
                  <a:gd name="connsiteY10140" fmla="*/ 18112 h 788789"/>
                  <a:gd name="connsiteX10141" fmla="*/ 554934 w 1703319"/>
                  <a:gd name="connsiteY10141" fmla="*/ 17388 h 788789"/>
                  <a:gd name="connsiteX10142" fmla="*/ 554209 w 1703319"/>
                  <a:gd name="connsiteY10142" fmla="*/ 16663 h 788789"/>
                  <a:gd name="connsiteX10143" fmla="*/ 554209 w 1703319"/>
                  <a:gd name="connsiteY10143" fmla="*/ 15577 h 788789"/>
                  <a:gd name="connsiteX10144" fmla="*/ 554209 w 1703319"/>
                  <a:gd name="connsiteY10144" fmla="*/ 14490 h 788789"/>
                  <a:gd name="connsiteX10145" fmla="*/ 554571 w 1703319"/>
                  <a:gd name="connsiteY10145" fmla="*/ 13765 h 788789"/>
                  <a:gd name="connsiteX10146" fmla="*/ 556384 w 1703319"/>
                  <a:gd name="connsiteY10146" fmla="*/ 13403 h 788789"/>
                  <a:gd name="connsiteX10147" fmla="*/ 557834 w 1703319"/>
                  <a:gd name="connsiteY10147" fmla="*/ 13403 h 788789"/>
                  <a:gd name="connsiteX10148" fmla="*/ 558559 w 1703319"/>
                  <a:gd name="connsiteY10148" fmla="*/ 13765 h 788789"/>
                  <a:gd name="connsiteX10149" fmla="*/ 559284 w 1703319"/>
                  <a:gd name="connsiteY10149" fmla="*/ 13765 h 788789"/>
                  <a:gd name="connsiteX10150" fmla="*/ 560009 w 1703319"/>
                  <a:gd name="connsiteY10150" fmla="*/ 13765 h 788789"/>
                  <a:gd name="connsiteX10151" fmla="*/ 561096 w 1703319"/>
                  <a:gd name="connsiteY10151" fmla="*/ 13765 h 788789"/>
                  <a:gd name="connsiteX10152" fmla="*/ 561821 w 1703319"/>
                  <a:gd name="connsiteY10152" fmla="*/ 13765 h 788789"/>
                  <a:gd name="connsiteX10153" fmla="*/ 562184 w 1703319"/>
                  <a:gd name="connsiteY10153" fmla="*/ 13765 h 788789"/>
                  <a:gd name="connsiteX10154" fmla="*/ 562546 w 1703319"/>
                  <a:gd name="connsiteY10154" fmla="*/ 14490 h 788789"/>
                  <a:gd name="connsiteX10155" fmla="*/ 562909 w 1703319"/>
                  <a:gd name="connsiteY10155" fmla="*/ 14852 h 788789"/>
                  <a:gd name="connsiteX10156" fmla="*/ 563634 w 1703319"/>
                  <a:gd name="connsiteY10156" fmla="*/ 15214 h 788789"/>
                  <a:gd name="connsiteX10157" fmla="*/ 563996 w 1703319"/>
                  <a:gd name="connsiteY10157" fmla="*/ 15214 h 788789"/>
                  <a:gd name="connsiteX10158" fmla="*/ 564721 w 1703319"/>
                  <a:gd name="connsiteY10158" fmla="*/ 15214 h 788789"/>
                  <a:gd name="connsiteX10159" fmla="*/ 565084 w 1703319"/>
                  <a:gd name="connsiteY10159" fmla="*/ 15577 h 788789"/>
                  <a:gd name="connsiteX10160" fmla="*/ 565809 w 1703319"/>
                  <a:gd name="connsiteY10160" fmla="*/ 15939 h 788789"/>
                  <a:gd name="connsiteX10161" fmla="*/ 566534 w 1703319"/>
                  <a:gd name="connsiteY10161" fmla="*/ 15939 h 788789"/>
                  <a:gd name="connsiteX10162" fmla="*/ 569072 w 1703319"/>
                  <a:gd name="connsiteY10162" fmla="*/ 17026 h 788789"/>
                  <a:gd name="connsiteX10163" fmla="*/ 569797 w 1703319"/>
                  <a:gd name="connsiteY10163" fmla="*/ 17388 h 788789"/>
                  <a:gd name="connsiteX10164" fmla="*/ 570522 w 1703319"/>
                  <a:gd name="connsiteY10164" fmla="*/ 17388 h 788789"/>
                  <a:gd name="connsiteX10165" fmla="*/ 571247 w 1703319"/>
                  <a:gd name="connsiteY10165" fmla="*/ 17388 h 788789"/>
                  <a:gd name="connsiteX10166" fmla="*/ 571972 w 1703319"/>
                  <a:gd name="connsiteY10166" fmla="*/ 18112 h 788789"/>
                  <a:gd name="connsiteX10167" fmla="*/ 572697 w 1703319"/>
                  <a:gd name="connsiteY10167" fmla="*/ 18112 h 788789"/>
                  <a:gd name="connsiteX10168" fmla="*/ 573784 w 1703319"/>
                  <a:gd name="connsiteY10168" fmla="*/ 18112 h 788789"/>
                  <a:gd name="connsiteX10169" fmla="*/ 574872 w 1703319"/>
                  <a:gd name="connsiteY10169" fmla="*/ 18837 h 788789"/>
                  <a:gd name="connsiteX10170" fmla="*/ 575597 w 1703319"/>
                  <a:gd name="connsiteY10170" fmla="*/ 18837 h 788789"/>
                  <a:gd name="connsiteX10171" fmla="*/ 577047 w 1703319"/>
                  <a:gd name="connsiteY10171" fmla="*/ 19924 h 788789"/>
                  <a:gd name="connsiteX10172" fmla="*/ 578135 w 1703319"/>
                  <a:gd name="connsiteY10172" fmla="*/ 20286 h 788789"/>
                  <a:gd name="connsiteX10173" fmla="*/ 579222 w 1703319"/>
                  <a:gd name="connsiteY10173" fmla="*/ 20648 h 788789"/>
                  <a:gd name="connsiteX10174" fmla="*/ 579585 w 1703319"/>
                  <a:gd name="connsiteY10174" fmla="*/ 21010 h 788789"/>
                  <a:gd name="connsiteX10175" fmla="*/ 580672 w 1703319"/>
                  <a:gd name="connsiteY10175" fmla="*/ 21373 h 788789"/>
                  <a:gd name="connsiteX10176" fmla="*/ 581397 w 1703319"/>
                  <a:gd name="connsiteY10176" fmla="*/ 22097 h 788789"/>
                  <a:gd name="connsiteX10177" fmla="*/ 582485 w 1703319"/>
                  <a:gd name="connsiteY10177" fmla="*/ 22097 h 788789"/>
                  <a:gd name="connsiteX10178" fmla="*/ 583210 w 1703319"/>
                  <a:gd name="connsiteY10178" fmla="*/ 22097 h 788789"/>
                  <a:gd name="connsiteX10179" fmla="*/ 583935 w 1703319"/>
                  <a:gd name="connsiteY10179" fmla="*/ 21735 h 788789"/>
                  <a:gd name="connsiteX10180" fmla="*/ 584297 w 1703319"/>
                  <a:gd name="connsiteY10180" fmla="*/ 21735 h 788789"/>
                  <a:gd name="connsiteX10181" fmla="*/ 583210 w 1703319"/>
                  <a:gd name="connsiteY10181" fmla="*/ 21010 h 788789"/>
                  <a:gd name="connsiteX10182" fmla="*/ 582847 w 1703319"/>
                  <a:gd name="connsiteY10182" fmla="*/ 20286 h 788789"/>
                  <a:gd name="connsiteX10183" fmla="*/ 581397 w 1703319"/>
                  <a:gd name="connsiteY10183" fmla="*/ 19561 h 788789"/>
                  <a:gd name="connsiteX10184" fmla="*/ 580310 w 1703319"/>
                  <a:gd name="connsiteY10184" fmla="*/ 18475 h 788789"/>
                  <a:gd name="connsiteX10185" fmla="*/ 579947 w 1703319"/>
                  <a:gd name="connsiteY10185" fmla="*/ 18112 h 788789"/>
                  <a:gd name="connsiteX10186" fmla="*/ 579222 w 1703319"/>
                  <a:gd name="connsiteY10186" fmla="*/ 17388 h 788789"/>
                  <a:gd name="connsiteX10187" fmla="*/ 578135 w 1703319"/>
                  <a:gd name="connsiteY10187" fmla="*/ 17388 h 788789"/>
                  <a:gd name="connsiteX10188" fmla="*/ 577772 w 1703319"/>
                  <a:gd name="connsiteY10188" fmla="*/ 17026 h 788789"/>
                  <a:gd name="connsiteX10189" fmla="*/ 576684 w 1703319"/>
                  <a:gd name="connsiteY10189" fmla="*/ 16663 h 788789"/>
                  <a:gd name="connsiteX10190" fmla="*/ 575597 w 1703319"/>
                  <a:gd name="connsiteY10190" fmla="*/ 15939 h 788789"/>
                  <a:gd name="connsiteX10191" fmla="*/ 574872 w 1703319"/>
                  <a:gd name="connsiteY10191" fmla="*/ 16301 h 788789"/>
                  <a:gd name="connsiteX10192" fmla="*/ 573784 w 1703319"/>
                  <a:gd name="connsiteY10192" fmla="*/ 15577 h 788789"/>
                  <a:gd name="connsiteX10193" fmla="*/ 573059 w 1703319"/>
                  <a:gd name="connsiteY10193" fmla="*/ 15577 h 788789"/>
                  <a:gd name="connsiteX10194" fmla="*/ 571972 w 1703319"/>
                  <a:gd name="connsiteY10194" fmla="*/ 14852 h 788789"/>
                  <a:gd name="connsiteX10195" fmla="*/ 571247 w 1703319"/>
                  <a:gd name="connsiteY10195" fmla="*/ 14128 h 788789"/>
                  <a:gd name="connsiteX10196" fmla="*/ 570522 w 1703319"/>
                  <a:gd name="connsiteY10196" fmla="*/ 13403 h 788789"/>
                  <a:gd name="connsiteX10197" fmla="*/ 569797 w 1703319"/>
                  <a:gd name="connsiteY10197" fmla="*/ 13041 h 788789"/>
                  <a:gd name="connsiteX10198" fmla="*/ 569797 w 1703319"/>
                  <a:gd name="connsiteY10198" fmla="*/ 12316 h 788789"/>
                  <a:gd name="connsiteX10199" fmla="*/ 570522 w 1703319"/>
                  <a:gd name="connsiteY10199" fmla="*/ 12316 h 788789"/>
                  <a:gd name="connsiteX10200" fmla="*/ 572697 w 1703319"/>
                  <a:gd name="connsiteY10200" fmla="*/ 11954 h 788789"/>
                  <a:gd name="connsiteX10201" fmla="*/ 573422 w 1703319"/>
                  <a:gd name="connsiteY10201" fmla="*/ 11954 h 788789"/>
                  <a:gd name="connsiteX10202" fmla="*/ 574509 w 1703319"/>
                  <a:gd name="connsiteY10202" fmla="*/ 11592 h 788789"/>
                  <a:gd name="connsiteX10203" fmla="*/ 575234 w 1703319"/>
                  <a:gd name="connsiteY10203" fmla="*/ 11954 h 788789"/>
                  <a:gd name="connsiteX10204" fmla="*/ 577410 w 1703319"/>
                  <a:gd name="connsiteY10204" fmla="*/ 11954 h 788789"/>
                  <a:gd name="connsiteX10205" fmla="*/ 578135 w 1703319"/>
                  <a:gd name="connsiteY10205" fmla="*/ 12316 h 788789"/>
                  <a:gd name="connsiteX10206" fmla="*/ 579222 w 1703319"/>
                  <a:gd name="connsiteY10206" fmla="*/ 13041 h 788789"/>
                  <a:gd name="connsiteX10207" fmla="*/ 580310 w 1703319"/>
                  <a:gd name="connsiteY10207" fmla="*/ 13403 h 788789"/>
                  <a:gd name="connsiteX10208" fmla="*/ 583572 w 1703319"/>
                  <a:gd name="connsiteY10208" fmla="*/ 14128 h 788789"/>
                  <a:gd name="connsiteX10209" fmla="*/ 584660 w 1703319"/>
                  <a:gd name="connsiteY10209" fmla="*/ 14490 h 788789"/>
                  <a:gd name="connsiteX10210" fmla="*/ 585747 w 1703319"/>
                  <a:gd name="connsiteY10210" fmla="*/ 15577 h 788789"/>
                  <a:gd name="connsiteX10211" fmla="*/ 587560 w 1703319"/>
                  <a:gd name="connsiteY10211" fmla="*/ 15939 h 788789"/>
                  <a:gd name="connsiteX10212" fmla="*/ 588285 w 1703319"/>
                  <a:gd name="connsiteY10212" fmla="*/ 15939 h 788789"/>
                  <a:gd name="connsiteX10213" fmla="*/ 587922 w 1703319"/>
                  <a:gd name="connsiteY10213" fmla="*/ 15214 h 788789"/>
                  <a:gd name="connsiteX10214" fmla="*/ 586835 w 1703319"/>
                  <a:gd name="connsiteY10214" fmla="*/ 14852 h 788789"/>
                  <a:gd name="connsiteX10215" fmla="*/ 585747 w 1703319"/>
                  <a:gd name="connsiteY10215" fmla="*/ 14490 h 788789"/>
                  <a:gd name="connsiteX10216" fmla="*/ 585022 w 1703319"/>
                  <a:gd name="connsiteY10216" fmla="*/ 14490 h 788789"/>
                  <a:gd name="connsiteX10217" fmla="*/ 584660 w 1703319"/>
                  <a:gd name="connsiteY10217" fmla="*/ 13765 h 788789"/>
                  <a:gd name="connsiteX10218" fmla="*/ 583572 w 1703319"/>
                  <a:gd name="connsiteY10218" fmla="*/ 13403 h 788789"/>
                  <a:gd name="connsiteX10219" fmla="*/ 583210 w 1703319"/>
                  <a:gd name="connsiteY10219" fmla="*/ 13041 h 788789"/>
                  <a:gd name="connsiteX10220" fmla="*/ 582122 w 1703319"/>
                  <a:gd name="connsiteY10220" fmla="*/ 12316 h 788789"/>
                  <a:gd name="connsiteX10221" fmla="*/ 581035 w 1703319"/>
                  <a:gd name="connsiteY10221" fmla="*/ 12316 h 788789"/>
                  <a:gd name="connsiteX10222" fmla="*/ 580310 w 1703319"/>
                  <a:gd name="connsiteY10222" fmla="*/ 11592 h 788789"/>
                  <a:gd name="connsiteX10223" fmla="*/ 579947 w 1703319"/>
                  <a:gd name="connsiteY10223" fmla="*/ 11230 h 788789"/>
                  <a:gd name="connsiteX10224" fmla="*/ 581397 w 1703319"/>
                  <a:gd name="connsiteY10224" fmla="*/ 10867 h 788789"/>
                  <a:gd name="connsiteX10225" fmla="*/ 582485 w 1703319"/>
                  <a:gd name="connsiteY10225" fmla="*/ 10867 h 788789"/>
                  <a:gd name="connsiteX10226" fmla="*/ 583935 w 1703319"/>
                  <a:gd name="connsiteY10226" fmla="*/ 10867 h 788789"/>
                  <a:gd name="connsiteX10227" fmla="*/ 583572 w 1703319"/>
                  <a:gd name="connsiteY10227" fmla="*/ 10143 h 788789"/>
                  <a:gd name="connsiteX10228" fmla="*/ 581760 w 1703319"/>
                  <a:gd name="connsiteY10228" fmla="*/ 9781 h 788789"/>
                  <a:gd name="connsiteX10229" fmla="*/ 580672 w 1703319"/>
                  <a:gd name="connsiteY10229" fmla="*/ 9781 h 788789"/>
                  <a:gd name="connsiteX10230" fmla="*/ 577772 w 1703319"/>
                  <a:gd name="connsiteY10230" fmla="*/ 9781 h 788789"/>
                  <a:gd name="connsiteX10231" fmla="*/ 576322 w 1703319"/>
                  <a:gd name="connsiteY10231" fmla="*/ 9418 h 788789"/>
                  <a:gd name="connsiteX10232" fmla="*/ 575234 w 1703319"/>
                  <a:gd name="connsiteY10232" fmla="*/ 9056 h 788789"/>
                  <a:gd name="connsiteX10233" fmla="*/ 574509 w 1703319"/>
                  <a:gd name="connsiteY10233" fmla="*/ 8694 h 788789"/>
                  <a:gd name="connsiteX10234" fmla="*/ 574509 w 1703319"/>
                  <a:gd name="connsiteY10234" fmla="*/ 7245 h 788789"/>
                  <a:gd name="connsiteX10235" fmla="*/ 575234 w 1703319"/>
                  <a:gd name="connsiteY10235" fmla="*/ 6883 h 788789"/>
                  <a:gd name="connsiteX10236" fmla="*/ 577047 w 1703319"/>
                  <a:gd name="connsiteY10236" fmla="*/ 6883 h 788789"/>
                  <a:gd name="connsiteX10237" fmla="*/ 578497 w 1703319"/>
                  <a:gd name="connsiteY10237" fmla="*/ 7607 h 788789"/>
                  <a:gd name="connsiteX10238" fmla="*/ 579222 w 1703319"/>
                  <a:gd name="connsiteY10238" fmla="*/ 7969 h 788789"/>
                  <a:gd name="connsiteX10239" fmla="*/ 579947 w 1703319"/>
                  <a:gd name="connsiteY10239" fmla="*/ 8332 h 788789"/>
                  <a:gd name="connsiteX10240" fmla="*/ 580672 w 1703319"/>
                  <a:gd name="connsiteY10240" fmla="*/ 8694 h 788789"/>
                  <a:gd name="connsiteX10241" fmla="*/ 581035 w 1703319"/>
                  <a:gd name="connsiteY10241" fmla="*/ 7607 h 788789"/>
                  <a:gd name="connsiteX10242" fmla="*/ 580310 w 1703319"/>
                  <a:gd name="connsiteY10242" fmla="*/ 6883 h 788789"/>
                  <a:gd name="connsiteX10243" fmla="*/ 579947 w 1703319"/>
                  <a:gd name="connsiteY10243" fmla="*/ 6520 h 788789"/>
                  <a:gd name="connsiteX10244" fmla="*/ 582122 w 1703319"/>
                  <a:gd name="connsiteY10244" fmla="*/ 6520 h 788789"/>
                  <a:gd name="connsiteX10245" fmla="*/ 582847 w 1703319"/>
                  <a:gd name="connsiteY10245" fmla="*/ 6158 h 788789"/>
                  <a:gd name="connsiteX10246" fmla="*/ 585747 w 1703319"/>
                  <a:gd name="connsiteY10246" fmla="*/ 6158 h 788789"/>
                  <a:gd name="connsiteX10247" fmla="*/ 586835 w 1703319"/>
                  <a:gd name="connsiteY10247" fmla="*/ 6158 h 788789"/>
                  <a:gd name="connsiteX10248" fmla="*/ 587922 w 1703319"/>
                  <a:gd name="connsiteY10248" fmla="*/ 6158 h 788789"/>
                  <a:gd name="connsiteX10249" fmla="*/ 588647 w 1703319"/>
                  <a:gd name="connsiteY10249" fmla="*/ 6158 h 788789"/>
                  <a:gd name="connsiteX10250" fmla="*/ 589735 w 1703319"/>
                  <a:gd name="connsiteY10250" fmla="*/ 6158 h 788789"/>
                  <a:gd name="connsiteX10251" fmla="*/ 590460 w 1703319"/>
                  <a:gd name="connsiteY10251" fmla="*/ 5796 h 788789"/>
                  <a:gd name="connsiteX10252" fmla="*/ 591185 w 1703319"/>
                  <a:gd name="connsiteY10252" fmla="*/ 5434 h 788789"/>
                  <a:gd name="connsiteX10253" fmla="*/ 591548 w 1703319"/>
                  <a:gd name="connsiteY10253" fmla="*/ 5071 h 788789"/>
                  <a:gd name="connsiteX10254" fmla="*/ 592635 w 1703319"/>
                  <a:gd name="connsiteY10254" fmla="*/ 5071 h 788789"/>
                  <a:gd name="connsiteX10255" fmla="*/ 593360 w 1703319"/>
                  <a:gd name="connsiteY10255" fmla="*/ 4709 h 788789"/>
                  <a:gd name="connsiteX10256" fmla="*/ 596985 w 1703319"/>
                  <a:gd name="connsiteY10256" fmla="*/ 5796 h 788789"/>
                  <a:gd name="connsiteX10257" fmla="*/ 598435 w 1703319"/>
                  <a:gd name="connsiteY10257" fmla="*/ 6158 h 788789"/>
                  <a:gd name="connsiteX10258" fmla="*/ 599160 w 1703319"/>
                  <a:gd name="connsiteY10258" fmla="*/ 6520 h 788789"/>
                  <a:gd name="connsiteX10259" fmla="*/ 600248 w 1703319"/>
                  <a:gd name="connsiteY10259" fmla="*/ 7245 h 788789"/>
                  <a:gd name="connsiteX10260" fmla="*/ 601698 w 1703319"/>
                  <a:gd name="connsiteY10260" fmla="*/ 7245 h 788789"/>
                  <a:gd name="connsiteX10261" fmla="*/ 602423 w 1703319"/>
                  <a:gd name="connsiteY10261" fmla="*/ 7245 h 788789"/>
                  <a:gd name="connsiteX10262" fmla="*/ 603148 w 1703319"/>
                  <a:gd name="connsiteY10262" fmla="*/ 7245 h 788789"/>
                  <a:gd name="connsiteX10263" fmla="*/ 604598 w 1703319"/>
                  <a:gd name="connsiteY10263" fmla="*/ 7969 h 788789"/>
                  <a:gd name="connsiteX10264" fmla="*/ 605686 w 1703319"/>
                  <a:gd name="connsiteY10264" fmla="*/ 7607 h 788789"/>
                  <a:gd name="connsiteX10265" fmla="*/ 606411 w 1703319"/>
                  <a:gd name="connsiteY10265" fmla="*/ 7245 h 788789"/>
                  <a:gd name="connsiteX10266" fmla="*/ 606048 w 1703319"/>
                  <a:gd name="connsiteY10266" fmla="*/ 6158 h 788789"/>
                  <a:gd name="connsiteX10267" fmla="*/ 605686 w 1703319"/>
                  <a:gd name="connsiteY10267" fmla="*/ 5796 h 788789"/>
                  <a:gd name="connsiteX10268" fmla="*/ 607498 w 1703319"/>
                  <a:gd name="connsiteY10268" fmla="*/ 5434 h 788789"/>
                  <a:gd name="connsiteX10269" fmla="*/ 608948 w 1703319"/>
                  <a:gd name="connsiteY10269" fmla="*/ 5796 h 788789"/>
                  <a:gd name="connsiteX10270" fmla="*/ 609673 w 1703319"/>
                  <a:gd name="connsiteY10270" fmla="*/ 6520 h 788789"/>
                  <a:gd name="connsiteX10271" fmla="*/ 609311 w 1703319"/>
                  <a:gd name="connsiteY10271" fmla="*/ 6883 h 788789"/>
                  <a:gd name="connsiteX10272" fmla="*/ 608586 w 1703319"/>
                  <a:gd name="connsiteY10272" fmla="*/ 7969 h 788789"/>
                  <a:gd name="connsiteX10273" fmla="*/ 609673 w 1703319"/>
                  <a:gd name="connsiteY10273" fmla="*/ 8694 h 788789"/>
                  <a:gd name="connsiteX10274" fmla="*/ 610398 w 1703319"/>
                  <a:gd name="connsiteY10274" fmla="*/ 9418 h 788789"/>
                  <a:gd name="connsiteX10275" fmla="*/ 612574 w 1703319"/>
                  <a:gd name="connsiteY10275" fmla="*/ 10143 h 788789"/>
                  <a:gd name="connsiteX10276" fmla="*/ 612574 w 1703319"/>
                  <a:gd name="connsiteY10276" fmla="*/ 9418 h 788789"/>
                  <a:gd name="connsiteX10277" fmla="*/ 611486 w 1703319"/>
                  <a:gd name="connsiteY10277" fmla="*/ 8694 h 788789"/>
                  <a:gd name="connsiteX10278" fmla="*/ 611123 w 1703319"/>
                  <a:gd name="connsiteY10278" fmla="*/ 7969 h 788789"/>
                  <a:gd name="connsiteX10279" fmla="*/ 612936 w 1703319"/>
                  <a:gd name="connsiteY10279" fmla="*/ 7969 h 788789"/>
                  <a:gd name="connsiteX10280" fmla="*/ 613661 w 1703319"/>
                  <a:gd name="connsiteY10280" fmla="*/ 7245 h 788789"/>
                  <a:gd name="connsiteX10281" fmla="*/ 613661 w 1703319"/>
                  <a:gd name="connsiteY10281" fmla="*/ 6520 h 788789"/>
                  <a:gd name="connsiteX10282" fmla="*/ 615111 w 1703319"/>
                  <a:gd name="connsiteY10282" fmla="*/ 6520 h 788789"/>
                  <a:gd name="connsiteX10283" fmla="*/ 616199 w 1703319"/>
                  <a:gd name="connsiteY10283" fmla="*/ 6158 h 788789"/>
                  <a:gd name="connsiteX10284" fmla="*/ 617286 w 1703319"/>
                  <a:gd name="connsiteY10284" fmla="*/ 6158 h 788789"/>
                  <a:gd name="connsiteX10285" fmla="*/ 616199 w 1703319"/>
                  <a:gd name="connsiteY10285" fmla="*/ 5796 h 788789"/>
                  <a:gd name="connsiteX10286" fmla="*/ 614749 w 1703319"/>
                  <a:gd name="connsiteY10286" fmla="*/ 5796 h 788789"/>
                  <a:gd name="connsiteX10287" fmla="*/ 613299 w 1703319"/>
                  <a:gd name="connsiteY10287" fmla="*/ 5434 h 788789"/>
                  <a:gd name="connsiteX10288" fmla="*/ 612211 w 1703319"/>
                  <a:gd name="connsiteY10288" fmla="*/ 4709 h 788789"/>
                  <a:gd name="connsiteX10289" fmla="*/ 611849 w 1703319"/>
                  <a:gd name="connsiteY10289" fmla="*/ 3622 h 788789"/>
                  <a:gd name="connsiteX10290" fmla="*/ 612574 w 1703319"/>
                  <a:gd name="connsiteY10290" fmla="*/ 3260 h 788789"/>
                  <a:gd name="connsiteX10291" fmla="*/ 614386 w 1703319"/>
                  <a:gd name="connsiteY10291" fmla="*/ 2898 h 788789"/>
                  <a:gd name="connsiteX10292" fmla="*/ 615474 w 1703319"/>
                  <a:gd name="connsiteY10292" fmla="*/ 3260 h 788789"/>
                  <a:gd name="connsiteX10293" fmla="*/ 616561 w 1703319"/>
                  <a:gd name="connsiteY10293" fmla="*/ 2536 h 788789"/>
                  <a:gd name="connsiteX10294" fmla="*/ 619461 w 1703319"/>
                  <a:gd name="connsiteY10294" fmla="*/ 1811 h 788789"/>
                  <a:gd name="connsiteX10295" fmla="*/ 620186 w 1703319"/>
                  <a:gd name="connsiteY10295" fmla="*/ 2173 h 788789"/>
                  <a:gd name="connsiteX10296" fmla="*/ 620911 w 1703319"/>
                  <a:gd name="connsiteY10296" fmla="*/ 2536 h 788789"/>
                  <a:gd name="connsiteX10297" fmla="*/ 621274 w 1703319"/>
                  <a:gd name="connsiteY10297" fmla="*/ 2898 h 788789"/>
                  <a:gd name="connsiteX10298" fmla="*/ 622361 w 1703319"/>
                  <a:gd name="connsiteY10298" fmla="*/ 1811 h 788789"/>
                  <a:gd name="connsiteX10299" fmla="*/ 622724 w 1703319"/>
                  <a:gd name="connsiteY10299" fmla="*/ 1087 h 788789"/>
                  <a:gd name="connsiteX10300" fmla="*/ 624174 w 1703319"/>
                  <a:gd name="connsiteY10300" fmla="*/ 724 h 788789"/>
                  <a:gd name="connsiteX10301" fmla="*/ 625987 w 1703319"/>
                  <a:gd name="connsiteY10301" fmla="*/ 724 h 788789"/>
                  <a:gd name="connsiteX10302" fmla="*/ 632512 w 1703319"/>
                  <a:gd name="connsiteY10302" fmla="*/ 724 h 788789"/>
                  <a:gd name="connsiteX10303" fmla="*/ 633962 w 1703319"/>
                  <a:gd name="connsiteY10303" fmla="*/ 1087 h 788789"/>
                  <a:gd name="connsiteX10304" fmla="*/ 634324 w 1703319"/>
                  <a:gd name="connsiteY10304" fmla="*/ 1811 h 788789"/>
                  <a:gd name="connsiteX10305" fmla="*/ 635050 w 1703319"/>
                  <a:gd name="connsiteY10305" fmla="*/ 2173 h 788789"/>
                  <a:gd name="connsiteX10306" fmla="*/ 635775 w 1703319"/>
                  <a:gd name="connsiteY10306" fmla="*/ 1087 h 788789"/>
                  <a:gd name="connsiteX10307" fmla="*/ 635775 w 1703319"/>
                  <a:gd name="connsiteY10307" fmla="*/ 362 h 788789"/>
                  <a:gd name="connsiteX10308" fmla="*/ 637225 w 1703319"/>
                  <a:gd name="connsiteY10308" fmla="*/ 0 h 788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Lst>
                <a:rect l="l" t="t" r="r" b="b"/>
                <a:pathLst>
                  <a:path w="1703319" h="788789">
                    <a:moveTo>
                      <a:pt x="1596508" y="785813"/>
                    </a:moveTo>
                    <a:cubicBezTo>
                      <a:pt x="1597037" y="785813"/>
                      <a:pt x="1597566" y="787004"/>
                      <a:pt x="1597037" y="788194"/>
                    </a:cubicBezTo>
                    <a:cubicBezTo>
                      <a:pt x="1596243" y="788988"/>
                      <a:pt x="1596243" y="788988"/>
                      <a:pt x="1595185" y="788194"/>
                    </a:cubicBezTo>
                    <a:cubicBezTo>
                      <a:pt x="1594391" y="787004"/>
                      <a:pt x="1595714" y="785813"/>
                      <a:pt x="1596508" y="785813"/>
                    </a:cubicBezTo>
                    <a:close/>
                    <a:moveTo>
                      <a:pt x="1487095" y="751245"/>
                    </a:moveTo>
                    <a:cubicBezTo>
                      <a:pt x="1487469" y="750888"/>
                      <a:pt x="1487842" y="751601"/>
                      <a:pt x="1488963" y="751957"/>
                    </a:cubicBezTo>
                    <a:cubicBezTo>
                      <a:pt x="1490083" y="752670"/>
                      <a:pt x="1490457" y="753383"/>
                      <a:pt x="1491578" y="753026"/>
                    </a:cubicBezTo>
                    <a:cubicBezTo>
                      <a:pt x="1492698" y="753026"/>
                      <a:pt x="1492698" y="754096"/>
                      <a:pt x="1493819" y="753739"/>
                    </a:cubicBezTo>
                    <a:cubicBezTo>
                      <a:pt x="1494566" y="753383"/>
                      <a:pt x="1494939" y="753739"/>
                      <a:pt x="1495313" y="754096"/>
                    </a:cubicBezTo>
                    <a:cubicBezTo>
                      <a:pt x="1495313" y="754096"/>
                      <a:pt x="1496807" y="753739"/>
                      <a:pt x="1497554" y="753383"/>
                    </a:cubicBezTo>
                    <a:cubicBezTo>
                      <a:pt x="1497928" y="752670"/>
                      <a:pt x="1500169" y="752314"/>
                      <a:pt x="1500916" y="751957"/>
                    </a:cubicBezTo>
                    <a:cubicBezTo>
                      <a:pt x="1501289" y="751601"/>
                      <a:pt x="1502036" y="752314"/>
                      <a:pt x="1503157" y="752670"/>
                    </a:cubicBezTo>
                    <a:cubicBezTo>
                      <a:pt x="1503904" y="753026"/>
                      <a:pt x="1503157" y="752670"/>
                      <a:pt x="1503157" y="753739"/>
                    </a:cubicBezTo>
                    <a:cubicBezTo>
                      <a:pt x="1503157" y="754808"/>
                      <a:pt x="1503157" y="755878"/>
                      <a:pt x="1503157" y="756947"/>
                    </a:cubicBezTo>
                    <a:cubicBezTo>
                      <a:pt x="1503157" y="758016"/>
                      <a:pt x="1503157" y="758729"/>
                      <a:pt x="1503157" y="759798"/>
                    </a:cubicBezTo>
                    <a:cubicBezTo>
                      <a:pt x="1502783" y="760867"/>
                      <a:pt x="1502410" y="760154"/>
                      <a:pt x="1502036" y="760867"/>
                    </a:cubicBezTo>
                    <a:cubicBezTo>
                      <a:pt x="1501663" y="761580"/>
                      <a:pt x="1502036" y="762293"/>
                      <a:pt x="1501663" y="762649"/>
                    </a:cubicBezTo>
                    <a:cubicBezTo>
                      <a:pt x="1501663" y="763362"/>
                      <a:pt x="1502410" y="765144"/>
                      <a:pt x="1501663" y="765500"/>
                    </a:cubicBezTo>
                    <a:cubicBezTo>
                      <a:pt x="1500916" y="765500"/>
                      <a:pt x="1500542" y="765144"/>
                      <a:pt x="1500169" y="764431"/>
                    </a:cubicBezTo>
                    <a:cubicBezTo>
                      <a:pt x="1499795" y="763362"/>
                      <a:pt x="1499422" y="763718"/>
                      <a:pt x="1498675" y="764074"/>
                    </a:cubicBezTo>
                    <a:cubicBezTo>
                      <a:pt x="1498301" y="764431"/>
                      <a:pt x="1499048" y="766213"/>
                      <a:pt x="1498675" y="766213"/>
                    </a:cubicBezTo>
                    <a:cubicBezTo>
                      <a:pt x="1498301" y="766569"/>
                      <a:pt x="1498301" y="766213"/>
                      <a:pt x="1497180" y="766213"/>
                    </a:cubicBezTo>
                    <a:cubicBezTo>
                      <a:pt x="1496433" y="765856"/>
                      <a:pt x="1496807" y="768351"/>
                      <a:pt x="1496060" y="767638"/>
                    </a:cubicBezTo>
                    <a:cubicBezTo>
                      <a:pt x="1495313" y="767282"/>
                      <a:pt x="1495313" y="767638"/>
                      <a:pt x="1494192" y="767638"/>
                    </a:cubicBezTo>
                    <a:cubicBezTo>
                      <a:pt x="1493072" y="767638"/>
                      <a:pt x="1493445" y="767282"/>
                      <a:pt x="1492698" y="766569"/>
                    </a:cubicBezTo>
                    <a:cubicBezTo>
                      <a:pt x="1491951" y="766213"/>
                      <a:pt x="1491951" y="766213"/>
                      <a:pt x="1490830" y="765500"/>
                    </a:cubicBezTo>
                    <a:cubicBezTo>
                      <a:pt x="1489710" y="764787"/>
                      <a:pt x="1490083" y="764431"/>
                      <a:pt x="1488589" y="763005"/>
                    </a:cubicBezTo>
                    <a:cubicBezTo>
                      <a:pt x="1487095" y="761580"/>
                      <a:pt x="1488963" y="761936"/>
                      <a:pt x="1488589" y="760867"/>
                    </a:cubicBezTo>
                    <a:cubicBezTo>
                      <a:pt x="1488216" y="759798"/>
                      <a:pt x="1488589" y="760154"/>
                      <a:pt x="1488216" y="759085"/>
                    </a:cubicBezTo>
                    <a:cubicBezTo>
                      <a:pt x="1487842" y="758016"/>
                      <a:pt x="1488216" y="757303"/>
                      <a:pt x="1487095" y="756234"/>
                    </a:cubicBezTo>
                    <a:cubicBezTo>
                      <a:pt x="1485975" y="754808"/>
                      <a:pt x="1485975" y="755521"/>
                      <a:pt x="1485228" y="753739"/>
                    </a:cubicBezTo>
                    <a:cubicBezTo>
                      <a:pt x="1484854" y="752314"/>
                      <a:pt x="1486348" y="752670"/>
                      <a:pt x="1486348" y="751957"/>
                    </a:cubicBezTo>
                    <a:cubicBezTo>
                      <a:pt x="1486348" y="751601"/>
                      <a:pt x="1486722" y="751601"/>
                      <a:pt x="1487095" y="751245"/>
                    </a:cubicBezTo>
                    <a:close/>
                    <a:moveTo>
                      <a:pt x="1617763" y="749539"/>
                    </a:moveTo>
                    <a:cubicBezTo>
                      <a:pt x="1618881" y="747713"/>
                      <a:pt x="1618508" y="749539"/>
                      <a:pt x="1619626" y="749904"/>
                    </a:cubicBezTo>
                    <a:cubicBezTo>
                      <a:pt x="1620744" y="750269"/>
                      <a:pt x="1621490" y="750634"/>
                      <a:pt x="1621490" y="752460"/>
                    </a:cubicBezTo>
                    <a:cubicBezTo>
                      <a:pt x="1621490" y="752460"/>
                      <a:pt x="1622235" y="753190"/>
                      <a:pt x="1622981" y="752460"/>
                    </a:cubicBezTo>
                    <a:cubicBezTo>
                      <a:pt x="1623726" y="752095"/>
                      <a:pt x="1624099" y="751364"/>
                      <a:pt x="1627826" y="752460"/>
                    </a:cubicBezTo>
                    <a:cubicBezTo>
                      <a:pt x="1629317" y="752825"/>
                      <a:pt x="1627081" y="755746"/>
                      <a:pt x="1625963" y="756111"/>
                    </a:cubicBezTo>
                    <a:cubicBezTo>
                      <a:pt x="1624844" y="756841"/>
                      <a:pt x="1625590" y="758667"/>
                      <a:pt x="1624472" y="760128"/>
                    </a:cubicBezTo>
                    <a:cubicBezTo>
                      <a:pt x="1623726" y="761588"/>
                      <a:pt x="1621490" y="763049"/>
                      <a:pt x="1619999" y="764874"/>
                    </a:cubicBezTo>
                    <a:cubicBezTo>
                      <a:pt x="1618508" y="766700"/>
                      <a:pt x="1622981" y="767430"/>
                      <a:pt x="1621863" y="767430"/>
                    </a:cubicBezTo>
                    <a:cubicBezTo>
                      <a:pt x="1620744" y="767430"/>
                      <a:pt x="1621863" y="767430"/>
                      <a:pt x="1618508" y="767795"/>
                    </a:cubicBezTo>
                    <a:cubicBezTo>
                      <a:pt x="1615526" y="768526"/>
                      <a:pt x="1617390" y="768526"/>
                      <a:pt x="1615154" y="769621"/>
                    </a:cubicBezTo>
                    <a:cubicBezTo>
                      <a:pt x="1612917" y="770351"/>
                      <a:pt x="1614035" y="769986"/>
                      <a:pt x="1612917" y="770716"/>
                    </a:cubicBezTo>
                    <a:cubicBezTo>
                      <a:pt x="1611799" y="771447"/>
                      <a:pt x="1612172" y="773272"/>
                      <a:pt x="1611426" y="775098"/>
                    </a:cubicBezTo>
                    <a:cubicBezTo>
                      <a:pt x="1610681" y="776924"/>
                      <a:pt x="1610681" y="777654"/>
                      <a:pt x="1607699" y="780210"/>
                    </a:cubicBezTo>
                    <a:cubicBezTo>
                      <a:pt x="1604717" y="782766"/>
                      <a:pt x="1606208" y="782400"/>
                      <a:pt x="1605463" y="783131"/>
                    </a:cubicBezTo>
                    <a:cubicBezTo>
                      <a:pt x="1604717" y="783861"/>
                      <a:pt x="1603599" y="784226"/>
                      <a:pt x="1601736" y="783861"/>
                    </a:cubicBezTo>
                    <a:cubicBezTo>
                      <a:pt x="1599872" y="783861"/>
                      <a:pt x="1599872" y="784226"/>
                      <a:pt x="1597636" y="783861"/>
                    </a:cubicBezTo>
                    <a:cubicBezTo>
                      <a:pt x="1595399" y="783861"/>
                      <a:pt x="1597636" y="783861"/>
                      <a:pt x="1596145" y="783861"/>
                    </a:cubicBezTo>
                    <a:cubicBezTo>
                      <a:pt x="1595027" y="783496"/>
                      <a:pt x="1595399" y="782766"/>
                      <a:pt x="1593908" y="782035"/>
                    </a:cubicBezTo>
                    <a:cubicBezTo>
                      <a:pt x="1592790" y="781670"/>
                      <a:pt x="1592045" y="782400"/>
                      <a:pt x="1589063" y="780575"/>
                    </a:cubicBezTo>
                    <a:cubicBezTo>
                      <a:pt x="1586454" y="779114"/>
                      <a:pt x="1592045" y="777289"/>
                      <a:pt x="1592045" y="777289"/>
                    </a:cubicBezTo>
                    <a:cubicBezTo>
                      <a:pt x="1593908" y="771812"/>
                      <a:pt x="1592790" y="776193"/>
                      <a:pt x="1594654" y="773637"/>
                    </a:cubicBezTo>
                    <a:cubicBezTo>
                      <a:pt x="1596145" y="771447"/>
                      <a:pt x="1596145" y="771812"/>
                      <a:pt x="1598754" y="769621"/>
                    </a:cubicBezTo>
                    <a:cubicBezTo>
                      <a:pt x="1600990" y="767065"/>
                      <a:pt x="1601363" y="768891"/>
                      <a:pt x="1603972" y="766335"/>
                    </a:cubicBezTo>
                    <a:cubicBezTo>
                      <a:pt x="1606581" y="764144"/>
                      <a:pt x="1607699" y="764144"/>
                      <a:pt x="1609190" y="763049"/>
                    </a:cubicBezTo>
                    <a:cubicBezTo>
                      <a:pt x="1610681" y="761588"/>
                      <a:pt x="1611054" y="761588"/>
                      <a:pt x="1611426" y="760128"/>
                    </a:cubicBezTo>
                    <a:cubicBezTo>
                      <a:pt x="1611799" y="758667"/>
                      <a:pt x="1612545" y="759032"/>
                      <a:pt x="1614781" y="755016"/>
                    </a:cubicBezTo>
                    <a:cubicBezTo>
                      <a:pt x="1615899" y="753555"/>
                      <a:pt x="1615899" y="753920"/>
                      <a:pt x="1616272" y="752095"/>
                    </a:cubicBezTo>
                    <a:cubicBezTo>
                      <a:pt x="1617017" y="749904"/>
                      <a:pt x="1616644" y="750999"/>
                      <a:pt x="1617763" y="749539"/>
                    </a:cubicBezTo>
                    <a:close/>
                    <a:moveTo>
                      <a:pt x="1501258" y="746414"/>
                    </a:moveTo>
                    <a:cubicBezTo>
                      <a:pt x="1501523" y="746125"/>
                      <a:pt x="1502317" y="746702"/>
                      <a:pt x="1502581" y="746702"/>
                    </a:cubicBezTo>
                    <a:cubicBezTo>
                      <a:pt x="1502581" y="746991"/>
                      <a:pt x="1502846" y="747280"/>
                      <a:pt x="1503375" y="747857"/>
                    </a:cubicBezTo>
                    <a:cubicBezTo>
                      <a:pt x="1503904" y="748434"/>
                      <a:pt x="1503904" y="748434"/>
                      <a:pt x="1502581" y="749011"/>
                    </a:cubicBezTo>
                    <a:cubicBezTo>
                      <a:pt x="1501787" y="749300"/>
                      <a:pt x="1502317" y="747857"/>
                      <a:pt x="1501787" y="747280"/>
                    </a:cubicBezTo>
                    <a:cubicBezTo>
                      <a:pt x="1501258" y="746702"/>
                      <a:pt x="1500729" y="746702"/>
                      <a:pt x="1501258" y="746414"/>
                    </a:cubicBezTo>
                    <a:close/>
                    <a:moveTo>
                      <a:pt x="1482671" y="744856"/>
                    </a:moveTo>
                    <a:cubicBezTo>
                      <a:pt x="1483069" y="745491"/>
                      <a:pt x="1483069" y="745173"/>
                      <a:pt x="1483069" y="745808"/>
                    </a:cubicBezTo>
                    <a:cubicBezTo>
                      <a:pt x="1482870" y="746443"/>
                      <a:pt x="1483267" y="747078"/>
                      <a:pt x="1482671" y="747396"/>
                    </a:cubicBezTo>
                    <a:cubicBezTo>
                      <a:pt x="1482076" y="747713"/>
                      <a:pt x="1482473" y="747078"/>
                      <a:pt x="1482076" y="746126"/>
                    </a:cubicBezTo>
                    <a:cubicBezTo>
                      <a:pt x="1481679" y="745491"/>
                      <a:pt x="1482076" y="744538"/>
                      <a:pt x="1482671" y="744856"/>
                    </a:cubicBezTo>
                    <a:close/>
                    <a:moveTo>
                      <a:pt x="1633112" y="728160"/>
                    </a:moveTo>
                    <a:cubicBezTo>
                      <a:pt x="1633856" y="728884"/>
                      <a:pt x="1633856" y="728884"/>
                      <a:pt x="1634972" y="730692"/>
                    </a:cubicBezTo>
                    <a:cubicBezTo>
                      <a:pt x="1635716" y="732862"/>
                      <a:pt x="1634600" y="733586"/>
                      <a:pt x="1637205" y="733948"/>
                    </a:cubicBezTo>
                    <a:cubicBezTo>
                      <a:pt x="1640181" y="734309"/>
                      <a:pt x="1641298" y="736841"/>
                      <a:pt x="1642786" y="735394"/>
                    </a:cubicBezTo>
                    <a:cubicBezTo>
                      <a:pt x="1643902" y="734309"/>
                      <a:pt x="1643902" y="732139"/>
                      <a:pt x="1646135" y="732862"/>
                    </a:cubicBezTo>
                    <a:cubicBezTo>
                      <a:pt x="1648367" y="733586"/>
                      <a:pt x="1648367" y="733948"/>
                      <a:pt x="1647623" y="735756"/>
                    </a:cubicBezTo>
                    <a:cubicBezTo>
                      <a:pt x="1646879" y="737926"/>
                      <a:pt x="1646507" y="737565"/>
                      <a:pt x="1645762" y="738650"/>
                    </a:cubicBezTo>
                    <a:cubicBezTo>
                      <a:pt x="1644646" y="739373"/>
                      <a:pt x="1643902" y="739012"/>
                      <a:pt x="1644274" y="740820"/>
                    </a:cubicBezTo>
                    <a:cubicBezTo>
                      <a:pt x="1644274" y="742629"/>
                      <a:pt x="1644274" y="741905"/>
                      <a:pt x="1643158" y="741905"/>
                    </a:cubicBezTo>
                    <a:cubicBezTo>
                      <a:pt x="1641670" y="741905"/>
                      <a:pt x="1640553" y="740458"/>
                      <a:pt x="1640553" y="742629"/>
                    </a:cubicBezTo>
                    <a:cubicBezTo>
                      <a:pt x="1640553" y="744437"/>
                      <a:pt x="1640925" y="744799"/>
                      <a:pt x="1640553" y="746607"/>
                    </a:cubicBezTo>
                    <a:cubicBezTo>
                      <a:pt x="1640181" y="748416"/>
                      <a:pt x="1640181" y="747693"/>
                      <a:pt x="1637949" y="749863"/>
                    </a:cubicBezTo>
                    <a:cubicBezTo>
                      <a:pt x="1636088" y="752033"/>
                      <a:pt x="1635344" y="750948"/>
                      <a:pt x="1634228" y="753118"/>
                    </a:cubicBezTo>
                    <a:cubicBezTo>
                      <a:pt x="1633112" y="755288"/>
                      <a:pt x="1633484" y="755650"/>
                      <a:pt x="1631623" y="754565"/>
                    </a:cubicBezTo>
                    <a:cubicBezTo>
                      <a:pt x="1629391" y="753842"/>
                      <a:pt x="1629019" y="754203"/>
                      <a:pt x="1629763" y="752033"/>
                    </a:cubicBezTo>
                    <a:cubicBezTo>
                      <a:pt x="1630507" y="750224"/>
                      <a:pt x="1631623" y="749863"/>
                      <a:pt x="1630507" y="748054"/>
                    </a:cubicBezTo>
                    <a:cubicBezTo>
                      <a:pt x="1629391" y="746246"/>
                      <a:pt x="1630507" y="745884"/>
                      <a:pt x="1628275" y="745161"/>
                    </a:cubicBezTo>
                    <a:cubicBezTo>
                      <a:pt x="1626042" y="744437"/>
                      <a:pt x="1624554" y="744799"/>
                      <a:pt x="1624554" y="743352"/>
                    </a:cubicBezTo>
                    <a:cubicBezTo>
                      <a:pt x="1624926" y="741905"/>
                      <a:pt x="1625298" y="741905"/>
                      <a:pt x="1626414" y="740820"/>
                    </a:cubicBezTo>
                    <a:cubicBezTo>
                      <a:pt x="1627903" y="739735"/>
                      <a:pt x="1628275" y="739012"/>
                      <a:pt x="1628647" y="737565"/>
                    </a:cubicBezTo>
                    <a:cubicBezTo>
                      <a:pt x="1629019" y="735756"/>
                      <a:pt x="1628275" y="735033"/>
                      <a:pt x="1629019" y="733224"/>
                    </a:cubicBezTo>
                    <a:cubicBezTo>
                      <a:pt x="1629763" y="731777"/>
                      <a:pt x="1629019" y="728522"/>
                      <a:pt x="1630507" y="729607"/>
                    </a:cubicBezTo>
                    <a:cubicBezTo>
                      <a:pt x="1631623" y="730331"/>
                      <a:pt x="1632368" y="729607"/>
                      <a:pt x="1632368" y="729607"/>
                    </a:cubicBezTo>
                    <a:cubicBezTo>
                      <a:pt x="1632368" y="729607"/>
                      <a:pt x="1631996" y="727075"/>
                      <a:pt x="1633112" y="728160"/>
                    </a:cubicBezTo>
                    <a:close/>
                    <a:moveTo>
                      <a:pt x="1628610" y="725885"/>
                    </a:moveTo>
                    <a:cubicBezTo>
                      <a:pt x="1629316" y="726282"/>
                      <a:pt x="1628963" y="727473"/>
                      <a:pt x="1628258" y="729457"/>
                    </a:cubicBezTo>
                    <a:cubicBezTo>
                      <a:pt x="1627199" y="731838"/>
                      <a:pt x="1626141" y="729457"/>
                      <a:pt x="1626141" y="727473"/>
                    </a:cubicBezTo>
                    <a:cubicBezTo>
                      <a:pt x="1626141" y="726679"/>
                      <a:pt x="1627905" y="725488"/>
                      <a:pt x="1628610" y="725885"/>
                    </a:cubicBezTo>
                    <a:close/>
                    <a:moveTo>
                      <a:pt x="1451517" y="722313"/>
                    </a:moveTo>
                    <a:cubicBezTo>
                      <a:pt x="1452311" y="722313"/>
                      <a:pt x="1453104" y="722710"/>
                      <a:pt x="1453898" y="722710"/>
                    </a:cubicBezTo>
                    <a:cubicBezTo>
                      <a:pt x="1454692" y="723107"/>
                      <a:pt x="1454692" y="723107"/>
                      <a:pt x="1454295" y="723901"/>
                    </a:cubicBezTo>
                    <a:cubicBezTo>
                      <a:pt x="1453898" y="724694"/>
                      <a:pt x="1453501" y="724694"/>
                      <a:pt x="1451914" y="724694"/>
                    </a:cubicBezTo>
                    <a:cubicBezTo>
                      <a:pt x="1450326" y="724298"/>
                      <a:pt x="1450723" y="724694"/>
                      <a:pt x="1449929" y="725091"/>
                    </a:cubicBezTo>
                    <a:cubicBezTo>
                      <a:pt x="1449135" y="725488"/>
                      <a:pt x="1448342" y="725091"/>
                      <a:pt x="1447548" y="724694"/>
                    </a:cubicBezTo>
                    <a:cubicBezTo>
                      <a:pt x="1446754" y="723901"/>
                      <a:pt x="1448342" y="723901"/>
                      <a:pt x="1448739" y="723504"/>
                    </a:cubicBezTo>
                    <a:cubicBezTo>
                      <a:pt x="1448739" y="723504"/>
                      <a:pt x="1450723" y="722710"/>
                      <a:pt x="1451517" y="722313"/>
                    </a:cubicBezTo>
                    <a:close/>
                    <a:moveTo>
                      <a:pt x="1618601" y="716704"/>
                    </a:moveTo>
                    <a:cubicBezTo>
                      <a:pt x="1618204" y="715963"/>
                      <a:pt x="1622967" y="718927"/>
                      <a:pt x="1625348" y="719297"/>
                    </a:cubicBezTo>
                    <a:cubicBezTo>
                      <a:pt x="1627333" y="719667"/>
                      <a:pt x="1627333" y="720408"/>
                      <a:pt x="1628126" y="722260"/>
                    </a:cubicBezTo>
                    <a:cubicBezTo>
                      <a:pt x="1629317" y="723742"/>
                      <a:pt x="1629317" y="723372"/>
                      <a:pt x="1628523" y="725224"/>
                    </a:cubicBezTo>
                    <a:cubicBezTo>
                      <a:pt x="1627729" y="727076"/>
                      <a:pt x="1625745" y="726335"/>
                      <a:pt x="1625745" y="726335"/>
                    </a:cubicBezTo>
                    <a:cubicBezTo>
                      <a:pt x="1625348" y="725594"/>
                      <a:pt x="1623761" y="723372"/>
                      <a:pt x="1622570" y="722631"/>
                    </a:cubicBezTo>
                    <a:cubicBezTo>
                      <a:pt x="1621379" y="721520"/>
                      <a:pt x="1621379" y="722260"/>
                      <a:pt x="1620585" y="720038"/>
                    </a:cubicBezTo>
                    <a:cubicBezTo>
                      <a:pt x="1619792" y="717445"/>
                      <a:pt x="1618998" y="717445"/>
                      <a:pt x="1618601" y="716704"/>
                    </a:cubicBezTo>
                    <a:close/>
                    <a:moveTo>
                      <a:pt x="1030171" y="603250"/>
                    </a:moveTo>
                    <a:cubicBezTo>
                      <a:pt x="1030171" y="603250"/>
                      <a:pt x="1030540" y="603612"/>
                      <a:pt x="1030909" y="603612"/>
                    </a:cubicBezTo>
                    <a:cubicBezTo>
                      <a:pt x="1031278" y="603612"/>
                      <a:pt x="1031647" y="604337"/>
                      <a:pt x="1032384" y="604337"/>
                    </a:cubicBezTo>
                    <a:cubicBezTo>
                      <a:pt x="1032753" y="603975"/>
                      <a:pt x="1032753" y="605424"/>
                      <a:pt x="1033122" y="605787"/>
                    </a:cubicBezTo>
                    <a:cubicBezTo>
                      <a:pt x="1033491" y="606511"/>
                      <a:pt x="1033491" y="607598"/>
                      <a:pt x="1033491" y="607598"/>
                    </a:cubicBezTo>
                    <a:cubicBezTo>
                      <a:pt x="1033491" y="607598"/>
                      <a:pt x="1033491" y="609048"/>
                      <a:pt x="1034228" y="609048"/>
                    </a:cubicBezTo>
                    <a:cubicBezTo>
                      <a:pt x="1034597" y="609048"/>
                      <a:pt x="1034228" y="609773"/>
                      <a:pt x="1034228" y="610497"/>
                    </a:cubicBezTo>
                    <a:cubicBezTo>
                      <a:pt x="1034228" y="610860"/>
                      <a:pt x="1034228" y="611947"/>
                      <a:pt x="1034597" y="612672"/>
                    </a:cubicBezTo>
                    <a:cubicBezTo>
                      <a:pt x="1034597" y="613396"/>
                      <a:pt x="1034966" y="614483"/>
                      <a:pt x="1035704" y="615571"/>
                    </a:cubicBezTo>
                    <a:cubicBezTo>
                      <a:pt x="1035704" y="615571"/>
                      <a:pt x="1036441" y="618107"/>
                      <a:pt x="1036810" y="618832"/>
                    </a:cubicBezTo>
                    <a:cubicBezTo>
                      <a:pt x="1037179" y="619557"/>
                      <a:pt x="1036441" y="619557"/>
                      <a:pt x="1036441" y="620281"/>
                    </a:cubicBezTo>
                    <a:cubicBezTo>
                      <a:pt x="1036073" y="620644"/>
                      <a:pt x="1035704" y="621006"/>
                      <a:pt x="1035704" y="621006"/>
                    </a:cubicBezTo>
                    <a:cubicBezTo>
                      <a:pt x="1035704" y="621006"/>
                      <a:pt x="1034966" y="621731"/>
                      <a:pt x="1033860" y="621006"/>
                    </a:cubicBezTo>
                    <a:cubicBezTo>
                      <a:pt x="1033491" y="620644"/>
                      <a:pt x="1033860" y="619557"/>
                      <a:pt x="1033122" y="619557"/>
                    </a:cubicBezTo>
                    <a:cubicBezTo>
                      <a:pt x="1032753" y="619194"/>
                      <a:pt x="1032753" y="620281"/>
                      <a:pt x="1032753" y="620644"/>
                    </a:cubicBezTo>
                    <a:cubicBezTo>
                      <a:pt x="1032384" y="621006"/>
                      <a:pt x="1032753" y="621731"/>
                      <a:pt x="1032753" y="621731"/>
                    </a:cubicBezTo>
                    <a:cubicBezTo>
                      <a:pt x="1032753" y="621731"/>
                      <a:pt x="1032753" y="621731"/>
                      <a:pt x="1033491" y="623543"/>
                    </a:cubicBezTo>
                    <a:cubicBezTo>
                      <a:pt x="1033491" y="623543"/>
                      <a:pt x="1033491" y="623543"/>
                      <a:pt x="1033122" y="625717"/>
                    </a:cubicBezTo>
                    <a:cubicBezTo>
                      <a:pt x="1032384" y="625354"/>
                      <a:pt x="1031278" y="627166"/>
                      <a:pt x="1031278" y="627166"/>
                    </a:cubicBezTo>
                    <a:cubicBezTo>
                      <a:pt x="1030909" y="627166"/>
                      <a:pt x="1030909" y="629340"/>
                      <a:pt x="1031278" y="629703"/>
                    </a:cubicBezTo>
                    <a:cubicBezTo>
                      <a:pt x="1031278" y="630065"/>
                      <a:pt x="1031278" y="630790"/>
                      <a:pt x="1031278" y="631152"/>
                    </a:cubicBezTo>
                    <a:cubicBezTo>
                      <a:pt x="1031278" y="631515"/>
                      <a:pt x="1030540" y="633689"/>
                      <a:pt x="1030540" y="634051"/>
                    </a:cubicBezTo>
                    <a:cubicBezTo>
                      <a:pt x="1030540" y="634413"/>
                      <a:pt x="1030540" y="635138"/>
                      <a:pt x="1030540" y="635138"/>
                    </a:cubicBezTo>
                    <a:cubicBezTo>
                      <a:pt x="1030540" y="635138"/>
                      <a:pt x="1029803" y="636950"/>
                      <a:pt x="1029434" y="637312"/>
                    </a:cubicBezTo>
                    <a:cubicBezTo>
                      <a:pt x="1029434" y="637675"/>
                      <a:pt x="1029434" y="639124"/>
                      <a:pt x="1029434" y="639487"/>
                    </a:cubicBezTo>
                    <a:cubicBezTo>
                      <a:pt x="1029434" y="639849"/>
                      <a:pt x="1028327" y="641661"/>
                      <a:pt x="1028327" y="641661"/>
                    </a:cubicBezTo>
                    <a:cubicBezTo>
                      <a:pt x="1028327" y="641661"/>
                      <a:pt x="1027959" y="642748"/>
                      <a:pt x="1027959" y="643110"/>
                    </a:cubicBezTo>
                    <a:cubicBezTo>
                      <a:pt x="1027959" y="643473"/>
                      <a:pt x="1027221" y="644560"/>
                      <a:pt x="1027221" y="644560"/>
                    </a:cubicBezTo>
                    <a:cubicBezTo>
                      <a:pt x="1027221" y="644560"/>
                      <a:pt x="1026852" y="645647"/>
                      <a:pt x="1026852" y="646009"/>
                    </a:cubicBezTo>
                    <a:cubicBezTo>
                      <a:pt x="1026483" y="646371"/>
                      <a:pt x="1026114" y="647096"/>
                      <a:pt x="1026114" y="647459"/>
                    </a:cubicBezTo>
                    <a:cubicBezTo>
                      <a:pt x="1025746" y="647821"/>
                      <a:pt x="1025377" y="648908"/>
                      <a:pt x="1025008" y="649270"/>
                    </a:cubicBezTo>
                    <a:cubicBezTo>
                      <a:pt x="1025008" y="649633"/>
                      <a:pt x="1025008" y="650720"/>
                      <a:pt x="1025008" y="650720"/>
                    </a:cubicBezTo>
                    <a:cubicBezTo>
                      <a:pt x="1025008" y="650720"/>
                      <a:pt x="1024639" y="652894"/>
                      <a:pt x="1024639" y="652532"/>
                    </a:cubicBezTo>
                    <a:cubicBezTo>
                      <a:pt x="1025008" y="652532"/>
                      <a:pt x="1023902" y="654343"/>
                      <a:pt x="1023902" y="654343"/>
                    </a:cubicBezTo>
                    <a:cubicBezTo>
                      <a:pt x="1023902" y="654343"/>
                      <a:pt x="1023902" y="654343"/>
                      <a:pt x="1023533" y="655793"/>
                    </a:cubicBezTo>
                    <a:cubicBezTo>
                      <a:pt x="1023533" y="655793"/>
                      <a:pt x="1023164" y="657242"/>
                      <a:pt x="1023164" y="657605"/>
                    </a:cubicBezTo>
                    <a:cubicBezTo>
                      <a:pt x="1023164" y="657967"/>
                      <a:pt x="1022426" y="659417"/>
                      <a:pt x="1022426" y="659417"/>
                    </a:cubicBezTo>
                    <a:cubicBezTo>
                      <a:pt x="1022426" y="659417"/>
                      <a:pt x="1022426" y="659779"/>
                      <a:pt x="1022057" y="661228"/>
                    </a:cubicBezTo>
                    <a:cubicBezTo>
                      <a:pt x="1022057" y="662678"/>
                      <a:pt x="1021320" y="662678"/>
                      <a:pt x="1021320" y="662678"/>
                    </a:cubicBezTo>
                    <a:cubicBezTo>
                      <a:pt x="1021320" y="662678"/>
                      <a:pt x="1021320" y="663765"/>
                      <a:pt x="1021320" y="664127"/>
                    </a:cubicBezTo>
                    <a:cubicBezTo>
                      <a:pt x="1020951" y="664490"/>
                      <a:pt x="1020213" y="665214"/>
                      <a:pt x="1020213" y="665214"/>
                    </a:cubicBezTo>
                    <a:cubicBezTo>
                      <a:pt x="1020213" y="665214"/>
                      <a:pt x="1020213" y="665214"/>
                      <a:pt x="1019476" y="666301"/>
                    </a:cubicBezTo>
                    <a:cubicBezTo>
                      <a:pt x="1019476" y="666301"/>
                      <a:pt x="1019476" y="667026"/>
                      <a:pt x="1018369" y="667751"/>
                    </a:cubicBezTo>
                    <a:cubicBezTo>
                      <a:pt x="1018369" y="667751"/>
                      <a:pt x="1018369" y="667751"/>
                      <a:pt x="1017263" y="667751"/>
                    </a:cubicBezTo>
                    <a:cubicBezTo>
                      <a:pt x="1017263" y="667389"/>
                      <a:pt x="1016525" y="668113"/>
                      <a:pt x="1016525" y="668113"/>
                    </a:cubicBezTo>
                    <a:cubicBezTo>
                      <a:pt x="1016525" y="668113"/>
                      <a:pt x="1016525" y="668113"/>
                      <a:pt x="1014681" y="668476"/>
                    </a:cubicBezTo>
                    <a:cubicBezTo>
                      <a:pt x="1014681" y="668476"/>
                      <a:pt x="1014681" y="668476"/>
                      <a:pt x="1012837" y="669563"/>
                    </a:cubicBezTo>
                    <a:cubicBezTo>
                      <a:pt x="1012837" y="669563"/>
                      <a:pt x="1012837" y="669563"/>
                      <a:pt x="1011362" y="669925"/>
                    </a:cubicBezTo>
                    <a:cubicBezTo>
                      <a:pt x="1011362" y="669925"/>
                      <a:pt x="1011362" y="669925"/>
                      <a:pt x="1010255" y="669563"/>
                    </a:cubicBezTo>
                    <a:cubicBezTo>
                      <a:pt x="1010255" y="669563"/>
                      <a:pt x="1010255" y="669563"/>
                      <a:pt x="1009149" y="669200"/>
                    </a:cubicBezTo>
                    <a:cubicBezTo>
                      <a:pt x="1009149" y="669200"/>
                      <a:pt x="1009149" y="669200"/>
                      <a:pt x="1008411" y="668838"/>
                    </a:cubicBezTo>
                    <a:cubicBezTo>
                      <a:pt x="1008411" y="668838"/>
                      <a:pt x="1008411" y="668838"/>
                      <a:pt x="1007674" y="668113"/>
                    </a:cubicBezTo>
                    <a:cubicBezTo>
                      <a:pt x="1007674" y="668113"/>
                      <a:pt x="1007674" y="668113"/>
                      <a:pt x="1006936" y="667389"/>
                    </a:cubicBezTo>
                    <a:cubicBezTo>
                      <a:pt x="1006936" y="667389"/>
                      <a:pt x="1006936" y="667389"/>
                      <a:pt x="1005461" y="667026"/>
                    </a:cubicBezTo>
                    <a:cubicBezTo>
                      <a:pt x="1005461" y="667026"/>
                      <a:pt x="1005461" y="667026"/>
                      <a:pt x="1004354" y="665577"/>
                    </a:cubicBezTo>
                    <a:cubicBezTo>
                      <a:pt x="1004354" y="665214"/>
                      <a:pt x="1003985" y="664490"/>
                      <a:pt x="1003617" y="664127"/>
                    </a:cubicBezTo>
                    <a:cubicBezTo>
                      <a:pt x="1003248" y="663403"/>
                      <a:pt x="1002879" y="663403"/>
                      <a:pt x="1002879" y="663403"/>
                    </a:cubicBezTo>
                    <a:cubicBezTo>
                      <a:pt x="1002879" y="662678"/>
                      <a:pt x="1002879" y="662315"/>
                      <a:pt x="1002879" y="662315"/>
                    </a:cubicBezTo>
                    <a:cubicBezTo>
                      <a:pt x="1002879" y="662315"/>
                      <a:pt x="1002879" y="662315"/>
                      <a:pt x="1003248" y="659779"/>
                    </a:cubicBezTo>
                    <a:cubicBezTo>
                      <a:pt x="1003985" y="657242"/>
                      <a:pt x="1003248" y="659417"/>
                      <a:pt x="1003248" y="659054"/>
                    </a:cubicBezTo>
                    <a:cubicBezTo>
                      <a:pt x="1003248" y="658329"/>
                      <a:pt x="1002879" y="657605"/>
                      <a:pt x="1001772" y="656518"/>
                    </a:cubicBezTo>
                    <a:cubicBezTo>
                      <a:pt x="1000666" y="655431"/>
                      <a:pt x="1001772" y="655793"/>
                      <a:pt x="1001404" y="655068"/>
                    </a:cubicBezTo>
                    <a:cubicBezTo>
                      <a:pt x="1001404" y="654706"/>
                      <a:pt x="1001404" y="653981"/>
                      <a:pt x="1001404" y="653981"/>
                    </a:cubicBezTo>
                    <a:cubicBezTo>
                      <a:pt x="1001404" y="653619"/>
                      <a:pt x="1001772" y="653256"/>
                      <a:pt x="1002879" y="652894"/>
                    </a:cubicBezTo>
                    <a:cubicBezTo>
                      <a:pt x="1003248" y="652894"/>
                      <a:pt x="1002141" y="652532"/>
                      <a:pt x="1001772" y="651082"/>
                    </a:cubicBezTo>
                    <a:cubicBezTo>
                      <a:pt x="1001772" y="650357"/>
                      <a:pt x="1001772" y="651082"/>
                      <a:pt x="1002141" y="649633"/>
                    </a:cubicBezTo>
                    <a:cubicBezTo>
                      <a:pt x="1002510" y="649270"/>
                      <a:pt x="1002510" y="648908"/>
                      <a:pt x="1002879" y="648546"/>
                    </a:cubicBezTo>
                    <a:cubicBezTo>
                      <a:pt x="1003248" y="647821"/>
                      <a:pt x="1003985" y="647821"/>
                      <a:pt x="1003985" y="647821"/>
                    </a:cubicBezTo>
                    <a:cubicBezTo>
                      <a:pt x="1003985" y="647821"/>
                      <a:pt x="1003985" y="647821"/>
                      <a:pt x="1003985" y="647459"/>
                    </a:cubicBezTo>
                    <a:cubicBezTo>
                      <a:pt x="1004354" y="646734"/>
                      <a:pt x="1003985" y="647459"/>
                      <a:pt x="1003985" y="646371"/>
                    </a:cubicBezTo>
                    <a:cubicBezTo>
                      <a:pt x="1003985" y="645647"/>
                      <a:pt x="1004723" y="646009"/>
                      <a:pt x="1005092" y="645647"/>
                    </a:cubicBezTo>
                    <a:cubicBezTo>
                      <a:pt x="1005092" y="645284"/>
                      <a:pt x="1005461" y="644922"/>
                      <a:pt x="1005829" y="643835"/>
                    </a:cubicBezTo>
                    <a:cubicBezTo>
                      <a:pt x="1006198" y="642748"/>
                      <a:pt x="1006198" y="643110"/>
                      <a:pt x="1006567" y="642748"/>
                    </a:cubicBezTo>
                    <a:cubicBezTo>
                      <a:pt x="1006936" y="642023"/>
                      <a:pt x="1006936" y="641661"/>
                      <a:pt x="1006936" y="640211"/>
                    </a:cubicBezTo>
                    <a:cubicBezTo>
                      <a:pt x="1006936" y="638762"/>
                      <a:pt x="1006936" y="640211"/>
                      <a:pt x="1006936" y="639487"/>
                    </a:cubicBezTo>
                    <a:cubicBezTo>
                      <a:pt x="1006567" y="638762"/>
                      <a:pt x="1006567" y="638762"/>
                      <a:pt x="1006198" y="638037"/>
                    </a:cubicBezTo>
                    <a:cubicBezTo>
                      <a:pt x="1005829" y="637675"/>
                      <a:pt x="1005461" y="637312"/>
                      <a:pt x="1005461" y="637312"/>
                    </a:cubicBezTo>
                    <a:cubicBezTo>
                      <a:pt x="1005461" y="637312"/>
                      <a:pt x="1005829" y="636225"/>
                      <a:pt x="1005461" y="633326"/>
                    </a:cubicBezTo>
                    <a:cubicBezTo>
                      <a:pt x="1005092" y="632602"/>
                      <a:pt x="1005092" y="632239"/>
                      <a:pt x="1005092" y="631877"/>
                    </a:cubicBezTo>
                    <a:cubicBezTo>
                      <a:pt x="1005092" y="631515"/>
                      <a:pt x="1005092" y="631515"/>
                      <a:pt x="1005092" y="630790"/>
                    </a:cubicBezTo>
                    <a:cubicBezTo>
                      <a:pt x="1005461" y="629703"/>
                      <a:pt x="1005092" y="630065"/>
                      <a:pt x="1005092" y="629703"/>
                    </a:cubicBezTo>
                    <a:cubicBezTo>
                      <a:pt x="1005092" y="628978"/>
                      <a:pt x="1005461" y="628978"/>
                      <a:pt x="1005461" y="628253"/>
                    </a:cubicBezTo>
                    <a:cubicBezTo>
                      <a:pt x="1005829" y="627891"/>
                      <a:pt x="1005461" y="627891"/>
                      <a:pt x="1005829" y="627166"/>
                    </a:cubicBezTo>
                    <a:cubicBezTo>
                      <a:pt x="1006198" y="626804"/>
                      <a:pt x="1006936" y="626079"/>
                      <a:pt x="1006936" y="624630"/>
                    </a:cubicBezTo>
                    <a:cubicBezTo>
                      <a:pt x="1006936" y="624267"/>
                      <a:pt x="1006936" y="623905"/>
                      <a:pt x="1007674" y="622818"/>
                    </a:cubicBezTo>
                    <a:cubicBezTo>
                      <a:pt x="1008042" y="622455"/>
                      <a:pt x="1009149" y="623180"/>
                      <a:pt x="1009149" y="623180"/>
                    </a:cubicBezTo>
                    <a:cubicBezTo>
                      <a:pt x="1009518" y="622818"/>
                      <a:pt x="1010255" y="622093"/>
                      <a:pt x="1010255" y="622093"/>
                    </a:cubicBezTo>
                    <a:cubicBezTo>
                      <a:pt x="1010624" y="622093"/>
                      <a:pt x="1012099" y="621731"/>
                      <a:pt x="1012099" y="621731"/>
                    </a:cubicBezTo>
                    <a:cubicBezTo>
                      <a:pt x="1012099" y="621731"/>
                      <a:pt x="1012099" y="621731"/>
                      <a:pt x="1013575" y="621368"/>
                    </a:cubicBezTo>
                    <a:cubicBezTo>
                      <a:pt x="1013575" y="621368"/>
                      <a:pt x="1013575" y="621368"/>
                      <a:pt x="1015050" y="621731"/>
                    </a:cubicBezTo>
                    <a:cubicBezTo>
                      <a:pt x="1015050" y="621731"/>
                      <a:pt x="1015050" y="621731"/>
                      <a:pt x="1016525" y="621731"/>
                    </a:cubicBezTo>
                    <a:cubicBezTo>
                      <a:pt x="1016894" y="621368"/>
                      <a:pt x="1016525" y="620644"/>
                      <a:pt x="1016525" y="620644"/>
                    </a:cubicBezTo>
                    <a:cubicBezTo>
                      <a:pt x="1016525" y="620644"/>
                      <a:pt x="1016894" y="620281"/>
                      <a:pt x="1018000" y="619194"/>
                    </a:cubicBezTo>
                    <a:cubicBezTo>
                      <a:pt x="1018369" y="618832"/>
                      <a:pt x="1018369" y="619194"/>
                      <a:pt x="1019476" y="618832"/>
                    </a:cubicBezTo>
                    <a:cubicBezTo>
                      <a:pt x="1019476" y="618832"/>
                      <a:pt x="1020213" y="619194"/>
                      <a:pt x="1020582" y="618107"/>
                    </a:cubicBezTo>
                    <a:cubicBezTo>
                      <a:pt x="1020582" y="617382"/>
                      <a:pt x="1021320" y="617745"/>
                      <a:pt x="1020582" y="616658"/>
                    </a:cubicBezTo>
                    <a:cubicBezTo>
                      <a:pt x="1020582" y="616658"/>
                      <a:pt x="1022057" y="615933"/>
                      <a:pt x="1023164" y="616295"/>
                    </a:cubicBezTo>
                    <a:cubicBezTo>
                      <a:pt x="1023164" y="616295"/>
                      <a:pt x="1023164" y="616295"/>
                      <a:pt x="1023164" y="615208"/>
                    </a:cubicBezTo>
                    <a:cubicBezTo>
                      <a:pt x="1023164" y="615208"/>
                      <a:pt x="1023164" y="614846"/>
                      <a:pt x="1023902" y="613396"/>
                    </a:cubicBezTo>
                    <a:cubicBezTo>
                      <a:pt x="1023902" y="612672"/>
                      <a:pt x="1023902" y="613034"/>
                      <a:pt x="1023902" y="613034"/>
                    </a:cubicBezTo>
                    <a:cubicBezTo>
                      <a:pt x="1023902" y="613034"/>
                      <a:pt x="1023902" y="613034"/>
                      <a:pt x="1024270" y="612309"/>
                    </a:cubicBezTo>
                    <a:cubicBezTo>
                      <a:pt x="1024270" y="611947"/>
                      <a:pt x="1024270" y="611585"/>
                      <a:pt x="1024270" y="611222"/>
                    </a:cubicBezTo>
                    <a:cubicBezTo>
                      <a:pt x="1023902" y="610497"/>
                      <a:pt x="1024639" y="611222"/>
                      <a:pt x="1026114" y="610860"/>
                    </a:cubicBezTo>
                    <a:cubicBezTo>
                      <a:pt x="1026483" y="610860"/>
                      <a:pt x="1026483" y="610860"/>
                      <a:pt x="1027221" y="609773"/>
                    </a:cubicBezTo>
                    <a:cubicBezTo>
                      <a:pt x="1027590" y="609048"/>
                      <a:pt x="1028696" y="608323"/>
                      <a:pt x="1028696" y="608323"/>
                    </a:cubicBezTo>
                    <a:cubicBezTo>
                      <a:pt x="1029434" y="607961"/>
                      <a:pt x="1028696" y="607598"/>
                      <a:pt x="1028696" y="607598"/>
                    </a:cubicBezTo>
                    <a:cubicBezTo>
                      <a:pt x="1028696" y="607598"/>
                      <a:pt x="1028696" y="606149"/>
                      <a:pt x="1028327" y="605787"/>
                    </a:cubicBezTo>
                    <a:cubicBezTo>
                      <a:pt x="1027959" y="605424"/>
                      <a:pt x="1028696" y="604700"/>
                      <a:pt x="1028696" y="604700"/>
                    </a:cubicBezTo>
                    <a:cubicBezTo>
                      <a:pt x="1028696" y="604700"/>
                      <a:pt x="1028696" y="604700"/>
                      <a:pt x="1030171" y="603250"/>
                    </a:cubicBezTo>
                    <a:close/>
                    <a:moveTo>
                      <a:pt x="1475827" y="597263"/>
                    </a:moveTo>
                    <a:cubicBezTo>
                      <a:pt x="1476549" y="596900"/>
                      <a:pt x="1475827" y="597263"/>
                      <a:pt x="1476549" y="597263"/>
                    </a:cubicBezTo>
                    <a:cubicBezTo>
                      <a:pt x="1476911" y="597263"/>
                      <a:pt x="1476549" y="597263"/>
                      <a:pt x="1476549" y="597990"/>
                    </a:cubicBezTo>
                    <a:cubicBezTo>
                      <a:pt x="1476911" y="598717"/>
                      <a:pt x="1476911" y="598353"/>
                      <a:pt x="1477272" y="599080"/>
                    </a:cubicBezTo>
                    <a:cubicBezTo>
                      <a:pt x="1477272" y="599443"/>
                      <a:pt x="1476911" y="599807"/>
                      <a:pt x="1477272" y="600533"/>
                    </a:cubicBezTo>
                    <a:cubicBezTo>
                      <a:pt x="1477633" y="600897"/>
                      <a:pt x="1477272" y="600533"/>
                      <a:pt x="1477995" y="601260"/>
                    </a:cubicBezTo>
                    <a:cubicBezTo>
                      <a:pt x="1479079" y="601986"/>
                      <a:pt x="1478356" y="601986"/>
                      <a:pt x="1478717" y="602350"/>
                    </a:cubicBezTo>
                    <a:cubicBezTo>
                      <a:pt x="1478717" y="603076"/>
                      <a:pt x="1478717" y="603440"/>
                      <a:pt x="1478717" y="603803"/>
                    </a:cubicBezTo>
                    <a:cubicBezTo>
                      <a:pt x="1479079" y="604166"/>
                      <a:pt x="1479079" y="604166"/>
                      <a:pt x="1479440" y="604893"/>
                    </a:cubicBezTo>
                    <a:cubicBezTo>
                      <a:pt x="1480163" y="605256"/>
                      <a:pt x="1479801" y="605620"/>
                      <a:pt x="1480163" y="605620"/>
                    </a:cubicBezTo>
                    <a:cubicBezTo>
                      <a:pt x="1480524" y="605983"/>
                      <a:pt x="1480163" y="606709"/>
                      <a:pt x="1480524" y="607073"/>
                    </a:cubicBezTo>
                    <a:cubicBezTo>
                      <a:pt x="1480885" y="607799"/>
                      <a:pt x="1480524" y="608163"/>
                      <a:pt x="1480524" y="608526"/>
                    </a:cubicBezTo>
                    <a:cubicBezTo>
                      <a:pt x="1480885" y="608889"/>
                      <a:pt x="1480524" y="609616"/>
                      <a:pt x="1480885" y="610343"/>
                    </a:cubicBezTo>
                    <a:cubicBezTo>
                      <a:pt x="1481247" y="611069"/>
                      <a:pt x="1480885" y="611432"/>
                      <a:pt x="1481247" y="611796"/>
                    </a:cubicBezTo>
                    <a:cubicBezTo>
                      <a:pt x="1481247" y="612159"/>
                      <a:pt x="1481247" y="612522"/>
                      <a:pt x="1481608" y="612886"/>
                    </a:cubicBezTo>
                    <a:cubicBezTo>
                      <a:pt x="1481608" y="613249"/>
                      <a:pt x="1481608" y="613249"/>
                      <a:pt x="1481969" y="613976"/>
                    </a:cubicBezTo>
                    <a:cubicBezTo>
                      <a:pt x="1482692" y="614339"/>
                      <a:pt x="1481969" y="614702"/>
                      <a:pt x="1483053" y="615066"/>
                    </a:cubicBezTo>
                    <a:cubicBezTo>
                      <a:pt x="1483776" y="615066"/>
                      <a:pt x="1483415" y="615429"/>
                      <a:pt x="1484499" y="614702"/>
                    </a:cubicBezTo>
                    <a:cubicBezTo>
                      <a:pt x="1484499" y="614702"/>
                      <a:pt x="1484860" y="614339"/>
                      <a:pt x="1485944" y="613976"/>
                    </a:cubicBezTo>
                    <a:cubicBezTo>
                      <a:pt x="1486305" y="613976"/>
                      <a:pt x="1485944" y="613976"/>
                      <a:pt x="1486305" y="614702"/>
                    </a:cubicBezTo>
                    <a:cubicBezTo>
                      <a:pt x="1487028" y="615066"/>
                      <a:pt x="1486667" y="615429"/>
                      <a:pt x="1487389" y="615792"/>
                    </a:cubicBezTo>
                    <a:cubicBezTo>
                      <a:pt x="1488112" y="616155"/>
                      <a:pt x="1487751" y="616519"/>
                      <a:pt x="1488112" y="616519"/>
                    </a:cubicBezTo>
                    <a:cubicBezTo>
                      <a:pt x="1488473" y="616519"/>
                      <a:pt x="1488835" y="616519"/>
                      <a:pt x="1489196" y="617245"/>
                    </a:cubicBezTo>
                    <a:cubicBezTo>
                      <a:pt x="1489557" y="617609"/>
                      <a:pt x="1489196" y="617245"/>
                      <a:pt x="1489196" y="618699"/>
                    </a:cubicBezTo>
                    <a:cubicBezTo>
                      <a:pt x="1489557" y="620152"/>
                      <a:pt x="1489557" y="620152"/>
                      <a:pt x="1489557" y="620515"/>
                    </a:cubicBezTo>
                    <a:cubicBezTo>
                      <a:pt x="1489557" y="620878"/>
                      <a:pt x="1489557" y="621968"/>
                      <a:pt x="1489557" y="622332"/>
                    </a:cubicBezTo>
                    <a:cubicBezTo>
                      <a:pt x="1489919" y="622695"/>
                      <a:pt x="1489557" y="623422"/>
                      <a:pt x="1489557" y="624512"/>
                    </a:cubicBezTo>
                    <a:cubicBezTo>
                      <a:pt x="1489919" y="625238"/>
                      <a:pt x="1489557" y="625238"/>
                      <a:pt x="1490280" y="625238"/>
                    </a:cubicBezTo>
                    <a:cubicBezTo>
                      <a:pt x="1491003" y="625601"/>
                      <a:pt x="1490641" y="625601"/>
                      <a:pt x="1490641" y="625965"/>
                    </a:cubicBezTo>
                    <a:cubicBezTo>
                      <a:pt x="1491003" y="626328"/>
                      <a:pt x="1491364" y="627055"/>
                      <a:pt x="1491364" y="627055"/>
                    </a:cubicBezTo>
                    <a:cubicBezTo>
                      <a:pt x="1491364" y="627055"/>
                      <a:pt x="1491003" y="626691"/>
                      <a:pt x="1492448" y="628508"/>
                    </a:cubicBezTo>
                    <a:cubicBezTo>
                      <a:pt x="1494255" y="630325"/>
                      <a:pt x="1492809" y="629598"/>
                      <a:pt x="1492809" y="629598"/>
                    </a:cubicBezTo>
                    <a:cubicBezTo>
                      <a:pt x="1492809" y="629598"/>
                      <a:pt x="1493171" y="630325"/>
                      <a:pt x="1493171" y="631051"/>
                    </a:cubicBezTo>
                    <a:cubicBezTo>
                      <a:pt x="1492809" y="631414"/>
                      <a:pt x="1493171" y="632504"/>
                      <a:pt x="1493171" y="633231"/>
                    </a:cubicBezTo>
                    <a:cubicBezTo>
                      <a:pt x="1493532" y="633594"/>
                      <a:pt x="1493893" y="633958"/>
                      <a:pt x="1494255" y="633958"/>
                    </a:cubicBezTo>
                    <a:cubicBezTo>
                      <a:pt x="1494616" y="634321"/>
                      <a:pt x="1494255" y="634684"/>
                      <a:pt x="1494255" y="635048"/>
                    </a:cubicBezTo>
                    <a:cubicBezTo>
                      <a:pt x="1494255" y="635774"/>
                      <a:pt x="1494255" y="636137"/>
                      <a:pt x="1495339" y="637591"/>
                    </a:cubicBezTo>
                    <a:cubicBezTo>
                      <a:pt x="1495700" y="637954"/>
                      <a:pt x="1495700" y="637954"/>
                      <a:pt x="1496061" y="638317"/>
                    </a:cubicBezTo>
                    <a:cubicBezTo>
                      <a:pt x="1496784" y="639044"/>
                      <a:pt x="1497145" y="639044"/>
                      <a:pt x="1497868" y="639044"/>
                    </a:cubicBezTo>
                    <a:cubicBezTo>
                      <a:pt x="1498952" y="639044"/>
                      <a:pt x="1498229" y="639044"/>
                      <a:pt x="1498952" y="639044"/>
                    </a:cubicBezTo>
                    <a:cubicBezTo>
                      <a:pt x="1499675" y="639044"/>
                      <a:pt x="1499313" y="639407"/>
                      <a:pt x="1500036" y="639771"/>
                    </a:cubicBezTo>
                    <a:cubicBezTo>
                      <a:pt x="1500397" y="639771"/>
                      <a:pt x="1500397" y="640134"/>
                      <a:pt x="1500759" y="640860"/>
                    </a:cubicBezTo>
                    <a:cubicBezTo>
                      <a:pt x="1500759" y="641224"/>
                      <a:pt x="1501120" y="641224"/>
                      <a:pt x="1501481" y="641587"/>
                    </a:cubicBezTo>
                    <a:cubicBezTo>
                      <a:pt x="1501481" y="641950"/>
                      <a:pt x="1502927" y="641950"/>
                      <a:pt x="1504011" y="642314"/>
                    </a:cubicBezTo>
                    <a:cubicBezTo>
                      <a:pt x="1504733" y="642677"/>
                      <a:pt x="1502927" y="643040"/>
                      <a:pt x="1502927" y="643040"/>
                    </a:cubicBezTo>
                    <a:cubicBezTo>
                      <a:pt x="1502927" y="643040"/>
                      <a:pt x="1504011" y="643040"/>
                      <a:pt x="1505095" y="643404"/>
                    </a:cubicBezTo>
                    <a:cubicBezTo>
                      <a:pt x="1506179" y="644130"/>
                      <a:pt x="1505456" y="643767"/>
                      <a:pt x="1506540" y="643767"/>
                    </a:cubicBezTo>
                    <a:cubicBezTo>
                      <a:pt x="1507263" y="644130"/>
                      <a:pt x="1506179" y="644494"/>
                      <a:pt x="1505817" y="644857"/>
                    </a:cubicBezTo>
                    <a:cubicBezTo>
                      <a:pt x="1505456" y="645583"/>
                      <a:pt x="1505817" y="645947"/>
                      <a:pt x="1505817" y="645947"/>
                    </a:cubicBezTo>
                    <a:cubicBezTo>
                      <a:pt x="1505817" y="645947"/>
                      <a:pt x="1506540" y="646310"/>
                      <a:pt x="1506901" y="646673"/>
                    </a:cubicBezTo>
                    <a:cubicBezTo>
                      <a:pt x="1507263" y="647037"/>
                      <a:pt x="1506901" y="647037"/>
                      <a:pt x="1507263" y="647037"/>
                    </a:cubicBezTo>
                    <a:cubicBezTo>
                      <a:pt x="1507985" y="647400"/>
                      <a:pt x="1507624" y="648127"/>
                      <a:pt x="1508347" y="648490"/>
                    </a:cubicBezTo>
                    <a:cubicBezTo>
                      <a:pt x="1509069" y="648853"/>
                      <a:pt x="1508347" y="649217"/>
                      <a:pt x="1509069" y="649943"/>
                    </a:cubicBezTo>
                    <a:cubicBezTo>
                      <a:pt x="1509792" y="650670"/>
                      <a:pt x="1509069" y="651033"/>
                      <a:pt x="1509069" y="651760"/>
                    </a:cubicBezTo>
                    <a:cubicBezTo>
                      <a:pt x="1509069" y="652486"/>
                      <a:pt x="1509431" y="652486"/>
                      <a:pt x="1509792" y="653213"/>
                    </a:cubicBezTo>
                    <a:cubicBezTo>
                      <a:pt x="1510153" y="653576"/>
                      <a:pt x="1509792" y="654666"/>
                      <a:pt x="1510515" y="655393"/>
                    </a:cubicBezTo>
                    <a:cubicBezTo>
                      <a:pt x="1510876" y="655393"/>
                      <a:pt x="1510876" y="654303"/>
                      <a:pt x="1511599" y="653576"/>
                    </a:cubicBezTo>
                    <a:cubicBezTo>
                      <a:pt x="1511960" y="653213"/>
                      <a:pt x="1511960" y="653940"/>
                      <a:pt x="1512683" y="653940"/>
                    </a:cubicBezTo>
                    <a:cubicBezTo>
                      <a:pt x="1513405" y="653940"/>
                      <a:pt x="1512683" y="654303"/>
                      <a:pt x="1513044" y="654303"/>
                    </a:cubicBezTo>
                    <a:cubicBezTo>
                      <a:pt x="1513405" y="654666"/>
                      <a:pt x="1513405" y="654666"/>
                      <a:pt x="1513405" y="655029"/>
                    </a:cubicBezTo>
                    <a:cubicBezTo>
                      <a:pt x="1513405" y="655393"/>
                      <a:pt x="1514128" y="655393"/>
                      <a:pt x="1514489" y="655393"/>
                    </a:cubicBezTo>
                    <a:cubicBezTo>
                      <a:pt x="1514851" y="655393"/>
                      <a:pt x="1514851" y="654666"/>
                      <a:pt x="1514851" y="654666"/>
                    </a:cubicBezTo>
                    <a:cubicBezTo>
                      <a:pt x="1514851" y="654666"/>
                      <a:pt x="1515212" y="655029"/>
                      <a:pt x="1515573" y="656119"/>
                    </a:cubicBezTo>
                    <a:cubicBezTo>
                      <a:pt x="1516296" y="656846"/>
                      <a:pt x="1515573" y="656846"/>
                      <a:pt x="1515935" y="657209"/>
                    </a:cubicBezTo>
                    <a:cubicBezTo>
                      <a:pt x="1515935" y="657209"/>
                      <a:pt x="1515935" y="658663"/>
                      <a:pt x="1515935" y="659389"/>
                    </a:cubicBezTo>
                    <a:cubicBezTo>
                      <a:pt x="1516296" y="659752"/>
                      <a:pt x="1516657" y="660116"/>
                      <a:pt x="1517019" y="660116"/>
                    </a:cubicBezTo>
                    <a:cubicBezTo>
                      <a:pt x="1517380" y="659752"/>
                      <a:pt x="1517380" y="660842"/>
                      <a:pt x="1517380" y="661206"/>
                    </a:cubicBezTo>
                    <a:cubicBezTo>
                      <a:pt x="1517741" y="661569"/>
                      <a:pt x="1518464" y="661569"/>
                      <a:pt x="1518464" y="661569"/>
                    </a:cubicBezTo>
                    <a:cubicBezTo>
                      <a:pt x="1518464" y="661569"/>
                      <a:pt x="1519909" y="662659"/>
                      <a:pt x="1520271" y="662659"/>
                    </a:cubicBezTo>
                    <a:cubicBezTo>
                      <a:pt x="1520632" y="662659"/>
                      <a:pt x="1520271" y="663386"/>
                      <a:pt x="1520271" y="663386"/>
                    </a:cubicBezTo>
                    <a:cubicBezTo>
                      <a:pt x="1520271" y="663386"/>
                      <a:pt x="1521716" y="664839"/>
                      <a:pt x="1522439" y="664476"/>
                    </a:cubicBezTo>
                    <a:cubicBezTo>
                      <a:pt x="1523161" y="664476"/>
                      <a:pt x="1523523" y="666655"/>
                      <a:pt x="1523523" y="667019"/>
                    </a:cubicBezTo>
                    <a:cubicBezTo>
                      <a:pt x="1523523" y="667019"/>
                      <a:pt x="1524607" y="667745"/>
                      <a:pt x="1524968" y="668472"/>
                    </a:cubicBezTo>
                    <a:cubicBezTo>
                      <a:pt x="1524968" y="668835"/>
                      <a:pt x="1525329" y="668835"/>
                      <a:pt x="1525329" y="668835"/>
                    </a:cubicBezTo>
                    <a:cubicBezTo>
                      <a:pt x="1525329" y="668835"/>
                      <a:pt x="1525691" y="669199"/>
                      <a:pt x="1526413" y="668472"/>
                    </a:cubicBezTo>
                    <a:cubicBezTo>
                      <a:pt x="1526413" y="668472"/>
                      <a:pt x="1527136" y="666655"/>
                      <a:pt x="1527497" y="666292"/>
                    </a:cubicBezTo>
                    <a:cubicBezTo>
                      <a:pt x="1527859" y="666292"/>
                      <a:pt x="1527859" y="667019"/>
                      <a:pt x="1527859" y="668835"/>
                    </a:cubicBezTo>
                    <a:cubicBezTo>
                      <a:pt x="1527859" y="670652"/>
                      <a:pt x="1527497" y="669562"/>
                      <a:pt x="1527136" y="670288"/>
                    </a:cubicBezTo>
                    <a:cubicBezTo>
                      <a:pt x="1526775" y="670652"/>
                      <a:pt x="1527136" y="671015"/>
                      <a:pt x="1527136" y="671378"/>
                    </a:cubicBezTo>
                    <a:cubicBezTo>
                      <a:pt x="1527136" y="671742"/>
                      <a:pt x="1527136" y="672105"/>
                      <a:pt x="1527136" y="672468"/>
                    </a:cubicBezTo>
                    <a:cubicBezTo>
                      <a:pt x="1527136" y="673195"/>
                      <a:pt x="1527136" y="673558"/>
                      <a:pt x="1527497" y="673922"/>
                    </a:cubicBezTo>
                    <a:cubicBezTo>
                      <a:pt x="1527497" y="674285"/>
                      <a:pt x="1527136" y="675375"/>
                      <a:pt x="1527136" y="675738"/>
                    </a:cubicBezTo>
                    <a:cubicBezTo>
                      <a:pt x="1527136" y="676101"/>
                      <a:pt x="1526775" y="677191"/>
                      <a:pt x="1526775" y="677555"/>
                    </a:cubicBezTo>
                    <a:cubicBezTo>
                      <a:pt x="1526775" y="677918"/>
                      <a:pt x="1526413" y="678281"/>
                      <a:pt x="1526413" y="678645"/>
                    </a:cubicBezTo>
                    <a:cubicBezTo>
                      <a:pt x="1526413" y="679008"/>
                      <a:pt x="1526413" y="679371"/>
                      <a:pt x="1526775" y="679734"/>
                    </a:cubicBezTo>
                    <a:cubicBezTo>
                      <a:pt x="1527136" y="679734"/>
                      <a:pt x="1527136" y="680461"/>
                      <a:pt x="1527136" y="680824"/>
                    </a:cubicBezTo>
                    <a:cubicBezTo>
                      <a:pt x="1527497" y="681188"/>
                      <a:pt x="1527859" y="681551"/>
                      <a:pt x="1527859" y="681551"/>
                    </a:cubicBezTo>
                    <a:cubicBezTo>
                      <a:pt x="1528220" y="681551"/>
                      <a:pt x="1527859" y="682641"/>
                      <a:pt x="1528220" y="683004"/>
                    </a:cubicBezTo>
                    <a:cubicBezTo>
                      <a:pt x="1528581" y="683368"/>
                      <a:pt x="1528581" y="684094"/>
                      <a:pt x="1528581" y="684094"/>
                    </a:cubicBezTo>
                    <a:cubicBezTo>
                      <a:pt x="1528581" y="684094"/>
                      <a:pt x="1528943" y="685184"/>
                      <a:pt x="1529304" y="685547"/>
                    </a:cubicBezTo>
                    <a:cubicBezTo>
                      <a:pt x="1529304" y="685911"/>
                      <a:pt x="1528943" y="687001"/>
                      <a:pt x="1528943" y="687001"/>
                    </a:cubicBezTo>
                    <a:cubicBezTo>
                      <a:pt x="1528943" y="687001"/>
                      <a:pt x="1529304" y="687364"/>
                      <a:pt x="1529304" y="688091"/>
                    </a:cubicBezTo>
                    <a:cubicBezTo>
                      <a:pt x="1529304" y="688454"/>
                      <a:pt x="1528943" y="688817"/>
                      <a:pt x="1528943" y="689180"/>
                    </a:cubicBezTo>
                    <a:cubicBezTo>
                      <a:pt x="1528581" y="689180"/>
                      <a:pt x="1528581" y="689907"/>
                      <a:pt x="1528581" y="689907"/>
                    </a:cubicBezTo>
                    <a:cubicBezTo>
                      <a:pt x="1528581" y="690270"/>
                      <a:pt x="1527859" y="690997"/>
                      <a:pt x="1527859" y="691360"/>
                    </a:cubicBezTo>
                    <a:cubicBezTo>
                      <a:pt x="1527497" y="691724"/>
                      <a:pt x="1527136" y="692087"/>
                      <a:pt x="1527136" y="692450"/>
                    </a:cubicBezTo>
                    <a:cubicBezTo>
                      <a:pt x="1527136" y="692814"/>
                      <a:pt x="1527136" y="693177"/>
                      <a:pt x="1527136" y="693540"/>
                    </a:cubicBezTo>
                    <a:cubicBezTo>
                      <a:pt x="1527136" y="693903"/>
                      <a:pt x="1527136" y="694267"/>
                      <a:pt x="1527136" y="694993"/>
                    </a:cubicBezTo>
                    <a:cubicBezTo>
                      <a:pt x="1527136" y="695357"/>
                      <a:pt x="1526775" y="696083"/>
                      <a:pt x="1526775" y="696447"/>
                    </a:cubicBezTo>
                    <a:cubicBezTo>
                      <a:pt x="1527136" y="696447"/>
                      <a:pt x="1526413" y="697537"/>
                      <a:pt x="1526413" y="697537"/>
                    </a:cubicBezTo>
                    <a:cubicBezTo>
                      <a:pt x="1526413" y="697537"/>
                      <a:pt x="1526052" y="698990"/>
                      <a:pt x="1526413" y="699353"/>
                    </a:cubicBezTo>
                    <a:cubicBezTo>
                      <a:pt x="1526413" y="699353"/>
                      <a:pt x="1525691" y="700080"/>
                      <a:pt x="1525691" y="700443"/>
                    </a:cubicBezTo>
                    <a:cubicBezTo>
                      <a:pt x="1525691" y="700806"/>
                      <a:pt x="1525329" y="701533"/>
                      <a:pt x="1525329" y="701533"/>
                    </a:cubicBezTo>
                    <a:cubicBezTo>
                      <a:pt x="1525329" y="701533"/>
                      <a:pt x="1525329" y="701896"/>
                      <a:pt x="1525329" y="702623"/>
                    </a:cubicBezTo>
                    <a:cubicBezTo>
                      <a:pt x="1525329" y="702986"/>
                      <a:pt x="1524607" y="703350"/>
                      <a:pt x="1524607" y="703350"/>
                    </a:cubicBezTo>
                    <a:cubicBezTo>
                      <a:pt x="1524607" y="703350"/>
                      <a:pt x="1524245" y="704076"/>
                      <a:pt x="1524607" y="704076"/>
                    </a:cubicBezTo>
                    <a:cubicBezTo>
                      <a:pt x="1524968" y="704076"/>
                      <a:pt x="1524607" y="705529"/>
                      <a:pt x="1524607" y="705529"/>
                    </a:cubicBezTo>
                    <a:cubicBezTo>
                      <a:pt x="1524607" y="705529"/>
                      <a:pt x="1523884" y="706256"/>
                      <a:pt x="1523523" y="706983"/>
                    </a:cubicBezTo>
                    <a:cubicBezTo>
                      <a:pt x="1522800" y="707709"/>
                      <a:pt x="1523161" y="707346"/>
                      <a:pt x="1522800" y="707709"/>
                    </a:cubicBezTo>
                    <a:cubicBezTo>
                      <a:pt x="1522439" y="708073"/>
                      <a:pt x="1522077" y="708436"/>
                      <a:pt x="1521355" y="708799"/>
                    </a:cubicBezTo>
                    <a:cubicBezTo>
                      <a:pt x="1520993" y="709526"/>
                      <a:pt x="1520993" y="709526"/>
                      <a:pt x="1520632" y="709526"/>
                    </a:cubicBezTo>
                    <a:cubicBezTo>
                      <a:pt x="1520271" y="709889"/>
                      <a:pt x="1519909" y="710252"/>
                      <a:pt x="1519548" y="710616"/>
                    </a:cubicBezTo>
                    <a:cubicBezTo>
                      <a:pt x="1519187" y="710979"/>
                      <a:pt x="1518825" y="711706"/>
                      <a:pt x="1518825" y="711706"/>
                    </a:cubicBezTo>
                    <a:cubicBezTo>
                      <a:pt x="1518825" y="711706"/>
                      <a:pt x="1518825" y="712069"/>
                      <a:pt x="1518825" y="712432"/>
                    </a:cubicBezTo>
                    <a:cubicBezTo>
                      <a:pt x="1518825" y="713159"/>
                      <a:pt x="1518464" y="713159"/>
                      <a:pt x="1518464" y="713159"/>
                    </a:cubicBezTo>
                    <a:cubicBezTo>
                      <a:pt x="1518464" y="713159"/>
                      <a:pt x="1517741" y="714249"/>
                      <a:pt x="1517741" y="714612"/>
                    </a:cubicBezTo>
                    <a:cubicBezTo>
                      <a:pt x="1517380" y="714975"/>
                      <a:pt x="1517019" y="715702"/>
                      <a:pt x="1517019" y="715702"/>
                    </a:cubicBezTo>
                    <a:cubicBezTo>
                      <a:pt x="1517019" y="715702"/>
                      <a:pt x="1517019" y="716429"/>
                      <a:pt x="1516657" y="716429"/>
                    </a:cubicBezTo>
                    <a:cubicBezTo>
                      <a:pt x="1516296" y="716792"/>
                      <a:pt x="1516657" y="717155"/>
                      <a:pt x="1516296" y="717519"/>
                    </a:cubicBezTo>
                    <a:cubicBezTo>
                      <a:pt x="1516296" y="717882"/>
                      <a:pt x="1516296" y="718608"/>
                      <a:pt x="1516296" y="718608"/>
                    </a:cubicBezTo>
                    <a:cubicBezTo>
                      <a:pt x="1515935" y="718972"/>
                      <a:pt x="1515935" y="719335"/>
                      <a:pt x="1515935" y="719698"/>
                    </a:cubicBezTo>
                    <a:cubicBezTo>
                      <a:pt x="1515935" y="720062"/>
                      <a:pt x="1515573" y="720788"/>
                      <a:pt x="1515573" y="720788"/>
                    </a:cubicBezTo>
                    <a:cubicBezTo>
                      <a:pt x="1515573" y="720788"/>
                      <a:pt x="1515573" y="720788"/>
                      <a:pt x="1514128" y="722242"/>
                    </a:cubicBezTo>
                    <a:cubicBezTo>
                      <a:pt x="1514128" y="722242"/>
                      <a:pt x="1513767" y="722968"/>
                      <a:pt x="1513767" y="723695"/>
                    </a:cubicBezTo>
                    <a:cubicBezTo>
                      <a:pt x="1513405" y="724058"/>
                      <a:pt x="1513405" y="724058"/>
                      <a:pt x="1513044" y="724785"/>
                    </a:cubicBezTo>
                    <a:cubicBezTo>
                      <a:pt x="1513044" y="724785"/>
                      <a:pt x="1512683" y="725875"/>
                      <a:pt x="1512683" y="726238"/>
                    </a:cubicBezTo>
                    <a:cubicBezTo>
                      <a:pt x="1512683" y="726601"/>
                      <a:pt x="1513044" y="726601"/>
                      <a:pt x="1512683" y="726965"/>
                    </a:cubicBezTo>
                    <a:cubicBezTo>
                      <a:pt x="1512683" y="727691"/>
                      <a:pt x="1512683" y="727691"/>
                      <a:pt x="1512683" y="728054"/>
                    </a:cubicBezTo>
                    <a:cubicBezTo>
                      <a:pt x="1512683" y="728418"/>
                      <a:pt x="1512321" y="728781"/>
                      <a:pt x="1512321" y="728781"/>
                    </a:cubicBezTo>
                    <a:cubicBezTo>
                      <a:pt x="1512321" y="728781"/>
                      <a:pt x="1511960" y="730234"/>
                      <a:pt x="1512321" y="730961"/>
                    </a:cubicBezTo>
                    <a:cubicBezTo>
                      <a:pt x="1512683" y="731324"/>
                      <a:pt x="1512321" y="731688"/>
                      <a:pt x="1512321" y="731688"/>
                    </a:cubicBezTo>
                    <a:cubicBezTo>
                      <a:pt x="1512321" y="731688"/>
                      <a:pt x="1511960" y="732414"/>
                      <a:pt x="1511599" y="733504"/>
                    </a:cubicBezTo>
                    <a:cubicBezTo>
                      <a:pt x="1511599" y="733504"/>
                      <a:pt x="1511237" y="734231"/>
                      <a:pt x="1510876" y="734957"/>
                    </a:cubicBezTo>
                    <a:cubicBezTo>
                      <a:pt x="1510876" y="734957"/>
                      <a:pt x="1510153" y="735321"/>
                      <a:pt x="1510153" y="735321"/>
                    </a:cubicBezTo>
                    <a:cubicBezTo>
                      <a:pt x="1509792" y="734957"/>
                      <a:pt x="1509069" y="735321"/>
                      <a:pt x="1509069" y="735321"/>
                    </a:cubicBezTo>
                    <a:cubicBezTo>
                      <a:pt x="1509069" y="735321"/>
                      <a:pt x="1507985" y="735684"/>
                      <a:pt x="1507624" y="735321"/>
                    </a:cubicBezTo>
                    <a:cubicBezTo>
                      <a:pt x="1507624" y="735321"/>
                      <a:pt x="1506901" y="735684"/>
                      <a:pt x="1506901" y="735684"/>
                    </a:cubicBezTo>
                    <a:cubicBezTo>
                      <a:pt x="1506901" y="735684"/>
                      <a:pt x="1505456" y="735684"/>
                      <a:pt x="1505456" y="734957"/>
                    </a:cubicBezTo>
                    <a:cubicBezTo>
                      <a:pt x="1505456" y="734594"/>
                      <a:pt x="1503649" y="735684"/>
                      <a:pt x="1503649" y="735684"/>
                    </a:cubicBezTo>
                    <a:cubicBezTo>
                      <a:pt x="1503649" y="735684"/>
                      <a:pt x="1502565" y="736047"/>
                      <a:pt x="1502565" y="735684"/>
                    </a:cubicBezTo>
                    <a:cubicBezTo>
                      <a:pt x="1502565" y="735321"/>
                      <a:pt x="1501843" y="736047"/>
                      <a:pt x="1501120" y="736411"/>
                    </a:cubicBezTo>
                    <a:cubicBezTo>
                      <a:pt x="1500397" y="737137"/>
                      <a:pt x="1500397" y="737501"/>
                      <a:pt x="1500397" y="737501"/>
                    </a:cubicBezTo>
                    <a:cubicBezTo>
                      <a:pt x="1500397" y="737501"/>
                      <a:pt x="1499675" y="738227"/>
                      <a:pt x="1499313" y="738590"/>
                    </a:cubicBezTo>
                    <a:cubicBezTo>
                      <a:pt x="1499313" y="738590"/>
                      <a:pt x="1498229" y="739317"/>
                      <a:pt x="1497507" y="740407"/>
                    </a:cubicBezTo>
                    <a:cubicBezTo>
                      <a:pt x="1497507" y="740407"/>
                      <a:pt x="1497507" y="740407"/>
                      <a:pt x="1496784" y="740770"/>
                    </a:cubicBezTo>
                    <a:cubicBezTo>
                      <a:pt x="1496784" y="740770"/>
                      <a:pt x="1496784" y="740770"/>
                      <a:pt x="1495700" y="740770"/>
                    </a:cubicBezTo>
                    <a:cubicBezTo>
                      <a:pt x="1495700" y="740770"/>
                      <a:pt x="1494977" y="741860"/>
                      <a:pt x="1494977" y="741860"/>
                    </a:cubicBezTo>
                    <a:cubicBezTo>
                      <a:pt x="1494977" y="742224"/>
                      <a:pt x="1494616" y="742950"/>
                      <a:pt x="1494616" y="742950"/>
                    </a:cubicBezTo>
                    <a:cubicBezTo>
                      <a:pt x="1494255" y="742587"/>
                      <a:pt x="1494255" y="742224"/>
                      <a:pt x="1494255" y="742224"/>
                    </a:cubicBezTo>
                    <a:cubicBezTo>
                      <a:pt x="1494255" y="742224"/>
                      <a:pt x="1493532" y="741497"/>
                      <a:pt x="1493532" y="741497"/>
                    </a:cubicBezTo>
                    <a:cubicBezTo>
                      <a:pt x="1493532" y="741134"/>
                      <a:pt x="1492809" y="740770"/>
                      <a:pt x="1492809" y="740770"/>
                    </a:cubicBezTo>
                    <a:cubicBezTo>
                      <a:pt x="1492809" y="740770"/>
                      <a:pt x="1492809" y="740770"/>
                      <a:pt x="1492087" y="740044"/>
                    </a:cubicBezTo>
                    <a:cubicBezTo>
                      <a:pt x="1492087" y="740044"/>
                      <a:pt x="1492087" y="740044"/>
                      <a:pt x="1491003" y="740044"/>
                    </a:cubicBezTo>
                    <a:cubicBezTo>
                      <a:pt x="1491003" y="740044"/>
                      <a:pt x="1490280" y="739680"/>
                      <a:pt x="1489919" y="739680"/>
                    </a:cubicBezTo>
                    <a:cubicBezTo>
                      <a:pt x="1489557" y="739317"/>
                      <a:pt x="1489196" y="739317"/>
                      <a:pt x="1489196" y="739317"/>
                    </a:cubicBezTo>
                    <a:cubicBezTo>
                      <a:pt x="1489196" y="738954"/>
                      <a:pt x="1489557" y="739317"/>
                      <a:pt x="1490280" y="738954"/>
                    </a:cubicBezTo>
                    <a:cubicBezTo>
                      <a:pt x="1490641" y="738590"/>
                      <a:pt x="1489919" y="737864"/>
                      <a:pt x="1489919" y="737864"/>
                    </a:cubicBezTo>
                    <a:cubicBezTo>
                      <a:pt x="1489919" y="737864"/>
                      <a:pt x="1489919" y="737864"/>
                      <a:pt x="1488473" y="738590"/>
                    </a:cubicBezTo>
                    <a:cubicBezTo>
                      <a:pt x="1488473" y="738590"/>
                      <a:pt x="1488473" y="738590"/>
                      <a:pt x="1487751" y="738227"/>
                    </a:cubicBezTo>
                    <a:cubicBezTo>
                      <a:pt x="1488112" y="737864"/>
                      <a:pt x="1488112" y="737137"/>
                      <a:pt x="1488112" y="737137"/>
                    </a:cubicBezTo>
                    <a:cubicBezTo>
                      <a:pt x="1488473" y="736774"/>
                      <a:pt x="1487389" y="736411"/>
                      <a:pt x="1487389" y="736411"/>
                    </a:cubicBezTo>
                    <a:cubicBezTo>
                      <a:pt x="1487389" y="736411"/>
                      <a:pt x="1487389" y="736411"/>
                      <a:pt x="1486667" y="736774"/>
                    </a:cubicBezTo>
                    <a:cubicBezTo>
                      <a:pt x="1486667" y="736774"/>
                      <a:pt x="1486305" y="737501"/>
                      <a:pt x="1486305" y="738227"/>
                    </a:cubicBezTo>
                    <a:cubicBezTo>
                      <a:pt x="1486305" y="738227"/>
                      <a:pt x="1486305" y="738227"/>
                      <a:pt x="1485583" y="738590"/>
                    </a:cubicBezTo>
                    <a:cubicBezTo>
                      <a:pt x="1485583" y="738590"/>
                      <a:pt x="1485583" y="738590"/>
                      <a:pt x="1485221" y="738227"/>
                    </a:cubicBezTo>
                    <a:cubicBezTo>
                      <a:pt x="1485221" y="738227"/>
                      <a:pt x="1485221" y="738227"/>
                      <a:pt x="1484499" y="738590"/>
                    </a:cubicBezTo>
                    <a:cubicBezTo>
                      <a:pt x="1484499" y="738590"/>
                      <a:pt x="1484499" y="738590"/>
                      <a:pt x="1483776" y="739317"/>
                    </a:cubicBezTo>
                    <a:cubicBezTo>
                      <a:pt x="1483776" y="739317"/>
                      <a:pt x="1483776" y="739317"/>
                      <a:pt x="1482692" y="740407"/>
                    </a:cubicBezTo>
                    <a:cubicBezTo>
                      <a:pt x="1482692" y="740407"/>
                      <a:pt x="1482692" y="740407"/>
                      <a:pt x="1481247" y="741134"/>
                    </a:cubicBezTo>
                    <a:cubicBezTo>
                      <a:pt x="1481247" y="741134"/>
                      <a:pt x="1481247" y="741134"/>
                      <a:pt x="1480885" y="741134"/>
                    </a:cubicBezTo>
                    <a:cubicBezTo>
                      <a:pt x="1480885" y="740770"/>
                      <a:pt x="1480163" y="741134"/>
                      <a:pt x="1480163" y="741134"/>
                    </a:cubicBezTo>
                    <a:cubicBezTo>
                      <a:pt x="1480163" y="741134"/>
                      <a:pt x="1479440" y="740770"/>
                      <a:pt x="1479440" y="740407"/>
                    </a:cubicBezTo>
                    <a:cubicBezTo>
                      <a:pt x="1479079" y="740044"/>
                      <a:pt x="1478717" y="740044"/>
                      <a:pt x="1478717" y="740044"/>
                    </a:cubicBezTo>
                    <a:cubicBezTo>
                      <a:pt x="1478717" y="740044"/>
                      <a:pt x="1478717" y="740044"/>
                      <a:pt x="1477633" y="739680"/>
                    </a:cubicBezTo>
                    <a:cubicBezTo>
                      <a:pt x="1477633" y="739680"/>
                      <a:pt x="1476911" y="739680"/>
                      <a:pt x="1476911" y="738954"/>
                    </a:cubicBezTo>
                    <a:cubicBezTo>
                      <a:pt x="1476911" y="738590"/>
                      <a:pt x="1475827" y="738954"/>
                      <a:pt x="1475827" y="738954"/>
                    </a:cubicBezTo>
                    <a:cubicBezTo>
                      <a:pt x="1475827" y="738954"/>
                      <a:pt x="1474381" y="738954"/>
                      <a:pt x="1474020" y="738590"/>
                    </a:cubicBezTo>
                    <a:cubicBezTo>
                      <a:pt x="1473297" y="738227"/>
                      <a:pt x="1473297" y="738590"/>
                      <a:pt x="1472936" y="738590"/>
                    </a:cubicBezTo>
                    <a:cubicBezTo>
                      <a:pt x="1472575" y="738227"/>
                      <a:pt x="1472575" y="738590"/>
                      <a:pt x="1472213" y="738590"/>
                    </a:cubicBezTo>
                    <a:cubicBezTo>
                      <a:pt x="1471852" y="738590"/>
                      <a:pt x="1470768" y="738227"/>
                      <a:pt x="1470768" y="738227"/>
                    </a:cubicBezTo>
                    <a:cubicBezTo>
                      <a:pt x="1471129" y="737864"/>
                      <a:pt x="1468961" y="737137"/>
                      <a:pt x="1468961" y="737137"/>
                    </a:cubicBezTo>
                    <a:cubicBezTo>
                      <a:pt x="1468961" y="736774"/>
                      <a:pt x="1467877" y="737137"/>
                      <a:pt x="1467877" y="737137"/>
                    </a:cubicBezTo>
                    <a:cubicBezTo>
                      <a:pt x="1467516" y="736774"/>
                      <a:pt x="1466793" y="737137"/>
                      <a:pt x="1466432" y="736411"/>
                    </a:cubicBezTo>
                    <a:cubicBezTo>
                      <a:pt x="1466071" y="736047"/>
                      <a:pt x="1466071" y="736047"/>
                      <a:pt x="1465348" y="734957"/>
                    </a:cubicBezTo>
                    <a:cubicBezTo>
                      <a:pt x="1465348" y="734957"/>
                      <a:pt x="1464987" y="734594"/>
                      <a:pt x="1464264" y="733504"/>
                    </a:cubicBezTo>
                    <a:cubicBezTo>
                      <a:pt x="1463903" y="733504"/>
                      <a:pt x="1463903" y="733504"/>
                      <a:pt x="1463903" y="732414"/>
                    </a:cubicBezTo>
                    <a:cubicBezTo>
                      <a:pt x="1463541" y="732051"/>
                      <a:pt x="1463541" y="732051"/>
                      <a:pt x="1463180" y="730961"/>
                    </a:cubicBezTo>
                    <a:cubicBezTo>
                      <a:pt x="1463180" y="730234"/>
                      <a:pt x="1462819" y="730598"/>
                      <a:pt x="1463180" y="730234"/>
                    </a:cubicBezTo>
                    <a:cubicBezTo>
                      <a:pt x="1463180" y="729871"/>
                      <a:pt x="1462819" y="729508"/>
                      <a:pt x="1462819" y="729508"/>
                    </a:cubicBezTo>
                    <a:cubicBezTo>
                      <a:pt x="1462819" y="729144"/>
                      <a:pt x="1462819" y="728781"/>
                      <a:pt x="1462819" y="728781"/>
                    </a:cubicBezTo>
                    <a:cubicBezTo>
                      <a:pt x="1462819" y="728781"/>
                      <a:pt x="1462819" y="728054"/>
                      <a:pt x="1462819" y="726965"/>
                    </a:cubicBezTo>
                    <a:cubicBezTo>
                      <a:pt x="1462819" y="726965"/>
                      <a:pt x="1462457" y="726601"/>
                      <a:pt x="1461735" y="725875"/>
                    </a:cubicBezTo>
                    <a:cubicBezTo>
                      <a:pt x="1461735" y="725875"/>
                      <a:pt x="1461012" y="725148"/>
                      <a:pt x="1461012" y="725148"/>
                    </a:cubicBezTo>
                    <a:cubicBezTo>
                      <a:pt x="1461012" y="725148"/>
                      <a:pt x="1461012" y="724058"/>
                      <a:pt x="1461012" y="723695"/>
                    </a:cubicBezTo>
                    <a:cubicBezTo>
                      <a:pt x="1461373" y="723695"/>
                      <a:pt x="1460651" y="723695"/>
                      <a:pt x="1460651" y="723331"/>
                    </a:cubicBezTo>
                    <a:cubicBezTo>
                      <a:pt x="1460651" y="722605"/>
                      <a:pt x="1458844" y="722968"/>
                      <a:pt x="1458844" y="722968"/>
                    </a:cubicBezTo>
                    <a:cubicBezTo>
                      <a:pt x="1458844" y="722968"/>
                      <a:pt x="1457760" y="723695"/>
                      <a:pt x="1457037" y="723331"/>
                    </a:cubicBezTo>
                    <a:cubicBezTo>
                      <a:pt x="1456676" y="722968"/>
                      <a:pt x="1456676" y="722968"/>
                      <a:pt x="1456676" y="722605"/>
                    </a:cubicBezTo>
                    <a:cubicBezTo>
                      <a:pt x="1457037" y="721878"/>
                      <a:pt x="1456676" y="721878"/>
                      <a:pt x="1457037" y="721878"/>
                    </a:cubicBezTo>
                    <a:cubicBezTo>
                      <a:pt x="1457037" y="721515"/>
                      <a:pt x="1457037" y="721152"/>
                      <a:pt x="1457399" y="720788"/>
                    </a:cubicBezTo>
                    <a:cubicBezTo>
                      <a:pt x="1457399" y="720062"/>
                      <a:pt x="1457399" y="719335"/>
                      <a:pt x="1457399" y="718972"/>
                    </a:cubicBezTo>
                    <a:cubicBezTo>
                      <a:pt x="1457399" y="718972"/>
                      <a:pt x="1457037" y="718608"/>
                      <a:pt x="1457037" y="718245"/>
                    </a:cubicBezTo>
                    <a:cubicBezTo>
                      <a:pt x="1457399" y="718245"/>
                      <a:pt x="1455953" y="717519"/>
                      <a:pt x="1454869" y="717519"/>
                    </a:cubicBezTo>
                    <a:cubicBezTo>
                      <a:pt x="1454869" y="717519"/>
                      <a:pt x="1454508" y="718245"/>
                      <a:pt x="1454508" y="718608"/>
                    </a:cubicBezTo>
                    <a:cubicBezTo>
                      <a:pt x="1454508" y="719335"/>
                      <a:pt x="1454147" y="719698"/>
                      <a:pt x="1454147" y="720062"/>
                    </a:cubicBezTo>
                    <a:cubicBezTo>
                      <a:pt x="1454147" y="720425"/>
                      <a:pt x="1453424" y="720425"/>
                      <a:pt x="1453424" y="720425"/>
                    </a:cubicBezTo>
                    <a:cubicBezTo>
                      <a:pt x="1453063" y="720425"/>
                      <a:pt x="1452701" y="720425"/>
                      <a:pt x="1452701" y="720425"/>
                    </a:cubicBezTo>
                    <a:cubicBezTo>
                      <a:pt x="1452701" y="720425"/>
                      <a:pt x="1452701" y="720425"/>
                      <a:pt x="1451617" y="720788"/>
                    </a:cubicBezTo>
                    <a:cubicBezTo>
                      <a:pt x="1451617" y="720788"/>
                      <a:pt x="1451617" y="720788"/>
                      <a:pt x="1450895" y="721878"/>
                    </a:cubicBezTo>
                    <a:cubicBezTo>
                      <a:pt x="1450895" y="721878"/>
                      <a:pt x="1450895" y="721878"/>
                      <a:pt x="1450172" y="721152"/>
                    </a:cubicBezTo>
                    <a:cubicBezTo>
                      <a:pt x="1450172" y="721152"/>
                      <a:pt x="1450172" y="720788"/>
                      <a:pt x="1450895" y="719698"/>
                    </a:cubicBezTo>
                    <a:cubicBezTo>
                      <a:pt x="1451256" y="718972"/>
                      <a:pt x="1450895" y="719698"/>
                      <a:pt x="1451256" y="719698"/>
                    </a:cubicBezTo>
                    <a:cubicBezTo>
                      <a:pt x="1451979" y="719698"/>
                      <a:pt x="1451979" y="719698"/>
                      <a:pt x="1452340" y="719335"/>
                    </a:cubicBezTo>
                    <a:cubicBezTo>
                      <a:pt x="1452701" y="718972"/>
                      <a:pt x="1452340" y="719335"/>
                      <a:pt x="1452701" y="718245"/>
                    </a:cubicBezTo>
                    <a:cubicBezTo>
                      <a:pt x="1453424" y="717519"/>
                      <a:pt x="1452701" y="717519"/>
                      <a:pt x="1452701" y="717155"/>
                    </a:cubicBezTo>
                    <a:cubicBezTo>
                      <a:pt x="1452701" y="716792"/>
                      <a:pt x="1452701" y="716792"/>
                      <a:pt x="1452701" y="716065"/>
                    </a:cubicBezTo>
                    <a:cubicBezTo>
                      <a:pt x="1453063" y="715702"/>
                      <a:pt x="1453063" y="715339"/>
                      <a:pt x="1453063" y="714975"/>
                    </a:cubicBezTo>
                    <a:cubicBezTo>
                      <a:pt x="1453063" y="714975"/>
                      <a:pt x="1453424" y="713885"/>
                      <a:pt x="1453424" y="713885"/>
                    </a:cubicBezTo>
                    <a:cubicBezTo>
                      <a:pt x="1453424" y="713522"/>
                      <a:pt x="1453785" y="712796"/>
                      <a:pt x="1454147" y="712796"/>
                    </a:cubicBezTo>
                    <a:cubicBezTo>
                      <a:pt x="1454508" y="712432"/>
                      <a:pt x="1453785" y="712069"/>
                      <a:pt x="1454147" y="711706"/>
                    </a:cubicBezTo>
                    <a:cubicBezTo>
                      <a:pt x="1454147" y="711342"/>
                      <a:pt x="1454147" y="710979"/>
                      <a:pt x="1454508" y="710616"/>
                    </a:cubicBezTo>
                    <a:cubicBezTo>
                      <a:pt x="1454508" y="710616"/>
                      <a:pt x="1454508" y="709889"/>
                      <a:pt x="1454869" y="709889"/>
                    </a:cubicBezTo>
                    <a:cubicBezTo>
                      <a:pt x="1454869" y="709889"/>
                      <a:pt x="1454147" y="708073"/>
                      <a:pt x="1453785" y="708436"/>
                    </a:cubicBezTo>
                    <a:cubicBezTo>
                      <a:pt x="1453424" y="708799"/>
                      <a:pt x="1453785" y="709526"/>
                      <a:pt x="1453785" y="709526"/>
                    </a:cubicBezTo>
                    <a:cubicBezTo>
                      <a:pt x="1453785" y="709526"/>
                      <a:pt x="1453785" y="709526"/>
                      <a:pt x="1453063" y="710252"/>
                    </a:cubicBezTo>
                    <a:cubicBezTo>
                      <a:pt x="1453063" y="710252"/>
                      <a:pt x="1452701" y="710616"/>
                      <a:pt x="1452701" y="710979"/>
                    </a:cubicBezTo>
                    <a:cubicBezTo>
                      <a:pt x="1452701" y="711342"/>
                      <a:pt x="1452701" y="711706"/>
                      <a:pt x="1451979" y="712432"/>
                    </a:cubicBezTo>
                    <a:cubicBezTo>
                      <a:pt x="1451979" y="712432"/>
                      <a:pt x="1451256" y="712796"/>
                      <a:pt x="1450895" y="713159"/>
                    </a:cubicBezTo>
                    <a:cubicBezTo>
                      <a:pt x="1450895" y="713159"/>
                      <a:pt x="1450172" y="713522"/>
                      <a:pt x="1450172" y="713522"/>
                    </a:cubicBezTo>
                    <a:cubicBezTo>
                      <a:pt x="1450172" y="713522"/>
                      <a:pt x="1449449" y="714249"/>
                      <a:pt x="1449811" y="714249"/>
                    </a:cubicBezTo>
                    <a:cubicBezTo>
                      <a:pt x="1449811" y="714249"/>
                      <a:pt x="1448727" y="714975"/>
                      <a:pt x="1448727" y="714975"/>
                    </a:cubicBezTo>
                    <a:cubicBezTo>
                      <a:pt x="1448727" y="714975"/>
                      <a:pt x="1448727" y="714975"/>
                      <a:pt x="1447643" y="715702"/>
                    </a:cubicBezTo>
                    <a:cubicBezTo>
                      <a:pt x="1447643" y="715702"/>
                      <a:pt x="1447643" y="715702"/>
                      <a:pt x="1446559" y="717155"/>
                    </a:cubicBezTo>
                    <a:cubicBezTo>
                      <a:pt x="1446559" y="717155"/>
                      <a:pt x="1445836" y="717882"/>
                      <a:pt x="1445836" y="718245"/>
                    </a:cubicBezTo>
                    <a:cubicBezTo>
                      <a:pt x="1445475" y="718608"/>
                      <a:pt x="1445475" y="718972"/>
                      <a:pt x="1445475" y="718972"/>
                    </a:cubicBezTo>
                    <a:cubicBezTo>
                      <a:pt x="1445836" y="718972"/>
                      <a:pt x="1445113" y="720062"/>
                      <a:pt x="1445113" y="720062"/>
                    </a:cubicBezTo>
                    <a:cubicBezTo>
                      <a:pt x="1445113" y="720062"/>
                      <a:pt x="1444752" y="720062"/>
                      <a:pt x="1444391" y="720062"/>
                    </a:cubicBezTo>
                    <a:cubicBezTo>
                      <a:pt x="1444391" y="719698"/>
                      <a:pt x="1443307" y="719335"/>
                      <a:pt x="1443307" y="719335"/>
                    </a:cubicBezTo>
                    <a:cubicBezTo>
                      <a:pt x="1443307" y="719335"/>
                      <a:pt x="1442584" y="718608"/>
                      <a:pt x="1442223" y="717882"/>
                    </a:cubicBezTo>
                    <a:cubicBezTo>
                      <a:pt x="1441861" y="717519"/>
                      <a:pt x="1442223" y="717155"/>
                      <a:pt x="1441861" y="716429"/>
                    </a:cubicBezTo>
                    <a:cubicBezTo>
                      <a:pt x="1441500" y="716065"/>
                      <a:pt x="1441500" y="715702"/>
                      <a:pt x="1441500" y="715339"/>
                    </a:cubicBezTo>
                    <a:cubicBezTo>
                      <a:pt x="1441139" y="714975"/>
                      <a:pt x="1441139" y="714975"/>
                      <a:pt x="1441500" y="714612"/>
                    </a:cubicBezTo>
                    <a:cubicBezTo>
                      <a:pt x="1441500" y="714249"/>
                      <a:pt x="1440777" y="713885"/>
                      <a:pt x="1440777" y="713885"/>
                    </a:cubicBezTo>
                    <a:cubicBezTo>
                      <a:pt x="1440777" y="713522"/>
                      <a:pt x="1440416" y="713159"/>
                      <a:pt x="1440055" y="712432"/>
                    </a:cubicBezTo>
                    <a:cubicBezTo>
                      <a:pt x="1439693" y="712069"/>
                      <a:pt x="1440055" y="712069"/>
                      <a:pt x="1439693" y="711342"/>
                    </a:cubicBezTo>
                    <a:cubicBezTo>
                      <a:pt x="1439693" y="711342"/>
                      <a:pt x="1438248" y="710979"/>
                      <a:pt x="1437887" y="710616"/>
                    </a:cubicBezTo>
                    <a:cubicBezTo>
                      <a:pt x="1437887" y="710252"/>
                      <a:pt x="1437164" y="710252"/>
                      <a:pt x="1436441" y="708799"/>
                    </a:cubicBezTo>
                    <a:cubicBezTo>
                      <a:pt x="1436080" y="708799"/>
                      <a:pt x="1436803" y="708799"/>
                      <a:pt x="1437164" y="708073"/>
                    </a:cubicBezTo>
                    <a:cubicBezTo>
                      <a:pt x="1437887" y="706983"/>
                      <a:pt x="1437164" y="708073"/>
                      <a:pt x="1437164" y="707346"/>
                    </a:cubicBezTo>
                    <a:cubicBezTo>
                      <a:pt x="1437164" y="706619"/>
                      <a:pt x="1436441" y="706983"/>
                      <a:pt x="1436441" y="706619"/>
                    </a:cubicBezTo>
                    <a:cubicBezTo>
                      <a:pt x="1436080" y="706619"/>
                      <a:pt x="1435719" y="706619"/>
                      <a:pt x="1434996" y="705893"/>
                    </a:cubicBezTo>
                    <a:cubicBezTo>
                      <a:pt x="1434635" y="705529"/>
                      <a:pt x="1434635" y="705529"/>
                      <a:pt x="1434273" y="705166"/>
                    </a:cubicBezTo>
                    <a:cubicBezTo>
                      <a:pt x="1433551" y="705166"/>
                      <a:pt x="1433912" y="705166"/>
                      <a:pt x="1432828" y="705529"/>
                    </a:cubicBezTo>
                    <a:cubicBezTo>
                      <a:pt x="1432828" y="705529"/>
                      <a:pt x="1432105" y="705166"/>
                      <a:pt x="1431744" y="704439"/>
                    </a:cubicBezTo>
                    <a:cubicBezTo>
                      <a:pt x="1431744" y="704439"/>
                      <a:pt x="1431021" y="704076"/>
                      <a:pt x="1430660" y="704076"/>
                    </a:cubicBezTo>
                    <a:cubicBezTo>
                      <a:pt x="1430660" y="704439"/>
                      <a:pt x="1429214" y="704803"/>
                      <a:pt x="1429214" y="704803"/>
                    </a:cubicBezTo>
                    <a:cubicBezTo>
                      <a:pt x="1429214" y="704803"/>
                      <a:pt x="1429214" y="704803"/>
                      <a:pt x="1427769" y="704803"/>
                    </a:cubicBezTo>
                    <a:cubicBezTo>
                      <a:pt x="1427769" y="704803"/>
                      <a:pt x="1427046" y="704439"/>
                      <a:pt x="1426685" y="704439"/>
                    </a:cubicBezTo>
                    <a:cubicBezTo>
                      <a:pt x="1426324" y="704439"/>
                      <a:pt x="1427046" y="703350"/>
                      <a:pt x="1426324" y="703350"/>
                    </a:cubicBezTo>
                    <a:cubicBezTo>
                      <a:pt x="1425962" y="702986"/>
                      <a:pt x="1425240" y="702260"/>
                      <a:pt x="1425240" y="702260"/>
                    </a:cubicBezTo>
                    <a:cubicBezTo>
                      <a:pt x="1425240" y="702260"/>
                      <a:pt x="1424156" y="701896"/>
                      <a:pt x="1423794" y="701533"/>
                    </a:cubicBezTo>
                    <a:cubicBezTo>
                      <a:pt x="1423433" y="701170"/>
                      <a:pt x="1421988" y="701896"/>
                      <a:pt x="1421988" y="701896"/>
                    </a:cubicBezTo>
                    <a:cubicBezTo>
                      <a:pt x="1421988" y="701896"/>
                      <a:pt x="1420904" y="702260"/>
                      <a:pt x="1420542" y="701896"/>
                    </a:cubicBezTo>
                    <a:cubicBezTo>
                      <a:pt x="1420181" y="701533"/>
                      <a:pt x="1419458" y="702260"/>
                      <a:pt x="1418013" y="701896"/>
                    </a:cubicBezTo>
                    <a:cubicBezTo>
                      <a:pt x="1416929" y="701896"/>
                      <a:pt x="1416568" y="702260"/>
                      <a:pt x="1416568" y="701896"/>
                    </a:cubicBezTo>
                    <a:cubicBezTo>
                      <a:pt x="1416206" y="701896"/>
                      <a:pt x="1415122" y="702623"/>
                      <a:pt x="1414761" y="702260"/>
                    </a:cubicBezTo>
                    <a:cubicBezTo>
                      <a:pt x="1414400" y="702260"/>
                      <a:pt x="1413316" y="702260"/>
                      <a:pt x="1413316" y="702260"/>
                    </a:cubicBezTo>
                    <a:cubicBezTo>
                      <a:pt x="1413316" y="702260"/>
                      <a:pt x="1412232" y="702260"/>
                      <a:pt x="1411870" y="702260"/>
                    </a:cubicBezTo>
                    <a:cubicBezTo>
                      <a:pt x="1411509" y="702260"/>
                      <a:pt x="1411148" y="702260"/>
                      <a:pt x="1410786" y="702623"/>
                    </a:cubicBezTo>
                    <a:cubicBezTo>
                      <a:pt x="1410425" y="702623"/>
                      <a:pt x="1410064" y="702986"/>
                      <a:pt x="1409702" y="703350"/>
                    </a:cubicBezTo>
                    <a:cubicBezTo>
                      <a:pt x="1409341" y="703713"/>
                      <a:pt x="1408618" y="704076"/>
                      <a:pt x="1408618" y="704076"/>
                    </a:cubicBezTo>
                    <a:cubicBezTo>
                      <a:pt x="1408618" y="704076"/>
                      <a:pt x="1408618" y="704076"/>
                      <a:pt x="1407534" y="704803"/>
                    </a:cubicBezTo>
                    <a:cubicBezTo>
                      <a:pt x="1407534" y="704803"/>
                      <a:pt x="1407534" y="704803"/>
                      <a:pt x="1406089" y="704803"/>
                    </a:cubicBezTo>
                    <a:cubicBezTo>
                      <a:pt x="1406089" y="704803"/>
                      <a:pt x="1404644" y="705529"/>
                      <a:pt x="1403921" y="705529"/>
                    </a:cubicBezTo>
                    <a:cubicBezTo>
                      <a:pt x="1403560" y="705529"/>
                      <a:pt x="1402476" y="705529"/>
                      <a:pt x="1402476" y="705529"/>
                    </a:cubicBezTo>
                    <a:cubicBezTo>
                      <a:pt x="1402476" y="705529"/>
                      <a:pt x="1402476" y="705529"/>
                      <a:pt x="1398862" y="705529"/>
                    </a:cubicBezTo>
                    <a:cubicBezTo>
                      <a:pt x="1398862" y="705529"/>
                      <a:pt x="1397417" y="705893"/>
                      <a:pt x="1397417" y="705529"/>
                    </a:cubicBezTo>
                    <a:cubicBezTo>
                      <a:pt x="1397417" y="705166"/>
                      <a:pt x="1396333" y="705893"/>
                      <a:pt x="1396333" y="705893"/>
                    </a:cubicBezTo>
                    <a:cubicBezTo>
                      <a:pt x="1396333" y="705893"/>
                      <a:pt x="1396333" y="705893"/>
                      <a:pt x="1395249" y="706983"/>
                    </a:cubicBezTo>
                    <a:cubicBezTo>
                      <a:pt x="1395249" y="706983"/>
                      <a:pt x="1393804" y="708073"/>
                      <a:pt x="1393804" y="708073"/>
                    </a:cubicBezTo>
                    <a:cubicBezTo>
                      <a:pt x="1393442" y="708073"/>
                      <a:pt x="1391997" y="708436"/>
                      <a:pt x="1391636" y="708799"/>
                    </a:cubicBezTo>
                    <a:cubicBezTo>
                      <a:pt x="1391636" y="708799"/>
                      <a:pt x="1390552" y="709162"/>
                      <a:pt x="1389468" y="710252"/>
                    </a:cubicBezTo>
                    <a:cubicBezTo>
                      <a:pt x="1388384" y="711706"/>
                      <a:pt x="1388745" y="711342"/>
                      <a:pt x="1388745" y="711706"/>
                    </a:cubicBezTo>
                    <a:cubicBezTo>
                      <a:pt x="1388745" y="712069"/>
                      <a:pt x="1387661" y="712432"/>
                      <a:pt x="1387661" y="712432"/>
                    </a:cubicBezTo>
                    <a:cubicBezTo>
                      <a:pt x="1387661" y="712432"/>
                      <a:pt x="1386938" y="713522"/>
                      <a:pt x="1386577" y="713522"/>
                    </a:cubicBezTo>
                    <a:cubicBezTo>
                      <a:pt x="1386216" y="713885"/>
                      <a:pt x="1385493" y="713885"/>
                      <a:pt x="1385493" y="713885"/>
                    </a:cubicBezTo>
                    <a:cubicBezTo>
                      <a:pt x="1385493" y="713885"/>
                      <a:pt x="1384770" y="714249"/>
                      <a:pt x="1384409" y="714249"/>
                    </a:cubicBezTo>
                    <a:cubicBezTo>
                      <a:pt x="1384048" y="713885"/>
                      <a:pt x="1383686" y="714249"/>
                      <a:pt x="1383686" y="714249"/>
                    </a:cubicBezTo>
                    <a:cubicBezTo>
                      <a:pt x="1383686" y="714249"/>
                      <a:pt x="1383686" y="714249"/>
                      <a:pt x="1382602" y="714249"/>
                    </a:cubicBezTo>
                    <a:cubicBezTo>
                      <a:pt x="1382602" y="714249"/>
                      <a:pt x="1382602" y="714249"/>
                      <a:pt x="1380796" y="714612"/>
                    </a:cubicBezTo>
                    <a:cubicBezTo>
                      <a:pt x="1380796" y="714612"/>
                      <a:pt x="1378989" y="714612"/>
                      <a:pt x="1378989" y="714249"/>
                    </a:cubicBezTo>
                    <a:cubicBezTo>
                      <a:pt x="1378628" y="713885"/>
                      <a:pt x="1378266" y="714249"/>
                      <a:pt x="1377905" y="713885"/>
                    </a:cubicBezTo>
                    <a:cubicBezTo>
                      <a:pt x="1377544" y="713885"/>
                      <a:pt x="1377182" y="713885"/>
                      <a:pt x="1377182" y="713885"/>
                    </a:cubicBezTo>
                    <a:cubicBezTo>
                      <a:pt x="1377182" y="713885"/>
                      <a:pt x="1376460" y="713885"/>
                      <a:pt x="1376098" y="713885"/>
                    </a:cubicBezTo>
                    <a:cubicBezTo>
                      <a:pt x="1375737" y="714249"/>
                      <a:pt x="1375014" y="713885"/>
                      <a:pt x="1375014" y="713885"/>
                    </a:cubicBezTo>
                    <a:cubicBezTo>
                      <a:pt x="1375014" y="713885"/>
                      <a:pt x="1373208" y="714975"/>
                      <a:pt x="1373208" y="714612"/>
                    </a:cubicBezTo>
                    <a:cubicBezTo>
                      <a:pt x="1373208" y="714612"/>
                      <a:pt x="1372124" y="714612"/>
                      <a:pt x="1371762" y="714612"/>
                    </a:cubicBezTo>
                    <a:cubicBezTo>
                      <a:pt x="1371401" y="714249"/>
                      <a:pt x="1369594" y="714975"/>
                      <a:pt x="1369594" y="714975"/>
                    </a:cubicBezTo>
                    <a:cubicBezTo>
                      <a:pt x="1369594" y="714975"/>
                      <a:pt x="1369594" y="714975"/>
                      <a:pt x="1368872" y="715339"/>
                    </a:cubicBezTo>
                    <a:cubicBezTo>
                      <a:pt x="1368872" y="715339"/>
                      <a:pt x="1368872" y="715339"/>
                      <a:pt x="1368149" y="716429"/>
                    </a:cubicBezTo>
                    <a:cubicBezTo>
                      <a:pt x="1368149" y="716429"/>
                      <a:pt x="1368149" y="716429"/>
                      <a:pt x="1365981" y="717519"/>
                    </a:cubicBezTo>
                    <a:cubicBezTo>
                      <a:pt x="1365981" y="717519"/>
                      <a:pt x="1365981" y="717519"/>
                      <a:pt x="1364536" y="717882"/>
                    </a:cubicBezTo>
                    <a:cubicBezTo>
                      <a:pt x="1364536" y="717882"/>
                      <a:pt x="1364536" y="717882"/>
                      <a:pt x="1363452" y="718972"/>
                    </a:cubicBezTo>
                    <a:cubicBezTo>
                      <a:pt x="1363452" y="718972"/>
                      <a:pt x="1363452" y="718972"/>
                      <a:pt x="1362368" y="719698"/>
                    </a:cubicBezTo>
                    <a:cubicBezTo>
                      <a:pt x="1362368" y="719698"/>
                      <a:pt x="1362368" y="719698"/>
                      <a:pt x="1361284" y="720425"/>
                    </a:cubicBezTo>
                    <a:cubicBezTo>
                      <a:pt x="1361284" y="720425"/>
                      <a:pt x="1359116" y="721152"/>
                      <a:pt x="1358393" y="720788"/>
                    </a:cubicBezTo>
                    <a:cubicBezTo>
                      <a:pt x="1357670" y="720425"/>
                      <a:pt x="1356586" y="720425"/>
                      <a:pt x="1356586" y="720425"/>
                    </a:cubicBezTo>
                    <a:cubicBezTo>
                      <a:pt x="1356586" y="720425"/>
                      <a:pt x="1356586" y="720425"/>
                      <a:pt x="1354418" y="720788"/>
                    </a:cubicBezTo>
                    <a:cubicBezTo>
                      <a:pt x="1354418" y="720788"/>
                      <a:pt x="1353334" y="720788"/>
                      <a:pt x="1353334" y="720425"/>
                    </a:cubicBezTo>
                    <a:cubicBezTo>
                      <a:pt x="1352973" y="720062"/>
                      <a:pt x="1351889" y="720062"/>
                      <a:pt x="1351889" y="720062"/>
                    </a:cubicBezTo>
                    <a:cubicBezTo>
                      <a:pt x="1351889" y="720062"/>
                      <a:pt x="1350444" y="719335"/>
                      <a:pt x="1350444" y="718972"/>
                    </a:cubicBezTo>
                    <a:cubicBezTo>
                      <a:pt x="1350444" y="718608"/>
                      <a:pt x="1350082" y="718245"/>
                      <a:pt x="1350082" y="717882"/>
                    </a:cubicBezTo>
                    <a:cubicBezTo>
                      <a:pt x="1350082" y="717519"/>
                      <a:pt x="1349360" y="717155"/>
                      <a:pt x="1349360" y="717155"/>
                    </a:cubicBezTo>
                    <a:cubicBezTo>
                      <a:pt x="1349360" y="716792"/>
                      <a:pt x="1348637" y="716792"/>
                      <a:pt x="1348276" y="716429"/>
                    </a:cubicBezTo>
                    <a:cubicBezTo>
                      <a:pt x="1347914" y="716065"/>
                      <a:pt x="1347192" y="716429"/>
                      <a:pt x="1346830" y="716065"/>
                    </a:cubicBezTo>
                    <a:cubicBezTo>
                      <a:pt x="1346469" y="716065"/>
                      <a:pt x="1346108" y="716429"/>
                      <a:pt x="1345746" y="715702"/>
                    </a:cubicBezTo>
                    <a:cubicBezTo>
                      <a:pt x="1345746" y="714975"/>
                      <a:pt x="1345746" y="715702"/>
                      <a:pt x="1345746" y="714975"/>
                    </a:cubicBezTo>
                    <a:cubicBezTo>
                      <a:pt x="1346108" y="714612"/>
                      <a:pt x="1345746" y="714249"/>
                      <a:pt x="1345746" y="713522"/>
                    </a:cubicBezTo>
                    <a:cubicBezTo>
                      <a:pt x="1345746" y="712796"/>
                      <a:pt x="1346108" y="713159"/>
                      <a:pt x="1346830" y="712796"/>
                    </a:cubicBezTo>
                    <a:cubicBezTo>
                      <a:pt x="1347192" y="712432"/>
                      <a:pt x="1347553" y="712432"/>
                      <a:pt x="1348276" y="712069"/>
                    </a:cubicBezTo>
                    <a:cubicBezTo>
                      <a:pt x="1348998" y="711706"/>
                      <a:pt x="1348276" y="712069"/>
                      <a:pt x="1348637" y="711342"/>
                    </a:cubicBezTo>
                    <a:cubicBezTo>
                      <a:pt x="1348998" y="710252"/>
                      <a:pt x="1348637" y="710616"/>
                      <a:pt x="1348637" y="709889"/>
                    </a:cubicBezTo>
                    <a:cubicBezTo>
                      <a:pt x="1348637" y="709526"/>
                      <a:pt x="1348637" y="709162"/>
                      <a:pt x="1348637" y="708436"/>
                    </a:cubicBezTo>
                    <a:cubicBezTo>
                      <a:pt x="1348637" y="707709"/>
                      <a:pt x="1348637" y="708436"/>
                      <a:pt x="1348637" y="708073"/>
                    </a:cubicBezTo>
                    <a:cubicBezTo>
                      <a:pt x="1348998" y="707709"/>
                      <a:pt x="1348998" y="706619"/>
                      <a:pt x="1348998" y="706619"/>
                    </a:cubicBezTo>
                    <a:cubicBezTo>
                      <a:pt x="1348998" y="706619"/>
                      <a:pt x="1348637" y="705166"/>
                      <a:pt x="1348637" y="704076"/>
                    </a:cubicBezTo>
                    <a:cubicBezTo>
                      <a:pt x="1348998" y="702986"/>
                      <a:pt x="1348637" y="704076"/>
                      <a:pt x="1348998" y="703350"/>
                    </a:cubicBezTo>
                    <a:cubicBezTo>
                      <a:pt x="1349360" y="702623"/>
                      <a:pt x="1348998" y="702260"/>
                      <a:pt x="1348637" y="701170"/>
                    </a:cubicBezTo>
                    <a:cubicBezTo>
                      <a:pt x="1348637" y="700806"/>
                      <a:pt x="1347914" y="700443"/>
                      <a:pt x="1347553" y="700080"/>
                    </a:cubicBezTo>
                    <a:cubicBezTo>
                      <a:pt x="1347553" y="699716"/>
                      <a:pt x="1346830" y="698990"/>
                      <a:pt x="1346108" y="698263"/>
                    </a:cubicBezTo>
                    <a:cubicBezTo>
                      <a:pt x="1345746" y="697537"/>
                      <a:pt x="1345746" y="697537"/>
                      <a:pt x="1345746" y="696810"/>
                    </a:cubicBezTo>
                    <a:cubicBezTo>
                      <a:pt x="1345746" y="696083"/>
                      <a:pt x="1345385" y="696083"/>
                      <a:pt x="1345385" y="695357"/>
                    </a:cubicBezTo>
                    <a:cubicBezTo>
                      <a:pt x="1345385" y="694630"/>
                      <a:pt x="1345024" y="694267"/>
                      <a:pt x="1345385" y="693903"/>
                    </a:cubicBezTo>
                    <a:cubicBezTo>
                      <a:pt x="1345746" y="693540"/>
                      <a:pt x="1345024" y="693177"/>
                      <a:pt x="1345024" y="693177"/>
                    </a:cubicBezTo>
                    <a:cubicBezTo>
                      <a:pt x="1345024" y="693177"/>
                      <a:pt x="1345385" y="692087"/>
                      <a:pt x="1345385" y="691724"/>
                    </a:cubicBezTo>
                    <a:cubicBezTo>
                      <a:pt x="1345746" y="691724"/>
                      <a:pt x="1345024" y="689907"/>
                      <a:pt x="1345024" y="689180"/>
                    </a:cubicBezTo>
                    <a:cubicBezTo>
                      <a:pt x="1344662" y="688817"/>
                      <a:pt x="1343940" y="688817"/>
                      <a:pt x="1343578" y="687364"/>
                    </a:cubicBezTo>
                    <a:cubicBezTo>
                      <a:pt x="1342856" y="685911"/>
                      <a:pt x="1343217" y="686637"/>
                      <a:pt x="1343217" y="686274"/>
                    </a:cubicBezTo>
                    <a:cubicBezTo>
                      <a:pt x="1343217" y="685911"/>
                      <a:pt x="1342494" y="685184"/>
                      <a:pt x="1341772" y="684457"/>
                    </a:cubicBezTo>
                    <a:cubicBezTo>
                      <a:pt x="1341772" y="684457"/>
                      <a:pt x="1341410" y="683004"/>
                      <a:pt x="1341410" y="682641"/>
                    </a:cubicBezTo>
                    <a:cubicBezTo>
                      <a:pt x="1341410" y="682278"/>
                      <a:pt x="1341410" y="680824"/>
                      <a:pt x="1341410" y="680098"/>
                    </a:cubicBezTo>
                    <a:cubicBezTo>
                      <a:pt x="1341410" y="679734"/>
                      <a:pt x="1341049" y="680098"/>
                      <a:pt x="1340688" y="679371"/>
                    </a:cubicBezTo>
                    <a:cubicBezTo>
                      <a:pt x="1340326" y="678645"/>
                      <a:pt x="1340326" y="678645"/>
                      <a:pt x="1339965" y="678645"/>
                    </a:cubicBezTo>
                    <a:cubicBezTo>
                      <a:pt x="1339604" y="678281"/>
                      <a:pt x="1339965" y="676828"/>
                      <a:pt x="1339604" y="676828"/>
                    </a:cubicBezTo>
                    <a:cubicBezTo>
                      <a:pt x="1338881" y="676465"/>
                      <a:pt x="1338881" y="676828"/>
                      <a:pt x="1338520" y="676101"/>
                    </a:cubicBezTo>
                    <a:cubicBezTo>
                      <a:pt x="1337797" y="675738"/>
                      <a:pt x="1337797" y="676101"/>
                      <a:pt x="1337436" y="675738"/>
                    </a:cubicBezTo>
                    <a:cubicBezTo>
                      <a:pt x="1337436" y="675375"/>
                      <a:pt x="1336713" y="675011"/>
                      <a:pt x="1336713" y="674648"/>
                    </a:cubicBezTo>
                    <a:cubicBezTo>
                      <a:pt x="1336713" y="673922"/>
                      <a:pt x="1336713" y="673558"/>
                      <a:pt x="1335990" y="673558"/>
                    </a:cubicBezTo>
                    <a:cubicBezTo>
                      <a:pt x="1335629" y="673558"/>
                      <a:pt x="1335629" y="671378"/>
                      <a:pt x="1335629" y="671378"/>
                    </a:cubicBezTo>
                    <a:cubicBezTo>
                      <a:pt x="1335629" y="671378"/>
                      <a:pt x="1335990" y="671742"/>
                      <a:pt x="1335990" y="672105"/>
                    </a:cubicBezTo>
                    <a:cubicBezTo>
                      <a:pt x="1336352" y="672468"/>
                      <a:pt x="1336352" y="672468"/>
                      <a:pt x="1336352" y="672832"/>
                    </a:cubicBezTo>
                    <a:cubicBezTo>
                      <a:pt x="1336352" y="672832"/>
                      <a:pt x="1336713" y="673195"/>
                      <a:pt x="1337074" y="673195"/>
                    </a:cubicBezTo>
                    <a:cubicBezTo>
                      <a:pt x="1337436" y="673922"/>
                      <a:pt x="1337074" y="674648"/>
                      <a:pt x="1337436" y="674648"/>
                    </a:cubicBezTo>
                    <a:cubicBezTo>
                      <a:pt x="1337436" y="675011"/>
                      <a:pt x="1337797" y="675375"/>
                      <a:pt x="1338881" y="675375"/>
                    </a:cubicBezTo>
                    <a:cubicBezTo>
                      <a:pt x="1339604" y="675375"/>
                      <a:pt x="1339604" y="676101"/>
                      <a:pt x="1339965" y="676465"/>
                    </a:cubicBezTo>
                    <a:cubicBezTo>
                      <a:pt x="1339965" y="676465"/>
                      <a:pt x="1340326" y="676465"/>
                      <a:pt x="1340326" y="675375"/>
                    </a:cubicBezTo>
                    <a:cubicBezTo>
                      <a:pt x="1339965" y="674285"/>
                      <a:pt x="1340326" y="675375"/>
                      <a:pt x="1339965" y="675011"/>
                    </a:cubicBezTo>
                    <a:cubicBezTo>
                      <a:pt x="1339604" y="674648"/>
                      <a:pt x="1339242" y="674285"/>
                      <a:pt x="1339242" y="673558"/>
                    </a:cubicBezTo>
                    <a:cubicBezTo>
                      <a:pt x="1339242" y="673195"/>
                      <a:pt x="1337797" y="672468"/>
                      <a:pt x="1337797" y="671742"/>
                    </a:cubicBezTo>
                    <a:cubicBezTo>
                      <a:pt x="1337797" y="671378"/>
                      <a:pt x="1338158" y="672105"/>
                      <a:pt x="1338881" y="672468"/>
                    </a:cubicBezTo>
                    <a:cubicBezTo>
                      <a:pt x="1339965" y="672468"/>
                      <a:pt x="1339242" y="673558"/>
                      <a:pt x="1339965" y="673195"/>
                    </a:cubicBezTo>
                    <a:cubicBezTo>
                      <a:pt x="1340688" y="673195"/>
                      <a:pt x="1341049" y="675011"/>
                      <a:pt x="1341049" y="675011"/>
                    </a:cubicBezTo>
                    <a:cubicBezTo>
                      <a:pt x="1341049" y="675011"/>
                      <a:pt x="1341410" y="674648"/>
                      <a:pt x="1341410" y="673558"/>
                    </a:cubicBezTo>
                    <a:cubicBezTo>
                      <a:pt x="1341772" y="672832"/>
                      <a:pt x="1341049" y="673195"/>
                      <a:pt x="1341049" y="672832"/>
                    </a:cubicBezTo>
                    <a:cubicBezTo>
                      <a:pt x="1341049" y="672468"/>
                      <a:pt x="1341410" y="672105"/>
                      <a:pt x="1341410" y="671742"/>
                    </a:cubicBezTo>
                    <a:cubicBezTo>
                      <a:pt x="1341410" y="671742"/>
                      <a:pt x="1340688" y="671015"/>
                      <a:pt x="1340688" y="670652"/>
                    </a:cubicBezTo>
                    <a:cubicBezTo>
                      <a:pt x="1340688" y="670288"/>
                      <a:pt x="1339965" y="669199"/>
                      <a:pt x="1339242" y="667745"/>
                    </a:cubicBezTo>
                    <a:cubicBezTo>
                      <a:pt x="1338881" y="666292"/>
                      <a:pt x="1338881" y="667745"/>
                      <a:pt x="1338520" y="667382"/>
                    </a:cubicBezTo>
                    <a:cubicBezTo>
                      <a:pt x="1338520" y="667019"/>
                      <a:pt x="1338158" y="666292"/>
                      <a:pt x="1337797" y="665565"/>
                    </a:cubicBezTo>
                    <a:cubicBezTo>
                      <a:pt x="1337797" y="664476"/>
                      <a:pt x="1337797" y="664476"/>
                      <a:pt x="1338158" y="664112"/>
                    </a:cubicBezTo>
                    <a:cubicBezTo>
                      <a:pt x="1338158" y="663749"/>
                      <a:pt x="1338158" y="663386"/>
                      <a:pt x="1338520" y="662659"/>
                    </a:cubicBezTo>
                    <a:cubicBezTo>
                      <a:pt x="1338881" y="661932"/>
                      <a:pt x="1338881" y="661932"/>
                      <a:pt x="1339242" y="661206"/>
                    </a:cubicBezTo>
                    <a:cubicBezTo>
                      <a:pt x="1339604" y="660842"/>
                      <a:pt x="1339242" y="660842"/>
                      <a:pt x="1339604" y="660116"/>
                    </a:cubicBezTo>
                    <a:cubicBezTo>
                      <a:pt x="1339604" y="659026"/>
                      <a:pt x="1339604" y="659026"/>
                      <a:pt x="1339604" y="659026"/>
                    </a:cubicBezTo>
                    <a:cubicBezTo>
                      <a:pt x="1339965" y="658663"/>
                      <a:pt x="1339604" y="657573"/>
                      <a:pt x="1339604" y="657209"/>
                    </a:cubicBezTo>
                    <a:cubicBezTo>
                      <a:pt x="1339604" y="656846"/>
                      <a:pt x="1339242" y="656846"/>
                      <a:pt x="1339604" y="656119"/>
                    </a:cubicBezTo>
                    <a:cubicBezTo>
                      <a:pt x="1339965" y="655756"/>
                      <a:pt x="1339965" y="655756"/>
                      <a:pt x="1339965" y="655029"/>
                    </a:cubicBezTo>
                    <a:cubicBezTo>
                      <a:pt x="1340326" y="654303"/>
                      <a:pt x="1340326" y="653213"/>
                      <a:pt x="1340688" y="652850"/>
                    </a:cubicBezTo>
                    <a:cubicBezTo>
                      <a:pt x="1341049" y="652123"/>
                      <a:pt x="1341410" y="652486"/>
                      <a:pt x="1341410" y="652486"/>
                    </a:cubicBezTo>
                    <a:cubicBezTo>
                      <a:pt x="1341410" y="652486"/>
                      <a:pt x="1341410" y="652850"/>
                      <a:pt x="1341410" y="653213"/>
                    </a:cubicBezTo>
                    <a:cubicBezTo>
                      <a:pt x="1341410" y="653576"/>
                      <a:pt x="1341410" y="653940"/>
                      <a:pt x="1341049" y="654303"/>
                    </a:cubicBezTo>
                    <a:cubicBezTo>
                      <a:pt x="1340688" y="654666"/>
                      <a:pt x="1341410" y="655029"/>
                      <a:pt x="1341410" y="655029"/>
                    </a:cubicBezTo>
                    <a:cubicBezTo>
                      <a:pt x="1341410" y="655029"/>
                      <a:pt x="1342133" y="656119"/>
                      <a:pt x="1342494" y="655393"/>
                    </a:cubicBezTo>
                    <a:cubicBezTo>
                      <a:pt x="1342856" y="655029"/>
                      <a:pt x="1343217" y="654303"/>
                      <a:pt x="1342856" y="654303"/>
                    </a:cubicBezTo>
                    <a:cubicBezTo>
                      <a:pt x="1342856" y="653940"/>
                      <a:pt x="1345024" y="652850"/>
                      <a:pt x="1344662" y="652486"/>
                    </a:cubicBezTo>
                    <a:cubicBezTo>
                      <a:pt x="1344662" y="652123"/>
                      <a:pt x="1345024" y="651396"/>
                      <a:pt x="1345024" y="651396"/>
                    </a:cubicBezTo>
                    <a:cubicBezTo>
                      <a:pt x="1345024" y="651396"/>
                      <a:pt x="1346469" y="651760"/>
                      <a:pt x="1346830" y="651760"/>
                    </a:cubicBezTo>
                    <a:cubicBezTo>
                      <a:pt x="1347192" y="651396"/>
                      <a:pt x="1347192" y="651033"/>
                      <a:pt x="1347192" y="650670"/>
                    </a:cubicBezTo>
                    <a:cubicBezTo>
                      <a:pt x="1347553" y="650670"/>
                      <a:pt x="1348276" y="650306"/>
                      <a:pt x="1348276" y="650306"/>
                    </a:cubicBezTo>
                    <a:cubicBezTo>
                      <a:pt x="1348276" y="650306"/>
                      <a:pt x="1349721" y="649580"/>
                      <a:pt x="1350082" y="649217"/>
                    </a:cubicBezTo>
                    <a:cubicBezTo>
                      <a:pt x="1350805" y="648490"/>
                      <a:pt x="1350444" y="649217"/>
                      <a:pt x="1351166" y="648127"/>
                    </a:cubicBezTo>
                    <a:cubicBezTo>
                      <a:pt x="1351528" y="647400"/>
                      <a:pt x="1351166" y="648127"/>
                      <a:pt x="1352612" y="647037"/>
                    </a:cubicBezTo>
                    <a:cubicBezTo>
                      <a:pt x="1352612" y="646673"/>
                      <a:pt x="1353334" y="647037"/>
                      <a:pt x="1353334" y="646673"/>
                    </a:cubicBezTo>
                    <a:cubicBezTo>
                      <a:pt x="1353696" y="646310"/>
                      <a:pt x="1354057" y="646310"/>
                      <a:pt x="1355141" y="645947"/>
                    </a:cubicBezTo>
                    <a:cubicBezTo>
                      <a:pt x="1355502" y="645947"/>
                      <a:pt x="1358032" y="646310"/>
                      <a:pt x="1358032" y="646310"/>
                    </a:cubicBezTo>
                    <a:cubicBezTo>
                      <a:pt x="1358032" y="646310"/>
                      <a:pt x="1358393" y="646310"/>
                      <a:pt x="1358754" y="646310"/>
                    </a:cubicBezTo>
                    <a:cubicBezTo>
                      <a:pt x="1359116" y="645947"/>
                      <a:pt x="1360200" y="645583"/>
                      <a:pt x="1360200" y="645583"/>
                    </a:cubicBezTo>
                    <a:cubicBezTo>
                      <a:pt x="1360200" y="645220"/>
                      <a:pt x="1360922" y="644857"/>
                      <a:pt x="1360922" y="644857"/>
                    </a:cubicBezTo>
                    <a:cubicBezTo>
                      <a:pt x="1360922" y="644857"/>
                      <a:pt x="1362368" y="644494"/>
                      <a:pt x="1362729" y="644130"/>
                    </a:cubicBezTo>
                    <a:cubicBezTo>
                      <a:pt x="1363090" y="643767"/>
                      <a:pt x="1363090" y="643767"/>
                      <a:pt x="1363813" y="643767"/>
                    </a:cubicBezTo>
                    <a:cubicBezTo>
                      <a:pt x="1364174" y="643404"/>
                      <a:pt x="1364536" y="643040"/>
                      <a:pt x="1364897" y="643040"/>
                    </a:cubicBezTo>
                    <a:cubicBezTo>
                      <a:pt x="1365620" y="643040"/>
                      <a:pt x="1365620" y="644130"/>
                      <a:pt x="1365981" y="643767"/>
                    </a:cubicBezTo>
                    <a:cubicBezTo>
                      <a:pt x="1365981" y="643404"/>
                      <a:pt x="1366704" y="643767"/>
                      <a:pt x="1366704" y="643767"/>
                    </a:cubicBezTo>
                    <a:cubicBezTo>
                      <a:pt x="1366704" y="643767"/>
                      <a:pt x="1367426" y="643404"/>
                      <a:pt x="1367788" y="643040"/>
                    </a:cubicBezTo>
                    <a:cubicBezTo>
                      <a:pt x="1368510" y="642677"/>
                      <a:pt x="1368510" y="643040"/>
                      <a:pt x="1368872" y="642677"/>
                    </a:cubicBezTo>
                    <a:cubicBezTo>
                      <a:pt x="1369233" y="642314"/>
                      <a:pt x="1369233" y="642314"/>
                      <a:pt x="1370678" y="642314"/>
                    </a:cubicBezTo>
                    <a:cubicBezTo>
                      <a:pt x="1371762" y="641950"/>
                      <a:pt x="1372124" y="641950"/>
                      <a:pt x="1372124" y="641950"/>
                    </a:cubicBezTo>
                    <a:cubicBezTo>
                      <a:pt x="1372124" y="641950"/>
                      <a:pt x="1373208" y="641224"/>
                      <a:pt x="1374653" y="640497"/>
                    </a:cubicBezTo>
                    <a:cubicBezTo>
                      <a:pt x="1374653" y="640497"/>
                      <a:pt x="1375014" y="640134"/>
                      <a:pt x="1375376" y="639771"/>
                    </a:cubicBezTo>
                    <a:cubicBezTo>
                      <a:pt x="1375737" y="639407"/>
                      <a:pt x="1376098" y="639407"/>
                      <a:pt x="1376098" y="639044"/>
                    </a:cubicBezTo>
                    <a:cubicBezTo>
                      <a:pt x="1376460" y="638681"/>
                      <a:pt x="1377544" y="637591"/>
                      <a:pt x="1377905" y="636864"/>
                    </a:cubicBezTo>
                    <a:cubicBezTo>
                      <a:pt x="1378628" y="635774"/>
                      <a:pt x="1377905" y="635774"/>
                      <a:pt x="1377905" y="635774"/>
                    </a:cubicBezTo>
                    <a:cubicBezTo>
                      <a:pt x="1377905" y="635774"/>
                      <a:pt x="1378989" y="635048"/>
                      <a:pt x="1379350" y="634684"/>
                    </a:cubicBezTo>
                    <a:cubicBezTo>
                      <a:pt x="1379712" y="634321"/>
                      <a:pt x="1380073" y="634321"/>
                      <a:pt x="1379712" y="633231"/>
                    </a:cubicBezTo>
                    <a:cubicBezTo>
                      <a:pt x="1379712" y="632868"/>
                      <a:pt x="1380073" y="632141"/>
                      <a:pt x="1380073" y="631778"/>
                    </a:cubicBezTo>
                    <a:cubicBezTo>
                      <a:pt x="1380073" y="631051"/>
                      <a:pt x="1379350" y="631051"/>
                      <a:pt x="1379350" y="630688"/>
                    </a:cubicBezTo>
                    <a:cubicBezTo>
                      <a:pt x="1379350" y="630325"/>
                      <a:pt x="1379350" y="629961"/>
                      <a:pt x="1379350" y="629961"/>
                    </a:cubicBezTo>
                    <a:cubicBezTo>
                      <a:pt x="1379712" y="629598"/>
                      <a:pt x="1381157" y="628508"/>
                      <a:pt x="1381518" y="627418"/>
                    </a:cubicBezTo>
                    <a:cubicBezTo>
                      <a:pt x="1382241" y="626328"/>
                      <a:pt x="1382602" y="626328"/>
                      <a:pt x="1382602" y="625965"/>
                    </a:cubicBezTo>
                    <a:cubicBezTo>
                      <a:pt x="1382964" y="625965"/>
                      <a:pt x="1383325" y="626328"/>
                      <a:pt x="1383325" y="626328"/>
                    </a:cubicBezTo>
                    <a:cubicBezTo>
                      <a:pt x="1383325" y="626328"/>
                      <a:pt x="1383325" y="626328"/>
                      <a:pt x="1385132" y="627781"/>
                    </a:cubicBezTo>
                    <a:cubicBezTo>
                      <a:pt x="1385132" y="627781"/>
                      <a:pt x="1385132" y="627781"/>
                      <a:pt x="1385854" y="630688"/>
                    </a:cubicBezTo>
                    <a:cubicBezTo>
                      <a:pt x="1385854" y="630688"/>
                      <a:pt x="1385854" y="630688"/>
                      <a:pt x="1386216" y="629235"/>
                    </a:cubicBezTo>
                    <a:cubicBezTo>
                      <a:pt x="1386216" y="629235"/>
                      <a:pt x="1386216" y="629235"/>
                      <a:pt x="1388022" y="627055"/>
                    </a:cubicBezTo>
                    <a:cubicBezTo>
                      <a:pt x="1388022" y="626328"/>
                      <a:pt x="1386577" y="625601"/>
                      <a:pt x="1386577" y="625601"/>
                    </a:cubicBezTo>
                    <a:cubicBezTo>
                      <a:pt x="1386577" y="625601"/>
                      <a:pt x="1386577" y="625601"/>
                      <a:pt x="1386938" y="623785"/>
                    </a:cubicBezTo>
                    <a:cubicBezTo>
                      <a:pt x="1386938" y="623785"/>
                      <a:pt x="1386938" y="623785"/>
                      <a:pt x="1389106" y="624875"/>
                    </a:cubicBezTo>
                    <a:cubicBezTo>
                      <a:pt x="1389106" y="624875"/>
                      <a:pt x="1389106" y="624875"/>
                      <a:pt x="1390913" y="624512"/>
                    </a:cubicBezTo>
                    <a:cubicBezTo>
                      <a:pt x="1390913" y="623422"/>
                      <a:pt x="1390190" y="622695"/>
                      <a:pt x="1390190" y="622695"/>
                    </a:cubicBezTo>
                    <a:cubicBezTo>
                      <a:pt x="1390190" y="621968"/>
                      <a:pt x="1390552" y="620878"/>
                      <a:pt x="1390552" y="620878"/>
                    </a:cubicBezTo>
                    <a:cubicBezTo>
                      <a:pt x="1390913" y="620152"/>
                      <a:pt x="1392720" y="620152"/>
                      <a:pt x="1392720" y="620152"/>
                    </a:cubicBezTo>
                    <a:cubicBezTo>
                      <a:pt x="1392720" y="620152"/>
                      <a:pt x="1392720" y="620152"/>
                      <a:pt x="1393081" y="617972"/>
                    </a:cubicBezTo>
                    <a:cubicBezTo>
                      <a:pt x="1393081" y="617972"/>
                      <a:pt x="1393081" y="617245"/>
                      <a:pt x="1394526" y="616155"/>
                    </a:cubicBezTo>
                    <a:cubicBezTo>
                      <a:pt x="1394888" y="615792"/>
                      <a:pt x="1395249" y="616519"/>
                      <a:pt x="1396694" y="616519"/>
                    </a:cubicBezTo>
                    <a:cubicBezTo>
                      <a:pt x="1396694" y="616519"/>
                      <a:pt x="1398140" y="615429"/>
                      <a:pt x="1398501" y="614339"/>
                    </a:cubicBezTo>
                    <a:cubicBezTo>
                      <a:pt x="1398862" y="613249"/>
                      <a:pt x="1400308" y="613612"/>
                      <a:pt x="1400308" y="613612"/>
                    </a:cubicBezTo>
                    <a:cubicBezTo>
                      <a:pt x="1400308" y="613249"/>
                      <a:pt x="1401392" y="612522"/>
                      <a:pt x="1401392" y="612522"/>
                    </a:cubicBezTo>
                    <a:cubicBezTo>
                      <a:pt x="1401392" y="612522"/>
                      <a:pt x="1402476" y="613249"/>
                      <a:pt x="1403560" y="613976"/>
                    </a:cubicBezTo>
                    <a:cubicBezTo>
                      <a:pt x="1405005" y="615066"/>
                      <a:pt x="1403560" y="613976"/>
                      <a:pt x="1404644" y="613976"/>
                    </a:cubicBezTo>
                    <a:cubicBezTo>
                      <a:pt x="1405728" y="613976"/>
                      <a:pt x="1405728" y="614702"/>
                      <a:pt x="1407173" y="616155"/>
                    </a:cubicBezTo>
                    <a:cubicBezTo>
                      <a:pt x="1407173" y="616155"/>
                      <a:pt x="1407896" y="617245"/>
                      <a:pt x="1407534" y="618699"/>
                    </a:cubicBezTo>
                    <a:cubicBezTo>
                      <a:pt x="1407534" y="618699"/>
                      <a:pt x="1407534" y="618699"/>
                      <a:pt x="1407534" y="620152"/>
                    </a:cubicBezTo>
                    <a:cubicBezTo>
                      <a:pt x="1407534" y="620152"/>
                      <a:pt x="1408257" y="620152"/>
                      <a:pt x="1409702" y="617972"/>
                    </a:cubicBezTo>
                    <a:cubicBezTo>
                      <a:pt x="1409702" y="617972"/>
                      <a:pt x="1411148" y="617972"/>
                      <a:pt x="1411509" y="617609"/>
                    </a:cubicBezTo>
                    <a:cubicBezTo>
                      <a:pt x="1412232" y="616882"/>
                      <a:pt x="1413316" y="618335"/>
                      <a:pt x="1413316" y="618335"/>
                    </a:cubicBezTo>
                    <a:cubicBezTo>
                      <a:pt x="1413677" y="618699"/>
                      <a:pt x="1414038" y="618699"/>
                      <a:pt x="1415484" y="618335"/>
                    </a:cubicBezTo>
                    <a:cubicBezTo>
                      <a:pt x="1415484" y="618335"/>
                      <a:pt x="1415484" y="617245"/>
                      <a:pt x="1414761" y="616882"/>
                    </a:cubicBezTo>
                    <a:cubicBezTo>
                      <a:pt x="1414400" y="616155"/>
                      <a:pt x="1414400" y="616155"/>
                      <a:pt x="1414400" y="615429"/>
                    </a:cubicBezTo>
                    <a:cubicBezTo>
                      <a:pt x="1414400" y="614702"/>
                      <a:pt x="1414400" y="615429"/>
                      <a:pt x="1414400" y="613249"/>
                    </a:cubicBezTo>
                    <a:cubicBezTo>
                      <a:pt x="1414400" y="612886"/>
                      <a:pt x="1415122" y="612522"/>
                      <a:pt x="1415484" y="611796"/>
                    </a:cubicBezTo>
                    <a:cubicBezTo>
                      <a:pt x="1416206" y="611069"/>
                      <a:pt x="1416929" y="611796"/>
                      <a:pt x="1416929" y="611069"/>
                    </a:cubicBezTo>
                    <a:cubicBezTo>
                      <a:pt x="1416929" y="610343"/>
                      <a:pt x="1418013" y="609253"/>
                      <a:pt x="1418013" y="609253"/>
                    </a:cubicBezTo>
                    <a:cubicBezTo>
                      <a:pt x="1417652" y="609253"/>
                      <a:pt x="1417652" y="608526"/>
                      <a:pt x="1417652" y="607799"/>
                    </a:cubicBezTo>
                    <a:cubicBezTo>
                      <a:pt x="1417652" y="607436"/>
                      <a:pt x="1417652" y="607799"/>
                      <a:pt x="1418013" y="607436"/>
                    </a:cubicBezTo>
                    <a:cubicBezTo>
                      <a:pt x="1418374" y="607073"/>
                      <a:pt x="1418736" y="607436"/>
                      <a:pt x="1418736" y="607073"/>
                    </a:cubicBezTo>
                    <a:cubicBezTo>
                      <a:pt x="1419097" y="606709"/>
                      <a:pt x="1419458" y="606346"/>
                      <a:pt x="1419458" y="606346"/>
                    </a:cubicBezTo>
                    <a:cubicBezTo>
                      <a:pt x="1419820" y="606346"/>
                      <a:pt x="1420904" y="605983"/>
                      <a:pt x="1420904" y="605983"/>
                    </a:cubicBezTo>
                    <a:cubicBezTo>
                      <a:pt x="1421265" y="605983"/>
                      <a:pt x="1421265" y="605256"/>
                      <a:pt x="1421626" y="604893"/>
                    </a:cubicBezTo>
                    <a:cubicBezTo>
                      <a:pt x="1421988" y="604530"/>
                      <a:pt x="1423433" y="604166"/>
                      <a:pt x="1423433" y="604166"/>
                    </a:cubicBezTo>
                    <a:cubicBezTo>
                      <a:pt x="1423794" y="604166"/>
                      <a:pt x="1424156" y="605256"/>
                      <a:pt x="1425240" y="605256"/>
                    </a:cubicBezTo>
                    <a:cubicBezTo>
                      <a:pt x="1425240" y="605256"/>
                      <a:pt x="1425601" y="604893"/>
                      <a:pt x="1425962" y="604530"/>
                    </a:cubicBezTo>
                    <a:cubicBezTo>
                      <a:pt x="1426324" y="603803"/>
                      <a:pt x="1426324" y="604166"/>
                      <a:pt x="1426685" y="603803"/>
                    </a:cubicBezTo>
                    <a:cubicBezTo>
                      <a:pt x="1427046" y="603803"/>
                      <a:pt x="1427769" y="604166"/>
                      <a:pt x="1427769" y="604166"/>
                    </a:cubicBezTo>
                    <a:cubicBezTo>
                      <a:pt x="1427769" y="604166"/>
                      <a:pt x="1427769" y="604166"/>
                      <a:pt x="1428492" y="604166"/>
                    </a:cubicBezTo>
                    <a:cubicBezTo>
                      <a:pt x="1428492" y="604166"/>
                      <a:pt x="1428853" y="603440"/>
                      <a:pt x="1429214" y="603076"/>
                    </a:cubicBezTo>
                    <a:cubicBezTo>
                      <a:pt x="1429214" y="602713"/>
                      <a:pt x="1428853" y="602350"/>
                      <a:pt x="1428853" y="601623"/>
                    </a:cubicBezTo>
                    <a:cubicBezTo>
                      <a:pt x="1428853" y="601260"/>
                      <a:pt x="1428492" y="601623"/>
                      <a:pt x="1428130" y="601260"/>
                    </a:cubicBezTo>
                    <a:cubicBezTo>
                      <a:pt x="1427769" y="600897"/>
                      <a:pt x="1427408" y="601260"/>
                      <a:pt x="1426685" y="600897"/>
                    </a:cubicBezTo>
                    <a:cubicBezTo>
                      <a:pt x="1425962" y="600897"/>
                      <a:pt x="1425601" y="600533"/>
                      <a:pt x="1425601" y="600170"/>
                    </a:cubicBezTo>
                    <a:cubicBezTo>
                      <a:pt x="1425601" y="599807"/>
                      <a:pt x="1425601" y="600170"/>
                      <a:pt x="1425962" y="599443"/>
                    </a:cubicBezTo>
                    <a:cubicBezTo>
                      <a:pt x="1426324" y="598717"/>
                      <a:pt x="1426685" y="599443"/>
                      <a:pt x="1427408" y="598717"/>
                    </a:cubicBezTo>
                    <a:cubicBezTo>
                      <a:pt x="1427769" y="598353"/>
                      <a:pt x="1427769" y="599080"/>
                      <a:pt x="1428492" y="599080"/>
                    </a:cubicBezTo>
                    <a:cubicBezTo>
                      <a:pt x="1429214" y="598717"/>
                      <a:pt x="1428853" y="599443"/>
                      <a:pt x="1429214" y="599443"/>
                    </a:cubicBezTo>
                    <a:cubicBezTo>
                      <a:pt x="1429214" y="599807"/>
                      <a:pt x="1429576" y="600170"/>
                      <a:pt x="1429937" y="600533"/>
                    </a:cubicBezTo>
                    <a:cubicBezTo>
                      <a:pt x="1430299" y="600533"/>
                      <a:pt x="1430660" y="600170"/>
                      <a:pt x="1431021" y="600170"/>
                    </a:cubicBezTo>
                    <a:cubicBezTo>
                      <a:pt x="1431744" y="599807"/>
                      <a:pt x="1431021" y="600897"/>
                      <a:pt x="1431383" y="600897"/>
                    </a:cubicBezTo>
                    <a:cubicBezTo>
                      <a:pt x="1431744" y="600897"/>
                      <a:pt x="1431744" y="601623"/>
                      <a:pt x="1432105" y="601623"/>
                    </a:cubicBezTo>
                    <a:cubicBezTo>
                      <a:pt x="1432467" y="601623"/>
                      <a:pt x="1432467" y="601986"/>
                      <a:pt x="1433189" y="601986"/>
                    </a:cubicBezTo>
                    <a:cubicBezTo>
                      <a:pt x="1433912" y="601623"/>
                      <a:pt x="1433912" y="602350"/>
                      <a:pt x="1434273" y="601986"/>
                    </a:cubicBezTo>
                    <a:cubicBezTo>
                      <a:pt x="1434635" y="601986"/>
                      <a:pt x="1434635" y="602350"/>
                      <a:pt x="1435719" y="602713"/>
                    </a:cubicBezTo>
                    <a:cubicBezTo>
                      <a:pt x="1436080" y="603076"/>
                      <a:pt x="1436803" y="603440"/>
                      <a:pt x="1437887" y="603803"/>
                    </a:cubicBezTo>
                    <a:cubicBezTo>
                      <a:pt x="1437887" y="604166"/>
                      <a:pt x="1437525" y="603440"/>
                      <a:pt x="1438248" y="603076"/>
                    </a:cubicBezTo>
                    <a:cubicBezTo>
                      <a:pt x="1438609" y="602713"/>
                      <a:pt x="1438609" y="603440"/>
                      <a:pt x="1438971" y="603440"/>
                    </a:cubicBezTo>
                    <a:cubicBezTo>
                      <a:pt x="1439693" y="603076"/>
                      <a:pt x="1439332" y="603440"/>
                      <a:pt x="1440416" y="603440"/>
                    </a:cubicBezTo>
                    <a:cubicBezTo>
                      <a:pt x="1440416" y="603440"/>
                      <a:pt x="1440777" y="603803"/>
                      <a:pt x="1441500" y="604530"/>
                    </a:cubicBezTo>
                    <a:cubicBezTo>
                      <a:pt x="1441861" y="604530"/>
                      <a:pt x="1442223" y="604166"/>
                      <a:pt x="1442584" y="604166"/>
                    </a:cubicBezTo>
                    <a:cubicBezTo>
                      <a:pt x="1442584" y="603803"/>
                      <a:pt x="1443307" y="603803"/>
                      <a:pt x="1443668" y="603440"/>
                    </a:cubicBezTo>
                    <a:cubicBezTo>
                      <a:pt x="1444029" y="603076"/>
                      <a:pt x="1444029" y="602713"/>
                      <a:pt x="1444391" y="602713"/>
                    </a:cubicBezTo>
                    <a:cubicBezTo>
                      <a:pt x="1444752" y="602350"/>
                      <a:pt x="1444391" y="602713"/>
                      <a:pt x="1444752" y="604166"/>
                    </a:cubicBezTo>
                    <a:cubicBezTo>
                      <a:pt x="1445475" y="604530"/>
                      <a:pt x="1444752" y="604166"/>
                      <a:pt x="1445836" y="604530"/>
                    </a:cubicBezTo>
                    <a:cubicBezTo>
                      <a:pt x="1445836" y="604893"/>
                      <a:pt x="1445836" y="605256"/>
                      <a:pt x="1446559" y="605256"/>
                    </a:cubicBezTo>
                    <a:cubicBezTo>
                      <a:pt x="1447643" y="604893"/>
                      <a:pt x="1446559" y="605256"/>
                      <a:pt x="1446920" y="604530"/>
                    </a:cubicBezTo>
                    <a:cubicBezTo>
                      <a:pt x="1446920" y="603803"/>
                      <a:pt x="1447281" y="603803"/>
                      <a:pt x="1447643" y="603076"/>
                    </a:cubicBezTo>
                    <a:cubicBezTo>
                      <a:pt x="1448004" y="601986"/>
                      <a:pt x="1447643" y="603440"/>
                      <a:pt x="1448365" y="604166"/>
                    </a:cubicBezTo>
                    <a:cubicBezTo>
                      <a:pt x="1448727" y="604166"/>
                      <a:pt x="1449088" y="604530"/>
                      <a:pt x="1449811" y="605620"/>
                    </a:cubicBezTo>
                    <a:cubicBezTo>
                      <a:pt x="1449811" y="605620"/>
                      <a:pt x="1449449" y="605256"/>
                      <a:pt x="1448727" y="606709"/>
                    </a:cubicBezTo>
                    <a:cubicBezTo>
                      <a:pt x="1448365" y="608526"/>
                      <a:pt x="1448365" y="607073"/>
                      <a:pt x="1448004" y="607799"/>
                    </a:cubicBezTo>
                    <a:cubicBezTo>
                      <a:pt x="1448004" y="608163"/>
                      <a:pt x="1448004" y="608526"/>
                      <a:pt x="1448365" y="608889"/>
                    </a:cubicBezTo>
                    <a:cubicBezTo>
                      <a:pt x="1448727" y="609616"/>
                      <a:pt x="1448365" y="609253"/>
                      <a:pt x="1448004" y="609979"/>
                    </a:cubicBezTo>
                    <a:cubicBezTo>
                      <a:pt x="1447643" y="610706"/>
                      <a:pt x="1447643" y="609979"/>
                      <a:pt x="1447281" y="609979"/>
                    </a:cubicBezTo>
                    <a:cubicBezTo>
                      <a:pt x="1446559" y="610343"/>
                      <a:pt x="1446920" y="609979"/>
                      <a:pt x="1445475" y="609616"/>
                    </a:cubicBezTo>
                    <a:cubicBezTo>
                      <a:pt x="1444752" y="609616"/>
                      <a:pt x="1444752" y="610343"/>
                      <a:pt x="1444752" y="611069"/>
                    </a:cubicBezTo>
                    <a:cubicBezTo>
                      <a:pt x="1444752" y="611432"/>
                      <a:pt x="1445475" y="611069"/>
                      <a:pt x="1446559" y="611432"/>
                    </a:cubicBezTo>
                    <a:cubicBezTo>
                      <a:pt x="1446559" y="611432"/>
                      <a:pt x="1445113" y="611796"/>
                      <a:pt x="1445475" y="612159"/>
                    </a:cubicBezTo>
                    <a:cubicBezTo>
                      <a:pt x="1445836" y="612159"/>
                      <a:pt x="1445475" y="612522"/>
                      <a:pt x="1445475" y="613249"/>
                    </a:cubicBezTo>
                    <a:cubicBezTo>
                      <a:pt x="1445475" y="613612"/>
                      <a:pt x="1444752" y="614339"/>
                      <a:pt x="1444752" y="614339"/>
                    </a:cubicBezTo>
                    <a:cubicBezTo>
                      <a:pt x="1444752" y="614339"/>
                      <a:pt x="1444391" y="614702"/>
                      <a:pt x="1444391" y="614702"/>
                    </a:cubicBezTo>
                    <a:cubicBezTo>
                      <a:pt x="1444029" y="615066"/>
                      <a:pt x="1443668" y="615429"/>
                      <a:pt x="1442945" y="616155"/>
                    </a:cubicBezTo>
                    <a:cubicBezTo>
                      <a:pt x="1442945" y="616155"/>
                      <a:pt x="1442945" y="616155"/>
                      <a:pt x="1442584" y="617245"/>
                    </a:cubicBezTo>
                    <a:cubicBezTo>
                      <a:pt x="1442584" y="617245"/>
                      <a:pt x="1442584" y="617245"/>
                      <a:pt x="1443307" y="618335"/>
                    </a:cubicBezTo>
                    <a:cubicBezTo>
                      <a:pt x="1443668" y="618335"/>
                      <a:pt x="1444391" y="618699"/>
                      <a:pt x="1445475" y="619425"/>
                    </a:cubicBezTo>
                    <a:cubicBezTo>
                      <a:pt x="1445475" y="619425"/>
                      <a:pt x="1445836" y="619789"/>
                      <a:pt x="1446197" y="620152"/>
                    </a:cubicBezTo>
                    <a:cubicBezTo>
                      <a:pt x="1446559" y="620515"/>
                      <a:pt x="1446559" y="620878"/>
                      <a:pt x="1446559" y="620878"/>
                    </a:cubicBezTo>
                    <a:cubicBezTo>
                      <a:pt x="1446920" y="621242"/>
                      <a:pt x="1446920" y="621605"/>
                      <a:pt x="1447281" y="621605"/>
                    </a:cubicBezTo>
                    <a:cubicBezTo>
                      <a:pt x="1447643" y="621605"/>
                      <a:pt x="1447643" y="622332"/>
                      <a:pt x="1448004" y="622332"/>
                    </a:cubicBezTo>
                    <a:cubicBezTo>
                      <a:pt x="1448365" y="622332"/>
                      <a:pt x="1448727" y="622695"/>
                      <a:pt x="1449088" y="622695"/>
                    </a:cubicBezTo>
                    <a:cubicBezTo>
                      <a:pt x="1449811" y="622695"/>
                      <a:pt x="1449811" y="622332"/>
                      <a:pt x="1450172" y="622332"/>
                    </a:cubicBezTo>
                    <a:cubicBezTo>
                      <a:pt x="1450895" y="622332"/>
                      <a:pt x="1450172" y="622332"/>
                      <a:pt x="1450895" y="622332"/>
                    </a:cubicBezTo>
                    <a:cubicBezTo>
                      <a:pt x="1451617" y="622332"/>
                      <a:pt x="1451256" y="623058"/>
                      <a:pt x="1451979" y="623785"/>
                    </a:cubicBezTo>
                    <a:cubicBezTo>
                      <a:pt x="1452340" y="623785"/>
                      <a:pt x="1452340" y="624148"/>
                      <a:pt x="1453424" y="624875"/>
                    </a:cubicBezTo>
                    <a:cubicBezTo>
                      <a:pt x="1453785" y="625601"/>
                      <a:pt x="1453424" y="624875"/>
                      <a:pt x="1454147" y="625601"/>
                    </a:cubicBezTo>
                    <a:cubicBezTo>
                      <a:pt x="1454508" y="625601"/>
                      <a:pt x="1454869" y="625965"/>
                      <a:pt x="1455231" y="625965"/>
                    </a:cubicBezTo>
                    <a:cubicBezTo>
                      <a:pt x="1455592" y="626328"/>
                      <a:pt x="1455592" y="626691"/>
                      <a:pt x="1456315" y="626328"/>
                    </a:cubicBezTo>
                    <a:cubicBezTo>
                      <a:pt x="1456676" y="626328"/>
                      <a:pt x="1457037" y="627055"/>
                      <a:pt x="1457399" y="626691"/>
                    </a:cubicBezTo>
                    <a:cubicBezTo>
                      <a:pt x="1457399" y="626328"/>
                      <a:pt x="1457760" y="627418"/>
                      <a:pt x="1458483" y="627055"/>
                    </a:cubicBezTo>
                    <a:cubicBezTo>
                      <a:pt x="1458844" y="627055"/>
                      <a:pt x="1459205" y="627418"/>
                      <a:pt x="1459205" y="627418"/>
                    </a:cubicBezTo>
                    <a:cubicBezTo>
                      <a:pt x="1459205" y="627418"/>
                      <a:pt x="1459567" y="627781"/>
                      <a:pt x="1459567" y="628145"/>
                    </a:cubicBezTo>
                    <a:cubicBezTo>
                      <a:pt x="1459928" y="628145"/>
                      <a:pt x="1459928" y="628871"/>
                      <a:pt x="1459928" y="628871"/>
                    </a:cubicBezTo>
                    <a:cubicBezTo>
                      <a:pt x="1459928" y="628871"/>
                      <a:pt x="1460289" y="629235"/>
                      <a:pt x="1461012" y="629235"/>
                    </a:cubicBezTo>
                    <a:cubicBezTo>
                      <a:pt x="1461373" y="629235"/>
                      <a:pt x="1461012" y="629961"/>
                      <a:pt x="1461735" y="629961"/>
                    </a:cubicBezTo>
                    <a:cubicBezTo>
                      <a:pt x="1462096" y="629961"/>
                      <a:pt x="1462457" y="630325"/>
                      <a:pt x="1462457" y="630325"/>
                    </a:cubicBezTo>
                    <a:cubicBezTo>
                      <a:pt x="1462819" y="630325"/>
                      <a:pt x="1463180" y="631051"/>
                      <a:pt x="1463180" y="631051"/>
                    </a:cubicBezTo>
                    <a:cubicBezTo>
                      <a:pt x="1463180" y="631051"/>
                      <a:pt x="1463180" y="631051"/>
                      <a:pt x="1463903" y="630688"/>
                    </a:cubicBezTo>
                    <a:cubicBezTo>
                      <a:pt x="1464625" y="630325"/>
                      <a:pt x="1464625" y="631414"/>
                      <a:pt x="1464987" y="631051"/>
                    </a:cubicBezTo>
                    <a:cubicBezTo>
                      <a:pt x="1465348" y="630325"/>
                      <a:pt x="1465709" y="631051"/>
                      <a:pt x="1466071" y="630688"/>
                    </a:cubicBezTo>
                    <a:cubicBezTo>
                      <a:pt x="1466793" y="629961"/>
                      <a:pt x="1466432" y="631051"/>
                      <a:pt x="1467516" y="630325"/>
                    </a:cubicBezTo>
                    <a:cubicBezTo>
                      <a:pt x="1467516" y="630325"/>
                      <a:pt x="1468239" y="629598"/>
                      <a:pt x="1468600" y="628871"/>
                    </a:cubicBezTo>
                    <a:cubicBezTo>
                      <a:pt x="1468600" y="628508"/>
                      <a:pt x="1468961" y="628508"/>
                      <a:pt x="1468961" y="628145"/>
                    </a:cubicBezTo>
                    <a:cubicBezTo>
                      <a:pt x="1468961" y="627418"/>
                      <a:pt x="1469684" y="627055"/>
                      <a:pt x="1470407" y="626691"/>
                    </a:cubicBezTo>
                    <a:cubicBezTo>
                      <a:pt x="1470768" y="626328"/>
                      <a:pt x="1470407" y="626691"/>
                      <a:pt x="1470407" y="625965"/>
                    </a:cubicBezTo>
                    <a:cubicBezTo>
                      <a:pt x="1470407" y="624875"/>
                      <a:pt x="1470407" y="625965"/>
                      <a:pt x="1470407" y="625238"/>
                    </a:cubicBezTo>
                    <a:cubicBezTo>
                      <a:pt x="1470768" y="624512"/>
                      <a:pt x="1470407" y="625238"/>
                      <a:pt x="1470768" y="624512"/>
                    </a:cubicBezTo>
                    <a:cubicBezTo>
                      <a:pt x="1470768" y="623785"/>
                      <a:pt x="1470768" y="623422"/>
                      <a:pt x="1470768" y="623422"/>
                    </a:cubicBezTo>
                    <a:cubicBezTo>
                      <a:pt x="1470768" y="623422"/>
                      <a:pt x="1471129" y="623422"/>
                      <a:pt x="1471129" y="622332"/>
                    </a:cubicBezTo>
                    <a:cubicBezTo>
                      <a:pt x="1471491" y="621242"/>
                      <a:pt x="1471129" y="622332"/>
                      <a:pt x="1471129" y="620878"/>
                    </a:cubicBezTo>
                    <a:cubicBezTo>
                      <a:pt x="1471129" y="620152"/>
                      <a:pt x="1471129" y="620515"/>
                      <a:pt x="1471129" y="620515"/>
                    </a:cubicBezTo>
                    <a:cubicBezTo>
                      <a:pt x="1471129" y="620515"/>
                      <a:pt x="1471491" y="620515"/>
                      <a:pt x="1471491" y="619789"/>
                    </a:cubicBezTo>
                    <a:cubicBezTo>
                      <a:pt x="1472213" y="619062"/>
                      <a:pt x="1471491" y="619789"/>
                      <a:pt x="1472213" y="619425"/>
                    </a:cubicBezTo>
                    <a:cubicBezTo>
                      <a:pt x="1472575" y="619062"/>
                      <a:pt x="1472213" y="618699"/>
                      <a:pt x="1471852" y="617609"/>
                    </a:cubicBezTo>
                    <a:cubicBezTo>
                      <a:pt x="1471852" y="617245"/>
                      <a:pt x="1471491" y="617245"/>
                      <a:pt x="1471129" y="616519"/>
                    </a:cubicBezTo>
                    <a:cubicBezTo>
                      <a:pt x="1471129" y="616155"/>
                      <a:pt x="1471491" y="615792"/>
                      <a:pt x="1471491" y="614702"/>
                    </a:cubicBezTo>
                    <a:cubicBezTo>
                      <a:pt x="1471852" y="614339"/>
                      <a:pt x="1471852" y="613976"/>
                      <a:pt x="1471852" y="613249"/>
                    </a:cubicBezTo>
                    <a:cubicBezTo>
                      <a:pt x="1471852" y="612522"/>
                      <a:pt x="1471852" y="612886"/>
                      <a:pt x="1471491" y="612159"/>
                    </a:cubicBezTo>
                    <a:cubicBezTo>
                      <a:pt x="1471129" y="611069"/>
                      <a:pt x="1471129" y="611432"/>
                      <a:pt x="1471852" y="610706"/>
                    </a:cubicBezTo>
                    <a:cubicBezTo>
                      <a:pt x="1471852" y="610706"/>
                      <a:pt x="1471852" y="610706"/>
                      <a:pt x="1472213" y="610343"/>
                    </a:cubicBezTo>
                    <a:cubicBezTo>
                      <a:pt x="1472213" y="610343"/>
                      <a:pt x="1472213" y="610343"/>
                      <a:pt x="1472213" y="609979"/>
                    </a:cubicBezTo>
                    <a:cubicBezTo>
                      <a:pt x="1472575" y="609253"/>
                      <a:pt x="1471852" y="609253"/>
                      <a:pt x="1472213" y="607799"/>
                    </a:cubicBezTo>
                    <a:cubicBezTo>
                      <a:pt x="1472575" y="607073"/>
                      <a:pt x="1472213" y="607799"/>
                      <a:pt x="1473297" y="607073"/>
                    </a:cubicBezTo>
                    <a:cubicBezTo>
                      <a:pt x="1473297" y="606709"/>
                      <a:pt x="1472936" y="606709"/>
                      <a:pt x="1472575" y="606346"/>
                    </a:cubicBezTo>
                    <a:cubicBezTo>
                      <a:pt x="1472575" y="605983"/>
                      <a:pt x="1472575" y="605983"/>
                      <a:pt x="1472213" y="605256"/>
                    </a:cubicBezTo>
                    <a:cubicBezTo>
                      <a:pt x="1472213" y="604530"/>
                      <a:pt x="1472213" y="605256"/>
                      <a:pt x="1472575" y="604530"/>
                    </a:cubicBezTo>
                    <a:cubicBezTo>
                      <a:pt x="1472936" y="603803"/>
                      <a:pt x="1473297" y="604166"/>
                      <a:pt x="1473297" y="603440"/>
                    </a:cubicBezTo>
                    <a:cubicBezTo>
                      <a:pt x="1473297" y="603076"/>
                      <a:pt x="1473297" y="602713"/>
                      <a:pt x="1474020" y="601986"/>
                    </a:cubicBezTo>
                    <a:cubicBezTo>
                      <a:pt x="1474743" y="600897"/>
                      <a:pt x="1474381" y="601260"/>
                      <a:pt x="1474381" y="600897"/>
                    </a:cubicBezTo>
                    <a:cubicBezTo>
                      <a:pt x="1474381" y="600170"/>
                      <a:pt x="1474381" y="599807"/>
                      <a:pt x="1474381" y="599080"/>
                    </a:cubicBezTo>
                    <a:cubicBezTo>
                      <a:pt x="1474743" y="597990"/>
                      <a:pt x="1474743" y="598353"/>
                      <a:pt x="1474743" y="597990"/>
                    </a:cubicBezTo>
                    <a:cubicBezTo>
                      <a:pt x="1475104" y="597627"/>
                      <a:pt x="1475465" y="597627"/>
                      <a:pt x="1475827" y="597263"/>
                    </a:cubicBezTo>
                    <a:close/>
                    <a:moveTo>
                      <a:pt x="1558296" y="590550"/>
                    </a:moveTo>
                    <a:cubicBezTo>
                      <a:pt x="1558630" y="590550"/>
                      <a:pt x="1558630" y="590550"/>
                      <a:pt x="1558965" y="590550"/>
                    </a:cubicBezTo>
                    <a:cubicBezTo>
                      <a:pt x="1559299" y="590839"/>
                      <a:pt x="1559299" y="590839"/>
                      <a:pt x="1559967" y="590839"/>
                    </a:cubicBezTo>
                    <a:cubicBezTo>
                      <a:pt x="1560636" y="591127"/>
                      <a:pt x="1560636" y="590839"/>
                      <a:pt x="1560970" y="591127"/>
                    </a:cubicBezTo>
                    <a:cubicBezTo>
                      <a:pt x="1561304" y="591705"/>
                      <a:pt x="1560970" y="591416"/>
                      <a:pt x="1561638" y="591993"/>
                    </a:cubicBezTo>
                    <a:cubicBezTo>
                      <a:pt x="1561973" y="592282"/>
                      <a:pt x="1561973" y="592282"/>
                      <a:pt x="1561973" y="592859"/>
                    </a:cubicBezTo>
                    <a:cubicBezTo>
                      <a:pt x="1561973" y="593148"/>
                      <a:pt x="1562641" y="592859"/>
                      <a:pt x="1561973" y="593148"/>
                    </a:cubicBezTo>
                    <a:cubicBezTo>
                      <a:pt x="1561638" y="593725"/>
                      <a:pt x="1560970" y="593725"/>
                      <a:pt x="1560636" y="593436"/>
                    </a:cubicBezTo>
                    <a:cubicBezTo>
                      <a:pt x="1560302" y="593148"/>
                      <a:pt x="1559633" y="592859"/>
                      <a:pt x="1559299" y="592571"/>
                    </a:cubicBezTo>
                    <a:cubicBezTo>
                      <a:pt x="1558965" y="592571"/>
                      <a:pt x="1558965" y="592282"/>
                      <a:pt x="1558630" y="592282"/>
                    </a:cubicBezTo>
                    <a:cubicBezTo>
                      <a:pt x="1558296" y="592282"/>
                      <a:pt x="1557628" y="591993"/>
                      <a:pt x="1557628" y="591993"/>
                    </a:cubicBezTo>
                    <a:cubicBezTo>
                      <a:pt x="1557628" y="591993"/>
                      <a:pt x="1556291" y="591127"/>
                      <a:pt x="1557294" y="590839"/>
                    </a:cubicBezTo>
                    <a:cubicBezTo>
                      <a:pt x="1557628" y="590550"/>
                      <a:pt x="1557962" y="590550"/>
                      <a:pt x="1558296" y="590550"/>
                    </a:cubicBezTo>
                    <a:close/>
                    <a:moveTo>
                      <a:pt x="1361911" y="587829"/>
                    </a:moveTo>
                    <a:cubicBezTo>
                      <a:pt x="1362322" y="587829"/>
                      <a:pt x="1361911" y="587375"/>
                      <a:pt x="1363557" y="587829"/>
                    </a:cubicBezTo>
                    <a:cubicBezTo>
                      <a:pt x="1364792" y="587829"/>
                      <a:pt x="1365203" y="587375"/>
                      <a:pt x="1366026" y="587829"/>
                    </a:cubicBezTo>
                    <a:cubicBezTo>
                      <a:pt x="1366850" y="588282"/>
                      <a:pt x="1367673" y="587829"/>
                      <a:pt x="1368084" y="588736"/>
                    </a:cubicBezTo>
                    <a:cubicBezTo>
                      <a:pt x="1368084" y="589643"/>
                      <a:pt x="1368496" y="590097"/>
                      <a:pt x="1368908" y="590097"/>
                    </a:cubicBezTo>
                    <a:cubicBezTo>
                      <a:pt x="1369731" y="590550"/>
                      <a:pt x="1369731" y="590550"/>
                      <a:pt x="1370142" y="591457"/>
                    </a:cubicBezTo>
                    <a:cubicBezTo>
                      <a:pt x="1370554" y="592364"/>
                      <a:pt x="1370142" y="592364"/>
                      <a:pt x="1369319" y="592818"/>
                    </a:cubicBezTo>
                    <a:cubicBezTo>
                      <a:pt x="1369319" y="592818"/>
                      <a:pt x="1368084" y="593725"/>
                      <a:pt x="1367261" y="593272"/>
                    </a:cubicBezTo>
                    <a:cubicBezTo>
                      <a:pt x="1366438" y="592818"/>
                      <a:pt x="1366850" y="592818"/>
                      <a:pt x="1366026" y="592364"/>
                    </a:cubicBezTo>
                    <a:cubicBezTo>
                      <a:pt x="1365203" y="592364"/>
                      <a:pt x="1365203" y="591911"/>
                      <a:pt x="1364792" y="591911"/>
                    </a:cubicBezTo>
                    <a:cubicBezTo>
                      <a:pt x="1362734" y="591457"/>
                      <a:pt x="1362734" y="591004"/>
                      <a:pt x="1361911" y="591004"/>
                    </a:cubicBezTo>
                    <a:cubicBezTo>
                      <a:pt x="1361499" y="591457"/>
                      <a:pt x="1360676" y="592364"/>
                      <a:pt x="1360676" y="590550"/>
                    </a:cubicBezTo>
                    <a:cubicBezTo>
                      <a:pt x="1360264" y="588736"/>
                      <a:pt x="1359441" y="588282"/>
                      <a:pt x="1360264" y="588282"/>
                    </a:cubicBezTo>
                    <a:cubicBezTo>
                      <a:pt x="1361087" y="587829"/>
                      <a:pt x="1361499" y="587829"/>
                      <a:pt x="1361911" y="587829"/>
                    </a:cubicBezTo>
                    <a:close/>
                    <a:moveTo>
                      <a:pt x="1561420" y="584200"/>
                    </a:moveTo>
                    <a:cubicBezTo>
                      <a:pt x="1561420" y="584200"/>
                      <a:pt x="1562153" y="584561"/>
                      <a:pt x="1562153" y="584922"/>
                    </a:cubicBezTo>
                    <a:cubicBezTo>
                      <a:pt x="1562520" y="585283"/>
                      <a:pt x="1562520" y="586004"/>
                      <a:pt x="1562520" y="586726"/>
                    </a:cubicBezTo>
                    <a:cubicBezTo>
                      <a:pt x="1562520" y="587087"/>
                      <a:pt x="1562886" y="587447"/>
                      <a:pt x="1562886" y="587808"/>
                    </a:cubicBezTo>
                    <a:cubicBezTo>
                      <a:pt x="1563252" y="588169"/>
                      <a:pt x="1563619" y="588530"/>
                      <a:pt x="1564351" y="588891"/>
                    </a:cubicBezTo>
                    <a:cubicBezTo>
                      <a:pt x="1564718" y="589612"/>
                      <a:pt x="1565084" y="589612"/>
                      <a:pt x="1565451" y="590334"/>
                    </a:cubicBezTo>
                    <a:cubicBezTo>
                      <a:pt x="1565817" y="590695"/>
                      <a:pt x="1565817" y="591056"/>
                      <a:pt x="1565817" y="591416"/>
                    </a:cubicBezTo>
                    <a:cubicBezTo>
                      <a:pt x="1565817" y="591777"/>
                      <a:pt x="1565084" y="592138"/>
                      <a:pt x="1565084" y="592138"/>
                    </a:cubicBezTo>
                    <a:cubicBezTo>
                      <a:pt x="1565084" y="592138"/>
                      <a:pt x="1564351" y="591416"/>
                      <a:pt x="1563985" y="591056"/>
                    </a:cubicBezTo>
                    <a:cubicBezTo>
                      <a:pt x="1563619" y="590695"/>
                      <a:pt x="1563252" y="590695"/>
                      <a:pt x="1562886" y="589973"/>
                    </a:cubicBezTo>
                    <a:cubicBezTo>
                      <a:pt x="1562520" y="589612"/>
                      <a:pt x="1562520" y="589612"/>
                      <a:pt x="1561787" y="588530"/>
                    </a:cubicBezTo>
                    <a:cubicBezTo>
                      <a:pt x="1561420" y="587808"/>
                      <a:pt x="1561420" y="587808"/>
                      <a:pt x="1561420" y="587447"/>
                    </a:cubicBezTo>
                    <a:cubicBezTo>
                      <a:pt x="1561420" y="586726"/>
                      <a:pt x="1561054" y="586726"/>
                      <a:pt x="1561054" y="585643"/>
                    </a:cubicBezTo>
                    <a:cubicBezTo>
                      <a:pt x="1561054" y="584922"/>
                      <a:pt x="1561054" y="584922"/>
                      <a:pt x="1561420" y="584561"/>
                    </a:cubicBezTo>
                    <a:cubicBezTo>
                      <a:pt x="1561787" y="584561"/>
                      <a:pt x="1561420" y="584200"/>
                      <a:pt x="1561420" y="584200"/>
                    </a:cubicBezTo>
                    <a:close/>
                    <a:moveTo>
                      <a:pt x="1420561" y="584200"/>
                    </a:moveTo>
                    <a:cubicBezTo>
                      <a:pt x="1420561" y="584200"/>
                      <a:pt x="1420561" y="584200"/>
                      <a:pt x="1421037" y="584518"/>
                    </a:cubicBezTo>
                    <a:cubicBezTo>
                      <a:pt x="1421037" y="584518"/>
                      <a:pt x="1421989" y="584200"/>
                      <a:pt x="1422466" y="584518"/>
                    </a:cubicBezTo>
                    <a:cubicBezTo>
                      <a:pt x="1422942" y="584835"/>
                      <a:pt x="1421989" y="584835"/>
                      <a:pt x="1421037" y="585471"/>
                    </a:cubicBezTo>
                    <a:cubicBezTo>
                      <a:pt x="1420084" y="585788"/>
                      <a:pt x="1421037" y="585471"/>
                      <a:pt x="1419608" y="585153"/>
                    </a:cubicBezTo>
                    <a:cubicBezTo>
                      <a:pt x="1418179" y="584835"/>
                      <a:pt x="1420084" y="584835"/>
                      <a:pt x="1420561" y="584200"/>
                    </a:cubicBezTo>
                    <a:close/>
                    <a:moveTo>
                      <a:pt x="1353651" y="584200"/>
                    </a:moveTo>
                    <a:cubicBezTo>
                      <a:pt x="1354398" y="584200"/>
                      <a:pt x="1354025" y="584933"/>
                      <a:pt x="1355519" y="585666"/>
                    </a:cubicBezTo>
                    <a:cubicBezTo>
                      <a:pt x="1355519" y="585666"/>
                      <a:pt x="1356266" y="586398"/>
                      <a:pt x="1355145" y="587131"/>
                    </a:cubicBezTo>
                    <a:cubicBezTo>
                      <a:pt x="1354772" y="587498"/>
                      <a:pt x="1354025" y="587864"/>
                      <a:pt x="1353278" y="588597"/>
                    </a:cubicBezTo>
                    <a:cubicBezTo>
                      <a:pt x="1352904" y="588963"/>
                      <a:pt x="1352531" y="588230"/>
                      <a:pt x="1351784" y="587864"/>
                    </a:cubicBezTo>
                    <a:cubicBezTo>
                      <a:pt x="1351037" y="587864"/>
                      <a:pt x="1351037" y="587498"/>
                      <a:pt x="1350663" y="586765"/>
                    </a:cubicBezTo>
                    <a:cubicBezTo>
                      <a:pt x="1349916" y="586032"/>
                      <a:pt x="1350663" y="585299"/>
                      <a:pt x="1351037" y="584933"/>
                    </a:cubicBezTo>
                    <a:cubicBezTo>
                      <a:pt x="1351410" y="584200"/>
                      <a:pt x="1352157" y="584567"/>
                      <a:pt x="1352157" y="584567"/>
                    </a:cubicBezTo>
                    <a:cubicBezTo>
                      <a:pt x="1352157" y="584567"/>
                      <a:pt x="1352904" y="584567"/>
                      <a:pt x="1353651" y="584200"/>
                    </a:cubicBezTo>
                    <a:close/>
                    <a:moveTo>
                      <a:pt x="1353847" y="583407"/>
                    </a:moveTo>
                    <a:cubicBezTo>
                      <a:pt x="1354603" y="582613"/>
                      <a:pt x="1356871" y="583010"/>
                      <a:pt x="1358005" y="583804"/>
                    </a:cubicBezTo>
                    <a:cubicBezTo>
                      <a:pt x="1358005" y="584201"/>
                      <a:pt x="1359517" y="583804"/>
                      <a:pt x="1360651" y="584201"/>
                    </a:cubicBezTo>
                    <a:cubicBezTo>
                      <a:pt x="1361029" y="584201"/>
                      <a:pt x="1361029" y="584995"/>
                      <a:pt x="1361029" y="585788"/>
                    </a:cubicBezTo>
                    <a:cubicBezTo>
                      <a:pt x="1361029" y="586185"/>
                      <a:pt x="1360651" y="586582"/>
                      <a:pt x="1360273" y="586582"/>
                    </a:cubicBezTo>
                    <a:cubicBezTo>
                      <a:pt x="1359895" y="586979"/>
                      <a:pt x="1359139" y="586979"/>
                      <a:pt x="1358761" y="586979"/>
                    </a:cubicBezTo>
                    <a:cubicBezTo>
                      <a:pt x="1358383" y="587376"/>
                      <a:pt x="1357627" y="586979"/>
                      <a:pt x="1356871" y="586185"/>
                    </a:cubicBezTo>
                    <a:cubicBezTo>
                      <a:pt x="1356493" y="585788"/>
                      <a:pt x="1356493" y="586185"/>
                      <a:pt x="1356493" y="584995"/>
                    </a:cubicBezTo>
                    <a:cubicBezTo>
                      <a:pt x="1356115" y="583407"/>
                      <a:pt x="1353091" y="583804"/>
                      <a:pt x="1353847" y="583407"/>
                    </a:cubicBezTo>
                    <a:close/>
                    <a:moveTo>
                      <a:pt x="1341238" y="583142"/>
                    </a:moveTo>
                    <a:cubicBezTo>
                      <a:pt x="1341661" y="582613"/>
                      <a:pt x="1342084" y="583142"/>
                      <a:pt x="1343354" y="583142"/>
                    </a:cubicBezTo>
                    <a:cubicBezTo>
                      <a:pt x="1343778" y="582878"/>
                      <a:pt x="1344624" y="583142"/>
                      <a:pt x="1345894" y="583671"/>
                    </a:cubicBezTo>
                    <a:cubicBezTo>
                      <a:pt x="1346741" y="583936"/>
                      <a:pt x="1345894" y="584201"/>
                      <a:pt x="1344624" y="584994"/>
                    </a:cubicBezTo>
                    <a:cubicBezTo>
                      <a:pt x="1344201" y="585259"/>
                      <a:pt x="1344624" y="585259"/>
                      <a:pt x="1344201" y="585524"/>
                    </a:cubicBezTo>
                    <a:cubicBezTo>
                      <a:pt x="1343778" y="585788"/>
                      <a:pt x="1343354" y="585788"/>
                      <a:pt x="1342084" y="584994"/>
                    </a:cubicBezTo>
                    <a:cubicBezTo>
                      <a:pt x="1341661" y="584730"/>
                      <a:pt x="1340814" y="584730"/>
                      <a:pt x="1340814" y="584465"/>
                    </a:cubicBezTo>
                    <a:cubicBezTo>
                      <a:pt x="1340391" y="584201"/>
                      <a:pt x="1340391" y="584201"/>
                      <a:pt x="1341238" y="583142"/>
                    </a:cubicBezTo>
                    <a:close/>
                    <a:moveTo>
                      <a:pt x="1347607" y="583089"/>
                    </a:moveTo>
                    <a:cubicBezTo>
                      <a:pt x="1348761" y="582613"/>
                      <a:pt x="1349339" y="582613"/>
                      <a:pt x="1349627" y="583089"/>
                    </a:cubicBezTo>
                    <a:cubicBezTo>
                      <a:pt x="1349916" y="584518"/>
                      <a:pt x="1349627" y="585471"/>
                      <a:pt x="1349339" y="586424"/>
                    </a:cubicBezTo>
                    <a:cubicBezTo>
                      <a:pt x="1349050" y="586900"/>
                      <a:pt x="1349627" y="586900"/>
                      <a:pt x="1349050" y="586900"/>
                    </a:cubicBezTo>
                    <a:cubicBezTo>
                      <a:pt x="1348473" y="587376"/>
                      <a:pt x="1347318" y="587376"/>
                      <a:pt x="1347318" y="587376"/>
                    </a:cubicBezTo>
                    <a:cubicBezTo>
                      <a:pt x="1347318" y="587376"/>
                      <a:pt x="1347318" y="587376"/>
                      <a:pt x="1347030" y="586900"/>
                    </a:cubicBezTo>
                    <a:cubicBezTo>
                      <a:pt x="1347030" y="585947"/>
                      <a:pt x="1346741" y="585947"/>
                      <a:pt x="1347030" y="584995"/>
                    </a:cubicBezTo>
                    <a:cubicBezTo>
                      <a:pt x="1347318" y="584518"/>
                      <a:pt x="1347318" y="583089"/>
                      <a:pt x="1347607" y="583089"/>
                    </a:cubicBezTo>
                    <a:close/>
                    <a:moveTo>
                      <a:pt x="1378945" y="583010"/>
                    </a:moveTo>
                    <a:cubicBezTo>
                      <a:pt x="1379852" y="582613"/>
                      <a:pt x="1380305" y="583010"/>
                      <a:pt x="1381212" y="583407"/>
                    </a:cubicBezTo>
                    <a:cubicBezTo>
                      <a:pt x="1381666" y="584201"/>
                      <a:pt x="1380759" y="584994"/>
                      <a:pt x="1380759" y="584994"/>
                    </a:cubicBezTo>
                    <a:cubicBezTo>
                      <a:pt x="1380305" y="584994"/>
                      <a:pt x="1378945" y="584994"/>
                      <a:pt x="1378945" y="584994"/>
                    </a:cubicBezTo>
                    <a:cubicBezTo>
                      <a:pt x="1378945" y="584994"/>
                      <a:pt x="1378945" y="584994"/>
                      <a:pt x="1378037" y="585788"/>
                    </a:cubicBezTo>
                    <a:cubicBezTo>
                      <a:pt x="1377584" y="585788"/>
                      <a:pt x="1377130" y="585788"/>
                      <a:pt x="1375770" y="585788"/>
                    </a:cubicBezTo>
                    <a:cubicBezTo>
                      <a:pt x="1375316" y="585391"/>
                      <a:pt x="1377130" y="584994"/>
                      <a:pt x="1377130" y="584994"/>
                    </a:cubicBezTo>
                    <a:cubicBezTo>
                      <a:pt x="1377130" y="584994"/>
                      <a:pt x="1378037" y="584598"/>
                      <a:pt x="1378037" y="584201"/>
                    </a:cubicBezTo>
                    <a:cubicBezTo>
                      <a:pt x="1378037" y="583407"/>
                      <a:pt x="1378037" y="583804"/>
                      <a:pt x="1378945" y="583010"/>
                    </a:cubicBezTo>
                    <a:close/>
                    <a:moveTo>
                      <a:pt x="1388260" y="582812"/>
                    </a:moveTo>
                    <a:cubicBezTo>
                      <a:pt x="1388627" y="582613"/>
                      <a:pt x="1389726" y="583010"/>
                      <a:pt x="1389726" y="583010"/>
                    </a:cubicBezTo>
                    <a:cubicBezTo>
                      <a:pt x="1389726" y="583010"/>
                      <a:pt x="1390458" y="583010"/>
                      <a:pt x="1390825" y="583209"/>
                    </a:cubicBezTo>
                    <a:cubicBezTo>
                      <a:pt x="1391191" y="583407"/>
                      <a:pt x="1390825" y="583209"/>
                      <a:pt x="1389726" y="583804"/>
                    </a:cubicBezTo>
                    <a:cubicBezTo>
                      <a:pt x="1389359" y="584201"/>
                      <a:pt x="1389359" y="583804"/>
                      <a:pt x="1388260" y="583804"/>
                    </a:cubicBezTo>
                    <a:cubicBezTo>
                      <a:pt x="1388260" y="583804"/>
                      <a:pt x="1387894" y="584003"/>
                      <a:pt x="1386429" y="584003"/>
                    </a:cubicBezTo>
                    <a:cubicBezTo>
                      <a:pt x="1386062" y="584003"/>
                      <a:pt x="1385696" y="584003"/>
                      <a:pt x="1384597" y="583804"/>
                    </a:cubicBezTo>
                    <a:cubicBezTo>
                      <a:pt x="1384230" y="583804"/>
                      <a:pt x="1384597" y="583804"/>
                      <a:pt x="1383498" y="584003"/>
                    </a:cubicBezTo>
                    <a:cubicBezTo>
                      <a:pt x="1382399" y="584003"/>
                      <a:pt x="1382765" y="584003"/>
                      <a:pt x="1382032" y="583804"/>
                    </a:cubicBezTo>
                    <a:cubicBezTo>
                      <a:pt x="1381666" y="583606"/>
                      <a:pt x="1382032" y="583804"/>
                      <a:pt x="1383131" y="583407"/>
                    </a:cubicBezTo>
                    <a:cubicBezTo>
                      <a:pt x="1383498" y="583209"/>
                      <a:pt x="1384230" y="583407"/>
                      <a:pt x="1384597" y="583407"/>
                    </a:cubicBezTo>
                    <a:cubicBezTo>
                      <a:pt x="1384963" y="583407"/>
                      <a:pt x="1386429" y="583606"/>
                      <a:pt x="1386429" y="583606"/>
                    </a:cubicBezTo>
                    <a:cubicBezTo>
                      <a:pt x="1386429" y="583606"/>
                      <a:pt x="1386429" y="583606"/>
                      <a:pt x="1387161" y="583209"/>
                    </a:cubicBezTo>
                    <a:cubicBezTo>
                      <a:pt x="1387161" y="583209"/>
                      <a:pt x="1387528" y="583010"/>
                      <a:pt x="1388260" y="582812"/>
                    </a:cubicBezTo>
                    <a:close/>
                    <a:moveTo>
                      <a:pt x="1545459" y="582613"/>
                    </a:moveTo>
                    <a:cubicBezTo>
                      <a:pt x="1545832" y="582613"/>
                      <a:pt x="1546206" y="582980"/>
                      <a:pt x="1546579" y="582613"/>
                    </a:cubicBezTo>
                    <a:cubicBezTo>
                      <a:pt x="1546953" y="582613"/>
                      <a:pt x="1547326" y="583346"/>
                      <a:pt x="1547326" y="583346"/>
                    </a:cubicBezTo>
                    <a:cubicBezTo>
                      <a:pt x="1547700" y="583712"/>
                      <a:pt x="1547700" y="584079"/>
                      <a:pt x="1548073" y="584079"/>
                    </a:cubicBezTo>
                    <a:cubicBezTo>
                      <a:pt x="1548447" y="584445"/>
                      <a:pt x="1548447" y="585178"/>
                      <a:pt x="1548447" y="585178"/>
                    </a:cubicBezTo>
                    <a:cubicBezTo>
                      <a:pt x="1548447" y="585178"/>
                      <a:pt x="1548820" y="585911"/>
                      <a:pt x="1549194" y="585544"/>
                    </a:cubicBezTo>
                    <a:cubicBezTo>
                      <a:pt x="1549941" y="585544"/>
                      <a:pt x="1549941" y="586643"/>
                      <a:pt x="1549941" y="586643"/>
                    </a:cubicBezTo>
                    <a:cubicBezTo>
                      <a:pt x="1549941" y="586643"/>
                      <a:pt x="1549941" y="587010"/>
                      <a:pt x="1549567" y="587010"/>
                    </a:cubicBezTo>
                    <a:cubicBezTo>
                      <a:pt x="1548820" y="587376"/>
                      <a:pt x="1549194" y="587010"/>
                      <a:pt x="1548820" y="586643"/>
                    </a:cubicBezTo>
                    <a:cubicBezTo>
                      <a:pt x="1548820" y="586277"/>
                      <a:pt x="1548447" y="586277"/>
                      <a:pt x="1547700" y="585911"/>
                    </a:cubicBezTo>
                    <a:cubicBezTo>
                      <a:pt x="1547326" y="585544"/>
                      <a:pt x="1547326" y="585178"/>
                      <a:pt x="1546953" y="585178"/>
                    </a:cubicBezTo>
                    <a:cubicBezTo>
                      <a:pt x="1546953" y="584811"/>
                      <a:pt x="1546206" y="584811"/>
                      <a:pt x="1546206" y="584811"/>
                    </a:cubicBezTo>
                    <a:cubicBezTo>
                      <a:pt x="1546206" y="584811"/>
                      <a:pt x="1545832" y="584079"/>
                      <a:pt x="1545085" y="584079"/>
                    </a:cubicBezTo>
                    <a:cubicBezTo>
                      <a:pt x="1544338" y="583712"/>
                      <a:pt x="1543591" y="583712"/>
                      <a:pt x="1543965" y="582980"/>
                    </a:cubicBezTo>
                    <a:cubicBezTo>
                      <a:pt x="1544338" y="582613"/>
                      <a:pt x="1545085" y="582613"/>
                      <a:pt x="1545459" y="582613"/>
                    </a:cubicBezTo>
                    <a:close/>
                    <a:moveTo>
                      <a:pt x="1398176" y="582613"/>
                    </a:moveTo>
                    <a:cubicBezTo>
                      <a:pt x="1399990" y="583036"/>
                      <a:pt x="1400716" y="582613"/>
                      <a:pt x="1400353" y="583460"/>
                    </a:cubicBezTo>
                    <a:cubicBezTo>
                      <a:pt x="1399990" y="583883"/>
                      <a:pt x="1399990" y="583883"/>
                      <a:pt x="1399627" y="584306"/>
                    </a:cubicBezTo>
                    <a:cubicBezTo>
                      <a:pt x="1399265" y="585153"/>
                      <a:pt x="1398902" y="584730"/>
                      <a:pt x="1397813" y="585576"/>
                    </a:cubicBezTo>
                    <a:cubicBezTo>
                      <a:pt x="1396725" y="586423"/>
                      <a:pt x="1397087" y="585153"/>
                      <a:pt x="1395636" y="586423"/>
                    </a:cubicBezTo>
                    <a:lnTo>
                      <a:pt x="1390575" y="588954"/>
                    </a:lnTo>
                    <a:lnTo>
                      <a:pt x="1390810" y="589280"/>
                    </a:lnTo>
                    <a:cubicBezTo>
                      <a:pt x="1390810" y="589280"/>
                      <a:pt x="1390810" y="589598"/>
                      <a:pt x="1390429" y="589915"/>
                    </a:cubicBezTo>
                    <a:cubicBezTo>
                      <a:pt x="1390048" y="590550"/>
                      <a:pt x="1389286" y="590868"/>
                      <a:pt x="1388905" y="591185"/>
                    </a:cubicBezTo>
                    <a:cubicBezTo>
                      <a:pt x="1388524" y="591185"/>
                      <a:pt x="1388143" y="591820"/>
                      <a:pt x="1387381" y="592138"/>
                    </a:cubicBezTo>
                    <a:cubicBezTo>
                      <a:pt x="1386619" y="592773"/>
                      <a:pt x="1387000" y="592455"/>
                      <a:pt x="1385857" y="592455"/>
                    </a:cubicBezTo>
                    <a:cubicBezTo>
                      <a:pt x="1385095" y="592138"/>
                      <a:pt x="1384333" y="593090"/>
                      <a:pt x="1383571" y="593408"/>
                    </a:cubicBezTo>
                    <a:cubicBezTo>
                      <a:pt x="1382809" y="593725"/>
                      <a:pt x="1382809" y="593725"/>
                      <a:pt x="1382428" y="593725"/>
                    </a:cubicBezTo>
                    <a:cubicBezTo>
                      <a:pt x="1382428" y="593408"/>
                      <a:pt x="1382428" y="593090"/>
                      <a:pt x="1382047" y="591820"/>
                    </a:cubicBezTo>
                    <a:cubicBezTo>
                      <a:pt x="1381666" y="590550"/>
                      <a:pt x="1382428" y="591185"/>
                      <a:pt x="1382809" y="590550"/>
                    </a:cubicBezTo>
                    <a:cubicBezTo>
                      <a:pt x="1383190" y="589915"/>
                      <a:pt x="1383571" y="589915"/>
                      <a:pt x="1384333" y="588963"/>
                    </a:cubicBezTo>
                    <a:cubicBezTo>
                      <a:pt x="1385095" y="588328"/>
                      <a:pt x="1385095" y="588963"/>
                      <a:pt x="1385857" y="588645"/>
                    </a:cubicBezTo>
                    <a:cubicBezTo>
                      <a:pt x="1386619" y="588010"/>
                      <a:pt x="1387762" y="588010"/>
                      <a:pt x="1388524" y="587693"/>
                    </a:cubicBezTo>
                    <a:cubicBezTo>
                      <a:pt x="1388524" y="587693"/>
                      <a:pt x="1388905" y="587693"/>
                      <a:pt x="1389667" y="587693"/>
                    </a:cubicBezTo>
                    <a:lnTo>
                      <a:pt x="1390548" y="588916"/>
                    </a:lnTo>
                    <a:lnTo>
                      <a:pt x="1390193" y="586846"/>
                    </a:lnTo>
                    <a:cubicBezTo>
                      <a:pt x="1389830" y="586846"/>
                      <a:pt x="1389105" y="586423"/>
                      <a:pt x="1388742" y="586423"/>
                    </a:cubicBezTo>
                    <a:cubicBezTo>
                      <a:pt x="1388016" y="586423"/>
                      <a:pt x="1388379" y="586000"/>
                      <a:pt x="1388742" y="585576"/>
                    </a:cubicBezTo>
                    <a:cubicBezTo>
                      <a:pt x="1389467" y="584730"/>
                      <a:pt x="1389467" y="584306"/>
                      <a:pt x="1390193" y="584306"/>
                    </a:cubicBezTo>
                    <a:cubicBezTo>
                      <a:pt x="1390556" y="584306"/>
                      <a:pt x="1391282" y="584306"/>
                      <a:pt x="1391645" y="584306"/>
                    </a:cubicBezTo>
                    <a:cubicBezTo>
                      <a:pt x="1392007" y="583883"/>
                      <a:pt x="1393822" y="583460"/>
                      <a:pt x="1393822" y="583460"/>
                    </a:cubicBezTo>
                    <a:cubicBezTo>
                      <a:pt x="1393822" y="583460"/>
                      <a:pt x="1394910" y="583460"/>
                      <a:pt x="1395273" y="583460"/>
                    </a:cubicBezTo>
                    <a:cubicBezTo>
                      <a:pt x="1395273" y="583460"/>
                      <a:pt x="1398176" y="582613"/>
                      <a:pt x="1398176" y="582613"/>
                    </a:cubicBezTo>
                    <a:close/>
                    <a:moveTo>
                      <a:pt x="1368059" y="582613"/>
                    </a:moveTo>
                    <a:cubicBezTo>
                      <a:pt x="1368785" y="582613"/>
                      <a:pt x="1368422" y="583089"/>
                      <a:pt x="1369510" y="582613"/>
                    </a:cubicBezTo>
                    <a:cubicBezTo>
                      <a:pt x="1370599" y="582613"/>
                      <a:pt x="1370236" y="583089"/>
                      <a:pt x="1370599" y="583566"/>
                    </a:cubicBezTo>
                    <a:cubicBezTo>
                      <a:pt x="1370599" y="584518"/>
                      <a:pt x="1371325" y="584518"/>
                      <a:pt x="1372050" y="584518"/>
                    </a:cubicBezTo>
                    <a:cubicBezTo>
                      <a:pt x="1372776" y="584518"/>
                      <a:pt x="1372776" y="584518"/>
                      <a:pt x="1373502" y="584042"/>
                    </a:cubicBezTo>
                    <a:cubicBezTo>
                      <a:pt x="1373865" y="583566"/>
                      <a:pt x="1374227" y="584042"/>
                      <a:pt x="1374953" y="583566"/>
                    </a:cubicBezTo>
                    <a:cubicBezTo>
                      <a:pt x="1375316" y="583566"/>
                      <a:pt x="1375316" y="584042"/>
                      <a:pt x="1374953" y="585471"/>
                    </a:cubicBezTo>
                    <a:cubicBezTo>
                      <a:pt x="1374590" y="585947"/>
                      <a:pt x="1373865" y="586424"/>
                      <a:pt x="1372413" y="586424"/>
                    </a:cubicBezTo>
                    <a:cubicBezTo>
                      <a:pt x="1372413" y="586424"/>
                      <a:pt x="1369873" y="586900"/>
                      <a:pt x="1369147" y="586900"/>
                    </a:cubicBezTo>
                    <a:cubicBezTo>
                      <a:pt x="1368422" y="587376"/>
                      <a:pt x="1367696" y="586900"/>
                      <a:pt x="1367333" y="586900"/>
                    </a:cubicBezTo>
                    <a:cubicBezTo>
                      <a:pt x="1366970" y="586424"/>
                      <a:pt x="1365882" y="586424"/>
                      <a:pt x="1365156" y="585947"/>
                    </a:cubicBezTo>
                    <a:cubicBezTo>
                      <a:pt x="1364430" y="585471"/>
                      <a:pt x="1362616" y="584042"/>
                      <a:pt x="1362979" y="584518"/>
                    </a:cubicBezTo>
                    <a:cubicBezTo>
                      <a:pt x="1364067" y="584995"/>
                      <a:pt x="1364793" y="583566"/>
                      <a:pt x="1364793" y="583566"/>
                    </a:cubicBezTo>
                    <a:cubicBezTo>
                      <a:pt x="1364793" y="583566"/>
                      <a:pt x="1365882" y="583566"/>
                      <a:pt x="1366245" y="583089"/>
                    </a:cubicBezTo>
                    <a:cubicBezTo>
                      <a:pt x="1366607" y="582613"/>
                      <a:pt x="1367333" y="583089"/>
                      <a:pt x="1368059" y="582613"/>
                    </a:cubicBezTo>
                    <a:close/>
                    <a:moveTo>
                      <a:pt x="1542798" y="581501"/>
                    </a:moveTo>
                    <a:cubicBezTo>
                      <a:pt x="1542798" y="581025"/>
                      <a:pt x="1542798" y="581501"/>
                      <a:pt x="1543195" y="581501"/>
                    </a:cubicBezTo>
                    <a:cubicBezTo>
                      <a:pt x="1543592" y="581501"/>
                      <a:pt x="1543592" y="582454"/>
                      <a:pt x="1543195" y="582930"/>
                    </a:cubicBezTo>
                    <a:cubicBezTo>
                      <a:pt x="1542798" y="583407"/>
                      <a:pt x="1543195" y="582930"/>
                      <a:pt x="1542798" y="584359"/>
                    </a:cubicBezTo>
                    <a:cubicBezTo>
                      <a:pt x="1542401" y="585788"/>
                      <a:pt x="1542401" y="585788"/>
                      <a:pt x="1542401" y="585788"/>
                    </a:cubicBezTo>
                    <a:cubicBezTo>
                      <a:pt x="1542004" y="585312"/>
                      <a:pt x="1542004" y="585312"/>
                      <a:pt x="1542004" y="584359"/>
                    </a:cubicBezTo>
                    <a:cubicBezTo>
                      <a:pt x="1542004" y="583407"/>
                      <a:pt x="1542401" y="581978"/>
                      <a:pt x="1542798" y="581501"/>
                    </a:cubicBezTo>
                    <a:close/>
                    <a:moveTo>
                      <a:pt x="1552650" y="581025"/>
                    </a:moveTo>
                    <a:cubicBezTo>
                      <a:pt x="1553397" y="581025"/>
                      <a:pt x="1553397" y="581479"/>
                      <a:pt x="1554144" y="581932"/>
                    </a:cubicBezTo>
                    <a:cubicBezTo>
                      <a:pt x="1554517" y="581932"/>
                      <a:pt x="1554517" y="582386"/>
                      <a:pt x="1554517" y="582386"/>
                    </a:cubicBezTo>
                    <a:cubicBezTo>
                      <a:pt x="1554517" y="582386"/>
                      <a:pt x="1555638" y="582839"/>
                      <a:pt x="1556011" y="583293"/>
                    </a:cubicBezTo>
                    <a:cubicBezTo>
                      <a:pt x="1556385" y="583747"/>
                      <a:pt x="1557132" y="584654"/>
                      <a:pt x="1557132" y="584654"/>
                    </a:cubicBezTo>
                    <a:cubicBezTo>
                      <a:pt x="1557505" y="585107"/>
                      <a:pt x="1557505" y="586014"/>
                      <a:pt x="1557879" y="586922"/>
                    </a:cubicBezTo>
                    <a:cubicBezTo>
                      <a:pt x="1557879" y="587375"/>
                      <a:pt x="1557505" y="586468"/>
                      <a:pt x="1557132" y="586014"/>
                    </a:cubicBezTo>
                    <a:cubicBezTo>
                      <a:pt x="1556385" y="585561"/>
                      <a:pt x="1555638" y="585561"/>
                      <a:pt x="1555264" y="584654"/>
                    </a:cubicBezTo>
                    <a:cubicBezTo>
                      <a:pt x="1555264" y="584200"/>
                      <a:pt x="1554144" y="584200"/>
                      <a:pt x="1553770" y="584200"/>
                    </a:cubicBezTo>
                    <a:cubicBezTo>
                      <a:pt x="1553397" y="583747"/>
                      <a:pt x="1553023" y="583293"/>
                      <a:pt x="1552650" y="582839"/>
                    </a:cubicBezTo>
                    <a:cubicBezTo>
                      <a:pt x="1552276" y="582386"/>
                      <a:pt x="1551529" y="582386"/>
                      <a:pt x="1551529" y="581479"/>
                    </a:cubicBezTo>
                    <a:cubicBezTo>
                      <a:pt x="1551529" y="581479"/>
                      <a:pt x="1551903" y="581479"/>
                      <a:pt x="1552650" y="581025"/>
                    </a:cubicBezTo>
                    <a:close/>
                    <a:moveTo>
                      <a:pt x="1394647" y="580073"/>
                    </a:moveTo>
                    <a:cubicBezTo>
                      <a:pt x="1395767" y="580073"/>
                      <a:pt x="1398008" y="579438"/>
                      <a:pt x="1398382" y="580391"/>
                    </a:cubicBezTo>
                    <a:cubicBezTo>
                      <a:pt x="1398755" y="581343"/>
                      <a:pt x="1399129" y="581343"/>
                      <a:pt x="1397261" y="581661"/>
                    </a:cubicBezTo>
                    <a:cubicBezTo>
                      <a:pt x="1395394" y="581978"/>
                      <a:pt x="1393526" y="581343"/>
                      <a:pt x="1393153" y="581978"/>
                    </a:cubicBezTo>
                    <a:cubicBezTo>
                      <a:pt x="1392779" y="582613"/>
                      <a:pt x="1393900" y="580073"/>
                      <a:pt x="1394647" y="580073"/>
                    </a:cubicBezTo>
                    <a:close/>
                    <a:moveTo>
                      <a:pt x="1424926" y="578190"/>
                    </a:moveTo>
                    <a:cubicBezTo>
                      <a:pt x="1425720" y="577850"/>
                      <a:pt x="1426117" y="578190"/>
                      <a:pt x="1426117" y="578190"/>
                    </a:cubicBezTo>
                    <a:cubicBezTo>
                      <a:pt x="1426117" y="578190"/>
                      <a:pt x="1426117" y="578531"/>
                      <a:pt x="1425323" y="579551"/>
                    </a:cubicBezTo>
                    <a:cubicBezTo>
                      <a:pt x="1424926" y="580572"/>
                      <a:pt x="1424529" y="579891"/>
                      <a:pt x="1424132" y="580232"/>
                    </a:cubicBezTo>
                    <a:cubicBezTo>
                      <a:pt x="1423735" y="580572"/>
                      <a:pt x="1424132" y="580572"/>
                      <a:pt x="1423735" y="581592"/>
                    </a:cubicBezTo>
                    <a:cubicBezTo>
                      <a:pt x="1423735" y="582613"/>
                      <a:pt x="1423735" y="581933"/>
                      <a:pt x="1422545" y="582273"/>
                    </a:cubicBezTo>
                    <a:cubicBezTo>
                      <a:pt x="1421354" y="582273"/>
                      <a:pt x="1421751" y="581933"/>
                      <a:pt x="1421751" y="580572"/>
                    </a:cubicBezTo>
                    <a:cubicBezTo>
                      <a:pt x="1421751" y="579551"/>
                      <a:pt x="1422148" y="580232"/>
                      <a:pt x="1422942" y="579551"/>
                    </a:cubicBezTo>
                    <a:cubicBezTo>
                      <a:pt x="1423339" y="578871"/>
                      <a:pt x="1424529" y="578531"/>
                      <a:pt x="1424926" y="578190"/>
                    </a:cubicBezTo>
                    <a:close/>
                    <a:moveTo>
                      <a:pt x="1542370" y="577850"/>
                    </a:moveTo>
                    <a:cubicBezTo>
                      <a:pt x="1542370" y="577850"/>
                      <a:pt x="1542737" y="577850"/>
                      <a:pt x="1543470" y="578427"/>
                    </a:cubicBezTo>
                    <a:cubicBezTo>
                      <a:pt x="1543836" y="578716"/>
                      <a:pt x="1543836" y="578716"/>
                      <a:pt x="1544202" y="579005"/>
                    </a:cubicBezTo>
                    <a:cubicBezTo>
                      <a:pt x="1544202" y="579005"/>
                      <a:pt x="1544935" y="579293"/>
                      <a:pt x="1545301" y="579582"/>
                    </a:cubicBezTo>
                    <a:cubicBezTo>
                      <a:pt x="1545301" y="579871"/>
                      <a:pt x="1546034" y="580448"/>
                      <a:pt x="1546401" y="580448"/>
                    </a:cubicBezTo>
                    <a:cubicBezTo>
                      <a:pt x="1546767" y="580448"/>
                      <a:pt x="1546401" y="580736"/>
                      <a:pt x="1546034" y="581025"/>
                    </a:cubicBezTo>
                    <a:cubicBezTo>
                      <a:pt x="1546034" y="581025"/>
                      <a:pt x="1545668" y="581025"/>
                      <a:pt x="1545301" y="581025"/>
                    </a:cubicBezTo>
                    <a:cubicBezTo>
                      <a:pt x="1544935" y="581025"/>
                      <a:pt x="1544569" y="580448"/>
                      <a:pt x="1544202" y="580159"/>
                    </a:cubicBezTo>
                    <a:cubicBezTo>
                      <a:pt x="1543836" y="579582"/>
                      <a:pt x="1543103" y="579582"/>
                      <a:pt x="1542737" y="579005"/>
                    </a:cubicBezTo>
                    <a:cubicBezTo>
                      <a:pt x="1542004" y="578427"/>
                      <a:pt x="1542370" y="578427"/>
                      <a:pt x="1542370" y="577850"/>
                    </a:cubicBezTo>
                    <a:close/>
                    <a:moveTo>
                      <a:pt x="1304758" y="571843"/>
                    </a:moveTo>
                    <a:cubicBezTo>
                      <a:pt x="1304758" y="571500"/>
                      <a:pt x="1305860" y="572873"/>
                      <a:pt x="1305860" y="572873"/>
                    </a:cubicBezTo>
                    <a:cubicBezTo>
                      <a:pt x="1305860" y="572873"/>
                      <a:pt x="1306594" y="572530"/>
                      <a:pt x="1307329" y="573216"/>
                    </a:cubicBezTo>
                    <a:cubicBezTo>
                      <a:pt x="1307329" y="573216"/>
                      <a:pt x="1307329" y="573216"/>
                      <a:pt x="1309166" y="573560"/>
                    </a:cubicBezTo>
                    <a:cubicBezTo>
                      <a:pt x="1309901" y="573216"/>
                      <a:pt x="1310268" y="573903"/>
                      <a:pt x="1311003" y="574589"/>
                    </a:cubicBezTo>
                    <a:cubicBezTo>
                      <a:pt x="1311370" y="574933"/>
                      <a:pt x="1311737" y="575619"/>
                      <a:pt x="1311737" y="575962"/>
                    </a:cubicBezTo>
                    <a:cubicBezTo>
                      <a:pt x="1311737" y="576306"/>
                      <a:pt x="1312839" y="576306"/>
                      <a:pt x="1313207" y="575962"/>
                    </a:cubicBezTo>
                    <a:cubicBezTo>
                      <a:pt x="1313574" y="575962"/>
                      <a:pt x="1315411" y="576306"/>
                      <a:pt x="1316513" y="575962"/>
                    </a:cubicBezTo>
                    <a:cubicBezTo>
                      <a:pt x="1317615" y="575276"/>
                      <a:pt x="1316513" y="575962"/>
                      <a:pt x="1317248" y="575962"/>
                    </a:cubicBezTo>
                    <a:cubicBezTo>
                      <a:pt x="1317982" y="576306"/>
                      <a:pt x="1317982" y="575962"/>
                      <a:pt x="1319084" y="576649"/>
                    </a:cubicBezTo>
                    <a:cubicBezTo>
                      <a:pt x="1319452" y="576992"/>
                      <a:pt x="1320186" y="576649"/>
                      <a:pt x="1320186" y="576649"/>
                    </a:cubicBezTo>
                    <a:cubicBezTo>
                      <a:pt x="1320186" y="576649"/>
                      <a:pt x="1320921" y="576992"/>
                      <a:pt x="1321289" y="575276"/>
                    </a:cubicBezTo>
                    <a:cubicBezTo>
                      <a:pt x="1321289" y="574933"/>
                      <a:pt x="1321289" y="574933"/>
                      <a:pt x="1321289" y="574933"/>
                    </a:cubicBezTo>
                    <a:cubicBezTo>
                      <a:pt x="1321656" y="574933"/>
                      <a:pt x="1321656" y="574933"/>
                      <a:pt x="1322023" y="574589"/>
                    </a:cubicBezTo>
                    <a:cubicBezTo>
                      <a:pt x="1322391" y="573560"/>
                      <a:pt x="1322758" y="574933"/>
                      <a:pt x="1323125" y="574589"/>
                    </a:cubicBezTo>
                    <a:cubicBezTo>
                      <a:pt x="1323860" y="574246"/>
                      <a:pt x="1323860" y="574589"/>
                      <a:pt x="1324227" y="574589"/>
                    </a:cubicBezTo>
                    <a:cubicBezTo>
                      <a:pt x="1324962" y="574589"/>
                      <a:pt x="1326064" y="575962"/>
                      <a:pt x="1326064" y="575962"/>
                    </a:cubicBezTo>
                    <a:cubicBezTo>
                      <a:pt x="1326064" y="575962"/>
                      <a:pt x="1327166" y="575962"/>
                      <a:pt x="1327534" y="575962"/>
                    </a:cubicBezTo>
                    <a:cubicBezTo>
                      <a:pt x="1327901" y="575962"/>
                      <a:pt x="1328636" y="575962"/>
                      <a:pt x="1329738" y="576649"/>
                    </a:cubicBezTo>
                    <a:cubicBezTo>
                      <a:pt x="1330105" y="576649"/>
                      <a:pt x="1330472" y="576992"/>
                      <a:pt x="1330840" y="576649"/>
                    </a:cubicBezTo>
                    <a:cubicBezTo>
                      <a:pt x="1331207" y="576649"/>
                      <a:pt x="1331574" y="576649"/>
                      <a:pt x="1332309" y="576306"/>
                    </a:cubicBezTo>
                    <a:cubicBezTo>
                      <a:pt x="1332677" y="575962"/>
                      <a:pt x="1332677" y="576306"/>
                      <a:pt x="1333411" y="576306"/>
                    </a:cubicBezTo>
                    <a:cubicBezTo>
                      <a:pt x="1334513" y="575962"/>
                      <a:pt x="1334513" y="576649"/>
                      <a:pt x="1334881" y="576649"/>
                    </a:cubicBezTo>
                    <a:cubicBezTo>
                      <a:pt x="1335248" y="576992"/>
                      <a:pt x="1336717" y="576649"/>
                      <a:pt x="1337085" y="576306"/>
                    </a:cubicBezTo>
                    <a:cubicBezTo>
                      <a:pt x="1337820" y="575962"/>
                      <a:pt x="1338187" y="576649"/>
                      <a:pt x="1338187" y="576649"/>
                    </a:cubicBezTo>
                    <a:cubicBezTo>
                      <a:pt x="1338187" y="576649"/>
                      <a:pt x="1337820" y="576992"/>
                      <a:pt x="1337452" y="577335"/>
                    </a:cubicBezTo>
                    <a:cubicBezTo>
                      <a:pt x="1337085" y="577679"/>
                      <a:pt x="1337085" y="577679"/>
                      <a:pt x="1336350" y="577679"/>
                    </a:cubicBezTo>
                    <a:cubicBezTo>
                      <a:pt x="1335983" y="577679"/>
                      <a:pt x="1335983" y="578022"/>
                      <a:pt x="1333044" y="577679"/>
                    </a:cubicBezTo>
                    <a:cubicBezTo>
                      <a:pt x="1330105" y="577679"/>
                      <a:pt x="1332677" y="578022"/>
                      <a:pt x="1331942" y="578365"/>
                    </a:cubicBezTo>
                    <a:cubicBezTo>
                      <a:pt x="1331574" y="578708"/>
                      <a:pt x="1332309" y="579395"/>
                      <a:pt x="1332309" y="579395"/>
                    </a:cubicBezTo>
                    <a:cubicBezTo>
                      <a:pt x="1332309" y="579395"/>
                      <a:pt x="1333044" y="579738"/>
                      <a:pt x="1334513" y="580424"/>
                    </a:cubicBezTo>
                    <a:cubicBezTo>
                      <a:pt x="1334513" y="580424"/>
                      <a:pt x="1335983" y="579738"/>
                      <a:pt x="1336350" y="579738"/>
                    </a:cubicBezTo>
                    <a:cubicBezTo>
                      <a:pt x="1336717" y="579395"/>
                      <a:pt x="1337085" y="579738"/>
                      <a:pt x="1337085" y="579738"/>
                    </a:cubicBezTo>
                    <a:cubicBezTo>
                      <a:pt x="1337085" y="579738"/>
                      <a:pt x="1338187" y="580424"/>
                      <a:pt x="1338554" y="580081"/>
                    </a:cubicBezTo>
                    <a:cubicBezTo>
                      <a:pt x="1338922" y="579738"/>
                      <a:pt x="1340391" y="580768"/>
                      <a:pt x="1340391" y="580768"/>
                    </a:cubicBezTo>
                    <a:cubicBezTo>
                      <a:pt x="1340391" y="580768"/>
                      <a:pt x="1340024" y="581797"/>
                      <a:pt x="1340024" y="582141"/>
                    </a:cubicBezTo>
                    <a:cubicBezTo>
                      <a:pt x="1340024" y="582827"/>
                      <a:pt x="1340024" y="583514"/>
                      <a:pt x="1340024" y="583514"/>
                    </a:cubicBezTo>
                    <a:cubicBezTo>
                      <a:pt x="1340024" y="583514"/>
                      <a:pt x="1340024" y="584200"/>
                      <a:pt x="1338922" y="584200"/>
                    </a:cubicBezTo>
                    <a:cubicBezTo>
                      <a:pt x="1338554" y="584200"/>
                      <a:pt x="1338187" y="584200"/>
                      <a:pt x="1337085" y="583857"/>
                    </a:cubicBezTo>
                    <a:cubicBezTo>
                      <a:pt x="1336350" y="583514"/>
                      <a:pt x="1335983" y="583514"/>
                      <a:pt x="1334513" y="582827"/>
                    </a:cubicBezTo>
                    <a:cubicBezTo>
                      <a:pt x="1334513" y="582827"/>
                      <a:pt x="1334513" y="582827"/>
                      <a:pt x="1332309" y="583170"/>
                    </a:cubicBezTo>
                    <a:cubicBezTo>
                      <a:pt x="1332309" y="582484"/>
                      <a:pt x="1330105" y="583170"/>
                      <a:pt x="1329738" y="582827"/>
                    </a:cubicBezTo>
                    <a:cubicBezTo>
                      <a:pt x="1329003" y="582827"/>
                      <a:pt x="1329738" y="582827"/>
                      <a:pt x="1328636" y="582827"/>
                    </a:cubicBezTo>
                    <a:cubicBezTo>
                      <a:pt x="1327166" y="582827"/>
                      <a:pt x="1327534" y="583170"/>
                      <a:pt x="1327166" y="582827"/>
                    </a:cubicBezTo>
                    <a:cubicBezTo>
                      <a:pt x="1326799" y="582827"/>
                      <a:pt x="1325329" y="583170"/>
                      <a:pt x="1324962" y="582827"/>
                    </a:cubicBezTo>
                    <a:cubicBezTo>
                      <a:pt x="1324595" y="582484"/>
                      <a:pt x="1323493" y="582827"/>
                      <a:pt x="1323125" y="582484"/>
                    </a:cubicBezTo>
                    <a:cubicBezTo>
                      <a:pt x="1322758" y="582484"/>
                      <a:pt x="1321656" y="582484"/>
                      <a:pt x="1321289" y="582141"/>
                    </a:cubicBezTo>
                    <a:cubicBezTo>
                      <a:pt x="1320921" y="581797"/>
                      <a:pt x="1319819" y="582141"/>
                      <a:pt x="1319452" y="581797"/>
                    </a:cubicBezTo>
                    <a:cubicBezTo>
                      <a:pt x="1319084" y="581454"/>
                      <a:pt x="1317982" y="581454"/>
                      <a:pt x="1317982" y="581111"/>
                    </a:cubicBezTo>
                    <a:cubicBezTo>
                      <a:pt x="1317982" y="580768"/>
                      <a:pt x="1317248" y="580768"/>
                      <a:pt x="1316880" y="580424"/>
                    </a:cubicBezTo>
                    <a:cubicBezTo>
                      <a:pt x="1316513" y="580081"/>
                      <a:pt x="1315778" y="580424"/>
                      <a:pt x="1315411" y="580424"/>
                    </a:cubicBezTo>
                    <a:cubicBezTo>
                      <a:pt x="1315411" y="580081"/>
                      <a:pt x="1314676" y="580424"/>
                      <a:pt x="1313574" y="580424"/>
                    </a:cubicBezTo>
                    <a:cubicBezTo>
                      <a:pt x="1312472" y="580424"/>
                      <a:pt x="1313207" y="580424"/>
                      <a:pt x="1311737" y="580424"/>
                    </a:cubicBezTo>
                    <a:cubicBezTo>
                      <a:pt x="1311370" y="580768"/>
                      <a:pt x="1308798" y="580424"/>
                      <a:pt x="1308798" y="580424"/>
                    </a:cubicBezTo>
                    <a:cubicBezTo>
                      <a:pt x="1308798" y="580424"/>
                      <a:pt x="1308798" y="580424"/>
                      <a:pt x="1307696" y="579738"/>
                    </a:cubicBezTo>
                    <a:cubicBezTo>
                      <a:pt x="1307696" y="579738"/>
                      <a:pt x="1307696" y="579738"/>
                      <a:pt x="1305492" y="579051"/>
                    </a:cubicBezTo>
                    <a:cubicBezTo>
                      <a:pt x="1305492" y="579051"/>
                      <a:pt x="1305492" y="579051"/>
                      <a:pt x="1303655" y="579051"/>
                    </a:cubicBezTo>
                    <a:cubicBezTo>
                      <a:pt x="1303655" y="579051"/>
                      <a:pt x="1302553" y="579395"/>
                      <a:pt x="1302186" y="579395"/>
                    </a:cubicBezTo>
                    <a:cubicBezTo>
                      <a:pt x="1301819" y="579395"/>
                      <a:pt x="1301451" y="578708"/>
                      <a:pt x="1301451" y="578365"/>
                    </a:cubicBezTo>
                    <a:cubicBezTo>
                      <a:pt x="1301084" y="578022"/>
                      <a:pt x="1301451" y="578022"/>
                      <a:pt x="1301451" y="577679"/>
                    </a:cubicBezTo>
                    <a:cubicBezTo>
                      <a:pt x="1301084" y="576992"/>
                      <a:pt x="1300717" y="576649"/>
                      <a:pt x="1300349" y="576649"/>
                    </a:cubicBezTo>
                    <a:cubicBezTo>
                      <a:pt x="1299615" y="576649"/>
                      <a:pt x="1299615" y="576992"/>
                      <a:pt x="1298880" y="576992"/>
                    </a:cubicBezTo>
                    <a:cubicBezTo>
                      <a:pt x="1298512" y="576649"/>
                      <a:pt x="1297410" y="576649"/>
                      <a:pt x="1296676" y="575962"/>
                    </a:cubicBezTo>
                    <a:cubicBezTo>
                      <a:pt x="1295941" y="575276"/>
                      <a:pt x="1296676" y="575962"/>
                      <a:pt x="1297778" y="574933"/>
                    </a:cubicBezTo>
                    <a:cubicBezTo>
                      <a:pt x="1298512" y="574246"/>
                      <a:pt x="1298145" y="573903"/>
                      <a:pt x="1299247" y="572530"/>
                    </a:cubicBezTo>
                    <a:cubicBezTo>
                      <a:pt x="1299615" y="571843"/>
                      <a:pt x="1300349" y="572873"/>
                      <a:pt x="1301084" y="572530"/>
                    </a:cubicBezTo>
                    <a:cubicBezTo>
                      <a:pt x="1301819" y="572530"/>
                      <a:pt x="1303288" y="573560"/>
                      <a:pt x="1303288" y="572873"/>
                    </a:cubicBezTo>
                    <a:cubicBezTo>
                      <a:pt x="1302921" y="571500"/>
                      <a:pt x="1304390" y="572187"/>
                      <a:pt x="1304758" y="571843"/>
                    </a:cubicBezTo>
                    <a:close/>
                    <a:moveTo>
                      <a:pt x="1533169" y="570279"/>
                    </a:moveTo>
                    <a:cubicBezTo>
                      <a:pt x="1534205" y="570646"/>
                      <a:pt x="1534205" y="571745"/>
                      <a:pt x="1534895" y="572478"/>
                    </a:cubicBezTo>
                    <a:cubicBezTo>
                      <a:pt x="1535240" y="573210"/>
                      <a:pt x="1534895" y="573210"/>
                      <a:pt x="1535240" y="573577"/>
                    </a:cubicBezTo>
                    <a:cubicBezTo>
                      <a:pt x="1535585" y="573943"/>
                      <a:pt x="1535930" y="573943"/>
                      <a:pt x="1536275" y="574309"/>
                    </a:cubicBezTo>
                    <a:cubicBezTo>
                      <a:pt x="1536621" y="574676"/>
                      <a:pt x="1536621" y="575408"/>
                      <a:pt x="1537311" y="575408"/>
                    </a:cubicBezTo>
                    <a:cubicBezTo>
                      <a:pt x="1538001" y="575042"/>
                      <a:pt x="1538001" y="576141"/>
                      <a:pt x="1538346" y="576141"/>
                    </a:cubicBezTo>
                    <a:cubicBezTo>
                      <a:pt x="1539036" y="576507"/>
                      <a:pt x="1539036" y="576874"/>
                      <a:pt x="1539727" y="577240"/>
                    </a:cubicBezTo>
                    <a:cubicBezTo>
                      <a:pt x="1540417" y="577973"/>
                      <a:pt x="1539727" y="577973"/>
                      <a:pt x="1539727" y="577973"/>
                    </a:cubicBezTo>
                    <a:cubicBezTo>
                      <a:pt x="1539727" y="577973"/>
                      <a:pt x="1539727" y="578705"/>
                      <a:pt x="1539036" y="579072"/>
                    </a:cubicBezTo>
                    <a:cubicBezTo>
                      <a:pt x="1539036" y="579072"/>
                      <a:pt x="1538001" y="579438"/>
                      <a:pt x="1537656" y="579438"/>
                    </a:cubicBezTo>
                    <a:cubicBezTo>
                      <a:pt x="1537311" y="579438"/>
                      <a:pt x="1537311" y="578705"/>
                      <a:pt x="1537311" y="578339"/>
                    </a:cubicBezTo>
                    <a:cubicBezTo>
                      <a:pt x="1537311" y="577973"/>
                      <a:pt x="1536275" y="578339"/>
                      <a:pt x="1535930" y="577973"/>
                    </a:cubicBezTo>
                    <a:cubicBezTo>
                      <a:pt x="1535240" y="577606"/>
                      <a:pt x="1534895" y="576874"/>
                      <a:pt x="1534550" y="576141"/>
                    </a:cubicBezTo>
                    <a:cubicBezTo>
                      <a:pt x="1534205" y="575408"/>
                      <a:pt x="1533860" y="575042"/>
                      <a:pt x="1533860" y="574676"/>
                    </a:cubicBezTo>
                    <a:cubicBezTo>
                      <a:pt x="1533860" y="573943"/>
                      <a:pt x="1533514" y="573210"/>
                      <a:pt x="1533514" y="572844"/>
                    </a:cubicBezTo>
                    <a:cubicBezTo>
                      <a:pt x="1533169" y="572111"/>
                      <a:pt x="1532479" y="569913"/>
                      <a:pt x="1533169" y="570279"/>
                    </a:cubicBezTo>
                    <a:close/>
                    <a:moveTo>
                      <a:pt x="1437661" y="570231"/>
                    </a:moveTo>
                    <a:cubicBezTo>
                      <a:pt x="1437950" y="569913"/>
                      <a:pt x="1438239" y="571183"/>
                      <a:pt x="1438527" y="572136"/>
                    </a:cubicBezTo>
                    <a:cubicBezTo>
                      <a:pt x="1438816" y="573088"/>
                      <a:pt x="1438816" y="573406"/>
                      <a:pt x="1438527" y="574041"/>
                    </a:cubicBezTo>
                    <a:cubicBezTo>
                      <a:pt x="1438239" y="574676"/>
                      <a:pt x="1437950" y="574993"/>
                      <a:pt x="1437373" y="575946"/>
                    </a:cubicBezTo>
                    <a:cubicBezTo>
                      <a:pt x="1437084" y="576899"/>
                      <a:pt x="1437084" y="577851"/>
                      <a:pt x="1436796" y="577216"/>
                    </a:cubicBezTo>
                    <a:cubicBezTo>
                      <a:pt x="1436507" y="576899"/>
                      <a:pt x="1436218" y="576581"/>
                      <a:pt x="1436218" y="575946"/>
                    </a:cubicBezTo>
                    <a:cubicBezTo>
                      <a:pt x="1436218" y="575311"/>
                      <a:pt x="1436218" y="574358"/>
                      <a:pt x="1436218" y="574041"/>
                    </a:cubicBezTo>
                    <a:cubicBezTo>
                      <a:pt x="1436218" y="574041"/>
                      <a:pt x="1435641" y="574358"/>
                      <a:pt x="1436218" y="573406"/>
                    </a:cubicBezTo>
                    <a:cubicBezTo>
                      <a:pt x="1436796" y="572771"/>
                      <a:pt x="1437373" y="570231"/>
                      <a:pt x="1437661" y="570231"/>
                    </a:cubicBezTo>
                    <a:close/>
                    <a:moveTo>
                      <a:pt x="1431276" y="569058"/>
                    </a:moveTo>
                    <a:cubicBezTo>
                      <a:pt x="1432070" y="569791"/>
                      <a:pt x="1432467" y="569791"/>
                      <a:pt x="1432070" y="570523"/>
                    </a:cubicBezTo>
                    <a:cubicBezTo>
                      <a:pt x="1432070" y="571256"/>
                      <a:pt x="1431276" y="571623"/>
                      <a:pt x="1431276" y="571989"/>
                    </a:cubicBezTo>
                    <a:cubicBezTo>
                      <a:pt x="1430879" y="572355"/>
                      <a:pt x="1430482" y="573088"/>
                      <a:pt x="1430482" y="573088"/>
                    </a:cubicBezTo>
                    <a:cubicBezTo>
                      <a:pt x="1430085" y="573088"/>
                      <a:pt x="1429292" y="571989"/>
                      <a:pt x="1429292" y="571989"/>
                    </a:cubicBezTo>
                    <a:cubicBezTo>
                      <a:pt x="1428895" y="570890"/>
                      <a:pt x="1427704" y="570890"/>
                      <a:pt x="1428895" y="570890"/>
                    </a:cubicBezTo>
                    <a:cubicBezTo>
                      <a:pt x="1430482" y="570523"/>
                      <a:pt x="1430085" y="570890"/>
                      <a:pt x="1430879" y="570157"/>
                    </a:cubicBezTo>
                    <a:cubicBezTo>
                      <a:pt x="1431276" y="569791"/>
                      <a:pt x="1430879" y="568325"/>
                      <a:pt x="1431276" y="569058"/>
                    </a:cubicBezTo>
                    <a:close/>
                    <a:moveTo>
                      <a:pt x="1521516" y="565150"/>
                    </a:moveTo>
                    <a:cubicBezTo>
                      <a:pt x="1522954" y="566300"/>
                      <a:pt x="1522954" y="566300"/>
                      <a:pt x="1522595" y="566683"/>
                    </a:cubicBezTo>
                    <a:cubicBezTo>
                      <a:pt x="1522595" y="567066"/>
                      <a:pt x="1522595" y="567066"/>
                      <a:pt x="1522954" y="567833"/>
                    </a:cubicBezTo>
                    <a:cubicBezTo>
                      <a:pt x="1522954" y="568216"/>
                      <a:pt x="1522595" y="568216"/>
                      <a:pt x="1522595" y="568599"/>
                    </a:cubicBezTo>
                    <a:cubicBezTo>
                      <a:pt x="1521876" y="569365"/>
                      <a:pt x="1521157" y="568216"/>
                      <a:pt x="1521157" y="569749"/>
                    </a:cubicBezTo>
                    <a:cubicBezTo>
                      <a:pt x="1521516" y="571281"/>
                      <a:pt x="1521516" y="571665"/>
                      <a:pt x="1521157" y="571665"/>
                    </a:cubicBezTo>
                    <a:cubicBezTo>
                      <a:pt x="1520797" y="572048"/>
                      <a:pt x="1520079" y="572048"/>
                      <a:pt x="1519719" y="572048"/>
                    </a:cubicBezTo>
                    <a:cubicBezTo>
                      <a:pt x="1519360" y="572048"/>
                      <a:pt x="1519360" y="571281"/>
                      <a:pt x="1518641" y="572048"/>
                    </a:cubicBezTo>
                    <a:cubicBezTo>
                      <a:pt x="1518281" y="572814"/>
                      <a:pt x="1518281" y="572431"/>
                      <a:pt x="1517562" y="573197"/>
                    </a:cubicBezTo>
                    <a:cubicBezTo>
                      <a:pt x="1516844" y="573964"/>
                      <a:pt x="1516844" y="574347"/>
                      <a:pt x="1516484" y="574347"/>
                    </a:cubicBezTo>
                    <a:cubicBezTo>
                      <a:pt x="1515765" y="574347"/>
                      <a:pt x="1516125" y="573964"/>
                      <a:pt x="1515765" y="574347"/>
                    </a:cubicBezTo>
                    <a:cubicBezTo>
                      <a:pt x="1515046" y="574730"/>
                      <a:pt x="1515046" y="574730"/>
                      <a:pt x="1514328" y="575114"/>
                    </a:cubicBezTo>
                    <a:cubicBezTo>
                      <a:pt x="1513968" y="575497"/>
                      <a:pt x="1513968" y="575497"/>
                      <a:pt x="1513249" y="575880"/>
                    </a:cubicBezTo>
                    <a:cubicBezTo>
                      <a:pt x="1512530" y="575880"/>
                      <a:pt x="1512530" y="575880"/>
                      <a:pt x="1511812" y="575880"/>
                    </a:cubicBezTo>
                    <a:cubicBezTo>
                      <a:pt x="1511452" y="576263"/>
                      <a:pt x="1511452" y="575880"/>
                      <a:pt x="1510733" y="575880"/>
                    </a:cubicBezTo>
                    <a:cubicBezTo>
                      <a:pt x="1510014" y="576263"/>
                      <a:pt x="1509655" y="575880"/>
                      <a:pt x="1509655" y="575880"/>
                    </a:cubicBezTo>
                    <a:cubicBezTo>
                      <a:pt x="1509296" y="575880"/>
                      <a:pt x="1509655" y="575497"/>
                      <a:pt x="1508936" y="575114"/>
                    </a:cubicBezTo>
                    <a:cubicBezTo>
                      <a:pt x="1508217" y="575114"/>
                      <a:pt x="1507858" y="574730"/>
                      <a:pt x="1507858" y="574730"/>
                    </a:cubicBezTo>
                    <a:cubicBezTo>
                      <a:pt x="1507858" y="574730"/>
                      <a:pt x="1508217" y="574347"/>
                      <a:pt x="1507498" y="574347"/>
                    </a:cubicBezTo>
                    <a:cubicBezTo>
                      <a:pt x="1506420" y="574347"/>
                      <a:pt x="1506061" y="574347"/>
                      <a:pt x="1505701" y="574347"/>
                    </a:cubicBezTo>
                    <a:cubicBezTo>
                      <a:pt x="1504623" y="573581"/>
                      <a:pt x="1503904" y="573581"/>
                      <a:pt x="1503904" y="573581"/>
                    </a:cubicBezTo>
                    <a:cubicBezTo>
                      <a:pt x="1503904" y="573581"/>
                      <a:pt x="1503904" y="573581"/>
                      <a:pt x="1503904" y="572814"/>
                    </a:cubicBezTo>
                    <a:cubicBezTo>
                      <a:pt x="1503904" y="572048"/>
                      <a:pt x="1504623" y="571281"/>
                      <a:pt x="1504982" y="571281"/>
                    </a:cubicBezTo>
                    <a:cubicBezTo>
                      <a:pt x="1505342" y="571281"/>
                      <a:pt x="1506061" y="570898"/>
                      <a:pt x="1506420" y="571281"/>
                    </a:cubicBezTo>
                    <a:cubicBezTo>
                      <a:pt x="1507139" y="571665"/>
                      <a:pt x="1507139" y="571665"/>
                      <a:pt x="1507498" y="571665"/>
                    </a:cubicBezTo>
                    <a:cubicBezTo>
                      <a:pt x="1508217" y="571665"/>
                      <a:pt x="1508217" y="571665"/>
                      <a:pt x="1508577" y="572048"/>
                    </a:cubicBezTo>
                    <a:cubicBezTo>
                      <a:pt x="1508936" y="572048"/>
                      <a:pt x="1509296" y="571665"/>
                      <a:pt x="1509655" y="571665"/>
                    </a:cubicBezTo>
                    <a:cubicBezTo>
                      <a:pt x="1510014" y="571665"/>
                      <a:pt x="1511812" y="571281"/>
                      <a:pt x="1511812" y="571281"/>
                    </a:cubicBezTo>
                    <a:cubicBezTo>
                      <a:pt x="1511812" y="571281"/>
                      <a:pt x="1512530" y="570898"/>
                      <a:pt x="1512890" y="571281"/>
                    </a:cubicBezTo>
                    <a:cubicBezTo>
                      <a:pt x="1513249" y="571665"/>
                      <a:pt x="1512530" y="571665"/>
                      <a:pt x="1513249" y="571665"/>
                    </a:cubicBezTo>
                    <a:cubicBezTo>
                      <a:pt x="1513609" y="571665"/>
                      <a:pt x="1514328" y="571281"/>
                      <a:pt x="1515046" y="571281"/>
                    </a:cubicBezTo>
                    <a:cubicBezTo>
                      <a:pt x="1515765" y="571281"/>
                      <a:pt x="1515765" y="571281"/>
                      <a:pt x="1516125" y="570898"/>
                    </a:cubicBezTo>
                    <a:cubicBezTo>
                      <a:pt x="1516484" y="570898"/>
                      <a:pt x="1516844" y="570515"/>
                      <a:pt x="1516844" y="570132"/>
                    </a:cubicBezTo>
                    <a:cubicBezTo>
                      <a:pt x="1516844" y="569749"/>
                      <a:pt x="1516844" y="569365"/>
                      <a:pt x="1517203" y="569365"/>
                    </a:cubicBezTo>
                    <a:cubicBezTo>
                      <a:pt x="1518281" y="568982"/>
                      <a:pt x="1518641" y="568982"/>
                      <a:pt x="1518641" y="568599"/>
                    </a:cubicBezTo>
                    <a:cubicBezTo>
                      <a:pt x="1519360" y="567066"/>
                      <a:pt x="1519000" y="566683"/>
                      <a:pt x="1519000" y="566683"/>
                    </a:cubicBezTo>
                    <a:cubicBezTo>
                      <a:pt x="1519000" y="566300"/>
                      <a:pt x="1518641" y="565917"/>
                      <a:pt x="1519000" y="565533"/>
                    </a:cubicBezTo>
                    <a:cubicBezTo>
                      <a:pt x="1519360" y="565533"/>
                      <a:pt x="1519360" y="565150"/>
                      <a:pt x="1520079" y="565533"/>
                    </a:cubicBezTo>
                    <a:cubicBezTo>
                      <a:pt x="1521157" y="565533"/>
                      <a:pt x="1521157" y="565150"/>
                      <a:pt x="1521516" y="565150"/>
                    </a:cubicBezTo>
                    <a:close/>
                    <a:moveTo>
                      <a:pt x="1515690" y="558800"/>
                    </a:moveTo>
                    <a:cubicBezTo>
                      <a:pt x="1518384" y="559183"/>
                      <a:pt x="1524445" y="563782"/>
                      <a:pt x="1525455" y="565315"/>
                    </a:cubicBezTo>
                    <a:cubicBezTo>
                      <a:pt x="1526129" y="566464"/>
                      <a:pt x="1525455" y="565315"/>
                      <a:pt x="1525792" y="565698"/>
                    </a:cubicBezTo>
                    <a:cubicBezTo>
                      <a:pt x="1526129" y="566081"/>
                      <a:pt x="1525792" y="567231"/>
                      <a:pt x="1525455" y="567614"/>
                    </a:cubicBezTo>
                    <a:cubicBezTo>
                      <a:pt x="1525455" y="567997"/>
                      <a:pt x="1525119" y="568764"/>
                      <a:pt x="1524445" y="569147"/>
                    </a:cubicBezTo>
                    <a:cubicBezTo>
                      <a:pt x="1523435" y="569913"/>
                      <a:pt x="1524108" y="569147"/>
                      <a:pt x="1523772" y="567614"/>
                    </a:cubicBezTo>
                    <a:cubicBezTo>
                      <a:pt x="1523772" y="565698"/>
                      <a:pt x="1524108" y="567231"/>
                      <a:pt x="1523772" y="565698"/>
                    </a:cubicBezTo>
                    <a:cubicBezTo>
                      <a:pt x="1523435" y="564548"/>
                      <a:pt x="1523098" y="563782"/>
                      <a:pt x="1521751" y="563015"/>
                    </a:cubicBezTo>
                    <a:cubicBezTo>
                      <a:pt x="1520404" y="561866"/>
                      <a:pt x="1515016" y="558800"/>
                      <a:pt x="1515690" y="558800"/>
                    </a:cubicBezTo>
                    <a:close/>
                    <a:moveTo>
                      <a:pt x="1398776" y="558800"/>
                    </a:moveTo>
                    <a:cubicBezTo>
                      <a:pt x="1399129" y="559197"/>
                      <a:pt x="1400540" y="559197"/>
                      <a:pt x="1400893" y="559197"/>
                    </a:cubicBezTo>
                    <a:cubicBezTo>
                      <a:pt x="1401246" y="559197"/>
                      <a:pt x="1401598" y="559197"/>
                      <a:pt x="1401951" y="559991"/>
                    </a:cubicBezTo>
                    <a:cubicBezTo>
                      <a:pt x="1402304" y="561182"/>
                      <a:pt x="1402304" y="561182"/>
                      <a:pt x="1402304" y="561579"/>
                    </a:cubicBezTo>
                    <a:cubicBezTo>
                      <a:pt x="1402304" y="562372"/>
                      <a:pt x="1402304" y="562372"/>
                      <a:pt x="1401951" y="562372"/>
                    </a:cubicBezTo>
                    <a:cubicBezTo>
                      <a:pt x="1401598" y="562769"/>
                      <a:pt x="1402304" y="562372"/>
                      <a:pt x="1401246" y="563166"/>
                    </a:cubicBezTo>
                    <a:cubicBezTo>
                      <a:pt x="1400187" y="563563"/>
                      <a:pt x="1399835" y="563166"/>
                      <a:pt x="1399129" y="563166"/>
                    </a:cubicBezTo>
                    <a:cubicBezTo>
                      <a:pt x="1398776" y="563166"/>
                      <a:pt x="1397718" y="563166"/>
                      <a:pt x="1397365" y="562372"/>
                    </a:cubicBezTo>
                    <a:cubicBezTo>
                      <a:pt x="1397012" y="561975"/>
                      <a:pt x="1397012" y="561182"/>
                      <a:pt x="1396660" y="560785"/>
                    </a:cubicBezTo>
                    <a:cubicBezTo>
                      <a:pt x="1396660" y="560388"/>
                      <a:pt x="1395954" y="560388"/>
                      <a:pt x="1396307" y="559991"/>
                    </a:cubicBezTo>
                    <a:cubicBezTo>
                      <a:pt x="1397012" y="559197"/>
                      <a:pt x="1397365" y="559197"/>
                      <a:pt x="1397718" y="559197"/>
                    </a:cubicBezTo>
                    <a:cubicBezTo>
                      <a:pt x="1398423" y="559197"/>
                      <a:pt x="1398071" y="558800"/>
                      <a:pt x="1398776" y="558800"/>
                    </a:cubicBezTo>
                    <a:close/>
                    <a:moveTo>
                      <a:pt x="1409909" y="557587"/>
                    </a:moveTo>
                    <a:cubicBezTo>
                      <a:pt x="1410648" y="557587"/>
                      <a:pt x="1411386" y="557213"/>
                      <a:pt x="1411755" y="557587"/>
                    </a:cubicBezTo>
                    <a:cubicBezTo>
                      <a:pt x="1411755" y="557960"/>
                      <a:pt x="1412124" y="557587"/>
                      <a:pt x="1412494" y="557960"/>
                    </a:cubicBezTo>
                    <a:cubicBezTo>
                      <a:pt x="1412863" y="557960"/>
                      <a:pt x="1413970" y="557587"/>
                      <a:pt x="1413970" y="557587"/>
                    </a:cubicBezTo>
                    <a:cubicBezTo>
                      <a:pt x="1415078" y="557587"/>
                      <a:pt x="1415816" y="557587"/>
                      <a:pt x="1415816" y="557587"/>
                    </a:cubicBezTo>
                    <a:cubicBezTo>
                      <a:pt x="1415816" y="557587"/>
                      <a:pt x="1416555" y="558334"/>
                      <a:pt x="1416924" y="558334"/>
                    </a:cubicBezTo>
                    <a:cubicBezTo>
                      <a:pt x="1418401" y="558707"/>
                      <a:pt x="1419508" y="558707"/>
                      <a:pt x="1419508" y="559454"/>
                    </a:cubicBezTo>
                    <a:cubicBezTo>
                      <a:pt x="1419508" y="559828"/>
                      <a:pt x="1419877" y="560201"/>
                      <a:pt x="1420246" y="560575"/>
                    </a:cubicBezTo>
                    <a:cubicBezTo>
                      <a:pt x="1420616" y="561322"/>
                      <a:pt x="1420985" y="561322"/>
                      <a:pt x="1420985" y="561695"/>
                    </a:cubicBezTo>
                    <a:cubicBezTo>
                      <a:pt x="1421354" y="562443"/>
                      <a:pt x="1421354" y="562443"/>
                      <a:pt x="1420985" y="562816"/>
                    </a:cubicBezTo>
                    <a:cubicBezTo>
                      <a:pt x="1420246" y="563190"/>
                      <a:pt x="1420246" y="563563"/>
                      <a:pt x="1419508" y="563190"/>
                    </a:cubicBezTo>
                    <a:cubicBezTo>
                      <a:pt x="1419139" y="562443"/>
                      <a:pt x="1419139" y="562443"/>
                      <a:pt x="1418770" y="562069"/>
                    </a:cubicBezTo>
                    <a:cubicBezTo>
                      <a:pt x="1417293" y="560948"/>
                      <a:pt x="1416555" y="560948"/>
                      <a:pt x="1416185" y="560575"/>
                    </a:cubicBezTo>
                    <a:cubicBezTo>
                      <a:pt x="1415078" y="560201"/>
                      <a:pt x="1413970" y="560575"/>
                      <a:pt x="1413970" y="560575"/>
                    </a:cubicBezTo>
                    <a:cubicBezTo>
                      <a:pt x="1413970" y="560575"/>
                      <a:pt x="1413601" y="560575"/>
                      <a:pt x="1412863" y="560575"/>
                    </a:cubicBezTo>
                    <a:cubicBezTo>
                      <a:pt x="1412124" y="560575"/>
                      <a:pt x="1411755" y="560575"/>
                      <a:pt x="1411755" y="560575"/>
                    </a:cubicBezTo>
                    <a:cubicBezTo>
                      <a:pt x="1411755" y="560575"/>
                      <a:pt x="1410648" y="559828"/>
                      <a:pt x="1410278" y="560201"/>
                    </a:cubicBezTo>
                    <a:cubicBezTo>
                      <a:pt x="1410278" y="560201"/>
                      <a:pt x="1408432" y="561322"/>
                      <a:pt x="1408432" y="560575"/>
                    </a:cubicBezTo>
                    <a:cubicBezTo>
                      <a:pt x="1408432" y="560575"/>
                      <a:pt x="1407694" y="559828"/>
                      <a:pt x="1406956" y="560575"/>
                    </a:cubicBezTo>
                    <a:cubicBezTo>
                      <a:pt x="1406956" y="560575"/>
                      <a:pt x="1406217" y="560575"/>
                      <a:pt x="1406587" y="559454"/>
                    </a:cubicBezTo>
                    <a:cubicBezTo>
                      <a:pt x="1406956" y="558707"/>
                      <a:pt x="1406587" y="559454"/>
                      <a:pt x="1406956" y="558707"/>
                    </a:cubicBezTo>
                    <a:cubicBezTo>
                      <a:pt x="1407325" y="558334"/>
                      <a:pt x="1405479" y="558707"/>
                      <a:pt x="1406956" y="558334"/>
                    </a:cubicBezTo>
                    <a:cubicBezTo>
                      <a:pt x="1408063" y="557960"/>
                      <a:pt x="1407694" y="557960"/>
                      <a:pt x="1408063" y="557960"/>
                    </a:cubicBezTo>
                    <a:cubicBezTo>
                      <a:pt x="1409540" y="557587"/>
                      <a:pt x="1409540" y="557213"/>
                      <a:pt x="1409909" y="557587"/>
                    </a:cubicBezTo>
                    <a:close/>
                    <a:moveTo>
                      <a:pt x="1512370" y="557478"/>
                    </a:moveTo>
                    <a:cubicBezTo>
                      <a:pt x="1512900" y="557213"/>
                      <a:pt x="1513164" y="557213"/>
                      <a:pt x="1513429" y="558007"/>
                    </a:cubicBezTo>
                    <a:cubicBezTo>
                      <a:pt x="1513429" y="558536"/>
                      <a:pt x="1513164" y="558801"/>
                      <a:pt x="1512635" y="558801"/>
                    </a:cubicBezTo>
                    <a:cubicBezTo>
                      <a:pt x="1512370" y="558801"/>
                      <a:pt x="1512370" y="558801"/>
                      <a:pt x="1512106" y="558272"/>
                    </a:cubicBezTo>
                    <a:cubicBezTo>
                      <a:pt x="1511841" y="558007"/>
                      <a:pt x="1512370" y="557478"/>
                      <a:pt x="1512370" y="557478"/>
                    </a:cubicBezTo>
                    <a:close/>
                    <a:moveTo>
                      <a:pt x="1307407" y="556202"/>
                    </a:moveTo>
                    <a:cubicBezTo>
                      <a:pt x="1307760" y="555625"/>
                      <a:pt x="1309523" y="555914"/>
                      <a:pt x="1309876" y="556491"/>
                    </a:cubicBezTo>
                    <a:cubicBezTo>
                      <a:pt x="1310229" y="556780"/>
                      <a:pt x="1310229" y="557068"/>
                      <a:pt x="1310229" y="557934"/>
                    </a:cubicBezTo>
                    <a:cubicBezTo>
                      <a:pt x="1310229" y="558511"/>
                      <a:pt x="1310229" y="558800"/>
                      <a:pt x="1309171" y="558511"/>
                    </a:cubicBezTo>
                    <a:cubicBezTo>
                      <a:pt x="1307760" y="558223"/>
                      <a:pt x="1308112" y="558511"/>
                      <a:pt x="1307760" y="557934"/>
                    </a:cubicBezTo>
                    <a:cubicBezTo>
                      <a:pt x="1307054" y="557646"/>
                      <a:pt x="1307054" y="556780"/>
                      <a:pt x="1307407" y="556202"/>
                    </a:cubicBezTo>
                    <a:close/>
                    <a:moveTo>
                      <a:pt x="1498121" y="554492"/>
                    </a:moveTo>
                    <a:cubicBezTo>
                      <a:pt x="1499142" y="555399"/>
                      <a:pt x="1498802" y="555852"/>
                      <a:pt x="1498121" y="556760"/>
                    </a:cubicBezTo>
                    <a:cubicBezTo>
                      <a:pt x="1497781" y="557213"/>
                      <a:pt x="1496761" y="556760"/>
                      <a:pt x="1496420" y="556760"/>
                    </a:cubicBezTo>
                    <a:cubicBezTo>
                      <a:pt x="1496080" y="556760"/>
                      <a:pt x="1496080" y="556760"/>
                      <a:pt x="1495400" y="556306"/>
                    </a:cubicBezTo>
                    <a:cubicBezTo>
                      <a:pt x="1494719" y="556306"/>
                      <a:pt x="1494379" y="556306"/>
                      <a:pt x="1494379" y="555852"/>
                    </a:cubicBezTo>
                    <a:cubicBezTo>
                      <a:pt x="1494719" y="555399"/>
                      <a:pt x="1494379" y="555399"/>
                      <a:pt x="1495059" y="554945"/>
                    </a:cubicBezTo>
                    <a:cubicBezTo>
                      <a:pt x="1495740" y="554945"/>
                      <a:pt x="1496761" y="554945"/>
                      <a:pt x="1497101" y="554945"/>
                    </a:cubicBezTo>
                    <a:cubicBezTo>
                      <a:pt x="1497441" y="554945"/>
                      <a:pt x="1497441" y="554038"/>
                      <a:pt x="1498121" y="554492"/>
                    </a:cubicBezTo>
                    <a:close/>
                    <a:moveTo>
                      <a:pt x="1416803" y="552979"/>
                    </a:moveTo>
                    <a:cubicBezTo>
                      <a:pt x="1418496" y="552450"/>
                      <a:pt x="1419766" y="554567"/>
                      <a:pt x="1418496" y="554567"/>
                    </a:cubicBezTo>
                    <a:cubicBezTo>
                      <a:pt x="1417649" y="554567"/>
                      <a:pt x="1416379" y="555625"/>
                      <a:pt x="1415109" y="554567"/>
                    </a:cubicBezTo>
                    <a:cubicBezTo>
                      <a:pt x="1413416" y="554038"/>
                      <a:pt x="1415533" y="553508"/>
                      <a:pt x="1416803" y="552979"/>
                    </a:cubicBezTo>
                    <a:close/>
                    <a:moveTo>
                      <a:pt x="1509195" y="552450"/>
                    </a:moveTo>
                    <a:cubicBezTo>
                      <a:pt x="1509460" y="552450"/>
                      <a:pt x="1509460" y="552450"/>
                      <a:pt x="1509989" y="553085"/>
                    </a:cubicBezTo>
                    <a:cubicBezTo>
                      <a:pt x="1510254" y="553403"/>
                      <a:pt x="1509989" y="553403"/>
                      <a:pt x="1509989" y="553721"/>
                    </a:cubicBezTo>
                    <a:cubicBezTo>
                      <a:pt x="1509725" y="554038"/>
                      <a:pt x="1509725" y="553721"/>
                      <a:pt x="1509460" y="553721"/>
                    </a:cubicBezTo>
                    <a:cubicBezTo>
                      <a:pt x="1509195" y="553721"/>
                      <a:pt x="1508666" y="552768"/>
                      <a:pt x="1509195" y="552450"/>
                    </a:cubicBezTo>
                    <a:close/>
                    <a:moveTo>
                      <a:pt x="1388261" y="551884"/>
                    </a:moveTo>
                    <a:cubicBezTo>
                      <a:pt x="1388871" y="552564"/>
                      <a:pt x="1388261" y="552224"/>
                      <a:pt x="1388871" y="552564"/>
                    </a:cubicBezTo>
                    <a:cubicBezTo>
                      <a:pt x="1389787" y="553245"/>
                      <a:pt x="1390398" y="552904"/>
                      <a:pt x="1390703" y="552904"/>
                    </a:cubicBezTo>
                    <a:cubicBezTo>
                      <a:pt x="1391314" y="552564"/>
                      <a:pt x="1391619" y="552224"/>
                      <a:pt x="1391925" y="552564"/>
                    </a:cubicBezTo>
                    <a:cubicBezTo>
                      <a:pt x="1392535" y="552904"/>
                      <a:pt x="1394367" y="552564"/>
                      <a:pt x="1394062" y="552904"/>
                    </a:cubicBezTo>
                    <a:cubicBezTo>
                      <a:pt x="1393756" y="553245"/>
                      <a:pt x="1393146" y="552224"/>
                      <a:pt x="1393451" y="553925"/>
                    </a:cubicBezTo>
                    <a:cubicBezTo>
                      <a:pt x="1393756" y="555286"/>
                      <a:pt x="1393756" y="555626"/>
                      <a:pt x="1393146" y="554605"/>
                    </a:cubicBezTo>
                    <a:cubicBezTo>
                      <a:pt x="1392840" y="553585"/>
                      <a:pt x="1393146" y="553925"/>
                      <a:pt x="1392840" y="553585"/>
                    </a:cubicBezTo>
                    <a:cubicBezTo>
                      <a:pt x="1392230" y="553245"/>
                      <a:pt x="1392230" y="552564"/>
                      <a:pt x="1391619" y="552904"/>
                    </a:cubicBezTo>
                    <a:cubicBezTo>
                      <a:pt x="1390093" y="553585"/>
                      <a:pt x="1388566" y="553925"/>
                      <a:pt x="1388261" y="553585"/>
                    </a:cubicBezTo>
                    <a:cubicBezTo>
                      <a:pt x="1387650" y="552904"/>
                      <a:pt x="1386429" y="553585"/>
                      <a:pt x="1387040" y="552564"/>
                    </a:cubicBezTo>
                    <a:cubicBezTo>
                      <a:pt x="1387345" y="551884"/>
                      <a:pt x="1387345" y="550863"/>
                      <a:pt x="1388261" y="551884"/>
                    </a:cubicBezTo>
                    <a:close/>
                    <a:moveTo>
                      <a:pt x="1405796" y="551260"/>
                    </a:moveTo>
                    <a:cubicBezTo>
                      <a:pt x="1405796" y="551260"/>
                      <a:pt x="1406749" y="551260"/>
                      <a:pt x="1407066" y="552451"/>
                    </a:cubicBezTo>
                    <a:cubicBezTo>
                      <a:pt x="1407066" y="553641"/>
                      <a:pt x="1407066" y="552451"/>
                      <a:pt x="1406431" y="553244"/>
                    </a:cubicBezTo>
                    <a:cubicBezTo>
                      <a:pt x="1405796" y="554038"/>
                      <a:pt x="1405796" y="553244"/>
                      <a:pt x="1404843" y="553244"/>
                    </a:cubicBezTo>
                    <a:cubicBezTo>
                      <a:pt x="1403891" y="552848"/>
                      <a:pt x="1404209" y="552848"/>
                      <a:pt x="1404209" y="552054"/>
                    </a:cubicBezTo>
                    <a:cubicBezTo>
                      <a:pt x="1404209" y="550863"/>
                      <a:pt x="1405161" y="551260"/>
                      <a:pt x="1405796" y="551260"/>
                    </a:cubicBezTo>
                    <a:close/>
                    <a:moveTo>
                      <a:pt x="1299469" y="550863"/>
                    </a:moveTo>
                    <a:cubicBezTo>
                      <a:pt x="1300174" y="551224"/>
                      <a:pt x="1300174" y="551946"/>
                      <a:pt x="1300527" y="553028"/>
                    </a:cubicBezTo>
                    <a:cubicBezTo>
                      <a:pt x="1300527" y="554110"/>
                      <a:pt x="1300527" y="553750"/>
                      <a:pt x="1300527" y="554471"/>
                    </a:cubicBezTo>
                    <a:cubicBezTo>
                      <a:pt x="1300527" y="555554"/>
                      <a:pt x="1301233" y="555193"/>
                      <a:pt x="1301585" y="555915"/>
                    </a:cubicBezTo>
                    <a:cubicBezTo>
                      <a:pt x="1302291" y="556636"/>
                      <a:pt x="1302291" y="556997"/>
                      <a:pt x="1301938" y="557719"/>
                    </a:cubicBezTo>
                    <a:cubicBezTo>
                      <a:pt x="1301938" y="558801"/>
                      <a:pt x="1301938" y="557719"/>
                      <a:pt x="1300880" y="556997"/>
                    </a:cubicBezTo>
                    <a:cubicBezTo>
                      <a:pt x="1300174" y="556275"/>
                      <a:pt x="1300174" y="556636"/>
                      <a:pt x="1299469" y="555554"/>
                    </a:cubicBezTo>
                    <a:cubicBezTo>
                      <a:pt x="1298763" y="554832"/>
                      <a:pt x="1298763" y="554471"/>
                      <a:pt x="1298058" y="553750"/>
                    </a:cubicBezTo>
                    <a:cubicBezTo>
                      <a:pt x="1297352" y="553028"/>
                      <a:pt x="1297705" y="553750"/>
                      <a:pt x="1296647" y="553028"/>
                    </a:cubicBezTo>
                    <a:cubicBezTo>
                      <a:pt x="1295941" y="552306"/>
                      <a:pt x="1296647" y="551946"/>
                      <a:pt x="1296999" y="551585"/>
                    </a:cubicBezTo>
                    <a:cubicBezTo>
                      <a:pt x="1296999" y="551585"/>
                      <a:pt x="1298763" y="550863"/>
                      <a:pt x="1299469" y="550863"/>
                    </a:cubicBezTo>
                    <a:close/>
                    <a:moveTo>
                      <a:pt x="369635" y="549672"/>
                    </a:moveTo>
                    <a:cubicBezTo>
                      <a:pt x="370032" y="549275"/>
                      <a:pt x="370429" y="550069"/>
                      <a:pt x="370429" y="550466"/>
                    </a:cubicBezTo>
                    <a:cubicBezTo>
                      <a:pt x="370429" y="550863"/>
                      <a:pt x="369635" y="550863"/>
                      <a:pt x="369238" y="550466"/>
                    </a:cubicBezTo>
                    <a:cubicBezTo>
                      <a:pt x="368841" y="550466"/>
                      <a:pt x="368841" y="549672"/>
                      <a:pt x="369635" y="549672"/>
                    </a:cubicBezTo>
                    <a:close/>
                    <a:moveTo>
                      <a:pt x="1441674" y="548006"/>
                    </a:moveTo>
                    <a:cubicBezTo>
                      <a:pt x="1442944" y="547688"/>
                      <a:pt x="1443791" y="547688"/>
                      <a:pt x="1445061" y="548323"/>
                    </a:cubicBezTo>
                    <a:cubicBezTo>
                      <a:pt x="1446331" y="548641"/>
                      <a:pt x="1446754" y="548641"/>
                      <a:pt x="1445907" y="549911"/>
                    </a:cubicBezTo>
                    <a:cubicBezTo>
                      <a:pt x="1445061" y="550863"/>
                      <a:pt x="1445484" y="549911"/>
                      <a:pt x="1443791" y="549593"/>
                    </a:cubicBezTo>
                    <a:cubicBezTo>
                      <a:pt x="1442521" y="549276"/>
                      <a:pt x="1440404" y="548006"/>
                      <a:pt x="1441674" y="548006"/>
                    </a:cubicBezTo>
                    <a:close/>
                    <a:moveTo>
                      <a:pt x="365666" y="547915"/>
                    </a:moveTo>
                    <a:cubicBezTo>
                      <a:pt x="365893" y="547688"/>
                      <a:pt x="365893" y="547915"/>
                      <a:pt x="366120" y="547915"/>
                    </a:cubicBezTo>
                    <a:cubicBezTo>
                      <a:pt x="366347" y="547688"/>
                      <a:pt x="366573" y="547688"/>
                      <a:pt x="366800" y="548142"/>
                    </a:cubicBezTo>
                    <a:cubicBezTo>
                      <a:pt x="367254" y="548369"/>
                      <a:pt x="366800" y="548596"/>
                      <a:pt x="366573" y="549049"/>
                    </a:cubicBezTo>
                    <a:cubicBezTo>
                      <a:pt x="366347" y="549276"/>
                      <a:pt x="366347" y="549049"/>
                      <a:pt x="365893" y="549049"/>
                    </a:cubicBezTo>
                    <a:cubicBezTo>
                      <a:pt x="365666" y="548822"/>
                      <a:pt x="365666" y="548142"/>
                      <a:pt x="365666" y="547915"/>
                    </a:cubicBezTo>
                    <a:close/>
                    <a:moveTo>
                      <a:pt x="1427827" y="546100"/>
                    </a:moveTo>
                    <a:cubicBezTo>
                      <a:pt x="1428542" y="546463"/>
                      <a:pt x="1429971" y="546463"/>
                      <a:pt x="1430328" y="546463"/>
                    </a:cubicBezTo>
                    <a:cubicBezTo>
                      <a:pt x="1431043" y="546463"/>
                      <a:pt x="1430686" y="546100"/>
                      <a:pt x="1431400" y="546826"/>
                    </a:cubicBezTo>
                    <a:cubicBezTo>
                      <a:pt x="1432115" y="547552"/>
                      <a:pt x="1433187" y="548277"/>
                      <a:pt x="1433187" y="548277"/>
                    </a:cubicBezTo>
                    <a:cubicBezTo>
                      <a:pt x="1433187" y="548277"/>
                      <a:pt x="1434259" y="547914"/>
                      <a:pt x="1434616" y="548277"/>
                    </a:cubicBezTo>
                    <a:cubicBezTo>
                      <a:pt x="1434974" y="548277"/>
                      <a:pt x="1436760" y="547552"/>
                      <a:pt x="1436760" y="548277"/>
                    </a:cubicBezTo>
                    <a:cubicBezTo>
                      <a:pt x="1436760" y="549366"/>
                      <a:pt x="1436760" y="549003"/>
                      <a:pt x="1436760" y="550817"/>
                    </a:cubicBezTo>
                    <a:cubicBezTo>
                      <a:pt x="1436760" y="552269"/>
                      <a:pt x="1437832" y="550817"/>
                      <a:pt x="1436760" y="552269"/>
                    </a:cubicBezTo>
                    <a:cubicBezTo>
                      <a:pt x="1436403" y="552994"/>
                      <a:pt x="1436403" y="552994"/>
                      <a:pt x="1436403" y="552994"/>
                    </a:cubicBezTo>
                    <a:cubicBezTo>
                      <a:pt x="1436403" y="552994"/>
                      <a:pt x="1436403" y="553357"/>
                      <a:pt x="1436403" y="553357"/>
                    </a:cubicBezTo>
                    <a:cubicBezTo>
                      <a:pt x="1436760" y="554083"/>
                      <a:pt x="1436760" y="554809"/>
                      <a:pt x="1436760" y="555172"/>
                    </a:cubicBezTo>
                    <a:cubicBezTo>
                      <a:pt x="1437475" y="554446"/>
                      <a:pt x="1437118" y="555897"/>
                      <a:pt x="1437475" y="555897"/>
                    </a:cubicBezTo>
                    <a:cubicBezTo>
                      <a:pt x="1437475" y="556260"/>
                      <a:pt x="1437832" y="556623"/>
                      <a:pt x="1438190" y="557349"/>
                    </a:cubicBezTo>
                    <a:cubicBezTo>
                      <a:pt x="1438190" y="557712"/>
                      <a:pt x="1438904" y="558074"/>
                      <a:pt x="1439262" y="558800"/>
                    </a:cubicBezTo>
                    <a:cubicBezTo>
                      <a:pt x="1439262" y="559526"/>
                      <a:pt x="1439262" y="559526"/>
                      <a:pt x="1439619" y="559526"/>
                    </a:cubicBezTo>
                    <a:cubicBezTo>
                      <a:pt x="1439619" y="559889"/>
                      <a:pt x="1440691" y="560252"/>
                      <a:pt x="1441406" y="559889"/>
                    </a:cubicBezTo>
                    <a:cubicBezTo>
                      <a:pt x="1442478" y="559889"/>
                      <a:pt x="1442478" y="560252"/>
                      <a:pt x="1442835" y="559889"/>
                    </a:cubicBezTo>
                    <a:cubicBezTo>
                      <a:pt x="1443193" y="559526"/>
                      <a:pt x="1443550" y="559526"/>
                      <a:pt x="1443907" y="558437"/>
                    </a:cubicBezTo>
                    <a:cubicBezTo>
                      <a:pt x="1444265" y="557712"/>
                      <a:pt x="1444265" y="557712"/>
                      <a:pt x="1444979" y="557349"/>
                    </a:cubicBezTo>
                    <a:cubicBezTo>
                      <a:pt x="1445694" y="556623"/>
                      <a:pt x="1446051" y="556623"/>
                      <a:pt x="1446766" y="555172"/>
                    </a:cubicBezTo>
                    <a:cubicBezTo>
                      <a:pt x="1446766" y="555172"/>
                      <a:pt x="1447481" y="555172"/>
                      <a:pt x="1447838" y="554809"/>
                    </a:cubicBezTo>
                    <a:cubicBezTo>
                      <a:pt x="1448195" y="554809"/>
                      <a:pt x="1448195" y="555534"/>
                      <a:pt x="1448553" y="555172"/>
                    </a:cubicBezTo>
                    <a:cubicBezTo>
                      <a:pt x="1448910" y="555172"/>
                      <a:pt x="1448910" y="555172"/>
                      <a:pt x="1449982" y="554446"/>
                    </a:cubicBezTo>
                    <a:cubicBezTo>
                      <a:pt x="1449982" y="554083"/>
                      <a:pt x="1450339" y="553720"/>
                      <a:pt x="1450339" y="553720"/>
                    </a:cubicBezTo>
                    <a:cubicBezTo>
                      <a:pt x="1450339" y="553357"/>
                      <a:pt x="1450339" y="552994"/>
                      <a:pt x="1450339" y="552632"/>
                    </a:cubicBezTo>
                    <a:cubicBezTo>
                      <a:pt x="1450339" y="552632"/>
                      <a:pt x="1451054" y="552632"/>
                      <a:pt x="1451411" y="551906"/>
                    </a:cubicBezTo>
                    <a:cubicBezTo>
                      <a:pt x="1451769" y="551543"/>
                      <a:pt x="1452841" y="551180"/>
                      <a:pt x="1453198" y="551180"/>
                    </a:cubicBezTo>
                    <a:cubicBezTo>
                      <a:pt x="1453555" y="550817"/>
                      <a:pt x="1453555" y="551180"/>
                      <a:pt x="1453913" y="551180"/>
                    </a:cubicBezTo>
                    <a:cubicBezTo>
                      <a:pt x="1454270" y="551180"/>
                      <a:pt x="1454270" y="551906"/>
                      <a:pt x="1454627" y="551906"/>
                    </a:cubicBezTo>
                    <a:cubicBezTo>
                      <a:pt x="1454985" y="551906"/>
                      <a:pt x="1455699" y="551906"/>
                      <a:pt x="1456057" y="551906"/>
                    </a:cubicBezTo>
                    <a:cubicBezTo>
                      <a:pt x="1456771" y="552269"/>
                      <a:pt x="1456771" y="552994"/>
                      <a:pt x="1457486" y="552994"/>
                    </a:cubicBezTo>
                    <a:cubicBezTo>
                      <a:pt x="1458201" y="552994"/>
                      <a:pt x="1458915" y="552994"/>
                      <a:pt x="1459630" y="552994"/>
                    </a:cubicBezTo>
                    <a:cubicBezTo>
                      <a:pt x="1460345" y="552632"/>
                      <a:pt x="1460345" y="554083"/>
                      <a:pt x="1461059" y="554446"/>
                    </a:cubicBezTo>
                    <a:cubicBezTo>
                      <a:pt x="1462131" y="554809"/>
                      <a:pt x="1462489" y="555172"/>
                      <a:pt x="1463561" y="555172"/>
                    </a:cubicBezTo>
                    <a:cubicBezTo>
                      <a:pt x="1464633" y="555172"/>
                      <a:pt x="1464990" y="555534"/>
                      <a:pt x="1466062" y="555534"/>
                    </a:cubicBezTo>
                    <a:cubicBezTo>
                      <a:pt x="1466777" y="555534"/>
                      <a:pt x="1466419" y="556260"/>
                      <a:pt x="1467134" y="556623"/>
                    </a:cubicBezTo>
                    <a:cubicBezTo>
                      <a:pt x="1467491" y="556986"/>
                      <a:pt x="1468206" y="556623"/>
                      <a:pt x="1468206" y="556623"/>
                    </a:cubicBezTo>
                    <a:cubicBezTo>
                      <a:pt x="1468206" y="556623"/>
                      <a:pt x="1468563" y="556623"/>
                      <a:pt x="1468921" y="556623"/>
                    </a:cubicBezTo>
                    <a:cubicBezTo>
                      <a:pt x="1468921" y="556623"/>
                      <a:pt x="1468921" y="556623"/>
                      <a:pt x="1468921" y="557712"/>
                    </a:cubicBezTo>
                    <a:cubicBezTo>
                      <a:pt x="1469278" y="557712"/>
                      <a:pt x="1469993" y="557712"/>
                      <a:pt x="1470350" y="558074"/>
                    </a:cubicBezTo>
                    <a:cubicBezTo>
                      <a:pt x="1471065" y="558074"/>
                      <a:pt x="1471779" y="558800"/>
                      <a:pt x="1472137" y="558800"/>
                    </a:cubicBezTo>
                    <a:cubicBezTo>
                      <a:pt x="1472494" y="559163"/>
                      <a:pt x="1474995" y="560252"/>
                      <a:pt x="1475353" y="560614"/>
                    </a:cubicBezTo>
                    <a:cubicBezTo>
                      <a:pt x="1476067" y="560614"/>
                      <a:pt x="1476425" y="560614"/>
                      <a:pt x="1477854" y="560977"/>
                    </a:cubicBezTo>
                    <a:cubicBezTo>
                      <a:pt x="1479283" y="561703"/>
                      <a:pt x="1479998" y="561703"/>
                      <a:pt x="1480713" y="562066"/>
                    </a:cubicBezTo>
                    <a:cubicBezTo>
                      <a:pt x="1481427" y="562429"/>
                      <a:pt x="1482142" y="562792"/>
                      <a:pt x="1482499" y="563154"/>
                    </a:cubicBezTo>
                    <a:cubicBezTo>
                      <a:pt x="1482857" y="563154"/>
                      <a:pt x="1484643" y="563880"/>
                      <a:pt x="1485001" y="564243"/>
                    </a:cubicBezTo>
                    <a:cubicBezTo>
                      <a:pt x="1485715" y="564243"/>
                      <a:pt x="1486787" y="565332"/>
                      <a:pt x="1487145" y="566057"/>
                    </a:cubicBezTo>
                    <a:cubicBezTo>
                      <a:pt x="1487145" y="566057"/>
                      <a:pt x="1488931" y="566783"/>
                      <a:pt x="1490718" y="568597"/>
                    </a:cubicBezTo>
                    <a:cubicBezTo>
                      <a:pt x="1492148" y="570049"/>
                      <a:pt x="1491075" y="569686"/>
                      <a:pt x="1491433" y="570049"/>
                    </a:cubicBezTo>
                    <a:cubicBezTo>
                      <a:pt x="1491433" y="570412"/>
                      <a:pt x="1491790" y="570412"/>
                      <a:pt x="1492505" y="570774"/>
                    </a:cubicBezTo>
                    <a:cubicBezTo>
                      <a:pt x="1493220" y="570774"/>
                      <a:pt x="1492862" y="571137"/>
                      <a:pt x="1493220" y="571500"/>
                    </a:cubicBezTo>
                    <a:cubicBezTo>
                      <a:pt x="1493577" y="571863"/>
                      <a:pt x="1493220" y="572226"/>
                      <a:pt x="1493577" y="572226"/>
                    </a:cubicBezTo>
                    <a:cubicBezTo>
                      <a:pt x="1493934" y="572589"/>
                      <a:pt x="1495006" y="572589"/>
                      <a:pt x="1496078" y="572952"/>
                    </a:cubicBezTo>
                    <a:cubicBezTo>
                      <a:pt x="1497150" y="573314"/>
                      <a:pt x="1497865" y="573677"/>
                      <a:pt x="1498580" y="574040"/>
                    </a:cubicBezTo>
                    <a:cubicBezTo>
                      <a:pt x="1499294" y="574040"/>
                      <a:pt x="1498937" y="574403"/>
                      <a:pt x="1499294" y="574766"/>
                    </a:cubicBezTo>
                    <a:cubicBezTo>
                      <a:pt x="1500009" y="575129"/>
                      <a:pt x="1500009" y="575129"/>
                      <a:pt x="1500366" y="575492"/>
                    </a:cubicBezTo>
                    <a:cubicBezTo>
                      <a:pt x="1500724" y="575854"/>
                      <a:pt x="1500366" y="576217"/>
                      <a:pt x="1500366" y="576217"/>
                    </a:cubicBezTo>
                    <a:cubicBezTo>
                      <a:pt x="1500366" y="576580"/>
                      <a:pt x="1500366" y="576580"/>
                      <a:pt x="1500009" y="576943"/>
                    </a:cubicBezTo>
                    <a:cubicBezTo>
                      <a:pt x="1499294" y="577669"/>
                      <a:pt x="1499652" y="577669"/>
                      <a:pt x="1497508" y="577306"/>
                    </a:cubicBezTo>
                    <a:cubicBezTo>
                      <a:pt x="1495721" y="577306"/>
                      <a:pt x="1497150" y="577669"/>
                      <a:pt x="1496793" y="578032"/>
                    </a:cubicBezTo>
                    <a:cubicBezTo>
                      <a:pt x="1496078" y="578394"/>
                      <a:pt x="1496793" y="578394"/>
                      <a:pt x="1496793" y="579120"/>
                    </a:cubicBezTo>
                    <a:cubicBezTo>
                      <a:pt x="1497150" y="579846"/>
                      <a:pt x="1497508" y="580209"/>
                      <a:pt x="1497865" y="580209"/>
                    </a:cubicBezTo>
                    <a:cubicBezTo>
                      <a:pt x="1498222" y="580572"/>
                      <a:pt x="1498222" y="580934"/>
                      <a:pt x="1498222" y="581297"/>
                    </a:cubicBezTo>
                    <a:cubicBezTo>
                      <a:pt x="1498580" y="581660"/>
                      <a:pt x="1499294" y="582386"/>
                      <a:pt x="1499652" y="582386"/>
                    </a:cubicBezTo>
                    <a:cubicBezTo>
                      <a:pt x="1500009" y="582749"/>
                      <a:pt x="1501081" y="583112"/>
                      <a:pt x="1501438" y="583474"/>
                    </a:cubicBezTo>
                    <a:cubicBezTo>
                      <a:pt x="1501438" y="583474"/>
                      <a:pt x="1502153" y="583837"/>
                      <a:pt x="1501796" y="584563"/>
                    </a:cubicBezTo>
                    <a:cubicBezTo>
                      <a:pt x="1501796" y="584926"/>
                      <a:pt x="1502153" y="585289"/>
                      <a:pt x="1502868" y="585289"/>
                    </a:cubicBezTo>
                    <a:cubicBezTo>
                      <a:pt x="1503582" y="585289"/>
                      <a:pt x="1503582" y="586377"/>
                      <a:pt x="1503940" y="587103"/>
                    </a:cubicBezTo>
                    <a:cubicBezTo>
                      <a:pt x="1504297" y="587829"/>
                      <a:pt x="1504297" y="588192"/>
                      <a:pt x="1504297" y="588192"/>
                    </a:cubicBezTo>
                    <a:cubicBezTo>
                      <a:pt x="1504297" y="588554"/>
                      <a:pt x="1504654" y="588917"/>
                      <a:pt x="1505369" y="588554"/>
                    </a:cubicBezTo>
                    <a:cubicBezTo>
                      <a:pt x="1506084" y="588192"/>
                      <a:pt x="1505369" y="588554"/>
                      <a:pt x="1506084" y="588192"/>
                    </a:cubicBezTo>
                    <a:cubicBezTo>
                      <a:pt x="1506441" y="587829"/>
                      <a:pt x="1506798" y="588554"/>
                      <a:pt x="1506798" y="588917"/>
                    </a:cubicBezTo>
                    <a:cubicBezTo>
                      <a:pt x="1507156" y="589280"/>
                      <a:pt x="1507156" y="589643"/>
                      <a:pt x="1507156" y="590006"/>
                    </a:cubicBezTo>
                    <a:cubicBezTo>
                      <a:pt x="1507156" y="590369"/>
                      <a:pt x="1507156" y="590732"/>
                      <a:pt x="1507513" y="590732"/>
                    </a:cubicBezTo>
                    <a:cubicBezTo>
                      <a:pt x="1507870" y="591094"/>
                      <a:pt x="1508942" y="591094"/>
                      <a:pt x="1508942" y="591094"/>
                    </a:cubicBezTo>
                    <a:cubicBezTo>
                      <a:pt x="1509300" y="591094"/>
                      <a:pt x="1510372" y="592183"/>
                      <a:pt x="1510372" y="592183"/>
                    </a:cubicBezTo>
                    <a:cubicBezTo>
                      <a:pt x="1510014" y="592546"/>
                      <a:pt x="1510729" y="592909"/>
                      <a:pt x="1510729" y="593272"/>
                    </a:cubicBezTo>
                    <a:cubicBezTo>
                      <a:pt x="1511086" y="593634"/>
                      <a:pt x="1511801" y="593634"/>
                      <a:pt x="1511801" y="593634"/>
                    </a:cubicBezTo>
                    <a:cubicBezTo>
                      <a:pt x="1511801" y="593634"/>
                      <a:pt x="1511801" y="593634"/>
                      <a:pt x="1512873" y="593997"/>
                    </a:cubicBezTo>
                    <a:cubicBezTo>
                      <a:pt x="1512873" y="593997"/>
                      <a:pt x="1513588" y="593997"/>
                      <a:pt x="1514302" y="593997"/>
                    </a:cubicBezTo>
                    <a:cubicBezTo>
                      <a:pt x="1514660" y="593634"/>
                      <a:pt x="1515017" y="593997"/>
                      <a:pt x="1513945" y="595086"/>
                    </a:cubicBezTo>
                    <a:cubicBezTo>
                      <a:pt x="1513230" y="596174"/>
                      <a:pt x="1514660" y="594723"/>
                      <a:pt x="1513945" y="595449"/>
                    </a:cubicBezTo>
                    <a:cubicBezTo>
                      <a:pt x="1513230" y="596174"/>
                      <a:pt x="1513945" y="595449"/>
                      <a:pt x="1513945" y="596174"/>
                    </a:cubicBezTo>
                    <a:cubicBezTo>
                      <a:pt x="1513945" y="596537"/>
                      <a:pt x="1513230" y="596537"/>
                      <a:pt x="1512873" y="596900"/>
                    </a:cubicBezTo>
                    <a:cubicBezTo>
                      <a:pt x="1512516" y="596900"/>
                      <a:pt x="1512158" y="596900"/>
                      <a:pt x="1511801" y="596174"/>
                    </a:cubicBezTo>
                    <a:cubicBezTo>
                      <a:pt x="1511444" y="595812"/>
                      <a:pt x="1511444" y="596174"/>
                      <a:pt x="1511086" y="595812"/>
                    </a:cubicBezTo>
                    <a:cubicBezTo>
                      <a:pt x="1511086" y="595086"/>
                      <a:pt x="1510729" y="595086"/>
                      <a:pt x="1510014" y="594723"/>
                    </a:cubicBezTo>
                    <a:cubicBezTo>
                      <a:pt x="1509300" y="594360"/>
                      <a:pt x="1510014" y="594723"/>
                      <a:pt x="1509300" y="594723"/>
                    </a:cubicBezTo>
                    <a:cubicBezTo>
                      <a:pt x="1508585" y="595086"/>
                      <a:pt x="1508228" y="595086"/>
                      <a:pt x="1507870" y="594723"/>
                    </a:cubicBezTo>
                    <a:cubicBezTo>
                      <a:pt x="1507156" y="594723"/>
                      <a:pt x="1505726" y="594360"/>
                      <a:pt x="1505369" y="593997"/>
                    </a:cubicBezTo>
                    <a:cubicBezTo>
                      <a:pt x="1505012" y="593634"/>
                      <a:pt x="1503582" y="593997"/>
                      <a:pt x="1503582" y="593634"/>
                    </a:cubicBezTo>
                    <a:cubicBezTo>
                      <a:pt x="1503225" y="593272"/>
                      <a:pt x="1502868" y="593634"/>
                      <a:pt x="1502510" y="593634"/>
                    </a:cubicBezTo>
                    <a:cubicBezTo>
                      <a:pt x="1502153" y="593634"/>
                      <a:pt x="1501796" y="593634"/>
                      <a:pt x="1501438" y="593634"/>
                    </a:cubicBezTo>
                    <a:cubicBezTo>
                      <a:pt x="1501438" y="593634"/>
                      <a:pt x="1500366" y="593634"/>
                      <a:pt x="1500009" y="593272"/>
                    </a:cubicBezTo>
                    <a:cubicBezTo>
                      <a:pt x="1500009" y="592909"/>
                      <a:pt x="1499652" y="592909"/>
                      <a:pt x="1499294" y="592909"/>
                    </a:cubicBezTo>
                    <a:cubicBezTo>
                      <a:pt x="1498937" y="592546"/>
                      <a:pt x="1498937" y="592183"/>
                      <a:pt x="1498580" y="591820"/>
                    </a:cubicBezTo>
                    <a:cubicBezTo>
                      <a:pt x="1498222" y="591457"/>
                      <a:pt x="1497508" y="591820"/>
                      <a:pt x="1497150" y="591457"/>
                    </a:cubicBezTo>
                    <a:cubicBezTo>
                      <a:pt x="1497150" y="591094"/>
                      <a:pt x="1497150" y="591094"/>
                      <a:pt x="1497150" y="590732"/>
                    </a:cubicBezTo>
                    <a:cubicBezTo>
                      <a:pt x="1497150" y="590369"/>
                      <a:pt x="1496436" y="590369"/>
                      <a:pt x="1496078" y="590006"/>
                    </a:cubicBezTo>
                    <a:cubicBezTo>
                      <a:pt x="1496078" y="589643"/>
                      <a:pt x="1496078" y="589280"/>
                      <a:pt x="1495721" y="588917"/>
                    </a:cubicBezTo>
                    <a:cubicBezTo>
                      <a:pt x="1495721" y="588917"/>
                      <a:pt x="1495006" y="588554"/>
                      <a:pt x="1495006" y="587466"/>
                    </a:cubicBezTo>
                    <a:cubicBezTo>
                      <a:pt x="1495006" y="587466"/>
                      <a:pt x="1494292" y="587103"/>
                      <a:pt x="1493934" y="586740"/>
                    </a:cubicBezTo>
                    <a:cubicBezTo>
                      <a:pt x="1493220" y="586377"/>
                      <a:pt x="1493220" y="586377"/>
                      <a:pt x="1493220" y="585652"/>
                    </a:cubicBezTo>
                    <a:cubicBezTo>
                      <a:pt x="1493220" y="585289"/>
                      <a:pt x="1492148" y="583837"/>
                      <a:pt x="1491075" y="583112"/>
                    </a:cubicBezTo>
                    <a:cubicBezTo>
                      <a:pt x="1490718" y="582749"/>
                      <a:pt x="1489646" y="583474"/>
                      <a:pt x="1489646" y="583112"/>
                    </a:cubicBezTo>
                    <a:cubicBezTo>
                      <a:pt x="1489646" y="582749"/>
                      <a:pt x="1488931" y="583112"/>
                      <a:pt x="1488931" y="582749"/>
                    </a:cubicBezTo>
                    <a:cubicBezTo>
                      <a:pt x="1488574" y="582749"/>
                      <a:pt x="1488217" y="583112"/>
                      <a:pt x="1487145" y="582386"/>
                    </a:cubicBezTo>
                    <a:cubicBezTo>
                      <a:pt x="1486787" y="582386"/>
                      <a:pt x="1486430" y="582749"/>
                      <a:pt x="1486073" y="582023"/>
                    </a:cubicBezTo>
                    <a:cubicBezTo>
                      <a:pt x="1486073" y="581660"/>
                      <a:pt x="1485001" y="582023"/>
                      <a:pt x="1484286" y="581660"/>
                    </a:cubicBezTo>
                    <a:cubicBezTo>
                      <a:pt x="1483929" y="581660"/>
                      <a:pt x="1484286" y="581660"/>
                      <a:pt x="1484286" y="582386"/>
                    </a:cubicBezTo>
                    <a:cubicBezTo>
                      <a:pt x="1484286" y="582386"/>
                      <a:pt x="1484286" y="582386"/>
                      <a:pt x="1483214" y="582749"/>
                    </a:cubicBezTo>
                    <a:cubicBezTo>
                      <a:pt x="1483214" y="582749"/>
                      <a:pt x="1483214" y="582749"/>
                      <a:pt x="1482857" y="582749"/>
                    </a:cubicBezTo>
                    <a:cubicBezTo>
                      <a:pt x="1482857" y="582749"/>
                      <a:pt x="1482857" y="582749"/>
                      <a:pt x="1482142" y="583837"/>
                    </a:cubicBezTo>
                    <a:cubicBezTo>
                      <a:pt x="1482142" y="583837"/>
                      <a:pt x="1481427" y="584200"/>
                      <a:pt x="1480355" y="583837"/>
                    </a:cubicBezTo>
                    <a:cubicBezTo>
                      <a:pt x="1479283" y="583837"/>
                      <a:pt x="1480355" y="583837"/>
                      <a:pt x="1480713" y="584926"/>
                    </a:cubicBezTo>
                    <a:cubicBezTo>
                      <a:pt x="1480713" y="585652"/>
                      <a:pt x="1479998" y="585652"/>
                      <a:pt x="1479998" y="585652"/>
                    </a:cubicBezTo>
                    <a:cubicBezTo>
                      <a:pt x="1479641" y="585652"/>
                      <a:pt x="1478926" y="585652"/>
                      <a:pt x="1478569" y="585652"/>
                    </a:cubicBezTo>
                    <a:cubicBezTo>
                      <a:pt x="1477854" y="585652"/>
                      <a:pt x="1477497" y="585652"/>
                      <a:pt x="1476425" y="585289"/>
                    </a:cubicBezTo>
                    <a:cubicBezTo>
                      <a:pt x="1475710" y="584926"/>
                      <a:pt x="1474281" y="584563"/>
                      <a:pt x="1474281" y="584563"/>
                    </a:cubicBezTo>
                    <a:cubicBezTo>
                      <a:pt x="1474281" y="584563"/>
                      <a:pt x="1474281" y="584563"/>
                      <a:pt x="1475710" y="585652"/>
                    </a:cubicBezTo>
                    <a:cubicBezTo>
                      <a:pt x="1476067" y="585652"/>
                      <a:pt x="1477854" y="586014"/>
                      <a:pt x="1477854" y="586014"/>
                    </a:cubicBezTo>
                    <a:cubicBezTo>
                      <a:pt x="1477854" y="586014"/>
                      <a:pt x="1478569" y="586377"/>
                      <a:pt x="1479283" y="586014"/>
                    </a:cubicBezTo>
                    <a:cubicBezTo>
                      <a:pt x="1479641" y="586014"/>
                      <a:pt x="1479641" y="586377"/>
                      <a:pt x="1479998" y="587466"/>
                    </a:cubicBezTo>
                    <a:cubicBezTo>
                      <a:pt x="1480355" y="587829"/>
                      <a:pt x="1479998" y="588192"/>
                      <a:pt x="1479641" y="588554"/>
                    </a:cubicBezTo>
                    <a:cubicBezTo>
                      <a:pt x="1479641" y="588917"/>
                      <a:pt x="1479283" y="588917"/>
                      <a:pt x="1478926" y="588917"/>
                    </a:cubicBezTo>
                    <a:cubicBezTo>
                      <a:pt x="1478569" y="588917"/>
                      <a:pt x="1477854" y="589280"/>
                      <a:pt x="1477497" y="589280"/>
                    </a:cubicBezTo>
                    <a:cubicBezTo>
                      <a:pt x="1477139" y="589280"/>
                      <a:pt x="1476782" y="589643"/>
                      <a:pt x="1476425" y="590006"/>
                    </a:cubicBezTo>
                    <a:cubicBezTo>
                      <a:pt x="1476067" y="590006"/>
                      <a:pt x="1475353" y="590006"/>
                      <a:pt x="1474281" y="589643"/>
                    </a:cubicBezTo>
                    <a:cubicBezTo>
                      <a:pt x="1473923" y="589280"/>
                      <a:pt x="1473209" y="589643"/>
                      <a:pt x="1473209" y="589643"/>
                    </a:cubicBezTo>
                    <a:cubicBezTo>
                      <a:pt x="1473209" y="589643"/>
                      <a:pt x="1473209" y="589643"/>
                      <a:pt x="1471779" y="589280"/>
                    </a:cubicBezTo>
                    <a:cubicBezTo>
                      <a:pt x="1471779" y="589280"/>
                      <a:pt x="1470350" y="589643"/>
                      <a:pt x="1469993" y="589643"/>
                    </a:cubicBezTo>
                    <a:cubicBezTo>
                      <a:pt x="1469635" y="589643"/>
                      <a:pt x="1469278" y="589643"/>
                      <a:pt x="1468921" y="589643"/>
                    </a:cubicBezTo>
                    <a:cubicBezTo>
                      <a:pt x="1468921" y="589643"/>
                      <a:pt x="1468921" y="589643"/>
                      <a:pt x="1468921" y="588192"/>
                    </a:cubicBezTo>
                    <a:cubicBezTo>
                      <a:pt x="1468563" y="588192"/>
                      <a:pt x="1468206" y="587829"/>
                      <a:pt x="1467849" y="587829"/>
                    </a:cubicBezTo>
                    <a:cubicBezTo>
                      <a:pt x="1467491" y="587103"/>
                      <a:pt x="1467491" y="587466"/>
                      <a:pt x="1467134" y="587103"/>
                    </a:cubicBezTo>
                    <a:cubicBezTo>
                      <a:pt x="1467134" y="586740"/>
                      <a:pt x="1466062" y="586014"/>
                      <a:pt x="1465705" y="585652"/>
                    </a:cubicBezTo>
                    <a:cubicBezTo>
                      <a:pt x="1465705" y="585289"/>
                      <a:pt x="1465347" y="585289"/>
                      <a:pt x="1464633" y="584563"/>
                    </a:cubicBezTo>
                    <a:cubicBezTo>
                      <a:pt x="1464275" y="584200"/>
                      <a:pt x="1464275" y="583837"/>
                      <a:pt x="1463918" y="583112"/>
                    </a:cubicBezTo>
                    <a:cubicBezTo>
                      <a:pt x="1463918" y="582023"/>
                      <a:pt x="1463918" y="583112"/>
                      <a:pt x="1462846" y="583474"/>
                    </a:cubicBezTo>
                    <a:cubicBezTo>
                      <a:pt x="1461774" y="583837"/>
                      <a:pt x="1462131" y="583837"/>
                      <a:pt x="1461774" y="583837"/>
                    </a:cubicBezTo>
                    <a:cubicBezTo>
                      <a:pt x="1461774" y="583837"/>
                      <a:pt x="1461059" y="583837"/>
                      <a:pt x="1460702" y="583474"/>
                    </a:cubicBezTo>
                    <a:cubicBezTo>
                      <a:pt x="1460345" y="582749"/>
                      <a:pt x="1460702" y="583474"/>
                      <a:pt x="1460345" y="583112"/>
                    </a:cubicBezTo>
                    <a:cubicBezTo>
                      <a:pt x="1459630" y="583112"/>
                      <a:pt x="1459273" y="582386"/>
                      <a:pt x="1459273" y="582386"/>
                    </a:cubicBezTo>
                    <a:cubicBezTo>
                      <a:pt x="1459273" y="582386"/>
                      <a:pt x="1459273" y="582749"/>
                      <a:pt x="1459630" y="583112"/>
                    </a:cubicBezTo>
                    <a:cubicBezTo>
                      <a:pt x="1459987" y="583112"/>
                      <a:pt x="1459273" y="583474"/>
                      <a:pt x="1459273" y="584200"/>
                    </a:cubicBezTo>
                    <a:cubicBezTo>
                      <a:pt x="1458915" y="584563"/>
                      <a:pt x="1458201" y="584200"/>
                      <a:pt x="1457843" y="584563"/>
                    </a:cubicBezTo>
                    <a:cubicBezTo>
                      <a:pt x="1457486" y="584563"/>
                      <a:pt x="1456057" y="584563"/>
                      <a:pt x="1455342" y="584200"/>
                    </a:cubicBezTo>
                    <a:cubicBezTo>
                      <a:pt x="1454627" y="584200"/>
                      <a:pt x="1453913" y="584563"/>
                      <a:pt x="1453555" y="584563"/>
                    </a:cubicBezTo>
                    <a:cubicBezTo>
                      <a:pt x="1452841" y="584563"/>
                      <a:pt x="1452841" y="584563"/>
                      <a:pt x="1452841" y="583837"/>
                    </a:cubicBezTo>
                    <a:cubicBezTo>
                      <a:pt x="1452841" y="582749"/>
                      <a:pt x="1453198" y="583112"/>
                      <a:pt x="1453555" y="582023"/>
                    </a:cubicBezTo>
                    <a:cubicBezTo>
                      <a:pt x="1454270" y="580572"/>
                      <a:pt x="1453913" y="581297"/>
                      <a:pt x="1454270" y="580572"/>
                    </a:cubicBezTo>
                    <a:cubicBezTo>
                      <a:pt x="1454627" y="579846"/>
                      <a:pt x="1455342" y="580209"/>
                      <a:pt x="1456057" y="579483"/>
                    </a:cubicBezTo>
                    <a:cubicBezTo>
                      <a:pt x="1456414" y="579120"/>
                      <a:pt x="1457129" y="579120"/>
                      <a:pt x="1457486" y="579120"/>
                    </a:cubicBezTo>
                    <a:cubicBezTo>
                      <a:pt x="1457486" y="579120"/>
                      <a:pt x="1457486" y="579120"/>
                      <a:pt x="1457486" y="578757"/>
                    </a:cubicBezTo>
                    <a:cubicBezTo>
                      <a:pt x="1457486" y="578032"/>
                      <a:pt x="1457843" y="578394"/>
                      <a:pt x="1457843" y="578394"/>
                    </a:cubicBezTo>
                    <a:cubicBezTo>
                      <a:pt x="1457843" y="578394"/>
                      <a:pt x="1458558" y="578757"/>
                      <a:pt x="1459273" y="578394"/>
                    </a:cubicBezTo>
                    <a:cubicBezTo>
                      <a:pt x="1459630" y="578032"/>
                      <a:pt x="1459273" y="577669"/>
                      <a:pt x="1458201" y="576943"/>
                    </a:cubicBezTo>
                    <a:cubicBezTo>
                      <a:pt x="1457129" y="575854"/>
                      <a:pt x="1457486" y="575854"/>
                      <a:pt x="1457486" y="575854"/>
                    </a:cubicBezTo>
                    <a:cubicBezTo>
                      <a:pt x="1457486" y="575492"/>
                      <a:pt x="1456771" y="575129"/>
                      <a:pt x="1456414" y="574403"/>
                    </a:cubicBezTo>
                    <a:cubicBezTo>
                      <a:pt x="1456414" y="574040"/>
                      <a:pt x="1456414" y="574040"/>
                      <a:pt x="1454985" y="572589"/>
                    </a:cubicBezTo>
                    <a:cubicBezTo>
                      <a:pt x="1454985" y="572226"/>
                      <a:pt x="1454627" y="571863"/>
                      <a:pt x="1454627" y="571500"/>
                    </a:cubicBezTo>
                    <a:cubicBezTo>
                      <a:pt x="1454627" y="571137"/>
                      <a:pt x="1453913" y="570412"/>
                      <a:pt x="1453913" y="570049"/>
                    </a:cubicBezTo>
                    <a:cubicBezTo>
                      <a:pt x="1453913" y="569323"/>
                      <a:pt x="1452483" y="568960"/>
                      <a:pt x="1452483" y="568960"/>
                    </a:cubicBezTo>
                    <a:cubicBezTo>
                      <a:pt x="1452126" y="568597"/>
                      <a:pt x="1451411" y="568597"/>
                      <a:pt x="1450697" y="568234"/>
                    </a:cubicBezTo>
                    <a:cubicBezTo>
                      <a:pt x="1450339" y="568234"/>
                      <a:pt x="1449982" y="568234"/>
                      <a:pt x="1449625" y="567872"/>
                    </a:cubicBezTo>
                    <a:cubicBezTo>
                      <a:pt x="1449267" y="567872"/>
                      <a:pt x="1448553" y="567872"/>
                      <a:pt x="1447838" y="567509"/>
                    </a:cubicBezTo>
                    <a:cubicBezTo>
                      <a:pt x="1447481" y="567146"/>
                      <a:pt x="1446766" y="567509"/>
                      <a:pt x="1446051" y="566783"/>
                    </a:cubicBezTo>
                    <a:cubicBezTo>
                      <a:pt x="1445694" y="566057"/>
                      <a:pt x="1445337" y="566057"/>
                      <a:pt x="1444622" y="566420"/>
                    </a:cubicBezTo>
                    <a:cubicBezTo>
                      <a:pt x="1443907" y="566420"/>
                      <a:pt x="1442835" y="566057"/>
                      <a:pt x="1442478" y="565694"/>
                    </a:cubicBezTo>
                    <a:cubicBezTo>
                      <a:pt x="1442120" y="565694"/>
                      <a:pt x="1441763" y="565694"/>
                      <a:pt x="1441763" y="565694"/>
                    </a:cubicBezTo>
                    <a:cubicBezTo>
                      <a:pt x="1441763" y="565694"/>
                      <a:pt x="1441763" y="565694"/>
                      <a:pt x="1440334" y="565332"/>
                    </a:cubicBezTo>
                    <a:cubicBezTo>
                      <a:pt x="1440334" y="565332"/>
                      <a:pt x="1439976" y="564969"/>
                      <a:pt x="1439619" y="564969"/>
                    </a:cubicBezTo>
                    <a:cubicBezTo>
                      <a:pt x="1439262" y="564606"/>
                      <a:pt x="1439262" y="564606"/>
                      <a:pt x="1439262" y="564243"/>
                    </a:cubicBezTo>
                    <a:cubicBezTo>
                      <a:pt x="1439619" y="563880"/>
                      <a:pt x="1438904" y="563517"/>
                      <a:pt x="1439262" y="563154"/>
                    </a:cubicBezTo>
                    <a:cubicBezTo>
                      <a:pt x="1439262" y="562792"/>
                      <a:pt x="1438190" y="563517"/>
                      <a:pt x="1437475" y="563517"/>
                    </a:cubicBezTo>
                    <a:cubicBezTo>
                      <a:pt x="1437118" y="563154"/>
                      <a:pt x="1437118" y="563517"/>
                      <a:pt x="1436760" y="563154"/>
                    </a:cubicBezTo>
                    <a:cubicBezTo>
                      <a:pt x="1436403" y="562429"/>
                      <a:pt x="1436403" y="562792"/>
                      <a:pt x="1435688" y="562792"/>
                    </a:cubicBezTo>
                    <a:cubicBezTo>
                      <a:pt x="1435331" y="562792"/>
                      <a:pt x="1434974" y="562429"/>
                      <a:pt x="1434616" y="562429"/>
                    </a:cubicBezTo>
                    <a:cubicBezTo>
                      <a:pt x="1434616" y="562066"/>
                      <a:pt x="1434259" y="561703"/>
                      <a:pt x="1434616" y="560977"/>
                    </a:cubicBezTo>
                    <a:cubicBezTo>
                      <a:pt x="1434616" y="560252"/>
                      <a:pt x="1434974" y="560614"/>
                      <a:pt x="1434974" y="559526"/>
                    </a:cubicBezTo>
                    <a:cubicBezTo>
                      <a:pt x="1435331" y="558437"/>
                      <a:pt x="1434974" y="559526"/>
                      <a:pt x="1433902" y="559889"/>
                    </a:cubicBezTo>
                    <a:cubicBezTo>
                      <a:pt x="1433902" y="560252"/>
                      <a:pt x="1433902" y="560614"/>
                      <a:pt x="1433902" y="560977"/>
                    </a:cubicBezTo>
                    <a:cubicBezTo>
                      <a:pt x="1433544" y="561703"/>
                      <a:pt x="1433544" y="561703"/>
                      <a:pt x="1433544" y="562066"/>
                    </a:cubicBezTo>
                    <a:cubicBezTo>
                      <a:pt x="1433544" y="562429"/>
                      <a:pt x="1433544" y="562792"/>
                      <a:pt x="1432830" y="563880"/>
                    </a:cubicBezTo>
                    <a:cubicBezTo>
                      <a:pt x="1432830" y="563880"/>
                      <a:pt x="1432472" y="563880"/>
                      <a:pt x="1432115" y="563880"/>
                    </a:cubicBezTo>
                    <a:cubicBezTo>
                      <a:pt x="1432115" y="563880"/>
                      <a:pt x="1432115" y="563880"/>
                      <a:pt x="1431043" y="563880"/>
                    </a:cubicBezTo>
                    <a:cubicBezTo>
                      <a:pt x="1430328" y="563880"/>
                      <a:pt x="1430328" y="563517"/>
                      <a:pt x="1429971" y="563154"/>
                    </a:cubicBezTo>
                    <a:cubicBezTo>
                      <a:pt x="1429971" y="562792"/>
                      <a:pt x="1429971" y="562792"/>
                      <a:pt x="1429971" y="562066"/>
                    </a:cubicBezTo>
                    <a:cubicBezTo>
                      <a:pt x="1429971" y="561703"/>
                      <a:pt x="1429971" y="560977"/>
                      <a:pt x="1429614" y="560614"/>
                    </a:cubicBezTo>
                    <a:cubicBezTo>
                      <a:pt x="1429256" y="560252"/>
                      <a:pt x="1429614" y="560252"/>
                      <a:pt x="1428899" y="559526"/>
                    </a:cubicBezTo>
                    <a:cubicBezTo>
                      <a:pt x="1428542" y="559163"/>
                      <a:pt x="1428542" y="559163"/>
                      <a:pt x="1427827" y="559163"/>
                    </a:cubicBezTo>
                    <a:cubicBezTo>
                      <a:pt x="1427470" y="558800"/>
                      <a:pt x="1427470" y="558800"/>
                      <a:pt x="1426755" y="558074"/>
                    </a:cubicBezTo>
                    <a:cubicBezTo>
                      <a:pt x="1426398" y="557712"/>
                      <a:pt x="1426755" y="558074"/>
                      <a:pt x="1427112" y="556986"/>
                    </a:cubicBezTo>
                    <a:cubicBezTo>
                      <a:pt x="1427470" y="556260"/>
                      <a:pt x="1427470" y="556986"/>
                      <a:pt x="1428184" y="556986"/>
                    </a:cubicBezTo>
                    <a:cubicBezTo>
                      <a:pt x="1428899" y="556986"/>
                      <a:pt x="1428184" y="557712"/>
                      <a:pt x="1429256" y="557712"/>
                    </a:cubicBezTo>
                    <a:cubicBezTo>
                      <a:pt x="1429971" y="557712"/>
                      <a:pt x="1429971" y="557712"/>
                      <a:pt x="1430328" y="556986"/>
                    </a:cubicBezTo>
                    <a:cubicBezTo>
                      <a:pt x="1430328" y="556623"/>
                      <a:pt x="1431043" y="556260"/>
                      <a:pt x="1431043" y="556260"/>
                    </a:cubicBezTo>
                    <a:cubicBezTo>
                      <a:pt x="1431043" y="556260"/>
                      <a:pt x="1431758" y="556260"/>
                      <a:pt x="1432472" y="555897"/>
                    </a:cubicBezTo>
                    <a:cubicBezTo>
                      <a:pt x="1432830" y="555897"/>
                      <a:pt x="1432472" y="556260"/>
                      <a:pt x="1433544" y="556260"/>
                    </a:cubicBezTo>
                    <a:cubicBezTo>
                      <a:pt x="1434616" y="556260"/>
                      <a:pt x="1434259" y="556260"/>
                      <a:pt x="1434616" y="555897"/>
                    </a:cubicBezTo>
                    <a:cubicBezTo>
                      <a:pt x="1434616" y="555534"/>
                      <a:pt x="1434974" y="555534"/>
                      <a:pt x="1435331" y="555534"/>
                    </a:cubicBezTo>
                    <a:cubicBezTo>
                      <a:pt x="1434974" y="555534"/>
                      <a:pt x="1434616" y="555534"/>
                      <a:pt x="1434616" y="555534"/>
                    </a:cubicBezTo>
                    <a:cubicBezTo>
                      <a:pt x="1434259" y="555172"/>
                      <a:pt x="1433902" y="554446"/>
                      <a:pt x="1433187" y="555172"/>
                    </a:cubicBezTo>
                    <a:cubicBezTo>
                      <a:pt x="1432472" y="555534"/>
                      <a:pt x="1432115" y="555172"/>
                      <a:pt x="1431400" y="555534"/>
                    </a:cubicBezTo>
                    <a:cubicBezTo>
                      <a:pt x="1431043" y="555897"/>
                      <a:pt x="1431043" y="555897"/>
                      <a:pt x="1430328" y="555534"/>
                    </a:cubicBezTo>
                    <a:cubicBezTo>
                      <a:pt x="1429614" y="554809"/>
                      <a:pt x="1430328" y="554809"/>
                      <a:pt x="1429614" y="554809"/>
                    </a:cubicBezTo>
                    <a:cubicBezTo>
                      <a:pt x="1428899" y="555172"/>
                      <a:pt x="1427827" y="555172"/>
                      <a:pt x="1427827" y="555172"/>
                    </a:cubicBezTo>
                    <a:cubicBezTo>
                      <a:pt x="1427470" y="555534"/>
                      <a:pt x="1426755" y="555534"/>
                      <a:pt x="1426755" y="555172"/>
                    </a:cubicBezTo>
                    <a:cubicBezTo>
                      <a:pt x="1426398" y="554446"/>
                      <a:pt x="1426040" y="554083"/>
                      <a:pt x="1426040" y="553720"/>
                    </a:cubicBezTo>
                    <a:cubicBezTo>
                      <a:pt x="1426040" y="552994"/>
                      <a:pt x="1426398" y="552269"/>
                      <a:pt x="1425683" y="552269"/>
                    </a:cubicBezTo>
                    <a:cubicBezTo>
                      <a:pt x="1425326" y="552269"/>
                      <a:pt x="1424611" y="551906"/>
                      <a:pt x="1424611" y="551906"/>
                    </a:cubicBezTo>
                    <a:cubicBezTo>
                      <a:pt x="1424254" y="551906"/>
                      <a:pt x="1424254" y="551543"/>
                      <a:pt x="1423182" y="551543"/>
                    </a:cubicBezTo>
                    <a:cubicBezTo>
                      <a:pt x="1422110" y="551543"/>
                      <a:pt x="1422467" y="551906"/>
                      <a:pt x="1422110" y="551543"/>
                    </a:cubicBezTo>
                    <a:cubicBezTo>
                      <a:pt x="1421395" y="551180"/>
                      <a:pt x="1421038" y="550454"/>
                      <a:pt x="1421038" y="550454"/>
                    </a:cubicBezTo>
                    <a:cubicBezTo>
                      <a:pt x="1421038" y="550454"/>
                      <a:pt x="1419966" y="549729"/>
                      <a:pt x="1419608" y="549729"/>
                    </a:cubicBezTo>
                    <a:cubicBezTo>
                      <a:pt x="1418536" y="548277"/>
                      <a:pt x="1418179" y="548277"/>
                      <a:pt x="1419251" y="548277"/>
                    </a:cubicBezTo>
                    <a:cubicBezTo>
                      <a:pt x="1420323" y="547914"/>
                      <a:pt x="1420680" y="547189"/>
                      <a:pt x="1421395" y="548277"/>
                    </a:cubicBezTo>
                    <a:cubicBezTo>
                      <a:pt x="1422110" y="549366"/>
                      <a:pt x="1421395" y="548640"/>
                      <a:pt x="1422110" y="549366"/>
                    </a:cubicBezTo>
                    <a:cubicBezTo>
                      <a:pt x="1422824" y="549729"/>
                      <a:pt x="1423182" y="548640"/>
                      <a:pt x="1423182" y="548640"/>
                    </a:cubicBezTo>
                    <a:cubicBezTo>
                      <a:pt x="1423182" y="548640"/>
                      <a:pt x="1424254" y="547552"/>
                      <a:pt x="1424611" y="547552"/>
                    </a:cubicBezTo>
                    <a:cubicBezTo>
                      <a:pt x="1425326" y="547552"/>
                      <a:pt x="1425326" y="547914"/>
                      <a:pt x="1426040" y="547552"/>
                    </a:cubicBezTo>
                    <a:cubicBezTo>
                      <a:pt x="1426398" y="547189"/>
                      <a:pt x="1426755" y="546100"/>
                      <a:pt x="1427827" y="546100"/>
                    </a:cubicBezTo>
                    <a:close/>
                    <a:moveTo>
                      <a:pt x="361697" y="544887"/>
                    </a:moveTo>
                    <a:cubicBezTo>
                      <a:pt x="361697" y="544513"/>
                      <a:pt x="362378" y="545634"/>
                      <a:pt x="362718" y="546007"/>
                    </a:cubicBezTo>
                    <a:cubicBezTo>
                      <a:pt x="363058" y="546381"/>
                      <a:pt x="362718" y="546381"/>
                      <a:pt x="362718" y="547128"/>
                    </a:cubicBezTo>
                    <a:cubicBezTo>
                      <a:pt x="362718" y="547501"/>
                      <a:pt x="363399" y="548248"/>
                      <a:pt x="363739" y="548622"/>
                    </a:cubicBezTo>
                    <a:cubicBezTo>
                      <a:pt x="364079" y="548995"/>
                      <a:pt x="363399" y="549369"/>
                      <a:pt x="363058" y="550116"/>
                    </a:cubicBezTo>
                    <a:cubicBezTo>
                      <a:pt x="362718" y="550490"/>
                      <a:pt x="362038" y="550490"/>
                      <a:pt x="361357" y="550490"/>
                    </a:cubicBezTo>
                    <a:cubicBezTo>
                      <a:pt x="360677" y="550863"/>
                      <a:pt x="360337" y="550116"/>
                      <a:pt x="359996" y="549369"/>
                    </a:cubicBezTo>
                    <a:cubicBezTo>
                      <a:pt x="359996" y="548248"/>
                      <a:pt x="360677" y="548995"/>
                      <a:pt x="361017" y="548622"/>
                    </a:cubicBezTo>
                    <a:cubicBezTo>
                      <a:pt x="361017" y="548248"/>
                      <a:pt x="361017" y="547501"/>
                      <a:pt x="360677" y="547128"/>
                    </a:cubicBezTo>
                    <a:cubicBezTo>
                      <a:pt x="360337" y="547128"/>
                      <a:pt x="359996" y="547128"/>
                      <a:pt x="359656" y="546754"/>
                    </a:cubicBezTo>
                    <a:cubicBezTo>
                      <a:pt x="359316" y="546381"/>
                      <a:pt x="360677" y="545260"/>
                      <a:pt x="361017" y="545260"/>
                    </a:cubicBezTo>
                    <a:cubicBezTo>
                      <a:pt x="361017" y="545260"/>
                      <a:pt x="361357" y="544887"/>
                      <a:pt x="361697" y="544887"/>
                    </a:cubicBezTo>
                    <a:close/>
                    <a:moveTo>
                      <a:pt x="1418930" y="544513"/>
                    </a:moveTo>
                    <a:cubicBezTo>
                      <a:pt x="1420936" y="544513"/>
                      <a:pt x="1420936" y="544513"/>
                      <a:pt x="1421938" y="544967"/>
                    </a:cubicBezTo>
                    <a:cubicBezTo>
                      <a:pt x="1422941" y="545647"/>
                      <a:pt x="1422607" y="545874"/>
                      <a:pt x="1421270" y="546101"/>
                    </a:cubicBezTo>
                    <a:cubicBezTo>
                      <a:pt x="1419933" y="546101"/>
                      <a:pt x="1418262" y="545421"/>
                      <a:pt x="1417594" y="545421"/>
                    </a:cubicBezTo>
                    <a:cubicBezTo>
                      <a:pt x="1416591" y="545421"/>
                      <a:pt x="1417259" y="544513"/>
                      <a:pt x="1418930" y="544513"/>
                    </a:cubicBezTo>
                    <a:close/>
                    <a:moveTo>
                      <a:pt x="1390083" y="535697"/>
                    </a:moveTo>
                    <a:cubicBezTo>
                      <a:pt x="1390822" y="534988"/>
                      <a:pt x="1390822" y="536052"/>
                      <a:pt x="1390822" y="536406"/>
                    </a:cubicBezTo>
                    <a:cubicBezTo>
                      <a:pt x="1391191" y="536761"/>
                      <a:pt x="1391191" y="537470"/>
                      <a:pt x="1390453" y="537824"/>
                    </a:cubicBezTo>
                    <a:cubicBezTo>
                      <a:pt x="1390083" y="538179"/>
                      <a:pt x="1390822" y="538888"/>
                      <a:pt x="1390453" y="539597"/>
                    </a:cubicBezTo>
                    <a:cubicBezTo>
                      <a:pt x="1390083" y="539951"/>
                      <a:pt x="1389714" y="540306"/>
                      <a:pt x="1388607" y="541015"/>
                    </a:cubicBezTo>
                    <a:cubicBezTo>
                      <a:pt x="1387499" y="541724"/>
                      <a:pt x="1387499" y="542078"/>
                      <a:pt x="1386761" y="542078"/>
                    </a:cubicBezTo>
                    <a:cubicBezTo>
                      <a:pt x="1385653" y="542078"/>
                      <a:pt x="1384915" y="542787"/>
                      <a:pt x="1384176" y="543142"/>
                    </a:cubicBezTo>
                    <a:cubicBezTo>
                      <a:pt x="1383807" y="543142"/>
                      <a:pt x="1383069" y="542787"/>
                      <a:pt x="1382700" y="542787"/>
                    </a:cubicBezTo>
                    <a:cubicBezTo>
                      <a:pt x="1381961" y="542787"/>
                      <a:pt x="1380485" y="542078"/>
                      <a:pt x="1380485" y="542078"/>
                    </a:cubicBezTo>
                    <a:cubicBezTo>
                      <a:pt x="1380115" y="542078"/>
                      <a:pt x="1378639" y="542078"/>
                      <a:pt x="1378639" y="542078"/>
                    </a:cubicBezTo>
                    <a:cubicBezTo>
                      <a:pt x="1378639" y="542078"/>
                      <a:pt x="1377162" y="542078"/>
                      <a:pt x="1376793" y="541724"/>
                    </a:cubicBezTo>
                    <a:cubicBezTo>
                      <a:pt x="1376793" y="541724"/>
                      <a:pt x="1376054" y="542078"/>
                      <a:pt x="1375685" y="542078"/>
                    </a:cubicBezTo>
                    <a:cubicBezTo>
                      <a:pt x="1374947" y="541724"/>
                      <a:pt x="1375685" y="542078"/>
                      <a:pt x="1374208" y="542078"/>
                    </a:cubicBezTo>
                    <a:cubicBezTo>
                      <a:pt x="1373101" y="542078"/>
                      <a:pt x="1373101" y="542078"/>
                      <a:pt x="1373101" y="542078"/>
                    </a:cubicBezTo>
                    <a:cubicBezTo>
                      <a:pt x="1373101" y="542078"/>
                      <a:pt x="1372732" y="542078"/>
                      <a:pt x="1370886" y="542078"/>
                    </a:cubicBezTo>
                    <a:cubicBezTo>
                      <a:pt x="1369040" y="542078"/>
                      <a:pt x="1370886" y="542078"/>
                      <a:pt x="1368301" y="541724"/>
                    </a:cubicBezTo>
                    <a:cubicBezTo>
                      <a:pt x="1367563" y="541724"/>
                      <a:pt x="1367563" y="542078"/>
                      <a:pt x="1367194" y="542078"/>
                    </a:cubicBezTo>
                    <a:cubicBezTo>
                      <a:pt x="1366456" y="542433"/>
                      <a:pt x="1366825" y="542787"/>
                      <a:pt x="1366086" y="543851"/>
                    </a:cubicBezTo>
                    <a:cubicBezTo>
                      <a:pt x="1365717" y="544914"/>
                      <a:pt x="1366086" y="544559"/>
                      <a:pt x="1365348" y="545623"/>
                    </a:cubicBezTo>
                    <a:cubicBezTo>
                      <a:pt x="1364979" y="546686"/>
                      <a:pt x="1365348" y="545977"/>
                      <a:pt x="1366456" y="547395"/>
                    </a:cubicBezTo>
                    <a:cubicBezTo>
                      <a:pt x="1366825" y="547750"/>
                      <a:pt x="1367194" y="548104"/>
                      <a:pt x="1367563" y="548104"/>
                    </a:cubicBezTo>
                    <a:cubicBezTo>
                      <a:pt x="1367932" y="548459"/>
                      <a:pt x="1367932" y="548813"/>
                      <a:pt x="1368301" y="549168"/>
                    </a:cubicBezTo>
                    <a:cubicBezTo>
                      <a:pt x="1368301" y="549877"/>
                      <a:pt x="1368671" y="550231"/>
                      <a:pt x="1368671" y="550231"/>
                    </a:cubicBezTo>
                    <a:cubicBezTo>
                      <a:pt x="1368671" y="550231"/>
                      <a:pt x="1370147" y="550586"/>
                      <a:pt x="1371993" y="548813"/>
                    </a:cubicBezTo>
                    <a:cubicBezTo>
                      <a:pt x="1374208" y="547041"/>
                      <a:pt x="1371993" y="548813"/>
                      <a:pt x="1373101" y="548813"/>
                    </a:cubicBezTo>
                    <a:cubicBezTo>
                      <a:pt x="1374208" y="548813"/>
                      <a:pt x="1373101" y="548813"/>
                      <a:pt x="1374578" y="548459"/>
                    </a:cubicBezTo>
                    <a:cubicBezTo>
                      <a:pt x="1375685" y="547750"/>
                      <a:pt x="1374578" y="548459"/>
                      <a:pt x="1375316" y="547750"/>
                    </a:cubicBezTo>
                    <a:cubicBezTo>
                      <a:pt x="1376054" y="547395"/>
                      <a:pt x="1376054" y="547750"/>
                      <a:pt x="1376793" y="547750"/>
                    </a:cubicBezTo>
                    <a:cubicBezTo>
                      <a:pt x="1377531" y="547395"/>
                      <a:pt x="1378639" y="547750"/>
                      <a:pt x="1379008" y="547395"/>
                    </a:cubicBezTo>
                    <a:cubicBezTo>
                      <a:pt x="1379377" y="547041"/>
                      <a:pt x="1379377" y="547041"/>
                      <a:pt x="1380485" y="546686"/>
                    </a:cubicBezTo>
                    <a:lnTo>
                      <a:pt x="1381293" y="547722"/>
                    </a:lnTo>
                    <a:lnTo>
                      <a:pt x="1381349" y="547688"/>
                    </a:lnTo>
                    <a:lnTo>
                      <a:pt x="1381435" y="547903"/>
                    </a:lnTo>
                    <a:lnTo>
                      <a:pt x="1381592" y="548104"/>
                    </a:lnTo>
                    <a:lnTo>
                      <a:pt x="1381521" y="548118"/>
                    </a:lnTo>
                    <a:lnTo>
                      <a:pt x="1382301" y="550070"/>
                    </a:lnTo>
                    <a:cubicBezTo>
                      <a:pt x="1382301" y="551022"/>
                      <a:pt x="1383254" y="551022"/>
                      <a:pt x="1382301" y="551975"/>
                    </a:cubicBezTo>
                    <a:cubicBezTo>
                      <a:pt x="1381666" y="552451"/>
                      <a:pt x="1380714" y="551499"/>
                      <a:pt x="1380079" y="551975"/>
                    </a:cubicBezTo>
                    <a:cubicBezTo>
                      <a:pt x="1379444" y="552451"/>
                      <a:pt x="1378491" y="550070"/>
                      <a:pt x="1379126" y="549593"/>
                    </a:cubicBezTo>
                    <a:cubicBezTo>
                      <a:pt x="1379761" y="548641"/>
                      <a:pt x="1378491" y="549117"/>
                      <a:pt x="1379761" y="548641"/>
                    </a:cubicBezTo>
                    <a:lnTo>
                      <a:pt x="1380214" y="548369"/>
                    </a:lnTo>
                    <a:lnTo>
                      <a:pt x="1379746" y="548459"/>
                    </a:lnTo>
                    <a:cubicBezTo>
                      <a:pt x="1379746" y="548459"/>
                      <a:pt x="1379746" y="548813"/>
                      <a:pt x="1379377" y="549168"/>
                    </a:cubicBezTo>
                    <a:cubicBezTo>
                      <a:pt x="1379008" y="549877"/>
                      <a:pt x="1378639" y="550231"/>
                      <a:pt x="1378639" y="550231"/>
                    </a:cubicBezTo>
                    <a:cubicBezTo>
                      <a:pt x="1378269" y="550586"/>
                      <a:pt x="1377531" y="550940"/>
                      <a:pt x="1376424" y="551649"/>
                    </a:cubicBezTo>
                    <a:cubicBezTo>
                      <a:pt x="1374947" y="552358"/>
                      <a:pt x="1375685" y="552358"/>
                      <a:pt x="1374947" y="552358"/>
                    </a:cubicBezTo>
                    <a:cubicBezTo>
                      <a:pt x="1374578" y="552358"/>
                      <a:pt x="1373839" y="552713"/>
                      <a:pt x="1373470" y="553776"/>
                    </a:cubicBezTo>
                    <a:cubicBezTo>
                      <a:pt x="1373470" y="553776"/>
                      <a:pt x="1373470" y="553776"/>
                      <a:pt x="1374578" y="555194"/>
                    </a:cubicBezTo>
                    <a:cubicBezTo>
                      <a:pt x="1374578" y="555194"/>
                      <a:pt x="1374578" y="555194"/>
                      <a:pt x="1375316" y="556612"/>
                    </a:cubicBezTo>
                    <a:cubicBezTo>
                      <a:pt x="1375316" y="556612"/>
                      <a:pt x="1376793" y="558030"/>
                      <a:pt x="1377162" y="558385"/>
                    </a:cubicBezTo>
                    <a:cubicBezTo>
                      <a:pt x="1377162" y="558739"/>
                      <a:pt x="1377162" y="559448"/>
                      <a:pt x="1376793" y="560157"/>
                    </a:cubicBezTo>
                    <a:cubicBezTo>
                      <a:pt x="1376793" y="560866"/>
                      <a:pt x="1378269" y="561930"/>
                      <a:pt x="1379377" y="562993"/>
                    </a:cubicBezTo>
                    <a:cubicBezTo>
                      <a:pt x="1380485" y="564411"/>
                      <a:pt x="1379377" y="564766"/>
                      <a:pt x="1378639" y="564766"/>
                    </a:cubicBezTo>
                    <a:cubicBezTo>
                      <a:pt x="1378269" y="564766"/>
                      <a:pt x="1377900" y="564766"/>
                      <a:pt x="1377531" y="564766"/>
                    </a:cubicBezTo>
                    <a:cubicBezTo>
                      <a:pt x="1376793" y="564766"/>
                      <a:pt x="1376424" y="565475"/>
                      <a:pt x="1376424" y="565829"/>
                    </a:cubicBezTo>
                    <a:cubicBezTo>
                      <a:pt x="1376424" y="566184"/>
                      <a:pt x="1374947" y="566184"/>
                      <a:pt x="1373470" y="566184"/>
                    </a:cubicBezTo>
                    <a:cubicBezTo>
                      <a:pt x="1373101" y="566184"/>
                      <a:pt x="1372732" y="565829"/>
                      <a:pt x="1373101" y="564766"/>
                    </a:cubicBezTo>
                    <a:cubicBezTo>
                      <a:pt x="1373101" y="563348"/>
                      <a:pt x="1373101" y="564057"/>
                      <a:pt x="1372363" y="563348"/>
                    </a:cubicBezTo>
                    <a:cubicBezTo>
                      <a:pt x="1371993" y="562993"/>
                      <a:pt x="1371993" y="562639"/>
                      <a:pt x="1371255" y="561221"/>
                    </a:cubicBezTo>
                    <a:cubicBezTo>
                      <a:pt x="1370147" y="559448"/>
                      <a:pt x="1371255" y="561221"/>
                      <a:pt x="1369409" y="560157"/>
                    </a:cubicBezTo>
                    <a:cubicBezTo>
                      <a:pt x="1367932" y="559448"/>
                      <a:pt x="1369409" y="559803"/>
                      <a:pt x="1369409" y="559448"/>
                    </a:cubicBezTo>
                    <a:cubicBezTo>
                      <a:pt x="1369409" y="558739"/>
                      <a:pt x="1370517" y="559094"/>
                      <a:pt x="1370886" y="558030"/>
                    </a:cubicBezTo>
                    <a:cubicBezTo>
                      <a:pt x="1370886" y="556967"/>
                      <a:pt x="1370147" y="557321"/>
                      <a:pt x="1369040" y="556612"/>
                    </a:cubicBezTo>
                    <a:cubicBezTo>
                      <a:pt x="1368301" y="556258"/>
                      <a:pt x="1367563" y="557321"/>
                      <a:pt x="1367194" y="559803"/>
                    </a:cubicBezTo>
                    <a:cubicBezTo>
                      <a:pt x="1366825" y="561930"/>
                      <a:pt x="1367194" y="561221"/>
                      <a:pt x="1367194" y="562284"/>
                    </a:cubicBezTo>
                    <a:cubicBezTo>
                      <a:pt x="1367194" y="563348"/>
                      <a:pt x="1367194" y="564057"/>
                      <a:pt x="1367563" y="564411"/>
                    </a:cubicBezTo>
                    <a:cubicBezTo>
                      <a:pt x="1367563" y="564766"/>
                      <a:pt x="1367194" y="566538"/>
                      <a:pt x="1367194" y="567247"/>
                    </a:cubicBezTo>
                    <a:cubicBezTo>
                      <a:pt x="1366825" y="567956"/>
                      <a:pt x="1366825" y="568665"/>
                      <a:pt x="1366456" y="569374"/>
                    </a:cubicBezTo>
                    <a:cubicBezTo>
                      <a:pt x="1366456" y="570438"/>
                      <a:pt x="1365717" y="570792"/>
                      <a:pt x="1364610" y="571147"/>
                    </a:cubicBezTo>
                    <a:cubicBezTo>
                      <a:pt x="1363871" y="571501"/>
                      <a:pt x="1363502" y="571147"/>
                      <a:pt x="1362764" y="570438"/>
                    </a:cubicBezTo>
                    <a:cubicBezTo>
                      <a:pt x="1362025" y="570083"/>
                      <a:pt x="1362394" y="569374"/>
                      <a:pt x="1362025" y="568665"/>
                    </a:cubicBezTo>
                    <a:cubicBezTo>
                      <a:pt x="1361656" y="567956"/>
                      <a:pt x="1362764" y="567956"/>
                      <a:pt x="1363133" y="567247"/>
                    </a:cubicBezTo>
                    <a:cubicBezTo>
                      <a:pt x="1363871" y="566184"/>
                      <a:pt x="1363502" y="566538"/>
                      <a:pt x="1363871" y="565120"/>
                    </a:cubicBezTo>
                    <a:cubicBezTo>
                      <a:pt x="1363871" y="563702"/>
                      <a:pt x="1363502" y="564411"/>
                      <a:pt x="1363133" y="563702"/>
                    </a:cubicBezTo>
                    <a:cubicBezTo>
                      <a:pt x="1362764" y="562639"/>
                      <a:pt x="1363133" y="563702"/>
                      <a:pt x="1363502" y="562993"/>
                    </a:cubicBezTo>
                    <a:cubicBezTo>
                      <a:pt x="1363871" y="561930"/>
                      <a:pt x="1363502" y="561930"/>
                      <a:pt x="1363502" y="560866"/>
                    </a:cubicBezTo>
                    <a:cubicBezTo>
                      <a:pt x="1363502" y="559803"/>
                      <a:pt x="1362764" y="560512"/>
                      <a:pt x="1362025" y="560157"/>
                    </a:cubicBezTo>
                    <a:cubicBezTo>
                      <a:pt x="1360918" y="560157"/>
                      <a:pt x="1360918" y="560157"/>
                      <a:pt x="1360179" y="560157"/>
                    </a:cubicBezTo>
                    <a:cubicBezTo>
                      <a:pt x="1359810" y="559803"/>
                      <a:pt x="1360179" y="559448"/>
                      <a:pt x="1359810" y="557676"/>
                    </a:cubicBezTo>
                    <a:cubicBezTo>
                      <a:pt x="1359441" y="556258"/>
                      <a:pt x="1359810" y="557321"/>
                      <a:pt x="1360549" y="556612"/>
                    </a:cubicBezTo>
                    <a:cubicBezTo>
                      <a:pt x="1360918" y="555903"/>
                      <a:pt x="1360918" y="556612"/>
                      <a:pt x="1360918" y="555549"/>
                    </a:cubicBezTo>
                    <a:cubicBezTo>
                      <a:pt x="1360549" y="554131"/>
                      <a:pt x="1360918" y="554840"/>
                      <a:pt x="1361287" y="554131"/>
                    </a:cubicBezTo>
                    <a:cubicBezTo>
                      <a:pt x="1361656" y="553422"/>
                      <a:pt x="1361656" y="554131"/>
                      <a:pt x="1361656" y="552713"/>
                    </a:cubicBezTo>
                    <a:cubicBezTo>
                      <a:pt x="1362025" y="551649"/>
                      <a:pt x="1361656" y="552004"/>
                      <a:pt x="1362025" y="550586"/>
                    </a:cubicBezTo>
                    <a:cubicBezTo>
                      <a:pt x="1362025" y="548813"/>
                      <a:pt x="1362025" y="550586"/>
                      <a:pt x="1362764" y="549168"/>
                    </a:cubicBezTo>
                    <a:cubicBezTo>
                      <a:pt x="1363502" y="547750"/>
                      <a:pt x="1363871" y="548104"/>
                      <a:pt x="1363502" y="547395"/>
                    </a:cubicBezTo>
                    <a:cubicBezTo>
                      <a:pt x="1363133" y="546686"/>
                      <a:pt x="1364610" y="546332"/>
                      <a:pt x="1364240" y="544559"/>
                    </a:cubicBezTo>
                    <a:cubicBezTo>
                      <a:pt x="1363871" y="542787"/>
                      <a:pt x="1364610" y="543851"/>
                      <a:pt x="1364610" y="542787"/>
                    </a:cubicBezTo>
                    <a:cubicBezTo>
                      <a:pt x="1364610" y="542078"/>
                      <a:pt x="1365348" y="542433"/>
                      <a:pt x="1365717" y="541724"/>
                    </a:cubicBezTo>
                    <a:cubicBezTo>
                      <a:pt x="1366456" y="541015"/>
                      <a:pt x="1365717" y="541724"/>
                      <a:pt x="1366456" y="540660"/>
                    </a:cubicBezTo>
                    <a:cubicBezTo>
                      <a:pt x="1367563" y="539951"/>
                      <a:pt x="1367194" y="540660"/>
                      <a:pt x="1367563" y="540660"/>
                    </a:cubicBezTo>
                    <a:cubicBezTo>
                      <a:pt x="1367932" y="540660"/>
                      <a:pt x="1368671" y="540306"/>
                      <a:pt x="1368671" y="539951"/>
                    </a:cubicBezTo>
                    <a:cubicBezTo>
                      <a:pt x="1369040" y="539597"/>
                      <a:pt x="1369409" y="538533"/>
                      <a:pt x="1369778" y="538179"/>
                    </a:cubicBezTo>
                    <a:cubicBezTo>
                      <a:pt x="1369778" y="538179"/>
                      <a:pt x="1370147" y="538179"/>
                      <a:pt x="1370886" y="537824"/>
                    </a:cubicBezTo>
                    <a:cubicBezTo>
                      <a:pt x="1371255" y="537470"/>
                      <a:pt x="1371624" y="538179"/>
                      <a:pt x="1372732" y="538888"/>
                    </a:cubicBezTo>
                    <a:cubicBezTo>
                      <a:pt x="1373101" y="539242"/>
                      <a:pt x="1374208" y="538533"/>
                      <a:pt x="1374947" y="538179"/>
                    </a:cubicBezTo>
                    <a:cubicBezTo>
                      <a:pt x="1375316" y="538179"/>
                      <a:pt x="1376054" y="538888"/>
                      <a:pt x="1376793" y="539242"/>
                    </a:cubicBezTo>
                    <a:cubicBezTo>
                      <a:pt x="1377531" y="539597"/>
                      <a:pt x="1378639" y="539597"/>
                      <a:pt x="1379008" y="539597"/>
                    </a:cubicBezTo>
                    <a:cubicBezTo>
                      <a:pt x="1379377" y="539951"/>
                      <a:pt x="1379377" y="539597"/>
                      <a:pt x="1380485" y="539242"/>
                    </a:cubicBezTo>
                    <a:cubicBezTo>
                      <a:pt x="1381223" y="539242"/>
                      <a:pt x="1381592" y="539597"/>
                      <a:pt x="1381961" y="539597"/>
                    </a:cubicBezTo>
                    <a:cubicBezTo>
                      <a:pt x="1382331" y="539951"/>
                      <a:pt x="1383438" y="539951"/>
                      <a:pt x="1383807" y="540306"/>
                    </a:cubicBezTo>
                    <a:cubicBezTo>
                      <a:pt x="1383807" y="540306"/>
                      <a:pt x="1384546" y="540306"/>
                      <a:pt x="1384915" y="539951"/>
                    </a:cubicBezTo>
                    <a:cubicBezTo>
                      <a:pt x="1385653" y="539951"/>
                      <a:pt x="1386392" y="539242"/>
                      <a:pt x="1387130" y="538179"/>
                    </a:cubicBezTo>
                    <a:cubicBezTo>
                      <a:pt x="1387499" y="537470"/>
                      <a:pt x="1387868" y="537470"/>
                      <a:pt x="1388238" y="536406"/>
                    </a:cubicBezTo>
                    <a:cubicBezTo>
                      <a:pt x="1388976" y="535697"/>
                      <a:pt x="1389345" y="536052"/>
                      <a:pt x="1390083" y="535697"/>
                    </a:cubicBezTo>
                    <a:close/>
                    <a:moveTo>
                      <a:pt x="1406100" y="535364"/>
                    </a:moveTo>
                    <a:cubicBezTo>
                      <a:pt x="1406791" y="534988"/>
                      <a:pt x="1406446" y="536116"/>
                      <a:pt x="1406446" y="537244"/>
                    </a:cubicBezTo>
                    <a:cubicBezTo>
                      <a:pt x="1406446" y="538372"/>
                      <a:pt x="1406100" y="538748"/>
                      <a:pt x="1405755" y="539500"/>
                    </a:cubicBezTo>
                    <a:cubicBezTo>
                      <a:pt x="1405065" y="540628"/>
                      <a:pt x="1406446" y="539876"/>
                      <a:pt x="1407136" y="537996"/>
                    </a:cubicBezTo>
                    <a:cubicBezTo>
                      <a:pt x="1407826" y="536492"/>
                      <a:pt x="1407481" y="537996"/>
                      <a:pt x="1408171" y="537620"/>
                    </a:cubicBezTo>
                    <a:cubicBezTo>
                      <a:pt x="1408516" y="537244"/>
                      <a:pt x="1408516" y="537620"/>
                      <a:pt x="1409552" y="537996"/>
                    </a:cubicBezTo>
                    <a:cubicBezTo>
                      <a:pt x="1410242" y="538748"/>
                      <a:pt x="1409897" y="539124"/>
                      <a:pt x="1409207" y="539500"/>
                    </a:cubicBezTo>
                    <a:cubicBezTo>
                      <a:pt x="1408171" y="540252"/>
                      <a:pt x="1408516" y="540252"/>
                      <a:pt x="1408516" y="541756"/>
                    </a:cubicBezTo>
                    <a:cubicBezTo>
                      <a:pt x="1408861" y="542132"/>
                      <a:pt x="1409552" y="542884"/>
                      <a:pt x="1409897" y="543260"/>
                    </a:cubicBezTo>
                    <a:cubicBezTo>
                      <a:pt x="1410242" y="543636"/>
                      <a:pt x="1409897" y="544012"/>
                      <a:pt x="1409552" y="544388"/>
                    </a:cubicBezTo>
                    <a:cubicBezTo>
                      <a:pt x="1408861" y="544388"/>
                      <a:pt x="1408516" y="544012"/>
                      <a:pt x="1407826" y="543636"/>
                    </a:cubicBezTo>
                    <a:cubicBezTo>
                      <a:pt x="1406791" y="542884"/>
                      <a:pt x="1406446" y="542508"/>
                      <a:pt x="1405755" y="543636"/>
                    </a:cubicBezTo>
                    <a:cubicBezTo>
                      <a:pt x="1405065" y="544764"/>
                      <a:pt x="1406100" y="545140"/>
                      <a:pt x="1406446" y="546268"/>
                    </a:cubicBezTo>
                    <a:cubicBezTo>
                      <a:pt x="1406446" y="547396"/>
                      <a:pt x="1407481" y="549276"/>
                      <a:pt x="1407481" y="549276"/>
                    </a:cubicBezTo>
                    <a:cubicBezTo>
                      <a:pt x="1407481" y="549276"/>
                      <a:pt x="1406791" y="549276"/>
                      <a:pt x="1406100" y="547772"/>
                    </a:cubicBezTo>
                    <a:cubicBezTo>
                      <a:pt x="1405410" y="546644"/>
                      <a:pt x="1404720" y="546644"/>
                      <a:pt x="1404375" y="545516"/>
                    </a:cubicBezTo>
                    <a:cubicBezTo>
                      <a:pt x="1404030" y="544388"/>
                      <a:pt x="1404375" y="544764"/>
                      <a:pt x="1404720" y="544012"/>
                    </a:cubicBezTo>
                    <a:cubicBezTo>
                      <a:pt x="1405065" y="543636"/>
                      <a:pt x="1405065" y="543260"/>
                      <a:pt x="1404720" y="542132"/>
                    </a:cubicBezTo>
                    <a:cubicBezTo>
                      <a:pt x="1404375" y="541004"/>
                      <a:pt x="1404030" y="541380"/>
                      <a:pt x="1402994" y="539876"/>
                    </a:cubicBezTo>
                    <a:cubicBezTo>
                      <a:pt x="1402304" y="538372"/>
                      <a:pt x="1403339" y="539124"/>
                      <a:pt x="1403339" y="537996"/>
                    </a:cubicBezTo>
                    <a:cubicBezTo>
                      <a:pt x="1403339" y="536868"/>
                      <a:pt x="1404720" y="535740"/>
                      <a:pt x="1406100" y="535364"/>
                    </a:cubicBezTo>
                    <a:close/>
                    <a:moveTo>
                      <a:pt x="1409447" y="532390"/>
                    </a:moveTo>
                    <a:cubicBezTo>
                      <a:pt x="1410241" y="534122"/>
                      <a:pt x="1409050" y="534988"/>
                      <a:pt x="1408653" y="534988"/>
                    </a:cubicBezTo>
                    <a:cubicBezTo>
                      <a:pt x="1408257" y="534699"/>
                      <a:pt x="1407066" y="533545"/>
                      <a:pt x="1407860" y="532968"/>
                    </a:cubicBezTo>
                    <a:cubicBezTo>
                      <a:pt x="1408653" y="532679"/>
                      <a:pt x="1409447" y="531813"/>
                      <a:pt x="1409447" y="532390"/>
                    </a:cubicBezTo>
                    <a:close/>
                    <a:moveTo>
                      <a:pt x="1396861" y="522606"/>
                    </a:moveTo>
                    <a:cubicBezTo>
                      <a:pt x="1397315" y="522288"/>
                      <a:pt x="1397768" y="522606"/>
                      <a:pt x="1398675" y="522606"/>
                    </a:cubicBezTo>
                    <a:cubicBezTo>
                      <a:pt x="1399129" y="522606"/>
                      <a:pt x="1399129" y="522923"/>
                      <a:pt x="1399129" y="523241"/>
                    </a:cubicBezTo>
                    <a:cubicBezTo>
                      <a:pt x="1399129" y="523558"/>
                      <a:pt x="1398675" y="523558"/>
                      <a:pt x="1398222" y="524193"/>
                    </a:cubicBezTo>
                    <a:cubicBezTo>
                      <a:pt x="1397768" y="524511"/>
                      <a:pt x="1398222" y="525146"/>
                      <a:pt x="1396861" y="525463"/>
                    </a:cubicBezTo>
                    <a:cubicBezTo>
                      <a:pt x="1395954" y="525463"/>
                      <a:pt x="1396861" y="525463"/>
                      <a:pt x="1396861" y="524511"/>
                    </a:cubicBezTo>
                    <a:cubicBezTo>
                      <a:pt x="1396861" y="523558"/>
                      <a:pt x="1396408" y="522606"/>
                      <a:pt x="1396861" y="522606"/>
                    </a:cubicBezTo>
                    <a:close/>
                    <a:moveTo>
                      <a:pt x="1250803" y="516676"/>
                    </a:moveTo>
                    <a:cubicBezTo>
                      <a:pt x="1251158" y="516676"/>
                      <a:pt x="1252224" y="518150"/>
                      <a:pt x="1252224" y="518150"/>
                    </a:cubicBezTo>
                    <a:cubicBezTo>
                      <a:pt x="1252224" y="518150"/>
                      <a:pt x="1253645" y="517782"/>
                      <a:pt x="1254710" y="517782"/>
                    </a:cubicBezTo>
                    <a:cubicBezTo>
                      <a:pt x="1255776" y="517413"/>
                      <a:pt x="1256131" y="518519"/>
                      <a:pt x="1256487" y="518519"/>
                    </a:cubicBezTo>
                    <a:cubicBezTo>
                      <a:pt x="1257197" y="518519"/>
                      <a:pt x="1258973" y="518150"/>
                      <a:pt x="1258973" y="518150"/>
                    </a:cubicBezTo>
                    <a:cubicBezTo>
                      <a:pt x="1258973" y="518150"/>
                      <a:pt x="1258973" y="518150"/>
                      <a:pt x="1260039" y="519257"/>
                    </a:cubicBezTo>
                    <a:cubicBezTo>
                      <a:pt x="1260039" y="519257"/>
                      <a:pt x="1260039" y="518888"/>
                      <a:pt x="1260394" y="518519"/>
                    </a:cubicBezTo>
                    <a:cubicBezTo>
                      <a:pt x="1260750" y="518150"/>
                      <a:pt x="1260750" y="518888"/>
                      <a:pt x="1260750" y="519257"/>
                    </a:cubicBezTo>
                    <a:cubicBezTo>
                      <a:pt x="1261105" y="519994"/>
                      <a:pt x="1261105" y="520363"/>
                      <a:pt x="1261105" y="520363"/>
                    </a:cubicBezTo>
                    <a:cubicBezTo>
                      <a:pt x="1261105" y="520363"/>
                      <a:pt x="1261815" y="520731"/>
                      <a:pt x="1262526" y="521100"/>
                    </a:cubicBezTo>
                    <a:cubicBezTo>
                      <a:pt x="1263236" y="521469"/>
                      <a:pt x="1262881" y="521469"/>
                      <a:pt x="1263236" y="522206"/>
                    </a:cubicBezTo>
                    <a:cubicBezTo>
                      <a:pt x="1263592" y="522575"/>
                      <a:pt x="1263236" y="523312"/>
                      <a:pt x="1263236" y="523312"/>
                    </a:cubicBezTo>
                    <a:cubicBezTo>
                      <a:pt x="1263236" y="523312"/>
                      <a:pt x="1263592" y="524050"/>
                      <a:pt x="1263947" y="524787"/>
                    </a:cubicBezTo>
                    <a:cubicBezTo>
                      <a:pt x="1264302" y="525156"/>
                      <a:pt x="1264657" y="525156"/>
                      <a:pt x="1265013" y="525156"/>
                    </a:cubicBezTo>
                    <a:cubicBezTo>
                      <a:pt x="1265368" y="525156"/>
                      <a:pt x="1265368" y="525893"/>
                      <a:pt x="1265723" y="525525"/>
                    </a:cubicBezTo>
                    <a:cubicBezTo>
                      <a:pt x="1266078" y="525525"/>
                      <a:pt x="1266789" y="526262"/>
                      <a:pt x="1267144" y="526631"/>
                    </a:cubicBezTo>
                    <a:cubicBezTo>
                      <a:pt x="1267144" y="526999"/>
                      <a:pt x="1268565" y="527737"/>
                      <a:pt x="1268565" y="527368"/>
                    </a:cubicBezTo>
                    <a:cubicBezTo>
                      <a:pt x="1268920" y="527368"/>
                      <a:pt x="1269986" y="528106"/>
                      <a:pt x="1271052" y="529580"/>
                    </a:cubicBezTo>
                    <a:cubicBezTo>
                      <a:pt x="1271762" y="531055"/>
                      <a:pt x="1271052" y="530318"/>
                      <a:pt x="1271052" y="530687"/>
                    </a:cubicBezTo>
                    <a:cubicBezTo>
                      <a:pt x="1271052" y="531055"/>
                      <a:pt x="1271052" y="531055"/>
                      <a:pt x="1271762" y="531424"/>
                    </a:cubicBezTo>
                    <a:cubicBezTo>
                      <a:pt x="1272117" y="531793"/>
                      <a:pt x="1272473" y="531793"/>
                      <a:pt x="1272828" y="532161"/>
                    </a:cubicBezTo>
                    <a:cubicBezTo>
                      <a:pt x="1272828" y="532530"/>
                      <a:pt x="1273538" y="532899"/>
                      <a:pt x="1273894" y="533267"/>
                    </a:cubicBezTo>
                    <a:cubicBezTo>
                      <a:pt x="1273894" y="533636"/>
                      <a:pt x="1274959" y="534374"/>
                      <a:pt x="1274959" y="534374"/>
                    </a:cubicBezTo>
                    <a:cubicBezTo>
                      <a:pt x="1274959" y="534374"/>
                      <a:pt x="1274959" y="533636"/>
                      <a:pt x="1275315" y="533267"/>
                    </a:cubicBezTo>
                    <a:cubicBezTo>
                      <a:pt x="1275670" y="533267"/>
                      <a:pt x="1275670" y="533267"/>
                      <a:pt x="1276380" y="534005"/>
                    </a:cubicBezTo>
                    <a:cubicBezTo>
                      <a:pt x="1276736" y="534374"/>
                      <a:pt x="1276736" y="534742"/>
                      <a:pt x="1276736" y="535111"/>
                    </a:cubicBezTo>
                    <a:cubicBezTo>
                      <a:pt x="1277091" y="535480"/>
                      <a:pt x="1277091" y="535848"/>
                      <a:pt x="1277446" y="535848"/>
                    </a:cubicBezTo>
                    <a:cubicBezTo>
                      <a:pt x="1277801" y="535848"/>
                      <a:pt x="1278157" y="534742"/>
                      <a:pt x="1278867" y="534374"/>
                    </a:cubicBezTo>
                    <a:cubicBezTo>
                      <a:pt x="1279578" y="534005"/>
                      <a:pt x="1278867" y="535111"/>
                      <a:pt x="1279933" y="535848"/>
                    </a:cubicBezTo>
                    <a:cubicBezTo>
                      <a:pt x="1279933" y="535848"/>
                      <a:pt x="1280288" y="536217"/>
                      <a:pt x="1280643" y="536217"/>
                    </a:cubicBezTo>
                    <a:cubicBezTo>
                      <a:pt x="1281354" y="536217"/>
                      <a:pt x="1281354" y="536955"/>
                      <a:pt x="1281354" y="536955"/>
                    </a:cubicBezTo>
                    <a:cubicBezTo>
                      <a:pt x="1281354" y="536955"/>
                      <a:pt x="1281354" y="538061"/>
                      <a:pt x="1281354" y="538061"/>
                    </a:cubicBezTo>
                    <a:cubicBezTo>
                      <a:pt x="1281354" y="538429"/>
                      <a:pt x="1281354" y="538798"/>
                      <a:pt x="1281709" y="539167"/>
                    </a:cubicBezTo>
                    <a:cubicBezTo>
                      <a:pt x="1282064" y="539536"/>
                      <a:pt x="1282775" y="539536"/>
                      <a:pt x="1283130" y="539536"/>
                    </a:cubicBezTo>
                    <a:cubicBezTo>
                      <a:pt x="1283485" y="539536"/>
                      <a:pt x="1283840" y="539904"/>
                      <a:pt x="1284196" y="540273"/>
                    </a:cubicBezTo>
                    <a:cubicBezTo>
                      <a:pt x="1284551" y="540273"/>
                      <a:pt x="1284551" y="541010"/>
                      <a:pt x="1284906" y="541379"/>
                    </a:cubicBezTo>
                    <a:cubicBezTo>
                      <a:pt x="1285261" y="541748"/>
                      <a:pt x="1285617" y="541748"/>
                      <a:pt x="1285617" y="542117"/>
                    </a:cubicBezTo>
                    <a:cubicBezTo>
                      <a:pt x="1285972" y="542485"/>
                      <a:pt x="1285972" y="541010"/>
                      <a:pt x="1287038" y="541379"/>
                    </a:cubicBezTo>
                    <a:cubicBezTo>
                      <a:pt x="1288103" y="541748"/>
                      <a:pt x="1287393" y="542117"/>
                      <a:pt x="1288103" y="542854"/>
                    </a:cubicBezTo>
                    <a:cubicBezTo>
                      <a:pt x="1288459" y="543223"/>
                      <a:pt x="1288103" y="543223"/>
                      <a:pt x="1288103" y="543960"/>
                    </a:cubicBezTo>
                    <a:cubicBezTo>
                      <a:pt x="1288459" y="544697"/>
                      <a:pt x="1288103" y="543960"/>
                      <a:pt x="1288103" y="544329"/>
                    </a:cubicBezTo>
                    <a:cubicBezTo>
                      <a:pt x="1287748" y="545066"/>
                      <a:pt x="1287748" y="545066"/>
                      <a:pt x="1287393" y="545804"/>
                    </a:cubicBezTo>
                    <a:cubicBezTo>
                      <a:pt x="1287038" y="546541"/>
                      <a:pt x="1287393" y="546172"/>
                      <a:pt x="1287393" y="546172"/>
                    </a:cubicBezTo>
                    <a:cubicBezTo>
                      <a:pt x="1287748" y="546541"/>
                      <a:pt x="1287748" y="546541"/>
                      <a:pt x="1288459" y="546541"/>
                    </a:cubicBezTo>
                    <a:cubicBezTo>
                      <a:pt x="1289169" y="546541"/>
                      <a:pt x="1288459" y="546910"/>
                      <a:pt x="1288103" y="547647"/>
                    </a:cubicBezTo>
                    <a:cubicBezTo>
                      <a:pt x="1287393" y="548385"/>
                      <a:pt x="1288103" y="548016"/>
                      <a:pt x="1288814" y="548753"/>
                    </a:cubicBezTo>
                    <a:cubicBezTo>
                      <a:pt x="1288814" y="549122"/>
                      <a:pt x="1290235" y="549122"/>
                      <a:pt x="1290235" y="548753"/>
                    </a:cubicBezTo>
                    <a:cubicBezTo>
                      <a:pt x="1290590" y="548753"/>
                      <a:pt x="1291656" y="549122"/>
                      <a:pt x="1291656" y="549122"/>
                    </a:cubicBezTo>
                    <a:cubicBezTo>
                      <a:pt x="1291656" y="549122"/>
                      <a:pt x="1291656" y="549491"/>
                      <a:pt x="1292366" y="550228"/>
                    </a:cubicBezTo>
                    <a:cubicBezTo>
                      <a:pt x="1292722" y="550966"/>
                      <a:pt x="1292366" y="550228"/>
                      <a:pt x="1292366" y="550966"/>
                    </a:cubicBezTo>
                    <a:cubicBezTo>
                      <a:pt x="1292366" y="551703"/>
                      <a:pt x="1292366" y="551703"/>
                      <a:pt x="1292366" y="552072"/>
                    </a:cubicBezTo>
                    <a:cubicBezTo>
                      <a:pt x="1292011" y="552072"/>
                      <a:pt x="1292366" y="552809"/>
                      <a:pt x="1292366" y="552809"/>
                    </a:cubicBezTo>
                    <a:cubicBezTo>
                      <a:pt x="1292366" y="552809"/>
                      <a:pt x="1293077" y="553178"/>
                      <a:pt x="1293787" y="553547"/>
                    </a:cubicBezTo>
                    <a:cubicBezTo>
                      <a:pt x="1293787" y="553547"/>
                      <a:pt x="1293787" y="554284"/>
                      <a:pt x="1293787" y="554284"/>
                    </a:cubicBezTo>
                    <a:cubicBezTo>
                      <a:pt x="1293432" y="554653"/>
                      <a:pt x="1294143" y="555390"/>
                      <a:pt x="1294143" y="555390"/>
                    </a:cubicBezTo>
                    <a:cubicBezTo>
                      <a:pt x="1294143" y="555390"/>
                      <a:pt x="1294498" y="555759"/>
                      <a:pt x="1294853" y="555759"/>
                    </a:cubicBezTo>
                    <a:cubicBezTo>
                      <a:pt x="1295208" y="555759"/>
                      <a:pt x="1295919" y="555759"/>
                      <a:pt x="1296274" y="555759"/>
                    </a:cubicBezTo>
                    <a:cubicBezTo>
                      <a:pt x="1296629" y="555759"/>
                      <a:pt x="1297340" y="556496"/>
                      <a:pt x="1297340" y="556496"/>
                    </a:cubicBezTo>
                    <a:cubicBezTo>
                      <a:pt x="1297340" y="556496"/>
                      <a:pt x="1297340" y="556496"/>
                      <a:pt x="1298761" y="558340"/>
                    </a:cubicBezTo>
                    <a:cubicBezTo>
                      <a:pt x="1298761" y="558340"/>
                      <a:pt x="1298761" y="558340"/>
                      <a:pt x="1299116" y="560183"/>
                    </a:cubicBezTo>
                    <a:cubicBezTo>
                      <a:pt x="1299116" y="560921"/>
                      <a:pt x="1298406" y="561658"/>
                      <a:pt x="1298406" y="561658"/>
                    </a:cubicBezTo>
                    <a:cubicBezTo>
                      <a:pt x="1298406" y="561658"/>
                      <a:pt x="1298406" y="562396"/>
                      <a:pt x="1298761" y="563870"/>
                    </a:cubicBezTo>
                    <a:cubicBezTo>
                      <a:pt x="1298761" y="563870"/>
                      <a:pt x="1298761" y="563870"/>
                      <a:pt x="1298761" y="565345"/>
                    </a:cubicBezTo>
                    <a:cubicBezTo>
                      <a:pt x="1298761" y="565345"/>
                      <a:pt x="1298761" y="566820"/>
                      <a:pt x="1298406" y="568295"/>
                    </a:cubicBezTo>
                    <a:cubicBezTo>
                      <a:pt x="1298406" y="568295"/>
                      <a:pt x="1298406" y="568295"/>
                      <a:pt x="1298406" y="569770"/>
                    </a:cubicBezTo>
                    <a:lnTo>
                      <a:pt x="1297695" y="571982"/>
                    </a:lnTo>
                    <a:cubicBezTo>
                      <a:pt x="1297695" y="571982"/>
                      <a:pt x="1297695" y="571982"/>
                      <a:pt x="1296274" y="572351"/>
                    </a:cubicBezTo>
                    <a:cubicBezTo>
                      <a:pt x="1296274" y="572351"/>
                      <a:pt x="1296274" y="572351"/>
                      <a:pt x="1294498" y="571613"/>
                    </a:cubicBezTo>
                    <a:cubicBezTo>
                      <a:pt x="1294498" y="571613"/>
                      <a:pt x="1293787" y="570876"/>
                      <a:pt x="1293077" y="570876"/>
                    </a:cubicBezTo>
                    <a:cubicBezTo>
                      <a:pt x="1292366" y="570876"/>
                      <a:pt x="1292011" y="573088"/>
                      <a:pt x="1291656" y="571982"/>
                    </a:cubicBezTo>
                    <a:cubicBezTo>
                      <a:pt x="1291301" y="571245"/>
                      <a:pt x="1290590" y="571245"/>
                      <a:pt x="1290590" y="570507"/>
                    </a:cubicBezTo>
                    <a:cubicBezTo>
                      <a:pt x="1290235" y="569770"/>
                      <a:pt x="1288814" y="569770"/>
                      <a:pt x="1288459" y="569401"/>
                    </a:cubicBezTo>
                    <a:cubicBezTo>
                      <a:pt x="1288103" y="569032"/>
                      <a:pt x="1285972" y="567926"/>
                      <a:pt x="1284551" y="566083"/>
                    </a:cubicBezTo>
                    <a:cubicBezTo>
                      <a:pt x="1284551" y="566083"/>
                      <a:pt x="1283130" y="564977"/>
                      <a:pt x="1282419" y="562027"/>
                    </a:cubicBezTo>
                    <a:cubicBezTo>
                      <a:pt x="1282064" y="559446"/>
                      <a:pt x="1282419" y="562027"/>
                      <a:pt x="1280999" y="561658"/>
                    </a:cubicBezTo>
                    <a:cubicBezTo>
                      <a:pt x="1279578" y="560921"/>
                      <a:pt x="1279933" y="561289"/>
                      <a:pt x="1279578" y="560552"/>
                    </a:cubicBezTo>
                    <a:cubicBezTo>
                      <a:pt x="1278867" y="559815"/>
                      <a:pt x="1278512" y="560183"/>
                      <a:pt x="1278157" y="559077"/>
                    </a:cubicBezTo>
                    <a:cubicBezTo>
                      <a:pt x="1277801" y="558340"/>
                      <a:pt x="1276736" y="557602"/>
                      <a:pt x="1276736" y="557602"/>
                    </a:cubicBezTo>
                    <a:cubicBezTo>
                      <a:pt x="1276736" y="557602"/>
                      <a:pt x="1275315" y="554284"/>
                      <a:pt x="1274604" y="553547"/>
                    </a:cubicBezTo>
                    <a:cubicBezTo>
                      <a:pt x="1273894" y="552809"/>
                      <a:pt x="1273538" y="551334"/>
                      <a:pt x="1273183" y="549859"/>
                    </a:cubicBezTo>
                    <a:cubicBezTo>
                      <a:pt x="1272473" y="548753"/>
                      <a:pt x="1272117" y="549122"/>
                      <a:pt x="1272117" y="548385"/>
                    </a:cubicBezTo>
                    <a:cubicBezTo>
                      <a:pt x="1271762" y="547647"/>
                      <a:pt x="1271052" y="546910"/>
                      <a:pt x="1270696" y="545804"/>
                    </a:cubicBezTo>
                    <a:cubicBezTo>
                      <a:pt x="1270696" y="544697"/>
                      <a:pt x="1270341" y="545066"/>
                      <a:pt x="1269986" y="544329"/>
                    </a:cubicBezTo>
                    <a:cubicBezTo>
                      <a:pt x="1269631" y="543591"/>
                      <a:pt x="1268210" y="543223"/>
                      <a:pt x="1267499" y="542485"/>
                    </a:cubicBezTo>
                    <a:cubicBezTo>
                      <a:pt x="1266789" y="542117"/>
                      <a:pt x="1266789" y="541379"/>
                      <a:pt x="1266078" y="539536"/>
                    </a:cubicBezTo>
                    <a:cubicBezTo>
                      <a:pt x="1265723" y="538429"/>
                      <a:pt x="1266078" y="538429"/>
                      <a:pt x="1266078" y="537692"/>
                    </a:cubicBezTo>
                    <a:cubicBezTo>
                      <a:pt x="1266078" y="536955"/>
                      <a:pt x="1265368" y="536217"/>
                      <a:pt x="1265013" y="535480"/>
                    </a:cubicBezTo>
                    <a:cubicBezTo>
                      <a:pt x="1265013" y="534742"/>
                      <a:pt x="1264302" y="535111"/>
                      <a:pt x="1263592" y="534005"/>
                    </a:cubicBezTo>
                    <a:cubicBezTo>
                      <a:pt x="1262881" y="533267"/>
                      <a:pt x="1261815" y="534374"/>
                      <a:pt x="1260394" y="532899"/>
                    </a:cubicBezTo>
                    <a:cubicBezTo>
                      <a:pt x="1260394" y="532899"/>
                      <a:pt x="1260394" y="532899"/>
                      <a:pt x="1259684" y="530687"/>
                    </a:cubicBezTo>
                    <a:cubicBezTo>
                      <a:pt x="1259684" y="530687"/>
                      <a:pt x="1258618" y="528843"/>
                      <a:pt x="1258618" y="528474"/>
                    </a:cubicBezTo>
                    <a:cubicBezTo>
                      <a:pt x="1258618" y="527737"/>
                      <a:pt x="1256842" y="526631"/>
                      <a:pt x="1255421" y="527368"/>
                    </a:cubicBezTo>
                    <a:cubicBezTo>
                      <a:pt x="1253645" y="527737"/>
                      <a:pt x="1255421" y="527368"/>
                      <a:pt x="1254710" y="526631"/>
                    </a:cubicBezTo>
                    <a:cubicBezTo>
                      <a:pt x="1254000" y="525893"/>
                      <a:pt x="1254710" y="526631"/>
                      <a:pt x="1254000" y="525525"/>
                    </a:cubicBezTo>
                    <a:cubicBezTo>
                      <a:pt x="1253289" y="524050"/>
                      <a:pt x="1252934" y="524050"/>
                      <a:pt x="1251868" y="523312"/>
                    </a:cubicBezTo>
                    <a:cubicBezTo>
                      <a:pt x="1250803" y="522575"/>
                      <a:pt x="1250803" y="522206"/>
                      <a:pt x="1250447" y="521837"/>
                    </a:cubicBezTo>
                    <a:cubicBezTo>
                      <a:pt x="1250447" y="521469"/>
                      <a:pt x="1249382" y="520363"/>
                      <a:pt x="1249026" y="519625"/>
                    </a:cubicBezTo>
                    <a:cubicBezTo>
                      <a:pt x="1248316" y="518888"/>
                      <a:pt x="1249382" y="517782"/>
                      <a:pt x="1249026" y="517044"/>
                    </a:cubicBezTo>
                    <a:cubicBezTo>
                      <a:pt x="1249026" y="515938"/>
                      <a:pt x="1250092" y="516676"/>
                      <a:pt x="1250803" y="516676"/>
                    </a:cubicBezTo>
                    <a:close/>
                    <a:moveTo>
                      <a:pt x="1371435" y="514804"/>
                    </a:moveTo>
                    <a:cubicBezTo>
                      <a:pt x="1371435" y="515257"/>
                      <a:pt x="1372141" y="517072"/>
                      <a:pt x="1371083" y="517525"/>
                    </a:cubicBezTo>
                    <a:cubicBezTo>
                      <a:pt x="1370730" y="517525"/>
                      <a:pt x="1371083" y="517072"/>
                      <a:pt x="1370024" y="516618"/>
                    </a:cubicBezTo>
                    <a:cubicBezTo>
                      <a:pt x="1368966" y="516618"/>
                      <a:pt x="1369319" y="516618"/>
                      <a:pt x="1369319" y="515711"/>
                    </a:cubicBezTo>
                    <a:cubicBezTo>
                      <a:pt x="1368966" y="515257"/>
                      <a:pt x="1369319" y="515711"/>
                      <a:pt x="1370024" y="515257"/>
                    </a:cubicBezTo>
                    <a:cubicBezTo>
                      <a:pt x="1370377" y="514804"/>
                      <a:pt x="1371083" y="514350"/>
                      <a:pt x="1371435" y="514804"/>
                    </a:cubicBezTo>
                    <a:close/>
                    <a:moveTo>
                      <a:pt x="1374682" y="514350"/>
                    </a:moveTo>
                    <a:cubicBezTo>
                      <a:pt x="1374682" y="514350"/>
                      <a:pt x="1375317" y="514747"/>
                      <a:pt x="1374999" y="516335"/>
                    </a:cubicBezTo>
                    <a:cubicBezTo>
                      <a:pt x="1374364" y="517525"/>
                      <a:pt x="1374999" y="516335"/>
                      <a:pt x="1374364" y="515938"/>
                    </a:cubicBezTo>
                    <a:cubicBezTo>
                      <a:pt x="1373729" y="515541"/>
                      <a:pt x="1374364" y="514747"/>
                      <a:pt x="1374682" y="514350"/>
                    </a:cubicBezTo>
                    <a:close/>
                    <a:moveTo>
                      <a:pt x="1350135" y="511534"/>
                    </a:moveTo>
                    <a:cubicBezTo>
                      <a:pt x="1350135" y="511534"/>
                      <a:pt x="1350492" y="511534"/>
                      <a:pt x="1350849" y="511534"/>
                    </a:cubicBezTo>
                    <a:cubicBezTo>
                      <a:pt x="1351205" y="511175"/>
                      <a:pt x="1351205" y="511534"/>
                      <a:pt x="1351919" y="511893"/>
                    </a:cubicBezTo>
                    <a:cubicBezTo>
                      <a:pt x="1351919" y="511893"/>
                      <a:pt x="1352632" y="512610"/>
                      <a:pt x="1352632" y="512610"/>
                    </a:cubicBezTo>
                    <a:cubicBezTo>
                      <a:pt x="1352988" y="512610"/>
                      <a:pt x="1353345" y="512610"/>
                      <a:pt x="1353345" y="512610"/>
                    </a:cubicBezTo>
                    <a:cubicBezTo>
                      <a:pt x="1353345" y="512610"/>
                      <a:pt x="1354058" y="513328"/>
                      <a:pt x="1354058" y="513687"/>
                    </a:cubicBezTo>
                    <a:cubicBezTo>
                      <a:pt x="1354058" y="514046"/>
                      <a:pt x="1354415" y="514405"/>
                      <a:pt x="1354415" y="514763"/>
                    </a:cubicBezTo>
                    <a:cubicBezTo>
                      <a:pt x="1354415" y="515122"/>
                      <a:pt x="1355128" y="515481"/>
                      <a:pt x="1355485" y="515481"/>
                    </a:cubicBezTo>
                    <a:cubicBezTo>
                      <a:pt x="1355841" y="515481"/>
                      <a:pt x="1355841" y="516199"/>
                      <a:pt x="1356555" y="516199"/>
                    </a:cubicBezTo>
                    <a:cubicBezTo>
                      <a:pt x="1357268" y="516557"/>
                      <a:pt x="1357268" y="517275"/>
                      <a:pt x="1357624" y="516916"/>
                    </a:cubicBezTo>
                    <a:cubicBezTo>
                      <a:pt x="1357981" y="516916"/>
                      <a:pt x="1358694" y="517275"/>
                      <a:pt x="1358694" y="517275"/>
                    </a:cubicBezTo>
                    <a:cubicBezTo>
                      <a:pt x="1358694" y="517275"/>
                      <a:pt x="1359407" y="517993"/>
                      <a:pt x="1360121" y="518352"/>
                    </a:cubicBezTo>
                    <a:cubicBezTo>
                      <a:pt x="1360477" y="518710"/>
                      <a:pt x="1360834" y="518710"/>
                      <a:pt x="1361904" y="518710"/>
                    </a:cubicBezTo>
                    <a:cubicBezTo>
                      <a:pt x="1362617" y="518710"/>
                      <a:pt x="1360834" y="520504"/>
                      <a:pt x="1360834" y="520504"/>
                    </a:cubicBezTo>
                    <a:cubicBezTo>
                      <a:pt x="1360834" y="520504"/>
                      <a:pt x="1360834" y="520504"/>
                      <a:pt x="1360121" y="520863"/>
                    </a:cubicBezTo>
                    <a:cubicBezTo>
                      <a:pt x="1360121" y="520863"/>
                      <a:pt x="1360121" y="520863"/>
                      <a:pt x="1358694" y="520863"/>
                    </a:cubicBezTo>
                    <a:cubicBezTo>
                      <a:pt x="1358694" y="520863"/>
                      <a:pt x="1357624" y="520504"/>
                      <a:pt x="1357268" y="520504"/>
                    </a:cubicBezTo>
                    <a:cubicBezTo>
                      <a:pt x="1356911" y="520146"/>
                      <a:pt x="1356911" y="520863"/>
                      <a:pt x="1357268" y="521581"/>
                    </a:cubicBezTo>
                    <a:cubicBezTo>
                      <a:pt x="1357268" y="521940"/>
                      <a:pt x="1357981" y="522299"/>
                      <a:pt x="1357981" y="522657"/>
                    </a:cubicBezTo>
                    <a:cubicBezTo>
                      <a:pt x="1357981" y="522657"/>
                      <a:pt x="1357624" y="523734"/>
                      <a:pt x="1357624" y="523734"/>
                    </a:cubicBezTo>
                    <a:cubicBezTo>
                      <a:pt x="1357624" y="523734"/>
                      <a:pt x="1357624" y="523734"/>
                      <a:pt x="1356911" y="524093"/>
                    </a:cubicBezTo>
                    <a:cubicBezTo>
                      <a:pt x="1356911" y="524093"/>
                      <a:pt x="1356911" y="524093"/>
                      <a:pt x="1356198" y="524810"/>
                    </a:cubicBezTo>
                    <a:cubicBezTo>
                      <a:pt x="1356198" y="524810"/>
                      <a:pt x="1355841" y="525169"/>
                      <a:pt x="1355128" y="524810"/>
                    </a:cubicBezTo>
                    <a:cubicBezTo>
                      <a:pt x="1354771" y="524452"/>
                      <a:pt x="1354771" y="524810"/>
                      <a:pt x="1354415" y="525169"/>
                    </a:cubicBezTo>
                    <a:cubicBezTo>
                      <a:pt x="1353702" y="525528"/>
                      <a:pt x="1354415" y="525887"/>
                      <a:pt x="1354771" y="525887"/>
                    </a:cubicBezTo>
                    <a:cubicBezTo>
                      <a:pt x="1354771" y="526246"/>
                      <a:pt x="1355128" y="526604"/>
                      <a:pt x="1355128" y="527322"/>
                    </a:cubicBezTo>
                    <a:cubicBezTo>
                      <a:pt x="1354771" y="527681"/>
                      <a:pt x="1354415" y="526963"/>
                      <a:pt x="1352988" y="526604"/>
                    </a:cubicBezTo>
                    <a:cubicBezTo>
                      <a:pt x="1352275" y="526604"/>
                      <a:pt x="1352988" y="527322"/>
                      <a:pt x="1352988" y="528040"/>
                    </a:cubicBezTo>
                    <a:cubicBezTo>
                      <a:pt x="1352632" y="528399"/>
                      <a:pt x="1352632" y="528757"/>
                      <a:pt x="1352632" y="528757"/>
                    </a:cubicBezTo>
                    <a:cubicBezTo>
                      <a:pt x="1352632" y="528757"/>
                      <a:pt x="1352988" y="529475"/>
                      <a:pt x="1353345" y="529834"/>
                    </a:cubicBezTo>
                    <a:cubicBezTo>
                      <a:pt x="1353702" y="529834"/>
                      <a:pt x="1353702" y="530193"/>
                      <a:pt x="1353702" y="530552"/>
                    </a:cubicBezTo>
                    <a:cubicBezTo>
                      <a:pt x="1354058" y="530910"/>
                      <a:pt x="1354415" y="531628"/>
                      <a:pt x="1354771" y="531628"/>
                    </a:cubicBezTo>
                    <a:cubicBezTo>
                      <a:pt x="1355128" y="531628"/>
                      <a:pt x="1355485" y="532346"/>
                      <a:pt x="1355841" y="532704"/>
                    </a:cubicBezTo>
                    <a:cubicBezTo>
                      <a:pt x="1355841" y="533063"/>
                      <a:pt x="1355841" y="533422"/>
                      <a:pt x="1355841" y="534140"/>
                    </a:cubicBezTo>
                    <a:cubicBezTo>
                      <a:pt x="1355841" y="534857"/>
                      <a:pt x="1355841" y="534857"/>
                      <a:pt x="1355841" y="535216"/>
                    </a:cubicBezTo>
                    <a:cubicBezTo>
                      <a:pt x="1355841" y="535216"/>
                      <a:pt x="1356198" y="536651"/>
                      <a:pt x="1356555" y="536651"/>
                    </a:cubicBezTo>
                    <a:cubicBezTo>
                      <a:pt x="1356911" y="537010"/>
                      <a:pt x="1357624" y="537728"/>
                      <a:pt x="1357624" y="537728"/>
                    </a:cubicBezTo>
                    <a:cubicBezTo>
                      <a:pt x="1357624" y="537728"/>
                      <a:pt x="1358694" y="538804"/>
                      <a:pt x="1359407" y="538804"/>
                    </a:cubicBezTo>
                    <a:cubicBezTo>
                      <a:pt x="1359764" y="538804"/>
                      <a:pt x="1360121" y="539522"/>
                      <a:pt x="1360477" y="539522"/>
                    </a:cubicBezTo>
                    <a:cubicBezTo>
                      <a:pt x="1360834" y="539522"/>
                      <a:pt x="1360121" y="540240"/>
                      <a:pt x="1359407" y="539881"/>
                    </a:cubicBezTo>
                    <a:cubicBezTo>
                      <a:pt x="1359051" y="539881"/>
                      <a:pt x="1358694" y="540240"/>
                      <a:pt x="1357981" y="540240"/>
                    </a:cubicBezTo>
                    <a:cubicBezTo>
                      <a:pt x="1356911" y="540240"/>
                      <a:pt x="1357624" y="539881"/>
                      <a:pt x="1356911" y="539163"/>
                    </a:cubicBezTo>
                    <a:cubicBezTo>
                      <a:pt x="1356198" y="538446"/>
                      <a:pt x="1356911" y="539163"/>
                      <a:pt x="1355485" y="540599"/>
                    </a:cubicBezTo>
                    <a:cubicBezTo>
                      <a:pt x="1354058" y="541675"/>
                      <a:pt x="1355485" y="540599"/>
                      <a:pt x="1354415" y="541316"/>
                    </a:cubicBezTo>
                    <a:cubicBezTo>
                      <a:pt x="1353702" y="541675"/>
                      <a:pt x="1353345" y="542393"/>
                      <a:pt x="1353345" y="542751"/>
                    </a:cubicBezTo>
                    <a:cubicBezTo>
                      <a:pt x="1353345" y="542751"/>
                      <a:pt x="1353345" y="543469"/>
                      <a:pt x="1353702" y="543828"/>
                    </a:cubicBezTo>
                    <a:cubicBezTo>
                      <a:pt x="1353702" y="544546"/>
                      <a:pt x="1353702" y="545263"/>
                      <a:pt x="1353702" y="545981"/>
                    </a:cubicBezTo>
                    <a:cubicBezTo>
                      <a:pt x="1353702" y="546340"/>
                      <a:pt x="1352988" y="547416"/>
                      <a:pt x="1352988" y="547416"/>
                    </a:cubicBezTo>
                    <a:cubicBezTo>
                      <a:pt x="1352988" y="547416"/>
                      <a:pt x="1350135" y="551004"/>
                      <a:pt x="1349779" y="551004"/>
                    </a:cubicBezTo>
                    <a:cubicBezTo>
                      <a:pt x="1349779" y="551004"/>
                      <a:pt x="1349066" y="551363"/>
                      <a:pt x="1348709" y="551722"/>
                    </a:cubicBezTo>
                    <a:cubicBezTo>
                      <a:pt x="1348352" y="552440"/>
                      <a:pt x="1348352" y="552798"/>
                      <a:pt x="1348709" y="553157"/>
                    </a:cubicBezTo>
                    <a:cubicBezTo>
                      <a:pt x="1348709" y="553516"/>
                      <a:pt x="1348709" y="554234"/>
                      <a:pt x="1349066" y="554593"/>
                    </a:cubicBezTo>
                    <a:cubicBezTo>
                      <a:pt x="1349066" y="555310"/>
                      <a:pt x="1349066" y="555669"/>
                      <a:pt x="1349066" y="555669"/>
                    </a:cubicBezTo>
                    <a:cubicBezTo>
                      <a:pt x="1349066" y="555669"/>
                      <a:pt x="1348352" y="557104"/>
                      <a:pt x="1348352" y="557463"/>
                    </a:cubicBezTo>
                    <a:cubicBezTo>
                      <a:pt x="1347996" y="557822"/>
                      <a:pt x="1347996" y="558181"/>
                      <a:pt x="1347639" y="558540"/>
                    </a:cubicBezTo>
                    <a:cubicBezTo>
                      <a:pt x="1347283" y="558898"/>
                      <a:pt x="1346926" y="559257"/>
                      <a:pt x="1346569" y="559975"/>
                    </a:cubicBezTo>
                    <a:cubicBezTo>
                      <a:pt x="1346213" y="560334"/>
                      <a:pt x="1345856" y="561051"/>
                      <a:pt x="1345856" y="561051"/>
                    </a:cubicBezTo>
                    <a:cubicBezTo>
                      <a:pt x="1345856" y="561051"/>
                      <a:pt x="1345856" y="561051"/>
                      <a:pt x="1345499" y="561410"/>
                    </a:cubicBezTo>
                    <a:cubicBezTo>
                      <a:pt x="1345499" y="561410"/>
                      <a:pt x="1345499" y="561410"/>
                      <a:pt x="1344430" y="562128"/>
                    </a:cubicBezTo>
                    <a:cubicBezTo>
                      <a:pt x="1344430" y="562128"/>
                      <a:pt x="1344430" y="562128"/>
                      <a:pt x="1343003" y="562845"/>
                    </a:cubicBezTo>
                    <a:cubicBezTo>
                      <a:pt x="1343003" y="562845"/>
                      <a:pt x="1341933" y="563204"/>
                      <a:pt x="1341577" y="563563"/>
                    </a:cubicBezTo>
                    <a:cubicBezTo>
                      <a:pt x="1341220" y="563563"/>
                      <a:pt x="1340507" y="563563"/>
                      <a:pt x="1340150" y="563204"/>
                    </a:cubicBezTo>
                    <a:cubicBezTo>
                      <a:pt x="1339794" y="562845"/>
                      <a:pt x="1340150" y="562487"/>
                      <a:pt x="1339794" y="562128"/>
                    </a:cubicBezTo>
                    <a:cubicBezTo>
                      <a:pt x="1339794" y="561769"/>
                      <a:pt x="1340150" y="560693"/>
                      <a:pt x="1339794" y="559616"/>
                    </a:cubicBezTo>
                    <a:cubicBezTo>
                      <a:pt x="1339080" y="558540"/>
                      <a:pt x="1339080" y="559257"/>
                      <a:pt x="1338011" y="559616"/>
                    </a:cubicBezTo>
                    <a:cubicBezTo>
                      <a:pt x="1338011" y="559616"/>
                      <a:pt x="1337297" y="559975"/>
                      <a:pt x="1336227" y="560334"/>
                    </a:cubicBezTo>
                    <a:cubicBezTo>
                      <a:pt x="1335514" y="560693"/>
                      <a:pt x="1335871" y="560334"/>
                      <a:pt x="1335871" y="559257"/>
                    </a:cubicBezTo>
                    <a:cubicBezTo>
                      <a:pt x="1335871" y="559257"/>
                      <a:pt x="1334801" y="558898"/>
                      <a:pt x="1333731" y="558181"/>
                    </a:cubicBezTo>
                    <a:cubicBezTo>
                      <a:pt x="1333731" y="558181"/>
                      <a:pt x="1332305" y="559257"/>
                      <a:pt x="1332305" y="559257"/>
                    </a:cubicBezTo>
                    <a:cubicBezTo>
                      <a:pt x="1331948" y="559616"/>
                      <a:pt x="1331235" y="559975"/>
                      <a:pt x="1331235" y="559616"/>
                    </a:cubicBezTo>
                    <a:cubicBezTo>
                      <a:pt x="1330878" y="559616"/>
                      <a:pt x="1330165" y="559257"/>
                      <a:pt x="1330165" y="559257"/>
                    </a:cubicBezTo>
                    <a:cubicBezTo>
                      <a:pt x="1330165" y="559257"/>
                      <a:pt x="1329095" y="559616"/>
                      <a:pt x="1327669" y="559616"/>
                    </a:cubicBezTo>
                    <a:cubicBezTo>
                      <a:pt x="1327669" y="559616"/>
                      <a:pt x="1327312" y="559257"/>
                      <a:pt x="1326955" y="558540"/>
                    </a:cubicBezTo>
                    <a:cubicBezTo>
                      <a:pt x="1326955" y="558181"/>
                      <a:pt x="1327312" y="558181"/>
                      <a:pt x="1327312" y="557822"/>
                    </a:cubicBezTo>
                    <a:cubicBezTo>
                      <a:pt x="1327312" y="557463"/>
                      <a:pt x="1326242" y="557104"/>
                      <a:pt x="1325886" y="557104"/>
                    </a:cubicBezTo>
                    <a:cubicBezTo>
                      <a:pt x="1325529" y="557104"/>
                      <a:pt x="1324816" y="557822"/>
                      <a:pt x="1324816" y="557822"/>
                    </a:cubicBezTo>
                    <a:cubicBezTo>
                      <a:pt x="1324816" y="558181"/>
                      <a:pt x="1324459" y="558181"/>
                      <a:pt x="1324102" y="557822"/>
                    </a:cubicBezTo>
                    <a:cubicBezTo>
                      <a:pt x="1323746" y="557463"/>
                      <a:pt x="1323033" y="557822"/>
                      <a:pt x="1322676" y="557463"/>
                    </a:cubicBezTo>
                    <a:cubicBezTo>
                      <a:pt x="1322676" y="557104"/>
                      <a:pt x="1321606" y="557822"/>
                      <a:pt x="1321606" y="557822"/>
                    </a:cubicBezTo>
                    <a:cubicBezTo>
                      <a:pt x="1321606" y="557822"/>
                      <a:pt x="1321606" y="557822"/>
                      <a:pt x="1320893" y="557822"/>
                    </a:cubicBezTo>
                    <a:cubicBezTo>
                      <a:pt x="1320893" y="557822"/>
                      <a:pt x="1320180" y="557463"/>
                      <a:pt x="1320180" y="557104"/>
                    </a:cubicBezTo>
                    <a:cubicBezTo>
                      <a:pt x="1319823" y="557104"/>
                      <a:pt x="1319823" y="556746"/>
                      <a:pt x="1319823" y="556387"/>
                    </a:cubicBezTo>
                    <a:cubicBezTo>
                      <a:pt x="1319823" y="556028"/>
                      <a:pt x="1319110" y="555310"/>
                      <a:pt x="1319110" y="555310"/>
                    </a:cubicBezTo>
                    <a:cubicBezTo>
                      <a:pt x="1319110" y="555310"/>
                      <a:pt x="1318397" y="554234"/>
                      <a:pt x="1318040" y="553516"/>
                    </a:cubicBezTo>
                    <a:cubicBezTo>
                      <a:pt x="1318040" y="553157"/>
                      <a:pt x="1318040" y="552440"/>
                      <a:pt x="1318040" y="551722"/>
                    </a:cubicBezTo>
                    <a:cubicBezTo>
                      <a:pt x="1318040" y="551004"/>
                      <a:pt x="1318040" y="551004"/>
                      <a:pt x="1317683" y="551004"/>
                    </a:cubicBezTo>
                    <a:cubicBezTo>
                      <a:pt x="1317327" y="550646"/>
                      <a:pt x="1317327" y="550287"/>
                      <a:pt x="1316970" y="549210"/>
                    </a:cubicBezTo>
                    <a:cubicBezTo>
                      <a:pt x="1316970" y="549210"/>
                      <a:pt x="1315900" y="545622"/>
                      <a:pt x="1315187" y="544904"/>
                    </a:cubicBezTo>
                    <a:cubicBezTo>
                      <a:pt x="1314830" y="544187"/>
                      <a:pt x="1315187" y="544546"/>
                      <a:pt x="1314830" y="544187"/>
                    </a:cubicBezTo>
                    <a:cubicBezTo>
                      <a:pt x="1314474" y="543828"/>
                      <a:pt x="1314474" y="543469"/>
                      <a:pt x="1314117" y="542751"/>
                    </a:cubicBezTo>
                    <a:cubicBezTo>
                      <a:pt x="1313404" y="542393"/>
                      <a:pt x="1314117" y="541316"/>
                      <a:pt x="1314117" y="540957"/>
                    </a:cubicBezTo>
                    <a:cubicBezTo>
                      <a:pt x="1314117" y="540599"/>
                      <a:pt x="1314474" y="538804"/>
                      <a:pt x="1314474" y="538087"/>
                    </a:cubicBezTo>
                    <a:cubicBezTo>
                      <a:pt x="1314474" y="537369"/>
                      <a:pt x="1315187" y="537010"/>
                      <a:pt x="1315544" y="536293"/>
                    </a:cubicBezTo>
                    <a:cubicBezTo>
                      <a:pt x="1315544" y="535575"/>
                      <a:pt x="1316257" y="535575"/>
                      <a:pt x="1316614" y="535575"/>
                    </a:cubicBezTo>
                    <a:cubicBezTo>
                      <a:pt x="1317327" y="535216"/>
                      <a:pt x="1316970" y="535934"/>
                      <a:pt x="1317327" y="536651"/>
                    </a:cubicBezTo>
                    <a:cubicBezTo>
                      <a:pt x="1317327" y="537369"/>
                      <a:pt x="1318753" y="537010"/>
                      <a:pt x="1319110" y="536293"/>
                    </a:cubicBezTo>
                    <a:cubicBezTo>
                      <a:pt x="1319823" y="535934"/>
                      <a:pt x="1319823" y="536293"/>
                      <a:pt x="1320180" y="536293"/>
                    </a:cubicBezTo>
                    <a:cubicBezTo>
                      <a:pt x="1320536" y="536651"/>
                      <a:pt x="1321250" y="537010"/>
                      <a:pt x="1321963" y="536651"/>
                    </a:cubicBezTo>
                    <a:cubicBezTo>
                      <a:pt x="1322319" y="536293"/>
                      <a:pt x="1323389" y="536651"/>
                      <a:pt x="1323389" y="536651"/>
                    </a:cubicBezTo>
                    <a:cubicBezTo>
                      <a:pt x="1323389" y="536293"/>
                      <a:pt x="1323746" y="535934"/>
                      <a:pt x="1323746" y="534857"/>
                    </a:cubicBezTo>
                    <a:cubicBezTo>
                      <a:pt x="1323746" y="533781"/>
                      <a:pt x="1323746" y="534140"/>
                      <a:pt x="1323746" y="533781"/>
                    </a:cubicBezTo>
                    <a:cubicBezTo>
                      <a:pt x="1323746" y="533422"/>
                      <a:pt x="1324102" y="532704"/>
                      <a:pt x="1324459" y="531987"/>
                    </a:cubicBezTo>
                    <a:cubicBezTo>
                      <a:pt x="1324459" y="531269"/>
                      <a:pt x="1325172" y="531269"/>
                      <a:pt x="1325529" y="531628"/>
                    </a:cubicBezTo>
                    <a:cubicBezTo>
                      <a:pt x="1325529" y="531987"/>
                      <a:pt x="1326242" y="531628"/>
                      <a:pt x="1326242" y="531628"/>
                    </a:cubicBezTo>
                    <a:cubicBezTo>
                      <a:pt x="1326242" y="531628"/>
                      <a:pt x="1327669" y="530910"/>
                      <a:pt x="1328025" y="530552"/>
                    </a:cubicBezTo>
                    <a:cubicBezTo>
                      <a:pt x="1328738" y="530193"/>
                      <a:pt x="1330165" y="530552"/>
                      <a:pt x="1330165" y="530552"/>
                    </a:cubicBezTo>
                    <a:cubicBezTo>
                      <a:pt x="1330165" y="530552"/>
                      <a:pt x="1330165" y="530552"/>
                      <a:pt x="1331591" y="529116"/>
                    </a:cubicBezTo>
                    <a:cubicBezTo>
                      <a:pt x="1333018" y="528040"/>
                      <a:pt x="1331948" y="529116"/>
                      <a:pt x="1332661" y="528399"/>
                    </a:cubicBezTo>
                    <a:cubicBezTo>
                      <a:pt x="1333374" y="528040"/>
                      <a:pt x="1333018" y="528040"/>
                      <a:pt x="1333374" y="527322"/>
                    </a:cubicBezTo>
                    <a:cubicBezTo>
                      <a:pt x="1334088" y="526604"/>
                      <a:pt x="1334088" y="526604"/>
                      <a:pt x="1335158" y="525528"/>
                    </a:cubicBezTo>
                    <a:cubicBezTo>
                      <a:pt x="1336227" y="524810"/>
                      <a:pt x="1335871" y="525169"/>
                      <a:pt x="1336584" y="524452"/>
                    </a:cubicBezTo>
                    <a:cubicBezTo>
                      <a:pt x="1337297" y="523734"/>
                      <a:pt x="1336584" y="524452"/>
                      <a:pt x="1336941" y="523734"/>
                    </a:cubicBezTo>
                    <a:cubicBezTo>
                      <a:pt x="1337297" y="523016"/>
                      <a:pt x="1337297" y="523375"/>
                      <a:pt x="1337654" y="522657"/>
                    </a:cubicBezTo>
                    <a:cubicBezTo>
                      <a:pt x="1338011" y="521940"/>
                      <a:pt x="1338011" y="523016"/>
                      <a:pt x="1338011" y="523375"/>
                    </a:cubicBezTo>
                    <a:cubicBezTo>
                      <a:pt x="1338367" y="523375"/>
                      <a:pt x="1338724" y="524093"/>
                      <a:pt x="1338724" y="524452"/>
                    </a:cubicBezTo>
                    <a:cubicBezTo>
                      <a:pt x="1338724" y="524452"/>
                      <a:pt x="1339437" y="525528"/>
                      <a:pt x="1339794" y="525169"/>
                    </a:cubicBezTo>
                    <a:cubicBezTo>
                      <a:pt x="1340507" y="525169"/>
                      <a:pt x="1340507" y="525169"/>
                      <a:pt x="1341577" y="524093"/>
                    </a:cubicBezTo>
                    <a:cubicBezTo>
                      <a:pt x="1342290" y="523734"/>
                      <a:pt x="1341933" y="523734"/>
                      <a:pt x="1342647" y="523734"/>
                    </a:cubicBezTo>
                    <a:cubicBezTo>
                      <a:pt x="1343003" y="523734"/>
                      <a:pt x="1343360" y="523734"/>
                      <a:pt x="1343716" y="523016"/>
                    </a:cubicBezTo>
                    <a:cubicBezTo>
                      <a:pt x="1344073" y="522657"/>
                      <a:pt x="1343716" y="522299"/>
                      <a:pt x="1343360" y="521940"/>
                    </a:cubicBezTo>
                    <a:cubicBezTo>
                      <a:pt x="1343360" y="521581"/>
                      <a:pt x="1343360" y="521940"/>
                      <a:pt x="1343716" y="520863"/>
                    </a:cubicBezTo>
                    <a:cubicBezTo>
                      <a:pt x="1344073" y="519787"/>
                      <a:pt x="1343716" y="519787"/>
                      <a:pt x="1344073" y="519428"/>
                    </a:cubicBezTo>
                    <a:cubicBezTo>
                      <a:pt x="1344073" y="519069"/>
                      <a:pt x="1344073" y="519069"/>
                      <a:pt x="1344786" y="517993"/>
                    </a:cubicBezTo>
                    <a:cubicBezTo>
                      <a:pt x="1345143" y="516916"/>
                      <a:pt x="1344786" y="517634"/>
                      <a:pt x="1344786" y="517275"/>
                    </a:cubicBezTo>
                    <a:cubicBezTo>
                      <a:pt x="1345143" y="516916"/>
                      <a:pt x="1346213" y="516199"/>
                      <a:pt x="1346569" y="515840"/>
                    </a:cubicBezTo>
                    <a:cubicBezTo>
                      <a:pt x="1346926" y="515481"/>
                      <a:pt x="1347283" y="515122"/>
                      <a:pt x="1347283" y="514763"/>
                    </a:cubicBezTo>
                    <a:cubicBezTo>
                      <a:pt x="1347283" y="514763"/>
                      <a:pt x="1347996" y="514046"/>
                      <a:pt x="1347996" y="514046"/>
                    </a:cubicBezTo>
                    <a:cubicBezTo>
                      <a:pt x="1347996" y="514046"/>
                      <a:pt x="1348709" y="512969"/>
                      <a:pt x="1348709" y="512252"/>
                    </a:cubicBezTo>
                    <a:cubicBezTo>
                      <a:pt x="1349066" y="511893"/>
                      <a:pt x="1349779" y="511534"/>
                      <a:pt x="1350135" y="511534"/>
                    </a:cubicBezTo>
                    <a:close/>
                    <a:moveTo>
                      <a:pt x="1393077" y="496888"/>
                    </a:moveTo>
                    <a:cubicBezTo>
                      <a:pt x="1393449" y="496888"/>
                      <a:pt x="1393821" y="497612"/>
                      <a:pt x="1393821" y="497612"/>
                    </a:cubicBezTo>
                    <a:cubicBezTo>
                      <a:pt x="1393821" y="497612"/>
                      <a:pt x="1394565" y="498336"/>
                      <a:pt x="1394565" y="498698"/>
                    </a:cubicBezTo>
                    <a:cubicBezTo>
                      <a:pt x="1394565" y="499061"/>
                      <a:pt x="1394937" y="499423"/>
                      <a:pt x="1395310" y="500147"/>
                    </a:cubicBezTo>
                    <a:cubicBezTo>
                      <a:pt x="1395310" y="500509"/>
                      <a:pt x="1395310" y="500509"/>
                      <a:pt x="1395682" y="501233"/>
                    </a:cubicBezTo>
                    <a:cubicBezTo>
                      <a:pt x="1396426" y="501595"/>
                      <a:pt x="1395682" y="501233"/>
                      <a:pt x="1395682" y="501595"/>
                    </a:cubicBezTo>
                    <a:cubicBezTo>
                      <a:pt x="1395682" y="501957"/>
                      <a:pt x="1395682" y="502681"/>
                      <a:pt x="1395682" y="502681"/>
                    </a:cubicBezTo>
                    <a:cubicBezTo>
                      <a:pt x="1395682" y="502681"/>
                      <a:pt x="1395682" y="503043"/>
                      <a:pt x="1396054" y="503405"/>
                    </a:cubicBezTo>
                    <a:cubicBezTo>
                      <a:pt x="1396054" y="503405"/>
                      <a:pt x="1396054" y="504130"/>
                      <a:pt x="1396054" y="504130"/>
                    </a:cubicBezTo>
                    <a:cubicBezTo>
                      <a:pt x="1396054" y="504130"/>
                      <a:pt x="1396054" y="505216"/>
                      <a:pt x="1396054" y="505578"/>
                    </a:cubicBezTo>
                    <a:cubicBezTo>
                      <a:pt x="1396054" y="505578"/>
                      <a:pt x="1396426" y="506302"/>
                      <a:pt x="1396426" y="506302"/>
                    </a:cubicBezTo>
                    <a:cubicBezTo>
                      <a:pt x="1396426" y="506302"/>
                      <a:pt x="1396426" y="507026"/>
                      <a:pt x="1396798" y="507026"/>
                    </a:cubicBezTo>
                    <a:cubicBezTo>
                      <a:pt x="1396798" y="507388"/>
                      <a:pt x="1397170" y="508112"/>
                      <a:pt x="1397170" y="508112"/>
                    </a:cubicBezTo>
                    <a:cubicBezTo>
                      <a:pt x="1397170" y="508112"/>
                      <a:pt x="1397542" y="509199"/>
                      <a:pt x="1397170" y="509199"/>
                    </a:cubicBezTo>
                    <a:cubicBezTo>
                      <a:pt x="1397170" y="509561"/>
                      <a:pt x="1396798" y="509923"/>
                      <a:pt x="1396054" y="510285"/>
                    </a:cubicBezTo>
                    <a:cubicBezTo>
                      <a:pt x="1395682" y="510647"/>
                      <a:pt x="1396054" y="510647"/>
                      <a:pt x="1394937" y="513181"/>
                    </a:cubicBezTo>
                    <a:cubicBezTo>
                      <a:pt x="1394565" y="513905"/>
                      <a:pt x="1394565" y="512457"/>
                      <a:pt x="1394565" y="511733"/>
                    </a:cubicBezTo>
                    <a:cubicBezTo>
                      <a:pt x="1394565" y="511371"/>
                      <a:pt x="1394565" y="511009"/>
                      <a:pt x="1394193" y="510647"/>
                    </a:cubicBezTo>
                    <a:cubicBezTo>
                      <a:pt x="1393821" y="509923"/>
                      <a:pt x="1394193" y="509561"/>
                      <a:pt x="1393821" y="509199"/>
                    </a:cubicBezTo>
                    <a:cubicBezTo>
                      <a:pt x="1393821" y="508836"/>
                      <a:pt x="1393077" y="509199"/>
                      <a:pt x="1393077" y="509561"/>
                    </a:cubicBezTo>
                    <a:cubicBezTo>
                      <a:pt x="1393077" y="510285"/>
                      <a:pt x="1393077" y="510647"/>
                      <a:pt x="1393077" y="510647"/>
                    </a:cubicBezTo>
                    <a:cubicBezTo>
                      <a:pt x="1393077" y="510647"/>
                      <a:pt x="1393077" y="511009"/>
                      <a:pt x="1392333" y="510285"/>
                    </a:cubicBezTo>
                    <a:cubicBezTo>
                      <a:pt x="1392333" y="509923"/>
                      <a:pt x="1391961" y="511009"/>
                      <a:pt x="1391961" y="511371"/>
                    </a:cubicBezTo>
                    <a:cubicBezTo>
                      <a:pt x="1391589" y="511733"/>
                      <a:pt x="1391961" y="512095"/>
                      <a:pt x="1391961" y="512457"/>
                    </a:cubicBezTo>
                    <a:cubicBezTo>
                      <a:pt x="1392333" y="512819"/>
                      <a:pt x="1392333" y="513181"/>
                      <a:pt x="1392333" y="513181"/>
                    </a:cubicBezTo>
                    <a:cubicBezTo>
                      <a:pt x="1392333" y="513181"/>
                      <a:pt x="1392705" y="513543"/>
                      <a:pt x="1393077" y="514630"/>
                    </a:cubicBezTo>
                    <a:cubicBezTo>
                      <a:pt x="1393449" y="515354"/>
                      <a:pt x="1393077" y="514630"/>
                      <a:pt x="1392333" y="515716"/>
                    </a:cubicBezTo>
                    <a:cubicBezTo>
                      <a:pt x="1391961" y="516078"/>
                      <a:pt x="1391961" y="516440"/>
                      <a:pt x="1391961" y="516802"/>
                    </a:cubicBezTo>
                    <a:cubicBezTo>
                      <a:pt x="1391589" y="517164"/>
                      <a:pt x="1391589" y="517526"/>
                      <a:pt x="1390473" y="517526"/>
                    </a:cubicBezTo>
                    <a:cubicBezTo>
                      <a:pt x="1390473" y="517526"/>
                      <a:pt x="1390473" y="517164"/>
                      <a:pt x="1390473" y="517164"/>
                    </a:cubicBezTo>
                    <a:cubicBezTo>
                      <a:pt x="1390100" y="516440"/>
                      <a:pt x="1390473" y="517164"/>
                      <a:pt x="1390473" y="516440"/>
                    </a:cubicBezTo>
                    <a:cubicBezTo>
                      <a:pt x="1390473" y="515716"/>
                      <a:pt x="1390100" y="516078"/>
                      <a:pt x="1389356" y="515354"/>
                    </a:cubicBezTo>
                    <a:cubicBezTo>
                      <a:pt x="1389356" y="514992"/>
                      <a:pt x="1389356" y="514992"/>
                      <a:pt x="1389356" y="514992"/>
                    </a:cubicBezTo>
                    <a:cubicBezTo>
                      <a:pt x="1389356" y="515354"/>
                      <a:pt x="1388984" y="515354"/>
                      <a:pt x="1388984" y="515354"/>
                    </a:cubicBezTo>
                    <a:cubicBezTo>
                      <a:pt x="1388240" y="515354"/>
                      <a:pt x="1388984" y="515354"/>
                      <a:pt x="1388240" y="514992"/>
                    </a:cubicBezTo>
                    <a:cubicBezTo>
                      <a:pt x="1387124" y="514992"/>
                      <a:pt x="1388240" y="514992"/>
                      <a:pt x="1387496" y="515354"/>
                    </a:cubicBezTo>
                    <a:cubicBezTo>
                      <a:pt x="1386752" y="515354"/>
                      <a:pt x="1386752" y="514630"/>
                      <a:pt x="1386380" y="514630"/>
                    </a:cubicBezTo>
                    <a:cubicBezTo>
                      <a:pt x="1386008" y="514267"/>
                      <a:pt x="1385263" y="513905"/>
                      <a:pt x="1384519" y="513181"/>
                    </a:cubicBezTo>
                    <a:cubicBezTo>
                      <a:pt x="1383775" y="512457"/>
                      <a:pt x="1384519" y="513181"/>
                      <a:pt x="1384519" y="512457"/>
                    </a:cubicBezTo>
                    <a:cubicBezTo>
                      <a:pt x="1384519" y="511371"/>
                      <a:pt x="1384519" y="511371"/>
                      <a:pt x="1384147" y="511009"/>
                    </a:cubicBezTo>
                    <a:cubicBezTo>
                      <a:pt x="1384147" y="510285"/>
                      <a:pt x="1384519" y="510285"/>
                      <a:pt x="1384519" y="509199"/>
                    </a:cubicBezTo>
                    <a:cubicBezTo>
                      <a:pt x="1384891" y="508474"/>
                      <a:pt x="1384519" y="509199"/>
                      <a:pt x="1385263" y="508474"/>
                    </a:cubicBezTo>
                    <a:cubicBezTo>
                      <a:pt x="1385635" y="507750"/>
                      <a:pt x="1385263" y="508112"/>
                      <a:pt x="1385263" y="507750"/>
                    </a:cubicBezTo>
                    <a:cubicBezTo>
                      <a:pt x="1384891" y="507750"/>
                      <a:pt x="1384891" y="507026"/>
                      <a:pt x="1384891" y="506664"/>
                    </a:cubicBezTo>
                    <a:cubicBezTo>
                      <a:pt x="1384519" y="506664"/>
                      <a:pt x="1383031" y="506302"/>
                      <a:pt x="1383031" y="506302"/>
                    </a:cubicBezTo>
                    <a:cubicBezTo>
                      <a:pt x="1382659" y="505940"/>
                      <a:pt x="1382287" y="506302"/>
                      <a:pt x="1382287" y="506302"/>
                    </a:cubicBezTo>
                    <a:cubicBezTo>
                      <a:pt x="1382287" y="506302"/>
                      <a:pt x="1382287" y="506302"/>
                      <a:pt x="1382287" y="507026"/>
                    </a:cubicBezTo>
                    <a:cubicBezTo>
                      <a:pt x="1382287" y="507026"/>
                      <a:pt x="1382287" y="507750"/>
                      <a:pt x="1381915" y="507750"/>
                    </a:cubicBezTo>
                    <a:cubicBezTo>
                      <a:pt x="1381915" y="508112"/>
                      <a:pt x="1381543" y="508112"/>
                      <a:pt x="1381171" y="507750"/>
                    </a:cubicBezTo>
                    <a:cubicBezTo>
                      <a:pt x="1381171" y="507750"/>
                      <a:pt x="1381171" y="507388"/>
                      <a:pt x="1380798" y="507026"/>
                    </a:cubicBezTo>
                    <a:cubicBezTo>
                      <a:pt x="1380426" y="506302"/>
                      <a:pt x="1380426" y="506664"/>
                      <a:pt x="1379682" y="507388"/>
                    </a:cubicBezTo>
                    <a:cubicBezTo>
                      <a:pt x="1379682" y="507388"/>
                      <a:pt x="1379682" y="507388"/>
                      <a:pt x="1378566" y="507388"/>
                    </a:cubicBezTo>
                    <a:cubicBezTo>
                      <a:pt x="1378566" y="507388"/>
                      <a:pt x="1378566" y="507026"/>
                      <a:pt x="1378194" y="506664"/>
                    </a:cubicBezTo>
                    <a:cubicBezTo>
                      <a:pt x="1378194" y="506664"/>
                      <a:pt x="1377822" y="507026"/>
                      <a:pt x="1377450" y="507026"/>
                    </a:cubicBezTo>
                    <a:cubicBezTo>
                      <a:pt x="1376706" y="507026"/>
                      <a:pt x="1377078" y="507388"/>
                      <a:pt x="1376334" y="507750"/>
                    </a:cubicBezTo>
                    <a:cubicBezTo>
                      <a:pt x="1375961" y="508474"/>
                      <a:pt x="1376334" y="507750"/>
                      <a:pt x="1376334" y="508836"/>
                    </a:cubicBezTo>
                    <a:cubicBezTo>
                      <a:pt x="1376334" y="509561"/>
                      <a:pt x="1376334" y="509199"/>
                      <a:pt x="1376334" y="509561"/>
                    </a:cubicBezTo>
                    <a:cubicBezTo>
                      <a:pt x="1375961" y="509923"/>
                      <a:pt x="1376334" y="509561"/>
                      <a:pt x="1375589" y="510285"/>
                    </a:cubicBezTo>
                    <a:cubicBezTo>
                      <a:pt x="1375589" y="510285"/>
                      <a:pt x="1375217" y="510647"/>
                      <a:pt x="1374845" y="511371"/>
                    </a:cubicBezTo>
                    <a:cubicBezTo>
                      <a:pt x="1374845" y="511371"/>
                      <a:pt x="1374845" y="511371"/>
                      <a:pt x="1375961" y="512095"/>
                    </a:cubicBezTo>
                    <a:cubicBezTo>
                      <a:pt x="1375589" y="512457"/>
                      <a:pt x="1375961" y="512457"/>
                      <a:pt x="1375589" y="513181"/>
                    </a:cubicBezTo>
                    <a:cubicBezTo>
                      <a:pt x="1375217" y="513543"/>
                      <a:pt x="1375217" y="513181"/>
                      <a:pt x="1374473" y="512819"/>
                    </a:cubicBezTo>
                    <a:cubicBezTo>
                      <a:pt x="1373729" y="512457"/>
                      <a:pt x="1374473" y="512095"/>
                      <a:pt x="1374473" y="511371"/>
                    </a:cubicBezTo>
                    <a:cubicBezTo>
                      <a:pt x="1374473" y="511009"/>
                      <a:pt x="1374845" y="511733"/>
                      <a:pt x="1374845" y="510285"/>
                    </a:cubicBezTo>
                    <a:cubicBezTo>
                      <a:pt x="1374845" y="508836"/>
                      <a:pt x="1374845" y="509561"/>
                      <a:pt x="1374845" y="509199"/>
                    </a:cubicBezTo>
                    <a:cubicBezTo>
                      <a:pt x="1374845" y="508474"/>
                      <a:pt x="1374473" y="508474"/>
                      <a:pt x="1374473" y="508112"/>
                    </a:cubicBezTo>
                    <a:cubicBezTo>
                      <a:pt x="1374473" y="507750"/>
                      <a:pt x="1374845" y="507388"/>
                      <a:pt x="1375217" y="507026"/>
                    </a:cubicBezTo>
                    <a:cubicBezTo>
                      <a:pt x="1375217" y="506302"/>
                      <a:pt x="1375589" y="505940"/>
                      <a:pt x="1376334" y="505216"/>
                    </a:cubicBezTo>
                    <a:cubicBezTo>
                      <a:pt x="1376334" y="505216"/>
                      <a:pt x="1378194" y="504854"/>
                      <a:pt x="1378194" y="504854"/>
                    </a:cubicBezTo>
                    <a:cubicBezTo>
                      <a:pt x="1378566" y="504854"/>
                      <a:pt x="1378938" y="504854"/>
                      <a:pt x="1379310" y="504492"/>
                    </a:cubicBezTo>
                    <a:cubicBezTo>
                      <a:pt x="1380054" y="504130"/>
                      <a:pt x="1379682" y="504130"/>
                      <a:pt x="1379682" y="503767"/>
                    </a:cubicBezTo>
                    <a:cubicBezTo>
                      <a:pt x="1379682" y="503405"/>
                      <a:pt x="1380054" y="503405"/>
                      <a:pt x="1380426" y="502681"/>
                    </a:cubicBezTo>
                    <a:cubicBezTo>
                      <a:pt x="1381171" y="501957"/>
                      <a:pt x="1381171" y="502681"/>
                      <a:pt x="1381543" y="502319"/>
                    </a:cubicBezTo>
                    <a:cubicBezTo>
                      <a:pt x="1381543" y="502319"/>
                      <a:pt x="1381915" y="502319"/>
                      <a:pt x="1382287" y="502319"/>
                    </a:cubicBezTo>
                    <a:cubicBezTo>
                      <a:pt x="1382659" y="502319"/>
                      <a:pt x="1383031" y="502319"/>
                      <a:pt x="1383403" y="502681"/>
                    </a:cubicBezTo>
                    <a:cubicBezTo>
                      <a:pt x="1384147" y="503043"/>
                      <a:pt x="1383403" y="502681"/>
                      <a:pt x="1383775" y="503043"/>
                    </a:cubicBezTo>
                    <a:cubicBezTo>
                      <a:pt x="1384147" y="503767"/>
                      <a:pt x="1383403" y="504492"/>
                      <a:pt x="1384147" y="504492"/>
                    </a:cubicBezTo>
                    <a:cubicBezTo>
                      <a:pt x="1384519" y="504854"/>
                      <a:pt x="1385263" y="504492"/>
                      <a:pt x="1385635" y="504130"/>
                    </a:cubicBezTo>
                    <a:cubicBezTo>
                      <a:pt x="1385635" y="503767"/>
                      <a:pt x="1386008" y="504130"/>
                      <a:pt x="1385635" y="503405"/>
                    </a:cubicBezTo>
                    <a:cubicBezTo>
                      <a:pt x="1385263" y="502681"/>
                      <a:pt x="1385635" y="503405"/>
                      <a:pt x="1386008" y="502681"/>
                    </a:cubicBezTo>
                    <a:cubicBezTo>
                      <a:pt x="1386752" y="501957"/>
                      <a:pt x="1386752" y="502681"/>
                      <a:pt x="1387124" y="502681"/>
                    </a:cubicBezTo>
                    <a:cubicBezTo>
                      <a:pt x="1387496" y="502681"/>
                      <a:pt x="1387868" y="502681"/>
                      <a:pt x="1388240" y="502319"/>
                    </a:cubicBezTo>
                    <a:cubicBezTo>
                      <a:pt x="1388240" y="501595"/>
                      <a:pt x="1387868" y="501957"/>
                      <a:pt x="1388612" y="501233"/>
                    </a:cubicBezTo>
                    <a:cubicBezTo>
                      <a:pt x="1388984" y="501233"/>
                      <a:pt x="1389728" y="501233"/>
                      <a:pt x="1390100" y="500509"/>
                    </a:cubicBezTo>
                    <a:cubicBezTo>
                      <a:pt x="1390473" y="500509"/>
                      <a:pt x="1391217" y="500509"/>
                      <a:pt x="1391589" y="499785"/>
                    </a:cubicBezTo>
                    <a:cubicBezTo>
                      <a:pt x="1391589" y="499423"/>
                      <a:pt x="1391589" y="499423"/>
                      <a:pt x="1391961" y="498336"/>
                    </a:cubicBezTo>
                    <a:cubicBezTo>
                      <a:pt x="1391961" y="497250"/>
                      <a:pt x="1392333" y="496888"/>
                      <a:pt x="1393077" y="496888"/>
                    </a:cubicBezTo>
                    <a:close/>
                    <a:moveTo>
                      <a:pt x="1176213" y="496888"/>
                    </a:moveTo>
                    <a:cubicBezTo>
                      <a:pt x="1177289" y="497625"/>
                      <a:pt x="1179081" y="498362"/>
                      <a:pt x="1180157" y="499468"/>
                    </a:cubicBezTo>
                    <a:cubicBezTo>
                      <a:pt x="1181591" y="500573"/>
                      <a:pt x="1181591" y="501679"/>
                      <a:pt x="1181591" y="501679"/>
                    </a:cubicBezTo>
                    <a:cubicBezTo>
                      <a:pt x="1181591" y="501679"/>
                      <a:pt x="1184100" y="506839"/>
                      <a:pt x="1184459" y="507576"/>
                    </a:cubicBezTo>
                    <a:cubicBezTo>
                      <a:pt x="1184817" y="508681"/>
                      <a:pt x="1184459" y="510892"/>
                      <a:pt x="1184459" y="510892"/>
                    </a:cubicBezTo>
                    <a:cubicBezTo>
                      <a:pt x="1184459" y="510892"/>
                      <a:pt x="1184459" y="510892"/>
                      <a:pt x="1184100" y="513104"/>
                    </a:cubicBezTo>
                    <a:cubicBezTo>
                      <a:pt x="1184100" y="513104"/>
                      <a:pt x="1182666" y="514946"/>
                      <a:pt x="1180874" y="516052"/>
                    </a:cubicBezTo>
                    <a:cubicBezTo>
                      <a:pt x="1179440" y="517526"/>
                      <a:pt x="1180874" y="516052"/>
                      <a:pt x="1176572" y="514578"/>
                    </a:cubicBezTo>
                    <a:cubicBezTo>
                      <a:pt x="1175138" y="514209"/>
                      <a:pt x="1175855" y="511630"/>
                      <a:pt x="1175496" y="510155"/>
                    </a:cubicBezTo>
                    <a:cubicBezTo>
                      <a:pt x="1175138" y="508313"/>
                      <a:pt x="1176213" y="504627"/>
                      <a:pt x="1175496" y="503522"/>
                    </a:cubicBezTo>
                    <a:cubicBezTo>
                      <a:pt x="1174779" y="502416"/>
                      <a:pt x="1175138" y="501679"/>
                      <a:pt x="1174421" y="501311"/>
                    </a:cubicBezTo>
                    <a:cubicBezTo>
                      <a:pt x="1173704" y="500942"/>
                      <a:pt x="1175855" y="501679"/>
                      <a:pt x="1176213" y="500942"/>
                    </a:cubicBezTo>
                    <a:cubicBezTo>
                      <a:pt x="1176572" y="500205"/>
                      <a:pt x="1176213" y="496888"/>
                      <a:pt x="1176213" y="496888"/>
                    </a:cubicBezTo>
                    <a:close/>
                    <a:moveTo>
                      <a:pt x="1394684" y="496207"/>
                    </a:moveTo>
                    <a:cubicBezTo>
                      <a:pt x="1395319" y="495300"/>
                      <a:pt x="1395636" y="496661"/>
                      <a:pt x="1395636" y="496661"/>
                    </a:cubicBezTo>
                    <a:cubicBezTo>
                      <a:pt x="1395954" y="497114"/>
                      <a:pt x="1395636" y="496661"/>
                      <a:pt x="1395636" y="497568"/>
                    </a:cubicBezTo>
                    <a:cubicBezTo>
                      <a:pt x="1395636" y="498475"/>
                      <a:pt x="1395636" y="498022"/>
                      <a:pt x="1395319" y="498022"/>
                    </a:cubicBezTo>
                    <a:cubicBezTo>
                      <a:pt x="1395001" y="498022"/>
                      <a:pt x="1395319" y="498022"/>
                      <a:pt x="1394684" y="497568"/>
                    </a:cubicBezTo>
                    <a:cubicBezTo>
                      <a:pt x="1394366" y="497114"/>
                      <a:pt x="1394366" y="496661"/>
                      <a:pt x="1394684" y="496207"/>
                    </a:cubicBezTo>
                    <a:close/>
                    <a:moveTo>
                      <a:pt x="1386429" y="495589"/>
                    </a:moveTo>
                    <a:cubicBezTo>
                      <a:pt x="1386826" y="495589"/>
                      <a:pt x="1387223" y="495300"/>
                      <a:pt x="1387223" y="495589"/>
                    </a:cubicBezTo>
                    <a:cubicBezTo>
                      <a:pt x="1388017" y="496455"/>
                      <a:pt x="1388017" y="496743"/>
                      <a:pt x="1388017" y="497032"/>
                    </a:cubicBezTo>
                    <a:cubicBezTo>
                      <a:pt x="1388017" y="497321"/>
                      <a:pt x="1387620" y="497321"/>
                      <a:pt x="1387223" y="497609"/>
                    </a:cubicBezTo>
                    <a:cubicBezTo>
                      <a:pt x="1386429" y="497898"/>
                      <a:pt x="1386032" y="498186"/>
                      <a:pt x="1386032" y="498186"/>
                    </a:cubicBezTo>
                    <a:cubicBezTo>
                      <a:pt x="1386032" y="498186"/>
                      <a:pt x="1386032" y="498186"/>
                      <a:pt x="1384842" y="498475"/>
                    </a:cubicBezTo>
                    <a:cubicBezTo>
                      <a:pt x="1384842" y="498475"/>
                      <a:pt x="1384445" y="498186"/>
                      <a:pt x="1384048" y="498186"/>
                    </a:cubicBezTo>
                    <a:cubicBezTo>
                      <a:pt x="1383651" y="497898"/>
                      <a:pt x="1383254" y="497321"/>
                      <a:pt x="1383651" y="497321"/>
                    </a:cubicBezTo>
                    <a:cubicBezTo>
                      <a:pt x="1384048" y="497032"/>
                      <a:pt x="1384048" y="496743"/>
                      <a:pt x="1384048" y="496743"/>
                    </a:cubicBezTo>
                    <a:cubicBezTo>
                      <a:pt x="1384445" y="496455"/>
                      <a:pt x="1385239" y="496166"/>
                      <a:pt x="1385635" y="495877"/>
                    </a:cubicBezTo>
                    <a:cubicBezTo>
                      <a:pt x="1385635" y="495877"/>
                      <a:pt x="1385635" y="495877"/>
                      <a:pt x="1386429" y="495589"/>
                    </a:cubicBezTo>
                    <a:close/>
                    <a:moveTo>
                      <a:pt x="1391720" y="494167"/>
                    </a:moveTo>
                    <a:cubicBezTo>
                      <a:pt x="1391720" y="494620"/>
                      <a:pt x="1392779" y="495074"/>
                      <a:pt x="1392779" y="495527"/>
                    </a:cubicBezTo>
                    <a:cubicBezTo>
                      <a:pt x="1392779" y="495981"/>
                      <a:pt x="1392250" y="496888"/>
                      <a:pt x="1392250" y="496888"/>
                    </a:cubicBezTo>
                    <a:cubicBezTo>
                      <a:pt x="1391720" y="496888"/>
                      <a:pt x="1391720" y="496888"/>
                      <a:pt x="1391191" y="495981"/>
                    </a:cubicBezTo>
                    <a:cubicBezTo>
                      <a:pt x="1391191" y="495074"/>
                      <a:pt x="1391191" y="493713"/>
                      <a:pt x="1391720" y="494167"/>
                    </a:cubicBezTo>
                    <a:close/>
                    <a:moveTo>
                      <a:pt x="504211" y="493978"/>
                    </a:moveTo>
                    <a:cubicBezTo>
                      <a:pt x="505077" y="493713"/>
                      <a:pt x="505366" y="494507"/>
                      <a:pt x="505366" y="495565"/>
                    </a:cubicBezTo>
                    <a:cubicBezTo>
                      <a:pt x="505077" y="496888"/>
                      <a:pt x="505077" y="496359"/>
                      <a:pt x="504211" y="496359"/>
                    </a:cubicBezTo>
                    <a:cubicBezTo>
                      <a:pt x="503346" y="496624"/>
                      <a:pt x="503346" y="496624"/>
                      <a:pt x="502768" y="496624"/>
                    </a:cubicBezTo>
                    <a:cubicBezTo>
                      <a:pt x="502191" y="496624"/>
                      <a:pt x="502768" y="496094"/>
                      <a:pt x="503057" y="495565"/>
                    </a:cubicBezTo>
                    <a:cubicBezTo>
                      <a:pt x="503346" y="495301"/>
                      <a:pt x="503634" y="494507"/>
                      <a:pt x="504211" y="493978"/>
                    </a:cubicBezTo>
                    <a:close/>
                    <a:moveTo>
                      <a:pt x="1384120" y="490867"/>
                    </a:moveTo>
                    <a:cubicBezTo>
                      <a:pt x="1384842" y="491195"/>
                      <a:pt x="1384842" y="491195"/>
                      <a:pt x="1384842" y="491852"/>
                    </a:cubicBezTo>
                    <a:cubicBezTo>
                      <a:pt x="1384842" y="492509"/>
                      <a:pt x="1384842" y="492837"/>
                      <a:pt x="1384842" y="493166"/>
                    </a:cubicBezTo>
                    <a:cubicBezTo>
                      <a:pt x="1384842" y="493494"/>
                      <a:pt x="1384842" y="493823"/>
                      <a:pt x="1384842" y="494151"/>
                    </a:cubicBezTo>
                    <a:cubicBezTo>
                      <a:pt x="1384481" y="494480"/>
                      <a:pt x="1384481" y="494151"/>
                      <a:pt x="1384120" y="494808"/>
                    </a:cubicBezTo>
                    <a:cubicBezTo>
                      <a:pt x="1383760" y="495793"/>
                      <a:pt x="1383038" y="496450"/>
                      <a:pt x="1383038" y="496450"/>
                    </a:cubicBezTo>
                    <a:cubicBezTo>
                      <a:pt x="1383038" y="496450"/>
                      <a:pt x="1382316" y="497436"/>
                      <a:pt x="1381955" y="497436"/>
                    </a:cubicBezTo>
                    <a:lnTo>
                      <a:pt x="1381955" y="496779"/>
                    </a:lnTo>
                    <a:cubicBezTo>
                      <a:pt x="1381955" y="496779"/>
                      <a:pt x="1380873" y="495793"/>
                      <a:pt x="1380873" y="496122"/>
                    </a:cubicBezTo>
                    <a:cubicBezTo>
                      <a:pt x="1380873" y="497436"/>
                      <a:pt x="1380512" y="497436"/>
                      <a:pt x="1380512" y="498092"/>
                    </a:cubicBezTo>
                    <a:cubicBezTo>
                      <a:pt x="1380512" y="498421"/>
                      <a:pt x="1380512" y="498092"/>
                      <a:pt x="1380873" y="498749"/>
                    </a:cubicBezTo>
                    <a:cubicBezTo>
                      <a:pt x="1380873" y="499735"/>
                      <a:pt x="1380512" y="500063"/>
                      <a:pt x="1380512" y="500063"/>
                    </a:cubicBezTo>
                    <a:cubicBezTo>
                      <a:pt x="1380512" y="500063"/>
                      <a:pt x="1379791" y="499406"/>
                      <a:pt x="1379430" y="499406"/>
                    </a:cubicBezTo>
                    <a:cubicBezTo>
                      <a:pt x="1379430" y="499406"/>
                      <a:pt x="1378708" y="498749"/>
                      <a:pt x="1378347" y="498749"/>
                    </a:cubicBezTo>
                    <a:cubicBezTo>
                      <a:pt x="1377986" y="498421"/>
                      <a:pt x="1377265" y="498092"/>
                      <a:pt x="1377265" y="497764"/>
                    </a:cubicBezTo>
                    <a:cubicBezTo>
                      <a:pt x="1377265" y="496779"/>
                      <a:pt x="1376904" y="496779"/>
                      <a:pt x="1377626" y="496450"/>
                    </a:cubicBezTo>
                    <a:cubicBezTo>
                      <a:pt x="1378347" y="496122"/>
                      <a:pt x="1377986" y="496450"/>
                      <a:pt x="1378347" y="496122"/>
                    </a:cubicBezTo>
                    <a:cubicBezTo>
                      <a:pt x="1378708" y="495793"/>
                      <a:pt x="1379069" y="495465"/>
                      <a:pt x="1379069" y="495465"/>
                    </a:cubicBezTo>
                    <a:cubicBezTo>
                      <a:pt x="1379069" y="495465"/>
                      <a:pt x="1379430" y="494808"/>
                      <a:pt x="1379430" y="494808"/>
                    </a:cubicBezTo>
                    <a:cubicBezTo>
                      <a:pt x="1379430" y="494480"/>
                      <a:pt x="1379430" y="494480"/>
                      <a:pt x="1379430" y="494151"/>
                    </a:cubicBezTo>
                    <a:cubicBezTo>
                      <a:pt x="1379430" y="493494"/>
                      <a:pt x="1379069" y="493494"/>
                      <a:pt x="1379430" y="493166"/>
                    </a:cubicBezTo>
                    <a:cubicBezTo>
                      <a:pt x="1379430" y="493166"/>
                      <a:pt x="1379430" y="492509"/>
                      <a:pt x="1379791" y="492509"/>
                    </a:cubicBezTo>
                    <a:cubicBezTo>
                      <a:pt x="1379791" y="492509"/>
                      <a:pt x="1380151" y="491523"/>
                      <a:pt x="1380873" y="491523"/>
                    </a:cubicBezTo>
                    <a:cubicBezTo>
                      <a:pt x="1381234" y="491523"/>
                      <a:pt x="1381234" y="491195"/>
                      <a:pt x="1381955" y="491852"/>
                    </a:cubicBezTo>
                    <a:cubicBezTo>
                      <a:pt x="1382316" y="492180"/>
                      <a:pt x="1382316" y="491852"/>
                      <a:pt x="1382316" y="492180"/>
                    </a:cubicBezTo>
                    <a:cubicBezTo>
                      <a:pt x="1382316" y="492837"/>
                      <a:pt x="1382677" y="492837"/>
                      <a:pt x="1382316" y="493166"/>
                    </a:cubicBezTo>
                    <a:cubicBezTo>
                      <a:pt x="1382316" y="493494"/>
                      <a:pt x="1381955" y="493494"/>
                      <a:pt x="1381955" y="493823"/>
                    </a:cubicBezTo>
                    <a:cubicBezTo>
                      <a:pt x="1381955" y="494151"/>
                      <a:pt x="1381595" y="494480"/>
                      <a:pt x="1381595" y="494808"/>
                    </a:cubicBezTo>
                    <a:cubicBezTo>
                      <a:pt x="1381955" y="495465"/>
                      <a:pt x="1381234" y="495465"/>
                      <a:pt x="1381955" y="495465"/>
                    </a:cubicBezTo>
                    <a:cubicBezTo>
                      <a:pt x="1382316" y="495465"/>
                      <a:pt x="1381955" y="496122"/>
                      <a:pt x="1382316" y="495465"/>
                    </a:cubicBezTo>
                    <a:cubicBezTo>
                      <a:pt x="1382677" y="494808"/>
                      <a:pt x="1382316" y="495136"/>
                      <a:pt x="1382677" y="494808"/>
                    </a:cubicBezTo>
                    <a:cubicBezTo>
                      <a:pt x="1383038" y="494151"/>
                      <a:pt x="1383399" y="493823"/>
                      <a:pt x="1383399" y="493494"/>
                    </a:cubicBezTo>
                    <a:cubicBezTo>
                      <a:pt x="1383399" y="493494"/>
                      <a:pt x="1383399" y="493166"/>
                      <a:pt x="1383760" y="492837"/>
                    </a:cubicBezTo>
                    <a:cubicBezTo>
                      <a:pt x="1383760" y="492180"/>
                      <a:pt x="1383760" y="492180"/>
                      <a:pt x="1383760" y="491852"/>
                    </a:cubicBezTo>
                    <a:cubicBezTo>
                      <a:pt x="1384120" y="491195"/>
                      <a:pt x="1383760" y="490538"/>
                      <a:pt x="1384120" y="490867"/>
                    </a:cubicBezTo>
                    <a:close/>
                    <a:moveTo>
                      <a:pt x="1363807" y="488950"/>
                    </a:moveTo>
                    <a:cubicBezTo>
                      <a:pt x="1363807" y="488950"/>
                      <a:pt x="1363807" y="489725"/>
                      <a:pt x="1363807" y="490112"/>
                    </a:cubicBezTo>
                    <a:cubicBezTo>
                      <a:pt x="1363410" y="490499"/>
                      <a:pt x="1363807" y="490886"/>
                      <a:pt x="1363807" y="491660"/>
                    </a:cubicBezTo>
                    <a:cubicBezTo>
                      <a:pt x="1364204" y="492048"/>
                      <a:pt x="1364204" y="492048"/>
                      <a:pt x="1364204" y="493984"/>
                    </a:cubicBezTo>
                    <a:cubicBezTo>
                      <a:pt x="1363807" y="495920"/>
                      <a:pt x="1364204" y="493984"/>
                      <a:pt x="1363013" y="494758"/>
                    </a:cubicBezTo>
                    <a:cubicBezTo>
                      <a:pt x="1361823" y="495145"/>
                      <a:pt x="1362617" y="495145"/>
                      <a:pt x="1361029" y="496307"/>
                    </a:cubicBezTo>
                    <a:cubicBezTo>
                      <a:pt x="1360235" y="496694"/>
                      <a:pt x="1361029" y="496307"/>
                      <a:pt x="1359838" y="497081"/>
                    </a:cubicBezTo>
                    <a:cubicBezTo>
                      <a:pt x="1359045" y="497856"/>
                      <a:pt x="1359838" y="497081"/>
                      <a:pt x="1359838" y="498243"/>
                    </a:cubicBezTo>
                    <a:cubicBezTo>
                      <a:pt x="1359838" y="498630"/>
                      <a:pt x="1359441" y="498630"/>
                      <a:pt x="1358251" y="500179"/>
                    </a:cubicBezTo>
                    <a:cubicBezTo>
                      <a:pt x="1357854" y="500566"/>
                      <a:pt x="1357457" y="500566"/>
                      <a:pt x="1356663" y="501340"/>
                    </a:cubicBezTo>
                    <a:cubicBezTo>
                      <a:pt x="1355870" y="502115"/>
                      <a:pt x="1355870" y="502115"/>
                      <a:pt x="1355473" y="502115"/>
                    </a:cubicBezTo>
                    <a:cubicBezTo>
                      <a:pt x="1354679" y="502502"/>
                      <a:pt x="1354282" y="502889"/>
                      <a:pt x="1353885" y="503276"/>
                    </a:cubicBezTo>
                    <a:cubicBezTo>
                      <a:pt x="1353091" y="503276"/>
                      <a:pt x="1352695" y="504825"/>
                      <a:pt x="1351901" y="504438"/>
                    </a:cubicBezTo>
                    <a:cubicBezTo>
                      <a:pt x="1351504" y="504051"/>
                      <a:pt x="1352695" y="502889"/>
                      <a:pt x="1353091" y="502115"/>
                    </a:cubicBezTo>
                    <a:cubicBezTo>
                      <a:pt x="1353488" y="501340"/>
                      <a:pt x="1353488" y="501728"/>
                      <a:pt x="1353885" y="500953"/>
                    </a:cubicBezTo>
                    <a:cubicBezTo>
                      <a:pt x="1354282" y="500566"/>
                      <a:pt x="1355473" y="500179"/>
                      <a:pt x="1355870" y="500179"/>
                    </a:cubicBezTo>
                    <a:cubicBezTo>
                      <a:pt x="1355870" y="499792"/>
                      <a:pt x="1357060" y="499017"/>
                      <a:pt x="1357854" y="498243"/>
                    </a:cubicBezTo>
                    <a:cubicBezTo>
                      <a:pt x="1358251" y="497468"/>
                      <a:pt x="1357854" y="497468"/>
                      <a:pt x="1358251" y="497081"/>
                    </a:cubicBezTo>
                    <a:cubicBezTo>
                      <a:pt x="1358251" y="496307"/>
                      <a:pt x="1358648" y="496307"/>
                      <a:pt x="1359441" y="495532"/>
                    </a:cubicBezTo>
                    <a:cubicBezTo>
                      <a:pt x="1360632" y="494758"/>
                      <a:pt x="1360632" y="494758"/>
                      <a:pt x="1361823" y="493209"/>
                    </a:cubicBezTo>
                    <a:cubicBezTo>
                      <a:pt x="1362220" y="492822"/>
                      <a:pt x="1362617" y="492435"/>
                      <a:pt x="1363013" y="490886"/>
                    </a:cubicBezTo>
                    <a:cubicBezTo>
                      <a:pt x="1363013" y="490499"/>
                      <a:pt x="1363807" y="488950"/>
                      <a:pt x="1363807" y="488950"/>
                    </a:cubicBezTo>
                    <a:close/>
                    <a:moveTo>
                      <a:pt x="1374082" y="484188"/>
                    </a:moveTo>
                    <a:cubicBezTo>
                      <a:pt x="1373729" y="484188"/>
                      <a:pt x="1375140" y="484188"/>
                      <a:pt x="1375846" y="484188"/>
                    </a:cubicBezTo>
                    <a:cubicBezTo>
                      <a:pt x="1376198" y="484188"/>
                      <a:pt x="1376551" y="484823"/>
                      <a:pt x="1376551" y="485458"/>
                    </a:cubicBezTo>
                    <a:cubicBezTo>
                      <a:pt x="1376198" y="485776"/>
                      <a:pt x="1376198" y="485776"/>
                      <a:pt x="1375140" y="486411"/>
                    </a:cubicBezTo>
                    <a:cubicBezTo>
                      <a:pt x="1375140" y="486728"/>
                      <a:pt x="1375140" y="487046"/>
                      <a:pt x="1374787" y="487363"/>
                    </a:cubicBezTo>
                    <a:cubicBezTo>
                      <a:pt x="1374435" y="487363"/>
                      <a:pt x="1375846" y="487998"/>
                      <a:pt x="1376551" y="487998"/>
                    </a:cubicBezTo>
                    <a:cubicBezTo>
                      <a:pt x="1376904" y="487998"/>
                      <a:pt x="1376904" y="488316"/>
                      <a:pt x="1377610" y="488633"/>
                    </a:cubicBezTo>
                    <a:cubicBezTo>
                      <a:pt x="1377610" y="488633"/>
                      <a:pt x="1377962" y="488951"/>
                      <a:pt x="1378315" y="488633"/>
                    </a:cubicBezTo>
                    <a:cubicBezTo>
                      <a:pt x="1378668" y="488316"/>
                      <a:pt x="1379373" y="488633"/>
                      <a:pt x="1379373" y="488633"/>
                    </a:cubicBezTo>
                    <a:cubicBezTo>
                      <a:pt x="1379373" y="488633"/>
                      <a:pt x="1379373" y="488633"/>
                      <a:pt x="1380079" y="488951"/>
                    </a:cubicBezTo>
                    <a:cubicBezTo>
                      <a:pt x="1380079" y="488951"/>
                      <a:pt x="1380079" y="488951"/>
                      <a:pt x="1380079" y="489903"/>
                    </a:cubicBezTo>
                    <a:cubicBezTo>
                      <a:pt x="1380079" y="489903"/>
                      <a:pt x="1379726" y="490221"/>
                      <a:pt x="1378668" y="491173"/>
                    </a:cubicBezTo>
                    <a:cubicBezTo>
                      <a:pt x="1378315" y="491491"/>
                      <a:pt x="1378315" y="491173"/>
                      <a:pt x="1377610" y="491808"/>
                    </a:cubicBezTo>
                    <a:cubicBezTo>
                      <a:pt x="1376904" y="492443"/>
                      <a:pt x="1377610" y="492126"/>
                      <a:pt x="1377257" y="493078"/>
                    </a:cubicBezTo>
                    <a:cubicBezTo>
                      <a:pt x="1376904" y="493396"/>
                      <a:pt x="1376198" y="492443"/>
                      <a:pt x="1376198" y="492443"/>
                    </a:cubicBezTo>
                    <a:cubicBezTo>
                      <a:pt x="1375846" y="492443"/>
                      <a:pt x="1375846" y="492761"/>
                      <a:pt x="1375493" y="492761"/>
                    </a:cubicBezTo>
                    <a:cubicBezTo>
                      <a:pt x="1374787" y="492761"/>
                      <a:pt x="1375140" y="492761"/>
                      <a:pt x="1374787" y="493078"/>
                    </a:cubicBezTo>
                    <a:cubicBezTo>
                      <a:pt x="1374435" y="493396"/>
                      <a:pt x="1374435" y="493713"/>
                      <a:pt x="1374082" y="493713"/>
                    </a:cubicBezTo>
                    <a:cubicBezTo>
                      <a:pt x="1373729" y="493396"/>
                      <a:pt x="1374082" y="493713"/>
                      <a:pt x="1374082" y="493078"/>
                    </a:cubicBezTo>
                    <a:cubicBezTo>
                      <a:pt x="1374082" y="492443"/>
                      <a:pt x="1374082" y="492443"/>
                      <a:pt x="1374435" y="491491"/>
                    </a:cubicBezTo>
                    <a:cubicBezTo>
                      <a:pt x="1375140" y="490538"/>
                      <a:pt x="1374435" y="491491"/>
                      <a:pt x="1374787" y="490856"/>
                    </a:cubicBezTo>
                    <a:cubicBezTo>
                      <a:pt x="1375140" y="490221"/>
                      <a:pt x="1375140" y="489586"/>
                      <a:pt x="1375140" y="488951"/>
                    </a:cubicBezTo>
                    <a:cubicBezTo>
                      <a:pt x="1374787" y="488316"/>
                      <a:pt x="1374787" y="488316"/>
                      <a:pt x="1374435" y="487681"/>
                    </a:cubicBezTo>
                    <a:cubicBezTo>
                      <a:pt x="1374435" y="487363"/>
                      <a:pt x="1374435" y="487681"/>
                      <a:pt x="1374435" y="487363"/>
                    </a:cubicBezTo>
                    <a:cubicBezTo>
                      <a:pt x="1374082" y="487046"/>
                      <a:pt x="1374082" y="487046"/>
                      <a:pt x="1373729" y="486411"/>
                    </a:cubicBezTo>
                    <a:cubicBezTo>
                      <a:pt x="1373729" y="485776"/>
                      <a:pt x="1373729" y="486411"/>
                      <a:pt x="1374082" y="485776"/>
                    </a:cubicBezTo>
                    <a:cubicBezTo>
                      <a:pt x="1374082" y="485458"/>
                      <a:pt x="1374435" y="485458"/>
                      <a:pt x="1374435" y="484823"/>
                    </a:cubicBezTo>
                    <a:cubicBezTo>
                      <a:pt x="1374435" y="484506"/>
                      <a:pt x="1374435" y="484188"/>
                      <a:pt x="1374082" y="484188"/>
                    </a:cubicBezTo>
                    <a:close/>
                    <a:moveTo>
                      <a:pt x="1388768" y="482997"/>
                    </a:moveTo>
                    <a:cubicBezTo>
                      <a:pt x="1388768" y="482997"/>
                      <a:pt x="1389103" y="482997"/>
                      <a:pt x="1389437" y="482997"/>
                    </a:cubicBezTo>
                    <a:cubicBezTo>
                      <a:pt x="1389437" y="482600"/>
                      <a:pt x="1390105" y="482997"/>
                      <a:pt x="1390105" y="482997"/>
                    </a:cubicBezTo>
                    <a:cubicBezTo>
                      <a:pt x="1390440" y="482600"/>
                      <a:pt x="1391108" y="483394"/>
                      <a:pt x="1392111" y="483791"/>
                    </a:cubicBezTo>
                    <a:cubicBezTo>
                      <a:pt x="1392111" y="483791"/>
                      <a:pt x="1392111" y="484981"/>
                      <a:pt x="1392111" y="485378"/>
                    </a:cubicBezTo>
                    <a:cubicBezTo>
                      <a:pt x="1392111" y="485378"/>
                      <a:pt x="1392111" y="486172"/>
                      <a:pt x="1392111" y="486569"/>
                    </a:cubicBezTo>
                    <a:cubicBezTo>
                      <a:pt x="1392111" y="486966"/>
                      <a:pt x="1392111" y="487363"/>
                      <a:pt x="1392445" y="488950"/>
                    </a:cubicBezTo>
                    <a:cubicBezTo>
                      <a:pt x="1392445" y="490935"/>
                      <a:pt x="1392445" y="489347"/>
                      <a:pt x="1392779" y="490538"/>
                    </a:cubicBezTo>
                    <a:cubicBezTo>
                      <a:pt x="1392779" y="490538"/>
                      <a:pt x="1392445" y="490935"/>
                      <a:pt x="1392111" y="491332"/>
                    </a:cubicBezTo>
                    <a:cubicBezTo>
                      <a:pt x="1391442" y="491729"/>
                      <a:pt x="1391442" y="491332"/>
                      <a:pt x="1390440" y="490935"/>
                    </a:cubicBezTo>
                    <a:cubicBezTo>
                      <a:pt x="1389103" y="490935"/>
                      <a:pt x="1390105" y="491729"/>
                      <a:pt x="1390774" y="492919"/>
                    </a:cubicBezTo>
                    <a:cubicBezTo>
                      <a:pt x="1390774" y="493316"/>
                      <a:pt x="1391108" y="494110"/>
                      <a:pt x="1391108" y="494110"/>
                    </a:cubicBezTo>
                    <a:cubicBezTo>
                      <a:pt x="1391108" y="494110"/>
                      <a:pt x="1391108" y="494904"/>
                      <a:pt x="1391108" y="495301"/>
                    </a:cubicBezTo>
                    <a:cubicBezTo>
                      <a:pt x="1390774" y="495697"/>
                      <a:pt x="1390774" y="495697"/>
                      <a:pt x="1390105" y="496491"/>
                    </a:cubicBezTo>
                    <a:cubicBezTo>
                      <a:pt x="1389771" y="496888"/>
                      <a:pt x="1389771" y="496888"/>
                      <a:pt x="1389103" y="496888"/>
                    </a:cubicBezTo>
                    <a:cubicBezTo>
                      <a:pt x="1388768" y="496888"/>
                      <a:pt x="1389103" y="496491"/>
                      <a:pt x="1388768" y="495697"/>
                    </a:cubicBezTo>
                    <a:cubicBezTo>
                      <a:pt x="1388434" y="495301"/>
                      <a:pt x="1389103" y="494904"/>
                      <a:pt x="1389103" y="494110"/>
                    </a:cubicBezTo>
                    <a:cubicBezTo>
                      <a:pt x="1389437" y="493316"/>
                      <a:pt x="1389103" y="493316"/>
                      <a:pt x="1388768" y="492919"/>
                    </a:cubicBezTo>
                    <a:cubicBezTo>
                      <a:pt x="1388768" y="492125"/>
                      <a:pt x="1388100" y="492522"/>
                      <a:pt x="1388100" y="492522"/>
                    </a:cubicBezTo>
                    <a:cubicBezTo>
                      <a:pt x="1387766" y="492919"/>
                      <a:pt x="1387097" y="491729"/>
                      <a:pt x="1386763" y="491729"/>
                    </a:cubicBezTo>
                    <a:cubicBezTo>
                      <a:pt x="1386429" y="491729"/>
                      <a:pt x="1387097" y="490935"/>
                      <a:pt x="1387097" y="490538"/>
                    </a:cubicBezTo>
                    <a:cubicBezTo>
                      <a:pt x="1387097" y="489744"/>
                      <a:pt x="1386763" y="489744"/>
                      <a:pt x="1387432" y="489347"/>
                    </a:cubicBezTo>
                    <a:cubicBezTo>
                      <a:pt x="1387766" y="488553"/>
                      <a:pt x="1388100" y="488553"/>
                      <a:pt x="1387766" y="488157"/>
                    </a:cubicBezTo>
                    <a:cubicBezTo>
                      <a:pt x="1387432" y="487760"/>
                      <a:pt x="1388100" y="488157"/>
                      <a:pt x="1388434" y="487760"/>
                    </a:cubicBezTo>
                    <a:cubicBezTo>
                      <a:pt x="1388768" y="486966"/>
                      <a:pt x="1388434" y="487760"/>
                      <a:pt x="1388434" y="486966"/>
                    </a:cubicBezTo>
                    <a:cubicBezTo>
                      <a:pt x="1388100" y="486569"/>
                      <a:pt x="1388434" y="486172"/>
                      <a:pt x="1388100" y="485775"/>
                    </a:cubicBezTo>
                    <a:cubicBezTo>
                      <a:pt x="1387766" y="485378"/>
                      <a:pt x="1387432" y="485378"/>
                      <a:pt x="1387097" y="484585"/>
                    </a:cubicBezTo>
                    <a:cubicBezTo>
                      <a:pt x="1386429" y="484188"/>
                      <a:pt x="1386763" y="484188"/>
                      <a:pt x="1386763" y="483394"/>
                    </a:cubicBezTo>
                    <a:cubicBezTo>
                      <a:pt x="1386763" y="482600"/>
                      <a:pt x="1387432" y="484188"/>
                      <a:pt x="1387432" y="483394"/>
                    </a:cubicBezTo>
                    <a:cubicBezTo>
                      <a:pt x="1387432" y="482600"/>
                      <a:pt x="1388434" y="483394"/>
                      <a:pt x="1388768" y="482997"/>
                    </a:cubicBezTo>
                    <a:close/>
                    <a:moveTo>
                      <a:pt x="1380714" y="481366"/>
                    </a:moveTo>
                    <a:cubicBezTo>
                      <a:pt x="1381667" y="481013"/>
                      <a:pt x="1381667" y="482424"/>
                      <a:pt x="1381984" y="482777"/>
                    </a:cubicBezTo>
                    <a:cubicBezTo>
                      <a:pt x="1381984" y="482777"/>
                      <a:pt x="1382302" y="483130"/>
                      <a:pt x="1382619" y="483130"/>
                    </a:cubicBezTo>
                    <a:cubicBezTo>
                      <a:pt x="1382619" y="483483"/>
                      <a:pt x="1382937" y="483483"/>
                      <a:pt x="1383254" y="483835"/>
                    </a:cubicBezTo>
                    <a:cubicBezTo>
                      <a:pt x="1383572" y="484188"/>
                      <a:pt x="1383889" y="484541"/>
                      <a:pt x="1384207" y="484541"/>
                    </a:cubicBezTo>
                    <a:cubicBezTo>
                      <a:pt x="1384524" y="484541"/>
                      <a:pt x="1384842" y="484894"/>
                      <a:pt x="1384842" y="485246"/>
                    </a:cubicBezTo>
                    <a:cubicBezTo>
                      <a:pt x="1384842" y="485246"/>
                      <a:pt x="1384524" y="485952"/>
                      <a:pt x="1384207" y="485952"/>
                    </a:cubicBezTo>
                    <a:cubicBezTo>
                      <a:pt x="1384207" y="486305"/>
                      <a:pt x="1384207" y="486658"/>
                      <a:pt x="1383889" y="487010"/>
                    </a:cubicBezTo>
                    <a:cubicBezTo>
                      <a:pt x="1383572" y="487363"/>
                      <a:pt x="1383572" y="486305"/>
                      <a:pt x="1383254" y="485599"/>
                    </a:cubicBezTo>
                    <a:cubicBezTo>
                      <a:pt x="1383254" y="485246"/>
                      <a:pt x="1382619" y="485246"/>
                      <a:pt x="1382302" y="485246"/>
                    </a:cubicBezTo>
                    <a:cubicBezTo>
                      <a:pt x="1381984" y="484894"/>
                      <a:pt x="1382302" y="485599"/>
                      <a:pt x="1382302" y="485952"/>
                    </a:cubicBezTo>
                    <a:cubicBezTo>
                      <a:pt x="1382302" y="486658"/>
                      <a:pt x="1381984" y="487010"/>
                      <a:pt x="1381667" y="487010"/>
                    </a:cubicBezTo>
                    <a:cubicBezTo>
                      <a:pt x="1381667" y="487363"/>
                      <a:pt x="1381032" y="487010"/>
                      <a:pt x="1380397" y="486658"/>
                    </a:cubicBezTo>
                    <a:cubicBezTo>
                      <a:pt x="1380079" y="486305"/>
                      <a:pt x="1381032" y="485952"/>
                      <a:pt x="1381349" y="485246"/>
                    </a:cubicBezTo>
                    <a:cubicBezTo>
                      <a:pt x="1381667" y="484541"/>
                      <a:pt x="1381349" y="483835"/>
                      <a:pt x="1381032" y="483483"/>
                    </a:cubicBezTo>
                    <a:cubicBezTo>
                      <a:pt x="1381032" y="482777"/>
                      <a:pt x="1380079" y="481719"/>
                      <a:pt x="1380714" y="481366"/>
                    </a:cubicBezTo>
                    <a:close/>
                    <a:moveTo>
                      <a:pt x="1374047" y="479425"/>
                    </a:moveTo>
                    <a:cubicBezTo>
                      <a:pt x="1374047" y="479425"/>
                      <a:pt x="1375317" y="479425"/>
                      <a:pt x="1374999" y="480060"/>
                    </a:cubicBezTo>
                    <a:cubicBezTo>
                      <a:pt x="1374999" y="480378"/>
                      <a:pt x="1374999" y="480696"/>
                      <a:pt x="1374999" y="480696"/>
                    </a:cubicBezTo>
                    <a:cubicBezTo>
                      <a:pt x="1374682" y="481013"/>
                      <a:pt x="1374682" y="480696"/>
                      <a:pt x="1374047" y="480696"/>
                    </a:cubicBezTo>
                    <a:cubicBezTo>
                      <a:pt x="1373729" y="480378"/>
                      <a:pt x="1374047" y="480060"/>
                      <a:pt x="1374047" y="479425"/>
                    </a:cubicBezTo>
                    <a:close/>
                    <a:moveTo>
                      <a:pt x="1366136" y="478169"/>
                    </a:moveTo>
                    <a:cubicBezTo>
                      <a:pt x="1366826" y="477838"/>
                      <a:pt x="1367172" y="478830"/>
                      <a:pt x="1367517" y="479161"/>
                    </a:cubicBezTo>
                    <a:cubicBezTo>
                      <a:pt x="1367862" y="479823"/>
                      <a:pt x="1368207" y="479492"/>
                      <a:pt x="1368552" y="479823"/>
                    </a:cubicBezTo>
                    <a:cubicBezTo>
                      <a:pt x="1368552" y="479823"/>
                      <a:pt x="1368897" y="480153"/>
                      <a:pt x="1369242" y="479823"/>
                    </a:cubicBezTo>
                    <a:cubicBezTo>
                      <a:pt x="1369587" y="479492"/>
                      <a:pt x="1370278" y="479823"/>
                      <a:pt x="1372003" y="480484"/>
                    </a:cubicBezTo>
                    <a:cubicBezTo>
                      <a:pt x="1373729" y="481146"/>
                      <a:pt x="1372348" y="480815"/>
                      <a:pt x="1372348" y="481146"/>
                    </a:cubicBezTo>
                    <a:cubicBezTo>
                      <a:pt x="1372348" y="481476"/>
                      <a:pt x="1372348" y="482138"/>
                      <a:pt x="1372348" y="483130"/>
                    </a:cubicBezTo>
                    <a:cubicBezTo>
                      <a:pt x="1372348" y="483792"/>
                      <a:pt x="1372348" y="484122"/>
                      <a:pt x="1372348" y="484453"/>
                    </a:cubicBezTo>
                    <a:cubicBezTo>
                      <a:pt x="1372348" y="484784"/>
                      <a:pt x="1372003" y="484784"/>
                      <a:pt x="1371313" y="485445"/>
                    </a:cubicBezTo>
                    <a:cubicBezTo>
                      <a:pt x="1370968" y="485776"/>
                      <a:pt x="1370968" y="485445"/>
                      <a:pt x="1370623" y="485115"/>
                    </a:cubicBezTo>
                    <a:cubicBezTo>
                      <a:pt x="1370278" y="484784"/>
                      <a:pt x="1370278" y="484453"/>
                      <a:pt x="1369933" y="484122"/>
                    </a:cubicBezTo>
                    <a:cubicBezTo>
                      <a:pt x="1369587" y="483792"/>
                      <a:pt x="1369587" y="483461"/>
                      <a:pt x="1369242" y="482799"/>
                    </a:cubicBezTo>
                    <a:cubicBezTo>
                      <a:pt x="1368897" y="482138"/>
                      <a:pt x="1369242" y="481807"/>
                      <a:pt x="1368897" y="481807"/>
                    </a:cubicBezTo>
                    <a:cubicBezTo>
                      <a:pt x="1368552" y="481476"/>
                      <a:pt x="1368552" y="481146"/>
                      <a:pt x="1367862" y="480815"/>
                    </a:cubicBezTo>
                    <a:cubicBezTo>
                      <a:pt x="1367517" y="480153"/>
                      <a:pt x="1367862" y="480153"/>
                      <a:pt x="1367517" y="479492"/>
                    </a:cubicBezTo>
                    <a:cubicBezTo>
                      <a:pt x="1366826" y="479161"/>
                      <a:pt x="1366826" y="479161"/>
                      <a:pt x="1366481" y="478830"/>
                    </a:cubicBezTo>
                    <a:cubicBezTo>
                      <a:pt x="1366136" y="478500"/>
                      <a:pt x="1365791" y="478169"/>
                      <a:pt x="1366136" y="478169"/>
                    </a:cubicBezTo>
                    <a:close/>
                    <a:moveTo>
                      <a:pt x="1378428" y="476250"/>
                    </a:moveTo>
                    <a:cubicBezTo>
                      <a:pt x="1378809" y="476250"/>
                      <a:pt x="1379571" y="476250"/>
                      <a:pt x="1379952" y="476581"/>
                    </a:cubicBezTo>
                    <a:cubicBezTo>
                      <a:pt x="1380714" y="477242"/>
                      <a:pt x="1380714" y="477573"/>
                      <a:pt x="1380714" y="477904"/>
                    </a:cubicBezTo>
                    <a:cubicBezTo>
                      <a:pt x="1380714" y="477904"/>
                      <a:pt x="1380714" y="477904"/>
                      <a:pt x="1380714" y="478235"/>
                    </a:cubicBezTo>
                    <a:cubicBezTo>
                      <a:pt x="1381095" y="478235"/>
                      <a:pt x="1381095" y="478235"/>
                      <a:pt x="1381476" y="478235"/>
                    </a:cubicBezTo>
                    <a:cubicBezTo>
                      <a:pt x="1381857" y="477904"/>
                      <a:pt x="1381476" y="477242"/>
                      <a:pt x="1381857" y="477242"/>
                    </a:cubicBezTo>
                    <a:cubicBezTo>
                      <a:pt x="1382238" y="476912"/>
                      <a:pt x="1382619" y="476912"/>
                      <a:pt x="1383381" y="477573"/>
                    </a:cubicBezTo>
                    <a:lnTo>
                      <a:pt x="1384113" y="477891"/>
                    </a:lnTo>
                    <a:lnTo>
                      <a:pt x="1384665" y="476647"/>
                    </a:lnTo>
                    <a:cubicBezTo>
                      <a:pt x="1385018" y="476250"/>
                      <a:pt x="1385018" y="477044"/>
                      <a:pt x="1386076" y="477044"/>
                    </a:cubicBezTo>
                    <a:cubicBezTo>
                      <a:pt x="1386429" y="477044"/>
                      <a:pt x="1386076" y="477441"/>
                      <a:pt x="1386076" y="477838"/>
                    </a:cubicBezTo>
                    <a:cubicBezTo>
                      <a:pt x="1386076" y="478235"/>
                      <a:pt x="1386076" y="478235"/>
                      <a:pt x="1386076" y="479028"/>
                    </a:cubicBezTo>
                    <a:cubicBezTo>
                      <a:pt x="1386076" y="479425"/>
                      <a:pt x="1386076" y="479425"/>
                      <a:pt x="1384665" y="479425"/>
                    </a:cubicBezTo>
                    <a:lnTo>
                      <a:pt x="1384576" y="479325"/>
                    </a:lnTo>
                    <a:lnTo>
                      <a:pt x="1384143" y="479888"/>
                    </a:lnTo>
                    <a:cubicBezTo>
                      <a:pt x="1384143" y="480219"/>
                      <a:pt x="1384143" y="479888"/>
                      <a:pt x="1384143" y="480219"/>
                    </a:cubicBezTo>
                    <a:cubicBezTo>
                      <a:pt x="1384143" y="480881"/>
                      <a:pt x="1384524" y="480550"/>
                      <a:pt x="1384524" y="481211"/>
                    </a:cubicBezTo>
                    <a:cubicBezTo>
                      <a:pt x="1384905" y="481542"/>
                      <a:pt x="1385286" y="481211"/>
                      <a:pt x="1386048" y="481211"/>
                    </a:cubicBezTo>
                    <a:cubicBezTo>
                      <a:pt x="1386429" y="480881"/>
                      <a:pt x="1386429" y="481542"/>
                      <a:pt x="1386429" y="481873"/>
                    </a:cubicBezTo>
                    <a:cubicBezTo>
                      <a:pt x="1386429" y="482204"/>
                      <a:pt x="1386429" y="482204"/>
                      <a:pt x="1386429" y="482204"/>
                    </a:cubicBezTo>
                    <a:cubicBezTo>
                      <a:pt x="1386048" y="482534"/>
                      <a:pt x="1386429" y="483196"/>
                      <a:pt x="1386429" y="483527"/>
                    </a:cubicBezTo>
                    <a:cubicBezTo>
                      <a:pt x="1386048" y="483527"/>
                      <a:pt x="1386048" y="484188"/>
                      <a:pt x="1386048" y="484188"/>
                    </a:cubicBezTo>
                    <a:cubicBezTo>
                      <a:pt x="1385667" y="483857"/>
                      <a:pt x="1385667" y="483857"/>
                      <a:pt x="1384905" y="483527"/>
                    </a:cubicBezTo>
                    <a:cubicBezTo>
                      <a:pt x="1384905" y="483527"/>
                      <a:pt x="1384524" y="483196"/>
                      <a:pt x="1383381" y="482534"/>
                    </a:cubicBezTo>
                    <a:cubicBezTo>
                      <a:pt x="1382238" y="481873"/>
                      <a:pt x="1383381" y="482534"/>
                      <a:pt x="1382619" y="482204"/>
                    </a:cubicBezTo>
                    <a:cubicBezTo>
                      <a:pt x="1382238" y="481873"/>
                      <a:pt x="1382238" y="482204"/>
                      <a:pt x="1381857" y="481873"/>
                    </a:cubicBezTo>
                    <a:cubicBezTo>
                      <a:pt x="1381476" y="481542"/>
                      <a:pt x="1381857" y="481211"/>
                      <a:pt x="1381095" y="480219"/>
                    </a:cubicBezTo>
                    <a:cubicBezTo>
                      <a:pt x="1380714" y="479888"/>
                      <a:pt x="1380714" y="479888"/>
                      <a:pt x="1379571" y="479558"/>
                    </a:cubicBezTo>
                    <a:cubicBezTo>
                      <a:pt x="1378809" y="479227"/>
                      <a:pt x="1379571" y="479558"/>
                      <a:pt x="1379571" y="479227"/>
                    </a:cubicBezTo>
                    <a:cubicBezTo>
                      <a:pt x="1379571" y="478896"/>
                      <a:pt x="1379571" y="478896"/>
                      <a:pt x="1379952" y="478565"/>
                    </a:cubicBezTo>
                    <a:cubicBezTo>
                      <a:pt x="1379571" y="478235"/>
                      <a:pt x="1379571" y="477904"/>
                      <a:pt x="1379190" y="477904"/>
                    </a:cubicBezTo>
                    <a:cubicBezTo>
                      <a:pt x="1378809" y="477904"/>
                      <a:pt x="1378047" y="477904"/>
                      <a:pt x="1378047" y="477904"/>
                    </a:cubicBezTo>
                    <a:cubicBezTo>
                      <a:pt x="1378047" y="477904"/>
                      <a:pt x="1378047" y="477242"/>
                      <a:pt x="1377666" y="477242"/>
                    </a:cubicBezTo>
                    <a:cubicBezTo>
                      <a:pt x="1377285" y="476912"/>
                      <a:pt x="1376904" y="476581"/>
                      <a:pt x="1377285" y="476581"/>
                    </a:cubicBezTo>
                    <a:cubicBezTo>
                      <a:pt x="1377666" y="476581"/>
                      <a:pt x="1378428" y="476250"/>
                      <a:pt x="1378428" y="476250"/>
                    </a:cubicBezTo>
                    <a:close/>
                    <a:moveTo>
                      <a:pt x="503779" y="474663"/>
                    </a:moveTo>
                    <a:cubicBezTo>
                      <a:pt x="503779" y="474663"/>
                      <a:pt x="505367" y="474663"/>
                      <a:pt x="505367" y="474663"/>
                    </a:cubicBezTo>
                    <a:cubicBezTo>
                      <a:pt x="505896" y="474890"/>
                      <a:pt x="506954" y="475344"/>
                      <a:pt x="506425" y="475797"/>
                    </a:cubicBezTo>
                    <a:cubicBezTo>
                      <a:pt x="506425" y="476251"/>
                      <a:pt x="505367" y="476024"/>
                      <a:pt x="504837" y="476024"/>
                    </a:cubicBezTo>
                    <a:cubicBezTo>
                      <a:pt x="503779" y="475797"/>
                      <a:pt x="503779" y="475571"/>
                      <a:pt x="503779" y="474663"/>
                    </a:cubicBezTo>
                    <a:close/>
                    <a:moveTo>
                      <a:pt x="502588" y="469900"/>
                    </a:moveTo>
                    <a:cubicBezTo>
                      <a:pt x="502588" y="469900"/>
                      <a:pt x="502985" y="469900"/>
                      <a:pt x="503382" y="469900"/>
                    </a:cubicBezTo>
                    <a:cubicBezTo>
                      <a:pt x="503779" y="470429"/>
                      <a:pt x="503779" y="470958"/>
                      <a:pt x="503779" y="471488"/>
                    </a:cubicBezTo>
                    <a:cubicBezTo>
                      <a:pt x="503779" y="472017"/>
                      <a:pt x="503779" y="472546"/>
                      <a:pt x="503382" y="472546"/>
                    </a:cubicBezTo>
                    <a:cubicBezTo>
                      <a:pt x="502985" y="472546"/>
                      <a:pt x="502588" y="473075"/>
                      <a:pt x="502588" y="472546"/>
                    </a:cubicBezTo>
                    <a:cubicBezTo>
                      <a:pt x="502191" y="472017"/>
                      <a:pt x="502191" y="470429"/>
                      <a:pt x="502588" y="469900"/>
                    </a:cubicBezTo>
                    <a:close/>
                    <a:moveTo>
                      <a:pt x="502588" y="466725"/>
                    </a:moveTo>
                    <a:cubicBezTo>
                      <a:pt x="502588" y="466725"/>
                      <a:pt x="502588" y="466725"/>
                      <a:pt x="502588" y="467043"/>
                    </a:cubicBezTo>
                    <a:cubicBezTo>
                      <a:pt x="502985" y="467043"/>
                      <a:pt x="502985" y="466725"/>
                      <a:pt x="503382" y="467043"/>
                    </a:cubicBezTo>
                    <a:cubicBezTo>
                      <a:pt x="503779" y="467360"/>
                      <a:pt x="503382" y="467996"/>
                      <a:pt x="502985" y="468313"/>
                    </a:cubicBezTo>
                    <a:cubicBezTo>
                      <a:pt x="502985" y="468313"/>
                      <a:pt x="502588" y="468313"/>
                      <a:pt x="502191" y="468313"/>
                    </a:cubicBezTo>
                    <a:cubicBezTo>
                      <a:pt x="502588" y="467678"/>
                      <a:pt x="502588" y="467043"/>
                      <a:pt x="502588" y="466725"/>
                    </a:cubicBezTo>
                    <a:close/>
                    <a:moveTo>
                      <a:pt x="496159" y="461010"/>
                    </a:moveTo>
                    <a:cubicBezTo>
                      <a:pt x="496794" y="460375"/>
                      <a:pt x="497429" y="461645"/>
                      <a:pt x="497429" y="462915"/>
                    </a:cubicBezTo>
                    <a:cubicBezTo>
                      <a:pt x="497429" y="463550"/>
                      <a:pt x="496794" y="463550"/>
                      <a:pt x="496476" y="462915"/>
                    </a:cubicBezTo>
                    <a:cubicBezTo>
                      <a:pt x="496159" y="462915"/>
                      <a:pt x="495841" y="461645"/>
                      <a:pt x="496159" y="461010"/>
                    </a:cubicBezTo>
                    <a:close/>
                    <a:moveTo>
                      <a:pt x="494651" y="457835"/>
                    </a:moveTo>
                    <a:cubicBezTo>
                      <a:pt x="495048" y="457200"/>
                      <a:pt x="495842" y="457835"/>
                      <a:pt x="495842" y="457835"/>
                    </a:cubicBezTo>
                    <a:cubicBezTo>
                      <a:pt x="495842" y="457835"/>
                      <a:pt x="495842" y="457835"/>
                      <a:pt x="495842" y="458471"/>
                    </a:cubicBezTo>
                    <a:cubicBezTo>
                      <a:pt x="495842" y="458788"/>
                      <a:pt x="495445" y="458788"/>
                      <a:pt x="495048" y="458788"/>
                    </a:cubicBezTo>
                    <a:cubicBezTo>
                      <a:pt x="494254" y="458788"/>
                      <a:pt x="494651" y="458153"/>
                      <a:pt x="494651" y="457835"/>
                    </a:cubicBezTo>
                    <a:close/>
                    <a:moveTo>
                      <a:pt x="1370769" y="454751"/>
                    </a:moveTo>
                    <a:cubicBezTo>
                      <a:pt x="1371927" y="454025"/>
                      <a:pt x="1371155" y="454751"/>
                      <a:pt x="1371541" y="455114"/>
                    </a:cubicBezTo>
                    <a:cubicBezTo>
                      <a:pt x="1372313" y="455477"/>
                      <a:pt x="1372313" y="455477"/>
                      <a:pt x="1373472" y="455477"/>
                    </a:cubicBezTo>
                    <a:cubicBezTo>
                      <a:pt x="1374244" y="455477"/>
                      <a:pt x="1373858" y="456202"/>
                      <a:pt x="1374244" y="456565"/>
                    </a:cubicBezTo>
                    <a:cubicBezTo>
                      <a:pt x="1375017" y="457291"/>
                      <a:pt x="1374244" y="456565"/>
                      <a:pt x="1375017" y="456202"/>
                    </a:cubicBezTo>
                    <a:cubicBezTo>
                      <a:pt x="1375789" y="455839"/>
                      <a:pt x="1375789" y="456202"/>
                      <a:pt x="1376175" y="455839"/>
                    </a:cubicBezTo>
                    <a:cubicBezTo>
                      <a:pt x="1376561" y="455477"/>
                      <a:pt x="1376947" y="456565"/>
                      <a:pt x="1376947" y="456928"/>
                    </a:cubicBezTo>
                    <a:cubicBezTo>
                      <a:pt x="1376947" y="456928"/>
                      <a:pt x="1376947" y="457654"/>
                      <a:pt x="1376947" y="458379"/>
                    </a:cubicBezTo>
                    <a:cubicBezTo>
                      <a:pt x="1376561" y="458742"/>
                      <a:pt x="1376561" y="459105"/>
                      <a:pt x="1376561" y="459831"/>
                    </a:cubicBezTo>
                    <a:cubicBezTo>
                      <a:pt x="1376175" y="460194"/>
                      <a:pt x="1376947" y="460194"/>
                      <a:pt x="1376561" y="460919"/>
                    </a:cubicBezTo>
                    <a:cubicBezTo>
                      <a:pt x="1376561" y="461645"/>
                      <a:pt x="1376947" y="461645"/>
                      <a:pt x="1376947" y="461645"/>
                    </a:cubicBezTo>
                    <a:cubicBezTo>
                      <a:pt x="1377334" y="461282"/>
                      <a:pt x="1378106" y="462371"/>
                      <a:pt x="1378106" y="462371"/>
                    </a:cubicBezTo>
                    <a:cubicBezTo>
                      <a:pt x="1378492" y="462734"/>
                      <a:pt x="1378106" y="463459"/>
                      <a:pt x="1377720" y="464185"/>
                    </a:cubicBezTo>
                    <a:cubicBezTo>
                      <a:pt x="1377334" y="464548"/>
                      <a:pt x="1377720" y="464185"/>
                      <a:pt x="1377334" y="464548"/>
                    </a:cubicBezTo>
                    <a:cubicBezTo>
                      <a:pt x="1376947" y="465274"/>
                      <a:pt x="1377334" y="465274"/>
                      <a:pt x="1376947" y="465637"/>
                    </a:cubicBezTo>
                    <a:cubicBezTo>
                      <a:pt x="1376947" y="465999"/>
                      <a:pt x="1376561" y="466362"/>
                      <a:pt x="1376561" y="466362"/>
                    </a:cubicBezTo>
                    <a:cubicBezTo>
                      <a:pt x="1376561" y="466362"/>
                      <a:pt x="1376175" y="467088"/>
                      <a:pt x="1375403" y="467451"/>
                    </a:cubicBezTo>
                    <a:cubicBezTo>
                      <a:pt x="1375017" y="468177"/>
                      <a:pt x="1374244" y="468177"/>
                      <a:pt x="1374244" y="468177"/>
                    </a:cubicBezTo>
                    <a:cubicBezTo>
                      <a:pt x="1373858" y="468539"/>
                      <a:pt x="1373858" y="469265"/>
                      <a:pt x="1373858" y="469628"/>
                    </a:cubicBezTo>
                    <a:cubicBezTo>
                      <a:pt x="1373472" y="469991"/>
                      <a:pt x="1372700" y="470354"/>
                      <a:pt x="1372700" y="470354"/>
                    </a:cubicBezTo>
                    <a:cubicBezTo>
                      <a:pt x="1372313" y="470354"/>
                      <a:pt x="1372700" y="470717"/>
                      <a:pt x="1372700" y="472531"/>
                    </a:cubicBezTo>
                    <a:cubicBezTo>
                      <a:pt x="1372700" y="474345"/>
                      <a:pt x="1373086" y="472894"/>
                      <a:pt x="1373086" y="473257"/>
                    </a:cubicBezTo>
                    <a:cubicBezTo>
                      <a:pt x="1373086" y="473619"/>
                      <a:pt x="1373472" y="474345"/>
                      <a:pt x="1373472" y="474345"/>
                    </a:cubicBezTo>
                    <a:cubicBezTo>
                      <a:pt x="1373472" y="474345"/>
                      <a:pt x="1373858" y="475071"/>
                      <a:pt x="1373858" y="475434"/>
                    </a:cubicBezTo>
                    <a:lnTo>
                      <a:pt x="1374628" y="476519"/>
                    </a:lnTo>
                    <a:lnTo>
                      <a:pt x="1375090" y="476250"/>
                    </a:lnTo>
                    <a:cubicBezTo>
                      <a:pt x="1375430" y="476250"/>
                      <a:pt x="1375770" y="476647"/>
                      <a:pt x="1376111" y="476647"/>
                    </a:cubicBezTo>
                    <a:cubicBezTo>
                      <a:pt x="1376451" y="476647"/>
                      <a:pt x="1376791" y="476647"/>
                      <a:pt x="1377131" y="477441"/>
                    </a:cubicBezTo>
                    <a:cubicBezTo>
                      <a:pt x="1377471" y="477838"/>
                      <a:pt x="1378492" y="478235"/>
                      <a:pt x="1378492" y="478631"/>
                    </a:cubicBezTo>
                    <a:cubicBezTo>
                      <a:pt x="1378152" y="479028"/>
                      <a:pt x="1378152" y="478631"/>
                      <a:pt x="1376791" y="478235"/>
                    </a:cubicBezTo>
                    <a:cubicBezTo>
                      <a:pt x="1376451" y="478631"/>
                      <a:pt x="1376791" y="478235"/>
                      <a:pt x="1376791" y="478631"/>
                    </a:cubicBezTo>
                    <a:cubicBezTo>
                      <a:pt x="1376791" y="479425"/>
                      <a:pt x="1377471" y="479822"/>
                      <a:pt x="1377812" y="481013"/>
                    </a:cubicBezTo>
                    <a:cubicBezTo>
                      <a:pt x="1377812" y="482600"/>
                      <a:pt x="1377812" y="481806"/>
                      <a:pt x="1377131" y="481806"/>
                    </a:cubicBezTo>
                    <a:cubicBezTo>
                      <a:pt x="1376791" y="481806"/>
                      <a:pt x="1377131" y="481013"/>
                      <a:pt x="1376791" y="480219"/>
                    </a:cubicBezTo>
                    <a:cubicBezTo>
                      <a:pt x="1376791" y="479425"/>
                      <a:pt x="1376451" y="479822"/>
                      <a:pt x="1376111" y="479425"/>
                    </a:cubicBezTo>
                    <a:cubicBezTo>
                      <a:pt x="1375770" y="479028"/>
                      <a:pt x="1376111" y="479028"/>
                      <a:pt x="1375090" y="478235"/>
                    </a:cubicBezTo>
                    <a:lnTo>
                      <a:pt x="1374073" y="477839"/>
                    </a:lnTo>
                    <a:lnTo>
                      <a:pt x="1373858" y="477974"/>
                    </a:lnTo>
                    <a:cubicBezTo>
                      <a:pt x="1373472" y="478337"/>
                      <a:pt x="1373472" y="478699"/>
                      <a:pt x="1372700" y="479062"/>
                    </a:cubicBezTo>
                    <a:cubicBezTo>
                      <a:pt x="1372313" y="479062"/>
                      <a:pt x="1372700" y="479425"/>
                      <a:pt x="1371927" y="479062"/>
                    </a:cubicBezTo>
                    <a:cubicBezTo>
                      <a:pt x="1371155" y="478699"/>
                      <a:pt x="1370769" y="478699"/>
                      <a:pt x="1369996" y="478337"/>
                    </a:cubicBezTo>
                    <a:cubicBezTo>
                      <a:pt x="1369610" y="477974"/>
                      <a:pt x="1369610" y="478337"/>
                      <a:pt x="1369224" y="477974"/>
                    </a:cubicBezTo>
                    <a:cubicBezTo>
                      <a:pt x="1368452" y="477611"/>
                      <a:pt x="1368838" y="477248"/>
                      <a:pt x="1368452" y="476159"/>
                    </a:cubicBezTo>
                    <a:cubicBezTo>
                      <a:pt x="1368452" y="475797"/>
                      <a:pt x="1368838" y="475797"/>
                      <a:pt x="1369610" y="475797"/>
                    </a:cubicBezTo>
                    <a:cubicBezTo>
                      <a:pt x="1369996" y="475797"/>
                      <a:pt x="1370383" y="475797"/>
                      <a:pt x="1370769" y="475797"/>
                    </a:cubicBezTo>
                    <a:cubicBezTo>
                      <a:pt x="1371155" y="475434"/>
                      <a:pt x="1371541" y="475434"/>
                      <a:pt x="1371927" y="474708"/>
                    </a:cubicBezTo>
                    <a:cubicBezTo>
                      <a:pt x="1372313" y="474345"/>
                      <a:pt x="1371155" y="474345"/>
                      <a:pt x="1370383" y="473982"/>
                    </a:cubicBezTo>
                    <a:cubicBezTo>
                      <a:pt x="1369610" y="473619"/>
                      <a:pt x="1370383" y="473982"/>
                      <a:pt x="1369610" y="473982"/>
                    </a:cubicBezTo>
                    <a:cubicBezTo>
                      <a:pt x="1369224" y="473982"/>
                      <a:pt x="1369610" y="473982"/>
                      <a:pt x="1368838" y="473982"/>
                    </a:cubicBezTo>
                    <a:cubicBezTo>
                      <a:pt x="1368066" y="473982"/>
                      <a:pt x="1368838" y="473982"/>
                      <a:pt x="1368066" y="474345"/>
                    </a:cubicBezTo>
                    <a:cubicBezTo>
                      <a:pt x="1367293" y="474708"/>
                      <a:pt x="1367679" y="474708"/>
                      <a:pt x="1366907" y="474708"/>
                    </a:cubicBezTo>
                    <a:cubicBezTo>
                      <a:pt x="1366521" y="474708"/>
                      <a:pt x="1366521" y="474708"/>
                      <a:pt x="1366135" y="473982"/>
                    </a:cubicBezTo>
                    <a:cubicBezTo>
                      <a:pt x="1365749" y="473257"/>
                      <a:pt x="1365749" y="473619"/>
                      <a:pt x="1365749" y="472531"/>
                    </a:cubicBezTo>
                    <a:cubicBezTo>
                      <a:pt x="1365362" y="471805"/>
                      <a:pt x="1365749" y="472531"/>
                      <a:pt x="1365362" y="471805"/>
                    </a:cubicBezTo>
                    <a:cubicBezTo>
                      <a:pt x="1365362" y="470717"/>
                      <a:pt x="1364976" y="471079"/>
                      <a:pt x="1365362" y="469991"/>
                    </a:cubicBezTo>
                    <a:cubicBezTo>
                      <a:pt x="1365362" y="469265"/>
                      <a:pt x="1364976" y="469628"/>
                      <a:pt x="1364590" y="468902"/>
                    </a:cubicBezTo>
                    <a:cubicBezTo>
                      <a:pt x="1364590" y="468177"/>
                      <a:pt x="1364590" y="468177"/>
                      <a:pt x="1364204" y="467451"/>
                    </a:cubicBezTo>
                    <a:cubicBezTo>
                      <a:pt x="1364204" y="467088"/>
                      <a:pt x="1364590" y="467088"/>
                      <a:pt x="1364204" y="466725"/>
                    </a:cubicBezTo>
                    <a:cubicBezTo>
                      <a:pt x="1364204" y="465999"/>
                      <a:pt x="1364976" y="466362"/>
                      <a:pt x="1364976" y="466362"/>
                    </a:cubicBezTo>
                    <a:cubicBezTo>
                      <a:pt x="1365362" y="466725"/>
                      <a:pt x="1365749" y="467088"/>
                      <a:pt x="1366135" y="467088"/>
                    </a:cubicBezTo>
                    <a:cubicBezTo>
                      <a:pt x="1366521" y="466725"/>
                      <a:pt x="1366907" y="467451"/>
                      <a:pt x="1367293" y="466725"/>
                    </a:cubicBezTo>
                    <a:cubicBezTo>
                      <a:pt x="1368066" y="466362"/>
                      <a:pt x="1367293" y="466725"/>
                      <a:pt x="1367293" y="465999"/>
                    </a:cubicBezTo>
                    <a:cubicBezTo>
                      <a:pt x="1367293" y="464911"/>
                      <a:pt x="1367293" y="465274"/>
                      <a:pt x="1367293" y="464548"/>
                    </a:cubicBezTo>
                    <a:cubicBezTo>
                      <a:pt x="1367293" y="463459"/>
                      <a:pt x="1367293" y="463822"/>
                      <a:pt x="1367293" y="463097"/>
                    </a:cubicBezTo>
                    <a:cubicBezTo>
                      <a:pt x="1367293" y="462371"/>
                      <a:pt x="1367679" y="462734"/>
                      <a:pt x="1367679" y="462371"/>
                    </a:cubicBezTo>
                    <a:cubicBezTo>
                      <a:pt x="1367679" y="462008"/>
                      <a:pt x="1368066" y="461282"/>
                      <a:pt x="1368066" y="460919"/>
                    </a:cubicBezTo>
                    <a:cubicBezTo>
                      <a:pt x="1368066" y="460557"/>
                      <a:pt x="1368066" y="459468"/>
                      <a:pt x="1368066" y="458742"/>
                    </a:cubicBezTo>
                    <a:cubicBezTo>
                      <a:pt x="1368066" y="458379"/>
                      <a:pt x="1368066" y="458017"/>
                      <a:pt x="1368452" y="456928"/>
                    </a:cubicBezTo>
                    <a:cubicBezTo>
                      <a:pt x="1368452" y="456202"/>
                      <a:pt x="1368838" y="455839"/>
                      <a:pt x="1368838" y="455477"/>
                    </a:cubicBezTo>
                    <a:cubicBezTo>
                      <a:pt x="1369224" y="455477"/>
                      <a:pt x="1369610" y="455114"/>
                      <a:pt x="1370769" y="454751"/>
                    </a:cubicBezTo>
                    <a:close/>
                    <a:moveTo>
                      <a:pt x="479172" y="454025"/>
                    </a:moveTo>
                    <a:cubicBezTo>
                      <a:pt x="480363" y="454025"/>
                      <a:pt x="480363" y="454025"/>
                      <a:pt x="481553" y="454025"/>
                    </a:cubicBezTo>
                    <a:cubicBezTo>
                      <a:pt x="482744" y="454025"/>
                      <a:pt x="482347" y="454025"/>
                      <a:pt x="482744" y="454731"/>
                    </a:cubicBezTo>
                    <a:cubicBezTo>
                      <a:pt x="483141" y="455436"/>
                      <a:pt x="483141" y="455789"/>
                      <a:pt x="482347" y="456142"/>
                    </a:cubicBezTo>
                    <a:cubicBezTo>
                      <a:pt x="481553" y="456495"/>
                      <a:pt x="480760" y="456142"/>
                      <a:pt x="480363" y="456142"/>
                    </a:cubicBezTo>
                    <a:cubicBezTo>
                      <a:pt x="479966" y="456495"/>
                      <a:pt x="479569" y="456142"/>
                      <a:pt x="478379" y="456847"/>
                    </a:cubicBezTo>
                    <a:cubicBezTo>
                      <a:pt x="477188" y="457200"/>
                      <a:pt x="476394" y="456847"/>
                      <a:pt x="475997" y="456847"/>
                    </a:cubicBezTo>
                    <a:cubicBezTo>
                      <a:pt x="475600" y="456847"/>
                      <a:pt x="475203" y="456142"/>
                      <a:pt x="475203" y="456142"/>
                    </a:cubicBezTo>
                    <a:cubicBezTo>
                      <a:pt x="474807" y="455436"/>
                      <a:pt x="473616" y="454731"/>
                      <a:pt x="474807" y="454378"/>
                    </a:cubicBezTo>
                    <a:cubicBezTo>
                      <a:pt x="475997" y="454025"/>
                      <a:pt x="477982" y="454025"/>
                      <a:pt x="479172" y="454025"/>
                    </a:cubicBezTo>
                    <a:close/>
                    <a:moveTo>
                      <a:pt x="425779" y="454025"/>
                    </a:moveTo>
                    <a:cubicBezTo>
                      <a:pt x="426891" y="454025"/>
                      <a:pt x="428002" y="454025"/>
                      <a:pt x="429484" y="454392"/>
                    </a:cubicBezTo>
                    <a:cubicBezTo>
                      <a:pt x="430595" y="455124"/>
                      <a:pt x="430225" y="454025"/>
                      <a:pt x="431706" y="455491"/>
                    </a:cubicBezTo>
                    <a:cubicBezTo>
                      <a:pt x="432818" y="456956"/>
                      <a:pt x="433929" y="456590"/>
                      <a:pt x="432818" y="456956"/>
                    </a:cubicBezTo>
                    <a:cubicBezTo>
                      <a:pt x="432077" y="457323"/>
                      <a:pt x="430595" y="457323"/>
                      <a:pt x="429854" y="457323"/>
                    </a:cubicBezTo>
                    <a:cubicBezTo>
                      <a:pt x="429113" y="457689"/>
                      <a:pt x="429113" y="456956"/>
                      <a:pt x="428002" y="457689"/>
                    </a:cubicBezTo>
                    <a:cubicBezTo>
                      <a:pt x="426891" y="458055"/>
                      <a:pt x="427261" y="458788"/>
                      <a:pt x="426520" y="458422"/>
                    </a:cubicBezTo>
                    <a:cubicBezTo>
                      <a:pt x="425409" y="457689"/>
                      <a:pt x="425409" y="457689"/>
                      <a:pt x="424668" y="457323"/>
                    </a:cubicBezTo>
                    <a:cubicBezTo>
                      <a:pt x="423927" y="456590"/>
                      <a:pt x="422816" y="456223"/>
                      <a:pt x="422816" y="455124"/>
                    </a:cubicBezTo>
                    <a:cubicBezTo>
                      <a:pt x="422816" y="454758"/>
                      <a:pt x="425039" y="454025"/>
                      <a:pt x="425779" y="454025"/>
                    </a:cubicBezTo>
                    <a:close/>
                    <a:moveTo>
                      <a:pt x="448814" y="446451"/>
                    </a:moveTo>
                    <a:cubicBezTo>
                      <a:pt x="450299" y="446814"/>
                      <a:pt x="450299" y="447902"/>
                      <a:pt x="451412" y="448265"/>
                    </a:cubicBezTo>
                    <a:cubicBezTo>
                      <a:pt x="452525" y="448265"/>
                      <a:pt x="452897" y="448265"/>
                      <a:pt x="453639" y="448265"/>
                    </a:cubicBezTo>
                    <a:cubicBezTo>
                      <a:pt x="454381" y="448628"/>
                      <a:pt x="454381" y="448265"/>
                      <a:pt x="455865" y="448265"/>
                    </a:cubicBezTo>
                    <a:cubicBezTo>
                      <a:pt x="457350" y="447902"/>
                      <a:pt x="457350" y="447902"/>
                      <a:pt x="458092" y="448265"/>
                    </a:cubicBezTo>
                    <a:cubicBezTo>
                      <a:pt x="458834" y="448265"/>
                      <a:pt x="460319" y="447177"/>
                      <a:pt x="460690" y="448265"/>
                    </a:cubicBezTo>
                    <a:cubicBezTo>
                      <a:pt x="461061" y="449354"/>
                      <a:pt x="461061" y="449354"/>
                      <a:pt x="462174" y="450080"/>
                    </a:cubicBezTo>
                    <a:cubicBezTo>
                      <a:pt x="462174" y="450080"/>
                      <a:pt x="461803" y="449717"/>
                      <a:pt x="464030" y="450805"/>
                    </a:cubicBezTo>
                    <a:cubicBezTo>
                      <a:pt x="467370" y="452257"/>
                      <a:pt x="468854" y="452257"/>
                      <a:pt x="468854" y="452982"/>
                    </a:cubicBezTo>
                    <a:cubicBezTo>
                      <a:pt x="468854" y="454434"/>
                      <a:pt x="468483" y="454434"/>
                      <a:pt x="467370" y="454434"/>
                    </a:cubicBezTo>
                    <a:cubicBezTo>
                      <a:pt x="466256" y="454434"/>
                      <a:pt x="465143" y="454434"/>
                      <a:pt x="464401" y="454434"/>
                    </a:cubicBezTo>
                    <a:cubicBezTo>
                      <a:pt x="463659" y="454797"/>
                      <a:pt x="462174" y="454797"/>
                      <a:pt x="461803" y="454797"/>
                    </a:cubicBezTo>
                    <a:cubicBezTo>
                      <a:pt x="461061" y="455160"/>
                      <a:pt x="459948" y="454797"/>
                      <a:pt x="459576" y="455160"/>
                    </a:cubicBezTo>
                    <a:cubicBezTo>
                      <a:pt x="459576" y="455160"/>
                      <a:pt x="457721" y="454797"/>
                      <a:pt x="457350" y="455160"/>
                    </a:cubicBezTo>
                    <a:cubicBezTo>
                      <a:pt x="456979" y="455522"/>
                      <a:pt x="455865" y="456248"/>
                      <a:pt x="455865" y="456974"/>
                    </a:cubicBezTo>
                    <a:cubicBezTo>
                      <a:pt x="455865" y="457700"/>
                      <a:pt x="456608" y="458788"/>
                      <a:pt x="455865" y="458425"/>
                    </a:cubicBezTo>
                    <a:cubicBezTo>
                      <a:pt x="454752" y="457700"/>
                      <a:pt x="454010" y="457337"/>
                      <a:pt x="453268" y="456974"/>
                    </a:cubicBezTo>
                    <a:cubicBezTo>
                      <a:pt x="452897" y="456611"/>
                      <a:pt x="453268" y="456611"/>
                      <a:pt x="452154" y="456248"/>
                    </a:cubicBezTo>
                    <a:cubicBezTo>
                      <a:pt x="451412" y="456248"/>
                      <a:pt x="450670" y="456248"/>
                      <a:pt x="449928" y="456248"/>
                    </a:cubicBezTo>
                    <a:cubicBezTo>
                      <a:pt x="449185" y="456248"/>
                      <a:pt x="448443" y="456248"/>
                      <a:pt x="447701" y="456248"/>
                    </a:cubicBezTo>
                    <a:cubicBezTo>
                      <a:pt x="447330" y="456248"/>
                      <a:pt x="446217" y="456611"/>
                      <a:pt x="445474" y="456248"/>
                    </a:cubicBezTo>
                    <a:cubicBezTo>
                      <a:pt x="444732" y="455885"/>
                      <a:pt x="444361" y="455885"/>
                      <a:pt x="443990" y="456248"/>
                    </a:cubicBezTo>
                    <a:cubicBezTo>
                      <a:pt x="443248" y="456974"/>
                      <a:pt x="442877" y="456974"/>
                      <a:pt x="442877" y="456974"/>
                    </a:cubicBezTo>
                    <a:cubicBezTo>
                      <a:pt x="442877" y="456974"/>
                      <a:pt x="442877" y="456974"/>
                      <a:pt x="441763" y="455885"/>
                    </a:cubicBezTo>
                    <a:cubicBezTo>
                      <a:pt x="441392" y="455522"/>
                      <a:pt x="440279" y="454797"/>
                      <a:pt x="441021" y="454071"/>
                    </a:cubicBezTo>
                    <a:cubicBezTo>
                      <a:pt x="441763" y="453708"/>
                      <a:pt x="443990" y="452982"/>
                      <a:pt x="444732" y="453345"/>
                    </a:cubicBezTo>
                    <a:cubicBezTo>
                      <a:pt x="445474" y="454071"/>
                      <a:pt x="446959" y="454071"/>
                      <a:pt x="447701" y="454434"/>
                    </a:cubicBezTo>
                    <a:cubicBezTo>
                      <a:pt x="448072" y="454797"/>
                      <a:pt x="448443" y="454797"/>
                      <a:pt x="449185" y="454797"/>
                    </a:cubicBezTo>
                    <a:cubicBezTo>
                      <a:pt x="450299" y="454797"/>
                      <a:pt x="451412" y="454797"/>
                      <a:pt x="451041" y="454071"/>
                    </a:cubicBezTo>
                    <a:cubicBezTo>
                      <a:pt x="450670" y="453345"/>
                      <a:pt x="449928" y="453708"/>
                      <a:pt x="449557" y="452982"/>
                    </a:cubicBezTo>
                    <a:cubicBezTo>
                      <a:pt x="448814" y="451894"/>
                      <a:pt x="448443" y="451894"/>
                      <a:pt x="448814" y="451168"/>
                    </a:cubicBezTo>
                    <a:cubicBezTo>
                      <a:pt x="448814" y="450442"/>
                      <a:pt x="448443" y="449717"/>
                      <a:pt x="448072" y="449354"/>
                    </a:cubicBezTo>
                    <a:cubicBezTo>
                      <a:pt x="447701" y="449354"/>
                      <a:pt x="446959" y="449717"/>
                      <a:pt x="446959" y="448991"/>
                    </a:cubicBezTo>
                    <a:cubicBezTo>
                      <a:pt x="446588" y="448265"/>
                      <a:pt x="445474" y="447902"/>
                      <a:pt x="446217" y="447540"/>
                    </a:cubicBezTo>
                    <a:cubicBezTo>
                      <a:pt x="446959" y="446814"/>
                      <a:pt x="447701" y="446088"/>
                      <a:pt x="448814" y="446451"/>
                    </a:cubicBezTo>
                    <a:close/>
                    <a:moveTo>
                      <a:pt x="444248" y="440267"/>
                    </a:moveTo>
                    <a:cubicBezTo>
                      <a:pt x="445042" y="439738"/>
                      <a:pt x="448217" y="440796"/>
                      <a:pt x="447423" y="441326"/>
                    </a:cubicBezTo>
                    <a:cubicBezTo>
                      <a:pt x="447026" y="441855"/>
                      <a:pt x="447423" y="441326"/>
                      <a:pt x="447026" y="442384"/>
                    </a:cubicBezTo>
                    <a:cubicBezTo>
                      <a:pt x="446629" y="442913"/>
                      <a:pt x="445835" y="442913"/>
                      <a:pt x="445042" y="442913"/>
                    </a:cubicBezTo>
                    <a:cubicBezTo>
                      <a:pt x="444248" y="442913"/>
                      <a:pt x="444248" y="442384"/>
                      <a:pt x="443851" y="441855"/>
                    </a:cubicBezTo>
                    <a:cubicBezTo>
                      <a:pt x="443454" y="441855"/>
                      <a:pt x="443454" y="440796"/>
                      <a:pt x="444248" y="440267"/>
                    </a:cubicBezTo>
                    <a:close/>
                    <a:moveTo>
                      <a:pt x="400062" y="436881"/>
                    </a:moveTo>
                    <a:cubicBezTo>
                      <a:pt x="401121" y="436563"/>
                      <a:pt x="402179" y="437833"/>
                      <a:pt x="402179" y="438786"/>
                    </a:cubicBezTo>
                    <a:cubicBezTo>
                      <a:pt x="402179" y="439738"/>
                      <a:pt x="401826" y="439103"/>
                      <a:pt x="400768" y="439103"/>
                    </a:cubicBezTo>
                    <a:cubicBezTo>
                      <a:pt x="399710" y="439103"/>
                      <a:pt x="400062" y="439103"/>
                      <a:pt x="399710" y="438468"/>
                    </a:cubicBezTo>
                    <a:cubicBezTo>
                      <a:pt x="399004" y="437833"/>
                      <a:pt x="399357" y="437198"/>
                      <a:pt x="400062" y="436881"/>
                    </a:cubicBezTo>
                    <a:close/>
                    <a:moveTo>
                      <a:pt x="54588" y="434975"/>
                    </a:moveTo>
                    <a:cubicBezTo>
                      <a:pt x="54949" y="434975"/>
                      <a:pt x="56392" y="435372"/>
                      <a:pt x="57836" y="437753"/>
                    </a:cubicBezTo>
                    <a:cubicBezTo>
                      <a:pt x="59279" y="439738"/>
                      <a:pt x="57836" y="438944"/>
                      <a:pt x="56392" y="440135"/>
                    </a:cubicBezTo>
                    <a:cubicBezTo>
                      <a:pt x="54949" y="441325"/>
                      <a:pt x="54949" y="441325"/>
                      <a:pt x="53145" y="440928"/>
                    </a:cubicBezTo>
                    <a:cubicBezTo>
                      <a:pt x="51341" y="440531"/>
                      <a:pt x="53506" y="439341"/>
                      <a:pt x="53145" y="437753"/>
                    </a:cubicBezTo>
                    <a:cubicBezTo>
                      <a:pt x="52784" y="435769"/>
                      <a:pt x="52784" y="434975"/>
                      <a:pt x="54588" y="434975"/>
                    </a:cubicBezTo>
                    <a:close/>
                    <a:moveTo>
                      <a:pt x="447536" y="433917"/>
                    </a:moveTo>
                    <a:cubicBezTo>
                      <a:pt x="447990" y="433388"/>
                      <a:pt x="448897" y="433388"/>
                      <a:pt x="449350" y="433917"/>
                    </a:cubicBezTo>
                    <a:cubicBezTo>
                      <a:pt x="449804" y="434976"/>
                      <a:pt x="448897" y="434976"/>
                      <a:pt x="448897" y="434976"/>
                    </a:cubicBezTo>
                    <a:cubicBezTo>
                      <a:pt x="448897" y="434976"/>
                      <a:pt x="447990" y="434976"/>
                      <a:pt x="447536" y="434976"/>
                    </a:cubicBezTo>
                    <a:cubicBezTo>
                      <a:pt x="446629" y="434976"/>
                      <a:pt x="447083" y="433917"/>
                      <a:pt x="447536" y="433917"/>
                    </a:cubicBezTo>
                    <a:close/>
                    <a:moveTo>
                      <a:pt x="443362" y="433732"/>
                    </a:moveTo>
                    <a:lnTo>
                      <a:pt x="443850" y="434398"/>
                    </a:lnTo>
                    <a:cubicBezTo>
                      <a:pt x="443850" y="434398"/>
                      <a:pt x="444247" y="435697"/>
                      <a:pt x="443057" y="436130"/>
                    </a:cubicBezTo>
                    <a:cubicBezTo>
                      <a:pt x="441866" y="436563"/>
                      <a:pt x="442660" y="436130"/>
                      <a:pt x="442660" y="435264"/>
                    </a:cubicBezTo>
                    <a:close/>
                    <a:moveTo>
                      <a:pt x="442263" y="432233"/>
                    </a:moveTo>
                    <a:cubicBezTo>
                      <a:pt x="441866" y="432666"/>
                      <a:pt x="443453" y="432666"/>
                      <a:pt x="443453" y="433532"/>
                    </a:cubicBezTo>
                    <a:lnTo>
                      <a:pt x="443362" y="433732"/>
                    </a:lnTo>
                    <a:close/>
                    <a:moveTo>
                      <a:pt x="50331" y="431624"/>
                    </a:moveTo>
                    <a:cubicBezTo>
                      <a:pt x="50909" y="431271"/>
                      <a:pt x="51774" y="430213"/>
                      <a:pt x="52352" y="431624"/>
                    </a:cubicBezTo>
                    <a:cubicBezTo>
                      <a:pt x="52929" y="433388"/>
                      <a:pt x="51774" y="433388"/>
                      <a:pt x="51774" y="433388"/>
                    </a:cubicBezTo>
                    <a:cubicBezTo>
                      <a:pt x="50909" y="433388"/>
                      <a:pt x="49754" y="431977"/>
                      <a:pt x="50331" y="431624"/>
                    </a:cubicBezTo>
                    <a:close/>
                    <a:moveTo>
                      <a:pt x="49357" y="430566"/>
                    </a:moveTo>
                    <a:cubicBezTo>
                      <a:pt x="49754" y="431271"/>
                      <a:pt x="48563" y="433388"/>
                      <a:pt x="48167" y="432683"/>
                    </a:cubicBezTo>
                    <a:cubicBezTo>
                      <a:pt x="47770" y="432330"/>
                      <a:pt x="46579" y="430566"/>
                      <a:pt x="46976" y="430919"/>
                    </a:cubicBezTo>
                    <a:cubicBezTo>
                      <a:pt x="47770" y="430919"/>
                      <a:pt x="49357" y="430213"/>
                      <a:pt x="49357" y="430566"/>
                    </a:cubicBezTo>
                    <a:close/>
                    <a:moveTo>
                      <a:pt x="406043" y="430562"/>
                    </a:moveTo>
                    <a:cubicBezTo>
                      <a:pt x="407490" y="430562"/>
                      <a:pt x="408214" y="430562"/>
                      <a:pt x="408576" y="430562"/>
                    </a:cubicBezTo>
                    <a:cubicBezTo>
                      <a:pt x="409300" y="430912"/>
                      <a:pt x="410747" y="430912"/>
                      <a:pt x="411833" y="431261"/>
                    </a:cubicBezTo>
                    <a:cubicBezTo>
                      <a:pt x="412918" y="431610"/>
                      <a:pt x="413642" y="430912"/>
                      <a:pt x="415089" y="431261"/>
                    </a:cubicBezTo>
                    <a:cubicBezTo>
                      <a:pt x="416175" y="431610"/>
                      <a:pt x="416175" y="431610"/>
                      <a:pt x="416537" y="432309"/>
                    </a:cubicBezTo>
                    <a:cubicBezTo>
                      <a:pt x="416899" y="433007"/>
                      <a:pt x="416899" y="433706"/>
                      <a:pt x="417622" y="433706"/>
                    </a:cubicBezTo>
                    <a:cubicBezTo>
                      <a:pt x="417984" y="434055"/>
                      <a:pt x="418708" y="433706"/>
                      <a:pt x="419070" y="434055"/>
                    </a:cubicBezTo>
                    <a:cubicBezTo>
                      <a:pt x="419432" y="434055"/>
                      <a:pt x="420879" y="434055"/>
                      <a:pt x="420879" y="434055"/>
                    </a:cubicBezTo>
                    <a:cubicBezTo>
                      <a:pt x="421965" y="435452"/>
                      <a:pt x="422327" y="434754"/>
                      <a:pt x="423050" y="435801"/>
                    </a:cubicBezTo>
                    <a:cubicBezTo>
                      <a:pt x="423412" y="436500"/>
                      <a:pt x="424136" y="435452"/>
                      <a:pt x="424860" y="435801"/>
                    </a:cubicBezTo>
                    <a:cubicBezTo>
                      <a:pt x="425583" y="436151"/>
                      <a:pt x="425945" y="436500"/>
                      <a:pt x="427031" y="437198"/>
                    </a:cubicBezTo>
                    <a:cubicBezTo>
                      <a:pt x="428116" y="437897"/>
                      <a:pt x="428116" y="437548"/>
                      <a:pt x="429202" y="438246"/>
                    </a:cubicBezTo>
                    <a:cubicBezTo>
                      <a:pt x="430287" y="438945"/>
                      <a:pt x="430649" y="438595"/>
                      <a:pt x="431011" y="439294"/>
                    </a:cubicBezTo>
                    <a:cubicBezTo>
                      <a:pt x="431373" y="439992"/>
                      <a:pt x="430649" y="439643"/>
                      <a:pt x="431735" y="439992"/>
                    </a:cubicBezTo>
                    <a:cubicBezTo>
                      <a:pt x="433182" y="439992"/>
                      <a:pt x="433544" y="440342"/>
                      <a:pt x="433906" y="440691"/>
                    </a:cubicBezTo>
                    <a:cubicBezTo>
                      <a:pt x="434630" y="440691"/>
                      <a:pt x="435354" y="440342"/>
                      <a:pt x="435715" y="440691"/>
                    </a:cubicBezTo>
                    <a:cubicBezTo>
                      <a:pt x="435715" y="441389"/>
                      <a:pt x="435354" y="442437"/>
                      <a:pt x="436077" y="442786"/>
                    </a:cubicBezTo>
                    <a:cubicBezTo>
                      <a:pt x="436439" y="442786"/>
                      <a:pt x="436801" y="442088"/>
                      <a:pt x="437887" y="442786"/>
                    </a:cubicBezTo>
                    <a:cubicBezTo>
                      <a:pt x="438972" y="443136"/>
                      <a:pt x="439334" y="442786"/>
                      <a:pt x="440058" y="443485"/>
                    </a:cubicBezTo>
                    <a:cubicBezTo>
                      <a:pt x="440420" y="444184"/>
                      <a:pt x="440058" y="443834"/>
                      <a:pt x="440781" y="444533"/>
                    </a:cubicBezTo>
                    <a:cubicBezTo>
                      <a:pt x="441505" y="445231"/>
                      <a:pt x="441867" y="444184"/>
                      <a:pt x="441505" y="445231"/>
                    </a:cubicBezTo>
                    <a:cubicBezTo>
                      <a:pt x="441505" y="446628"/>
                      <a:pt x="439696" y="446978"/>
                      <a:pt x="439334" y="446978"/>
                    </a:cubicBezTo>
                    <a:cubicBezTo>
                      <a:pt x="438972" y="446628"/>
                      <a:pt x="437887" y="446279"/>
                      <a:pt x="437887" y="446279"/>
                    </a:cubicBezTo>
                    <a:cubicBezTo>
                      <a:pt x="437887" y="446279"/>
                      <a:pt x="436439" y="447676"/>
                      <a:pt x="436077" y="446978"/>
                    </a:cubicBezTo>
                    <a:cubicBezTo>
                      <a:pt x="435715" y="446628"/>
                      <a:pt x="434992" y="446279"/>
                      <a:pt x="434268" y="446279"/>
                    </a:cubicBezTo>
                    <a:cubicBezTo>
                      <a:pt x="433906" y="446279"/>
                      <a:pt x="431373" y="446628"/>
                      <a:pt x="431011" y="446628"/>
                    </a:cubicBezTo>
                    <a:cubicBezTo>
                      <a:pt x="430287" y="446628"/>
                      <a:pt x="429564" y="446628"/>
                      <a:pt x="428116" y="446978"/>
                    </a:cubicBezTo>
                    <a:cubicBezTo>
                      <a:pt x="426307" y="447327"/>
                      <a:pt x="425221" y="446978"/>
                      <a:pt x="425583" y="446628"/>
                    </a:cubicBezTo>
                    <a:cubicBezTo>
                      <a:pt x="426307" y="446279"/>
                      <a:pt x="427031" y="445581"/>
                      <a:pt x="427393" y="444882"/>
                    </a:cubicBezTo>
                    <a:cubicBezTo>
                      <a:pt x="427754" y="444184"/>
                      <a:pt x="427393" y="443485"/>
                      <a:pt x="426669" y="443485"/>
                    </a:cubicBezTo>
                    <a:cubicBezTo>
                      <a:pt x="426307" y="443136"/>
                      <a:pt x="424860" y="443485"/>
                      <a:pt x="424498" y="443136"/>
                    </a:cubicBezTo>
                    <a:cubicBezTo>
                      <a:pt x="424136" y="442786"/>
                      <a:pt x="421965" y="441739"/>
                      <a:pt x="421965" y="441040"/>
                    </a:cubicBezTo>
                    <a:cubicBezTo>
                      <a:pt x="421603" y="440691"/>
                      <a:pt x="421241" y="439294"/>
                      <a:pt x="420517" y="438945"/>
                    </a:cubicBezTo>
                    <a:cubicBezTo>
                      <a:pt x="419794" y="438595"/>
                      <a:pt x="419794" y="438246"/>
                      <a:pt x="418346" y="438595"/>
                    </a:cubicBezTo>
                    <a:cubicBezTo>
                      <a:pt x="416899" y="438945"/>
                      <a:pt x="417984" y="439992"/>
                      <a:pt x="416175" y="438246"/>
                    </a:cubicBezTo>
                    <a:cubicBezTo>
                      <a:pt x="414366" y="436500"/>
                      <a:pt x="414727" y="436151"/>
                      <a:pt x="413642" y="436500"/>
                    </a:cubicBezTo>
                    <a:cubicBezTo>
                      <a:pt x="412556" y="436500"/>
                      <a:pt x="410747" y="436151"/>
                      <a:pt x="408938" y="436151"/>
                    </a:cubicBezTo>
                    <a:cubicBezTo>
                      <a:pt x="407490" y="435801"/>
                      <a:pt x="407128" y="435452"/>
                      <a:pt x="406405" y="435452"/>
                    </a:cubicBezTo>
                    <a:cubicBezTo>
                      <a:pt x="405681" y="435103"/>
                      <a:pt x="404957" y="435801"/>
                      <a:pt x="405319" y="434754"/>
                    </a:cubicBezTo>
                    <a:cubicBezTo>
                      <a:pt x="405319" y="433706"/>
                      <a:pt x="405681" y="433706"/>
                      <a:pt x="404957" y="433356"/>
                    </a:cubicBezTo>
                    <a:cubicBezTo>
                      <a:pt x="404595" y="433007"/>
                      <a:pt x="403872" y="432309"/>
                      <a:pt x="402786" y="432658"/>
                    </a:cubicBezTo>
                    <a:cubicBezTo>
                      <a:pt x="401701" y="433356"/>
                      <a:pt x="401339" y="432658"/>
                      <a:pt x="400977" y="433706"/>
                    </a:cubicBezTo>
                    <a:cubicBezTo>
                      <a:pt x="400615" y="434754"/>
                      <a:pt x="399529" y="434754"/>
                      <a:pt x="398806" y="435103"/>
                    </a:cubicBezTo>
                    <a:cubicBezTo>
                      <a:pt x="396634" y="435452"/>
                      <a:pt x="396273" y="434404"/>
                      <a:pt x="395549" y="435452"/>
                    </a:cubicBezTo>
                    <a:cubicBezTo>
                      <a:pt x="394463" y="436151"/>
                      <a:pt x="393740" y="436849"/>
                      <a:pt x="393740" y="436849"/>
                    </a:cubicBezTo>
                    <a:cubicBezTo>
                      <a:pt x="393378" y="436151"/>
                      <a:pt x="392654" y="434404"/>
                      <a:pt x="393016" y="434055"/>
                    </a:cubicBezTo>
                    <a:cubicBezTo>
                      <a:pt x="393378" y="434055"/>
                      <a:pt x="393740" y="433356"/>
                      <a:pt x="394825" y="433007"/>
                    </a:cubicBezTo>
                    <a:cubicBezTo>
                      <a:pt x="396273" y="432658"/>
                      <a:pt x="396273" y="431959"/>
                      <a:pt x="396996" y="431959"/>
                    </a:cubicBezTo>
                    <a:cubicBezTo>
                      <a:pt x="397720" y="431610"/>
                      <a:pt x="397358" y="431261"/>
                      <a:pt x="398444" y="431261"/>
                    </a:cubicBezTo>
                    <a:cubicBezTo>
                      <a:pt x="399529" y="431261"/>
                      <a:pt x="399891" y="430912"/>
                      <a:pt x="400253" y="430912"/>
                    </a:cubicBezTo>
                    <a:cubicBezTo>
                      <a:pt x="400977" y="431261"/>
                      <a:pt x="401701" y="430912"/>
                      <a:pt x="402424" y="430912"/>
                    </a:cubicBezTo>
                    <a:cubicBezTo>
                      <a:pt x="403510" y="430912"/>
                      <a:pt x="403148" y="430912"/>
                      <a:pt x="403872" y="430912"/>
                    </a:cubicBezTo>
                    <a:cubicBezTo>
                      <a:pt x="404957" y="430912"/>
                      <a:pt x="404595" y="430213"/>
                      <a:pt x="406043" y="430562"/>
                    </a:cubicBezTo>
                    <a:close/>
                    <a:moveTo>
                      <a:pt x="436310" y="429260"/>
                    </a:moveTo>
                    <a:cubicBezTo>
                      <a:pt x="436707" y="428625"/>
                      <a:pt x="437103" y="429578"/>
                      <a:pt x="437897" y="429578"/>
                    </a:cubicBezTo>
                    <a:cubicBezTo>
                      <a:pt x="438691" y="429578"/>
                      <a:pt x="438294" y="429895"/>
                      <a:pt x="438294" y="430530"/>
                    </a:cubicBezTo>
                    <a:cubicBezTo>
                      <a:pt x="438691" y="431165"/>
                      <a:pt x="438294" y="431483"/>
                      <a:pt x="438294" y="431800"/>
                    </a:cubicBezTo>
                    <a:cubicBezTo>
                      <a:pt x="437897" y="431800"/>
                      <a:pt x="437897" y="431483"/>
                      <a:pt x="437103" y="430848"/>
                    </a:cubicBezTo>
                    <a:cubicBezTo>
                      <a:pt x="436310" y="430213"/>
                      <a:pt x="436707" y="430213"/>
                      <a:pt x="436310" y="430213"/>
                    </a:cubicBezTo>
                    <a:cubicBezTo>
                      <a:pt x="435516" y="429895"/>
                      <a:pt x="435913" y="429578"/>
                      <a:pt x="436310" y="429260"/>
                    </a:cubicBezTo>
                    <a:close/>
                    <a:moveTo>
                      <a:pt x="43933" y="427991"/>
                    </a:moveTo>
                    <a:cubicBezTo>
                      <a:pt x="44991" y="428943"/>
                      <a:pt x="44638" y="429896"/>
                      <a:pt x="43933" y="429896"/>
                    </a:cubicBezTo>
                    <a:cubicBezTo>
                      <a:pt x="43227" y="430213"/>
                      <a:pt x="41816" y="429896"/>
                      <a:pt x="42522" y="428943"/>
                    </a:cubicBezTo>
                    <a:cubicBezTo>
                      <a:pt x="42874" y="428308"/>
                      <a:pt x="42522" y="427038"/>
                      <a:pt x="43933" y="427991"/>
                    </a:cubicBezTo>
                    <a:close/>
                    <a:moveTo>
                      <a:pt x="426521" y="425450"/>
                    </a:moveTo>
                    <a:cubicBezTo>
                      <a:pt x="427579" y="425450"/>
                      <a:pt x="427050" y="426508"/>
                      <a:pt x="425462" y="428096"/>
                    </a:cubicBezTo>
                    <a:cubicBezTo>
                      <a:pt x="424933" y="428625"/>
                      <a:pt x="424404" y="427567"/>
                      <a:pt x="424404" y="426508"/>
                    </a:cubicBezTo>
                    <a:cubicBezTo>
                      <a:pt x="424404" y="426508"/>
                      <a:pt x="425462" y="425979"/>
                      <a:pt x="426521" y="425450"/>
                    </a:cubicBezTo>
                    <a:close/>
                    <a:moveTo>
                      <a:pt x="36524" y="425274"/>
                    </a:moveTo>
                    <a:cubicBezTo>
                      <a:pt x="37583" y="424569"/>
                      <a:pt x="37583" y="423863"/>
                      <a:pt x="37935" y="425274"/>
                    </a:cubicBezTo>
                    <a:cubicBezTo>
                      <a:pt x="38641" y="426685"/>
                      <a:pt x="37935" y="427038"/>
                      <a:pt x="37935" y="427038"/>
                    </a:cubicBezTo>
                    <a:cubicBezTo>
                      <a:pt x="37230" y="426685"/>
                      <a:pt x="35466" y="425980"/>
                      <a:pt x="36524" y="425274"/>
                    </a:cubicBezTo>
                    <a:close/>
                    <a:moveTo>
                      <a:pt x="435781" y="422751"/>
                    </a:moveTo>
                    <a:cubicBezTo>
                      <a:pt x="436045" y="422275"/>
                      <a:pt x="436310" y="423228"/>
                      <a:pt x="436575" y="423704"/>
                    </a:cubicBezTo>
                    <a:cubicBezTo>
                      <a:pt x="437104" y="424180"/>
                      <a:pt x="436839" y="424180"/>
                      <a:pt x="436839" y="424657"/>
                    </a:cubicBezTo>
                    <a:cubicBezTo>
                      <a:pt x="436839" y="425609"/>
                      <a:pt x="436575" y="426562"/>
                      <a:pt x="436310" y="426562"/>
                    </a:cubicBezTo>
                    <a:cubicBezTo>
                      <a:pt x="436045" y="427038"/>
                      <a:pt x="436310" y="426086"/>
                      <a:pt x="436310" y="425133"/>
                    </a:cubicBezTo>
                    <a:cubicBezTo>
                      <a:pt x="436310" y="424180"/>
                      <a:pt x="436045" y="424180"/>
                      <a:pt x="436045" y="423704"/>
                    </a:cubicBezTo>
                    <a:cubicBezTo>
                      <a:pt x="435781" y="423228"/>
                      <a:pt x="435516" y="422751"/>
                      <a:pt x="435781" y="422751"/>
                    </a:cubicBezTo>
                    <a:close/>
                    <a:moveTo>
                      <a:pt x="1374258" y="420688"/>
                    </a:moveTo>
                    <a:cubicBezTo>
                      <a:pt x="1374610" y="420688"/>
                      <a:pt x="1374610" y="421852"/>
                      <a:pt x="1374963" y="422628"/>
                    </a:cubicBezTo>
                    <a:cubicBezTo>
                      <a:pt x="1375316" y="423793"/>
                      <a:pt x="1374963" y="423017"/>
                      <a:pt x="1374963" y="425733"/>
                    </a:cubicBezTo>
                    <a:cubicBezTo>
                      <a:pt x="1374963" y="428449"/>
                      <a:pt x="1374963" y="426121"/>
                      <a:pt x="1373905" y="426897"/>
                    </a:cubicBezTo>
                    <a:cubicBezTo>
                      <a:pt x="1373199" y="428061"/>
                      <a:pt x="1373905" y="427673"/>
                      <a:pt x="1373552" y="428449"/>
                    </a:cubicBezTo>
                    <a:cubicBezTo>
                      <a:pt x="1373552" y="429226"/>
                      <a:pt x="1373552" y="429226"/>
                      <a:pt x="1373199" y="430002"/>
                    </a:cubicBezTo>
                    <a:cubicBezTo>
                      <a:pt x="1372847" y="430778"/>
                      <a:pt x="1373199" y="430778"/>
                      <a:pt x="1373199" y="431166"/>
                    </a:cubicBezTo>
                    <a:cubicBezTo>
                      <a:pt x="1372847" y="431942"/>
                      <a:pt x="1373199" y="432330"/>
                      <a:pt x="1372141" y="434270"/>
                    </a:cubicBezTo>
                    <a:cubicBezTo>
                      <a:pt x="1371083" y="436211"/>
                      <a:pt x="1371435" y="435047"/>
                      <a:pt x="1371435" y="435435"/>
                    </a:cubicBezTo>
                    <a:cubicBezTo>
                      <a:pt x="1371083" y="436211"/>
                      <a:pt x="1371083" y="436211"/>
                      <a:pt x="1370377" y="438151"/>
                    </a:cubicBezTo>
                    <a:cubicBezTo>
                      <a:pt x="1370377" y="438151"/>
                      <a:pt x="1370024" y="438151"/>
                      <a:pt x="1369319" y="437763"/>
                    </a:cubicBezTo>
                    <a:cubicBezTo>
                      <a:pt x="1368966" y="437375"/>
                      <a:pt x="1368966" y="437375"/>
                      <a:pt x="1367202" y="434659"/>
                    </a:cubicBezTo>
                    <a:cubicBezTo>
                      <a:pt x="1365791" y="432330"/>
                      <a:pt x="1367202" y="433494"/>
                      <a:pt x="1366849" y="432330"/>
                    </a:cubicBezTo>
                    <a:cubicBezTo>
                      <a:pt x="1366849" y="430778"/>
                      <a:pt x="1366849" y="431166"/>
                      <a:pt x="1366849" y="430390"/>
                    </a:cubicBezTo>
                    <a:cubicBezTo>
                      <a:pt x="1366849" y="430002"/>
                      <a:pt x="1367202" y="429226"/>
                      <a:pt x="1367202" y="428838"/>
                    </a:cubicBezTo>
                    <a:cubicBezTo>
                      <a:pt x="1367555" y="428449"/>
                      <a:pt x="1368260" y="427673"/>
                      <a:pt x="1368260" y="426897"/>
                    </a:cubicBezTo>
                    <a:cubicBezTo>
                      <a:pt x="1368613" y="426121"/>
                      <a:pt x="1368966" y="426121"/>
                      <a:pt x="1369319" y="424957"/>
                    </a:cubicBezTo>
                    <a:cubicBezTo>
                      <a:pt x="1369672" y="424181"/>
                      <a:pt x="1370024" y="424181"/>
                      <a:pt x="1370377" y="423405"/>
                    </a:cubicBezTo>
                    <a:cubicBezTo>
                      <a:pt x="1370730" y="422628"/>
                      <a:pt x="1370730" y="422628"/>
                      <a:pt x="1371083" y="421852"/>
                    </a:cubicBezTo>
                    <a:cubicBezTo>
                      <a:pt x="1371435" y="421464"/>
                      <a:pt x="1372141" y="421852"/>
                      <a:pt x="1372494" y="421464"/>
                    </a:cubicBezTo>
                    <a:cubicBezTo>
                      <a:pt x="1372847" y="420688"/>
                      <a:pt x="1373905" y="420688"/>
                      <a:pt x="1374258" y="420688"/>
                    </a:cubicBezTo>
                    <a:close/>
                    <a:moveTo>
                      <a:pt x="424227" y="420688"/>
                    </a:moveTo>
                    <a:cubicBezTo>
                      <a:pt x="424227" y="420688"/>
                      <a:pt x="424227" y="420688"/>
                      <a:pt x="424933" y="421248"/>
                    </a:cubicBezTo>
                    <a:cubicBezTo>
                      <a:pt x="424933" y="421248"/>
                      <a:pt x="425638" y="422369"/>
                      <a:pt x="425991" y="422930"/>
                    </a:cubicBezTo>
                    <a:cubicBezTo>
                      <a:pt x="425991" y="423210"/>
                      <a:pt x="425991" y="423490"/>
                      <a:pt x="425638" y="424611"/>
                    </a:cubicBezTo>
                    <a:cubicBezTo>
                      <a:pt x="425285" y="425451"/>
                      <a:pt x="425285" y="424891"/>
                      <a:pt x="424580" y="424330"/>
                    </a:cubicBezTo>
                    <a:cubicBezTo>
                      <a:pt x="424227" y="424050"/>
                      <a:pt x="424580" y="424050"/>
                      <a:pt x="423522" y="423770"/>
                    </a:cubicBezTo>
                    <a:cubicBezTo>
                      <a:pt x="422816" y="423490"/>
                      <a:pt x="423522" y="423210"/>
                      <a:pt x="423522" y="422649"/>
                    </a:cubicBezTo>
                    <a:cubicBezTo>
                      <a:pt x="423522" y="421809"/>
                      <a:pt x="423874" y="421248"/>
                      <a:pt x="424227" y="420688"/>
                    </a:cubicBezTo>
                    <a:close/>
                    <a:moveTo>
                      <a:pt x="432518" y="419677"/>
                    </a:moveTo>
                    <a:cubicBezTo>
                      <a:pt x="432871" y="419677"/>
                      <a:pt x="432871" y="420255"/>
                      <a:pt x="433223" y="420543"/>
                    </a:cubicBezTo>
                    <a:cubicBezTo>
                      <a:pt x="433576" y="420832"/>
                      <a:pt x="433929" y="421121"/>
                      <a:pt x="433929" y="421698"/>
                    </a:cubicBezTo>
                    <a:cubicBezTo>
                      <a:pt x="433929" y="422275"/>
                      <a:pt x="433576" y="421986"/>
                      <a:pt x="432871" y="421986"/>
                    </a:cubicBezTo>
                    <a:cubicBezTo>
                      <a:pt x="432518" y="421698"/>
                      <a:pt x="432518" y="421121"/>
                      <a:pt x="432518" y="420543"/>
                    </a:cubicBezTo>
                    <a:cubicBezTo>
                      <a:pt x="432165" y="420255"/>
                      <a:pt x="430754" y="420255"/>
                      <a:pt x="430754" y="419966"/>
                    </a:cubicBezTo>
                    <a:cubicBezTo>
                      <a:pt x="431107" y="419100"/>
                      <a:pt x="431812" y="419677"/>
                      <a:pt x="432518" y="419677"/>
                    </a:cubicBezTo>
                    <a:close/>
                    <a:moveTo>
                      <a:pt x="426785" y="413431"/>
                    </a:moveTo>
                    <a:cubicBezTo>
                      <a:pt x="427975" y="412750"/>
                      <a:pt x="428769" y="413090"/>
                      <a:pt x="428769" y="413431"/>
                    </a:cubicBezTo>
                    <a:cubicBezTo>
                      <a:pt x="429166" y="413771"/>
                      <a:pt x="428769" y="413771"/>
                      <a:pt x="428769" y="414451"/>
                    </a:cubicBezTo>
                    <a:cubicBezTo>
                      <a:pt x="428769" y="414791"/>
                      <a:pt x="428769" y="415472"/>
                      <a:pt x="428769" y="415812"/>
                    </a:cubicBezTo>
                    <a:cubicBezTo>
                      <a:pt x="428372" y="416492"/>
                      <a:pt x="427975" y="416833"/>
                      <a:pt x="427975" y="417173"/>
                    </a:cubicBezTo>
                    <a:cubicBezTo>
                      <a:pt x="427975" y="417513"/>
                      <a:pt x="427182" y="416492"/>
                      <a:pt x="427579" y="415812"/>
                    </a:cubicBezTo>
                    <a:cubicBezTo>
                      <a:pt x="427975" y="415132"/>
                      <a:pt x="427579" y="414791"/>
                      <a:pt x="427579" y="414451"/>
                    </a:cubicBezTo>
                    <a:cubicBezTo>
                      <a:pt x="427975" y="414111"/>
                      <a:pt x="425991" y="413431"/>
                      <a:pt x="426785" y="413431"/>
                    </a:cubicBezTo>
                    <a:close/>
                    <a:moveTo>
                      <a:pt x="423346" y="411869"/>
                    </a:moveTo>
                    <a:cubicBezTo>
                      <a:pt x="423875" y="411869"/>
                      <a:pt x="424404" y="412574"/>
                      <a:pt x="423875" y="412574"/>
                    </a:cubicBezTo>
                    <a:cubicBezTo>
                      <a:pt x="423610" y="412927"/>
                      <a:pt x="423346" y="412574"/>
                      <a:pt x="422817" y="412927"/>
                    </a:cubicBezTo>
                    <a:cubicBezTo>
                      <a:pt x="422287" y="413633"/>
                      <a:pt x="421494" y="414338"/>
                      <a:pt x="421229" y="413633"/>
                    </a:cubicBezTo>
                    <a:cubicBezTo>
                      <a:pt x="421229" y="413280"/>
                      <a:pt x="421229" y="413633"/>
                      <a:pt x="421494" y="412574"/>
                    </a:cubicBezTo>
                    <a:cubicBezTo>
                      <a:pt x="421758" y="411163"/>
                      <a:pt x="422817" y="411869"/>
                      <a:pt x="423346" y="411869"/>
                    </a:cubicBezTo>
                    <a:close/>
                    <a:moveTo>
                      <a:pt x="711424" y="407988"/>
                    </a:moveTo>
                    <a:cubicBezTo>
                      <a:pt x="711742" y="407988"/>
                      <a:pt x="711742" y="408623"/>
                      <a:pt x="711742" y="408623"/>
                    </a:cubicBezTo>
                    <a:cubicBezTo>
                      <a:pt x="711742" y="408941"/>
                      <a:pt x="711424" y="409576"/>
                      <a:pt x="711107" y="409576"/>
                    </a:cubicBezTo>
                    <a:cubicBezTo>
                      <a:pt x="710789" y="409576"/>
                      <a:pt x="710472" y="409576"/>
                      <a:pt x="710472" y="408941"/>
                    </a:cubicBezTo>
                    <a:cubicBezTo>
                      <a:pt x="710472" y="408623"/>
                      <a:pt x="710472" y="408941"/>
                      <a:pt x="710154" y="408623"/>
                    </a:cubicBezTo>
                    <a:cubicBezTo>
                      <a:pt x="710154" y="408306"/>
                      <a:pt x="710472" y="408306"/>
                      <a:pt x="710472" y="408306"/>
                    </a:cubicBezTo>
                    <a:cubicBezTo>
                      <a:pt x="710789" y="407988"/>
                      <a:pt x="711107" y="407988"/>
                      <a:pt x="711424" y="407988"/>
                    </a:cubicBezTo>
                    <a:close/>
                    <a:moveTo>
                      <a:pt x="722324" y="406400"/>
                    </a:moveTo>
                    <a:cubicBezTo>
                      <a:pt x="722324" y="406400"/>
                      <a:pt x="723030" y="406400"/>
                      <a:pt x="723735" y="406400"/>
                    </a:cubicBezTo>
                    <a:cubicBezTo>
                      <a:pt x="724441" y="406400"/>
                      <a:pt x="723735" y="406627"/>
                      <a:pt x="724088" y="406854"/>
                    </a:cubicBezTo>
                    <a:cubicBezTo>
                      <a:pt x="724088" y="406854"/>
                      <a:pt x="724088" y="407081"/>
                      <a:pt x="724088" y="407308"/>
                    </a:cubicBezTo>
                    <a:cubicBezTo>
                      <a:pt x="724088" y="407308"/>
                      <a:pt x="723735" y="407534"/>
                      <a:pt x="723383" y="407761"/>
                    </a:cubicBezTo>
                    <a:cubicBezTo>
                      <a:pt x="723030" y="407988"/>
                      <a:pt x="722677" y="407988"/>
                      <a:pt x="722324" y="407761"/>
                    </a:cubicBezTo>
                    <a:cubicBezTo>
                      <a:pt x="721972" y="407534"/>
                      <a:pt x="722324" y="407534"/>
                      <a:pt x="721619" y="407308"/>
                    </a:cubicBezTo>
                    <a:cubicBezTo>
                      <a:pt x="721266" y="407308"/>
                      <a:pt x="721266" y="407081"/>
                      <a:pt x="721266" y="406854"/>
                    </a:cubicBezTo>
                    <a:cubicBezTo>
                      <a:pt x="721266" y="406400"/>
                      <a:pt x="721972" y="406627"/>
                      <a:pt x="722324" y="406400"/>
                    </a:cubicBezTo>
                    <a:close/>
                    <a:moveTo>
                      <a:pt x="714123" y="406400"/>
                    </a:moveTo>
                    <a:cubicBezTo>
                      <a:pt x="714123" y="406400"/>
                      <a:pt x="714917" y="406400"/>
                      <a:pt x="714917" y="406718"/>
                    </a:cubicBezTo>
                    <a:cubicBezTo>
                      <a:pt x="714917" y="407035"/>
                      <a:pt x="714917" y="407671"/>
                      <a:pt x="714917" y="407671"/>
                    </a:cubicBezTo>
                    <a:cubicBezTo>
                      <a:pt x="714520" y="407988"/>
                      <a:pt x="714123" y="407671"/>
                      <a:pt x="713726" y="407035"/>
                    </a:cubicBezTo>
                    <a:cubicBezTo>
                      <a:pt x="713329" y="406718"/>
                      <a:pt x="713726" y="406400"/>
                      <a:pt x="714123" y="406400"/>
                    </a:cubicBezTo>
                    <a:close/>
                    <a:moveTo>
                      <a:pt x="719361" y="405131"/>
                    </a:moveTo>
                    <a:cubicBezTo>
                      <a:pt x="719361" y="405131"/>
                      <a:pt x="719679" y="405448"/>
                      <a:pt x="719679" y="405766"/>
                    </a:cubicBezTo>
                    <a:cubicBezTo>
                      <a:pt x="719361" y="406083"/>
                      <a:pt x="719361" y="406083"/>
                      <a:pt x="719044" y="406401"/>
                    </a:cubicBezTo>
                    <a:cubicBezTo>
                      <a:pt x="718409" y="406401"/>
                      <a:pt x="718727" y="407036"/>
                      <a:pt x="718727" y="407036"/>
                    </a:cubicBezTo>
                    <a:cubicBezTo>
                      <a:pt x="719044" y="407036"/>
                      <a:pt x="718091" y="407988"/>
                      <a:pt x="717774" y="407988"/>
                    </a:cubicBezTo>
                    <a:cubicBezTo>
                      <a:pt x="717139" y="407988"/>
                      <a:pt x="717139" y="407988"/>
                      <a:pt x="716821" y="407671"/>
                    </a:cubicBezTo>
                    <a:cubicBezTo>
                      <a:pt x="716504" y="407353"/>
                      <a:pt x="716821" y="406401"/>
                      <a:pt x="716821" y="406401"/>
                    </a:cubicBezTo>
                    <a:cubicBezTo>
                      <a:pt x="716821" y="406083"/>
                      <a:pt x="717139" y="405448"/>
                      <a:pt x="717457" y="405766"/>
                    </a:cubicBezTo>
                    <a:cubicBezTo>
                      <a:pt x="717774" y="406083"/>
                      <a:pt x="717774" y="405448"/>
                      <a:pt x="718409" y="405448"/>
                    </a:cubicBezTo>
                    <a:cubicBezTo>
                      <a:pt x="718409" y="405448"/>
                      <a:pt x="719044" y="404813"/>
                      <a:pt x="719361" y="405131"/>
                    </a:cubicBezTo>
                    <a:close/>
                    <a:moveTo>
                      <a:pt x="729733" y="403592"/>
                    </a:moveTo>
                    <a:cubicBezTo>
                      <a:pt x="729997" y="403225"/>
                      <a:pt x="730262" y="403958"/>
                      <a:pt x="730526" y="404324"/>
                    </a:cubicBezTo>
                    <a:cubicBezTo>
                      <a:pt x="730791" y="404691"/>
                      <a:pt x="730791" y="404691"/>
                      <a:pt x="730791" y="405057"/>
                    </a:cubicBezTo>
                    <a:cubicBezTo>
                      <a:pt x="730791" y="405790"/>
                      <a:pt x="730262" y="406156"/>
                      <a:pt x="729997" y="406523"/>
                    </a:cubicBezTo>
                    <a:cubicBezTo>
                      <a:pt x="729733" y="406889"/>
                      <a:pt x="729733" y="406523"/>
                      <a:pt x="728939" y="407255"/>
                    </a:cubicBezTo>
                    <a:cubicBezTo>
                      <a:pt x="728939" y="407255"/>
                      <a:pt x="728674" y="407988"/>
                      <a:pt x="728410" y="407622"/>
                    </a:cubicBezTo>
                    <a:cubicBezTo>
                      <a:pt x="728145" y="407622"/>
                      <a:pt x="728145" y="407622"/>
                      <a:pt x="727881" y="407255"/>
                    </a:cubicBezTo>
                    <a:cubicBezTo>
                      <a:pt x="727616" y="407255"/>
                      <a:pt x="728410" y="406889"/>
                      <a:pt x="728145" y="406523"/>
                    </a:cubicBezTo>
                    <a:cubicBezTo>
                      <a:pt x="727881" y="406156"/>
                      <a:pt x="728145" y="405423"/>
                      <a:pt x="728145" y="405423"/>
                    </a:cubicBezTo>
                    <a:cubicBezTo>
                      <a:pt x="728145" y="405423"/>
                      <a:pt x="728145" y="405423"/>
                      <a:pt x="728674" y="405057"/>
                    </a:cubicBezTo>
                    <a:cubicBezTo>
                      <a:pt x="729203" y="405057"/>
                      <a:pt x="729203" y="405057"/>
                      <a:pt x="729203" y="404691"/>
                    </a:cubicBezTo>
                    <a:cubicBezTo>
                      <a:pt x="729203" y="404324"/>
                      <a:pt x="729468" y="403958"/>
                      <a:pt x="729733" y="403592"/>
                    </a:cubicBezTo>
                    <a:close/>
                    <a:moveTo>
                      <a:pt x="712800" y="401638"/>
                    </a:moveTo>
                    <a:cubicBezTo>
                      <a:pt x="713329" y="401638"/>
                      <a:pt x="713329" y="402545"/>
                      <a:pt x="713329" y="402999"/>
                    </a:cubicBezTo>
                    <a:cubicBezTo>
                      <a:pt x="713329" y="403452"/>
                      <a:pt x="712271" y="404813"/>
                      <a:pt x="711741" y="404360"/>
                    </a:cubicBezTo>
                    <a:cubicBezTo>
                      <a:pt x="711741" y="404360"/>
                      <a:pt x="710154" y="403906"/>
                      <a:pt x="710683" y="403452"/>
                    </a:cubicBezTo>
                    <a:cubicBezTo>
                      <a:pt x="710683" y="402999"/>
                      <a:pt x="710683" y="402545"/>
                      <a:pt x="711212" y="402092"/>
                    </a:cubicBezTo>
                    <a:cubicBezTo>
                      <a:pt x="711212" y="401638"/>
                      <a:pt x="712271" y="401638"/>
                      <a:pt x="712800" y="401638"/>
                    </a:cubicBezTo>
                    <a:close/>
                    <a:moveTo>
                      <a:pt x="732909" y="400756"/>
                    </a:moveTo>
                    <a:cubicBezTo>
                      <a:pt x="733967" y="400050"/>
                      <a:pt x="733438" y="400756"/>
                      <a:pt x="733967" y="401108"/>
                    </a:cubicBezTo>
                    <a:cubicBezTo>
                      <a:pt x="733967" y="401108"/>
                      <a:pt x="733438" y="401461"/>
                      <a:pt x="733438" y="401814"/>
                    </a:cubicBezTo>
                    <a:cubicBezTo>
                      <a:pt x="733438" y="402520"/>
                      <a:pt x="732379" y="402167"/>
                      <a:pt x="732379" y="402167"/>
                    </a:cubicBezTo>
                    <a:cubicBezTo>
                      <a:pt x="731850" y="402520"/>
                      <a:pt x="731850" y="402872"/>
                      <a:pt x="731321" y="402872"/>
                    </a:cubicBezTo>
                    <a:cubicBezTo>
                      <a:pt x="731321" y="403225"/>
                      <a:pt x="730792" y="403225"/>
                      <a:pt x="730262" y="402872"/>
                    </a:cubicBezTo>
                    <a:cubicBezTo>
                      <a:pt x="729204" y="402872"/>
                      <a:pt x="729204" y="402520"/>
                      <a:pt x="729733" y="402167"/>
                    </a:cubicBezTo>
                    <a:cubicBezTo>
                      <a:pt x="729733" y="401814"/>
                      <a:pt x="730262" y="402167"/>
                      <a:pt x="730262" y="401461"/>
                    </a:cubicBezTo>
                    <a:cubicBezTo>
                      <a:pt x="730262" y="401108"/>
                      <a:pt x="730792" y="401108"/>
                      <a:pt x="731321" y="401108"/>
                    </a:cubicBezTo>
                    <a:cubicBezTo>
                      <a:pt x="732379" y="401108"/>
                      <a:pt x="732379" y="401108"/>
                      <a:pt x="732909" y="400756"/>
                    </a:cubicBezTo>
                    <a:close/>
                    <a:moveTo>
                      <a:pt x="715511" y="381000"/>
                    </a:moveTo>
                    <a:cubicBezTo>
                      <a:pt x="715511" y="381000"/>
                      <a:pt x="716107" y="381000"/>
                      <a:pt x="716305" y="381000"/>
                    </a:cubicBezTo>
                    <a:cubicBezTo>
                      <a:pt x="716504" y="381000"/>
                      <a:pt x="716504" y="381529"/>
                      <a:pt x="716504" y="382058"/>
                    </a:cubicBezTo>
                    <a:cubicBezTo>
                      <a:pt x="716504" y="382588"/>
                      <a:pt x="716305" y="383117"/>
                      <a:pt x="716305" y="383117"/>
                    </a:cubicBezTo>
                    <a:cubicBezTo>
                      <a:pt x="716305" y="383117"/>
                      <a:pt x="716107" y="382588"/>
                      <a:pt x="715909" y="383117"/>
                    </a:cubicBezTo>
                    <a:cubicBezTo>
                      <a:pt x="715710" y="383117"/>
                      <a:pt x="715710" y="383646"/>
                      <a:pt x="715511" y="383646"/>
                    </a:cubicBezTo>
                    <a:cubicBezTo>
                      <a:pt x="715511" y="384175"/>
                      <a:pt x="715313" y="384175"/>
                      <a:pt x="715115" y="383646"/>
                    </a:cubicBezTo>
                    <a:cubicBezTo>
                      <a:pt x="714916" y="383646"/>
                      <a:pt x="715313" y="383117"/>
                      <a:pt x="715115" y="382058"/>
                    </a:cubicBezTo>
                    <a:cubicBezTo>
                      <a:pt x="714916" y="381529"/>
                      <a:pt x="715313" y="381529"/>
                      <a:pt x="715511" y="381000"/>
                    </a:cubicBezTo>
                    <a:close/>
                    <a:moveTo>
                      <a:pt x="1397224" y="378052"/>
                    </a:moveTo>
                    <a:cubicBezTo>
                      <a:pt x="1398653" y="378052"/>
                      <a:pt x="1398653" y="378052"/>
                      <a:pt x="1398653" y="378506"/>
                    </a:cubicBezTo>
                    <a:cubicBezTo>
                      <a:pt x="1399129" y="378733"/>
                      <a:pt x="1398653" y="379186"/>
                      <a:pt x="1396747" y="379413"/>
                    </a:cubicBezTo>
                    <a:cubicBezTo>
                      <a:pt x="1394842" y="379413"/>
                      <a:pt x="1395319" y="379413"/>
                      <a:pt x="1394842" y="378959"/>
                    </a:cubicBezTo>
                    <a:cubicBezTo>
                      <a:pt x="1394366" y="378506"/>
                      <a:pt x="1396271" y="377825"/>
                      <a:pt x="1397224" y="378052"/>
                    </a:cubicBezTo>
                    <a:close/>
                    <a:moveTo>
                      <a:pt x="1415244" y="376238"/>
                    </a:moveTo>
                    <a:cubicBezTo>
                      <a:pt x="1416399" y="376238"/>
                      <a:pt x="1416399" y="376238"/>
                      <a:pt x="1416783" y="376616"/>
                    </a:cubicBezTo>
                    <a:cubicBezTo>
                      <a:pt x="1417168" y="376616"/>
                      <a:pt x="1417553" y="376994"/>
                      <a:pt x="1417938" y="377372"/>
                    </a:cubicBezTo>
                    <a:cubicBezTo>
                      <a:pt x="1418323" y="377372"/>
                      <a:pt x="1419093" y="377372"/>
                      <a:pt x="1419862" y="377372"/>
                    </a:cubicBezTo>
                    <a:cubicBezTo>
                      <a:pt x="1420247" y="377750"/>
                      <a:pt x="1421017" y="377750"/>
                      <a:pt x="1421017" y="377750"/>
                    </a:cubicBezTo>
                    <a:cubicBezTo>
                      <a:pt x="1421017" y="377750"/>
                      <a:pt x="1421017" y="377750"/>
                      <a:pt x="1421017" y="378884"/>
                    </a:cubicBezTo>
                    <a:cubicBezTo>
                      <a:pt x="1421017" y="378884"/>
                      <a:pt x="1421017" y="378884"/>
                      <a:pt x="1422556" y="380396"/>
                    </a:cubicBezTo>
                    <a:cubicBezTo>
                      <a:pt x="1422556" y="380396"/>
                      <a:pt x="1422941" y="381152"/>
                      <a:pt x="1422941" y="381530"/>
                    </a:cubicBezTo>
                    <a:cubicBezTo>
                      <a:pt x="1422556" y="381908"/>
                      <a:pt x="1422171" y="383042"/>
                      <a:pt x="1422171" y="383042"/>
                    </a:cubicBezTo>
                    <a:cubicBezTo>
                      <a:pt x="1421402" y="383798"/>
                      <a:pt x="1421402" y="384176"/>
                      <a:pt x="1421017" y="384932"/>
                    </a:cubicBezTo>
                    <a:cubicBezTo>
                      <a:pt x="1420632" y="385310"/>
                      <a:pt x="1420632" y="384932"/>
                      <a:pt x="1420632" y="385688"/>
                    </a:cubicBezTo>
                    <a:cubicBezTo>
                      <a:pt x="1421017" y="386443"/>
                      <a:pt x="1421017" y="386443"/>
                      <a:pt x="1420632" y="386821"/>
                    </a:cubicBezTo>
                    <a:cubicBezTo>
                      <a:pt x="1419862" y="388711"/>
                      <a:pt x="1419862" y="387955"/>
                      <a:pt x="1419862" y="388711"/>
                    </a:cubicBezTo>
                    <a:cubicBezTo>
                      <a:pt x="1419862" y="389467"/>
                      <a:pt x="1419862" y="389467"/>
                      <a:pt x="1419477" y="389845"/>
                    </a:cubicBezTo>
                    <a:cubicBezTo>
                      <a:pt x="1418708" y="390979"/>
                      <a:pt x="1417938" y="390601"/>
                      <a:pt x="1417553" y="390979"/>
                    </a:cubicBezTo>
                    <a:cubicBezTo>
                      <a:pt x="1416399" y="391357"/>
                      <a:pt x="1417168" y="391735"/>
                      <a:pt x="1416399" y="391357"/>
                    </a:cubicBezTo>
                    <a:cubicBezTo>
                      <a:pt x="1416014" y="390979"/>
                      <a:pt x="1416014" y="392113"/>
                      <a:pt x="1416014" y="390979"/>
                    </a:cubicBezTo>
                    <a:cubicBezTo>
                      <a:pt x="1416014" y="390223"/>
                      <a:pt x="1416014" y="389089"/>
                      <a:pt x="1416014" y="389089"/>
                    </a:cubicBezTo>
                    <a:cubicBezTo>
                      <a:pt x="1416014" y="389089"/>
                      <a:pt x="1415629" y="389467"/>
                      <a:pt x="1415629" y="389845"/>
                    </a:cubicBezTo>
                    <a:cubicBezTo>
                      <a:pt x="1414859" y="390979"/>
                      <a:pt x="1415629" y="390979"/>
                      <a:pt x="1414859" y="390979"/>
                    </a:cubicBezTo>
                    <a:cubicBezTo>
                      <a:pt x="1414089" y="390979"/>
                      <a:pt x="1414474" y="391735"/>
                      <a:pt x="1414089" y="390979"/>
                    </a:cubicBezTo>
                    <a:cubicBezTo>
                      <a:pt x="1414089" y="390223"/>
                      <a:pt x="1413320" y="389467"/>
                      <a:pt x="1413320" y="389467"/>
                    </a:cubicBezTo>
                    <a:cubicBezTo>
                      <a:pt x="1413320" y="389467"/>
                      <a:pt x="1413320" y="389467"/>
                      <a:pt x="1413705" y="387955"/>
                    </a:cubicBezTo>
                    <a:cubicBezTo>
                      <a:pt x="1413320" y="386821"/>
                      <a:pt x="1413320" y="386443"/>
                      <a:pt x="1413705" y="386443"/>
                    </a:cubicBezTo>
                    <a:cubicBezTo>
                      <a:pt x="1414089" y="386066"/>
                      <a:pt x="1414089" y="385310"/>
                      <a:pt x="1414474" y="385310"/>
                    </a:cubicBezTo>
                    <a:cubicBezTo>
                      <a:pt x="1414474" y="385310"/>
                      <a:pt x="1414474" y="385310"/>
                      <a:pt x="1415629" y="383798"/>
                    </a:cubicBezTo>
                    <a:cubicBezTo>
                      <a:pt x="1415629" y="383798"/>
                      <a:pt x="1415629" y="383798"/>
                      <a:pt x="1414859" y="383042"/>
                    </a:cubicBezTo>
                    <a:cubicBezTo>
                      <a:pt x="1414859" y="383042"/>
                      <a:pt x="1414859" y="383042"/>
                      <a:pt x="1414474" y="381530"/>
                    </a:cubicBezTo>
                    <a:cubicBezTo>
                      <a:pt x="1414474" y="381530"/>
                      <a:pt x="1413320" y="381908"/>
                      <a:pt x="1413705" y="382664"/>
                    </a:cubicBezTo>
                    <a:cubicBezTo>
                      <a:pt x="1413705" y="382664"/>
                      <a:pt x="1413320" y="383420"/>
                      <a:pt x="1413320" y="383420"/>
                    </a:cubicBezTo>
                    <a:cubicBezTo>
                      <a:pt x="1413320" y="383420"/>
                      <a:pt x="1413320" y="383420"/>
                      <a:pt x="1411780" y="383420"/>
                    </a:cubicBezTo>
                    <a:cubicBezTo>
                      <a:pt x="1411780" y="383420"/>
                      <a:pt x="1411780" y="383420"/>
                      <a:pt x="1411780" y="383042"/>
                    </a:cubicBezTo>
                    <a:cubicBezTo>
                      <a:pt x="1411780" y="383042"/>
                      <a:pt x="1411780" y="383042"/>
                      <a:pt x="1411011" y="381908"/>
                    </a:cubicBezTo>
                    <a:cubicBezTo>
                      <a:pt x="1411011" y="381908"/>
                      <a:pt x="1410626" y="380774"/>
                      <a:pt x="1410626" y="380774"/>
                    </a:cubicBezTo>
                    <a:cubicBezTo>
                      <a:pt x="1410626" y="380774"/>
                      <a:pt x="1410241" y="379640"/>
                      <a:pt x="1410626" y="379640"/>
                    </a:cubicBezTo>
                    <a:cubicBezTo>
                      <a:pt x="1411011" y="379262"/>
                      <a:pt x="1411396" y="378884"/>
                      <a:pt x="1411780" y="378884"/>
                    </a:cubicBezTo>
                    <a:cubicBezTo>
                      <a:pt x="1412165" y="378884"/>
                      <a:pt x="1413705" y="377372"/>
                      <a:pt x="1413705" y="377372"/>
                    </a:cubicBezTo>
                    <a:cubicBezTo>
                      <a:pt x="1413705" y="377372"/>
                      <a:pt x="1414859" y="376616"/>
                      <a:pt x="1415244" y="376238"/>
                    </a:cubicBezTo>
                    <a:close/>
                    <a:moveTo>
                      <a:pt x="1433026" y="373063"/>
                    </a:moveTo>
                    <a:cubicBezTo>
                      <a:pt x="1433026" y="373063"/>
                      <a:pt x="1433026" y="373063"/>
                      <a:pt x="1433400" y="373063"/>
                    </a:cubicBezTo>
                    <a:cubicBezTo>
                      <a:pt x="1433400" y="373063"/>
                      <a:pt x="1433400" y="373063"/>
                      <a:pt x="1434147" y="373857"/>
                    </a:cubicBezTo>
                    <a:cubicBezTo>
                      <a:pt x="1434147" y="373857"/>
                      <a:pt x="1435267" y="373857"/>
                      <a:pt x="1435267" y="374254"/>
                    </a:cubicBezTo>
                    <a:cubicBezTo>
                      <a:pt x="1435267" y="374254"/>
                      <a:pt x="1435641" y="374651"/>
                      <a:pt x="1435641" y="374651"/>
                    </a:cubicBezTo>
                    <a:cubicBezTo>
                      <a:pt x="1435641" y="374651"/>
                      <a:pt x="1435267" y="377032"/>
                      <a:pt x="1435267" y="377032"/>
                    </a:cubicBezTo>
                    <a:cubicBezTo>
                      <a:pt x="1435267" y="377429"/>
                      <a:pt x="1434520" y="377826"/>
                      <a:pt x="1434520" y="377826"/>
                    </a:cubicBezTo>
                    <a:cubicBezTo>
                      <a:pt x="1434520" y="377826"/>
                      <a:pt x="1434147" y="378223"/>
                      <a:pt x="1434147" y="378223"/>
                    </a:cubicBezTo>
                    <a:cubicBezTo>
                      <a:pt x="1434147" y="378619"/>
                      <a:pt x="1432653" y="378619"/>
                      <a:pt x="1432653" y="378619"/>
                    </a:cubicBezTo>
                    <a:cubicBezTo>
                      <a:pt x="1432653" y="378619"/>
                      <a:pt x="1431906" y="378619"/>
                      <a:pt x="1431906" y="378619"/>
                    </a:cubicBezTo>
                    <a:cubicBezTo>
                      <a:pt x="1431532" y="378619"/>
                      <a:pt x="1431532" y="378619"/>
                      <a:pt x="1431532" y="378619"/>
                    </a:cubicBezTo>
                    <a:cubicBezTo>
                      <a:pt x="1431159" y="378223"/>
                      <a:pt x="1431532" y="377826"/>
                      <a:pt x="1430785" y="377826"/>
                    </a:cubicBezTo>
                    <a:cubicBezTo>
                      <a:pt x="1430412" y="378223"/>
                      <a:pt x="1430038" y="378223"/>
                      <a:pt x="1429665" y="378619"/>
                    </a:cubicBezTo>
                    <a:cubicBezTo>
                      <a:pt x="1429665" y="378619"/>
                      <a:pt x="1429665" y="378619"/>
                      <a:pt x="1429665" y="379016"/>
                    </a:cubicBezTo>
                    <a:cubicBezTo>
                      <a:pt x="1429291" y="379413"/>
                      <a:pt x="1428917" y="379810"/>
                      <a:pt x="1428544" y="380207"/>
                    </a:cubicBezTo>
                    <a:cubicBezTo>
                      <a:pt x="1428544" y="380207"/>
                      <a:pt x="1428544" y="380604"/>
                      <a:pt x="1428544" y="380604"/>
                    </a:cubicBezTo>
                    <a:cubicBezTo>
                      <a:pt x="1428170" y="381001"/>
                      <a:pt x="1427797" y="381398"/>
                      <a:pt x="1427423" y="381794"/>
                    </a:cubicBezTo>
                    <a:cubicBezTo>
                      <a:pt x="1427423" y="381794"/>
                      <a:pt x="1427423" y="381794"/>
                      <a:pt x="1427050" y="382191"/>
                    </a:cubicBezTo>
                    <a:cubicBezTo>
                      <a:pt x="1427050" y="382191"/>
                      <a:pt x="1426676" y="382588"/>
                      <a:pt x="1426676" y="382588"/>
                    </a:cubicBezTo>
                    <a:cubicBezTo>
                      <a:pt x="1426676" y="382588"/>
                      <a:pt x="1425556" y="382588"/>
                      <a:pt x="1425556" y="382191"/>
                    </a:cubicBezTo>
                    <a:cubicBezTo>
                      <a:pt x="1425182" y="382191"/>
                      <a:pt x="1425182" y="382191"/>
                      <a:pt x="1424809" y="381794"/>
                    </a:cubicBezTo>
                    <a:cubicBezTo>
                      <a:pt x="1424809" y="381794"/>
                      <a:pt x="1424809" y="381398"/>
                      <a:pt x="1424435" y="381398"/>
                    </a:cubicBezTo>
                    <a:cubicBezTo>
                      <a:pt x="1424435" y="381398"/>
                      <a:pt x="1424062" y="381398"/>
                      <a:pt x="1424062" y="381001"/>
                    </a:cubicBezTo>
                    <a:cubicBezTo>
                      <a:pt x="1424062" y="381001"/>
                      <a:pt x="1424435" y="380207"/>
                      <a:pt x="1424435" y="380207"/>
                    </a:cubicBezTo>
                    <a:cubicBezTo>
                      <a:pt x="1424435" y="379810"/>
                      <a:pt x="1424435" y="379413"/>
                      <a:pt x="1424435" y="379413"/>
                    </a:cubicBezTo>
                    <a:cubicBezTo>
                      <a:pt x="1424062" y="379413"/>
                      <a:pt x="1424435" y="379016"/>
                      <a:pt x="1424435" y="379016"/>
                    </a:cubicBezTo>
                    <a:cubicBezTo>
                      <a:pt x="1424062" y="379016"/>
                      <a:pt x="1422941" y="379016"/>
                      <a:pt x="1422941" y="379016"/>
                    </a:cubicBezTo>
                    <a:cubicBezTo>
                      <a:pt x="1422941" y="379016"/>
                      <a:pt x="1423688" y="378223"/>
                      <a:pt x="1423688" y="378223"/>
                    </a:cubicBezTo>
                    <a:cubicBezTo>
                      <a:pt x="1424062" y="378223"/>
                      <a:pt x="1424809" y="377429"/>
                      <a:pt x="1424809" y="377429"/>
                    </a:cubicBezTo>
                    <a:cubicBezTo>
                      <a:pt x="1424809" y="377429"/>
                      <a:pt x="1425182" y="377032"/>
                      <a:pt x="1425182" y="377032"/>
                    </a:cubicBezTo>
                    <a:cubicBezTo>
                      <a:pt x="1425182" y="376635"/>
                      <a:pt x="1425556" y="376238"/>
                      <a:pt x="1425556" y="376238"/>
                    </a:cubicBezTo>
                    <a:cubicBezTo>
                      <a:pt x="1425556" y="376238"/>
                      <a:pt x="1425556" y="375841"/>
                      <a:pt x="1425556" y="375841"/>
                    </a:cubicBezTo>
                    <a:cubicBezTo>
                      <a:pt x="1426303" y="375444"/>
                      <a:pt x="1426676" y="375048"/>
                      <a:pt x="1426676" y="375048"/>
                    </a:cubicBezTo>
                    <a:cubicBezTo>
                      <a:pt x="1427050" y="375444"/>
                      <a:pt x="1427797" y="375444"/>
                      <a:pt x="1427797" y="375444"/>
                    </a:cubicBezTo>
                    <a:cubicBezTo>
                      <a:pt x="1427797" y="375444"/>
                      <a:pt x="1428544" y="375444"/>
                      <a:pt x="1428544" y="375048"/>
                    </a:cubicBezTo>
                    <a:cubicBezTo>
                      <a:pt x="1428917" y="375048"/>
                      <a:pt x="1429291" y="374651"/>
                      <a:pt x="1429291" y="374651"/>
                    </a:cubicBezTo>
                    <a:cubicBezTo>
                      <a:pt x="1429291" y="374651"/>
                      <a:pt x="1429291" y="374651"/>
                      <a:pt x="1429665" y="374651"/>
                    </a:cubicBezTo>
                    <a:cubicBezTo>
                      <a:pt x="1429665" y="374651"/>
                      <a:pt x="1429665" y="374651"/>
                      <a:pt x="1430412" y="373857"/>
                    </a:cubicBezTo>
                    <a:cubicBezTo>
                      <a:pt x="1430412" y="373857"/>
                      <a:pt x="1430412" y="373857"/>
                      <a:pt x="1430785" y="373460"/>
                    </a:cubicBezTo>
                    <a:cubicBezTo>
                      <a:pt x="1430785" y="373460"/>
                      <a:pt x="1430785" y="373460"/>
                      <a:pt x="1431532" y="373460"/>
                    </a:cubicBezTo>
                    <a:cubicBezTo>
                      <a:pt x="1431532" y="373460"/>
                      <a:pt x="1431532" y="373460"/>
                      <a:pt x="1431906" y="373460"/>
                    </a:cubicBezTo>
                    <a:cubicBezTo>
                      <a:pt x="1431906" y="373460"/>
                      <a:pt x="1431906" y="373460"/>
                      <a:pt x="1433026" y="373063"/>
                    </a:cubicBezTo>
                    <a:close/>
                    <a:moveTo>
                      <a:pt x="857394" y="352484"/>
                    </a:moveTo>
                    <a:cubicBezTo>
                      <a:pt x="858585" y="352484"/>
                      <a:pt x="858585" y="352484"/>
                      <a:pt x="858585" y="352484"/>
                    </a:cubicBezTo>
                    <a:lnTo>
                      <a:pt x="858345" y="352658"/>
                    </a:lnTo>
                    <a:close/>
                    <a:moveTo>
                      <a:pt x="870491" y="351661"/>
                    </a:moveTo>
                    <a:cubicBezTo>
                      <a:pt x="870491" y="354131"/>
                      <a:pt x="868110" y="355366"/>
                      <a:pt x="868903" y="357835"/>
                    </a:cubicBezTo>
                    <a:cubicBezTo>
                      <a:pt x="868903" y="359070"/>
                      <a:pt x="870491" y="360305"/>
                      <a:pt x="869300" y="361540"/>
                    </a:cubicBezTo>
                    <a:cubicBezTo>
                      <a:pt x="868903" y="361951"/>
                      <a:pt x="866919" y="361540"/>
                      <a:pt x="866125" y="361128"/>
                    </a:cubicBezTo>
                    <a:cubicBezTo>
                      <a:pt x="864141" y="360305"/>
                      <a:pt x="862553" y="359070"/>
                      <a:pt x="860569" y="357835"/>
                    </a:cubicBezTo>
                    <a:cubicBezTo>
                      <a:pt x="858585" y="356600"/>
                      <a:pt x="856997" y="354954"/>
                      <a:pt x="854616" y="355366"/>
                    </a:cubicBezTo>
                    <a:lnTo>
                      <a:pt x="858345" y="352658"/>
                    </a:lnTo>
                    <a:lnTo>
                      <a:pt x="864141" y="353719"/>
                    </a:lnTo>
                    <a:cubicBezTo>
                      <a:pt x="866522" y="353719"/>
                      <a:pt x="867713" y="350838"/>
                      <a:pt x="870491" y="351661"/>
                    </a:cubicBezTo>
                    <a:close/>
                    <a:moveTo>
                      <a:pt x="1466190" y="335320"/>
                    </a:moveTo>
                    <a:cubicBezTo>
                      <a:pt x="1466554" y="335320"/>
                      <a:pt x="1466919" y="335320"/>
                      <a:pt x="1466919" y="336035"/>
                    </a:cubicBezTo>
                    <a:cubicBezTo>
                      <a:pt x="1466919" y="336392"/>
                      <a:pt x="1467648" y="336749"/>
                      <a:pt x="1467284" y="337106"/>
                    </a:cubicBezTo>
                    <a:cubicBezTo>
                      <a:pt x="1467284" y="337463"/>
                      <a:pt x="1467284" y="337463"/>
                      <a:pt x="1467284" y="337821"/>
                    </a:cubicBezTo>
                    <a:cubicBezTo>
                      <a:pt x="1466919" y="338178"/>
                      <a:pt x="1466554" y="337821"/>
                      <a:pt x="1466919" y="338178"/>
                    </a:cubicBezTo>
                    <a:cubicBezTo>
                      <a:pt x="1467648" y="338535"/>
                      <a:pt x="1467648" y="338535"/>
                      <a:pt x="1468013" y="338892"/>
                    </a:cubicBezTo>
                    <a:cubicBezTo>
                      <a:pt x="1468013" y="339249"/>
                      <a:pt x="1468378" y="339249"/>
                      <a:pt x="1468378" y="339964"/>
                    </a:cubicBezTo>
                    <a:cubicBezTo>
                      <a:pt x="1468378" y="340321"/>
                      <a:pt x="1468743" y="339964"/>
                      <a:pt x="1468743" y="340321"/>
                    </a:cubicBezTo>
                    <a:cubicBezTo>
                      <a:pt x="1468743" y="340678"/>
                      <a:pt x="1469472" y="341750"/>
                      <a:pt x="1469837" y="341750"/>
                    </a:cubicBezTo>
                    <a:cubicBezTo>
                      <a:pt x="1469837" y="342107"/>
                      <a:pt x="1470201" y="342464"/>
                      <a:pt x="1470201" y="342821"/>
                    </a:cubicBezTo>
                    <a:cubicBezTo>
                      <a:pt x="1470566" y="342821"/>
                      <a:pt x="1470566" y="343179"/>
                      <a:pt x="1470566" y="343536"/>
                    </a:cubicBezTo>
                    <a:cubicBezTo>
                      <a:pt x="1470201" y="343536"/>
                      <a:pt x="1470566" y="343893"/>
                      <a:pt x="1470566" y="344250"/>
                    </a:cubicBezTo>
                    <a:cubicBezTo>
                      <a:pt x="1470566" y="344607"/>
                      <a:pt x="1470566" y="345322"/>
                      <a:pt x="1470566" y="345679"/>
                    </a:cubicBezTo>
                    <a:cubicBezTo>
                      <a:pt x="1470566" y="346393"/>
                      <a:pt x="1470201" y="346750"/>
                      <a:pt x="1470201" y="346750"/>
                    </a:cubicBezTo>
                    <a:cubicBezTo>
                      <a:pt x="1470201" y="346750"/>
                      <a:pt x="1469837" y="347108"/>
                      <a:pt x="1469837" y="347108"/>
                    </a:cubicBezTo>
                    <a:cubicBezTo>
                      <a:pt x="1469837" y="347465"/>
                      <a:pt x="1470201" y="347822"/>
                      <a:pt x="1469837" y="348179"/>
                    </a:cubicBezTo>
                    <a:cubicBezTo>
                      <a:pt x="1469837" y="348179"/>
                      <a:pt x="1469107" y="348536"/>
                      <a:pt x="1469107" y="348894"/>
                    </a:cubicBezTo>
                    <a:cubicBezTo>
                      <a:pt x="1469107" y="348894"/>
                      <a:pt x="1468743" y="349251"/>
                      <a:pt x="1468743" y="349251"/>
                    </a:cubicBezTo>
                    <a:cubicBezTo>
                      <a:pt x="1468378" y="349608"/>
                      <a:pt x="1468378" y="350322"/>
                      <a:pt x="1468378" y="350322"/>
                    </a:cubicBezTo>
                    <a:cubicBezTo>
                      <a:pt x="1468378" y="350322"/>
                      <a:pt x="1468013" y="351394"/>
                      <a:pt x="1468013" y="351751"/>
                    </a:cubicBezTo>
                    <a:cubicBezTo>
                      <a:pt x="1468013" y="351751"/>
                      <a:pt x="1468013" y="351751"/>
                      <a:pt x="1468013" y="352108"/>
                    </a:cubicBezTo>
                    <a:cubicBezTo>
                      <a:pt x="1467648" y="352108"/>
                      <a:pt x="1466919" y="352108"/>
                      <a:pt x="1466919" y="352108"/>
                    </a:cubicBezTo>
                    <a:cubicBezTo>
                      <a:pt x="1466919" y="352466"/>
                      <a:pt x="1466190" y="352466"/>
                      <a:pt x="1466190" y="352823"/>
                    </a:cubicBezTo>
                    <a:cubicBezTo>
                      <a:pt x="1465825" y="352823"/>
                      <a:pt x="1465825" y="353180"/>
                      <a:pt x="1465825" y="353180"/>
                    </a:cubicBezTo>
                    <a:cubicBezTo>
                      <a:pt x="1465825" y="353537"/>
                      <a:pt x="1465825" y="353537"/>
                      <a:pt x="1465825" y="353894"/>
                    </a:cubicBezTo>
                    <a:cubicBezTo>
                      <a:pt x="1465825" y="354251"/>
                      <a:pt x="1466190" y="353894"/>
                      <a:pt x="1465825" y="354609"/>
                    </a:cubicBezTo>
                    <a:cubicBezTo>
                      <a:pt x="1465825" y="354966"/>
                      <a:pt x="1465825" y="355323"/>
                      <a:pt x="1465825" y="355680"/>
                    </a:cubicBezTo>
                    <a:cubicBezTo>
                      <a:pt x="1465460" y="356037"/>
                      <a:pt x="1465825" y="357109"/>
                      <a:pt x="1465825" y="357109"/>
                    </a:cubicBezTo>
                    <a:cubicBezTo>
                      <a:pt x="1465825" y="357466"/>
                      <a:pt x="1466190" y="357823"/>
                      <a:pt x="1466190" y="357823"/>
                    </a:cubicBezTo>
                    <a:cubicBezTo>
                      <a:pt x="1466190" y="358538"/>
                      <a:pt x="1466190" y="358895"/>
                      <a:pt x="1465825" y="359252"/>
                    </a:cubicBezTo>
                    <a:cubicBezTo>
                      <a:pt x="1465460" y="359967"/>
                      <a:pt x="1465460" y="359967"/>
                      <a:pt x="1465096" y="360324"/>
                    </a:cubicBezTo>
                    <a:cubicBezTo>
                      <a:pt x="1464731" y="361038"/>
                      <a:pt x="1464731" y="361038"/>
                      <a:pt x="1464366" y="361395"/>
                    </a:cubicBezTo>
                    <a:cubicBezTo>
                      <a:pt x="1464001" y="361395"/>
                      <a:pt x="1463637" y="362110"/>
                      <a:pt x="1463637" y="362467"/>
                    </a:cubicBezTo>
                    <a:cubicBezTo>
                      <a:pt x="1463637" y="362467"/>
                      <a:pt x="1464001" y="362824"/>
                      <a:pt x="1463637" y="363181"/>
                    </a:cubicBezTo>
                    <a:cubicBezTo>
                      <a:pt x="1463637" y="363896"/>
                      <a:pt x="1463637" y="363896"/>
                      <a:pt x="1464001" y="363896"/>
                    </a:cubicBezTo>
                    <a:cubicBezTo>
                      <a:pt x="1464366" y="364253"/>
                      <a:pt x="1464731" y="364253"/>
                      <a:pt x="1464731" y="364610"/>
                    </a:cubicBezTo>
                    <a:cubicBezTo>
                      <a:pt x="1464366" y="365324"/>
                      <a:pt x="1464731" y="365324"/>
                      <a:pt x="1465096" y="365324"/>
                    </a:cubicBezTo>
                    <a:cubicBezTo>
                      <a:pt x="1465096" y="365682"/>
                      <a:pt x="1465096" y="365682"/>
                      <a:pt x="1465096" y="366039"/>
                    </a:cubicBezTo>
                    <a:cubicBezTo>
                      <a:pt x="1465096" y="366039"/>
                      <a:pt x="1464731" y="366396"/>
                      <a:pt x="1464731" y="366396"/>
                    </a:cubicBezTo>
                    <a:cubicBezTo>
                      <a:pt x="1464731" y="366753"/>
                      <a:pt x="1464366" y="366753"/>
                      <a:pt x="1464001" y="367110"/>
                    </a:cubicBezTo>
                    <a:cubicBezTo>
                      <a:pt x="1463637" y="367468"/>
                      <a:pt x="1463637" y="367468"/>
                      <a:pt x="1463637" y="367825"/>
                    </a:cubicBezTo>
                    <a:cubicBezTo>
                      <a:pt x="1463272" y="367825"/>
                      <a:pt x="1463272" y="368539"/>
                      <a:pt x="1463272" y="368539"/>
                    </a:cubicBezTo>
                    <a:cubicBezTo>
                      <a:pt x="1463272" y="368896"/>
                      <a:pt x="1463272" y="369254"/>
                      <a:pt x="1462907" y="369611"/>
                    </a:cubicBezTo>
                    <a:cubicBezTo>
                      <a:pt x="1462543" y="369968"/>
                      <a:pt x="1462907" y="369611"/>
                      <a:pt x="1462543" y="369968"/>
                    </a:cubicBezTo>
                    <a:cubicBezTo>
                      <a:pt x="1462178" y="369968"/>
                      <a:pt x="1461449" y="370325"/>
                      <a:pt x="1461449" y="370682"/>
                    </a:cubicBezTo>
                    <a:cubicBezTo>
                      <a:pt x="1461084" y="370682"/>
                      <a:pt x="1460355" y="370325"/>
                      <a:pt x="1460355" y="370682"/>
                    </a:cubicBezTo>
                    <a:cubicBezTo>
                      <a:pt x="1459990" y="370682"/>
                      <a:pt x="1459625" y="370682"/>
                      <a:pt x="1459625" y="370325"/>
                    </a:cubicBezTo>
                    <a:cubicBezTo>
                      <a:pt x="1459625" y="369968"/>
                      <a:pt x="1459990" y="369611"/>
                      <a:pt x="1459625" y="369254"/>
                    </a:cubicBezTo>
                    <a:cubicBezTo>
                      <a:pt x="1459625" y="369254"/>
                      <a:pt x="1459260" y="368896"/>
                      <a:pt x="1459260" y="368896"/>
                    </a:cubicBezTo>
                    <a:cubicBezTo>
                      <a:pt x="1459260" y="368896"/>
                      <a:pt x="1459260" y="368539"/>
                      <a:pt x="1458896" y="368896"/>
                    </a:cubicBezTo>
                    <a:cubicBezTo>
                      <a:pt x="1458166" y="369254"/>
                      <a:pt x="1458896" y="369254"/>
                      <a:pt x="1458166" y="369254"/>
                    </a:cubicBezTo>
                    <a:cubicBezTo>
                      <a:pt x="1457802" y="369254"/>
                      <a:pt x="1457437" y="368896"/>
                      <a:pt x="1457072" y="368896"/>
                    </a:cubicBezTo>
                    <a:cubicBezTo>
                      <a:pt x="1457072" y="369254"/>
                      <a:pt x="1457072" y="369254"/>
                      <a:pt x="1456708" y="369611"/>
                    </a:cubicBezTo>
                    <a:cubicBezTo>
                      <a:pt x="1456343" y="369968"/>
                      <a:pt x="1456708" y="370682"/>
                      <a:pt x="1456343" y="370682"/>
                    </a:cubicBezTo>
                    <a:cubicBezTo>
                      <a:pt x="1456708" y="370682"/>
                      <a:pt x="1456708" y="370682"/>
                      <a:pt x="1456343" y="371397"/>
                    </a:cubicBezTo>
                    <a:cubicBezTo>
                      <a:pt x="1455613" y="372468"/>
                      <a:pt x="1455249" y="372468"/>
                      <a:pt x="1455249" y="372468"/>
                    </a:cubicBezTo>
                    <a:cubicBezTo>
                      <a:pt x="1455249" y="372468"/>
                      <a:pt x="1454884" y="372111"/>
                      <a:pt x="1454884" y="372111"/>
                    </a:cubicBezTo>
                    <a:cubicBezTo>
                      <a:pt x="1454884" y="371754"/>
                      <a:pt x="1454519" y="371397"/>
                      <a:pt x="1454519" y="371397"/>
                    </a:cubicBezTo>
                    <a:cubicBezTo>
                      <a:pt x="1454519" y="371397"/>
                      <a:pt x="1454519" y="371397"/>
                      <a:pt x="1454155" y="370682"/>
                    </a:cubicBezTo>
                    <a:cubicBezTo>
                      <a:pt x="1454155" y="370682"/>
                      <a:pt x="1454155" y="369968"/>
                      <a:pt x="1453790" y="369968"/>
                    </a:cubicBezTo>
                    <a:cubicBezTo>
                      <a:pt x="1453425" y="369968"/>
                      <a:pt x="1453425" y="370325"/>
                      <a:pt x="1453061" y="370682"/>
                    </a:cubicBezTo>
                    <a:cubicBezTo>
                      <a:pt x="1452696" y="371039"/>
                      <a:pt x="1452696" y="371039"/>
                      <a:pt x="1452696" y="371397"/>
                    </a:cubicBezTo>
                    <a:cubicBezTo>
                      <a:pt x="1452696" y="371754"/>
                      <a:pt x="1452696" y="372111"/>
                      <a:pt x="1452331" y="372111"/>
                    </a:cubicBezTo>
                    <a:cubicBezTo>
                      <a:pt x="1452331" y="372468"/>
                      <a:pt x="1451602" y="372468"/>
                      <a:pt x="1451602" y="372468"/>
                    </a:cubicBezTo>
                    <a:cubicBezTo>
                      <a:pt x="1451602" y="372468"/>
                      <a:pt x="1451602" y="372468"/>
                      <a:pt x="1450872" y="372825"/>
                    </a:cubicBezTo>
                    <a:cubicBezTo>
                      <a:pt x="1450872" y="372825"/>
                      <a:pt x="1449778" y="372468"/>
                      <a:pt x="1449414" y="372468"/>
                    </a:cubicBezTo>
                    <a:cubicBezTo>
                      <a:pt x="1449414" y="372468"/>
                      <a:pt x="1448684" y="372825"/>
                      <a:pt x="1448320" y="372825"/>
                    </a:cubicBezTo>
                    <a:cubicBezTo>
                      <a:pt x="1447955" y="372825"/>
                      <a:pt x="1447955" y="372111"/>
                      <a:pt x="1447590" y="372111"/>
                    </a:cubicBezTo>
                    <a:cubicBezTo>
                      <a:pt x="1447590" y="372111"/>
                      <a:pt x="1446861" y="371754"/>
                      <a:pt x="1446861" y="371754"/>
                    </a:cubicBezTo>
                    <a:cubicBezTo>
                      <a:pt x="1446861" y="371754"/>
                      <a:pt x="1445402" y="370682"/>
                      <a:pt x="1445037" y="370682"/>
                    </a:cubicBezTo>
                    <a:cubicBezTo>
                      <a:pt x="1445037" y="371039"/>
                      <a:pt x="1444673" y="371039"/>
                      <a:pt x="1444673" y="371397"/>
                    </a:cubicBezTo>
                    <a:cubicBezTo>
                      <a:pt x="1444308" y="371754"/>
                      <a:pt x="1444673" y="371754"/>
                      <a:pt x="1444673" y="372111"/>
                    </a:cubicBezTo>
                    <a:cubicBezTo>
                      <a:pt x="1444673" y="372468"/>
                      <a:pt x="1445037" y="372468"/>
                      <a:pt x="1445402" y="372468"/>
                    </a:cubicBezTo>
                    <a:cubicBezTo>
                      <a:pt x="1445402" y="372825"/>
                      <a:pt x="1445767" y="372825"/>
                      <a:pt x="1445767" y="373183"/>
                    </a:cubicBezTo>
                    <a:cubicBezTo>
                      <a:pt x="1445767" y="373540"/>
                      <a:pt x="1445402" y="373897"/>
                      <a:pt x="1445402" y="373897"/>
                    </a:cubicBezTo>
                    <a:cubicBezTo>
                      <a:pt x="1445402" y="374254"/>
                      <a:pt x="1445037" y="374254"/>
                      <a:pt x="1445037" y="374254"/>
                    </a:cubicBezTo>
                    <a:cubicBezTo>
                      <a:pt x="1445037" y="374611"/>
                      <a:pt x="1444308" y="374254"/>
                      <a:pt x="1444308" y="374254"/>
                    </a:cubicBezTo>
                    <a:cubicBezTo>
                      <a:pt x="1444308" y="374254"/>
                      <a:pt x="1443579" y="374611"/>
                      <a:pt x="1443579" y="374611"/>
                    </a:cubicBezTo>
                    <a:cubicBezTo>
                      <a:pt x="1443579" y="374969"/>
                      <a:pt x="1443579" y="374969"/>
                      <a:pt x="1443214" y="375326"/>
                    </a:cubicBezTo>
                    <a:cubicBezTo>
                      <a:pt x="1442849" y="375326"/>
                      <a:pt x="1442484" y="376040"/>
                      <a:pt x="1442120" y="376397"/>
                    </a:cubicBezTo>
                    <a:cubicBezTo>
                      <a:pt x="1442120" y="376397"/>
                      <a:pt x="1441755" y="376755"/>
                      <a:pt x="1441755" y="376755"/>
                    </a:cubicBezTo>
                    <a:cubicBezTo>
                      <a:pt x="1441755" y="376755"/>
                      <a:pt x="1441390" y="377112"/>
                      <a:pt x="1441026" y="377469"/>
                    </a:cubicBezTo>
                    <a:cubicBezTo>
                      <a:pt x="1441026" y="377469"/>
                      <a:pt x="1440296" y="377826"/>
                      <a:pt x="1440296" y="377826"/>
                    </a:cubicBezTo>
                    <a:cubicBezTo>
                      <a:pt x="1440296" y="377826"/>
                      <a:pt x="1440296" y="377826"/>
                      <a:pt x="1439567" y="377469"/>
                    </a:cubicBezTo>
                    <a:cubicBezTo>
                      <a:pt x="1439567" y="377469"/>
                      <a:pt x="1439567" y="377112"/>
                      <a:pt x="1439202" y="377112"/>
                    </a:cubicBezTo>
                    <a:cubicBezTo>
                      <a:pt x="1439202" y="377112"/>
                      <a:pt x="1438837" y="376755"/>
                      <a:pt x="1438837" y="376397"/>
                    </a:cubicBezTo>
                    <a:cubicBezTo>
                      <a:pt x="1438473" y="376397"/>
                      <a:pt x="1438473" y="376040"/>
                      <a:pt x="1438108" y="376040"/>
                    </a:cubicBezTo>
                    <a:cubicBezTo>
                      <a:pt x="1438108" y="376040"/>
                      <a:pt x="1437743" y="375683"/>
                      <a:pt x="1437743" y="375683"/>
                    </a:cubicBezTo>
                    <a:cubicBezTo>
                      <a:pt x="1437743" y="375326"/>
                      <a:pt x="1437379" y="375326"/>
                      <a:pt x="1437743" y="374969"/>
                    </a:cubicBezTo>
                    <a:cubicBezTo>
                      <a:pt x="1437743" y="374611"/>
                      <a:pt x="1438473" y="373897"/>
                      <a:pt x="1438473" y="373540"/>
                    </a:cubicBezTo>
                    <a:cubicBezTo>
                      <a:pt x="1438473" y="373540"/>
                      <a:pt x="1438473" y="373183"/>
                      <a:pt x="1438473" y="373183"/>
                    </a:cubicBezTo>
                    <a:cubicBezTo>
                      <a:pt x="1438473" y="373183"/>
                      <a:pt x="1438837" y="372468"/>
                      <a:pt x="1438837" y="372468"/>
                    </a:cubicBezTo>
                    <a:cubicBezTo>
                      <a:pt x="1438473" y="372111"/>
                      <a:pt x="1439202" y="371397"/>
                      <a:pt x="1438108" y="371754"/>
                    </a:cubicBezTo>
                    <a:cubicBezTo>
                      <a:pt x="1437014" y="372111"/>
                      <a:pt x="1436285" y="371754"/>
                      <a:pt x="1435920" y="371754"/>
                    </a:cubicBezTo>
                    <a:cubicBezTo>
                      <a:pt x="1435920" y="371754"/>
                      <a:pt x="1435555" y="371754"/>
                      <a:pt x="1435190" y="371754"/>
                    </a:cubicBezTo>
                    <a:cubicBezTo>
                      <a:pt x="1434826" y="371754"/>
                      <a:pt x="1434096" y="371754"/>
                      <a:pt x="1434096" y="372111"/>
                    </a:cubicBezTo>
                    <a:cubicBezTo>
                      <a:pt x="1433732" y="372111"/>
                      <a:pt x="1433732" y="372111"/>
                      <a:pt x="1433367" y="372111"/>
                    </a:cubicBezTo>
                    <a:cubicBezTo>
                      <a:pt x="1433002" y="372111"/>
                      <a:pt x="1433367" y="372111"/>
                      <a:pt x="1433002" y="372111"/>
                    </a:cubicBezTo>
                    <a:cubicBezTo>
                      <a:pt x="1432638" y="372825"/>
                      <a:pt x="1431908" y="372825"/>
                      <a:pt x="1431908" y="372825"/>
                    </a:cubicBezTo>
                    <a:cubicBezTo>
                      <a:pt x="1431544" y="372825"/>
                      <a:pt x="1431179" y="372825"/>
                      <a:pt x="1431179" y="372825"/>
                    </a:cubicBezTo>
                    <a:cubicBezTo>
                      <a:pt x="1430814" y="372825"/>
                      <a:pt x="1430814" y="372825"/>
                      <a:pt x="1430449" y="372825"/>
                    </a:cubicBezTo>
                    <a:cubicBezTo>
                      <a:pt x="1430085" y="372825"/>
                      <a:pt x="1430085" y="372825"/>
                      <a:pt x="1429720" y="373183"/>
                    </a:cubicBezTo>
                    <a:cubicBezTo>
                      <a:pt x="1429720" y="373540"/>
                      <a:pt x="1429355" y="373183"/>
                      <a:pt x="1428991" y="373183"/>
                    </a:cubicBezTo>
                    <a:cubicBezTo>
                      <a:pt x="1428626" y="373540"/>
                      <a:pt x="1428626" y="372825"/>
                      <a:pt x="1428261" y="373183"/>
                    </a:cubicBezTo>
                    <a:cubicBezTo>
                      <a:pt x="1427532" y="373183"/>
                      <a:pt x="1427532" y="373540"/>
                      <a:pt x="1427167" y="373540"/>
                    </a:cubicBezTo>
                    <a:cubicBezTo>
                      <a:pt x="1427167" y="373540"/>
                      <a:pt x="1427167" y="373897"/>
                      <a:pt x="1426802" y="373897"/>
                    </a:cubicBezTo>
                    <a:cubicBezTo>
                      <a:pt x="1426438" y="374254"/>
                      <a:pt x="1426073" y="373897"/>
                      <a:pt x="1426073" y="373897"/>
                    </a:cubicBezTo>
                    <a:cubicBezTo>
                      <a:pt x="1425708" y="373897"/>
                      <a:pt x="1424979" y="373897"/>
                      <a:pt x="1424979" y="373897"/>
                    </a:cubicBezTo>
                    <a:cubicBezTo>
                      <a:pt x="1424979" y="373897"/>
                      <a:pt x="1424979" y="373897"/>
                      <a:pt x="1424614" y="373540"/>
                    </a:cubicBezTo>
                    <a:cubicBezTo>
                      <a:pt x="1424250" y="373540"/>
                      <a:pt x="1423885" y="373540"/>
                      <a:pt x="1423885" y="373897"/>
                    </a:cubicBezTo>
                    <a:cubicBezTo>
                      <a:pt x="1423520" y="374254"/>
                      <a:pt x="1423885" y="374254"/>
                      <a:pt x="1423885" y="374611"/>
                    </a:cubicBezTo>
                    <a:cubicBezTo>
                      <a:pt x="1423885" y="374969"/>
                      <a:pt x="1423885" y="375326"/>
                      <a:pt x="1423885" y="375683"/>
                    </a:cubicBezTo>
                    <a:cubicBezTo>
                      <a:pt x="1423885" y="376040"/>
                      <a:pt x="1424250" y="376040"/>
                      <a:pt x="1423885" y="376397"/>
                    </a:cubicBezTo>
                    <a:cubicBezTo>
                      <a:pt x="1423520" y="376397"/>
                      <a:pt x="1423156" y="376040"/>
                      <a:pt x="1422791" y="376040"/>
                    </a:cubicBezTo>
                    <a:cubicBezTo>
                      <a:pt x="1422426" y="376040"/>
                      <a:pt x="1422061" y="375683"/>
                      <a:pt x="1422061" y="375683"/>
                    </a:cubicBezTo>
                    <a:cubicBezTo>
                      <a:pt x="1421332" y="375683"/>
                      <a:pt x="1421332" y="375326"/>
                      <a:pt x="1420967" y="375683"/>
                    </a:cubicBezTo>
                    <a:cubicBezTo>
                      <a:pt x="1420603" y="376040"/>
                      <a:pt x="1420238" y="376040"/>
                      <a:pt x="1420238" y="376040"/>
                    </a:cubicBezTo>
                    <a:cubicBezTo>
                      <a:pt x="1419873" y="376040"/>
                      <a:pt x="1419509" y="375683"/>
                      <a:pt x="1419144" y="375683"/>
                    </a:cubicBezTo>
                    <a:cubicBezTo>
                      <a:pt x="1418779" y="375683"/>
                      <a:pt x="1418779" y="375683"/>
                      <a:pt x="1418050" y="375683"/>
                    </a:cubicBezTo>
                    <a:cubicBezTo>
                      <a:pt x="1417685" y="375683"/>
                      <a:pt x="1418050" y="375326"/>
                      <a:pt x="1417685" y="375326"/>
                    </a:cubicBezTo>
                    <a:cubicBezTo>
                      <a:pt x="1416956" y="375326"/>
                      <a:pt x="1417320" y="375683"/>
                      <a:pt x="1416956" y="375326"/>
                    </a:cubicBezTo>
                    <a:cubicBezTo>
                      <a:pt x="1416956" y="375326"/>
                      <a:pt x="1417320" y="374969"/>
                      <a:pt x="1417320" y="374969"/>
                    </a:cubicBezTo>
                    <a:cubicBezTo>
                      <a:pt x="1417320" y="374969"/>
                      <a:pt x="1416591" y="374254"/>
                      <a:pt x="1416956" y="373897"/>
                    </a:cubicBezTo>
                    <a:cubicBezTo>
                      <a:pt x="1418414" y="373897"/>
                      <a:pt x="1418779" y="373540"/>
                      <a:pt x="1418779" y="373540"/>
                    </a:cubicBezTo>
                    <a:cubicBezTo>
                      <a:pt x="1418779" y="373540"/>
                      <a:pt x="1418779" y="373540"/>
                      <a:pt x="1420238" y="372468"/>
                    </a:cubicBezTo>
                    <a:cubicBezTo>
                      <a:pt x="1420238" y="372468"/>
                      <a:pt x="1420603" y="371754"/>
                      <a:pt x="1420967" y="371754"/>
                    </a:cubicBezTo>
                    <a:cubicBezTo>
                      <a:pt x="1420967" y="371754"/>
                      <a:pt x="1420967" y="371754"/>
                      <a:pt x="1422061" y="370682"/>
                    </a:cubicBezTo>
                    <a:cubicBezTo>
                      <a:pt x="1422061" y="370682"/>
                      <a:pt x="1422061" y="370682"/>
                      <a:pt x="1423156" y="370325"/>
                    </a:cubicBezTo>
                    <a:cubicBezTo>
                      <a:pt x="1423156" y="370325"/>
                      <a:pt x="1423156" y="370325"/>
                      <a:pt x="1424614" y="369611"/>
                    </a:cubicBezTo>
                    <a:cubicBezTo>
                      <a:pt x="1424614" y="369611"/>
                      <a:pt x="1424614" y="369611"/>
                      <a:pt x="1426073" y="368539"/>
                    </a:cubicBezTo>
                    <a:cubicBezTo>
                      <a:pt x="1426073" y="368539"/>
                      <a:pt x="1426073" y="368539"/>
                      <a:pt x="1426438" y="367825"/>
                    </a:cubicBezTo>
                    <a:cubicBezTo>
                      <a:pt x="1426438" y="367825"/>
                      <a:pt x="1426438" y="367110"/>
                      <a:pt x="1426802" y="367110"/>
                    </a:cubicBezTo>
                    <a:cubicBezTo>
                      <a:pt x="1426802" y="367110"/>
                      <a:pt x="1427532" y="367110"/>
                      <a:pt x="1427532" y="367110"/>
                    </a:cubicBezTo>
                    <a:cubicBezTo>
                      <a:pt x="1427532" y="367110"/>
                      <a:pt x="1427532" y="367110"/>
                      <a:pt x="1427532" y="367468"/>
                    </a:cubicBezTo>
                    <a:cubicBezTo>
                      <a:pt x="1427532" y="367468"/>
                      <a:pt x="1427532" y="367468"/>
                      <a:pt x="1428261" y="367468"/>
                    </a:cubicBezTo>
                    <a:cubicBezTo>
                      <a:pt x="1428261" y="367468"/>
                      <a:pt x="1428261" y="367468"/>
                      <a:pt x="1428991" y="367468"/>
                    </a:cubicBezTo>
                    <a:cubicBezTo>
                      <a:pt x="1428991" y="367468"/>
                      <a:pt x="1428991" y="367468"/>
                      <a:pt x="1428991" y="367110"/>
                    </a:cubicBezTo>
                    <a:cubicBezTo>
                      <a:pt x="1428991" y="367110"/>
                      <a:pt x="1429355" y="367110"/>
                      <a:pt x="1429355" y="367110"/>
                    </a:cubicBezTo>
                    <a:cubicBezTo>
                      <a:pt x="1429720" y="367468"/>
                      <a:pt x="1430085" y="367468"/>
                      <a:pt x="1430085" y="367468"/>
                    </a:cubicBezTo>
                    <a:cubicBezTo>
                      <a:pt x="1430085" y="367468"/>
                      <a:pt x="1430449" y="367468"/>
                      <a:pt x="1430449" y="367468"/>
                    </a:cubicBezTo>
                    <a:cubicBezTo>
                      <a:pt x="1430814" y="367468"/>
                      <a:pt x="1431544" y="367110"/>
                      <a:pt x="1431544" y="367110"/>
                    </a:cubicBezTo>
                    <a:cubicBezTo>
                      <a:pt x="1431544" y="367110"/>
                      <a:pt x="1431544" y="367110"/>
                      <a:pt x="1431908" y="367110"/>
                    </a:cubicBezTo>
                    <a:cubicBezTo>
                      <a:pt x="1431908" y="367110"/>
                      <a:pt x="1431908" y="366753"/>
                      <a:pt x="1432273" y="366753"/>
                    </a:cubicBezTo>
                    <a:cubicBezTo>
                      <a:pt x="1432273" y="366753"/>
                      <a:pt x="1432638" y="367110"/>
                      <a:pt x="1432638" y="367110"/>
                    </a:cubicBezTo>
                    <a:cubicBezTo>
                      <a:pt x="1432638" y="367110"/>
                      <a:pt x="1433002" y="367110"/>
                      <a:pt x="1433002" y="367110"/>
                    </a:cubicBezTo>
                    <a:cubicBezTo>
                      <a:pt x="1433367" y="367110"/>
                      <a:pt x="1433732" y="366753"/>
                      <a:pt x="1433732" y="366753"/>
                    </a:cubicBezTo>
                    <a:cubicBezTo>
                      <a:pt x="1434096" y="366396"/>
                      <a:pt x="1434096" y="366396"/>
                      <a:pt x="1434461" y="366396"/>
                    </a:cubicBezTo>
                    <a:cubicBezTo>
                      <a:pt x="1434826" y="366753"/>
                      <a:pt x="1435190" y="366396"/>
                      <a:pt x="1435190" y="366396"/>
                    </a:cubicBezTo>
                    <a:cubicBezTo>
                      <a:pt x="1435555" y="366753"/>
                      <a:pt x="1436285" y="366396"/>
                      <a:pt x="1436285" y="366396"/>
                    </a:cubicBezTo>
                    <a:cubicBezTo>
                      <a:pt x="1436285" y="366396"/>
                      <a:pt x="1437014" y="366396"/>
                      <a:pt x="1437014" y="366753"/>
                    </a:cubicBezTo>
                    <a:cubicBezTo>
                      <a:pt x="1437014" y="367110"/>
                      <a:pt x="1437379" y="367110"/>
                      <a:pt x="1437379" y="367110"/>
                    </a:cubicBezTo>
                    <a:cubicBezTo>
                      <a:pt x="1437379" y="367110"/>
                      <a:pt x="1437379" y="367110"/>
                      <a:pt x="1438108" y="366753"/>
                    </a:cubicBezTo>
                    <a:cubicBezTo>
                      <a:pt x="1438108" y="366753"/>
                      <a:pt x="1438108" y="366039"/>
                      <a:pt x="1438108" y="366396"/>
                    </a:cubicBezTo>
                    <a:cubicBezTo>
                      <a:pt x="1438473" y="366753"/>
                      <a:pt x="1438837" y="366753"/>
                      <a:pt x="1438837" y="367110"/>
                    </a:cubicBezTo>
                    <a:cubicBezTo>
                      <a:pt x="1439202" y="367110"/>
                      <a:pt x="1439202" y="367110"/>
                      <a:pt x="1439567" y="367110"/>
                    </a:cubicBezTo>
                    <a:cubicBezTo>
                      <a:pt x="1439567" y="367110"/>
                      <a:pt x="1439932" y="367110"/>
                      <a:pt x="1439932" y="367110"/>
                    </a:cubicBezTo>
                    <a:cubicBezTo>
                      <a:pt x="1440296" y="367110"/>
                      <a:pt x="1440661" y="366753"/>
                      <a:pt x="1440661" y="366753"/>
                    </a:cubicBezTo>
                    <a:cubicBezTo>
                      <a:pt x="1440661" y="366753"/>
                      <a:pt x="1441026" y="366753"/>
                      <a:pt x="1441026" y="366396"/>
                    </a:cubicBezTo>
                    <a:cubicBezTo>
                      <a:pt x="1441026" y="366396"/>
                      <a:pt x="1441026" y="365682"/>
                      <a:pt x="1441026" y="365682"/>
                    </a:cubicBezTo>
                    <a:cubicBezTo>
                      <a:pt x="1441390" y="365324"/>
                      <a:pt x="1441026" y="365324"/>
                      <a:pt x="1441390" y="364967"/>
                    </a:cubicBezTo>
                    <a:cubicBezTo>
                      <a:pt x="1441755" y="364967"/>
                      <a:pt x="1441755" y="364967"/>
                      <a:pt x="1442120" y="364610"/>
                    </a:cubicBezTo>
                    <a:cubicBezTo>
                      <a:pt x="1442484" y="364610"/>
                      <a:pt x="1442484" y="364253"/>
                      <a:pt x="1442849" y="363896"/>
                    </a:cubicBezTo>
                    <a:cubicBezTo>
                      <a:pt x="1442849" y="363538"/>
                      <a:pt x="1442849" y="363181"/>
                      <a:pt x="1442849" y="363181"/>
                    </a:cubicBezTo>
                    <a:cubicBezTo>
                      <a:pt x="1442849" y="363181"/>
                      <a:pt x="1443214" y="363181"/>
                      <a:pt x="1443579" y="362824"/>
                    </a:cubicBezTo>
                    <a:cubicBezTo>
                      <a:pt x="1443579" y="362824"/>
                      <a:pt x="1443943" y="362467"/>
                      <a:pt x="1443943" y="362467"/>
                    </a:cubicBezTo>
                    <a:cubicBezTo>
                      <a:pt x="1443943" y="362467"/>
                      <a:pt x="1444308" y="362467"/>
                      <a:pt x="1444308" y="362110"/>
                    </a:cubicBezTo>
                    <a:cubicBezTo>
                      <a:pt x="1444673" y="361395"/>
                      <a:pt x="1444673" y="360681"/>
                      <a:pt x="1444673" y="360324"/>
                    </a:cubicBezTo>
                    <a:cubicBezTo>
                      <a:pt x="1444673" y="359967"/>
                      <a:pt x="1445037" y="359252"/>
                      <a:pt x="1445037" y="359252"/>
                    </a:cubicBezTo>
                    <a:cubicBezTo>
                      <a:pt x="1445037" y="359252"/>
                      <a:pt x="1445037" y="359252"/>
                      <a:pt x="1445767" y="359252"/>
                    </a:cubicBezTo>
                    <a:cubicBezTo>
                      <a:pt x="1445767" y="359252"/>
                      <a:pt x="1446131" y="359252"/>
                      <a:pt x="1446131" y="359609"/>
                    </a:cubicBezTo>
                    <a:cubicBezTo>
                      <a:pt x="1446131" y="359609"/>
                      <a:pt x="1447225" y="359609"/>
                      <a:pt x="1447225" y="359609"/>
                    </a:cubicBezTo>
                    <a:cubicBezTo>
                      <a:pt x="1447225" y="359967"/>
                      <a:pt x="1448320" y="359967"/>
                      <a:pt x="1448320" y="359967"/>
                    </a:cubicBezTo>
                    <a:cubicBezTo>
                      <a:pt x="1448320" y="359967"/>
                      <a:pt x="1449049" y="359609"/>
                      <a:pt x="1449414" y="359609"/>
                    </a:cubicBezTo>
                    <a:cubicBezTo>
                      <a:pt x="1449414" y="359609"/>
                      <a:pt x="1449414" y="359609"/>
                      <a:pt x="1449778" y="359252"/>
                    </a:cubicBezTo>
                    <a:cubicBezTo>
                      <a:pt x="1449778" y="359252"/>
                      <a:pt x="1449414" y="359252"/>
                      <a:pt x="1450508" y="358895"/>
                    </a:cubicBezTo>
                    <a:cubicBezTo>
                      <a:pt x="1451967" y="358895"/>
                      <a:pt x="1451967" y="358895"/>
                      <a:pt x="1452331" y="358538"/>
                    </a:cubicBezTo>
                    <a:cubicBezTo>
                      <a:pt x="1452696" y="358538"/>
                      <a:pt x="1453425" y="358181"/>
                      <a:pt x="1453425" y="358181"/>
                    </a:cubicBezTo>
                    <a:cubicBezTo>
                      <a:pt x="1453425" y="358181"/>
                      <a:pt x="1453425" y="357823"/>
                      <a:pt x="1453425" y="357823"/>
                    </a:cubicBezTo>
                    <a:cubicBezTo>
                      <a:pt x="1453425" y="357823"/>
                      <a:pt x="1454155" y="357466"/>
                      <a:pt x="1454155" y="357466"/>
                    </a:cubicBezTo>
                    <a:cubicBezTo>
                      <a:pt x="1454155" y="357466"/>
                      <a:pt x="1454884" y="356752"/>
                      <a:pt x="1454884" y="356752"/>
                    </a:cubicBezTo>
                    <a:cubicBezTo>
                      <a:pt x="1454884" y="356752"/>
                      <a:pt x="1455249" y="354609"/>
                      <a:pt x="1455249" y="354609"/>
                    </a:cubicBezTo>
                    <a:cubicBezTo>
                      <a:pt x="1455613" y="354609"/>
                      <a:pt x="1455978" y="354251"/>
                      <a:pt x="1456343" y="354251"/>
                    </a:cubicBezTo>
                    <a:cubicBezTo>
                      <a:pt x="1456343" y="354251"/>
                      <a:pt x="1457072" y="353894"/>
                      <a:pt x="1457072" y="353894"/>
                    </a:cubicBezTo>
                    <a:cubicBezTo>
                      <a:pt x="1457072" y="353537"/>
                      <a:pt x="1457437" y="353180"/>
                      <a:pt x="1457437" y="352823"/>
                    </a:cubicBezTo>
                    <a:cubicBezTo>
                      <a:pt x="1457802" y="352823"/>
                      <a:pt x="1458531" y="352108"/>
                      <a:pt x="1458531" y="352108"/>
                    </a:cubicBezTo>
                    <a:cubicBezTo>
                      <a:pt x="1458531" y="352108"/>
                      <a:pt x="1458896" y="351751"/>
                      <a:pt x="1458896" y="351394"/>
                    </a:cubicBezTo>
                    <a:cubicBezTo>
                      <a:pt x="1458531" y="351037"/>
                      <a:pt x="1458531" y="350680"/>
                      <a:pt x="1458896" y="350680"/>
                    </a:cubicBezTo>
                    <a:cubicBezTo>
                      <a:pt x="1458896" y="350680"/>
                      <a:pt x="1459625" y="349965"/>
                      <a:pt x="1459625" y="349965"/>
                    </a:cubicBezTo>
                    <a:cubicBezTo>
                      <a:pt x="1459625" y="349608"/>
                      <a:pt x="1459990" y="349251"/>
                      <a:pt x="1459990" y="349251"/>
                    </a:cubicBezTo>
                    <a:cubicBezTo>
                      <a:pt x="1459990" y="349251"/>
                      <a:pt x="1459990" y="349251"/>
                      <a:pt x="1459990" y="348894"/>
                    </a:cubicBezTo>
                    <a:cubicBezTo>
                      <a:pt x="1459990" y="348894"/>
                      <a:pt x="1459990" y="348894"/>
                      <a:pt x="1459990" y="348179"/>
                    </a:cubicBezTo>
                    <a:cubicBezTo>
                      <a:pt x="1459990" y="348179"/>
                      <a:pt x="1459990" y="348179"/>
                      <a:pt x="1460719" y="347108"/>
                    </a:cubicBezTo>
                    <a:cubicBezTo>
                      <a:pt x="1460719" y="347108"/>
                      <a:pt x="1460719" y="347108"/>
                      <a:pt x="1460719" y="346750"/>
                    </a:cubicBezTo>
                    <a:cubicBezTo>
                      <a:pt x="1460719" y="346750"/>
                      <a:pt x="1461084" y="346036"/>
                      <a:pt x="1461084" y="346036"/>
                    </a:cubicBezTo>
                    <a:cubicBezTo>
                      <a:pt x="1461084" y="345679"/>
                      <a:pt x="1460719" y="345322"/>
                      <a:pt x="1460719" y="344964"/>
                    </a:cubicBezTo>
                    <a:cubicBezTo>
                      <a:pt x="1460719" y="344964"/>
                      <a:pt x="1460355" y="344250"/>
                      <a:pt x="1460355" y="344250"/>
                    </a:cubicBezTo>
                    <a:cubicBezTo>
                      <a:pt x="1460355" y="343893"/>
                      <a:pt x="1460355" y="343536"/>
                      <a:pt x="1460355" y="343179"/>
                    </a:cubicBezTo>
                    <a:cubicBezTo>
                      <a:pt x="1460355" y="342821"/>
                      <a:pt x="1460719" y="341750"/>
                      <a:pt x="1460719" y="341750"/>
                    </a:cubicBezTo>
                    <a:cubicBezTo>
                      <a:pt x="1460719" y="341393"/>
                      <a:pt x="1460719" y="341035"/>
                      <a:pt x="1460355" y="341035"/>
                    </a:cubicBezTo>
                    <a:cubicBezTo>
                      <a:pt x="1460355" y="341035"/>
                      <a:pt x="1459990" y="340321"/>
                      <a:pt x="1459990" y="340321"/>
                    </a:cubicBezTo>
                    <a:cubicBezTo>
                      <a:pt x="1460355" y="339964"/>
                      <a:pt x="1460719" y="339249"/>
                      <a:pt x="1460719" y="339249"/>
                    </a:cubicBezTo>
                    <a:cubicBezTo>
                      <a:pt x="1460719" y="339249"/>
                      <a:pt x="1460719" y="338892"/>
                      <a:pt x="1460719" y="338892"/>
                    </a:cubicBezTo>
                    <a:cubicBezTo>
                      <a:pt x="1460719" y="338535"/>
                      <a:pt x="1461084" y="338535"/>
                      <a:pt x="1461449" y="338535"/>
                    </a:cubicBezTo>
                    <a:cubicBezTo>
                      <a:pt x="1461449" y="338535"/>
                      <a:pt x="1462178" y="338178"/>
                      <a:pt x="1462178" y="338178"/>
                    </a:cubicBezTo>
                    <a:cubicBezTo>
                      <a:pt x="1462178" y="338535"/>
                      <a:pt x="1462907" y="337821"/>
                      <a:pt x="1462543" y="337463"/>
                    </a:cubicBezTo>
                    <a:cubicBezTo>
                      <a:pt x="1462178" y="337106"/>
                      <a:pt x="1461813" y="336392"/>
                      <a:pt x="1462178" y="336392"/>
                    </a:cubicBezTo>
                    <a:cubicBezTo>
                      <a:pt x="1462543" y="336392"/>
                      <a:pt x="1462907" y="336392"/>
                      <a:pt x="1462907" y="336392"/>
                    </a:cubicBezTo>
                    <a:cubicBezTo>
                      <a:pt x="1463272" y="336749"/>
                      <a:pt x="1463637" y="336392"/>
                      <a:pt x="1463637" y="336749"/>
                    </a:cubicBezTo>
                    <a:cubicBezTo>
                      <a:pt x="1464001" y="337106"/>
                      <a:pt x="1464001" y="337106"/>
                      <a:pt x="1464001" y="337463"/>
                    </a:cubicBezTo>
                    <a:cubicBezTo>
                      <a:pt x="1464001" y="337821"/>
                      <a:pt x="1465096" y="337463"/>
                      <a:pt x="1465096" y="337463"/>
                    </a:cubicBezTo>
                    <a:cubicBezTo>
                      <a:pt x="1465096" y="337106"/>
                      <a:pt x="1465460" y="336392"/>
                      <a:pt x="1465460" y="336035"/>
                    </a:cubicBezTo>
                    <a:cubicBezTo>
                      <a:pt x="1465096" y="336035"/>
                      <a:pt x="1465096" y="335678"/>
                      <a:pt x="1465096" y="335678"/>
                    </a:cubicBezTo>
                    <a:cubicBezTo>
                      <a:pt x="1465460" y="335320"/>
                      <a:pt x="1466190" y="334963"/>
                      <a:pt x="1466190" y="335320"/>
                    </a:cubicBezTo>
                    <a:close/>
                    <a:moveTo>
                      <a:pt x="839474" y="334963"/>
                    </a:moveTo>
                    <a:cubicBezTo>
                      <a:pt x="839841" y="335320"/>
                      <a:pt x="840207" y="335678"/>
                      <a:pt x="840573" y="336035"/>
                    </a:cubicBezTo>
                    <a:cubicBezTo>
                      <a:pt x="840573" y="336035"/>
                      <a:pt x="840573" y="336035"/>
                      <a:pt x="839841" y="336749"/>
                    </a:cubicBezTo>
                    <a:cubicBezTo>
                      <a:pt x="842771" y="337464"/>
                      <a:pt x="842771" y="338178"/>
                      <a:pt x="842771" y="341393"/>
                    </a:cubicBezTo>
                    <a:cubicBezTo>
                      <a:pt x="842771" y="342822"/>
                      <a:pt x="843504" y="343893"/>
                      <a:pt x="843138" y="345322"/>
                    </a:cubicBezTo>
                    <a:cubicBezTo>
                      <a:pt x="842405" y="347465"/>
                      <a:pt x="842039" y="346394"/>
                      <a:pt x="840573" y="347108"/>
                    </a:cubicBezTo>
                    <a:cubicBezTo>
                      <a:pt x="839474" y="347465"/>
                      <a:pt x="838741" y="349251"/>
                      <a:pt x="837276" y="348180"/>
                    </a:cubicBezTo>
                    <a:cubicBezTo>
                      <a:pt x="836177" y="347465"/>
                      <a:pt x="837276" y="346394"/>
                      <a:pt x="837276" y="344965"/>
                    </a:cubicBezTo>
                    <a:cubicBezTo>
                      <a:pt x="837276" y="342464"/>
                      <a:pt x="833979" y="339964"/>
                      <a:pt x="835444" y="337464"/>
                    </a:cubicBezTo>
                    <a:cubicBezTo>
                      <a:pt x="836177" y="335678"/>
                      <a:pt x="838375" y="335678"/>
                      <a:pt x="839474" y="334963"/>
                    </a:cubicBezTo>
                    <a:close/>
                    <a:moveTo>
                      <a:pt x="842181" y="325835"/>
                    </a:moveTo>
                    <a:cubicBezTo>
                      <a:pt x="843504" y="326629"/>
                      <a:pt x="842622" y="328613"/>
                      <a:pt x="842622" y="329804"/>
                    </a:cubicBezTo>
                    <a:cubicBezTo>
                      <a:pt x="842181" y="332185"/>
                      <a:pt x="842181" y="333376"/>
                      <a:pt x="839535" y="334963"/>
                    </a:cubicBezTo>
                    <a:lnTo>
                      <a:pt x="839474" y="334963"/>
                    </a:lnTo>
                    <a:lnTo>
                      <a:pt x="839094" y="334963"/>
                    </a:lnTo>
                    <a:cubicBezTo>
                      <a:pt x="838212" y="334169"/>
                      <a:pt x="837771" y="333376"/>
                      <a:pt x="837330" y="331391"/>
                    </a:cubicBezTo>
                    <a:cubicBezTo>
                      <a:pt x="836889" y="330201"/>
                      <a:pt x="835566" y="326629"/>
                      <a:pt x="839094" y="327819"/>
                    </a:cubicBezTo>
                    <a:cubicBezTo>
                      <a:pt x="839535" y="328216"/>
                      <a:pt x="840858" y="325438"/>
                      <a:pt x="842181" y="325835"/>
                    </a:cubicBezTo>
                    <a:close/>
                    <a:moveTo>
                      <a:pt x="1491998" y="320675"/>
                    </a:moveTo>
                    <a:cubicBezTo>
                      <a:pt x="1492395" y="320675"/>
                      <a:pt x="1492792" y="321310"/>
                      <a:pt x="1492395" y="321310"/>
                    </a:cubicBezTo>
                    <a:cubicBezTo>
                      <a:pt x="1491998" y="321628"/>
                      <a:pt x="1491601" y="321946"/>
                      <a:pt x="1491204" y="321946"/>
                    </a:cubicBezTo>
                    <a:cubicBezTo>
                      <a:pt x="1491204" y="322263"/>
                      <a:pt x="1491204" y="321628"/>
                      <a:pt x="1491204" y="321310"/>
                    </a:cubicBezTo>
                    <a:cubicBezTo>
                      <a:pt x="1491204" y="320993"/>
                      <a:pt x="1491601" y="320675"/>
                      <a:pt x="1491998" y="320675"/>
                    </a:cubicBezTo>
                    <a:close/>
                    <a:moveTo>
                      <a:pt x="1488750" y="317500"/>
                    </a:moveTo>
                    <a:cubicBezTo>
                      <a:pt x="1489039" y="317500"/>
                      <a:pt x="1489616" y="318366"/>
                      <a:pt x="1489616" y="318655"/>
                    </a:cubicBezTo>
                    <a:cubicBezTo>
                      <a:pt x="1489616" y="318943"/>
                      <a:pt x="1489327" y="318943"/>
                      <a:pt x="1488750" y="319232"/>
                    </a:cubicBezTo>
                    <a:cubicBezTo>
                      <a:pt x="1488461" y="319232"/>
                      <a:pt x="1487884" y="319521"/>
                      <a:pt x="1487596" y="319809"/>
                    </a:cubicBezTo>
                    <a:cubicBezTo>
                      <a:pt x="1487596" y="320386"/>
                      <a:pt x="1486441" y="320675"/>
                      <a:pt x="1486441" y="320675"/>
                    </a:cubicBezTo>
                    <a:cubicBezTo>
                      <a:pt x="1486441" y="320386"/>
                      <a:pt x="1486730" y="319809"/>
                      <a:pt x="1487018" y="319521"/>
                    </a:cubicBezTo>
                    <a:cubicBezTo>
                      <a:pt x="1487018" y="319232"/>
                      <a:pt x="1487596" y="318943"/>
                      <a:pt x="1487596" y="318366"/>
                    </a:cubicBezTo>
                    <a:cubicBezTo>
                      <a:pt x="1487596" y="318077"/>
                      <a:pt x="1488461" y="317789"/>
                      <a:pt x="1488750" y="317500"/>
                    </a:cubicBezTo>
                    <a:close/>
                    <a:moveTo>
                      <a:pt x="1469103" y="311522"/>
                    </a:moveTo>
                    <a:cubicBezTo>
                      <a:pt x="1469474" y="311522"/>
                      <a:pt x="1470216" y="311150"/>
                      <a:pt x="1470216" y="311522"/>
                    </a:cubicBezTo>
                    <a:cubicBezTo>
                      <a:pt x="1470587" y="311894"/>
                      <a:pt x="1471329" y="312266"/>
                      <a:pt x="1471700" y="312266"/>
                    </a:cubicBezTo>
                    <a:cubicBezTo>
                      <a:pt x="1471700" y="312638"/>
                      <a:pt x="1472072" y="312638"/>
                      <a:pt x="1472443" y="313011"/>
                    </a:cubicBezTo>
                    <a:cubicBezTo>
                      <a:pt x="1472814" y="313755"/>
                      <a:pt x="1475040" y="315615"/>
                      <a:pt x="1474669" y="315615"/>
                    </a:cubicBezTo>
                    <a:cubicBezTo>
                      <a:pt x="1474669" y="315987"/>
                      <a:pt x="1475411" y="316359"/>
                      <a:pt x="1475411" y="316359"/>
                    </a:cubicBezTo>
                    <a:cubicBezTo>
                      <a:pt x="1475783" y="316731"/>
                      <a:pt x="1476154" y="316359"/>
                      <a:pt x="1476154" y="316731"/>
                    </a:cubicBezTo>
                    <a:cubicBezTo>
                      <a:pt x="1476154" y="317103"/>
                      <a:pt x="1476896" y="317103"/>
                      <a:pt x="1476896" y="317475"/>
                    </a:cubicBezTo>
                    <a:cubicBezTo>
                      <a:pt x="1476896" y="317475"/>
                      <a:pt x="1478751" y="318592"/>
                      <a:pt x="1478751" y="318592"/>
                    </a:cubicBezTo>
                    <a:cubicBezTo>
                      <a:pt x="1478751" y="318592"/>
                      <a:pt x="1478751" y="318592"/>
                      <a:pt x="1479494" y="318592"/>
                    </a:cubicBezTo>
                    <a:cubicBezTo>
                      <a:pt x="1479494" y="318592"/>
                      <a:pt x="1480236" y="318220"/>
                      <a:pt x="1480236" y="318592"/>
                    </a:cubicBezTo>
                    <a:cubicBezTo>
                      <a:pt x="1480236" y="318964"/>
                      <a:pt x="1480978" y="318964"/>
                      <a:pt x="1480978" y="319336"/>
                    </a:cubicBezTo>
                    <a:cubicBezTo>
                      <a:pt x="1480978" y="319708"/>
                      <a:pt x="1481349" y="319336"/>
                      <a:pt x="1481349" y="319708"/>
                    </a:cubicBezTo>
                    <a:cubicBezTo>
                      <a:pt x="1481349" y="319708"/>
                      <a:pt x="1482091" y="319708"/>
                      <a:pt x="1482462" y="319708"/>
                    </a:cubicBezTo>
                    <a:cubicBezTo>
                      <a:pt x="1482462" y="320080"/>
                      <a:pt x="1482834" y="320080"/>
                      <a:pt x="1483205" y="320452"/>
                    </a:cubicBezTo>
                    <a:cubicBezTo>
                      <a:pt x="1483205" y="320452"/>
                      <a:pt x="1483947" y="320452"/>
                      <a:pt x="1483947" y="320452"/>
                    </a:cubicBezTo>
                    <a:cubicBezTo>
                      <a:pt x="1484318" y="320452"/>
                      <a:pt x="1483947" y="320824"/>
                      <a:pt x="1484689" y="320080"/>
                    </a:cubicBezTo>
                    <a:cubicBezTo>
                      <a:pt x="1485431" y="319336"/>
                      <a:pt x="1486173" y="318592"/>
                      <a:pt x="1486173" y="318220"/>
                    </a:cubicBezTo>
                    <a:cubicBezTo>
                      <a:pt x="1486545" y="318220"/>
                      <a:pt x="1486916" y="317848"/>
                      <a:pt x="1486916" y="317848"/>
                    </a:cubicBezTo>
                    <a:cubicBezTo>
                      <a:pt x="1486916" y="318220"/>
                      <a:pt x="1486916" y="319336"/>
                      <a:pt x="1486916" y="319336"/>
                    </a:cubicBezTo>
                    <a:cubicBezTo>
                      <a:pt x="1486545" y="319708"/>
                      <a:pt x="1486545" y="319708"/>
                      <a:pt x="1486545" y="320080"/>
                    </a:cubicBezTo>
                    <a:cubicBezTo>
                      <a:pt x="1486173" y="320452"/>
                      <a:pt x="1486173" y="320452"/>
                      <a:pt x="1485802" y="320824"/>
                    </a:cubicBezTo>
                    <a:cubicBezTo>
                      <a:pt x="1485802" y="321196"/>
                      <a:pt x="1485802" y="321568"/>
                      <a:pt x="1486173" y="321568"/>
                    </a:cubicBezTo>
                    <a:cubicBezTo>
                      <a:pt x="1486173" y="321940"/>
                      <a:pt x="1486916" y="321940"/>
                      <a:pt x="1486916" y="321940"/>
                    </a:cubicBezTo>
                    <a:cubicBezTo>
                      <a:pt x="1486916" y="321940"/>
                      <a:pt x="1488029" y="321568"/>
                      <a:pt x="1488029" y="321940"/>
                    </a:cubicBezTo>
                    <a:cubicBezTo>
                      <a:pt x="1487658" y="321940"/>
                      <a:pt x="1487658" y="322312"/>
                      <a:pt x="1487287" y="322685"/>
                    </a:cubicBezTo>
                    <a:cubicBezTo>
                      <a:pt x="1486916" y="322685"/>
                      <a:pt x="1486916" y="322685"/>
                      <a:pt x="1486916" y="323057"/>
                    </a:cubicBezTo>
                    <a:cubicBezTo>
                      <a:pt x="1486916" y="323429"/>
                      <a:pt x="1487287" y="323801"/>
                      <a:pt x="1487287" y="324173"/>
                    </a:cubicBezTo>
                    <a:cubicBezTo>
                      <a:pt x="1487287" y="324173"/>
                      <a:pt x="1487287" y="324173"/>
                      <a:pt x="1486916" y="324917"/>
                    </a:cubicBezTo>
                    <a:cubicBezTo>
                      <a:pt x="1486545" y="325289"/>
                      <a:pt x="1486545" y="324917"/>
                      <a:pt x="1486173" y="325289"/>
                    </a:cubicBezTo>
                    <a:cubicBezTo>
                      <a:pt x="1486173" y="325661"/>
                      <a:pt x="1485431" y="326033"/>
                      <a:pt x="1485431" y="326033"/>
                    </a:cubicBezTo>
                    <a:cubicBezTo>
                      <a:pt x="1485431" y="326033"/>
                      <a:pt x="1484318" y="326033"/>
                      <a:pt x="1483947" y="326405"/>
                    </a:cubicBezTo>
                    <a:cubicBezTo>
                      <a:pt x="1483576" y="326405"/>
                      <a:pt x="1482834" y="326405"/>
                      <a:pt x="1482834" y="326405"/>
                    </a:cubicBezTo>
                    <a:cubicBezTo>
                      <a:pt x="1482462" y="326405"/>
                      <a:pt x="1482462" y="326405"/>
                      <a:pt x="1482091" y="326033"/>
                    </a:cubicBezTo>
                    <a:cubicBezTo>
                      <a:pt x="1481720" y="326033"/>
                      <a:pt x="1480978" y="326033"/>
                      <a:pt x="1480978" y="326033"/>
                    </a:cubicBezTo>
                    <a:cubicBezTo>
                      <a:pt x="1480978" y="326033"/>
                      <a:pt x="1480978" y="326033"/>
                      <a:pt x="1479865" y="326777"/>
                    </a:cubicBezTo>
                    <a:cubicBezTo>
                      <a:pt x="1479865" y="326777"/>
                      <a:pt x="1479494" y="327149"/>
                      <a:pt x="1479123" y="327522"/>
                    </a:cubicBezTo>
                    <a:cubicBezTo>
                      <a:pt x="1479123" y="327522"/>
                      <a:pt x="1478751" y="327894"/>
                      <a:pt x="1478751" y="327894"/>
                    </a:cubicBezTo>
                    <a:cubicBezTo>
                      <a:pt x="1478751" y="327894"/>
                      <a:pt x="1478380" y="327894"/>
                      <a:pt x="1478009" y="328638"/>
                    </a:cubicBezTo>
                    <a:cubicBezTo>
                      <a:pt x="1478009" y="329010"/>
                      <a:pt x="1478009" y="328638"/>
                      <a:pt x="1477638" y="329382"/>
                    </a:cubicBezTo>
                    <a:cubicBezTo>
                      <a:pt x="1477638" y="329754"/>
                      <a:pt x="1477638" y="329754"/>
                      <a:pt x="1477638" y="330126"/>
                    </a:cubicBezTo>
                    <a:cubicBezTo>
                      <a:pt x="1477267" y="330498"/>
                      <a:pt x="1477638" y="331242"/>
                      <a:pt x="1477267" y="331242"/>
                    </a:cubicBezTo>
                    <a:cubicBezTo>
                      <a:pt x="1476896" y="331614"/>
                      <a:pt x="1476154" y="331614"/>
                      <a:pt x="1476154" y="331614"/>
                    </a:cubicBezTo>
                    <a:cubicBezTo>
                      <a:pt x="1476154" y="331614"/>
                      <a:pt x="1475783" y="331614"/>
                      <a:pt x="1475411" y="331614"/>
                    </a:cubicBezTo>
                    <a:cubicBezTo>
                      <a:pt x="1475411" y="331614"/>
                      <a:pt x="1474298" y="330870"/>
                      <a:pt x="1473927" y="330870"/>
                    </a:cubicBezTo>
                    <a:cubicBezTo>
                      <a:pt x="1473556" y="330870"/>
                      <a:pt x="1472814" y="330870"/>
                      <a:pt x="1472443" y="330498"/>
                    </a:cubicBezTo>
                    <a:cubicBezTo>
                      <a:pt x="1472443" y="330498"/>
                      <a:pt x="1471700" y="330126"/>
                      <a:pt x="1471700" y="330126"/>
                    </a:cubicBezTo>
                    <a:cubicBezTo>
                      <a:pt x="1471700" y="330126"/>
                      <a:pt x="1471700" y="329754"/>
                      <a:pt x="1471329" y="329382"/>
                    </a:cubicBezTo>
                    <a:cubicBezTo>
                      <a:pt x="1470587" y="329382"/>
                      <a:pt x="1470587" y="329010"/>
                      <a:pt x="1470216" y="329010"/>
                    </a:cubicBezTo>
                    <a:cubicBezTo>
                      <a:pt x="1469474" y="329382"/>
                      <a:pt x="1469845" y="329010"/>
                      <a:pt x="1469474" y="329010"/>
                    </a:cubicBezTo>
                    <a:cubicBezTo>
                      <a:pt x="1469103" y="329382"/>
                      <a:pt x="1469103" y="329010"/>
                      <a:pt x="1468732" y="329010"/>
                    </a:cubicBezTo>
                    <a:cubicBezTo>
                      <a:pt x="1468360" y="329010"/>
                      <a:pt x="1467989" y="328638"/>
                      <a:pt x="1467989" y="328638"/>
                    </a:cubicBezTo>
                    <a:cubicBezTo>
                      <a:pt x="1467989" y="328266"/>
                      <a:pt x="1467618" y="328266"/>
                      <a:pt x="1467618" y="328638"/>
                    </a:cubicBezTo>
                    <a:cubicBezTo>
                      <a:pt x="1467247" y="328638"/>
                      <a:pt x="1466876" y="328638"/>
                      <a:pt x="1466505" y="329010"/>
                    </a:cubicBezTo>
                    <a:cubicBezTo>
                      <a:pt x="1465763" y="329754"/>
                      <a:pt x="1466134" y="329754"/>
                      <a:pt x="1465763" y="330126"/>
                    </a:cubicBezTo>
                    <a:cubicBezTo>
                      <a:pt x="1465763" y="330126"/>
                      <a:pt x="1465392" y="330126"/>
                      <a:pt x="1465021" y="329754"/>
                    </a:cubicBezTo>
                    <a:cubicBezTo>
                      <a:pt x="1464649" y="329382"/>
                      <a:pt x="1464278" y="329382"/>
                      <a:pt x="1464278" y="329010"/>
                    </a:cubicBezTo>
                    <a:cubicBezTo>
                      <a:pt x="1464278" y="329010"/>
                      <a:pt x="1464278" y="328638"/>
                      <a:pt x="1464278" y="328638"/>
                    </a:cubicBezTo>
                    <a:cubicBezTo>
                      <a:pt x="1463907" y="328638"/>
                      <a:pt x="1463165" y="328638"/>
                      <a:pt x="1463165" y="329010"/>
                    </a:cubicBezTo>
                    <a:cubicBezTo>
                      <a:pt x="1463165" y="329010"/>
                      <a:pt x="1462794" y="329382"/>
                      <a:pt x="1462794" y="329382"/>
                    </a:cubicBezTo>
                    <a:cubicBezTo>
                      <a:pt x="1462794" y="329754"/>
                      <a:pt x="1462794" y="330126"/>
                      <a:pt x="1463165" y="330498"/>
                    </a:cubicBezTo>
                    <a:cubicBezTo>
                      <a:pt x="1463165" y="330498"/>
                      <a:pt x="1463536" y="330870"/>
                      <a:pt x="1464278" y="330870"/>
                    </a:cubicBezTo>
                    <a:cubicBezTo>
                      <a:pt x="1464649" y="331242"/>
                      <a:pt x="1464649" y="330870"/>
                      <a:pt x="1465021" y="331242"/>
                    </a:cubicBezTo>
                    <a:cubicBezTo>
                      <a:pt x="1465021" y="331614"/>
                      <a:pt x="1465392" y="331614"/>
                      <a:pt x="1465763" y="331987"/>
                    </a:cubicBezTo>
                    <a:cubicBezTo>
                      <a:pt x="1465763" y="332359"/>
                      <a:pt x="1466134" y="332359"/>
                      <a:pt x="1466134" y="332359"/>
                    </a:cubicBezTo>
                    <a:cubicBezTo>
                      <a:pt x="1466134" y="332731"/>
                      <a:pt x="1466134" y="333103"/>
                      <a:pt x="1465763" y="333103"/>
                    </a:cubicBezTo>
                    <a:cubicBezTo>
                      <a:pt x="1465392" y="333475"/>
                      <a:pt x="1465021" y="333475"/>
                      <a:pt x="1465021" y="333475"/>
                    </a:cubicBezTo>
                    <a:cubicBezTo>
                      <a:pt x="1464649" y="333475"/>
                      <a:pt x="1464278" y="333103"/>
                      <a:pt x="1463907" y="333475"/>
                    </a:cubicBezTo>
                    <a:cubicBezTo>
                      <a:pt x="1463536" y="333475"/>
                      <a:pt x="1463165" y="333475"/>
                      <a:pt x="1463165" y="333847"/>
                    </a:cubicBezTo>
                    <a:cubicBezTo>
                      <a:pt x="1463165" y="333847"/>
                      <a:pt x="1463165" y="333847"/>
                      <a:pt x="1462423" y="334963"/>
                    </a:cubicBezTo>
                    <a:cubicBezTo>
                      <a:pt x="1462052" y="334963"/>
                      <a:pt x="1461681" y="334963"/>
                      <a:pt x="1461681" y="334963"/>
                    </a:cubicBezTo>
                    <a:cubicBezTo>
                      <a:pt x="1461310" y="334963"/>
                      <a:pt x="1461310" y="334591"/>
                      <a:pt x="1461310" y="334591"/>
                    </a:cubicBezTo>
                    <a:cubicBezTo>
                      <a:pt x="1460938" y="334591"/>
                      <a:pt x="1460938" y="334219"/>
                      <a:pt x="1460938" y="333847"/>
                    </a:cubicBezTo>
                    <a:cubicBezTo>
                      <a:pt x="1460938" y="333847"/>
                      <a:pt x="1460938" y="333103"/>
                      <a:pt x="1460938" y="333103"/>
                    </a:cubicBezTo>
                    <a:cubicBezTo>
                      <a:pt x="1460938" y="333103"/>
                      <a:pt x="1461310" y="332359"/>
                      <a:pt x="1461310" y="332359"/>
                    </a:cubicBezTo>
                    <a:cubicBezTo>
                      <a:pt x="1461310" y="332359"/>
                      <a:pt x="1461310" y="331614"/>
                      <a:pt x="1460938" y="331614"/>
                    </a:cubicBezTo>
                    <a:cubicBezTo>
                      <a:pt x="1460938" y="331614"/>
                      <a:pt x="1460567" y="331614"/>
                      <a:pt x="1460567" y="331242"/>
                    </a:cubicBezTo>
                    <a:cubicBezTo>
                      <a:pt x="1460567" y="331242"/>
                      <a:pt x="1460567" y="330498"/>
                      <a:pt x="1460567" y="330498"/>
                    </a:cubicBezTo>
                    <a:cubicBezTo>
                      <a:pt x="1460196" y="330870"/>
                      <a:pt x="1459825" y="330498"/>
                      <a:pt x="1459825" y="330126"/>
                    </a:cubicBezTo>
                    <a:cubicBezTo>
                      <a:pt x="1459825" y="329754"/>
                      <a:pt x="1459454" y="329382"/>
                      <a:pt x="1459825" y="329010"/>
                    </a:cubicBezTo>
                    <a:cubicBezTo>
                      <a:pt x="1459825" y="329010"/>
                      <a:pt x="1460567" y="328266"/>
                      <a:pt x="1460567" y="328266"/>
                    </a:cubicBezTo>
                    <a:cubicBezTo>
                      <a:pt x="1460567" y="328266"/>
                      <a:pt x="1460567" y="328266"/>
                      <a:pt x="1460938" y="327894"/>
                    </a:cubicBezTo>
                    <a:lnTo>
                      <a:pt x="1462052" y="327149"/>
                    </a:lnTo>
                    <a:cubicBezTo>
                      <a:pt x="1462052" y="327149"/>
                      <a:pt x="1462423" y="326405"/>
                      <a:pt x="1462423" y="326405"/>
                    </a:cubicBezTo>
                    <a:cubicBezTo>
                      <a:pt x="1462423" y="326033"/>
                      <a:pt x="1462423" y="326033"/>
                      <a:pt x="1462423" y="325661"/>
                    </a:cubicBezTo>
                    <a:cubicBezTo>
                      <a:pt x="1462423" y="325661"/>
                      <a:pt x="1462423" y="324917"/>
                      <a:pt x="1462423" y="324917"/>
                    </a:cubicBezTo>
                    <a:cubicBezTo>
                      <a:pt x="1462423" y="324545"/>
                      <a:pt x="1462794" y="324173"/>
                      <a:pt x="1462794" y="324173"/>
                    </a:cubicBezTo>
                    <a:cubicBezTo>
                      <a:pt x="1463165" y="324173"/>
                      <a:pt x="1463536" y="324173"/>
                      <a:pt x="1463536" y="324545"/>
                    </a:cubicBezTo>
                    <a:cubicBezTo>
                      <a:pt x="1463907" y="324545"/>
                      <a:pt x="1465021" y="324545"/>
                      <a:pt x="1465021" y="324545"/>
                    </a:cubicBezTo>
                    <a:cubicBezTo>
                      <a:pt x="1465021" y="324545"/>
                      <a:pt x="1465763" y="324917"/>
                      <a:pt x="1465763" y="325289"/>
                    </a:cubicBezTo>
                    <a:cubicBezTo>
                      <a:pt x="1466134" y="325289"/>
                      <a:pt x="1466876" y="324917"/>
                      <a:pt x="1466876" y="324917"/>
                    </a:cubicBezTo>
                    <a:cubicBezTo>
                      <a:pt x="1466876" y="324917"/>
                      <a:pt x="1467247" y="324545"/>
                      <a:pt x="1467247" y="324545"/>
                    </a:cubicBezTo>
                    <a:cubicBezTo>
                      <a:pt x="1466876" y="324173"/>
                      <a:pt x="1466876" y="323429"/>
                      <a:pt x="1466876" y="323057"/>
                    </a:cubicBezTo>
                    <a:cubicBezTo>
                      <a:pt x="1466876" y="322685"/>
                      <a:pt x="1467247" y="321940"/>
                      <a:pt x="1467247" y="321940"/>
                    </a:cubicBezTo>
                    <a:cubicBezTo>
                      <a:pt x="1467247" y="321940"/>
                      <a:pt x="1467618" y="321196"/>
                      <a:pt x="1467989" y="321196"/>
                    </a:cubicBezTo>
                    <a:cubicBezTo>
                      <a:pt x="1467989" y="321196"/>
                      <a:pt x="1468360" y="321568"/>
                      <a:pt x="1468360" y="321196"/>
                    </a:cubicBezTo>
                    <a:cubicBezTo>
                      <a:pt x="1468360" y="321196"/>
                      <a:pt x="1468732" y="320824"/>
                      <a:pt x="1468732" y="320080"/>
                    </a:cubicBezTo>
                    <a:cubicBezTo>
                      <a:pt x="1468732" y="319708"/>
                      <a:pt x="1468732" y="318592"/>
                      <a:pt x="1468732" y="318220"/>
                    </a:cubicBezTo>
                    <a:cubicBezTo>
                      <a:pt x="1468732" y="317848"/>
                      <a:pt x="1468732" y="317475"/>
                      <a:pt x="1469103" y="317475"/>
                    </a:cubicBezTo>
                    <a:cubicBezTo>
                      <a:pt x="1469474" y="317103"/>
                      <a:pt x="1469474" y="317475"/>
                      <a:pt x="1469474" y="316731"/>
                    </a:cubicBezTo>
                    <a:cubicBezTo>
                      <a:pt x="1469474" y="316359"/>
                      <a:pt x="1469845" y="315615"/>
                      <a:pt x="1469474" y="315615"/>
                    </a:cubicBezTo>
                    <a:cubicBezTo>
                      <a:pt x="1469474" y="315615"/>
                      <a:pt x="1469474" y="314499"/>
                      <a:pt x="1469103" y="314127"/>
                    </a:cubicBezTo>
                    <a:cubicBezTo>
                      <a:pt x="1468732" y="314127"/>
                      <a:pt x="1468360" y="314127"/>
                      <a:pt x="1468360" y="313755"/>
                    </a:cubicBezTo>
                    <a:cubicBezTo>
                      <a:pt x="1468360" y="313011"/>
                      <a:pt x="1468732" y="311894"/>
                      <a:pt x="1468732" y="311894"/>
                    </a:cubicBezTo>
                    <a:cubicBezTo>
                      <a:pt x="1468732" y="311894"/>
                      <a:pt x="1469103" y="311522"/>
                      <a:pt x="1469103" y="311522"/>
                    </a:cubicBezTo>
                    <a:close/>
                    <a:moveTo>
                      <a:pt x="1501610" y="311150"/>
                    </a:moveTo>
                    <a:cubicBezTo>
                      <a:pt x="1502316" y="311468"/>
                      <a:pt x="1502316" y="311785"/>
                      <a:pt x="1501963" y="312103"/>
                    </a:cubicBezTo>
                    <a:cubicBezTo>
                      <a:pt x="1501963" y="312103"/>
                      <a:pt x="1501610" y="313055"/>
                      <a:pt x="1501258" y="313055"/>
                    </a:cubicBezTo>
                    <a:cubicBezTo>
                      <a:pt x="1500905" y="313055"/>
                      <a:pt x="1499847" y="313055"/>
                      <a:pt x="1499494" y="313373"/>
                    </a:cubicBezTo>
                    <a:cubicBezTo>
                      <a:pt x="1499141" y="313373"/>
                      <a:pt x="1498788" y="313373"/>
                      <a:pt x="1498788" y="313690"/>
                    </a:cubicBezTo>
                    <a:cubicBezTo>
                      <a:pt x="1498435" y="314325"/>
                      <a:pt x="1498435" y="314325"/>
                      <a:pt x="1497730" y="314643"/>
                    </a:cubicBezTo>
                    <a:cubicBezTo>
                      <a:pt x="1497377" y="314960"/>
                      <a:pt x="1497377" y="314960"/>
                      <a:pt x="1496672" y="315278"/>
                    </a:cubicBezTo>
                    <a:cubicBezTo>
                      <a:pt x="1496319" y="315278"/>
                      <a:pt x="1497024" y="314960"/>
                      <a:pt x="1496319" y="315278"/>
                    </a:cubicBezTo>
                    <a:cubicBezTo>
                      <a:pt x="1495613" y="315595"/>
                      <a:pt x="1495613" y="315595"/>
                      <a:pt x="1495260" y="315913"/>
                    </a:cubicBezTo>
                    <a:cubicBezTo>
                      <a:pt x="1494555" y="316230"/>
                      <a:pt x="1492791" y="317500"/>
                      <a:pt x="1492791" y="317500"/>
                    </a:cubicBezTo>
                    <a:cubicBezTo>
                      <a:pt x="1493144" y="317183"/>
                      <a:pt x="1493144" y="316548"/>
                      <a:pt x="1493497" y="316548"/>
                    </a:cubicBezTo>
                    <a:cubicBezTo>
                      <a:pt x="1493849" y="316230"/>
                      <a:pt x="1494908" y="315278"/>
                      <a:pt x="1495260" y="314960"/>
                    </a:cubicBezTo>
                    <a:cubicBezTo>
                      <a:pt x="1495613" y="314643"/>
                      <a:pt x="1495966" y="314008"/>
                      <a:pt x="1496672" y="313690"/>
                    </a:cubicBezTo>
                    <a:cubicBezTo>
                      <a:pt x="1497377" y="313690"/>
                      <a:pt x="1497730" y="312738"/>
                      <a:pt x="1498083" y="313055"/>
                    </a:cubicBezTo>
                    <a:cubicBezTo>
                      <a:pt x="1498083" y="313373"/>
                      <a:pt x="1498435" y="312738"/>
                      <a:pt x="1498788" y="312738"/>
                    </a:cubicBezTo>
                    <a:cubicBezTo>
                      <a:pt x="1498788" y="312738"/>
                      <a:pt x="1499141" y="312420"/>
                      <a:pt x="1499494" y="312738"/>
                    </a:cubicBezTo>
                    <a:cubicBezTo>
                      <a:pt x="1499847" y="312738"/>
                      <a:pt x="1500905" y="312103"/>
                      <a:pt x="1500905" y="311785"/>
                    </a:cubicBezTo>
                    <a:cubicBezTo>
                      <a:pt x="1501258" y="311785"/>
                      <a:pt x="1500905" y="311150"/>
                      <a:pt x="1501610" y="311150"/>
                    </a:cubicBezTo>
                    <a:close/>
                    <a:moveTo>
                      <a:pt x="1510254" y="306388"/>
                    </a:moveTo>
                    <a:cubicBezTo>
                      <a:pt x="1510254" y="306388"/>
                      <a:pt x="1509407" y="308120"/>
                      <a:pt x="1508561" y="308553"/>
                    </a:cubicBezTo>
                    <a:cubicBezTo>
                      <a:pt x="1507291" y="308986"/>
                      <a:pt x="1506867" y="310718"/>
                      <a:pt x="1505597" y="311151"/>
                    </a:cubicBezTo>
                    <a:cubicBezTo>
                      <a:pt x="1504327" y="311151"/>
                      <a:pt x="1503904" y="310285"/>
                      <a:pt x="1503904" y="310285"/>
                    </a:cubicBezTo>
                    <a:cubicBezTo>
                      <a:pt x="1503904" y="310285"/>
                      <a:pt x="1507291" y="307687"/>
                      <a:pt x="1508137" y="307254"/>
                    </a:cubicBezTo>
                    <a:cubicBezTo>
                      <a:pt x="1508561" y="306821"/>
                      <a:pt x="1510254" y="306388"/>
                      <a:pt x="1510254" y="306388"/>
                    </a:cubicBezTo>
                    <a:close/>
                    <a:moveTo>
                      <a:pt x="506832" y="305899"/>
                    </a:moveTo>
                    <a:cubicBezTo>
                      <a:pt x="508297" y="305899"/>
                      <a:pt x="508663" y="304800"/>
                      <a:pt x="509030" y="305899"/>
                    </a:cubicBezTo>
                    <a:cubicBezTo>
                      <a:pt x="509396" y="307365"/>
                      <a:pt x="510129" y="307365"/>
                      <a:pt x="509030" y="308098"/>
                    </a:cubicBezTo>
                    <a:cubicBezTo>
                      <a:pt x="507931" y="308464"/>
                      <a:pt x="507931" y="308464"/>
                      <a:pt x="507198" y="309197"/>
                    </a:cubicBezTo>
                    <a:cubicBezTo>
                      <a:pt x="506465" y="309563"/>
                      <a:pt x="505732" y="309563"/>
                      <a:pt x="505366" y="309197"/>
                    </a:cubicBezTo>
                    <a:cubicBezTo>
                      <a:pt x="505366" y="308830"/>
                      <a:pt x="505366" y="308464"/>
                      <a:pt x="505732" y="308098"/>
                    </a:cubicBezTo>
                    <a:cubicBezTo>
                      <a:pt x="506099" y="307731"/>
                      <a:pt x="505732" y="306266"/>
                      <a:pt x="506832" y="305899"/>
                    </a:cubicBezTo>
                    <a:close/>
                    <a:moveTo>
                      <a:pt x="491457" y="303689"/>
                    </a:moveTo>
                    <a:cubicBezTo>
                      <a:pt x="491835" y="303689"/>
                      <a:pt x="495615" y="304642"/>
                      <a:pt x="497505" y="304166"/>
                    </a:cubicBezTo>
                    <a:cubicBezTo>
                      <a:pt x="499017" y="303213"/>
                      <a:pt x="498261" y="304166"/>
                      <a:pt x="498639" y="304642"/>
                    </a:cubicBezTo>
                    <a:cubicBezTo>
                      <a:pt x="499017" y="305118"/>
                      <a:pt x="498261" y="305118"/>
                      <a:pt x="497883" y="306071"/>
                    </a:cubicBezTo>
                    <a:cubicBezTo>
                      <a:pt x="497127" y="307500"/>
                      <a:pt x="497127" y="307024"/>
                      <a:pt x="496749" y="307500"/>
                    </a:cubicBezTo>
                    <a:cubicBezTo>
                      <a:pt x="495993" y="307976"/>
                      <a:pt x="495615" y="307976"/>
                      <a:pt x="495237" y="307024"/>
                    </a:cubicBezTo>
                    <a:cubicBezTo>
                      <a:pt x="494859" y="306547"/>
                      <a:pt x="494103" y="306547"/>
                      <a:pt x="493725" y="307024"/>
                    </a:cubicBezTo>
                    <a:cubicBezTo>
                      <a:pt x="493347" y="307024"/>
                      <a:pt x="492213" y="307024"/>
                      <a:pt x="491457" y="306071"/>
                    </a:cubicBezTo>
                    <a:cubicBezTo>
                      <a:pt x="491079" y="305118"/>
                      <a:pt x="491457" y="304166"/>
                      <a:pt x="491457" y="303689"/>
                    </a:cubicBezTo>
                    <a:close/>
                    <a:moveTo>
                      <a:pt x="489315" y="301625"/>
                    </a:moveTo>
                    <a:cubicBezTo>
                      <a:pt x="489668" y="301625"/>
                      <a:pt x="490021" y="302358"/>
                      <a:pt x="489668" y="302724"/>
                    </a:cubicBezTo>
                    <a:cubicBezTo>
                      <a:pt x="489668" y="303091"/>
                      <a:pt x="490021" y="303457"/>
                      <a:pt x="490373" y="303823"/>
                    </a:cubicBezTo>
                    <a:cubicBezTo>
                      <a:pt x="490373" y="304556"/>
                      <a:pt x="491079" y="304923"/>
                      <a:pt x="490726" y="305655"/>
                    </a:cubicBezTo>
                    <a:cubicBezTo>
                      <a:pt x="490726" y="306388"/>
                      <a:pt x="490021" y="305289"/>
                      <a:pt x="488962" y="304923"/>
                    </a:cubicBezTo>
                    <a:cubicBezTo>
                      <a:pt x="488257" y="304556"/>
                      <a:pt x="488257" y="303823"/>
                      <a:pt x="488257" y="303457"/>
                    </a:cubicBezTo>
                    <a:cubicBezTo>
                      <a:pt x="487904" y="302724"/>
                      <a:pt x="488610" y="301992"/>
                      <a:pt x="489315" y="301625"/>
                    </a:cubicBezTo>
                    <a:close/>
                    <a:moveTo>
                      <a:pt x="507047" y="301291"/>
                    </a:moveTo>
                    <a:cubicBezTo>
                      <a:pt x="507794" y="302963"/>
                      <a:pt x="508541" y="301709"/>
                      <a:pt x="507794" y="303798"/>
                    </a:cubicBezTo>
                    <a:cubicBezTo>
                      <a:pt x="507047" y="305469"/>
                      <a:pt x="505926" y="306723"/>
                      <a:pt x="505179" y="307141"/>
                    </a:cubicBezTo>
                    <a:cubicBezTo>
                      <a:pt x="504059" y="307558"/>
                      <a:pt x="504059" y="307976"/>
                      <a:pt x="503312" y="307558"/>
                    </a:cubicBezTo>
                    <a:cubicBezTo>
                      <a:pt x="502565" y="307558"/>
                      <a:pt x="502191" y="307141"/>
                      <a:pt x="502191" y="306723"/>
                    </a:cubicBezTo>
                    <a:cubicBezTo>
                      <a:pt x="502191" y="306723"/>
                      <a:pt x="502191" y="306305"/>
                      <a:pt x="502191" y="305887"/>
                    </a:cubicBezTo>
                    <a:cubicBezTo>
                      <a:pt x="502565" y="305469"/>
                      <a:pt x="504432" y="302545"/>
                      <a:pt x="505179" y="302127"/>
                    </a:cubicBezTo>
                    <a:cubicBezTo>
                      <a:pt x="505926" y="301291"/>
                      <a:pt x="506300" y="300038"/>
                      <a:pt x="507047" y="301291"/>
                    </a:cubicBezTo>
                    <a:close/>
                    <a:moveTo>
                      <a:pt x="487904" y="282972"/>
                    </a:moveTo>
                    <a:cubicBezTo>
                      <a:pt x="488290" y="282575"/>
                      <a:pt x="490993" y="282575"/>
                      <a:pt x="492152" y="282972"/>
                    </a:cubicBezTo>
                    <a:cubicBezTo>
                      <a:pt x="493310" y="282972"/>
                      <a:pt x="494083" y="282972"/>
                      <a:pt x="494469" y="282972"/>
                    </a:cubicBezTo>
                    <a:cubicBezTo>
                      <a:pt x="495241" y="282972"/>
                      <a:pt x="496786" y="283766"/>
                      <a:pt x="497172" y="284163"/>
                    </a:cubicBezTo>
                    <a:cubicBezTo>
                      <a:pt x="497944" y="284560"/>
                      <a:pt x="500647" y="286544"/>
                      <a:pt x="501420" y="286941"/>
                    </a:cubicBezTo>
                    <a:cubicBezTo>
                      <a:pt x="502192" y="286941"/>
                      <a:pt x="501420" y="288131"/>
                      <a:pt x="501420" y="288131"/>
                    </a:cubicBezTo>
                    <a:cubicBezTo>
                      <a:pt x="501420" y="288131"/>
                      <a:pt x="501034" y="288925"/>
                      <a:pt x="500647" y="288925"/>
                    </a:cubicBezTo>
                    <a:cubicBezTo>
                      <a:pt x="499875" y="288925"/>
                      <a:pt x="498717" y="288528"/>
                      <a:pt x="497944" y="288528"/>
                    </a:cubicBezTo>
                    <a:cubicBezTo>
                      <a:pt x="497172" y="288528"/>
                      <a:pt x="495627" y="287735"/>
                      <a:pt x="495241" y="287735"/>
                    </a:cubicBezTo>
                    <a:cubicBezTo>
                      <a:pt x="494855" y="287338"/>
                      <a:pt x="493696" y="286544"/>
                      <a:pt x="493310" y="286147"/>
                    </a:cubicBezTo>
                    <a:cubicBezTo>
                      <a:pt x="492538" y="285750"/>
                      <a:pt x="491379" y="284956"/>
                      <a:pt x="489835" y="284956"/>
                    </a:cubicBezTo>
                    <a:cubicBezTo>
                      <a:pt x="488676" y="284560"/>
                      <a:pt x="487904" y="282972"/>
                      <a:pt x="487904" y="282972"/>
                    </a:cubicBezTo>
                    <a:close/>
                    <a:moveTo>
                      <a:pt x="1536221" y="280133"/>
                    </a:moveTo>
                    <a:cubicBezTo>
                      <a:pt x="1537242" y="279400"/>
                      <a:pt x="1537242" y="280133"/>
                      <a:pt x="1536562" y="281232"/>
                    </a:cubicBezTo>
                    <a:cubicBezTo>
                      <a:pt x="1536221" y="282331"/>
                      <a:pt x="1534520" y="283430"/>
                      <a:pt x="1533840" y="283797"/>
                    </a:cubicBezTo>
                    <a:cubicBezTo>
                      <a:pt x="1533159" y="284163"/>
                      <a:pt x="1533159" y="283797"/>
                      <a:pt x="1533159" y="283797"/>
                    </a:cubicBezTo>
                    <a:cubicBezTo>
                      <a:pt x="1532819" y="283430"/>
                      <a:pt x="1532479" y="282698"/>
                      <a:pt x="1533500" y="282331"/>
                    </a:cubicBezTo>
                    <a:cubicBezTo>
                      <a:pt x="1534520" y="281965"/>
                      <a:pt x="1535201" y="281598"/>
                      <a:pt x="1535201" y="281598"/>
                    </a:cubicBezTo>
                    <a:cubicBezTo>
                      <a:pt x="1535201" y="281598"/>
                      <a:pt x="1535201" y="280499"/>
                      <a:pt x="1536221" y="280133"/>
                    </a:cubicBezTo>
                    <a:close/>
                    <a:moveTo>
                      <a:pt x="188866" y="277813"/>
                    </a:moveTo>
                    <a:cubicBezTo>
                      <a:pt x="189910" y="278158"/>
                      <a:pt x="191302" y="279884"/>
                      <a:pt x="191998" y="279539"/>
                    </a:cubicBezTo>
                    <a:cubicBezTo>
                      <a:pt x="193042" y="279539"/>
                      <a:pt x="195477" y="280574"/>
                      <a:pt x="196173" y="280919"/>
                    </a:cubicBezTo>
                    <a:cubicBezTo>
                      <a:pt x="197217" y="280919"/>
                      <a:pt x="198261" y="280574"/>
                      <a:pt x="198957" y="281609"/>
                    </a:cubicBezTo>
                    <a:cubicBezTo>
                      <a:pt x="200001" y="282990"/>
                      <a:pt x="200696" y="283335"/>
                      <a:pt x="201044" y="284715"/>
                    </a:cubicBezTo>
                    <a:cubicBezTo>
                      <a:pt x="201740" y="285751"/>
                      <a:pt x="201740" y="285751"/>
                      <a:pt x="202436" y="286441"/>
                    </a:cubicBezTo>
                    <a:cubicBezTo>
                      <a:pt x="203480" y="286786"/>
                      <a:pt x="203828" y="287476"/>
                      <a:pt x="205220" y="288166"/>
                    </a:cubicBezTo>
                    <a:cubicBezTo>
                      <a:pt x="206612" y="288857"/>
                      <a:pt x="206612" y="288166"/>
                      <a:pt x="207655" y="289547"/>
                    </a:cubicBezTo>
                    <a:cubicBezTo>
                      <a:pt x="209047" y="290927"/>
                      <a:pt x="210091" y="291272"/>
                      <a:pt x="209047" y="291963"/>
                    </a:cubicBezTo>
                    <a:cubicBezTo>
                      <a:pt x="207655" y="292653"/>
                      <a:pt x="208699" y="293688"/>
                      <a:pt x="206959" y="292653"/>
                    </a:cubicBezTo>
                    <a:cubicBezTo>
                      <a:pt x="205220" y="291272"/>
                      <a:pt x="204872" y="290927"/>
                      <a:pt x="203828" y="290927"/>
                    </a:cubicBezTo>
                    <a:cubicBezTo>
                      <a:pt x="202436" y="290927"/>
                      <a:pt x="202088" y="291272"/>
                      <a:pt x="201392" y="290237"/>
                    </a:cubicBezTo>
                    <a:cubicBezTo>
                      <a:pt x="201044" y="289202"/>
                      <a:pt x="202436" y="289547"/>
                      <a:pt x="201044" y="289202"/>
                    </a:cubicBezTo>
                    <a:cubicBezTo>
                      <a:pt x="199653" y="288857"/>
                      <a:pt x="198957" y="289547"/>
                      <a:pt x="198261" y="288511"/>
                    </a:cubicBezTo>
                    <a:cubicBezTo>
                      <a:pt x="197913" y="287821"/>
                      <a:pt x="198261" y="287131"/>
                      <a:pt x="197217" y="287131"/>
                    </a:cubicBezTo>
                    <a:cubicBezTo>
                      <a:pt x="195477" y="286441"/>
                      <a:pt x="194086" y="287131"/>
                      <a:pt x="194086" y="286096"/>
                    </a:cubicBezTo>
                    <a:cubicBezTo>
                      <a:pt x="194086" y="285060"/>
                      <a:pt x="194433" y="284715"/>
                      <a:pt x="194086" y="284370"/>
                    </a:cubicBezTo>
                    <a:cubicBezTo>
                      <a:pt x="194086" y="284025"/>
                      <a:pt x="192694" y="282990"/>
                      <a:pt x="192694" y="282990"/>
                    </a:cubicBezTo>
                    <a:cubicBezTo>
                      <a:pt x="192694" y="282990"/>
                      <a:pt x="193042" y="283680"/>
                      <a:pt x="190954" y="283335"/>
                    </a:cubicBezTo>
                    <a:cubicBezTo>
                      <a:pt x="189214" y="282645"/>
                      <a:pt x="189562" y="283335"/>
                      <a:pt x="189214" y="282645"/>
                    </a:cubicBezTo>
                    <a:cubicBezTo>
                      <a:pt x="188866" y="281609"/>
                      <a:pt x="187127" y="281954"/>
                      <a:pt x="187475" y="281264"/>
                    </a:cubicBezTo>
                    <a:cubicBezTo>
                      <a:pt x="187475" y="280574"/>
                      <a:pt x="186779" y="281609"/>
                      <a:pt x="187475" y="280574"/>
                    </a:cubicBezTo>
                    <a:cubicBezTo>
                      <a:pt x="188170" y="279194"/>
                      <a:pt x="186083" y="278848"/>
                      <a:pt x="185387" y="278503"/>
                    </a:cubicBezTo>
                    <a:cubicBezTo>
                      <a:pt x="184691" y="278503"/>
                      <a:pt x="188170" y="277813"/>
                      <a:pt x="188866" y="277813"/>
                    </a:cubicBezTo>
                    <a:close/>
                    <a:moveTo>
                      <a:pt x="528097" y="273409"/>
                    </a:moveTo>
                    <a:cubicBezTo>
                      <a:pt x="529179" y="273409"/>
                      <a:pt x="528457" y="273409"/>
                      <a:pt x="529901" y="273409"/>
                    </a:cubicBezTo>
                    <a:cubicBezTo>
                      <a:pt x="530983" y="273409"/>
                      <a:pt x="530261" y="273050"/>
                      <a:pt x="530983" y="273409"/>
                    </a:cubicBezTo>
                    <a:cubicBezTo>
                      <a:pt x="531705" y="274846"/>
                      <a:pt x="531705" y="274486"/>
                      <a:pt x="530622" y="274846"/>
                    </a:cubicBezTo>
                    <a:cubicBezTo>
                      <a:pt x="529540" y="275205"/>
                      <a:pt x="528818" y="274846"/>
                      <a:pt x="529179" y="275564"/>
                    </a:cubicBezTo>
                    <a:cubicBezTo>
                      <a:pt x="529540" y="276282"/>
                      <a:pt x="530261" y="275923"/>
                      <a:pt x="529901" y="277359"/>
                    </a:cubicBezTo>
                    <a:cubicBezTo>
                      <a:pt x="529540" y="278436"/>
                      <a:pt x="528097" y="279155"/>
                      <a:pt x="527375" y="279873"/>
                    </a:cubicBezTo>
                    <a:cubicBezTo>
                      <a:pt x="526653" y="280591"/>
                      <a:pt x="525932" y="280950"/>
                      <a:pt x="525932" y="281668"/>
                    </a:cubicBezTo>
                    <a:cubicBezTo>
                      <a:pt x="525932" y="282386"/>
                      <a:pt x="525932" y="282745"/>
                      <a:pt x="525932" y="283104"/>
                    </a:cubicBezTo>
                    <a:cubicBezTo>
                      <a:pt x="525932" y="283464"/>
                      <a:pt x="525932" y="283104"/>
                      <a:pt x="525210" y="284182"/>
                    </a:cubicBezTo>
                    <a:cubicBezTo>
                      <a:pt x="524849" y="285259"/>
                      <a:pt x="524849" y="285618"/>
                      <a:pt x="524849" y="285618"/>
                    </a:cubicBezTo>
                    <a:cubicBezTo>
                      <a:pt x="524849" y="285618"/>
                      <a:pt x="525571" y="284900"/>
                      <a:pt x="526653" y="283823"/>
                    </a:cubicBezTo>
                    <a:cubicBezTo>
                      <a:pt x="527736" y="282745"/>
                      <a:pt x="527375" y="282745"/>
                      <a:pt x="527736" y="282745"/>
                    </a:cubicBezTo>
                    <a:cubicBezTo>
                      <a:pt x="528457" y="282745"/>
                      <a:pt x="528457" y="283104"/>
                      <a:pt x="529179" y="283104"/>
                    </a:cubicBezTo>
                    <a:cubicBezTo>
                      <a:pt x="529901" y="283104"/>
                      <a:pt x="530622" y="283104"/>
                      <a:pt x="530983" y="283104"/>
                    </a:cubicBezTo>
                    <a:cubicBezTo>
                      <a:pt x="530983" y="283104"/>
                      <a:pt x="531344" y="283464"/>
                      <a:pt x="530261" y="284182"/>
                    </a:cubicBezTo>
                    <a:cubicBezTo>
                      <a:pt x="529540" y="284900"/>
                      <a:pt x="529540" y="284541"/>
                      <a:pt x="529540" y="284900"/>
                    </a:cubicBezTo>
                    <a:cubicBezTo>
                      <a:pt x="529179" y="285618"/>
                      <a:pt x="528818" y="285618"/>
                      <a:pt x="528818" y="286336"/>
                    </a:cubicBezTo>
                    <a:cubicBezTo>
                      <a:pt x="528818" y="286695"/>
                      <a:pt x="529179" y="286695"/>
                      <a:pt x="529901" y="286695"/>
                    </a:cubicBezTo>
                    <a:cubicBezTo>
                      <a:pt x="530622" y="286695"/>
                      <a:pt x="531705" y="286336"/>
                      <a:pt x="531705" y="286695"/>
                    </a:cubicBezTo>
                    <a:cubicBezTo>
                      <a:pt x="532426" y="287413"/>
                      <a:pt x="532426" y="288850"/>
                      <a:pt x="532426" y="288850"/>
                    </a:cubicBezTo>
                    <a:cubicBezTo>
                      <a:pt x="532426" y="288850"/>
                      <a:pt x="533148" y="288850"/>
                      <a:pt x="533509" y="288491"/>
                    </a:cubicBezTo>
                    <a:cubicBezTo>
                      <a:pt x="533869" y="288132"/>
                      <a:pt x="533869" y="287413"/>
                      <a:pt x="534230" y="287413"/>
                    </a:cubicBezTo>
                    <a:cubicBezTo>
                      <a:pt x="534952" y="287054"/>
                      <a:pt x="535313" y="286336"/>
                      <a:pt x="535313" y="286336"/>
                    </a:cubicBezTo>
                    <a:cubicBezTo>
                      <a:pt x="535313" y="286336"/>
                      <a:pt x="536395" y="284900"/>
                      <a:pt x="536395" y="285618"/>
                    </a:cubicBezTo>
                    <a:cubicBezTo>
                      <a:pt x="536395" y="286695"/>
                      <a:pt x="537838" y="287054"/>
                      <a:pt x="537838" y="286695"/>
                    </a:cubicBezTo>
                    <a:cubicBezTo>
                      <a:pt x="538199" y="286336"/>
                      <a:pt x="538560" y="287054"/>
                      <a:pt x="538920" y="287054"/>
                    </a:cubicBezTo>
                    <a:cubicBezTo>
                      <a:pt x="539281" y="287054"/>
                      <a:pt x="540724" y="287413"/>
                      <a:pt x="540724" y="288132"/>
                    </a:cubicBezTo>
                    <a:cubicBezTo>
                      <a:pt x="540724" y="288491"/>
                      <a:pt x="540364" y="288850"/>
                      <a:pt x="540003" y="289209"/>
                    </a:cubicBezTo>
                    <a:cubicBezTo>
                      <a:pt x="540003" y="289927"/>
                      <a:pt x="539281" y="289209"/>
                      <a:pt x="538920" y="289927"/>
                    </a:cubicBezTo>
                    <a:cubicBezTo>
                      <a:pt x="538199" y="291004"/>
                      <a:pt x="538920" y="291004"/>
                      <a:pt x="538920" y="291722"/>
                    </a:cubicBezTo>
                    <a:cubicBezTo>
                      <a:pt x="538920" y="292441"/>
                      <a:pt x="540003" y="291363"/>
                      <a:pt x="538920" y="292441"/>
                    </a:cubicBezTo>
                    <a:cubicBezTo>
                      <a:pt x="538199" y="293159"/>
                      <a:pt x="538920" y="292800"/>
                      <a:pt x="538920" y="292800"/>
                    </a:cubicBezTo>
                    <a:cubicBezTo>
                      <a:pt x="538920" y="292800"/>
                      <a:pt x="540003" y="293518"/>
                      <a:pt x="540364" y="293159"/>
                    </a:cubicBezTo>
                    <a:cubicBezTo>
                      <a:pt x="541085" y="292800"/>
                      <a:pt x="541446" y="292441"/>
                      <a:pt x="541807" y="292082"/>
                    </a:cubicBezTo>
                    <a:cubicBezTo>
                      <a:pt x="542168" y="292082"/>
                      <a:pt x="543250" y="291363"/>
                      <a:pt x="543250" y="292082"/>
                    </a:cubicBezTo>
                    <a:cubicBezTo>
                      <a:pt x="543250" y="292441"/>
                      <a:pt x="543250" y="292082"/>
                      <a:pt x="542168" y="293159"/>
                    </a:cubicBezTo>
                    <a:cubicBezTo>
                      <a:pt x="541085" y="293877"/>
                      <a:pt x="540724" y="293877"/>
                      <a:pt x="540364" y="294595"/>
                    </a:cubicBezTo>
                    <a:cubicBezTo>
                      <a:pt x="538560" y="296391"/>
                      <a:pt x="538560" y="296031"/>
                      <a:pt x="538560" y="296750"/>
                    </a:cubicBezTo>
                    <a:cubicBezTo>
                      <a:pt x="538560" y="296750"/>
                      <a:pt x="539642" y="297827"/>
                      <a:pt x="540364" y="297468"/>
                    </a:cubicBezTo>
                    <a:cubicBezTo>
                      <a:pt x="540724" y="297109"/>
                      <a:pt x="540724" y="296031"/>
                      <a:pt x="541446" y="295672"/>
                    </a:cubicBezTo>
                    <a:cubicBezTo>
                      <a:pt x="542168" y="294954"/>
                      <a:pt x="542889" y="294954"/>
                      <a:pt x="542889" y="294954"/>
                    </a:cubicBezTo>
                    <a:cubicBezTo>
                      <a:pt x="543250" y="296391"/>
                      <a:pt x="543250" y="296750"/>
                      <a:pt x="542889" y="297109"/>
                    </a:cubicBezTo>
                    <a:cubicBezTo>
                      <a:pt x="542528" y="297468"/>
                      <a:pt x="542528" y="298186"/>
                      <a:pt x="542528" y="298186"/>
                    </a:cubicBezTo>
                    <a:cubicBezTo>
                      <a:pt x="542528" y="298186"/>
                      <a:pt x="542528" y="298186"/>
                      <a:pt x="544332" y="297468"/>
                    </a:cubicBezTo>
                    <a:cubicBezTo>
                      <a:pt x="544332" y="297468"/>
                      <a:pt x="545054" y="298545"/>
                      <a:pt x="544693" y="298904"/>
                    </a:cubicBezTo>
                    <a:cubicBezTo>
                      <a:pt x="544332" y="299622"/>
                      <a:pt x="544332" y="299263"/>
                      <a:pt x="543972" y="299981"/>
                    </a:cubicBezTo>
                    <a:cubicBezTo>
                      <a:pt x="543611" y="300700"/>
                      <a:pt x="543611" y="300700"/>
                      <a:pt x="543611" y="301418"/>
                    </a:cubicBezTo>
                    <a:cubicBezTo>
                      <a:pt x="543250" y="301777"/>
                      <a:pt x="543972" y="301418"/>
                      <a:pt x="543250" y="302495"/>
                    </a:cubicBezTo>
                    <a:cubicBezTo>
                      <a:pt x="542168" y="303213"/>
                      <a:pt x="541446" y="303213"/>
                      <a:pt x="541446" y="303213"/>
                    </a:cubicBezTo>
                    <a:cubicBezTo>
                      <a:pt x="541446" y="303213"/>
                      <a:pt x="541446" y="303213"/>
                      <a:pt x="540003" y="301059"/>
                    </a:cubicBezTo>
                    <a:cubicBezTo>
                      <a:pt x="540003" y="301059"/>
                      <a:pt x="540003" y="301059"/>
                      <a:pt x="538199" y="302136"/>
                    </a:cubicBezTo>
                    <a:cubicBezTo>
                      <a:pt x="537838" y="300340"/>
                      <a:pt x="537838" y="299981"/>
                      <a:pt x="537838" y="299263"/>
                    </a:cubicBezTo>
                    <a:cubicBezTo>
                      <a:pt x="537838" y="298904"/>
                      <a:pt x="537838" y="298904"/>
                      <a:pt x="537838" y="298904"/>
                    </a:cubicBezTo>
                    <a:cubicBezTo>
                      <a:pt x="536395" y="298186"/>
                      <a:pt x="535673" y="297827"/>
                      <a:pt x="535673" y="298545"/>
                    </a:cubicBezTo>
                    <a:cubicBezTo>
                      <a:pt x="536034" y="298904"/>
                      <a:pt x="534952" y="299263"/>
                      <a:pt x="534230" y="299622"/>
                    </a:cubicBezTo>
                    <a:cubicBezTo>
                      <a:pt x="533509" y="299981"/>
                      <a:pt x="533148" y="300340"/>
                      <a:pt x="532787" y="301059"/>
                    </a:cubicBezTo>
                    <a:cubicBezTo>
                      <a:pt x="532426" y="301418"/>
                      <a:pt x="532065" y="301777"/>
                      <a:pt x="531344" y="302136"/>
                    </a:cubicBezTo>
                    <a:cubicBezTo>
                      <a:pt x="530622" y="302136"/>
                      <a:pt x="530622" y="302136"/>
                      <a:pt x="529901" y="302136"/>
                    </a:cubicBezTo>
                    <a:cubicBezTo>
                      <a:pt x="529540" y="301777"/>
                      <a:pt x="528818" y="302136"/>
                      <a:pt x="529179" y="301418"/>
                    </a:cubicBezTo>
                    <a:cubicBezTo>
                      <a:pt x="529179" y="301059"/>
                      <a:pt x="529540" y="301059"/>
                      <a:pt x="530261" y="300700"/>
                    </a:cubicBezTo>
                    <a:cubicBezTo>
                      <a:pt x="530983" y="300340"/>
                      <a:pt x="530983" y="300340"/>
                      <a:pt x="531344" y="299981"/>
                    </a:cubicBezTo>
                    <a:cubicBezTo>
                      <a:pt x="531344" y="299981"/>
                      <a:pt x="530983" y="298904"/>
                      <a:pt x="530261" y="298545"/>
                    </a:cubicBezTo>
                    <a:cubicBezTo>
                      <a:pt x="529901" y="298545"/>
                      <a:pt x="529901" y="298545"/>
                      <a:pt x="529901" y="297827"/>
                    </a:cubicBezTo>
                    <a:cubicBezTo>
                      <a:pt x="529901" y="297109"/>
                      <a:pt x="530261" y="296391"/>
                      <a:pt x="529540" y="296391"/>
                    </a:cubicBezTo>
                    <a:cubicBezTo>
                      <a:pt x="528818" y="296391"/>
                      <a:pt x="528818" y="296750"/>
                      <a:pt x="527736" y="297109"/>
                    </a:cubicBezTo>
                    <a:cubicBezTo>
                      <a:pt x="526653" y="297468"/>
                      <a:pt x="525932" y="297827"/>
                      <a:pt x="525571" y="297827"/>
                    </a:cubicBezTo>
                    <a:cubicBezTo>
                      <a:pt x="525571" y="297827"/>
                      <a:pt x="525210" y="297827"/>
                      <a:pt x="524128" y="297827"/>
                    </a:cubicBezTo>
                    <a:cubicBezTo>
                      <a:pt x="522685" y="297827"/>
                      <a:pt x="523406" y="297468"/>
                      <a:pt x="521963" y="297827"/>
                    </a:cubicBezTo>
                    <a:cubicBezTo>
                      <a:pt x="520520" y="297827"/>
                      <a:pt x="518716" y="297827"/>
                      <a:pt x="517994" y="297827"/>
                    </a:cubicBezTo>
                    <a:cubicBezTo>
                      <a:pt x="517634" y="297827"/>
                      <a:pt x="516190" y="297468"/>
                      <a:pt x="515469" y="297468"/>
                    </a:cubicBezTo>
                    <a:cubicBezTo>
                      <a:pt x="514386" y="297827"/>
                      <a:pt x="513304" y="297468"/>
                      <a:pt x="513304" y="297468"/>
                    </a:cubicBezTo>
                    <a:cubicBezTo>
                      <a:pt x="513304" y="297468"/>
                      <a:pt x="513304" y="296391"/>
                      <a:pt x="513665" y="295672"/>
                    </a:cubicBezTo>
                    <a:cubicBezTo>
                      <a:pt x="514386" y="294954"/>
                      <a:pt x="514386" y="294954"/>
                      <a:pt x="515108" y="294595"/>
                    </a:cubicBezTo>
                    <a:cubicBezTo>
                      <a:pt x="515469" y="294236"/>
                      <a:pt x="516190" y="293877"/>
                      <a:pt x="516190" y="293877"/>
                    </a:cubicBezTo>
                    <a:cubicBezTo>
                      <a:pt x="516190" y="293877"/>
                      <a:pt x="516912" y="292800"/>
                      <a:pt x="516190" y="292800"/>
                    </a:cubicBezTo>
                    <a:cubicBezTo>
                      <a:pt x="515469" y="292800"/>
                      <a:pt x="514747" y="292441"/>
                      <a:pt x="514747" y="292441"/>
                    </a:cubicBezTo>
                    <a:cubicBezTo>
                      <a:pt x="514747" y="292441"/>
                      <a:pt x="515108" y="291722"/>
                      <a:pt x="515469" y="291363"/>
                    </a:cubicBezTo>
                    <a:cubicBezTo>
                      <a:pt x="516190" y="291004"/>
                      <a:pt x="516551" y="291004"/>
                      <a:pt x="516912" y="290286"/>
                    </a:cubicBezTo>
                    <a:cubicBezTo>
                      <a:pt x="517273" y="289568"/>
                      <a:pt x="517273" y="289568"/>
                      <a:pt x="517273" y="289209"/>
                    </a:cubicBezTo>
                    <a:cubicBezTo>
                      <a:pt x="517273" y="288491"/>
                      <a:pt x="517273" y="288132"/>
                      <a:pt x="517994" y="287773"/>
                    </a:cubicBezTo>
                    <a:cubicBezTo>
                      <a:pt x="517994" y="287773"/>
                      <a:pt x="517994" y="287773"/>
                      <a:pt x="519077" y="286695"/>
                    </a:cubicBezTo>
                    <a:cubicBezTo>
                      <a:pt x="519077" y="286695"/>
                      <a:pt x="519077" y="286695"/>
                      <a:pt x="520159" y="285618"/>
                    </a:cubicBezTo>
                    <a:cubicBezTo>
                      <a:pt x="520159" y="285618"/>
                      <a:pt x="520520" y="284541"/>
                      <a:pt x="520159" y="284182"/>
                    </a:cubicBezTo>
                    <a:cubicBezTo>
                      <a:pt x="520159" y="283464"/>
                      <a:pt x="520159" y="283104"/>
                      <a:pt x="520520" y="282745"/>
                    </a:cubicBezTo>
                    <a:cubicBezTo>
                      <a:pt x="521241" y="281668"/>
                      <a:pt x="521602" y="280950"/>
                      <a:pt x="521963" y="280232"/>
                    </a:cubicBezTo>
                    <a:cubicBezTo>
                      <a:pt x="522685" y="279514"/>
                      <a:pt x="523045" y="279155"/>
                      <a:pt x="523406" y="278795"/>
                    </a:cubicBezTo>
                    <a:cubicBezTo>
                      <a:pt x="523767" y="278077"/>
                      <a:pt x="524849" y="277718"/>
                      <a:pt x="525210" y="277000"/>
                    </a:cubicBezTo>
                    <a:cubicBezTo>
                      <a:pt x="525571" y="276282"/>
                      <a:pt x="525571" y="274846"/>
                      <a:pt x="526653" y="274486"/>
                    </a:cubicBezTo>
                    <a:cubicBezTo>
                      <a:pt x="527375" y="274127"/>
                      <a:pt x="527375" y="273768"/>
                      <a:pt x="528097" y="273409"/>
                    </a:cubicBezTo>
                    <a:close/>
                    <a:moveTo>
                      <a:pt x="175166" y="258763"/>
                    </a:moveTo>
                    <a:cubicBezTo>
                      <a:pt x="175166" y="258763"/>
                      <a:pt x="175743" y="259784"/>
                      <a:pt x="176898" y="260804"/>
                    </a:cubicBezTo>
                    <a:cubicBezTo>
                      <a:pt x="177764" y="261485"/>
                      <a:pt x="178052" y="261145"/>
                      <a:pt x="178052" y="261825"/>
                    </a:cubicBezTo>
                    <a:cubicBezTo>
                      <a:pt x="178052" y="262505"/>
                      <a:pt x="178341" y="263526"/>
                      <a:pt x="177764" y="263186"/>
                    </a:cubicBezTo>
                    <a:cubicBezTo>
                      <a:pt x="177186" y="262846"/>
                      <a:pt x="176321" y="262165"/>
                      <a:pt x="175743" y="261145"/>
                    </a:cubicBezTo>
                    <a:cubicBezTo>
                      <a:pt x="175166" y="260124"/>
                      <a:pt x="175166" y="259444"/>
                      <a:pt x="175166" y="258763"/>
                    </a:cubicBezTo>
                    <a:close/>
                    <a:moveTo>
                      <a:pt x="1471787" y="256311"/>
                    </a:moveTo>
                    <a:cubicBezTo>
                      <a:pt x="1471787" y="256311"/>
                      <a:pt x="1473253" y="255588"/>
                      <a:pt x="1474352" y="257395"/>
                    </a:cubicBezTo>
                    <a:cubicBezTo>
                      <a:pt x="1475817" y="258840"/>
                      <a:pt x="1474352" y="257395"/>
                      <a:pt x="1474352" y="258478"/>
                    </a:cubicBezTo>
                    <a:cubicBezTo>
                      <a:pt x="1474718" y="259562"/>
                      <a:pt x="1474718" y="259562"/>
                      <a:pt x="1474718" y="259924"/>
                    </a:cubicBezTo>
                    <a:cubicBezTo>
                      <a:pt x="1474718" y="260285"/>
                      <a:pt x="1474718" y="261008"/>
                      <a:pt x="1474718" y="261369"/>
                    </a:cubicBezTo>
                    <a:cubicBezTo>
                      <a:pt x="1475085" y="261730"/>
                      <a:pt x="1475451" y="262453"/>
                      <a:pt x="1475451" y="262453"/>
                    </a:cubicBezTo>
                    <a:cubicBezTo>
                      <a:pt x="1475451" y="262453"/>
                      <a:pt x="1475817" y="263537"/>
                      <a:pt x="1475817" y="263537"/>
                    </a:cubicBezTo>
                    <a:cubicBezTo>
                      <a:pt x="1475817" y="263898"/>
                      <a:pt x="1475817" y="266788"/>
                      <a:pt x="1476550" y="266788"/>
                    </a:cubicBezTo>
                    <a:cubicBezTo>
                      <a:pt x="1477283" y="266788"/>
                      <a:pt x="1476550" y="267511"/>
                      <a:pt x="1475817" y="268595"/>
                    </a:cubicBezTo>
                    <a:cubicBezTo>
                      <a:pt x="1475085" y="270040"/>
                      <a:pt x="1475817" y="268595"/>
                      <a:pt x="1475451" y="269679"/>
                    </a:cubicBezTo>
                    <a:cubicBezTo>
                      <a:pt x="1475451" y="270401"/>
                      <a:pt x="1475451" y="270401"/>
                      <a:pt x="1475451" y="270763"/>
                    </a:cubicBezTo>
                    <a:cubicBezTo>
                      <a:pt x="1475085" y="271485"/>
                      <a:pt x="1475817" y="272930"/>
                      <a:pt x="1475817" y="273292"/>
                    </a:cubicBezTo>
                    <a:cubicBezTo>
                      <a:pt x="1475817" y="273653"/>
                      <a:pt x="1476184" y="274376"/>
                      <a:pt x="1476184" y="274376"/>
                    </a:cubicBezTo>
                    <a:cubicBezTo>
                      <a:pt x="1476184" y="274737"/>
                      <a:pt x="1476916" y="276182"/>
                      <a:pt x="1477283" y="276182"/>
                    </a:cubicBezTo>
                    <a:cubicBezTo>
                      <a:pt x="1477649" y="276543"/>
                      <a:pt x="1477649" y="277989"/>
                      <a:pt x="1478015" y="278711"/>
                    </a:cubicBezTo>
                    <a:cubicBezTo>
                      <a:pt x="1478015" y="279434"/>
                      <a:pt x="1477649" y="278711"/>
                      <a:pt x="1477283" y="279434"/>
                    </a:cubicBezTo>
                    <a:cubicBezTo>
                      <a:pt x="1477283" y="279795"/>
                      <a:pt x="1477283" y="280879"/>
                      <a:pt x="1477283" y="281240"/>
                    </a:cubicBezTo>
                    <a:cubicBezTo>
                      <a:pt x="1477649" y="281963"/>
                      <a:pt x="1477649" y="282324"/>
                      <a:pt x="1478015" y="283047"/>
                    </a:cubicBezTo>
                    <a:cubicBezTo>
                      <a:pt x="1478748" y="284131"/>
                      <a:pt x="1478748" y="284853"/>
                      <a:pt x="1479114" y="285576"/>
                    </a:cubicBezTo>
                    <a:cubicBezTo>
                      <a:pt x="1479114" y="285937"/>
                      <a:pt x="1479481" y="286660"/>
                      <a:pt x="1479481" y="287021"/>
                    </a:cubicBezTo>
                    <a:cubicBezTo>
                      <a:pt x="1479481" y="287382"/>
                      <a:pt x="1480580" y="288827"/>
                      <a:pt x="1480580" y="288827"/>
                    </a:cubicBezTo>
                    <a:cubicBezTo>
                      <a:pt x="1480580" y="288827"/>
                      <a:pt x="1481313" y="290273"/>
                      <a:pt x="1481679" y="290634"/>
                    </a:cubicBezTo>
                    <a:cubicBezTo>
                      <a:pt x="1481313" y="290634"/>
                      <a:pt x="1480580" y="290273"/>
                      <a:pt x="1480580" y="289911"/>
                    </a:cubicBezTo>
                    <a:cubicBezTo>
                      <a:pt x="1480580" y="289550"/>
                      <a:pt x="1479481" y="289550"/>
                      <a:pt x="1479481" y="289189"/>
                    </a:cubicBezTo>
                    <a:cubicBezTo>
                      <a:pt x="1479481" y="288827"/>
                      <a:pt x="1477649" y="288827"/>
                      <a:pt x="1477649" y="288827"/>
                    </a:cubicBezTo>
                    <a:cubicBezTo>
                      <a:pt x="1477649" y="288827"/>
                      <a:pt x="1476550" y="288827"/>
                      <a:pt x="1476184" y="288827"/>
                    </a:cubicBezTo>
                    <a:cubicBezTo>
                      <a:pt x="1475817" y="288466"/>
                      <a:pt x="1475451" y="289189"/>
                      <a:pt x="1475085" y="288827"/>
                    </a:cubicBezTo>
                    <a:cubicBezTo>
                      <a:pt x="1474718" y="288827"/>
                      <a:pt x="1474718" y="289550"/>
                      <a:pt x="1474718" y="289911"/>
                    </a:cubicBezTo>
                    <a:cubicBezTo>
                      <a:pt x="1474352" y="290273"/>
                      <a:pt x="1474718" y="290273"/>
                      <a:pt x="1474718" y="290634"/>
                    </a:cubicBezTo>
                    <a:cubicBezTo>
                      <a:pt x="1474352" y="290995"/>
                      <a:pt x="1473985" y="292079"/>
                      <a:pt x="1473619" y="292802"/>
                    </a:cubicBezTo>
                    <a:cubicBezTo>
                      <a:pt x="1473619" y="292802"/>
                      <a:pt x="1472886" y="293524"/>
                      <a:pt x="1472886" y="293886"/>
                    </a:cubicBezTo>
                    <a:cubicBezTo>
                      <a:pt x="1472886" y="294247"/>
                      <a:pt x="1473253" y="294969"/>
                      <a:pt x="1473253" y="294969"/>
                    </a:cubicBezTo>
                    <a:cubicBezTo>
                      <a:pt x="1473253" y="294969"/>
                      <a:pt x="1473253" y="294969"/>
                      <a:pt x="1473253" y="296415"/>
                    </a:cubicBezTo>
                    <a:cubicBezTo>
                      <a:pt x="1473253" y="296415"/>
                      <a:pt x="1473253" y="296415"/>
                      <a:pt x="1472520" y="298944"/>
                    </a:cubicBezTo>
                    <a:cubicBezTo>
                      <a:pt x="1472520" y="298944"/>
                      <a:pt x="1472520" y="298944"/>
                      <a:pt x="1472520" y="299666"/>
                    </a:cubicBezTo>
                    <a:cubicBezTo>
                      <a:pt x="1472520" y="299666"/>
                      <a:pt x="1473253" y="300750"/>
                      <a:pt x="1473619" y="300750"/>
                    </a:cubicBezTo>
                    <a:cubicBezTo>
                      <a:pt x="1473985" y="300750"/>
                      <a:pt x="1473985" y="301473"/>
                      <a:pt x="1474352" y="301834"/>
                    </a:cubicBezTo>
                    <a:cubicBezTo>
                      <a:pt x="1474718" y="302195"/>
                      <a:pt x="1475085" y="302557"/>
                      <a:pt x="1475085" y="302557"/>
                    </a:cubicBezTo>
                    <a:cubicBezTo>
                      <a:pt x="1475085" y="302557"/>
                      <a:pt x="1475085" y="302557"/>
                      <a:pt x="1475451" y="303641"/>
                    </a:cubicBezTo>
                    <a:cubicBezTo>
                      <a:pt x="1475451" y="303641"/>
                      <a:pt x="1476184" y="304002"/>
                      <a:pt x="1476550" y="304002"/>
                    </a:cubicBezTo>
                    <a:cubicBezTo>
                      <a:pt x="1476916" y="304002"/>
                      <a:pt x="1476916" y="305086"/>
                      <a:pt x="1476916" y="305086"/>
                    </a:cubicBezTo>
                    <a:cubicBezTo>
                      <a:pt x="1476916" y="305086"/>
                      <a:pt x="1476916" y="305086"/>
                      <a:pt x="1476916" y="305808"/>
                    </a:cubicBezTo>
                    <a:cubicBezTo>
                      <a:pt x="1476916" y="305808"/>
                      <a:pt x="1476916" y="306170"/>
                      <a:pt x="1476916" y="306892"/>
                    </a:cubicBezTo>
                    <a:cubicBezTo>
                      <a:pt x="1476916" y="307254"/>
                      <a:pt x="1476550" y="307254"/>
                      <a:pt x="1476184" y="307615"/>
                    </a:cubicBezTo>
                    <a:cubicBezTo>
                      <a:pt x="1475817" y="307976"/>
                      <a:pt x="1476184" y="306892"/>
                      <a:pt x="1475817" y="306531"/>
                    </a:cubicBezTo>
                    <a:cubicBezTo>
                      <a:pt x="1475817" y="306170"/>
                      <a:pt x="1475451" y="306170"/>
                      <a:pt x="1475451" y="305808"/>
                    </a:cubicBezTo>
                    <a:cubicBezTo>
                      <a:pt x="1475451" y="305447"/>
                      <a:pt x="1474352" y="305808"/>
                      <a:pt x="1473985" y="305447"/>
                    </a:cubicBezTo>
                    <a:cubicBezTo>
                      <a:pt x="1473985" y="305086"/>
                      <a:pt x="1472886" y="305086"/>
                      <a:pt x="1472886" y="304724"/>
                    </a:cubicBezTo>
                    <a:cubicBezTo>
                      <a:pt x="1472520" y="304724"/>
                      <a:pt x="1472154" y="304724"/>
                      <a:pt x="1471787" y="304724"/>
                    </a:cubicBezTo>
                    <a:cubicBezTo>
                      <a:pt x="1471421" y="304724"/>
                      <a:pt x="1471421" y="305447"/>
                      <a:pt x="1471421" y="305808"/>
                    </a:cubicBezTo>
                    <a:cubicBezTo>
                      <a:pt x="1471421" y="306170"/>
                      <a:pt x="1471055" y="306892"/>
                      <a:pt x="1470688" y="307254"/>
                    </a:cubicBezTo>
                    <a:cubicBezTo>
                      <a:pt x="1470688" y="307615"/>
                      <a:pt x="1470322" y="307976"/>
                      <a:pt x="1469956" y="307976"/>
                    </a:cubicBezTo>
                    <a:cubicBezTo>
                      <a:pt x="1469223" y="307976"/>
                      <a:pt x="1469223" y="307976"/>
                      <a:pt x="1469223" y="307976"/>
                    </a:cubicBezTo>
                    <a:cubicBezTo>
                      <a:pt x="1468856" y="307976"/>
                      <a:pt x="1469223" y="306892"/>
                      <a:pt x="1469223" y="306531"/>
                    </a:cubicBezTo>
                    <a:cubicBezTo>
                      <a:pt x="1469223" y="306170"/>
                      <a:pt x="1468856" y="306170"/>
                      <a:pt x="1468490" y="306170"/>
                    </a:cubicBezTo>
                    <a:cubicBezTo>
                      <a:pt x="1468124" y="305808"/>
                      <a:pt x="1468124" y="305447"/>
                      <a:pt x="1468124" y="305086"/>
                    </a:cubicBezTo>
                    <a:cubicBezTo>
                      <a:pt x="1468124" y="304363"/>
                      <a:pt x="1468124" y="304724"/>
                      <a:pt x="1468490" y="304002"/>
                    </a:cubicBezTo>
                    <a:cubicBezTo>
                      <a:pt x="1468490" y="302918"/>
                      <a:pt x="1468490" y="304002"/>
                      <a:pt x="1468490" y="303641"/>
                    </a:cubicBezTo>
                    <a:cubicBezTo>
                      <a:pt x="1468856" y="302918"/>
                      <a:pt x="1469223" y="302557"/>
                      <a:pt x="1469223" y="302195"/>
                    </a:cubicBezTo>
                    <a:cubicBezTo>
                      <a:pt x="1469223" y="302195"/>
                      <a:pt x="1469223" y="301111"/>
                      <a:pt x="1469223" y="301111"/>
                    </a:cubicBezTo>
                    <a:cubicBezTo>
                      <a:pt x="1469223" y="301111"/>
                      <a:pt x="1469223" y="301834"/>
                      <a:pt x="1468490" y="300028"/>
                    </a:cubicBezTo>
                    <a:cubicBezTo>
                      <a:pt x="1468490" y="299666"/>
                      <a:pt x="1468490" y="298944"/>
                      <a:pt x="1468490" y="298582"/>
                    </a:cubicBezTo>
                    <a:cubicBezTo>
                      <a:pt x="1468490" y="298221"/>
                      <a:pt x="1469223" y="297499"/>
                      <a:pt x="1469223" y="297499"/>
                    </a:cubicBezTo>
                    <a:cubicBezTo>
                      <a:pt x="1469223" y="297499"/>
                      <a:pt x="1469589" y="296776"/>
                      <a:pt x="1469956" y="296415"/>
                    </a:cubicBezTo>
                    <a:cubicBezTo>
                      <a:pt x="1470322" y="296053"/>
                      <a:pt x="1469956" y="295692"/>
                      <a:pt x="1469956" y="294969"/>
                    </a:cubicBezTo>
                    <a:cubicBezTo>
                      <a:pt x="1469956" y="293886"/>
                      <a:pt x="1469956" y="293886"/>
                      <a:pt x="1469589" y="293524"/>
                    </a:cubicBezTo>
                    <a:cubicBezTo>
                      <a:pt x="1469589" y="293163"/>
                      <a:pt x="1469223" y="292802"/>
                      <a:pt x="1469223" y="292802"/>
                    </a:cubicBezTo>
                    <a:cubicBezTo>
                      <a:pt x="1469223" y="292440"/>
                      <a:pt x="1468856" y="291718"/>
                      <a:pt x="1468490" y="290995"/>
                    </a:cubicBezTo>
                    <a:cubicBezTo>
                      <a:pt x="1468490" y="290634"/>
                      <a:pt x="1468490" y="290273"/>
                      <a:pt x="1468856" y="289911"/>
                    </a:cubicBezTo>
                    <a:cubicBezTo>
                      <a:pt x="1468856" y="289550"/>
                      <a:pt x="1469956" y="289189"/>
                      <a:pt x="1469956" y="286660"/>
                    </a:cubicBezTo>
                    <a:cubicBezTo>
                      <a:pt x="1470322" y="284131"/>
                      <a:pt x="1469956" y="285937"/>
                      <a:pt x="1470322" y="283047"/>
                    </a:cubicBezTo>
                    <a:cubicBezTo>
                      <a:pt x="1470322" y="280156"/>
                      <a:pt x="1470322" y="282685"/>
                      <a:pt x="1469956" y="282324"/>
                    </a:cubicBezTo>
                    <a:cubicBezTo>
                      <a:pt x="1469956" y="281963"/>
                      <a:pt x="1469956" y="281963"/>
                      <a:pt x="1469956" y="281240"/>
                    </a:cubicBezTo>
                    <a:cubicBezTo>
                      <a:pt x="1469956" y="280518"/>
                      <a:pt x="1469589" y="280518"/>
                      <a:pt x="1469589" y="279795"/>
                    </a:cubicBezTo>
                    <a:cubicBezTo>
                      <a:pt x="1469956" y="278711"/>
                      <a:pt x="1469589" y="279795"/>
                      <a:pt x="1469956" y="279434"/>
                    </a:cubicBezTo>
                    <a:cubicBezTo>
                      <a:pt x="1469956" y="279434"/>
                      <a:pt x="1470322" y="279072"/>
                      <a:pt x="1470688" y="279072"/>
                    </a:cubicBezTo>
                    <a:cubicBezTo>
                      <a:pt x="1470688" y="278711"/>
                      <a:pt x="1470688" y="277989"/>
                      <a:pt x="1470322" y="277627"/>
                    </a:cubicBezTo>
                    <a:cubicBezTo>
                      <a:pt x="1470322" y="277266"/>
                      <a:pt x="1470322" y="276543"/>
                      <a:pt x="1470322" y="276182"/>
                    </a:cubicBezTo>
                    <a:cubicBezTo>
                      <a:pt x="1469956" y="275459"/>
                      <a:pt x="1469956" y="275459"/>
                      <a:pt x="1469956" y="275098"/>
                    </a:cubicBezTo>
                    <a:cubicBezTo>
                      <a:pt x="1469589" y="274737"/>
                      <a:pt x="1469223" y="274737"/>
                      <a:pt x="1469223" y="274376"/>
                    </a:cubicBezTo>
                    <a:cubicBezTo>
                      <a:pt x="1468856" y="274014"/>
                      <a:pt x="1468856" y="273653"/>
                      <a:pt x="1468490" y="273292"/>
                    </a:cubicBezTo>
                    <a:cubicBezTo>
                      <a:pt x="1468490" y="272930"/>
                      <a:pt x="1467757" y="272569"/>
                      <a:pt x="1467391" y="271485"/>
                    </a:cubicBezTo>
                    <a:cubicBezTo>
                      <a:pt x="1467391" y="270763"/>
                      <a:pt x="1467391" y="271124"/>
                      <a:pt x="1467757" y="270401"/>
                    </a:cubicBezTo>
                    <a:cubicBezTo>
                      <a:pt x="1468124" y="270040"/>
                      <a:pt x="1468124" y="270040"/>
                      <a:pt x="1468124" y="268956"/>
                    </a:cubicBezTo>
                    <a:cubicBezTo>
                      <a:pt x="1468124" y="267872"/>
                      <a:pt x="1468124" y="268595"/>
                      <a:pt x="1468490" y="267872"/>
                    </a:cubicBezTo>
                    <a:cubicBezTo>
                      <a:pt x="1468856" y="267511"/>
                      <a:pt x="1468856" y="267150"/>
                      <a:pt x="1468856" y="266427"/>
                    </a:cubicBezTo>
                    <a:cubicBezTo>
                      <a:pt x="1468856" y="265704"/>
                      <a:pt x="1468490" y="265704"/>
                      <a:pt x="1468490" y="265343"/>
                    </a:cubicBezTo>
                    <a:cubicBezTo>
                      <a:pt x="1468490" y="264982"/>
                      <a:pt x="1468124" y="264982"/>
                      <a:pt x="1468490" y="263898"/>
                    </a:cubicBezTo>
                    <a:cubicBezTo>
                      <a:pt x="1468490" y="263175"/>
                      <a:pt x="1468490" y="263175"/>
                      <a:pt x="1468856" y="262453"/>
                    </a:cubicBezTo>
                    <a:cubicBezTo>
                      <a:pt x="1469223" y="261730"/>
                      <a:pt x="1469223" y="262091"/>
                      <a:pt x="1469956" y="262091"/>
                    </a:cubicBezTo>
                    <a:cubicBezTo>
                      <a:pt x="1470688" y="261730"/>
                      <a:pt x="1470688" y="262453"/>
                      <a:pt x="1470688" y="262453"/>
                    </a:cubicBezTo>
                    <a:cubicBezTo>
                      <a:pt x="1470688" y="262453"/>
                      <a:pt x="1471055" y="262091"/>
                      <a:pt x="1471055" y="261730"/>
                    </a:cubicBezTo>
                    <a:cubicBezTo>
                      <a:pt x="1471421" y="261008"/>
                      <a:pt x="1471421" y="261008"/>
                      <a:pt x="1471787" y="261008"/>
                    </a:cubicBezTo>
                    <a:cubicBezTo>
                      <a:pt x="1472520" y="261008"/>
                      <a:pt x="1472154" y="260285"/>
                      <a:pt x="1472154" y="259924"/>
                    </a:cubicBezTo>
                    <a:cubicBezTo>
                      <a:pt x="1472520" y="259562"/>
                      <a:pt x="1472154" y="258840"/>
                      <a:pt x="1471787" y="258478"/>
                    </a:cubicBezTo>
                    <a:cubicBezTo>
                      <a:pt x="1471421" y="258478"/>
                      <a:pt x="1471055" y="258117"/>
                      <a:pt x="1471055" y="257756"/>
                    </a:cubicBezTo>
                    <a:cubicBezTo>
                      <a:pt x="1471421" y="257395"/>
                      <a:pt x="1471787" y="256311"/>
                      <a:pt x="1471787" y="256311"/>
                    </a:cubicBezTo>
                    <a:close/>
                    <a:moveTo>
                      <a:pt x="164847" y="255940"/>
                    </a:moveTo>
                    <a:cubicBezTo>
                      <a:pt x="166038" y="255552"/>
                      <a:pt x="165641" y="255940"/>
                      <a:pt x="167626" y="256329"/>
                    </a:cubicBezTo>
                    <a:cubicBezTo>
                      <a:pt x="169213" y="256717"/>
                      <a:pt x="170007" y="256329"/>
                      <a:pt x="170007" y="256717"/>
                    </a:cubicBezTo>
                    <a:cubicBezTo>
                      <a:pt x="169610" y="257881"/>
                      <a:pt x="169610" y="257881"/>
                      <a:pt x="168023" y="259045"/>
                    </a:cubicBezTo>
                    <a:cubicBezTo>
                      <a:pt x="167626" y="259433"/>
                      <a:pt x="168023" y="259433"/>
                      <a:pt x="168023" y="260209"/>
                    </a:cubicBezTo>
                    <a:cubicBezTo>
                      <a:pt x="168023" y="260985"/>
                      <a:pt x="168816" y="260985"/>
                      <a:pt x="168816" y="263702"/>
                    </a:cubicBezTo>
                    <a:cubicBezTo>
                      <a:pt x="168419" y="266418"/>
                      <a:pt x="169213" y="264090"/>
                      <a:pt x="169610" y="265254"/>
                    </a:cubicBezTo>
                    <a:cubicBezTo>
                      <a:pt x="170404" y="266030"/>
                      <a:pt x="170007" y="265254"/>
                      <a:pt x="170404" y="266418"/>
                    </a:cubicBezTo>
                    <a:cubicBezTo>
                      <a:pt x="170404" y="267582"/>
                      <a:pt x="170801" y="267194"/>
                      <a:pt x="171198" y="267971"/>
                    </a:cubicBezTo>
                    <a:cubicBezTo>
                      <a:pt x="171595" y="268747"/>
                      <a:pt x="172388" y="268747"/>
                      <a:pt x="172785" y="269135"/>
                    </a:cubicBezTo>
                    <a:cubicBezTo>
                      <a:pt x="173579" y="269523"/>
                      <a:pt x="173579" y="269911"/>
                      <a:pt x="172785" y="270687"/>
                    </a:cubicBezTo>
                    <a:cubicBezTo>
                      <a:pt x="172388" y="271463"/>
                      <a:pt x="172785" y="270687"/>
                      <a:pt x="171991" y="270299"/>
                    </a:cubicBezTo>
                    <a:cubicBezTo>
                      <a:pt x="170801" y="269911"/>
                      <a:pt x="171595" y="269911"/>
                      <a:pt x="170404" y="269135"/>
                    </a:cubicBezTo>
                    <a:cubicBezTo>
                      <a:pt x="169610" y="268359"/>
                      <a:pt x="170007" y="267971"/>
                      <a:pt x="169213" y="267194"/>
                    </a:cubicBezTo>
                    <a:cubicBezTo>
                      <a:pt x="168023" y="266806"/>
                      <a:pt x="169213" y="267194"/>
                      <a:pt x="167626" y="266418"/>
                    </a:cubicBezTo>
                    <a:cubicBezTo>
                      <a:pt x="166435" y="265642"/>
                      <a:pt x="167626" y="265254"/>
                      <a:pt x="166832" y="264866"/>
                    </a:cubicBezTo>
                    <a:cubicBezTo>
                      <a:pt x="166435" y="264090"/>
                      <a:pt x="166832" y="264090"/>
                      <a:pt x="166435" y="262926"/>
                    </a:cubicBezTo>
                    <a:cubicBezTo>
                      <a:pt x="166038" y="261761"/>
                      <a:pt x="166435" y="262926"/>
                      <a:pt x="164847" y="262538"/>
                    </a:cubicBezTo>
                    <a:cubicBezTo>
                      <a:pt x="163260" y="261761"/>
                      <a:pt x="165244" y="261761"/>
                      <a:pt x="164847" y="260985"/>
                    </a:cubicBezTo>
                    <a:cubicBezTo>
                      <a:pt x="164054" y="260209"/>
                      <a:pt x="164847" y="260985"/>
                      <a:pt x="163657" y="260209"/>
                    </a:cubicBezTo>
                    <a:cubicBezTo>
                      <a:pt x="162466" y="259821"/>
                      <a:pt x="162466" y="258657"/>
                      <a:pt x="162863" y="256329"/>
                    </a:cubicBezTo>
                    <a:cubicBezTo>
                      <a:pt x="162863" y="254000"/>
                      <a:pt x="163657" y="256329"/>
                      <a:pt x="164847" y="255940"/>
                    </a:cubicBezTo>
                    <a:close/>
                    <a:moveTo>
                      <a:pt x="1589629" y="252731"/>
                    </a:moveTo>
                    <a:cubicBezTo>
                      <a:pt x="1591613" y="252413"/>
                      <a:pt x="1592804" y="255588"/>
                      <a:pt x="1592804" y="255588"/>
                    </a:cubicBezTo>
                    <a:cubicBezTo>
                      <a:pt x="1592804" y="255588"/>
                      <a:pt x="1591217" y="254953"/>
                      <a:pt x="1590423" y="253683"/>
                    </a:cubicBezTo>
                    <a:cubicBezTo>
                      <a:pt x="1589629" y="252731"/>
                      <a:pt x="1589629" y="252731"/>
                      <a:pt x="1589629" y="252731"/>
                    </a:cubicBezTo>
                    <a:close/>
                    <a:moveTo>
                      <a:pt x="17393" y="251506"/>
                    </a:moveTo>
                    <a:cubicBezTo>
                      <a:pt x="19225" y="250825"/>
                      <a:pt x="19591" y="252866"/>
                      <a:pt x="18858" y="253547"/>
                    </a:cubicBezTo>
                    <a:cubicBezTo>
                      <a:pt x="18126" y="254567"/>
                      <a:pt x="18126" y="254227"/>
                      <a:pt x="16660" y="254227"/>
                    </a:cubicBezTo>
                    <a:cubicBezTo>
                      <a:pt x="15195" y="254227"/>
                      <a:pt x="15928" y="254227"/>
                      <a:pt x="14462" y="254567"/>
                    </a:cubicBezTo>
                    <a:cubicBezTo>
                      <a:pt x="13363" y="255248"/>
                      <a:pt x="13363" y="255588"/>
                      <a:pt x="11898" y="255248"/>
                    </a:cubicBezTo>
                    <a:cubicBezTo>
                      <a:pt x="10066" y="255248"/>
                      <a:pt x="10799" y="254567"/>
                      <a:pt x="11531" y="253547"/>
                    </a:cubicBezTo>
                    <a:cubicBezTo>
                      <a:pt x="12264" y="252526"/>
                      <a:pt x="12997" y="252526"/>
                      <a:pt x="14096" y="251846"/>
                    </a:cubicBezTo>
                    <a:cubicBezTo>
                      <a:pt x="15195" y="251165"/>
                      <a:pt x="16294" y="251506"/>
                      <a:pt x="17393" y="251506"/>
                    </a:cubicBezTo>
                    <a:close/>
                    <a:moveTo>
                      <a:pt x="763776" y="251181"/>
                    </a:moveTo>
                    <a:cubicBezTo>
                      <a:pt x="763776" y="251181"/>
                      <a:pt x="763776" y="251181"/>
                      <a:pt x="765187" y="251181"/>
                    </a:cubicBezTo>
                    <a:cubicBezTo>
                      <a:pt x="765187" y="251181"/>
                      <a:pt x="766246" y="250825"/>
                      <a:pt x="766246" y="251181"/>
                    </a:cubicBezTo>
                    <a:cubicBezTo>
                      <a:pt x="766598" y="251181"/>
                      <a:pt x="766951" y="251891"/>
                      <a:pt x="766951" y="251891"/>
                    </a:cubicBezTo>
                    <a:cubicBezTo>
                      <a:pt x="766951" y="251891"/>
                      <a:pt x="767304" y="251891"/>
                      <a:pt x="768010" y="252247"/>
                    </a:cubicBezTo>
                    <a:cubicBezTo>
                      <a:pt x="768362" y="252958"/>
                      <a:pt x="769421" y="254379"/>
                      <a:pt x="769773" y="254735"/>
                    </a:cubicBezTo>
                    <a:cubicBezTo>
                      <a:pt x="769773" y="254735"/>
                      <a:pt x="770126" y="255446"/>
                      <a:pt x="770126" y="255801"/>
                    </a:cubicBezTo>
                    <a:cubicBezTo>
                      <a:pt x="770126" y="255801"/>
                      <a:pt x="770479" y="256156"/>
                      <a:pt x="770126" y="256512"/>
                    </a:cubicBezTo>
                    <a:cubicBezTo>
                      <a:pt x="770126" y="256867"/>
                      <a:pt x="769421" y="257578"/>
                      <a:pt x="768715" y="257578"/>
                    </a:cubicBezTo>
                    <a:cubicBezTo>
                      <a:pt x="768362" y="257933"/>
                      <a:pt x="768362" y="258289"/>
                      <a:pt x="767657" y="258644"/>
                    </a:cubicBezTo>
                    <a:cubicBezTo>
                      <a:pt x="767657" y="258644"/>
                      <a:pt x="766598" y="258644"/>
                      <a:pt x="766246" y="259000"/>
                    </a:cubicBezTo>
                    <a:cubicBezTo>
                      <a:pt x="766246" y="259355"/>
                      <a:pt x="766246" y="260066"/>
                      <a:pt x="766246" y="260066"/>
                    </a:cubicBezTo>
                    <a:cubicBezTo>
                      <a:pt x="766598" y="260421"/>
                      <a:pt x="767304" y="261132"/>
                      <a:pt x="767304" y="261488"/>
                    </a:cubicBezTo>
                    <a:cubicBezTo>
                      <a:pt x="767304" y="261843"/>
                      <a:pt x="767304" y="261488"/>
                      <a:pt x="767304" y="262909"/>
                    </a:cubicBezTo>
                    <a:cubicBezTo>
                      <a:pt x="767304" y="264686"/>
                      <a:pt x="765540" y="269662"/>
                      <a:pt x="765540" y="269662"/>
                    </a:cubicBezTo>
                    <a:cubicBezTo>
                      <a:pt x="765540" y="269662"/>
                      <a:pt x="764835" y="269662"/>
                      <a:pt x="764482" y="270018"/>
                    </a:cubicBezTo>
                    <a:cubicBezTo>
                      <a:pt x="764129" y="270018"/>
                      <a:pt x="763071" y="270018"/>
                      <a:pt x="762718" y="270018"/>
                    </a:cubicBezTo>
                    <a:cubicBezTo>
                      <a:pt x="762365" y="270018"/>
                      <a:pt x="762012" y="270018"/>
                      <a:pt x="761660" y="270018"/>
                    </a:cubicBezTo>
                    <a:cubicBezTo>
                      <a:pt x="761307" y="270018"/>
                      <a:pt x="760601" y="270018"/>
                      <a:pt x="760601" y="270373"/>
                    </a:cubicBezTo>
                    <a:cubicBezTo>
                      <a:pt x="760248" y="270729"/>
                      <a:pt x="759896" y="271084"/>
                      <a:pt x="759190" y="271439"/>
                    </a:cubicBezTo>
                    <a:cubicBezTo>
                      <a:pt x="758837" y="271795"/>
                      <a:pt x="758485" y="272150"/>
                      <a:pt x="758132" y="272506"/>
                    </a:cubicBezTo>
                    <a:cubicBezTo>
                      <a:pt x="757779" y="272861"/>
                      <a:pt x="757779" y="272861"/>
                      <a:pt x="756368" y="273572"/>
                    </a:cubicBezTo>
                    <a:cubicBezTo>
                      <a:pt x="754957" y="273927"/>
                      <a:pt x="755310" y="273927"/>
                      <a:pt x="753898" y="274283"/>
                    </a:cubicBezTo>
                    <a:cubicBezTo>
                      <a:pt x="752840" y="274638"/>
                      <a:pt x="752487" y="274638"/>
                      <a:pt x="752135" y="274638"/>
                    </a:cubicBezTo>
                    <a:cubicBezTo>
                      <a:pt x="751782" y="274638"/>
                      <a:pt x="751429" y="274283"/>
                      <a:pt x="750723" y="273927"/>
                    </a:cubicBezTo>
                    <a:cubicBezTo>
                      <a:pt x="750371" y="273927"/>
                      <a:pt x="750018" y="273572"/>
                      <a:pt x="749665" y="273572"/>
                    </a:cubicBezTo>
                    <a:cubicBezTo>
                      <a:pt x="749312" y="273216"/>
                      <a:pt x="748960" y="272150"/>
                      <a:pt x="748607" y="272150"/>
                    </a:cubicBezTo>
                    <a:cubicBezTo>
                      <a:pt x="748607" y="271795"/>
                      <a:pt x="748254" y="271084"/>
                      <a:pt x="748607" y="270729"/>
                    </a:cubicBezTo>
                    <a:cubicBezTo>
                      <a:pt x="748607" y="270729"/>
                      <a:pt x="749312" y="270018"/>
                      <a:pt x="749665" y="269662"/>
                    </a:cubicBezTo>
                    <a:cubicBezTo>
                      <a:pt x="750018" y="269662"/>
                      <a:pt x="750723" y="268951"/>
                      <a:pt x="750723" y="268951"/>
                    </a:cubicBezTo>
                    <a:cubicBezTo>
                      <a:pt x="750723" y="268951"/>
                      <a:pt x="752135" y="268241"/>
                      <a:pt x="752135" y="268241"/>
                    </a:cubicBezTo>
                    <a:cubicBezTo>
                      <a:pt x="752135" y="268241"/>
                      <a:pt x="752135" y="268241"/>
                      <a:pt x="752840" y="266819"/>
                    </a:cubicBezTo>
                    <a:cubicBezTo>
                      <a:pt x="752840" y="266819"/>
                      <a:pt x="752487" y="266464"/>
                      <a:pt x="752135" y="266108"/>
                    </a:cubicBezTo>
                    <a:cubicBezTo>
                      <a:pt x="752135" y="266108"/>
                      <a:pt x="752487" y="265042"/>
                      <a:pt x="752487" y="265042"/>
                    </a:cubicBezTo>
                    <a:cubicBezTo>
                      <a:pt x="752840" y="265042"/>
                      <a:pt x="753193" y="264686"/>
                      <a:pt x="753546" y="264331"/>
                    </a:cubicBezTo>
                    <a:cubicBezTo>
                      <a:pt x="753546" y="264331"/>
                      <a:pt x="753546" y="263620"/>
                      <a:pt x="753193" y="263620"/>
                    </a:cubicBezTo>
                    <a:cubicBezTo>
                      <a:pt x="752840" y="263620"/>
                      <a:pt x="752135" y="262909"/>
                      <a:pt x="751782" y="263265"/>
                    </a:cubicBezTo>
                    <a:cubicBezTo>
                      <a:pt x="751076" y="263265"/>
                      <a:pt x="750723" y="262909"/>
                      <a:pt x="750371" y="263265"/>
                    </a:cubicBezTo>
                    <a:cubicBezTo>
                      <a:pt x="750018" y="263265"/>
                      <a:pt x="749665" y="263265"/>
                      <a:pt x="749312" y="262909"/>
                    </a:cubicBezTo>
                    <a:cubicBezTo>
                      <a:pt x="749312" y="262554"/>
                      <a:pt x="749312" y="262198"/>
                      <a:pt x="749665" y="261843"/>
                    </a:cubicBezTo>
                    <a:cubicBezTo>
                      <a:pt x="750018" y="261488"/>
                      <a:pt x="750723" y="261132"/>
                      <a:pt x="750723" y="260777"/>
                    </a:cubicBezTo>
                    <a:cubicBezTo>
                      <a:pt x="751076" y="260066"/>
                      <a:pt x="750018" y="259711"/>
                      <a:pt x="750018" y="259711"/>
                    </a:cubicBezTo>
                    <a:cubicBezTo>
                      <a:pt x="749665" y="259711"/>
                      <a:pt x="749312" y="259000"/>
                      <a:pt x="748960" y="259000"/>
                    </a:cubicBezTo>
                    <a:cubicBezTo>
                      <a:pt x="748960" y="259000"/>
                      <a:pt x="748607" y="258289"/>
                      <a:pt x="748960" y="257933"/>
                    </a:cubicBezTo>
                    <a:cubicBezTo>
                      <a:pt x="748960" y="257578"/>
                      <a:pt x="748960" y="257223"/>
                      <a:pt x="749312" y="257223"/>
                    </a:cubicBezTo>
                    <a:cubicBezTo>
                      <a:pt x="749312" y="257223"/>
                      <a:pt x="750371" y="257223"/>
                      <a:pt x="750371" y="257223"/>
                    </a:cubicBezTo>
                    <a:cubicBezTo>
                      <a:pt x="750723" y="257578"/>
                      <a:pt x="751076" y="257223"/>
                      <a:pt x="751429" y="257578"/>
                    </a:cubicBezTo>
                    <a:cubicBezTo>
                      <a:pt x="751782" y="257578"/>
                      <a:pt x="752840" y="257933"/>
                      <a:pt x="752840" y="257933"/>
                    </a:cubicBezTo>
                    <a:cubicBezTo>
                      <a:pt x="753193" y="257933"/>
                      <a:pt x="753898" y="257578"/>
                      <a:pt x="754251" y="257578"/>
                    </a:cubicBezTo>
                    <a:cubicBezTo>
                      <a:pt x="754251" y="257578"/>
                      <a:pt x="755310" y="257578"/>
                      <a:pt x="755310" y="257578"/>
                    </a:cubicBezTo>
                    <a:cubicBezTo>
                      <a:pt x="755310" y="257578"/>
                      <a:pt x="755310" y="257578"/>
                      <a:pt x="756015" y="257578"/>
                    </a:cubicBezTo>
                    <a:cubicBezTo>
                      <a:pt x="756015" y="257578"/>
                      <a:pt x="756015" y="257578"/>
                      <a:pt x="757073" y="256512"/>
                    </a:cubicBezTo>
                    <a:cubicBezTo>
                      <a:pt x="757073" y="256512"/>
                      <a:pt x="757073" y="256512"/>
                      <a:pt x="757779" y="256156"/>
                    </a:cubicBezTo>
                    <a:cubicBezTo>
                      <a:pt x="757779" y="256156"/>
                      <a:pt x="758132" y="256512"/>
                      <a:pt x="758132" y="256867"/>
                    </a:cubicBezTo>
                    <a:cubicBezTo>
                      <a:pt x="758132" y="257223"/>
                      <a:pt x="758485" y="257223"/>
                      <a:pt x="758837" y="257578"/>
                    </a:cubicBezTo>
                    <a:cubicBezTo>
                      <a:pt x="759190" y="257578"/>
                      <a:pt x="760601" y="257933"/>
                      <a:pt x="760601" y="257933"/>
                    </a:cubicBezTo>
                    <a:cubicBezTo>
                      <a:pt x="760601" y="257933"/>
                      <a:pt x="760601" y="257933"/>
                      <a:pt x="758837" y="257223"/>
                    </a:cubicBezTo>
                    <a:cubicBezTo>
                      <a:pt x="758837" y="257223"/>
                      <a:pt x="758837" y="257223"/>
                      <a:pt x="758837" y="256512"/>
                    </a:cubicBezTo>
                    <a:cubicBezTo>
                      <a:pt x="758837" y="256512"/>
                      <a:pt x="759896" y="255090"/>
                      <a:pt x="760248" y="255090"/>
                    </a:cubicBezTo>
                    <a:cubicBezTo>
                      <a:pt x="760248" y="255090"/>
                      <a:pt x="761307" y="254024"/>
                      <a:pt x="761307" y="254024"/>
                    </a:cubicBezTo>
                    <a:cubicBezTo>
                      <a:pt x="761660" y="254024"/>
                      <a:pt x="761660" y="252958"/>
                      <a:pt x="761660" y="252958"/>
                    </a:cubicBezTo>
                    <a:cubicBezTo>
                      <a:pt x="761660" y="252958"/>
                      <a:pt x="761660" y="252958"/>
                      <a:pt x="763776" y="251181"/>
                    </a:cubicBezTo>
                    <a:close/>
                    <a:moveTo>
                      <a:pt x="757144" y="250825"/>
                    </a:moveTo>
                    <a:cubicBezTo>
                      <a:pt x="757144" y="250825"/>
                      <a:pt x="758414" y="250825"/>
                      <a:pt x="758731" y="250825"/>
                    </a:cubicBezTo>
                    <a:cubicBezTo>
                      <a:pt x="758731" y="250825"/>
                      <a:pt x="759049" y="251165"/>
                      <a:pt x="759049" y="251165"/>
                    </a:cubicBezTo>
                    <a:cubicBezTo>
                      <a:pt x="759367" y="251165"/>
                      <a:pt x="759367" y="251165"/>
                      <a:pt x="759367" y="251165"/>
                    </a:cubicBezTo>
                    <a:cubicBezTo>
                      <a:pt x="759684" y="251165"/>
                      <a:pt x="760319" y="251506"/>
                      <a:pt x="760319" y="251506"/>
                    </a:cubicBezTo>
                    <a:cubicBezTo>
                      <a:pt x="760637" y="251506"/>
                      <a:pt x="760954" y="251846"/>
                      <a:pt x="760954" y="251846"/>
                    </a:cubicBezTo>
                    <a:cubicBezTo>
                      <a:pt x="760954" y="251846"/>
                      <a:pt x="760637" y="252186"/>
                      <a:pt x="760637" y="252186"/>
                    </a:cubicBezTo>
                    <a:cubicBezTo>
                      <a:pt x="760637" y="252186"/>
                      <a:pt x="760319" y="252866"/>
                      <a:pt x="760319" y="252866"/>
                    </a:cubicBezTo>
                    <a:cubicBezTo>
                      <a:pt x="760319" y="252866"/>
                      <a:pt x="760319" y="253207"/>
                      <a:pt x="760319" y="253207"/>
                    </a:cubicBezTo>
                    <a:cubicBezTo>
                      <a:pt x="760319" y="253207"/>
                      <a:pt x="760001" y="253547"/>
                      <a:pt x="759684" y="253547"/>
                    </a:cubicBezTo>
                    <a:cubicBezTo>
                      <a:pt x="759684" y="253887"/>
                      <a:pt x="759367" y="254227"/>
                      <a:pt x="759367" y="254227"/>
                    </a:cubicBezTo>
                    <a:cubicBezTo>
                      <a:pt x="759367" y="254567"/>
                      <a:pt x="759049" y="254567"/>
                      <a:pt x="758731" y="254908"/>
                    </a:cubicBezTo>
                    <a:cubicBezTo>
                      <a:pt x="758731" y="254908"/>
                      <a:pt x="758097" y="255588"/>
                      <a:pt x="758097" y="255588"/>
                    </a:cubicBezTo>
                    <a:cubicBezTo>
                      <a:pt x="758097" y="255588"/>
                      <a:pt x="757779" y="255588"/>
                      <a:pt x="757779" y="255248"/>
                    </a:cubicBezTo>
                    <a:cubicBezTo>
                      <a:pt x="757461" y="255248"/>
                      <a:pt x="757461" y="255588"/>
                      <a:pt x="757144" y="255248"/>
                    </a:cubicBezTo>
                    <a:cubicBezTo>
                      <a:pt x="757144" y="254908"/>
                      <a:pt x="756827" y="254908"/>
                      <a:pt x="756827" y="254567"/>
                    </a:cubicBezTo>
                    <a:cubicBezTo>
                      <a:pt x="756827" y="254227"/>
                      <a:pt x="756509" y="254567"/>
                      <a:pt x="756191" y="254567"/>
                    </a:cubicBezTo>
                    <a:cubicBezTo>
                      <a:pt x="755874" y="254567"/>
                      <a:pt x="755557" y="254567"/>
                      <a:pt x="755239" y="254567"/>
                    </a:cubicBezTo>
                    <a:cubicBezTo>
                      <a:pt x="755239" y="254567"/>
                      <a:pt x="754921" y="254567"/>
                      <a:pt x="754921" y="254567"/>
                    </a:cubicBezTo>
                    <a:cubicBezTo>
                      <a:pt x="754604" y="254227"/>
                      <a:pt x="754921" y="254227"/>
                      <a:pt x="754921" y="253887"/>
                    </a:cubicBezTo>
                    <a:cubicBezTo>
                      <a:pt x="754921" y="253887"/>
                      <a:pt x="755557" y="253547"/>
                      <a:pt x="755557" y="253547"/>
                    </a:cubicBezTo>
                    <a:cubicBezTo>
                      <a:pt x="755557" y="253547"/>
                      <a:pt x="755874" y="253207"/>
                      <a:pt x="756191" y="252866"/>
                    </a:cubicBezTo>
                    <a:cubicBezTo>
                      <a:pt x="756191" y="252866"/>
                      <a:pt x="755874" y="252526"/>
                      <a:pt x="755874" y="252526"/>
                    </a:cubicBezTo>
                    <a:cubicBezTo>
                      <a:pt x="755557" y="252526"/>
                      <a:pt x="755557" y="252526"/>
                      <a:pt x="755239" y="252186"/>
                    </a:cubicBezTo>
                    <a:cubicBezTo>
                      <a:pt x="755239" y="252186"/>
                      <a:pt x="755557" y="252186"/>
                      <a:pt x="755557" y="252186"/>
                    </a:cubicBezTo>
                    <a:cubicBezTo>
                      <a:pt x="755557" y="251846"/>
                      <a:pt x="755874" y="251846"/>
                      <a:pt x="755874" y="251846"/>
                    </a:cubicBezTo>
                    <a:cubicBezTo>
                      <a:pt x="756191" y="251506"/>
                      <a:pt x="756509" y="251846"/>
                      <a:pt x="756509" y="251506"/>
                    </a:cubicBezTo>
                    <a:cubicBezTo>
                      <a:pt x="756827" y="250825"/>
                      <a:pt x="756827" y="251165"/>
                      <a:pt x="757144" y="250825"/>
                    </a:cubicBezTo>
                    <a:close/>
                    <a:moveTo>
                      <a:pt x="1584866" y="249635"/>
                    </a:moveTo>
                    <a:lnTo>
                      <a:pt x="1586454" y="254001"/>
                    </a:lnTo>
                    <a:cubicBezTo>
                      <a:pt x="1586454" y="254001"/>
                      <a:pt x="1584866" y="252810"/>
                      <a:pt x="1584073" y="252413"/>
                    </a:cubicBezTo>
                    <a:cubicBezTo>
                      <a:pt x="1583676" y="252017"/>
                      <a:pt x="1581691" y="250429"/>
                      <a:pt x="1581691" y="250032"/>
                    </a:cubicBezTo>
                    <a:cubicBezTo>
                      <a:pt x="1581691" y="249238"/>
                      <a:pt x="1584866" y="249635"/>
                      <a:pt x="1584866" y="249635"/>
                    </a:cubicBezTo>
                    <a:close/>
                    <a:moveTo>
                      <a:pt x="761271" y="249238"/>
                    </a:moveTo>
                    <a:cubicBezTo>
                      <a:pt x="761589" y="249238"/>
                      <a:pt x="764129" y="249635"/>
                      <a:pt x="764129" y="249635"/>
                    </a:cubicBezTo>
                    <a:cubicBezTo>
                      <a:pt x="764129" y="249635"/>
                      <a:pt x="763811" y="250032"/>
                      <a:pt x="763494" y="250032"/>
                    </a:cubicBezTo>
                    <a:cubicBezTo>
                      <a:pt x="763494" y="250032"/>
                      <a:pt x="763177" y="250429"/>
                      <a:pt x="762859" y="250429"/>
                    </a:cubicBezTo>
                    <a:cubicBezTo>
                      <a:pt x="762859" y="250429"/>
                      <a:pt x="762224" y="250826"/>
                      <a:pt x="762224" y="250826"/>
                    </a:cubicBezTo>
                    <a:cubicBezTo>
                      <a:pt x="761907" y="250826"/>
                      <a:pt x="761589" y="250429"/>
                      <a:pt x="761589" y="250429"/>
                    </a:cubicBezTo>
                    <a:cubicBezTo>
                      <a:pt x="761271" y="250032"/>
                      <a:pt x="760954" y="249635"/>
                      <a:pt x="761271" y="249238"/>
                    </a:cubicBezTo>
                    <a:close/>
                    <a:moveTo>
                      <a:pt x="772992" y="246664"/>
                    </a:moveTo>
                    <a:lnTo>
                      <a:pt x="773288" y="247362"/>
                    </a:lnTo>
                    <a:lnTo>
                      <a:pt x="773288" y="247981"/>
                    </a:lnTo>
                    <a:lnTo>
                      <a:pt x="773726" y="247762"/>
                    </a:lnTo>
                    <a:cubicBezTo>
                      <a:pt x="773726" y="247398"/>
                      <a:pt x="773362" y="247034"/>
                      <a:pt x="773362" y="247034"/>
                    </a:cubicBezTo>
                    <a:close/>
                    <a:moveTo>
                      <a:pt x="1316233" y="246063"/>
                    </a:moveTo>
                    <a:cubicBezTo>
                      <a:pt x="1316233" y="246063"/>
                      <a:pt x="1316233" y="246063"/>
                      <a:pt x="1316579" y="247895"/>
                    </a:cubicBezTo>
                    <a:cubicBezTo>
                      <a:pt x="1316579" y="247895"/>
                      <a:pt x="1316579" y="247895"/>
                      <a:pt x="1316233" y="250459"/>
                    </a:cubicBezTo>
                    <a:cubicBezTo>
                      <a:pt x="1316233" y="250459"/>
                      <a:pt x="1316233" y="250459"/>
                      <a:pt x="1315541" y="251925"/>
                    </a:cubicBezTo>
                    <a:cubicBezTo>
                      <a:pt x="1315541" y="251925"/>
                      <a:pt x="1315195" y="253024"/>
                      <a:pt x="1314849" y="254489"/>
                    </a:cubicBezTo>
                    <a:cubicBezTo>
                      <a:pt x="1314849" y="254489"/>
                      <a:pt x="1314849" y="254489"/>
                      <a:pt x="1314849" y="256321"/>
                    </a:cubicBezTo>
                    <a:cubicBezTo>
                      <a:pt x="1314849" y="256321"/>
                      <a:pt x="1314849" y="256321"/>
                      <a:pt x="1313811" y="258885"/>
                    </a:cubicBezTo>
                    <a:cubicBezTo>
                      <a:pt x="1313811" y="258885"/>
                      <a:pt x="1312773" y="259252"/>
                      <a:pt x="1312081" y="259252"/>
                    </a:cubicBezTo>
                    <a:cubicBezTo>
                      <a:pt x="1311735" y="259252"/>
                      <a:pt x="1311389" y="259618"/>
                      <a:pt x="1311043" y="261083"/>
                    </a:cubicBezTo>
                    <a:cubicBezTo>
                      <a:pt x="1311043" y="261816"/>
                      <a:pt x="1311735" y="262549"/>
                      <a:pt x="1311735" y="262549"/>
                    </a:cubicBezTo>
                    <a:cubicBezTo>
                      <a:pt x="1311735" y="262549"/>
                      <a:pt x="1311735" y="262549"/>
                      <a:pt x="1310351" y="262915"/>
                    </a:cubicBezTo>
                    <a:cubicBezTo>
                      <a:pt x="1310351" y="262915"/>
                      <a:pt x="1310351" y="262915"/>
                      <a:pt x="1310005" y="264014"/>
                    </a:cubicBezTo>
                    <a:cubicBezTo>
                      <a:pt x="1310005" y="264014"/>
                      <a:pt x="1310005" y="264014"/>
                      <a:pt x="1307237" y="265846"/>
                    </a:cubicBezTo>
                    <a:cubicBezTo>
                      <a:pt x="1307237" y="265846"/>
                      <a:pt x="1307237" y="265846"/>
                      <a:pt x="1304469" y="266945"/>
                    </a:cubicBezTo>
                    <a:cubicBezTo>
                      <a:pt x="1304469" y="266945"/>
                      <a:pt x="1304469" y="266945"/>
                      <a:pt x="1303085" y="268410"/>
                    </a:cubicBezTo>
                    <a:cubicBezTo>
                      <a:pt x="1303085" y="268410"/>
                      <a:pt x="1303085" y="268410"/>
                      <a:pt x="1301009" y="268410"/>
                    </a:cubicBezTo>
                    <a:cubicBezTo>
                      <a:pt x="1301009" y="268410"/>
                      <a:pt x="1301009" y="268410"/>
                      <a:pt x="1300663" y="269509"/>
                    </a:cubicBezTo>
                    <a:cubicBezTo>
                      <a:pt x="1300663" y="269509"/>
                      <a:pt x="1300663" y="269509"/>
                      <a:pt x="1298587" y="271707"/>
                    </a:cubicBezTo>
                    <a:cubicBezTo>
                      <a:pt x="1298587" y="271707"/>
                      <a:pt x="1297549" y="272074"/>
                      <a:pt x="1296857" y="272074"/>
                    </a:cubicBezTo>
                    <a:cubicBezTo>
                      <a:pt x="1296511" y="272074"/>
                      <a:pt x="1294435" y="273539"/>
                      <a:pt x="1294435" y="273539"/>
                    </a:cubicBezTo>
                    <a:cubicBezTo>
                      <a:pt x="1294089" y="273905"/>
                      <a:pt x="1291667" y="274638"/>
                      <a:pt x="1291667" y="274638"/>
                    </a:cubicBezTo>
                    <a:cubicBezTo>
                      <a:pt x="1291667" y="274638"/>
                      <a:pt x="1291667" y="274638"/>
                      <a:pt x="1289591" y="274272"/>
                    </a:cubicBezTo>
                    <a:cubicBezTo>
                      <a:pt x="1289591" y="274272"/>
                      <a:pt x="1289591" y="274272"/>
                      <a:pt x="1289937" y="272440"/>
                    </a:cubicBezTo>
                    <a:cubicBezTo>
                      <a:pt x="1290629" y="271707"/>
                      <a:pt x="1291667" y="272806"/>
                      <a:pt x="1291667" y="272806"/>
                    </a:cubicBezTo>
                    <a:cubicBezTo>
                      <a:pt x="1291667" y="272806"/>
                      <a:pt x="1293051" y="272440"/>
                      <a:pt x="1293743" y="271707"/>
                    </a:cubicBezTo>
                    <a:cubicBezTo>
                      <a:pt x="1294781" y="271341"/>
                      <a:pt x="1296511" y="270242"/>
                      <a:pt x="1296511" y="270242"/>
                    </a:cubicBezTo>
                    <a:cubicBezTo>
                      <a:pt x="1296511" y="269509"/>
                      <a:pt x="1296857" y="269509"/>
                      <a:pt x="1298241" y="268044"/>
                    </a:cubicBezTo>
                    <a:cubicBezTo>
                      <a:pt x="1298587" y="267311"/>
                      <a:pt x="1299971" y="266579"/>
                      <a:pt x="1299971" y="266579"/>
                    </a:cubicBezTo>
                    <a:cubicBezTo>
                      <a:pt x="1300663" y="266579"/>
                      <a:pt x="1301701" y="266212"/>
                      <a:pt x="1302047" y="265479"/>
                    </a:cubicBezTo>
                    <a:cubicBezTo>
                      <a:pt x="1302393" y="264747"/>
                      <a:pt x="1303431" y="263281"/>
                      <a:pt x="1303431" y="263281"/>
                    </a:cubicBezTo>
                    <a:cubicBezTo>
                      <a:pt x="1303431" y="263281"/>
                      <a:pt x="1303431" y="263281"/>
                      <a:pt x="1304815" y="264380"/>
                    </a:cubicBezTo>
                    <a:cubicBezTo>
                      <a:pt x="1305161" y="264014"/>
                      <a:pt x="1306199" y="263281"/>
                      <a:pt x="1307583" y="261816"/>
                    </a:cubicBezTo>
                    <a:cubicBezTo>
                      <a:pt x="1307583" y="261816"/>
                      <a:pt x="1307583" y="261816"/>
                      <a:pt x="1306545" y="261083"/>
                    </a:cubicBezTo>
                    <a:cubicBezTo>
                      <a:pt x="1306891" y="260351"/>
                      <a:pt x="1307237" y="259618"/>
                      <a:pt x="1307929" y="259252"/>
                    </a:cubicBezTo>
                    <a:cubicBezTo>
                      <a:pt x="1308275" y="258885"/>
                      <a:pt x="1309313" y="258153"/>
                      <a:pt x="1309313" y="257420"/>
                    </a:cubicBezTo>
                    <a:cubicBezTo>
                      <a:pt x="1309659" y="256687"/>
                      <a:pt x="1309659" y="256321"/>
                      <a:pt x="1309659" y="255222"/>
                    </a:cubicBezTo>
                    <a:cubicBezTo>
                      <a:pt x="1309659" y="254123"/>
                      <a:pt x="1310697" y="253756"/>
                      <a:pt x="1311389" y="253024"/>
                    </a:cubicBezTo>
                    <a:cubicBezTo>
                      <a:pt x="1311735" y="252291"/>
                      <a:pt x="1312427" y="251558"/>
                      <a:pt x="1312427" y="251192"/>
                    </a:cubicBezTo>
                    <a:cubicBezTo>
                      <a:pt x="1312427" y="250459"/>
                      <a:pt x="1313119" y="250093"/>
                      <a:pt x="1313465" y="248261"/>
                    </a:cubicBezTo>
                    <a:cubicBezTo>
                      <a:pt x="1313811" y="246796"/>
                      <a:pt x="1316233" y="246063"/>
                      <a:pt x="1316233" y="246063"/>
                    </a:cubicBezTo>
                    <a:close/>
                    <a:moveTo>
                      <a:pt x="767304" y="246063"/>
                    </a:moveTo>
                    <a:cubicBezTo>
                      <a:pt x="767304" y="246290"/>
                      <a:pt x="767077" y="246744"/>
                      <a:pt x="767077" y="246744"/>
                    </a:cubicBezTo>
                    <a:cubicBezTo>
                      <a:pt x="767077" y="246971"/>
                      <a:pt x="767304" y="247197"/>
                      <a:pt x="767304" y="247197"/>
                    </a:cubicBezTo>
                    <a:cubicBezTo>
                      <a:pt x="767304" y="247424"/>
                      <a:pt x="766850" y="247651"/>
                      <a:pt x="766623" y="247651"/>
                    </a:cubicBezTo>
                    <a:cubicBezTo>
                      <a:pt x="766623" y="247424"/>
                      <a:pt x="766397" y="247651"/>
                      <a:pt x="766170" y="247651"/>
                    </a:cubicBezTo>
                    <a:cubicBezTo>
                      <a:pt x="766170" y="247424"/>
                      <a:pt x="766170" y="247424"/>
                      <a:pt x="765943" y="247197"/>
                    </a:cubicBezTo>
                    <a:cubicBezTo>
                      <a:pt x="765716" y="247197"/>
                      <a:pt x="765943" y="246971"/>
                      <a:pt x="765943" y="246744"/>
                    </a:cubicBezTo>
                    <a:cubicBezTo>
                      <a:pt x="765943" y="246517"/>
                      <a:pt x="766397" y="246517"/>
                      <a:pt x="766623" y="246517"/>
                    </a:cubicBezTo>
                    <a:cubicBezTo>
                      <a:pt x="766850" y="246290"/>
                      <a:pt x="767304" y="246063"/>
                      <a:pt x="767304" y="246063"/>
                    </a:cubicBezTo>
                    <a:close/>
                    <a:moveTo>
                      <a:pt x="160815" y="242389"/>
                    </a:moveTo>
                    <a:cubicBezTo>
                      <a:pt x="159672" y="241300"/>
                      <a:pt x="161196" y="242389"/>
                      <a:pt x="162339" y="242752"/>
                    </a:cubicBezTo>
                    <a:cubicBezTo>
                      <a:pt x="163101" y="243114"/>
                      <a:pt x="163101" y="243477"/>
                      <a:pt x="163101" y="243840"/>
                    </a:cubicBezTo>
                    <a:cubicBezTo>
                      <a:pt x="163482" y="244566"/>
                      <a:pt x="164244" y="244566"/>
                      <a:pt x="164625" y="244929"/>
                    </a:cubicBezTo>
                    <a:cubicBezTo>
                      <a:pt x="165006" y="244929"/>
                      <a:pt x="165387" y="244929"/>
                      <a:pt x="165387" y="246380"/>
                    </a:cubicBezTo>
                    <a:cubicBezTo>
                      <a:pt x="165387" y="247469"/>
                      <a:pt x="165768" y="246743"/>
                      <a:pt x="166530" y="248194"/>
                    </a:cubicBezTo>
                    <a:cubicBezTo>
                      <a:pt x="167292" y="249646"/>
                      <a:pt x="166530" y="248920"/>
                      <a:pt x="167292" y="250372"/>
                    </a:cubicBezTo>
                    <a:cubicBezTo>
                      <a:pt x="167292" y="250372"/>
                      <a:pt x="168054" y="251097"/>
                      <a:pt x="168435" y="251823"/>
                    </a:cubicBezTo>
                    <a:cubicBezTo>
                      <a:pt x="168816" y="252549"/>
                      <a:pt x="168816" y="253274"/>
                      <a:pt x="168435" y="253274"/>
                    </a:cubicBezTo>
                    <a:cubicBezTo>
                      <a:pt x="167673" y="253637"/>
                      <a:pt x="167673" y="254000"/>
                      <a:pt x="165387" y="252912"/>
                    </a:cubicBezTo>
                    <a:cubicBezTo>
                      <a:pt x="163101" y="251823"/>
                      <a:pt x="165387" y="251823"/>
                      <a:pt x="164244" y="250734"/>
                    </a:cubicBezTo>
                    <a:cubicBezTo>
                      <a:pt x="163101" y="250009"/>
                      <a:pt x="162720" y="250372"/>
                      <a:pt x="161196" y="248920"/>
                    </a:cubicBezTo>
                    <a:cubicBezTo>
                      <a:pt x="159291" y="247469"/>
                      <a:pt x="161577" y="247832"/>
                      <a:pt x="161577" y="246743"/>
                    </a:cubicBezTo>
                    <a:cubicBezTo>
                      <a:pt x="161577" y="246017"/>
                      <a:pt x="162339" y="246017"/>
                      <a:pt x="162339" y="244929"/>
                    </a:cubicBezTo>
                    <a:cubicBezTo>
                      <a:pt x="161958" y="243840"/>
                      <a:pt x="161958" y="243840"/>
                      <a:pt x="160815" y="242389"/>
                    </a:cubicBezTo>
                    <a:close/>
                    <a:moveTo>
                      <a:pt x="157023" y="238125"/>
                    </a:moveTo>
                    <a:cubicBezTo>
                      <a:pt x="158384" y="238125"/>
                      <a:pt x="158837" y="240242"/>
                      <a:pt x="158837" y="240847"/>
                    </a:cubicBezTo>
                    <a:cubicBezTo>
                      <a:pt x="159291" y="241451"/>
                      <a:pt x="159291" y="241451"/>
                      <a:pt x="158837" y="242056"/>
                    </a:cubicBezTo>
                    <a:cubicBezTo>
                      <a:pt x="158837" y="242358"/>
                      <a:pt x="158837" y="242661"/>
                      <a:pt x="158384" y="243266"/>
                    </a:cubicBezTo>
                    <a:cubicBezTo>
                      <a:pt x="157930" y="243568"/>
                      <a:pt x="158384" y="244475"/>
                      <a:pt x="157930" y="244475"/>
                    </a:cubicBezTo>
                    <a:cubicBezTo>
                      <a:pt x="157477" y="244475"/>
                      <a:pt x="157477" y="244173"/>
                      <a:pt x="157477" y="242963"/>
                    </a:cubicBezTo>
                    <a:cubicBezTo>
                      <a:pt x="157930" y="242056"/>
                      <a:pt x="157477" y="241754"/>
                      <a:pt x="156570" y="241149"/>
                    </a:cubicBezTo>
                    <a:cubicBezTo>
                      <a:pt x="156116" y="240544"/>
                      <a:pt x="156116" y="240242"/>
                      <a:pt x="156116" y="239637"/>
                    </a:cubicBezTo>
                    <a:cubicBezTo>
                      <a:pt x="156116" y="239032"/>
                      <a:pt x="156116" y="238125"/>
                      <a:pt x="157023" y="238125"/>
                    </a:cubicBezTo>
                    <a:close/>
                    <a:moveTo>
                      <a:pt x="760954" y="236538"/>
                    </a:moveTo>
                    <a:lnTo>
                      <a:pt x="762542" y="236538"/>
                    </a:lnTo>
                    <a:cubicBezTo>
                      <a:pt x="762542" y="236538"/>
                      <a:pt x="762542" y="236538"/>
                      <a:pt x="762542" y="237173"/>
                    </a:cubicBezTo>
                    <a:cubicBezTo>
                      <a:pt x="762542" y="237491"/>
                      <a:pt x="762542" y="238126"/>
                      <a:pt x="762145" y="238126"/>
                    </a:cubicBezTo>
                    <a:cubicBezTo>
                      <a:pt x="761748" y="238126"/>
                      <a:pt x="761351" y="238126"/>
                      <a:pt x="760954" y="237809"/>
                    </a:cubicBezTo>
                    <a:cubicBezTo>
                      <a:pt x="760954" y="237491"/>
                      <a:pt x="760954" y="236856"/>
                      <a:pt x="760954" y="236538"/>
                    </a:cubicBezTo>
                    <a:close/>
                    <a:moveTo>
                      <a:pt x="159536" y="236538"/>
                    </a:moveTo>
                    <a:cubicBezTo>
                      <a:pt x="160269" y="236538"/>
                      <a:pt x="161001" y="236971"/>
                      <a:pt x="161368" y="237837"/>
                    </a:cubicBezTo>
                    <a:cubicBezTo>
                      <a:pt x="162101" y="239136"/>
                      <a:pt x="162467" y="238703"/>
                      <a:pt x="161734" y="239136"/>
                    </a:cubicBezTo>
                    <a:cubicBezTo>
                      <a:pt x="161001" y="240002"/>
                      <a:pt x="161734" y="240002"/>
                      <a:pt x="161368" y="240435"/>
                    </a:cubicBezTo>
                    <a:cubicBezTo>
                      <a:pt x="161001" y="241301"/>
                      <a:pt x="160635" y="241301"/>
                      <a:pt x="159902" y="240435"/>
                    </a:cubicBezTo>
                    <a:cubicBezTo>
                      <a:pt x="159170" y="239569"/>
                      <a:pt x="159170" y="240435"/>
                      <a:pt x="158437" y="239569"/>
                    </a:cubicBezTo>
                    <a:cubicBezTo>
                      <a:pt x="157704" y="239136"/>
                      <a:pt x="158437" y="237404"/>
                      <a:pt x="159536" y="236538"/>
                    </a:cubicBezTo>
                    <a:close/>
                    <a:moveTo>
                      <a:pt x="153552" y="234950"/>
                    </a:moveTo>
                    <a:cubicBezTo>
                      <a:pt x="154285" y="235268"/>
                      <a:pt x="154285" y="235585"/>
                      <a:pt x="154651" y="235903"/>
                    </a:cubicBezTo>
                    <a:cubicBezTo>
                      <a:pt x="155018" y="236220"/>
                      <a:pt x="155384" y="236855"/>
                      <a:pt x="155384" y="237490"/>
                    </a:cubicBezTo>
                    <a:cubicBezTo>
                      <a:pt x="155018" y="238125"/>
                      <a:pt x="155751" y="238125"/>
                      <a:pt x="155751" y="239395"/>
                    </a:cubicBezTo>
                    <a:cubicBezTo>
                      <a:pt x="155384" y="240665"/>
                      <a:pt x="156117" y="240983"/>
                      <a:pt x="155384" y="241936"/>
                    </a:cubicBezTo>
                    <a:cubicBezTo>
                      <a:pt x="154651" y="242888"/>
                      <a:pt x="155018" y="242571"/>
                      <a:pt x="154285" y="241618"/>
                    </a:cubicBezTo>
                    <a:cubicBezTo>
                      <a:pt x="153186" y="240983"/>
                      <a:pt x="154285" y="240983"/>
                      <a:pt x="153552" y="240348"/>
                    </a:cubicBezTo>
                    <a:cubicBezTo>
                      <a:pt x="152820" y="239713"/>
                      <a:pt x="152820" y="239395"/>
                      <a:pt x="152453" y="238760"/>
                    </a:cubicBezTo>
                    <a:cubicBezTo>
                      <a:pt x="152087" y="237808"/>
                      <a:pt x="152453" y="237490"/>
                      <a:pt x="152087" y="236855"/>
                    </a:cubicBezTo>
                    <a:cubicBezTo>
                      <a:pt x="151354" y="236220"/>
                      <a:pt x="152453" y="235903"/>
                      <a:pt x="152087" y="235268"/>
                    </a:cubicBezTo>
                    <a:cubicBezTo>
                      <a:pt x="151720" y="234950"/>
                      <a:pt x="153186" y="234950"/>
                      <a:pt x="153552" y="234950"/>
                    </a:cubicBezTo>
                    <a:close/>
                    <a:moveTo>
                      <a:pt x="765961" y="233730"/>
                    </a:moveTo>
                    <a:cubicBezTo>
                      <a:pt x="766327" y="233730"/>
                      <a:pt x="766694" y="233730"/>
                      <a:pt x="767060" y="234096"/>
                    </a:cubicBezTo>
                    <a:cubicBezTo>
                      <a:pt x="767060" y="234462"/>
                      <a:pt x="767793" y="234829"/>
                      <a:pt x="767426" y="235195"/>
                    </a:cubicBezTo>
                    <a:cubicBezTo>
                      <a:pt x="767426" y="235195"/>
                      <a:pt x="767060" y="235561"/>
                      <a:pt x="767060" y="235561"/>
                    </a:cubicBezTo>
                    <a:cubicBezTo>
                      <a:pt x="767060" y="235928"/>
                      <a:pt x="767426" y="235928"/>
                      <a:pt x="767793" y="236294"/>
                    </a:cubicBezTo>
                    <a:cubicBezTo>
                      <a:pt x="767793" y="236661"/>
                      <a:pt x="768159" y="236661"/>
                      <a:pt x="768159" y="236661"/>
                    </a:cubicBezTo>
                    <a:cubicBezTo>
                      <a:pt x="768159" y="237027"/>
                      <a:pt x="768892" y="237027"/>
                      <a:pt x="768526" y="237393"/>
                    </a:cubicBezTo>
                    <a:cubicBezTo>
                      <a:pt x="768159" y="237760"/>
                      <a:pt x="767793" y="237760"/>
                      <a:pt x="767426" y="238126"/>
                    </a:cubicBezTo>
                    <a:cubicBezTo>
                      <a:pt x="767060" y="238126"/>
                      <a:pt x="766327" y="237760"/>
                      <a:pt x="766327" y="237760"/>
                    </a:cubicBezTo>
                    <a:cubicBezTo>
                      <a:pt x="765961" y="237760"/>
                      <a:pt x="765961" y="237393"/>
                      <a:pt x="765961" y="237393"/>
                    </a:cubicBezTo>
                    <a:cubicBezTo>
                      <a:pt x="765961" y="237027"/>
                      <a:pt x="765595" y="237027"/>
                      <a:pt x="765595" y="237027"/>
                    </a:cubicBezTo>
                    <a:cubicBezTo>
                      <a:pt x="765595" y="236294"/>
                      <a:pt x="764129" y="235561"/>
                      <a:pt x="764495" y="235561"/>
                    </a:cubicBezTo>
                    <a:cubicBezTo>
                      <a:pt x="764495" y="235195"/>
                      <a:pt x="764129" y="234829"/>
                      <a:pt x="764495" y="234829"/>
                    </a:cubicBezTo>
                    <a:cubicBezTo>
                      <a:pt x="764862" y="234462"/>
                      <a:pt x="765228" y="234462"/>
                      <a:pt x="765595" y="234096"/>
                    </a:cubicBezTo>
                    <a:cubicBezTo>
                      <a:pt x="765595" y="234096"/>
                      <a:pt x="765595" y="233363"/>
                      <a:pt x="765961" y="233730"/>
                    </a:cubicBezTo>
                    <a:close/>
                    <a:moveTo>
                      <a:pt x="761748" y="233363"/>
                    </a:moveTo>
                    <a:cubicBezTo>
                      <a:pt x="762013" y="233363"/>
                      <a:pt x="762542" y="234316"/>
                      <a:pt x="762277" y="234634"/>
                    </a:cubicBezTo>
                    <a:cubicBezTo>
                      <a:pt x="762013" y="234951"/>
                      <a:pt x="761483" y="234951"/>
                      <a:pt x="761219" y="234634"/>
                    </a:cubicBezTo>
                    <a:cubicBezTo>
                      <a:pt x="760954" y="234634"/>
                      <a:pt x="761483" y="233681"/>
                      <a:pt x="761748" y="233363"/>
                    </a:cubicBezTo>
                    <a:close/>
                    <a:moveTo>
                      <a:pt x="155322" y="230188"/>
                    </a:moveTo>
                    <a:cubicBezTo>
                      <a:pt x="155322" y="230188"/>
                      <a:pt x="155322" y="230188"/>
                      <a:pt x="157703" y="230944"/>
                    </a:cubicBezTo>
                    <a:cubicBezTo>
                      <a:pt x="157703" y="230944"/>
                      <a:pt x="157703" y="231322"/>
                      <a:pt x="157703" y="232078"/>
                    </a:cubicBezTo>
                    <a:cubicBezTo>
                      <a:pt x="157703" y="232834"/>
                      <a:pt x="158894" y="232834"/>
                      <a:pt x="158894" y="233212"/>
                    </a:cubicBezTo>
                    <a:cubicBezTo>
                      <a:pt x="159291" y="233590"/>
                      <a:pt x="158894" y="234346"/>
                      <a:pt x="158497" y="235102"/>
                    </a:cubicBezTo>
                    <a:cubicBezTo>
                      <a:pt x="157703" y="235858"/>
                      <a:pt x="158497" y="235858"/>
                      <a:pt x="157703" y="236992"/>
                    </a:cubicBezTo>
                    <a:cubicBezTo>
                      <a:pt x="156910" y="238126"/>
                      <a:pt x="157307" y="237370"/>
                      <a:pt x="156116" y="236992"/>
                    </a:cubicBezTo>
                    <a:cubicBezTo>
                      <a:pt x="154529" y="236236"/>
                      <a:pt x="156116" y="236992"/>
                      <a:pt x="155322" y="236236"/>
                    </a:cubicBezTo>
                    <a:cubicBezTo>
                      <a:pt x="154529" y="235480"/>
                      <a:pt x="156513" y="235102"/>
                      <a:pt x="155719" y="233968"/>
                    </a:cubicBezTo>
                    <a:cubicBezTo>
                      <a:pt x="155322" y="232456"/>
                      <a:pt x="155719" y="233968"/>
                      <a:pt x="154529" y="233212"/>
                    </a:cubicBezTo>
                    <a:cubicBezTo>
                      <a:pt x="152941" y="232834"/>
                      <a:pt x="154132" y="232834"/>
                      <a:pt x="154132" y="232456"/>
                    </a:cubicBezTo>
                    <a:cubicBezTo>
                      <a:pt x="154132" y="231700"/>
                      <a:pt x="154925" y="230944"/>
                      <a:pt x="155322" y="230188"/>
                    </a:cubicBezTo>
                    <a:close/>
                    <a:moveTo>
                      <a:pt x="766034" y="228600"/>
                    </a:moveTo>
                    <a:cubicBezTo>
                      <a:pt x="766034" y="228600"/>
                      <a:pt x="767304" y="229281"/>
                      <a:pt x="766669" y="229621"/>
                    </a:cubicBezTo>
                    <a:cubicBezTo>
                      <a:pt x="766351" y="229961"/>
                      <a:pt x="766669" y="229961"/>
                      <a:pt x="766669" y="230301"/>
                    </a:cubicBezTo>
                    <a:cubicBezTo>
                      <a:pt x="766669" y="230641"/>
                      <a:pt x="766351" y="231662"/>
                      <a:pt x="766034" y="231662"/>
                    </a:cubicBezTo>
                    <a:cubicBezTo>
                      <a:pt x="765716" y="231662"/>
                      <a:pt x="765399" y="231662"/>
                      <a:pt x="765081" y="232002"/>
                    </a:cubicBezTo>
                    <a:cubicBezTo>
                      <a:pt x="764764" y="232002"/>
                      <a:pt x="764764" y="232342"/>
                      <a:pt x="764764" y="232342"/>
                    </a:cubicBezTo>
                    <a:cubicBezTo>
                      <a:pt x="764764" y="232683"/>
                      <a:pt x="764446" y="233023"/>
                      <a:pt x="764129" y="233023"/>
                    </a:cubicBezTo>
                    <a:cubicBezTo>
                      <a:pt x="764129" y="233363"/>
                      <a:pt x="763494" y="233363"/>
                      <a:pt x="763176" y="233363"/>
                    </a:cubicBezTo>
                    <a:cubicBezTo>
                      <a:pt x="762859" y="233363"/>
                      <a:pt x="762859" y="233023"/>
                      <a:pt x="763176" y="232683"/>
                    </a:cubicBezTo>
                    <a:cubicBezTo>
                      <a:pt x="763176" y="232683"/>
                      <a:pt x="762859" y="232342"/>
                      <a:pt x="762541" y="232002"/>
                    </a:cubicBezTo>
                    <a:cubicBezTo>
                      <a:pt x="762541" y="231662"/>
                      <a:pt x="762541" y="231322"/>
                      <a:pt x="762859" y="230982"/>
                    </a:cubicBezTo>
                    <a:cubicBezTo>
                      <a:pt x="762859" y="230301"/>
                      <a:pt x="763176" y="230641"/>
                      <a:pt x="763176" y="230301"/>
                    </a:cubicBezTo>
                    <a:cubicBezTo>
                      <a:pt x="762859" y="229961"/>
                      <a:pt x="763494" y="229961"/>
                      <a:pt x="764446" y="229621"/>
                    </a:cubicBezTo>
                    <a:cubicBezTo>
                      <a:pt x="764764" y="229621"/>
                      <a:pt x="765081" y="229281"/>
                      <a:pt x="765081" y="228940"/>
                    </a:cubicBezTo>
                    <a:cubicBezTo>
                      <a:pt x="765399" y="228600"/>
                      <a:pt x="765716" y="228600"/>
                      <a:pt x="766034" y="228600"/>
                    </a:cubicBezTo>
                    <a:close/>
                    <a:moveTo>
                      <a:pt x="148973" y="228600"/>
                    </a:moveTo>
                    <a:cubicBezTo>
                      <a:pt x="148973" y="228600"/>
                      <a:pt x="149866" y="228945"/>
                      <a:pt x="150461" y="229290"/>
                    </a:cubicBezTo>
                    <a:cubicBezTo>
                      <a:pt x="151354" y="229290"/>
                      <a:pt x="150461" y="229290"/>
                      <a:pt x="150163" y="229981"/>
                    </a:cubicBezTo>
                    <a:cubicBezTo>
                      <a:pt x="149568" y="230671"/>
                      <a:pt x="149568" y="230671"/>
                      <a:pt x="149866" y="230671"/>
                    </a:cubicBezTo>
                    <a:cubicBezTo>
                      <a:pt x="150461" y="230671"/>
                      <a:pt x="150759" y="231016"/>
                      <a:pt x="150759" y="232051"/>
                    </a:cubicBezTo>
                    <a:cubicBezTo>
                      <a:pt x="151056" y="232397"/>
                      <a:pt x="150759" y="232742"/>
                      <a:pt x="150163" y="233432"/>
                    </a:cubicBezTo>
                    <a:cubicBezTo>
                      <a:pt x="149568" y="234122"/>
                      <a:pt x="150163" y="234122"/>
                      <a:pt x="149866" y="234467"/>
                    </a:cubicBezTo>
                    <a:cubicBezTo>
                      <a:pt x="149568" y="235158"/>
                      <a:pt x="150163" y="236538"/>
                      <a:pt x="149568" y="236193"/>
                    </a:cubicBezTo>
                    <a:cubicBezTo>
                      <a:pt x="148973" y="235848"/>
                      <a:pt x="149568" y="235158"/>
                      <a:pt x="148973" y="234122"/>
                    </a:cubicBezTo>
                    <a:cubicBezTo>
                      <a:pt x="148675" y="233432"/>
                      <a:pt x="148675" y="233087"/>
                      <a:pt x="147484" y="232051"/>
                    </a:cubicBezTo>
                    <a:cubicBezTo>
                      <a:pt x="146591" y="231016"/>
                      <a:pt x="147484" y="232051"/>
                      <a:pt x="147484" y="230326"/>
                    </a:cubicBezTo>
                    <a:cubicBezTo>
                      <a:pt x="147484" y="228600"/>
                      <a:pt x="148377" y="228945"/>
                      <a:pt x="148973" y="228600"/>
                    </a:cubicBezTo>
                    <a:close/>
                    <a:moveTo>
                      <a:pt x="70215" y="227384"/>
                    </a:moveTo>
                    <a:cubicBezTo>
                      <a:pt x="71626" y="227013"/>
                      <a:pt x="71979" y="227013"/>
                      <a:pt x="71979" y="227754"/>
                    </a:cubicBezTo>
                    <a:cubicBezTo>
                      <a:pt x="71979" y="228495"/>
                      <a:pt x="69862" y="228865"/>
                      <a:pt x="70215" y="229606"/>
                    </a:cubicBezTo>
                    <a:cubicBezTo>
                      <a:pt x="71273" y="232199"/>
                      <a:pt x="71626" y="233310"/>
                      <a:pt x="70921" y="233681"/>
                    </a:cubicBezTo>
                    <a:cubicBezTo>
                      <a:pt x="68804" y="234792"/>
                      <a:pt x="69510" y="234792"/>
                      <a:pt x="68804" y="235533"/>
                    </a:cubicBezTo>
                    <a:cubicBezTo>
                      <a:pt x="68098" y="236644"/>
                      <a:pt x="68804" y="235904"/>
                      <a:pt x="67393" y="236644"/>
                    </a:cubicBezTo>
                    <a:cubicBezTo>
                      <a:pt x="65982" y="237756"/>
                      <a:pt x="64571" y="238126"/>
                      <a:pt x="63865" y="238126"/>
                    </a:cubicBezTo>
                    <a:cubicBezTo>
                      <a:pt x="63160" y="237756"/>
                      <a:pt x="62807" y="237385"/>
                      <a:pt x="62101" y="237385"/>
                    </a:cubicBezTo>
                    <a:cubicBezTo>
                      <a:pt x="61748" y="237015"/>
                      <a:pt x="61043" y="236644"/>
                      <a:pt x="61043" y="236644"/>
                    </a:cubicBezTo>
                    <a:cubicBezTo>
                      <a:pt x="60690" y="235904"/>
                      <a:pt x="59279" y="234792"/>
                      <a:pt x="60337" y="234051"/>
                    </a:cubicBezTo>
                    <a:cubicBezTo>
                      <a:pt x="61396" y="233310"/>
                      <a:pt x="61396" y="232199"/>
                      <a:pt x="62807" y="232199"/>
                    </a:cubicBezTo>
                    <a:cubicBezTo>
                      <a:pt x="63865" y="232570"/>
                      <a:pt x="63865" y="232940"/>
                      <a:pt x="64571" y="233681"/>
                    </a:cubicBezTo>
                    <a:cubicBezTo>
                      <a:pt x="64923" y="234051"/>
                      <a:pt x="65629" y="235163"/>
                      <a:pt x="65982" y="234422"/>
                    </a:cubicBezTo>
                    <a:cubicBezTo>
                      <a:pt x="66335" y="233681"/>
                      <a:pt x="65982" y="233681"/>
                      <a:pt x="65276" y="232570"/>
                    </a:cubicBezTo>
                    <a:cubicBezTo>
                      <a:pt x="64571" y="231458"/>
                      <a:pt x="63865" y="230717"/>
                      <a:pt x="64571" y="230717"/>
                    </a:cubicBezTo>
                    <a:cubicBezTo>
                      <a:pt x="65276" y="230347"/>
                      <a:pt x="65629" y="228495"/>
                      <a:pt x="66687" y="229236"/>
                    </a:cubicBezTo>
                    <a:cubicBezTo>
                      <a:pt x="67746" y="229977"/>
                      <a:pt x="67746" y="229236"/>
                      <a:pt x="68451" y="228865"/>
                    </a:cubicBezTo>
                    <a:cubicBezTo>
                      <a:pt x="68804" y="228124"/>
                      <a:pt x="69157" y="227384"/>
                      <a:pt x="70215" y="227384"/>
                    </a:cubicBezTo>
                    <a:close/>
                    <a:moveTo>
                      <a:pt x="772270" y="227013"/>
                    </a:moveTo>
                    <a:cubicBezTo>
                      <a:pt x="772270" y="227013"/>
                      <a:pt x="772270" y="227013"/>
                      <a:pt x="774455" y="227377"/>
                    </a:cubicBezTo>
                    <a:cubicBezTo>
                      <a:pt x="774455" y="227377"/>
                      <a:pt x="775183" y="228105"/>
                      <a:pt x="775911" y="227741"/>
                    </a:cubicBezTo>
                    <a:cubicBezTo>
                      <a:pt x="776275" y="227377"/>
                      <a:pt x="778096" y="227013"/>
                      <a:pt x="778096" y="227013"/>
                    </a:cubicBezTo>
                    <a:cubicBezTo>
                      <a:pt x="778096" y="227013"/>
                      <a:pt x="778096" y="227013"/>
                      <a:pt x="780280" y="227741"/>
                    </a:cubicBezTo>
                    <a:cubicBezTo>
                      <a:pt x="780280" y="227741"/>
                      <a:pt x="780280" y="227741"/>
                      <a:pt x="780280" y="228833"/>
                    </a:cubicBezTo>
                    <a:cubicBezTo>
                      <a:pt x="780280" y="228833"/>
                      <a:pt x="780645" y="229197"/>
                      <a:pt x="780280" y="229561"/>
                    </a:cubicBezTo>
                    <a:cubicBezTo>
                      <a:pt x="779916" y="230289"/>
                      <a:pt x="778824" y="230289"/>
                      <a:pt x="778460" y="230653"/>
                    </a:cubicBezTo>
                    <a:cubicBezTo>
                      <a:pt x="778096" y="231017"/>
                      <a:pt x="778460" y="231381"/>
                      <a:pt x="778096" y="231745"/>
                    </a:cubicBezTo>
                    <a:cubicBezTo>
                      <a:pt x="777732" y="232109"/>
                      <a:pt x="777732" y="231381"/>
                      <a:pt x="777003" y="232109"/>
                    </a:cubicBezTo>
                    <a:cubicBezTo>
                      <a:pt x="777003" y="232109"/>
                      <a:pt x="777003" y="232473"/>
                      <a:pt x="777003" y="233201"/>
                    </a:cubicBezTo>
                    <a:cubicBezTo>
                      <a:pt x="777368" y="233565"/>
                      <a:pt x="777368" y="233929"/>
                      <a:pt x="777368" y="234293"/>
                    </a:cubicBezTo>
                    <a:cubicBezTo>
                      <a:pt x="777368" y="234293"/>
                      <a:pt x="777732" y="234293"/>
                      <a:pt x="778096" y="234293"/>
                    </a:cubicBezTo>
                    <a:cubicBezTo>
                      <a:pt x="778096" y="234293"/>
                      <a:pt x="778460" y="233565"/>
                      <a:pt x="778460" y="233565"/>
                    </a:cubicBezTo>
                    <a:cubicBezTo>
                      <a:pt x="778460" y="233565"/>
                      <a:pt x="779188" y="233201"/>
                      <a:pt x="779552" y="233201"/>
                    </a:cubicBezTo>
                    <a:cubicBezTo>
                      <a:pt x="779916" y="232837"/>
                      <a:pt x="780280" y="233201"/>
                      <a:pt x="780280" y="233201"/>
                    </a:cubicBezTo>
                    <a:cubicBezTo>
                      <a:pt x="780280" y="233201"/>
                      <a:pt x="781737" y="233565"/>
                      <a:pt x="783557" y="233201"/>
                    </a:cubicBezTo>
                    <a:cubicBezTo>
                      <a:pt x="785014" y="232473"/>
                      <a:pt x="784286" y="233201"/>
                      <a:pt x="784286" y="233201"/>
                    </a:cubicBezTo>
                    <a:cubicBezTo>
                      <a:pt x="784286" y="233201"/>
                      <a:pt x="784650" y="233201"/>
                      <a:pt x="785014" y="233201"/>
                    </a:cubicBezTo>
                    <a:cubicBezTo>
                      <a:pt x="785378" y="233201"/>
                      <a:pt x="785742" y="233565"/>
                      <a:pt x="786470" y="233201"/>
                    </a:cubicBezTo>
                    <a:cubicBezTo>
                      <a:pt x="787563" y="232837"/>
                      <a:pt x="787198" y="233929"/>
                      <a:pt x="787563" y="234293"/>
                    </a:cubicBezTo>
                    <a:cubicBezTo>
                      <a:pt x="787563" y="234657"/>
                      <a:pt x="787198" y="235021"/>
                      <a:pt x="787198" y="235021"/>
                    </a:cubicBezTo>
                    <a:cubicBezTo>
                      <a:pt x="787198" y="235021"/>
                      <a:pt x="787198" y="235385"/>
                      <a:pt x="787198" y="235749"/>
                    </a:cubicBezTo>
                    <a:cubicBezTo>
                      <a:pt x="787198" y="236477"/>
                      <a:pt x="786834" y="236841"/>
                      <a:pt x="786834" y="236841"/>
                    </a:cubicBezTo>
                    <a:cubicBezTo>
                      <a:pt x="786834" y="236841"/>
                      <a:pt x="786470" y="237569"/>
                      <a:pt x="786470" y="237569"/>
                    </a:cubicBezTo>
                    <a:cubicBezTo>
                      <a:pt x="786470" y="237569"/>
                      <a:pt x="786470" y="237569"/>
                      <a:pt x="785378" y="238298"/>
                    </a:cubicBezTo>
                    <a:cubicBezTo>
                      <a:pt x="785378" y="238298"/>
                      <a:pt x="785378" y="238298"/>
                      <a:pt x="785378" y="239390"/>
                    </a:cubicBezTo>
                    <a:cubicBezTo>
                      <a:pt x="785378" y="239390"/>
                      <a:pt x="784650" y="240482"/>
                      <a:pt x="784650" y="240482"/>
                    </a:cubicBezTo>
                    <a:cubicBezTo>
                      <a:pt x="784286" y="240846"/>
                      <a:pt x="783922" y="241210"/>
                      <a:pt x="783922" y="241210"/>
                    </a:cubicBezTo>
                    <a:cubicBezTo>
                      <a:pt x="783922" y="241210"/>
                      <a:pt x="783193" y="241574"/>
                      <a:pt x="783193" y="241938"/>
                    </a:cubicBezTo>
                    <a:cubicBezTo>
                      <a:pt x="783193" y="241938"/>
                      <a:pt x="783193" y="242302"/>
                      <a:pt x="783193" y="242666"/>
                    </a:cubicBezTo>
                    <a:cubicBezTo>
                      <a:pt x="783557" y="242666"/>
                      <a:pt x="783193" y="243030"/>
                      <a:pt x="783193" y="243030"/>
                    </a:cubicBezTo>
                    <a:cubicBezTo>
                      <a:pt x="783193" y="243030"/>
                      <a:pt x="782465" y="243394"/>
                      <a:pt x="782101" y="243758"/>
                    </a:cubicBezTo>
                    <a:cubicBezTo>
                      <a:pt x="781737" y="243758"/>
                      <a:pt x="781737" y="244122"/>
                      <a:pt x="781373" y="244486"/>
                    </a:cubicBezTo>
                    <a:cubicBezTo>
                      <a:pt x="781373" y="244486"/>
                      <a:pt x="781373" y="245214"/>
                      <a:pt x="781373" y="245214"/>
                    </a:cubicBezTo>
                    <a:cubicBezTo>
                      <a:pt x="781373" y="245214"/>
                      <a:pt x="782829" y="244486"/>
                      <a:pt x="782829" y="244486"/>
                    </a:cubicBezTo>
                    <a:cubicBezTo>
                      <a:pt x="783193" y="244486"/>
                      <a:pt x="783193" y="244850"/>
                      <a:pt x="783193" y="244850"/>
                    </a:cubicBezTo>
                    <a:cubicBezTo>
                      <a:pt x="783193" y="244850"/>
                      <a:pt x="783922" y="245214"/>
                      <a:pt x="783922" y="245214"/>
                    </a:cubicBezTo>
                    <a:cubicBezTo>
                      <a:pt x="784286" y="244850"/>
                      <a:pt x="784286" y="245214"/>
                      <a:pt x="784286" y="245214"/>
                    </a:cubicBezTo>
                    <a:cubicBezTo>
                      <a:pt x="784286" y="245214"/>
                      <a:pt x="784650" y="245214"/>
                      <a:pt x="785014" y="245214"/>
                    </a:cubicBezTo>
                    <a:cubicBezTo>
                      <a:pt x="785378" y="245214"/>
                      <a:pt x="785378" y="245578"/>
                      <a:pt x="785378" y="245578"/>
                    </a:cubicBezTo>
                    <a:cubicBezTo>
                      <a:pt x="785378" y="245578"/>
                      <a:pt x="785378" y="245578"/>
                      <a:pt x="786106" y="245942"/>
                    </a:cubicBezTo>
                    <a:cubicBezTo>
                      <a:pt x="786106" y="245942"/>
                      <a:pt x="786106" y="245942"/>
                      <a:pt x="786470" y="246306"/>
                    </a:cubicBezTo>
                    <a:cubicBezTo>
                      <a:pt x="786470" y="246306"/>
                      <a:pt x="787198" y="247398"/>
                      <a:pt x="787198" y="247398"/>
                    </a:cubicBezTo>
                    <a:cubicBezTo>
                      <a:pt x="787563" y="247398"/>
                      <a:pt x="787563" y="247762"/>
                      <a:pt x="787563" y="248126"/>
                    </a:cubicBezTo>
                    <a:cubicBezTo>
                      <a:pt x="787563" y="248490"/>
                      <a:pt x="787927" y="248854"/>
                      <a:pt x="788291" y="248854"/>
                    </a:cubicBezTo>
                    <a:cubicBezTo>
                      <a:pt x="788291" y="249218"/>
                      <a:pt x="788655" y="249946"/>
                      <a:pt x="789019" y="249946"/>
                    </a:cubicBezTo>
                    <a:cubicBezTo>
                      <a:pt x="789019" y="249946"/>
                      <a:pt x="789019" y="250674"/>
                      <a:pt x="789019" y="250674"/>
                    </a:cubicBezTo>
                    <a:cubicBezTo>
                      <a:pt x="789019" y="251038"/>
                      <a:pt x="789383" y="252130"/>
                      <a:pt x="789747" y="252494"/>
                    </a:cubicBezTo>
                    <a:cubicBezTo>
                      <a:pt x="790111" y="252494"/>
                      <a:pt x="790111" y="253586"/>
                      <a:pt x="790111" y="253586"/>
                    </a:cubicBezTo>
                    <a:cubicBezTo>
                      <a:pt x="790111" y="253586"/>
                      <a:pt x="791568" y="253950"/>
                      <a:pt x="792296" y="253950"/>
                    </a:cubicBezTo>
                    <a:cubicBezTo>
                      <a:pt x="792660" y="254314"/>
                      <a:pt x="792296" y="254678"/>
                      <a:pt x="793388" y="254678"/>
                    </a:cubicBezTo>
                    <a:cubicBezTo>
                      <a:pt x="794481" y="255042"/>
                      <a:pt x="794117" y="255042"/>
                      <a:pt x="794117" y="255406"/>
                    </a:cubicBezTo>
                    <a:cubicBezTo>
                      <a:pt x="794481" y="255406"/>
                      <a:pt x="794481" y="256134"/>
                      <a:pt x="794481" y="256134"/>
                    </a:cubicBezTo>
                    <a:cubicBezTo>
                      <a:pt x="794481" y="256134"/>
                      <a:pt x="794481" y="256498"/>
                      <a:pt x="794481" y="256498"/>
                    </a:cubicBezTo>
                    <a:cubicBezTo>
                      <a:pt x="794481" y="256498"/>
                      <a:pt x="795209" y="257590"/>
                      <a:pt x="795209" y="257590"/>
                    </a:cubicBezTo>
                    <a:cubicBezTo>
                      <a:pt x="795573" y="257590"/>
                      <a:pt x="795209" y="258318"/>
                      <a:pt x="795209" y="258682"/>
                    </a:cubicBezTo>
                    <a:cubicBezTo>
                      <a:pt x="795573" y="259046"/>
                      <a:pt x="795573" y="259774"/>
                      <a:pt x="795937" y="259774"/>
                    </a:cubicBezTo>
                    <a:cubicBezTo>
                      <a:pt x="795937" y="259774"/>
                      <a:pt x="796301" y="260502"/>
                      <a:pt x="796301" y="260502"/>
                    </a:cubicBezTo>
                    <a:cubicBezTo>
                      <a:pt x="796301" y="260502"/>
                      <a:pt x="796301" y="260502"/>
                      <a:pt x="796665" y="261230"/>
                    </a:cubicBezTo>
                    <a:cubicBezTo>
                      <a:pt x="796665" y="261230"/>
                      <a:pt x="797394" y="261958"/>
                      <a:pt x="797758" y="262322"/>
                    </a:cubicBezTo>
                    <a:cubicBezTo>
                      <a:pt x="797758" y="262686"/>
                      <a:pt x="798122" y="263050"/>
                      <a:pt x="798122" y="263414"/>
                    </a:cubicBezTo>
                    <a:cubicBezTo>
                      <a:pt x="798122" y="263778"/>
                      <a:pt x="797758" y="264142"/>
                      <a:pt x="797758" y="264142"/>
                    </a:cubicBezTo>
                    <a:cubicBezTo>
                      <a:pt x="797758" y="264142"/>
                      <a:pt x="797394" y="264506"/>
                      <a:pt x="797394" y="264870"/>
                    </a:cubicBezTo>
                    <a:cubicBezTo>
                      <a:pt x="797029" y="264870"/>
                      <a:pt x="797029" y="265234"/>
                      <a:pt x="797394" y="265234"/>
                    </a:cubicBezTo>
                    <a:cubicBezTo>
                      <a:pt x="797394" y="265234"/>
                      <a:pt x="798486" y="265962"/>
                      <a:pt x="798850" y="265962"/>
                    </a:cubicBezTo>
                    <a:cubicBezTo>
                      <a:pt x="799214" y="265962"/>
                      <a:pt x="799578" y="265598"/>
                      <a:pt x="800306" y="265234"/>
                    </a:cubicBezTo>
                    <a:cubicBezTo>
                      <a:pt x="800671" y="264870"/>
                      <a:pt x="800671" y="265234"/>
                      <a:pt x="801035" y="264870"/>
                    </a:cubicBezTo>
                    <a:cubicBezTo>
                      <a:pt x="801763" y="264870"/>
                      <a:pt x="801763" y="265234"/>
                      <a:pt x="802127" y="265234"/>
                    </a:cubicBezTo>
                    <a:cubicBezTo>
                      <a:pt x="802855" y="265234"/>
                      <a:pt x="803583" y="265598"/>
                      <a:pt x="803948" y="265598"/>
                    </a:cubicBezTo>
                    <a:cubicBezTo>
                      <a:pt x="804312" y="265598"/>
                      <a:pt x="804312" y="266327"/>
                      <a:pt x="804676" y="266691"/>
                    </a:cubicBezTo>
                    <a:cubicBezTo>
                      <a:pt x="805040" y="267055"/>
                      <a:pt x="805404" y="268147"/>
                      <a:pt x="805404" y="268147"/>
                    </a:cubicBezTo>
                    <a:cubicBezTo>
                      <a:pt x="805404" y="268147"/>
                      <a:pt x="805404" y="268147"/>
                      <a:pt x="805040" y="268875"/>
                    </a:cubicBezTo>
                    <a:cubicBezTo>
                      <a:pt x="805040" y="268875"/>
                      <a:pt x="805040" y="268875"/>
                      <a:pt x="804312" y="269239"/>
                    </a:cubicBezTo>
                    <a:cubicBezTo>
                      <a:pt x="804312" y="269239"/>
                      <a:pt x="804312" y="270331"/>
                      <a:pt x="804312" y="270331"/>
                    </a:cubicBezTo>
                    <a:cubicBezTo>
                      <a:pt x="804312" y="270695"/>
                      <a:pt x="803219" y="271423"/>
                      <a:pt x="803219" y="271787"/>
                    </a:cubicBezTo>
                    <a:cubicBezTo>
                      <a:pt x="802855" y="271787"/>
                      <a:pt x="802127" y="272515"/>
                      <a:pt x="801763" y="272879"/>
                    </a:cubicBezTo>
                    <a:cubicBezTo>
                      <a:pt x="801399" y="273243"/>
                      <a:pt x="801035" y="273243"/>
                      <a:pt x="801035" y="273607"/>
                    </a:cubicBezTo>
                    <a:cubicBezTo>
                      <a:pt x="800671" y="273607"/>
                      <a:pt x="799578" y="274335"/>
                      <a:pt x="799214" y="274699"/>
                    </a:cubicBezTo>
                    <a:cubicBezTo>
                      <a:pt x="798486" y="274699"/>
                      <a:pt x="798850" y="275063"/>
                      <a:pt x="799214" y="275427"/>
                    </a:cubicBezTo>
                    <a:cubicBezTo>
                      <a:pt x="799578" y="275791"/>
                      <a:pt x="800306" y="275791"/>
                      <a:pt x="800671" y="275427"/>
                    </a:cubicBezTo>
                    <a:cubicBezTo>
                      <a:pt x="801399" y="275427"/>
                      <a:pt x="802127" y="275791"/>
                      <a:pt x="802127" y="275427"/>
                    </a:cubicBezTo>
                    <a:cubicBezTo>
                      <a:pt x="802491" y="275427"/>
                      <a:pt x="802855" y="276155"/>
                      <a:pt x="802855" y="276155"/>
                    </a:cubicBezTo>
                    <a:cubicBezTo>
                      <a:pt x="802855" y="276155"/>
                      <a:pt x="802855" y="276155"/>
                      <a:pt x="802491" y="276883"/>
                    </a:cubicBezTo>
                    <a:cubicBezTo>
                      <a:pt x="802491" y="276883"/>
                      <a:pt x="802491" y="276883"/>
                      <a:pt x="801399" y="277975"/>
                    </a:cubicBezTo>
                    <a:cubicBezTo>
                      <a:pt x="801399" y="277975"/>
                      <a:pt x="798122" y="279067"/>
                      <a:pt x="798122" y="279067"/>
                    </a:cubicBezTo>
                    <a:cubicBezTo>
                      <a:pt x="797758" y="279067"/>
                      <a:pt x="797029" y="279431"/>
                      <a:pt x="797029" y="279431"/>
                    </a:cubicBezTo>
                    <a:cubicBezTo>
                      <a:pt x="796665" y="279431"/>
                      <a:pt x="795573" y="279795"/>
                      <a:pt x="795573" y="279795"/>
                    </a:cubicBezTo>
                    <a:cubicBezTo>
                      <a:pt x="795209" y="279795"/>
                      <a:pt x="792296" y="279067"/>
                      <a:pt x="791932" y="279067"/>
                    </a:cubicBezTo>
                    <a:cubicBezTo>
                      <a:pt x="791568" y="279067"/>
                      <a:pt x="791204" y="279795"/>
                      <a:pt x="791204" y="279795"/>
                    </a:cubicBezTo>
                    <a:cubicBezTo>
                      <a:pt x="791204" y="279795"/>
                      <a:pt x="791204" y="279795"/>
                      <a:pt x="789019" y="279795"/>
                    </a:cubicBezTo>
                    <a:cubicBezTo>
                      <a:pt x="789019" y="279795"/>
                      <a:pt x="788291" y="279431"/>
                      <a:pt x="788291" y="279431"/>
                    </a:cubicBezTo>
                    <a:cubicBezTo>
                      <a:pt x="788291" y="279067"/>
                      <a:pt x="787198" y="279067"/>
                      <a:pt x="787198" y="279067"/>
                    </a:cubicBezTo>
                    <a:cubicBezTo>
                      <a:pt x="787198" y="279067"/>
                      <a:pt x="787198" y="279067"/>
                      <a:pt x="786106" y="279795"/>
                    </a:cubicBezTo>
                    <a:cubicBezTo>
                      <a:pt x="786106" y="279795"/>
                      <a:pt x="785014" y="279795"/>
                      <a:pt x="785014" y="279795"/>
                    </a:cubicBezTo>
                    <a:cubicBezTo>
                      <a:pt x="784650" y="279795"/>
                      <a:pt x="783193" y="280159"/>
                      <a:pt x="782829" y="280159"/>
                    </a:cubicBezTo>
                    <a:cubicBezTo>
                      <a:pt x="782829" y="280159"/>
                      <a:pt x="782101" y="280159"/>
                      <a:pt x="781737" y="280159"/>
                    </a:cubicBezTo>
                    <a:cubicBezTo>
                      <a:pt x="781737" y="279795"/>
                      <a:pt x="780645" y="280159"/>
                      <a:pt x="780645" y="280159"/>
                    </a:cubicBezTo>
                    <a:cubicBezTo>
                      <a:pt x="780280" y="280159"/>
                      <a:pt x="779916" y="280159"/>
                      <a:pt x="779916" y="280159"/>
                    </a:cubicBezTo>
                    <a:cubicBezTo>
                      <a:pt x="779916" y="280159"/>
                      <a:pt x="779916" y="280159"/>
                      <a:pt x="779552" y="281251"/>
                    </a:cubicBezTo>
                    <a:cubicBezTo>
                      <a:pt x="779552" y="281251"/>
                      <a:pt x="779552" y="281251"/>
                      <a:pt x="779188" y="281979"/>
                    </a:cubicBezTo>
                    <a:cubicBezTo>
                      <a:pt x="779188" y="281979"/>
                      <a:pt x="778096" y="282707"/>
                      <a:pt x="777732" y="282707"/>
                    </a:cubicBezTo>
                    <a:cubicBezTo>
                      <a:pt x="777368" y="282343"/>
                      <a:pt x="777368" y="282343"/>
                      <a:pt x="777003" y="282343"/>
                    </a:cubicBezTo>
                    <a:cubicBezTo>
                      <a:pt x="776639" y="281979"/>
                      <a:pt x="776639" y="282343"/>
                      <a:pt x="775911" y="281615"/>
                    </a:cubicBezTo>
                    <a:cubicBezTo>
                      <a:pt x="775547" y="281251"/>
                      <a:pt x="775183" y="281615"/>
                      <a:pt x="775183" y="281615"/>
                    </a:cubicBezTo>
                    <a:cubicBezTo>
                      <a:pt x="774819" y="281615"/>
                      <a:pt x="774455" y="281979"/>
                      <a:pt x="774455" y="281979"/>
                    </a:cubicBezTo>
                    <a:cubicBezTo>
                      <a:pt x="774455" y="281979"/>
                      <a:pt x="774091" y="281979"/>
                      <a:pt x="773726" y="281979"/>
                    </a:cubicBezTo>
                    <a:cubicBezTo>
                      <a:pt x="773726" y="281979"/>
                      <a:pt x="772998" y="282343"/>
                      <a:pt x="772270" y="283071"/>
                    </a:cubicBezTo>
                    <a:cubicBezTo>
                      <a:pt x="771178" y="283799"/>
                      <a:pt x="771542" y="283799"/>
                      <a:pt x="771542" y="283799"/>
                    </a:cubicBezTo>
                    <a:cubicBezTo>
                      <a:pt x="771178" y="283799"/>
                      <a:pt x="771178" y="284163"/>
                      <a:pt x="770814" y="283799"/>
                    </a:cubicBezTo>
                    <a:cubicBezTo>
                      <a:pt x="770449" y="283799"/>
                      <a:pt x="770085" y="283799"/>
                      <a:pt x="770085" y="283435"/>
                    </a:cubicBezTo>
                    <a:cubicBezTo>
                      <a:pt x="769721" y="283435"/>
                      <a:pt x="769721" y="283071"/>
                      <a:pt x="770449" y="282343"/>
                    </a:cubicBezTo>
                    <a:cubicBezTo>
                      <a:pt x="770449" y="282343"/>
                      <a:pt x="771178" y="282343"/>
                      <a:pt x="771178" y="281979"/>
                    </a:cubicBezTo>
                    <a:cubicBezTo>
                      <a:pt x="771178" y="281979"/>
                      <a:pt x="771542" y="281251"/>
                      <a:pt x="772270" y="280523"/>
                    </a:cubicBezTo>
                    <a:cubicBezTo>
                      <a:pt x="772998" y="279795"/>
                      <a:pt x="773362" y="280159"/>
                      <a:pt x="773726" y="279795"/>
                    </a:cubicBezTo>
                    <a:cubicBezTo>
                      <a:pt x="773726" y="279431"/>
                      <a:pt x="774091" y="279067"/>
                      <a:pt x="774455" y="278703"/>
                    </a:cubicBezTo>
                    <a:cubicBezTo>
                      <a:pt x="774455" y="278703"/>
                      <a:pt x="774819" y="278339"/>
                      <a:pt x="775183" y="277975"/>
                    </a:cubicBezTo>
                    <a:cubicBezTo>
                      <a:pt x="775183" y="277611"/>
                      <a:pt x="775547" y="277611"/>
                      <a:pt x="775547" y="277611"/>
                    </a:cubicBezTo>
                    <a:cubicBezTo>
                      <a:pt x="775547" y="277611"/>
                      <a:pt x="777003" y="276519"/>
                      <a:pt x="777003" y="276519"/>
                    </a:cubicBezTo>
                    <a:cubicBezTo>
                      <a:pt x="777368" y="276155"/>
                      <a:pt x="777732" y="276519"/>
                      <a:pt x="778096" y="276155"/>
                    </a:cubicBezTo>
                    <a:cubicBezTo>
                      <a:pt x="778460" y="275791"/>
                      <a:pt x="778460" y="276155"/>
                      <a:pt x="778824" y="276155"/>
                    </a:cubicBezTo>
                    <a:cubicBezTo>
                      <a:pt x="779188" y="276155"/>
                      <a:pt x="779188" y="276883"/>
                      <a:pt x="779188" y="276883"/>
                    </a:cubicBezTo>
                    <a:cubicBezTo>
                      <a:pt x="779188" y="276883"/>
                      <a:pt x="779552" y="276883"/>
                      <a:pt x="779916" y="276519"/>
                    </a:cubicBezTo>
                    <a:cubicBezTo>
                      <a:pt x="779916" y="276155"/>
                      <a:pt x="780280" y="276519"/>
                      <a:pt x="780645" y="276519"/>
                    </a:cubicBezTo>
                    <a:cubicBezTo>
                      <a:pt x="780645" y="276519"/>
                      <a:pt x="781373" y="276519"/>
                      <a:pt x="781737" y="276155"/>
                    </a:cubicBezTo>
                    <a:cubicBezTo>
                      <a:pt x="782101" y="275791"/>
                      <a:pt x="782101" y="275791"/>
                      <a:pt x="782101" y="275427"/>
                    </a:cubicBezTo>
                    <a:cubicBezTo>
                      <a:pt x="782101" y="275063"/>
                      <a:pt x="782829" y="275063"/>
                      <a:pt x="783193" y="275063"/>
                    </a:cubicBezTo>
                    <a:cubicBezTo>
                      <a:pt x="783193" y="274699"/>
                      <a:pt x="783557" y="273243"/>
                      <a:pt x="783557" y="273243"/>
                    </a:cubicBezTo>
                    <a:cubicBezTo>
                      <a:pt x="783557" y="273243"/>
                      <a:pt x="783193" y="273607"/>
                      <a:pt x="782829" y="273607"/>
                    </a:cubicBezTo>
                    <a:cubicBezTo>
                      <a:pt x="782465" y="273607"/>
                      <a:pt x="782465" y="273971"/>
                      <a:pt x="782465" y="273971"/>
                    </a:cubicBezTo>
                    <a:cubicBezTo>
                      <a:pt x="782465" y="273971"/>
                      <a:pt x="781737" y="274335"/>
                      <a:pt x="781737" y="274335"/>
                    </a:cubicBezTo>
                    <a:cubicBezTo>
                      <a:pt x="781737" y="274335"/>
                      <a:pt x="780645" y="275063"/>
                      <a:pt x="780645" y="275063"/>
                    </a:cubicBezTo>
                    <a:cubicBezTo>
                      <a:pt x="780645" y="275063"/>
                      <a:pt x="779916" y="275063"/>
                      <a:pt x="779552" y="275063"/>
                    </a:cubicBezTo>
                    <a:cubicBezTo>
                      <a:pt x="779552" y="275063"/>
                      <a:pt x="779188" y="275063"/>
                      <a:pt x="779188" y="275063"/>
                    </a:cubicBezTo>
                    <a:cubicBezTo>
                      <a:pt x="779188" y="275063"/>
                      <a:pt x="778824" y="274699"/>
                      <a:pt x="778460" y="274335"/>
                    </a:cubicBezTo>
                    <a:cubicBezTo>
                      <a:pt x="778096" y="274335"/>
                      <a:pt x="778096" y="274699"/>
                      <a:pt x="778096" y="274699"/>
                    </a:cubicBezTo>
                    <a:cubicBezTo>
                      <a:pt x="777732" y="274699"/>
                      <a:pt x="776275" y="273971"/>
                      <a:pt x="776275" y="273971"/>
                    </a:cubicBezTo>
                    <a:cubicBezTo>
                      <a:pt x="775911" y="273607"/>
                      <a:pt x="774819" y="273243"/>
                      <a:pt x="774819" y="273243"/>
                    </a:cubicBezTo>
                    <a:cubicBezTo>
                      <a:pt x="774819" y="273243"/>
                      <a:pt x="774091" y="273243"/>
                      <a:pt x="774091" y="273243"/>
                    </a:cubicBezTo>
                    <a:cubicBezTo>
                      <a:pt x="773726" y="273243"/>
                      <a:pt x="773362" y="273607"/>
                      <a:pt x="773362" y="273607"/>
                    </a:cubicBezTo>
                    <a:cubicBezTo>
                      <a:pt x="772998" y="273243"/>
                      <a:pt x="772634" y="273607"/>
                      <a:pt x="772270" y="273607"/>
                    </a:cubicBezTo>
                    <a:cubicBezTo>
                      <a:pt x="772270" y="273607"/>
                      <a:pt x="771542" y="273243"/>
                      <a:pt x="771542" y="273243"/>
                    </a:cubicBezTo>
                    <a:cubicBezTo>
                      <a:pt x="771542" y="272879"/>
                      <a:pt x="771906" y="271423"/>
                      <a:pt x="771906" y="271423"/>
                    </a:cubicBezTo>
                    <a:cubicBezTo>
                      <a:pt x="771906" y="271423"/>
                      <a:pt x="772634" y="271423"/>
                      <a:pt x="772998" y="271423"/>
                    </a:cubicBezTo>
                    <a:cubicBezTo>
                      <a:pt x="772998" y="271059"/>
                      <a:pt x="773362" y="271059"/>
                      <a:pt x="773726" y="270695"/>
                    </a:cubicBezTo>
                    <a:cubicBezTo>
                      <a:pt x="773726" y="270331"/>
                      <a:pt x="774091" y="270695"/>
                      <a:pt x="774455" y="270695"/>
                    </a:cubicBezTo>
                    <a:cubicBezTo>
                      <a:pt x="774819" y="270331"/>
                      <a:pt x="775547" y="269967"/>
                      <a:pt x="775547" y="269603"/>
                    </a:cubicBezTo>
                    <a:cubicBezTo>
                      <a:pt x="775911" y="269239"/>
                      <a:pt x="775911" y="269239"/>
                      <a:pt x="775911" y="268875"/>
                    </a:cubicBezTo>
                    <a:cubicBezTo>
                      <a:pt x="775547" y="268511"/>
                      <a:pt x="776275" y="268511"/>
                      <a:pt x="776275" y="268147"/>
                    </a:cubicBezTo>
                    <a:cubicBezTo>
                      <a:pt x="776639" y="268147"/>
                      <a:pt x="777003" y="268147"/>
                      <a:pt x="777003" y="267783"/>
                    </a:cubicBezTo>
                    <a:cubicBezTo>
                      <a:pt x="777003" y="267783"/>
                      <a:pt x="777003" y="267055"/>
                      <a:pt x="777003" y="266691"/>
                    </a:cubicBezTo>
                    <a:cubicBezTo>
                      <a:pt x="777003" y="266327"/>
                      <a:pt x="776639" y="266327"/>
                      <a:pt x="776275" y="266327"/>
                    </a:cubicBezTo>
                    <a:cubicBezTo>
                      <a:pt x="776275" y="265962"/>
                      <a:pt x="775911" y="265598"/>
                      <a:pt x="775547" y="265234"/>
                    </a:cubicBezTo>
                    <a:cubicBezTo>
                      <a:pt x="775547" y="265234"/>
                      <a:pt x="775547" y="264870"/>
                      <a:pt x="775547" y="264870"/>
                    </a:cubicBezTo>
                    <a:cubicBezTo>
                      <a:pt x="775547" y="264506"/>
                      <a:pt x="775547" y="264142"/>
                      <a:pt x="775547" y="264142"/>
                    </a:cubicBezTo>
                    <a:cubicBezTo>
                      <a:pt x="775911" y="263778"/>
                      <a:pt x="775911" y="263778"/>
                      <a:pt x="776275" y="263414"/>
                    </a:cubicBezTo>
                    <a:cubicBezTo>
                      <a:pt x="776639" y="263050"/>
                      <a:pt x="776275" y="263050"/>
                      <a:pt x="776639" y="263050"/>
                    </a:cubicBezTo>
                    <a:cubicBezTo>
                      <a:pt x="777003" y="263050"/>
                      <a:pt x="776639" y="263050"/>
                      <a:pt x="777003" y="263050"/>
                    </a:cubicBezTo>
                    <a:cubicBezTo>
                      <a:pt x="777368" y="263050"/>
                      <a:pt x="777732" y="263050"/>
                      <a:pt x="777732" y="263050"/>
                    </a:cubicBezTo>
                    <a:cubicBezTo>
                      <a:pt x="778096" y="262686"/>
                      <a:pt x="778096" y="262686"/>
                      <a:pt x="778460" y="262686"/>
                    </a:cubicBezTo>
                    <a:cubicBezTo>
                      <a:pt x="778824" y="262686"/>
                      <a:pt x="779552" y="262686"/>
                      <a:pt x="779916" y="262686"/>
                    </a:cubicBezTo>
                    <a:cubicBezTo>
                      <a:pt x="780280" y="262322"/>
                      <a:pt x="780645" y="262686"/>
                      <a:pt x="780645" y="262686"/>
                    </a:cubicBezTo>
                    <a:cubicBezTo>
                      <a:pt x="780645" y="262686"/>
                      <a:pt x="781009" y="262686"/>
                      <a:pt x="781373" y="262322"/>
                    </a:cubicBezTo>
                    <a:cubicBezTo>
                      <a:pt x="781373" y="262322"/>
                      <a:pt x="781737" y="261594"/>
                      <a:pt x="781373" y="261230"/>
                    </a:cubicBezTo>
                    <a:cubicBezTo>
                      <a:pt x="781373" y="260866"/>
                      <a:pt x="781373" y="260866"/>
                      <a:pt x="781373" y="260138"/>
                    </a:cubicBezTo>
                    <a:cubicBezTo>
                      <a:pt x="781737" y="259410"/>
                      <a:pt x="781373" y="259774"/>
                      <a:pt x="781373" y="259410"/>
                    </a:cubicBezTo>
                    <a:cubicBezTo>
                      <a:pt x="781373" y="259410"/>
                      <a:pt x="781373" y="259046"/>
                      <a:pt x="781009" y="259046"/>
                    </a:cubicBezTo>
                    <a:cubicBezTo>
                      <a:pt x="781009" y="258682"/>
                      <a:pt x="781373" y="258682"/>
                      <a:pt x="781737" y="257954"/>
                    </a:cubicBezTo>
                    <a:cubicBezTo>
                      <a:pt x="782101" y="257590"/>
                      <a:pt x="781737" y="257590"/>
                      <a:pt x="781737" y="257590"/>
                    </a:cubicBezTo>
                    <a:cubicBezTo>
                      <a:pt x="781737" y="257590"/>
                      <a:pt x="781009" y="257226"/>
                      <a:pt x="781009" y="257226"/>
                    </a:cubicBezTo>
                    <a:cubicBezTo>
                      <a:pt x="780645" y="257226"/>
                      <a:pt x="780280" y="257226"/>
                      <a:pt x="780280" y="256862"/>
                    </a:cubicBezTo>
                    <a:cubicBezTo>
                      <a:pt x="780280" y="256862"/>
                      <a:pt x="780280" y="256134"/>
                      <a:pt x="780280" y="256134"/>
                    </a:cubicBezTo>
                    <a:cubicBezTo>
                      <a:pt x="780280" y="255770"/>
                      <a:pt x="779552" y="255406"/>
                      <a:pt x="779552" y="255406"/>
                    </a:cubicBezTo>
                    <a:cubicBezTo>
                      <a:pt x="779188" y="255042"/>
                      <a:pt x="778824" y="255042"/>
                      <a:pt x="778460" y="255042"/>
                    </a:cubicBezTo>
                    <a:cubicBezTo>
                      <a:pt x="778460" y="254678"/>
                      <a:pt x="778460" y="254314"/>
                      <a:pt x="778824" y="253950"/>
                    </a:cubicBezTo>
                    <a:cubicBezTo>
                      <a:pt x="779188" y="253586"/>
                      <a:pt x="779188" y="253586"/>
                      <a:pt x="779552" y="253222"/>
                    </a:cubicBezTo>
                    <a:cubicBezTo>
                      <a:pt x="779916" y="253222"/>
                      <a:pt x="779916" y="252858"/>
                      <a:pt x="779916" y="252494"/>
                    </a:cubicBezTo>
                    <a:cubicBezTo>
                      <a:pt x="779916" y="252494"/>
                      <a:pt x="779552" y="252130"/>
                      <a:pt x="779552" y="252130"/>
                    </a:cubicBezTo>
                    <a:cubicBezTo>
                      <a:pt x="779552" y="252130"/>
                      <a:pt x="778824" y="252130"/>
                      <a:pt x="778096" y="252130"/>
                    </a:cubicBezTo>
                    <a:cubicBezTo>
                      <a:pt x="777368" y="252130"/>
                      <a:pt x="778096" y="252494"/>
                      <a:pt x="777732" y="252494"/>
                    </a:cubicBezTo>
                    <a:cubicBezTo>
                      <a:pt x="777732" y="252858"/>
                      <a:pt x="777732" y="252858"/>
                      <a:pt x="777368" y="252858"/>
                    </a:cubicBezTo>
                    <a:cubicBezTo>
                      <a:pt x="777368" y="252858"/>
                      <a:pt x="776639" y="253222"/>
                      <a:pt x="776639" y="253222"/>
                    </a:cubicBezTo>
                    <a:cubicBezTo>
                      <a:pt x="776275" y="253222"/>
                      <a:pt x="775911" y="252858"/>
                      <a:pt x="775911" y="252858"/>
                    </a:cubicBezTo>
                    <a:cubicBezTo>
                      <a:pt x="775911" y="252858"/>
                      <a:pt x="775911" y="252858"/>
                      <a:pt x="775547" y="252858"/>
                    </a:cubicBezTo>
                    <a:cubicBezTo>
                      <a:pt x="775547" y="252858"/>
                      <a:pt x="775183" y="253222"/>
                      <a:pt x="775183" y="253222"/>
                    </a:cubicBezTo>
                    <a:cubicBezTo>
                      <a:pt x="774819" y="253222"/>
                      <a:pt x="774091" y="253222"/>
                      <a:pt x="774091" y="253222"/>
                    </a:cubicBezTo>
                    <a:cubicBezTo>
                      <a:pt x="774091" y="252858"/>
                      <a:pt x="772270" y="253222"/>
                      <a:pt x="772270" y="253222"/>
                    </a:cubicBezTo>
                    <a:cubicBezTo>
                      <a:pt x="772270" y="252858"/>
                      <a:pt x="771906" y="252494"/>
                      <a:pt x="771906" y="252494"/>
                    </a:cubicBezTo>
                    <a:cubicBezTo>
                      <a:pt x="771542" y="252130"/>
                      <a:pt x="771542" y="251766"/>
                      <a:pt x="771542" y="251402"/>
                    </a:cubicBezTo>
                    <a:cubicBezTo>
                      <a:pt x="771542" y="251038"/>
                      <a:pt x="772270" y="250674"/>
                      <a:pt x="772270" y="250674"/>
                    </a:cubicBezTo>
                    <a:cubicBezTo>
                      <a:pt x="772270" y="250310"/>
                      <a:pt x="772634" y="249946"/>
                      <a:pt x="772634" y="249946"/>
                    </a:cubicBezTo>
                    <a:cubicBezTo>
                      <a:pt x="772634" y="249946"/>
                      <a:pt x="772998" y="249218"/>
                      <a:pt x="773362" y="249218"/>
                    </a:cubicBezTo>
                    <a:cubicBezTo>
                      <a:pt x="773362" y="248854"/>
                      <a:pt x="773726" y="248490"/>
                      <a:pt x="773726" y="248126"/>
                    </a:cubicBezTo>
                    <a:lnTo>
                      <a:pt x="773288" y="248126"/>
                    </a:lnTo>
                    <a:lnTo>
                      <a:pt x="773288" y="248228"/>
                    </a:lnTo>
                    <a:cubicBezTo>
                      <a:pt x="773288" y="248661"/>
                      <a:pt x="772555" y="248661"/>
                      <a:pt x="772555" y="248661"/>
                    </a:cubicBezTo>
                    <a:cubicBezTo>
                      <a:pt x="772555" y="248228"/>
                      <a:pt x="772188" y="248228"/>
                      <a:pt x="771822" y="247795"/>
                    </a:cubicBezTo>
                    <a:cubicBezTo>
                      <a:pt x="771822" y="247795"/>
                      <a:pt x="771456" y="247795"/>
                      <a:pt x="771456" y="248228"/>
                    </a:cubicBezTo>
                    <a:cubicBezTo>
                      <a:pt x="771456" y="248228"/>
                      <a:pt x="771456" y="248661"/>
                      <a:pt x="771456" y="249094"/>
                    </a:cubicBezTo>
                    <a:cubicBezTo>
                      <a:pt x="771456" y="249094"/>
                      <a:pt x="771456" y="249094"/>
                      <a:pt x="771456" y="249527"/>
                    </a:cubicBezTo>
                    <a:cubicBezTo>
                      <a:pt x="771089" y="249960"/>
                      <a:pt x="770723" y="250393"/>
                      <a:pt x="770723" y="250826"/>
                    </a:cubicBezTo>
                    <a:cubicBezTo>
                      <a:pt x="770357" y="250826"/>
                      <a:pt x="769990" y="250393"/>
                      <a:pt x="769624" y="250393"/>
                    </a:cubicBezTo>
                    <a:cubicBezTo>
                      <a:pt x="769624" y="249960"/>
                      <a:pt x="769624" y="249960"/>
                      <a:pt x="769257" y="249094"/>
                    </a:cubicBezTo>
                    <a:cubicBezTo>
                      <a:pt x="768891" y="248661"/>
                      <a:pt x="769624" y="248661"/>
                      <a:pt x="769624" y="248228"/>
                    </a:cubicBezTo>
                    <a:cubicBezTo>
                      <a:pt x="769624" y="247795"/>
                      <a:pt x="770357" y="246929"/>
                      <a:pt x="770723" y="246496"/>
                    </a:cubicBezTo>
                    <a:cubicBezTo>
                      <a:pt x="770723" y="246496"/>
                      <a:pt x="771456" y="246496"/>
                      <a:pt x="771456" y="246496"/>
                    </a:cubicBezTo>
                    <a:cubicBezTo>
                      <a:pt x="771822" y="246063"/>
                      <a:pt x="771822" y="246063"/>
                      <a:pt x="772188" y="246063"/>
                    </a:cubicBezTo>
                    <a:lnTo>
                      <a:pt x="772685" y="246357"/>
                    </a:lnTo>
                    <a:lnTo>
                      <a:pt x="772634" y="246306"/>
                    </a:lnTo>
                    <a:cubicBezTo>
                      <a:pt x="772270" y="246306"/>
                      <a:pt x="772634" y="245942"/>
                      <a:pt x="772634" y="245578"/>
                    </a:cubicBezTo>
                    <a:cubicBezTo>
                      <a:pt x="772634" y="245214"/>
                      <a:pt x="772998" y="244850"/>
                      <a:pt x="772998" y="244486"/>
                    </a:cubicBezTo>
                    <a:cubicBezTo>
                      <a:pt x="772998" y="244486"/>
                      <a:pt x="772270" y="243758"/>
                      <a:pt x="772270" y="243758"/>
                    </a:cubicBezTo>
                    <a:cubicBezTo>
                      <a:pt x="771906" y="243394"/>
                      <a:pt x="771906" y="243758"/>
                      <a:pt x="771542" y="244122"/>
                    </a:cubicBezTo>
                    <a:cubicBezTo>
                      <a:pt x="771542" y="244486"/>
                      <a:pt x="771178" y="244486"/>
                      <a:pt x="770449" y="244486"/>
                    </a:cubicBezTo>
                    <a:cubicBezTo>
                      <a:pt x="770449" y="244486"/>
                      <a:pt x="770085" y="244486"/>
                      <a:pt x="770085" y="244486"/>
                    </a:cubicBezTo>
                    <a:cubicBezTo>
                      <a:pt x="769721" y="244486"/>
                      <a:pt x="769357" y="244850"/>
                      <a:pt x="769357" y="245214"/>
                    </a:cubicBezTo>
                    <a:cubicBezTo>
                      <a:pt x="769357" y="245214"/>
                      <a:pt x="768629" y="245214"/>
                      <a:pt x="768629" y="245214"/>
                    </a:cubicBezTo>
                    <a:cubicBezTo>
                      <a:pt x="768265" y="244850"/>
                      <a:pt x="768629" y="244850"/>
                      <a:pt x="768629" y="244122"/>
                    </a:cubicBezTo>
                    <a:cubicBezTo>
                      <a:pt x="768629" y="243758"/>
                      <a:pt x="768629" y="244122"/>
                      <a:pt x="768993" y="244122"/>
                    </a:cubicBezTo>
                    <a:cubicBezTo>
                      <a:pt x="768993" y="243758"/>
                      <a:pt x="769721" y="243758"/>
                      <a:pt x="769721" y="243394"/>
                    </a:cubicBezTo>
                    <a:cubicBezTo>
                      <a:pt x="769721" y="242666"/>
                      <a:pt x="769721" y="242666"/>
                      <a:pt x="769721" y="242666"/>
                    </a:cubicBezTo>
                    <a:cubicBezTo>
                      <a:pt x="769721" y="242666"/>
                      <a:pt x="770814" y="241574"/>
                      <a:pt x="771178" y="241574"/>
                    </a:cubicBezTo>
                    <a:cubicBezTo>
                      <a:pt x="771178" y="241210"/>
                      <a:pt x="771178" y="240846"/>
                      <a:pt x="771178" y="240846"/>
                    </a:cubicBezTo>
                    <a:cubicBezTo>
                      <a:pt x="771178" y="240846"/>
                      <a:pt x="770814" y="240482"/>
                      <a:pt x="770449" y="240846"/>
                    </a:cubicBezTo>
                    <a:cubicBezTo>
                      <a:pt x="770449" y="240846"/>
                      <a:pt x="770449" y="240846"/>
                      <a:pt x="769721" y="240846"/>
                    </a:cubicBezTo>
                    <a:cubicBezTo>
                      <a:pt x="769721" y="240846"/>
                      <a:pt x="769357" y="241210"/>
                      <a:pt x="769357" y="241210"/>
                    </a:cubicBezTo>
                    <a:cubicBezTo>
                      <a:pt x="769357" y="241210"/>
                      <a:pt x="769357" y="241210"/>
                      <a:pt x="769357" y="241574"/>
                    </a:cubicBezTo>
                    <a:cubicBezTo>
                      <a:pt x="769357" y="241574"/>
                      <a:pt x="769357" y="241574"/>
                      <a:pt x="768993" y="241938"/>
                    </a:cubicBezTo>
                    <a:cubicBezTo>
                      <a:pt x="768993" y="241938"/>
                      <a:pt x="768993" y="242302"/>
                      <a:pt x="768629" y="242666"/>
                    </a:cubicBezTo>
                    <a:cubicBezTo>
                      <a:pt x="768629" y="242666"/>
                      <a:pt x="768265" y="243030"/>
                      <a:pt x="767901" y="243030"/>
                    </a:cubicBezTo>
                    <a:cubicBezTo>
                      <a:pt x="767901" y="243030"/>
                      <a:pt x="767537" y="243030"/>
                      <a:pt x="767172" y="243030"/>
                    </a:cubicBezTo>
                    <a:cubicBezTo>
                      <a:pt x="767172" y="243030"/>
                      <a:pt x="767537" y="242666"/>
                      <a:pt x="767537" y="242666"/>
                    </a:cubicBezTo>
                    <a:cubicBezTo>
                      <a:pt x="767537" y="242666"/>
                      <a:pt x="768265" y="242302"/>
                      <a:pt x="767901" y="241938"/>
                    </a:cubicBezTo>
                    <a:cubicBezTo>
                      <a:pt x="767901" y="241938"/>
                      <a:pt x="767537" y="241574"/>
                      <a:pt x="767537" y="241574"/>
                    </a:cubicBezTo>
                    <a:cubicBezTo>
                      <a:pt x="767537" y="241574"/>
                      <a:pt x="767537" y="241938"/>
                      <a:pt x="767172" y="241938"/>
                    </a:cubicBezTo>
                    <a:cubicBezTo>
                      <a:pt x="767172" y="241938"/>
                      <a:pt x="766808" y="241938"/>
                      <a:pt x="766808" y="241938"/>
                    </a:cubicBezTo>
                    <a:lnTo>
                      <a:pt x="766080" y="241574"/>
                    </a:lnTo>
                    <a:cubicBezTo>
                      <a:pt x="765716" y="241210"/>
                      <a:pt x="766808" y="240118"/>
                      <a:pt x="766808" y="240118"/>
                    </a:cubicBezTo>
                    <a:cubicBezTo>
                      <a:pt x="766808" y="240118"/>
                      <a:pt x="766808" y="240118"/>
                      <a:pt x="768265" y="239390"/>
                    </a:cubicBezTo>
                    <a:cubicBezTo>
                      <a:pt x="768265" y="239390"/>
                      <a:pt x="769721" y="237205"/>
                      <a:pt x="769721" y="236841"/>
                    </a:cubicBezTo>
                    <a:cubicBezTo>
                      <a:pt x="769357" y="236113"/>
                      <a:pt x="768629" y="235385"/>
                      <a:pt x="768629" y="235385"/>
                    </a:cubicBezTo>
                    <a:cubicBezTo>
                      <a:pt x="768629" y="235385"/>
                      <a:pt x="768629" y="234657"/>
                      <a:pt x="768265" y="233929"/>
                    </a:cubicBezTo>
                    <a:cubicBezTo>
                      <a:pt x="767901" y="233201"/>
                      <a:pt x="768993" y="232837"/>
                      <a:pt x="768993" y="232109"/>
                    </a:cubicBezTo>
                    <a:cubicBezTo>
                      <a:pt x="768993" y="231745"/>
                      <a:pt x="770814" y="232109"/>
                      <a:pt x="770814" y="232109"/>
                    </a:cubicBezTo>
                    <a:cubicBezTo>
                      <a:pt x="770814" y="232109"/>
                      <a:pt x="770814" y="232109"/>
                      <a:pt x="770449" y="229561"/>
                    </a:cubicBezTo>
                    <a:cubicBezTo>
                      <a:pt x="770449" y="229561"/>
                      <a:pt x="770449" y="229561"/>
                      <a:pt x="771542" y="229925"/>
                    </a:cubicBezTo>
                    <a:cubicBezTo>
                      <a:pt x="771542" y="229925"/>
                      <a:pt x="772270" y="228469"/>
                      <a:pt x="772270" y="227013"/>
                    </a:cubicBezTo>
                    <a:close/>
                    <a:moveTo>
                      <a:pt x="780870" y="223838"/>
                    </a:moveTo>
                    <a:cubicBezTo>
                      <a:pt x="781447" y="223838"/>
                      <a:pt x="781736" y="223838"/>
                      <a:pt x="781736" y="224191"/>
                    </a:cubicBezTo>
                    <a:cubicBezTo>
                      <a:pt x="781736" y="224544"/>
                      <a:pt x="781736" y="224544"/>
                      <a:pt x="781736" y="224544"/>
                    </a:cubicBezTo>
                    <a:cubicBezTo>
                      <a:pt x="781736" y="224896"/>
                      <a:pt x="781736" y="225249"/>
                      <a:pt x="782024" y="225249"/>
                    </a:cubicBezTo>
                    <a:cubicBezTo>
                      <a:pt x="782024" y="225602"/>
                      <a:pt x="782602" y="225249"/>
                      <a:pt x="782602" y="225249"/>
                    </a:cubicBezTo>
                    <a:cubicBezTo>
                      <a:pt x="782602" y="225249"/>
                      <a:pt x="783179" y="224896"/>
                      <a:pt x="783179" y="225249"/>
                    </a:cubicBezTo>
                    <a:cubicBezTo>
                      <a:pt x="783179" y="225602"/>
                      <a:pt x="782890" y="225955"/>
                      <a:pt x="782890" y="226308"/>
                    </a:cubicBezTo>
                    <a:cubicBezTo>
                      <a:pt x="782602" y="226660"/>
                      <a:pt x="782602" y="226660"/>
                      <a:pt x="782313" y="227013"/>
                    </a:cubicBezTo>
                    <a:cubicBezTo>
                      <a:pt x="782024" y="227013"/>
                      <a:pt x="782024" y="226308"/>
                      <a:pt x="781736" y="226660"/>
                    </a:cubicBezTo>
                    <a:cubicBezTo>
                      <a:pt x="781159" y="226660"/>
                      <a:pt x="780581" y="226308"/>
                      <a:pt x="780581" y="226308"/>
                    </a:cubicBezTo>
                    <a:cubicBezTo>
                      <a:pt x="780293" y="226308"/>
                      <a:pt x="780004" y="225602"/>
                      <a:pt x="780293" y="225602"/>
                    </a:cubicBezTo>
                    <a:cubicBezTo>
                      <a:pt x="780870" y="225602"/>
                      <a:pt x="780870" y="225955"/>
                      <a:pt x="781159" y="225955"/>
                    </a:cubicBezTo>
                    <a:cubicBezTo>
                      <a:pt x="781159" y="225602"/>
                      <a:pt x="781159" y="225602"/>
                      <a:pt x="781159" y="225249"/>
                    </a:cubicBezTo>
                    <a:cubicBezTo>
                      <a:pt x="780870" y="224896"/>
                      <a:pt x="780581" y="224896"/>
                      <a:pt x="780581" y="224544"/>
                    </a:cubicBezTo>
                    <a:cubicBezTo>
                      <a:pt x="780581" y="224544"/>
                      <a:pt x="780293" y="223838"/>
                      <a:pt x="780870" y="223838"/>
                    </a:cubicBezTo>
                    <a:close/>
                    <a:moveTo>
                      <a:pt x="1574924" y="223097"/>
                    </a:moveTo>
                    <a:cubicBezTo>
                      <a:pt x="1575592" y="222673"/>
                      <a:pt x="1576261" y="222250"/>
                      <a:pt x="1576595" y="223097"/>
                    </a:cubicBezTo>
                    <a:cubicBezTo>
                      <a:pt x="1576929" y="223943"/>
                      <a:pt x="1576929" y="225637"/>
                      <a:pt x="1575592" y="226060"/>
                    </a:cubicBezTo>
                    <a:cubicBezTo>
                      <a:pt x="1574255" y="226060"/>
                      <a:pt x="1571916" y="226907"/>
                      <a:pt x="1571247" y="227753"/>
                    </a:cubicBezTo>
                    <a:cubicBezTo>
                      <a:pt x="1570579" y="228600"/>
                      <a:pt x="1573253" y="224790"/>
                      <a:pt x="1573253" y="224367"/>
                    </a:cubicBezTo>
                    <a:cubicBezTo>
                      <a:pt x="1573253" y="223520"/>
                      <a:pt x="1574590" y="223097"/>
                      <a:pt x="1574924" y="223097"/>
                    </a:cubicBezTo>
                    <a:close/>
                    <a:moveTo>
                      <a:pt x="4538" y="213846"/>
                    </a:moveTo>
                    <a:cubicBezTo>
                      <a:pt x="6508" y="212725"/>
                      <a:pt x="7165" y="214593"/>
                      <a:pt x="7822" y="216834"/>
                    </a:cubicBezTo>
                    <a:cubicBezTo>
                      <a:pt x="8479" y="219075"/>
                      <a:pt x="6508" y="218328"/>
                      <a:pt x="5195" y="217955"/>
                    </a:cubicBezTo>
                    <a:cubicBezTo>
                      <a:pt x="3552" y="217955"/>
                      <a:pt x="2567" y="218328"/>
                      <a:pt x="925" y="217207"/>
                    </a:cubicBezTo>
                    <a:cubicBezTo>
                      <a:pt x="-1046" y="216087"/>
                      <a:pt x="596" y="216460"/>
                      <a:pt x="1582" y="215713"/>
                    </a:cubicBezTo>
                    <a:cubicBezTo>
                      <a:pt x="2567" y="215340"/>
                      <a:pt x="3552" y="214219"/>
                      <a:pt x="4538" y="213846"/>
                    </a:cubicBezTo>
                    <a:close/>
                    <a:moveTo>
                      <a:pt x="790058" y="212725"/>
                    </a:moveTo>
                    <a:cubicBezTo>
                      <a:pt x="790058" y="212725"/>
                      <a:pt x="790763" y="212725"/>
                      <a:pt x="791116" y="213360"/>
                    </a:cubicBezTo>
                    <a:cubicBezTo>
                      <a:pt x="791116" y="213995"/>
                      <a:pt x="790763" y="213678"/>
                      <a:pt x="790410" y="213995"/>
                    </a:cubicBezTo>
                    <a:cubicBezTo>
                      <a:pt x="790410" y="213995"/>
                      <a:pt x="790058" y="214630"/>
                      <a:pt x="790058" y="214630"/>
                    </a:cubicBezTo>
                    <a:cubicBezTo>
                      <a:pt x="790058" y="214630"/>
                      <a:pt x="790410" y="215265"/>
                      <a:pt x="790410" y="215265"/>
                    </a:cubicBezTo>
                    <a:cubicBezTo>
                      <a:pt x="790410" y="215583"/>
                      <a:pt x="790058" y="216536"/>
                      <a:pt x="790058" y="216853"/>
                    </a:cubicBezTo>
                    <a:cubicBezTo>
                      <a:pt x="790058" y="217171"/>
                      <a:pt x="789705" y="217488"/>
                      <a:pt x="789352" y="217488"/>
                    </a:cubicBezTo>
                    <a:cubicBezTo>
                      <a:pt x="788999" y="217171"/>
                      <a:pt x="789705" y="216218"/>
                      <a:pt x="789705" y="215900"/>
                    </a:cubicBezTo>
                    <a:cubicBezTo>
                      <a:pt x="789705" y="215583"/>
                      <a:pt x="788999" y="215900"/>
                      <a:pt x="788647" y="215900"/>
                    </a:cubicBezTo>
                    <a:cubicBezTo>
                      <a:pt x="788294" y="215900"/>
                      <a:pt x="788294" y="215265"/>
                      <a:pt x="787941" y="214948"/>
                    </a:cubicBezTo>
                    <a:cubicBezTo>
                      <a:pt x="787941" y="214313"/>
                      <a:pt x="788294" y="214630"/>
                      <a:pt x="788647" y="213995"/>
                    </a:cubicBezTo>
                    <a:cubicBezTo>
                      <a:pt x="788647" y="213995"/>
                      <a:pt x="788999" y="214313"/>
                      <a:pt x="788999" y="213995"/>
                    </a:cubicBezTo>
                    <a:cubicBezTo>
                      <a:pt x="789352" y="213995"/>
                      <a:pt x="788999" y="213678"/>
                      <a:pt x="789352" y="213360"/>
                    </a:cubicBezTo>
                    <a:cubicBezTo>
                      <a:pt x="789352" y="212725"/>
                      <a:pt x="789705" y="212725"/>
                      <a:pt x="790058" y="212725"/>
                    </a:cubicBezTo>
                    <a:close/>
                    <a:moveTo>
                      <a:pt x="417374" y="199194"/>
                    </a:moveTo>
                    <a:cubicBezTo>
                      <a:pt x="418054" y="199572"/>
                      <a:pt x="417374" y="200328"/>
                      <a:pt x="417033" y="201462"/>
                    </a:cubicBezTo>
                    <a:cubicBezTo>
                      <a:pt x="416693" y="202974"/>
                      <a:pt x="416353" y="203730"/>
                      <a:pt x="415673" y="205242"/>
                    </a:cubicBezTo>
                    <a:cubicBezTo>
                      <a:pt x="414992" y="206376"/>
                      <a:pt x="415332" y="205242"/>
                      <a:pt x="414312" y="204486"/>
                    </a:cubicBezTo>
                    <a:cubicBezTo>
                      <a:pt x="413631" y="203352"/>
                      <a:pt x="413631" y="202974"/>
                      <a:pt x="413631" y="201840"/>
                    </a:cubicBezTo>
                    <a:cubicBezTo>
                      <a:pt x="413291" y="200328"/>
                      <a:pt x="413631" y="199950"/>
                      <a:pt x="414312" y="199572"/>
                    </a:cubicBezTo>
                    <a:cubicBezTo>
                      <a:pt x="415673" y="198816"/>
                      <a:pt x="416693" y="198438"/>
                      <a:pt x="417374" y="199194"/>
                    </a:cubicBezTo>
                    <a:close/>
                    <a:moveTo>
                      <a:pt x="403979" y="194093"/>
                    </a:moveTo>
                    <a:cubicBezTo>
                      <a:pt x="405090" y="193675"/>
                      <a:pt x="404719" y="194093"/>
                      <a:pt x="405831" y="195764"/>
                    </a:cubicBezTo>
                    <a:cubicBezTo>
                      <a:pt x="406942" y="197017"/>
                      <a:pt x="404719" y="196599"/>
                      <a:pt x="403608" y="197853"/>
                    </a:cubicBezTo>
                    <a:cubicBezTo>
                      <a:pt x="402867" y="198689"/>
                      <a:pt x="402497" y="199524"/>
                      <a:pt x="401015" y="200360"/>
                    </a:cubicBezTo>
                    <a:cubicBezTo>
                      <a:pt x="399163" y="201195"/>
                      <a:pt x="399533" y="201613"/>
                      <a:pt x="397681" y="200778"/>
                    </a:cubicBezTo>
                    <a:cubicBezTo>
                      <a:pt x="395829" y="199524"/>
                      <a:pt x="396199" y="199524"/>
                      <a:pt x="396199" y="198689"/>
                    </a:cubicBezTo>
                    <a:cubicBezTo>
                      <a:pt x="396199" y="197435"/>
                      <a:pt x="397311" y="197017"/>
                      <a:pt x="398052" y="196182"/>
                    </a:cubicBezTo>
                    <a:cubicBezTo>
                      <a:pt x="398422" y="194928"/>
                      <a:pt x="399904" y="195764"/>
                      <a:pt x="400274" y="194928"/>
                    </a:cubicBezTo>
                    <a:cubicBezTo>
                      <a:pt x="400274" y="194928"/>
                      <a:pt x="402497" y="194510"/>
                      <a:pt x="403979" y="194093"/>
                    </a:cubicBezTo>
                    <a:close/>
                    <a:moveTo>
                      <a:pt x="424087" y="190500"/>
                    </a:moveTo>
                    <a:cubicBezTo>
                      <a:pt x="424404" y="190500"/>
                      <a:pt x="424722" y="190817"/>
                      <a:pt x="425357" y="191135"/>
                    </a:cubicBezTo>
                    <a:cubicBezTo>
                      <a:pt x="425992" y="191452"/>
                      <a:pt x="425674" y="191770"/>
                      <a:pt x="425357" y="192722"/>
                    </a:cubicBezTo>
                    <a:cubicBezTo>
                      <a:pt x="425039" y="193675"/>
                      <a:pt x="425039" y="193040"/>
                      <a:pt x="424404" y="193040"/>
                    </a:cubicBezTo>
                    <a:cubicBezTo>
                      <a:pt x="423769" y="192722"/>
                      <a:pt x="423769" y="192722"/>
                      <a:pt x="422499" y="192405"/>
                    </a:cubicBezTo>
                    <a:cubicBezTo>
                      <a:pt x="421229" y="192087"/>
                      <a:pt x="421864" y="191452"/>
                      <a:pt x="422182" y="191135"/>
                    </a:cubicBezTo>
                    <a:cubicBezTo>
                      <a:pt x="422817" y="190817"/>
                      <a:pt x="423452" y="190500"/>
                      <a:pt x="424087" y="190500"/>
                    </a:cubicBezTo>
                    <a:close/>
                    <a:moveTo>
                      <a:pt x="1688848" y="189310"/>
                    </a:moveTo>
                    <a:cubicBezTo>
                      <a:pt x="1688848" y="189310"/>
                      <a:pt x="1691229" y="190103"/>
                      <a:pt x="1691229" y="190500"/>
                    </a:cubicBezTo>
                    <a:cubicBezTo>
                      <a:pt x="1691626" y="190897"/>
                      <a:pt x="1692817" y="190500"/>
                      <a:pt x="1693213" y="190500"/>
                    </a:cubicBezTo>
                    <a:cubicBezTo>
                      <a:pt x="1694007" y="190103"/>
                      <a:pt x="1694801" y="190103"/>
                      <a:pt x="1695595" y="189707"/>
                    </a:cubicBezTo>
                    <a:cubicBezTo>
                      <a:pt x="1696388" y="188913"/>
                      <a:pt x="1695991" y="190897"/>
                      <a:pt x="1696785" y="190500"/>
                    </a:cubicBezTo>
                    <a:cubicBezTo>
                      <a:pt x="1697182" y="190500"/>
                      <a:pt x="1698770" y="190897"/>
                      <a:pt x="1698770" y="191691"/>
                    </a:cubicBezTo>
                    <a:cubicBezTo>
                      <a:pt x="1698373" y="192088"/>
                      <a:pt x="1700357" y="192485"/>
                      <a:pt x="1701151" y="192882"/>
                    </a:cubicBezTo>
                    <a:cubicBezTo>
                      <a:pt x="1701945" y="192882"/>
                      <a:pt x="1703929" y="193675"/>
                      <a:pt x="1703135" y="193675"/>
                    </a:cubicBezTo>
                    <a:cubicBezTo>
                      <a:pt x="1702341" y="194072"/>
                      <a:pt x="1699563" y="194866"/>
                      <a:pt x="1698373" y="195263"/>
                    </a:cubicBezTo>
                    <a:cubicBezTo>
                      <a:pt x="1697579" y="195263"/>
                      <a:pt x="1695991" y="193278"/>
                      <a:pt x="1695198" y="192882"/>
                    </a:cubicBezTo>
                    <a:cubicBezTo>
                      <a:pt x="1694404" y="192485"/>
                      <a:pt x="1693213" y="192088"/>
                      <a:pt x="1692420" y="192088"/>
                    </a:cubicBezTo>
                    <a:cubicBezTo>
                      <a:pt x="1691229" y="192088"/>
                      <a:pt x="1690832" y="192882"/>
                      <a:pt x="1689641" y="193278"/>
                    </a:cubicBezTo>
                    <a:cubicBezTo>
                      <a:pt x="1688451" y="193278"/>
                      <a:pt x="1688451" y="192088"/>
                      <a:pt x="1688451" y="190897"/>
                    </a:cubicBezTo>
                    <a:cubicBezTo>
                      <a:pt x="1688054" y="189707"/>
                      <a:pt x="1688848" y="189310"/>
                      <a:pt x="1688848" y="189310"/>
                    </a:cubicBezTo>
                    <a:close/>
                    <a:moveTo>
                      <a:pt x="428637" y="188913"/>
                    </a:moveTo>
                    <a:cubicBezTo>
                      <a:pt x="429167" y="188913"/>
                      <a:pt x="429431" y="189310"/>
                      <a:pt x="430225" y="190500"/>
                    </a:cubicBezTo>
                    <a:cubicBezTo>
                      <a:pt x="430754" y="191294"/>
                      <a:pt x="430225" y="191294"/>
                      <a:pt x="429431" y="191691"/>
                    </a:cubicBezTo>
                    <a:cubicBezTo>
                      <a:pt x="428902" y="192088"/>
                      <a:pt x="427579" y="190897"/>
                      <a:pt x="427844" y="189707"/>
                    </a:cubicBezTo>
                    <a:cubicBezTo>
                      <a:pt x="427844" y="189707"/>
                      <a:pt x="428373" y="188913"/>
                      <a:pt x="428637" y="188913"/>
                    </a:cubicBezTo>
                    <a:close/>
                    <a:moveTo>
                      <a:pt x="388727" y="171820"/>
                    </a:moveTo>
                    <a:cubicBezTo>
                      <a:pt x="390131" y="171450"/>
                      <a:pt x="390833" y="173302"/>
                      <a:pt x="390833" y="173302"/>
                    </a:cubicBezTo>
                    <a:cubicBezTo>
                      <a:pt x="390833" y="173302"/>
                      <a:pt x="390833" y="173302"/>
                      <a:pt x="390833" y="174784"/>
                    </a:cubicBezTo>
                    <a:cubicBezTo>
                      <a:pt x="391184" y="176636"/>
                      <a:pt x="390833" y="174784"/>
                      <a:pt x="391535" y="175895"/>
                    </a:cubicBezTo>
                    <a:cubicBezTo>
                      <a:pt x="391885" y="177006"/>
                      <a:pt x="392938" y="175524"/>
                      <a:pt x="392938" y="175524"/>
                    </a:cubicBezTo>
                    <a:cubicBezTo>
                      <a:pt x="392938" y="175524"/>
                      <a:pt x="393991" y="175524"/>
                      <a:pt x="394693" y="177377"/>
                    </a:cubicBezTo>
                    <a:cubicBezTo>
                      <a:pt x="395395" y="179229"/>
                      <a:pt x="396097" y="178117"/>
                      <a:pt x="396448" y="177747"/>
                    </a:cubicBezTo>
                    <a:cubicBezTo>
                      <a:pt x="396798" y="177377"/>
                      <a:pt x="397500" y="177747"/>
                      <a:pt x="399255" y="178858"/>
                    </a:cubicBezTo>
                    <a:cubicBezTo>
                      <a:pt x="399606" y="179229"/>
                      <a:pt x="400308" y="179969"/>
                      <a:pt x="402062" y="181451"/>
                    </a:cubicBezTo>
                    <a:cubicBezTo>
                      <a:pt x="402413" y="181822"/>
                      <a:pt x="403466" y="181822"/>
                      <a:pt x="404168" y="181822"/>
                    </a:cubicBezTo>
                    <a:cubicBezTo>
                      <a:pt x="404870" y="181822"/>
                      <a:pt x="405221" y="182562"/>
                      <a:pt x="405221" y="182562"/>
                    </a:cubicBezTo>
                    <a:cubicBezTo>
                      <a:pt x="405221" y="182562"/>
                      <a:pt x="406273" y="184044"/>
                      <a:pt x="406975" y="185896"/>
                    </a:cubicBezTo>
                    <a:cubicBezTo>
                      <a:pt x="407677" y="186637"/>
                      <a:pt x="410134" y="186267"/>
                      <a:pt x="410836" y="186267"/>
                    </a:cubicBezTo>
                    <a:cubicBezTo>
                      <a:pt x="411888" y="185896"/>
                      <a:pt x="411888" y="186267"/>
                      <a:pt x="412590" y="188119"/>
                    </a:cubicBezTo>
                    <a:cubicBezTo>
                      <a:pt x="413292" y="189600"/>
                      <a:pt x="412941" y="189230"/>
                      <a:pt x="411888" y="190341"/>
                    </a:cubicBezTo>
                    <a:cubicBezTo>
                      <a:pt x="411186" y="191082"/>
                      <a:pt x="410836" y="191452"/>
                      <a:pt x="409081" y="191082"/>
                    </a:cubicBezTo>
                    <a:cubicBezTo>
                      <a:pt x="409081" y="191082"/>
                      <a:pt x="406624" y="190712"/>
                      <a:pt x="406273" y="190341"/>
                    </a:cubicBezTo>
                    <a:cubicBezTo>
                      <a:pt x="405923" y="189600"/>
                      <a:pt x="405221" y="189600"/>
                      <a:pt x="402413" y="188489"/>
                    </a:cubicBezTo>
                    <a:cubicBezTo>
                      <a:pt x="401361" y="188119"/>
                      <a:pt x="400659" y="186637"/>
                      <a:pt x="399606" y="186267"/>
                    </a:cubicBezTo>
                    <a:cubicBezTo>
                      <a:pt x="398553" y="185526"/>
                      <a:pt x="397851" y="186267"/>
                      <a:pt x="397851" y="186267"/>
                    </a:cubicBezTo>
                    <a:cubicBezTo>
                      <a:pt x="397851" y="186267"/>
                      <a:pt x="397500" y="187378"/>
                      <a:pt x="396097" y="188859"/>
                    </a:cubicBezTo>
                    <a:cubicBezTo>
                      <a:pt x="395395" y="189600"/>
                      <a:pt x="395044" y="189971"/>
                      <a:pt x="394342" y="190712"/>
                    </a:cubicBezTo>
                    <a:cubicBezTo>
                      <a:pt x="393991" y="191082"/>
                      <a:pt x="393289" y="192193"/>
                      <a:pt x="392236" y="192934"/>
                    </a:cubicBezTo>
                    <a:cubicBezTo>
                      <a:pt x="390833" y="193675"/>
                      <a:pt x="391535" y="193304"/>
                      <a:pt x="388727" y="191823"/>
                    </a:cubicBezTo>
                    <a:cubicBezTo>
                      <a:pt x="387674" y="191452"/>
                      <a:pt x="388727" y="189600"/>
                      <a:pt x="388376" y="188859"/>
                    </a:cubicBezTo>
                    <a:cubicBezTo>
                      <a:pt x="388025" y="187748"/>
                      <a:pt x="386271" y="188859"/>
                      <a:pt x="384867" y="189230"/>
                    </a:cubicBezTo>
                    <a:cubicBezTo>
                      <a:pt x="383112" y="189600"/>
                      <a:pt x="382410" y="189600"/>
                      <a:pt x="381007" y="188859"/>
                    </a:cubicBezTo>
                    <a:cubicBezTo>
                      <a:pt x="379954" y="188119"/>
                      <a:pt x="382410" y="187748"/>
                      <a:pt x="382761" y="187378"/>
                    </a:cubicBezTo>
                    <a:cubicBezTo>
                      <a:pt x="383463" y="187007"/>
                      <a:pt x="384867" y="187378"/>
                      <a:pt x="385569" y="185526"/>
                    </a:cubicBezTo>
                    <a:cubicBezTo>
                      <a:pt x="385920" y="184044"/>
                      <a:pt x="385569" y="184785"/>
                      <a:pt x="384867" y="183303"/>
                    </a:cubicBezTo>
                    <a:cubicBezTo>
                      <a:pt x="383814" y="181822"/>
                      <a:pt x="384867" y="182562"/>
                      <a:pt x="385920" y="179969"/>
                    </a:cubicBezTo>
                    <a:cubicBezTo>
                      <a:pt x="386973" y="177747"/>
                      <a:pt x="386271" y="177377"/>
                      <a:pt x="385569" y="175154"/>
                    </a:cubicBezTo>
                    <a:cubicBezTo>
                      <a:pt x="384867" y="172932"/>
                      <a:pt x="387323" y="172191"/>
                      <a:pt x="388727" y="171820"/>
                    </a:cubicBezTo>
                    <a:close/>
                    <a:moveTo>
                      <a:pt x="718688" y="168643"/>
                    </a:moveTo>
                    <a:cubicBezTo>
                      <a:pt x="719049" y="169011"/>
                      <a:pt x="719409" y="168275"/>
                      <a:pt x="720129" y="168643"/>
                    </a:cubicBezTo>
                    <a:cubicBezTo>
                      <a:pt x="720490" y="169011"/>
                      <a:pt x="720850" y="169011"/>
                      <a:pt x="721210" y="169379"/>
                    </a:cubicBezTo>
                    <a:cubicBezTo>
                      <a:pt x="721210" y="169747"/>
                      <a:pt x="721570" y="169747"/>
                      <a:pt x="721931" y="170115"/>
                    </a:cubicBezTo>
                    <a:cubicBezTo>
                      <a:pt x="721931" y="170484"/>
                      <a:pt x="721931" y="170852"/>
                      <a:pt x="721931" y="170852"/>
                    </a:cubicBezTo>
                    <a:cubicBezTo>
                      <a:pt x="721931" y="170852"/>
                      <a:pt x="722651" y="170852"/>
                      <a:pt x="722651" y="171220"/>
                    </a:cubicBezTo>
                    <a:cubicBezTo>
                      <a:pt x="723012" y="171588"/>
                      <a:pt x="723372" y="171588"/>
                      <a:pt x="723372" y="171220"/>
                    </a:cubicBezTo>
                    <a:cubicBezTo>
                      <a:pt x="723732" y="171220"/>
                      <a:pt x="724092" y="171220"/>
                      <a:pt x="724092" y="170852"/>
                    </a:cubicBezTo>
                    <a:cubicBezTo>
                      <a:pt x="724453" y="170852"/>
                      <a:pt x="724453" y="170484"/>
                      <a:pt x="724453" y="170484"/>
                    </a:cubicBezTo>
                    <a:cubicBezTo>
                      <a:pt x="724453" y="170484"/>
                      <a:pt x="725173" y="169747"/>
                      <a:pt x="725173" y="169747"/>
                    </a:cubicBezTo>
                    <a:cubicBezTo>
                      <a:pt x="725534" y="169747"/>
                      <a:pt x="725894" y="169747"/>
                      <a:pt x="726254" y="169747"/>
                    </a:cubicBezTo>
                    <a:cubicBezTo>
                      <a:pt x="726614" y="170115"/>
                      <a:pt x="726254" y="170484"/>
                      <a:pt x="725894" y="170852"/>
                    </a:cubicBezTo>
                    <a:cubicBezTo>
                      <a:pt x="725534" y="171220"/>
                      <a:pt x="725534" y="171220"/>
                      <a:pt x="725534" y="171588"/>
                    </a:cubicBezTo>
                    <a:cubicBezTo>
                      <a:pt x="725534" y="171588"/>
                      <a:pt x="725534" y="171956"/>
                      <a:pt x="725534" y="171956"/>
                    </a:cubicBezTo>
                    <a:cubicBezTo>
                      <a:pt x="725894" y="172324"/>
                      <a:pt x="726254" y="172324"/>
                      <a:pt x="726614" y="172324"/>
                    </a:cubicBezTo>
                    <a:cubicBezTo>
                      <a:pt x="726975" y="173060"/>
                      <a:pt x="726975" y="173060"/>
                      <a:pt x="726975" y="173060"/>
                    </a:cubicBezTo>
                    <a:cubicBezTo>
                      <a:pt x="726975" y="173060"/>
                      <a:pt x="726614" y="173428"/>
                      <a:pt x="726614" y="173797"/>
                    </a:cubicBezTo>
                    <a:cubicBezTo>
                      <a:pt x="726254" y="173797"/>
                      <a:pt x="726254" y="174165"/>
                      <a:pt x="726254" y="174165"/>
                    </a:cubicBezTo>
                    <a:cubicBezTo>
                      <a:pt x="726254" y="174533"/>
                      <a:pt x="725894" y="174533"/>
                      <a:pt x="726254" y="174901"/>
                    </a:cubicBezTo>
                    <a:cubicBezTo>
                      <a:pt x="726614" y="174901"/>
                      <a:pt x="728056" y="174901"/>
                      <a:pt x="728056" y="175269"/>
                    </a:cubicBezTo>
                    <a:cubicBezTo>
                      <a:pt x="728056" y="175269"/>
                      <a:pt x="727335" y="176005"/>
                      <a:pt x="727695" y="176373"/>
                    </a:cubicBezTo>
                    <a:cubicBezTo>
                      <a:pt x="728056" y="176742"/>
                      <a:pt x="728776" y="176005"/>
                      <a:pt x="728776" y="176373"/>
                    </a:cubicBezTo>
                    <a:cubicBezTo>
                      <a:pt x="729136" y="176373"/>
                      <a:pt x="729857" y="176005"/>
                      <a:pt x="729857" y="176005"/>
                    </a:cubicBezTo>
                    <a:cubicBezTo>
                      <a:pt x="730217" y="176373"/>
                      <a:pt x="731298" y="176373"/>
                      <a:pt x="731298" y="176373"/>
                    </a:cubicBezTo>
                    <a:cubicBezTo>
                      <a:pt x="731298" y="176373"/>
                      <a:pt x="732379" y="177478"/>
                      <a:pt x="732379" y="177478"/>
                    </a:cubicBezTo>
                    <a:cubicBezTo>
                      <a:pt x="732379" y="177478"/>
                      <a:pt x="731658" y="177846"/>
                      <a:pt x="731658" y="177846"/>
                    </a:cubicBezTo>
                    <a:cubicBezTo>
                      <a:pt x="731658" y="178214"/>
                      <a:pt x="732019" y="178582"/>
                      <a:pt x="732019" y="178582"/>
                    </a:cubicBezTo>
                    <a:cubicBezTo>
                      <a:pt x="732019" y="178950"/>
                      <a:pt x="732019" y="180791"/>
                      <a:pt x="732019" y="180791"/>
                    </a:cubicBezTo>
                    <a:cubicBezTo>
                      <a:pt x="732019" y="181159"/>
                      <a:pt x="732019" y="180791"/>
                      <a:pt x="731658" y="181159"/>
                    </a:cubicBezTo>
                    <a:cubicBezTo>
                      <a:pt x="731658" y="181159"/>
                      <a:pt x="730938" y="180791"/>
                      <a:pt x="730578" y="181527"/>
                    </a:cubicBezTo>
                    <a:cubicBezTo>
                      <a:pt x="730578" y="182263"/>
                      <a:pt x="730578" y="181895"/>
                      <a:pt x="730578" y="182263"/>
                    </a:cubicBezTo>
                    <a:cubicBezTo>
                      <a:pt x="730217" y="182631"/>
                      <a:pt x="729857" y="183000"/>
                      <a:pt x="729857" y="183000"/>
                    </a:cubicBezTo>
                    <a:cubicBezTo>
                      <a:pt x="729857" y="183000"/>
                      <a:pt x="729497" y="182631"/>
                      <a:pt x="729136" y="183000"/>
                    </a:cubicBezTo>
                    <a:cubicBezTo>
                      <a:pt x="728416" y="183736"/>
                      <a:pt x="728416" y="183000"/>
                      <a:pt x="728416" y="183736"/>
                    </a:cubicBezTo>
                    <a:cubicBezTo>
                      <a:pt x="728416" y="184104"/>
                      <a:pt x="728056" y="184472"/>
                      <a:pt x="728056" y="184472"/>
                    </a:cubicBezTo>
                    <a:cubicBezTo>
                      <a:pt x="728056" y="184472"/>
                      <a:pt x="728056" y="185208"/>
                      <a:pt x="727695" y="185208"/>
                    </a:cubicBezTo>
                    <a:cubicBezTo>
                      <a:pt x="727695" y="185576"/>
                      <a:pt x="727335" y="185576"/>
                      <a:pt x="726975" y="185576"/>
                    </a:cubicBezTo>
                    <a:cubicBezTo>
                      <a:pt x="726614" y="185944"/>
                      <a:pt x="726254" y="186313"/>
                      <a:pt x="726254" y="186313"/>
                    </a:cubicBezTo>
                    <a:cubicBezTo>
                      <a:pt x="726254" y="186313"/>
                      <a:pt x="725894" y="186313"/>
                      <a:pt x="725534" y="186313"/>
                    </a:cubicBezTo>
                    <a:cubicBezTo>
                      <a:pt x="725173" y="186313"/>
                      <a:pt x="724092" y="185944"/>
                      <a:pt x="724092" y="186313"/>
                    </a:cubicBezTo>
                    <a:cubicBezTo>
                      <a:pt x="723732" y="186313"/>
                      <a:pt x="723372" y="185944"/>
                      <a:pt x="723012" y="186681"/>
                    </a:cubicBezTo>
                    <a:cubicBezTo>
                      <a:pt x="722651" y="187049"/>
                      <a:pt x="723012" y="186681"/>
                      <a:pt x="722291" y="187417"/>
                    </a:cubicBezTo>
                    <a:cubicBezTo>
                      <a:pt x="721570" y="187785"/>
                      <a:pt x="720850" y="187417"/>
                      <a:pt x="720850" y="187417"/>
                    </a:cubicBezTo>
                    <a:cubicBezTo>
                      <a:pt x="720850" y="187785"/>
                      <a:pt x="721210" y="186681"/>
                      <a:pt x="720490" y="187785"/>
                    </a:cubicBezTo>
                    <a:cubicBezTo>
                      <a:pt x="719769" y="188521"/>
                      <a:pt x="719409" y="188889"/>
                      <a:pt x="719049" y="188889"/>
                    </a:cubicBezTo>
                    <a:cubicBezTo>
                      <a:pt x="718688" y="188889"/>
                      <a:pt x="718688" y="188889"/>
                      <a:pt x="718328" y="189257"/>
                    </a:cubicBezTo>
                    <a:cubicBezTo>
                      <a:pt x="718328" y="189626"/>
                      <a:pt x="718328" y="189626"/>
                      <a:pt x="717607" y="189994"/>
                    </a:cubicBezTo>
                    <a:cubicBezTo>
                      <a:pt x="716887" y="189994"/>
                      <a:pt x="716887" y="189994"/>
                      <a:pt x="716527" y="190362"/>
                    </a:cubicBezTo>
                    <a:cubicBezTo>
                      <a:pt x="716166" y="190362"/>
                      <a:pt x="716166" y="190362"/>
                      <a:pt x="715806" y="190362"/>
                    </a:cubicBezTo>
                    <a:cubicBezTo>
                      <a:pt x="715446" y="190362"/>
                      <a:pt x="714365" y="189994"/>
                      <a:pt x="714365" y="189994"/>
                    </a:cubicBezTo>
                    <a:cubicBezTo>
                      <a:pt x="714365" y="189994"/>
                      <a:pt x="713284" y="190730"/>
                      <a:pt x="713284" y="191098"/>
                    </a:cubicBezTo>
                    <a:cubicBezTo>
                      <a:pt x="712924" y="191466"/>
                      <a:pt x="712203" y="191098"/>
                      <a:pt x="712203" y="191098"/>
                    </a:cubicBezTo>
                    <a:cubicBezTo>
                      <a:pt x="711843" y="191834"/>
                      <a:pt x="712203" y="192202"/>
                      <a:pt x="711843" y="192571"/>
                    </a:cubicBezTo>
                    <a:cubicBezTo>
                      <a:pt x="711483" y="192571"/>
                      <a:pt x="711122" y="192571"/>
                      <a:pt x="710762" y="192939"/>
                    </a:cubicBezTo>
                    <a:cubicBezTo>
                      <a:pt x="710402" y="193307"/>
                      <a:pt x="710041" y="192571"/>
                      <a:pt x="710041" y="192571"/>
                    </a:cubicBezTo>
                    <a:cubicBezTo>
                      <a:pt x="710041" y="192571"/>
                      <a:pt x="709321" y="192202"/>
                      <a:pt x="709321" y="192571"/>
                    </a:cubicBezTo>
                    <a:cubicBezTo>
                      <a:pt x="708961" y="192939"/>
                      <a:pt x="708961" y="192939"/>
                      <a:pt x="708600" y="193307"/>
                    </a:cubicBezTo>
                    <a:cubicBezTo>
                      <a:pt x="708240" y="193675"/>
                      <a:pt x="707880" y="193675"/>
                      <a:pt x="707159" y="193675"/>
                    </a:cubicBezTo>
                    <a:cubicBezTo>
                      <a:pt x="706799" y="193675"/>
                      <a:pt x="706799" y="193307"/>
                      <a:pt x="705718" y="193307"/>
                    </a:cubicBezTo>
                    <a:cubicBezTo>
                      <a:pt x="704637" y="193675"/>
                      <a:pt x="703556" y="193307"/>
                      <a:pt x="703556" y="193307"/>
                    </a:cubicBezTo>
                    <a:cubicBezTo>
                      <a:pt x="703556" y="193307"/>
                      <a:pt x="702475" y="193307"/>
                      <a:pt x="702115" y="192939"/>
                    </a:cubicBezTo>
                    <a:cubicBezTo>
                      <a:pt x="701755" y="192571"/>
                      <a:pt x="701395" y="192571"/>
                      <a:pt x="701034" y="192202"/>
                    </a:cubicBezTo>
                    <a:cubicBezTo>
                      <a:pt x="701034" y="192202"/>
                      <a:pt x="701034" y="192202"/>
                      <a:pt x="700314" y="192202"/>
                    </a:cubicBezTo>
                    <a:cubicBezTo>
                      <a:pt x="699953" y="191834"/>
                      <a:pt x="699233" y="191834"/>
                      <a:pt x="699233" y="191466"/>
                    </a:cubicBezTo>
                    <a:cubicBezTo>
                      <a:pt x="699233" y="191098"/>
                      <a:pt x="699593" y="190730"/>
                      <a:pt x="699233" y="190730"/>
                    </a:cubicBezTo>
                    <a:cubicBezTo>
                      <a:pt x="698873" y="190730"/>
                      <a:pt x="698152" y="190730"/>
                      <a:pt x="697792" y="190730"/>
                    </a:cubicBezTo>
                    <a:cubicBezTo>
                      <a:pt x="697792" y="190362"/>
                      <a:pt x="697431" y="189994"/>
                      <a:pt x="697071" y="189994"/>
                    </a:cubicBezTo>
                    <a:cubicBezTo>
                      <a:pt x="696711" y="189994"/>
                      <a:pt x="696711" y="189994"/>
                      <a:pt x="696351" y="189626"/>
                    </a:cubicBezTo>
                    <a:cubicBezTo>
                      <a:pt x="696351" y="189257"/>
                      <a:pt x="696711" y="188521"/>
                      <a:pt x="695990" y="188889"/>
                    </a:cubicBezTo>
                    <a:cubicBezTo>
                      <a:pt x="695270" y="189626"/>
                      <a:pt x="695270" y="189994"/>
                      <a:pt x="694909" y="189994"/>
                    </a:cubicBezTo>
                    <a:cubicBezTo>
                      <a:pt x="694549" y="190362"/>
                      <a:pt x="694189" y="189994"/>
                      <a:pt x="693468" y="189994"/>
                    </a:cubicBezTo>
                    <a:cubicBezTo>
                      <a:pt x="693108" y="189994"/>
                      <a:pt x="691667" y="189994"/>
                      <a:pt x="691307" y="190362"/>
                    </a:cubicBezTo>
                    <a:cubicBezTo>
                      <a:pt x="690586" y="190730"/>
                      <a:pt x="690226" y="190362"/>
                      <a:pt x="689505" y="189994"/>
                    </a:cubicBezTo>
                    <a:cubicBezTo>
                      <a:pt x="689145" y="189994"/>
                      <a:pt x="688424" y="189994"/>
                      <a:pt x="688424" y="189626"/>
                    </a:cubicBezTo>
                    <a:cubicBezTo>
                      <a:pt x="688424" y="188889"/>
                      <a:pt x="688424" y="188889"/>
                      <a:pt x="688785" y="188521"/>
                    </a:cubicBezTo>
                    <a:cubicBezTo>
                      <a:pt x="689145" y="188521"/>
                      <a:pt x="690586" y="188521"/>
                      <a:pt x="690946" y="188153"/>
                    </a:cubicBezTo>
                    <a:cubicBezTo>
                      <a:pt x="691307" y="187785"/>
                      <a:pt x="692027" y="187785"/>
                      <a:pt x="692388" y="187417"/>
                    </a:cubicBezTo>
                    <a:cubicBezTo>
                      <a:pt x="692388" y="187417"/>
                      <a:pt x="693108" y="187049"/>
                      <a:pt x="693108" y="186681"/>
                    </a:cubicBezTo>
                    <a:cubicBezTo>
                      <a:pt x="693108" y="186681"/>
                      <a:pt x="692388" y="185944"/>
                      <a:pt x="692388" y="185944"/>
                    </a:cubicBezTo>
                    <a:cubicBezTo>
                      <a:pt x="692388" y="185944"/>
                      <a:pt x="692027" y="185944"/>
                      <a:pt x="692027" y="185576"/>
                    </a:cubicBezTo>
                    <a:cubicBezTo>
                      <a:pt x="692388" y="184840"/>
                      <a:pt x="692388" y="184840"/>
                      <a:pt x="692748" y="184840"/>
                    </a:cubicBezTo>
                    <a:cubicBezTo>
                      <a:pt x="692748" y="184472"/>
                      <a:pt x="692748" y="184104"/>
                      <a:pt x="692748" y="184104"/>
                    </a:cubicBezTo>
                    <a:cubicBezTo>
                      <a:pt x="692748" y="184104"/>
                      <a:pt x="690946" y="184840"/>
                      <a:pt x="690946" y="184840"/>
                    </a:cubicBezTo>
                    <a:cubicBezTo>
                      <a:pt x="690586" y="184840"/>
                      <a:pt x="690226" y="184472"/>
                      <a:pt x="690226" y="184104"/>
                    </a:cubicBezTo>
                    <a:cubicBezTo>
                      <a:pt x="690226" y="183736"/>
                      <a:pt x="690226" y="183368"/>
                      <a:pt x="689866" y="183000"/>
                    </a:cubicBezTo>
                    <a:cubicBezTo>
                      <a:pt x="689866" y="182631"/>
                      <a:pt x="690226" y="182263"/>
                      <a:pt x="689866" y="182631"/>
                    </a:cubicBezTo>
                    <a:cubicBezTo>
                      <a:pt x="689145" y="182631"/>
                      <a:pt x="689145" y="182263"/>
                      <a:pt x="688785" y="182631"/>
                    </a:cubicBezTo>
                    <a:cubicBezTo>
                      <a:pt x="688424" y="182631"/>
                      <a:pt x="688424" y="183000"/>
                      <a:pt x="688064" y="183000"/>
                    </a:cubicBezTo>
                    <a:cubicBezTo>
                      <a:pt x="687704" y="183000"/>
                      <a:pt x="687344" y="182263"/>
                      <a:pt x="687344" y="182631"/>
                    </a:cubicBezTo>
                    <a:cubicBezTo>
                      <a:pt x="686983" y="182631"/>
                      <a:pt x="685542" y="183000"/>
                      <a:pt x="685542" y="183000"/>
                    </a:cubicBezTo>
                    <a:cubicBezTo>
                      <a:pt x="685182" y="183000"/>
                      <a:pt x="684822" y="182631"/>
                      <a:pt x="684461" y="183000"/>
                    </a:cubicBezTo>
                    <a:cubicBezTo>
                      <a:pt x="684101" y="183368"/>
                      <a:pt x="684101" y="183000"/>
                      <a:pt x="683741" y="183000"/>
                    </a:cubicBezTo>
                    <a:cubicBezTo>
                      <a:pt x="683380" y="183000"/>
                      <a:pt x="683020" y="182263"/>
                      <a:pt x="683380" y="182263"/>
                    </a:cubicBezTo>
                    <a:cubicBezTo>
                      <a:pt x="683380" y="181895"/>
                      <a:pt x="683741" y="181527"/>
                      <a:pt x="684101" y="181527"/>
                    </a:cubicBezTo>
                    <a:cubicBezTo>
                      <a:pt x="684461" y="181527"/>
                      <a:pt x="685902" y="181159"/>
                      <a:pt x="686263" y="181159"/>
                    </a:cubicBezTo>
                    <a:cubicBezTo>
                      <a:pt x="686263" y="181159"/>
                      <a:pt x="686623" y="181159"/>
                      <a:pt x="687344" y="181159"/>
                    </a:cubicBezTo>
                    <a:cubicBezTo>
                      <a:pt x="687704" y="181159"/>
                      <a:pt x="689145" y="181159"/>
                      <a:pt x="689505" y="180791"/>
                    </a:cubicBezTo>
                    <a:cubicBezTo>
                      <a:pt x="689505" y="180791"/>
                      <a:pt x="690226" y="180791"/>
                      <a:pt x="690226" y="180791"/>
                    </a:cubicBezTo>
                    <a:cubicBezTo>
                      <a:pt x="690226" y="180791"/>
                      <a:pt x="690586" y="180055"/>
                      <a:pt x="690586" y="180055"/>
                    </a:cubicBezTo>
                    <a:cubicBezTo>
                      <a:pt x="690946" y="180423"/>
                      <a:pt x="690586" y="179686"/>
                      <a:pt x="690946" y="180423"/>
                    </a:cubicBezTo>
                    <a:cubicBezTo>
                      <a:pt x="691667" y="180791"/>
                      <a:pt x="692388" y="180423"/>
                      <a:pt x="692388" y="180423"/>
                    </a:cubicBezTo>
                    <a:cubicBezTo>
                      <a:pt x="692388" y="180423"/>
                      <a:pt x="692388" y="180423"/>
                      <a:pt x="690226" y="179318"/>
                    </a:cubicBezTo>
                    <a:cubicBezTo>
                      <a:pt x="690226" y="179318"/>
                      <a:pt x="690226" y="179318"/>
                      <a:pt x="691307" y="178582"/>
                    </a:cubicBezTo>
                    <a:cubicBezTo>
                      <a:pt x="691307" y="178582"/>
                      <a:pt x="691667" y="177846"/>
                      <a:pt x="691667" y="177478"/>
                    </a:cubicBezTo>
                    <a:cubicBezTo>
                      <a:pt x="691667" y="177110"/>
                      <a:pt x="692027" y="176373"/>
                      <a:pt x="692027" y="176742"/>
                    </a:cubicBezTo>
                    <a:cubicBezTo>
                      <a:pt x="691667" y="176742"/>
                      <a:pt x="689866" y="176373"/>
                      <a:pt x="689866" y="176373"/>
                    </a:cubicBezTo>
                    <a:cubicBezTo>
                      <a:pt x="689866" y="176373"/>
                      <a:pt x="689866" y="176373"/>
                      <a:pt x="688785" y="177478"/>
                    </a:cubicBezTo>
                    <a:cubicBezTo>
                      <a:pt x="688785" y="177478"/>
                      <a:pt x="688785" y="177478"/>
                      <a:pt x="687704" y="176742"/>
                    </a:cubicBezTo>
                    <a:cubicBezTo>
                      <a:pt x="686623" y="177110"/>
                      <a:pt x="685902" y="177110"/>
                      <a:pt x="685902" y="177110"/>
                    </a:cubicBezTo>
                    <a:cubicBezTo>
                      <a:pt x="685182" y="178214"/>
                      <a:pt x="683380" y="177846"/>
                      <a:pt x="683380" y="177846"/>
                    </a:cubicBezTo>
                    <a:cubicBezTo>
                      <a:pt x="682660" y="178214"/>
                      <a:pt x="682300" y="177846"/>
                      <a:pt x="681939" y="177846"/>
                    </a:cubicBezTo>
                    <a:cubicBezTo>
                      <a:pt x="681579" y="177846"/>
                      <a:pt x="681579" y="178950"/>
                      <a:pt x="681579" y="177846"/>
                    </a:cubicBezTo>
                    <a:cubicBezTo>
                      <a:pt x="681579" y="176742"/>
                      <a:pt x="681579" y="176005"/>
                      <a:pt x="681579" y="176005"/>
                    </a:cubicBezTo>
                    <a:cubicBezTo>
                      <a:pt x="681579" y="176005"/>
                      <a:pt x="681579" y="176005"/>
                      <a:pt x="683380" y="175269"/>
                    </a:cubicBezTo>
                    <a:cubicBezTo>
                      <a:pt x="684461" y="175269"/>
                      <a:pt x="684461" y="174533"/>
                      <a:pt x="684461" y="174533"/>
                    </a:cubicBezTo>
                    <a:cubicBezTo>
                      <a:pt x="684461" y="174533"/>
                      <a:pt x="684461" y="174533"/>
                      <a:pt x="684101" y="173428"/>
                    </a:cubicBezTo>
                    <a:cubicBezTo>
                      <a:pt x="684101" y="173428"/>
                      <a:pt x="684101" y="173428"/>
                      <a:pt x="685182" y="173060"/>
                    </a:cubicBezTo>
                    <a:cubicBezTo>
                      <a:pt x="685182" y="173060"/>
                      <a:pt x="685182" y="172324"/>
                      <a:pt x="684822" y="171956"/>
                    </a:cubicBezTo>
                    <a:cubicBezTo>
                      <a:pt x="685182" y="171956"/>
                      <a:pt x="685542" y="171588"/>
                      <a:pt x="685902" y="171956"/>
                    </a:cubicBezTo>
                    <a:cubicBezTo>
                      <a:pt x="687344" y="173060"/>
                      <a:pt x="687344" y="173060"/>
                      <a:pt x="688064" y="173060"/>
                    </a:cubicBezTo>
                    <a:cubicBezTo>
                      <a:pt x="688424" y="173060"/>
                      <a:pt x="689145" y="172692"/>
                      <a:pt x="689145" y="172692"/>
                    </a:cubicBezTo>
                    <a:cubicBezTo>
                      <a:pt x="689145" y="172692"/>
                      <a:pt x="689145" y="172692"/>
                      <a:pt x="688064" y="171220"/>
                    </a:cubicBezTo>
                    <a:cubicBezTo>
                      <a:pt x="688064" y="170484"/>
                      <a:pt x="688064" y="169379"/>
                      <a:pt x="687344" y="169747"/>
                    </a:cubicBezTo>
                    <a:cubicBezTo>
                      <a:pt x="686983" y="169747"/>
                      <a:pt x="686623" y="169747"/>
                      <a:pt x="686623" y="169747"/>
                    </a:cubicBezTo>
                    <a:cubicBezTo>
                      <a:pt x="686623" y="169747"/>
                      <a:pt x="686263" y="169011"/>
                      <a:pt x="687344" y="169011"/>
                    </a:cubicBezTo>
                    <a:cubicBezTo>
                      <a:pt x="688064" y="169011"/>
                      <a:pt x="688785" y="168643"/>
                      <a:pt x="689145" y="169011"/>
                    </a:cubicBezTo>
                    <a:cubicBezTo>
                      <a:pt x="689866" y="169379"/>
                      <a:pt x="690586" y="169379"/>
                      <a:pt x="690946" y="169747"/>
                    </a:cubicBezTo>
                    <a:cubicBezTo>
                      <a:pt x="691307" y="170115"/>
                      <a:pt x="692388" y="170484"/>
                      <a:pt x="692388" y="170484"/>
                    </a:cubicBezTo>
                    <a:cubicBezTo>
                      <a:pt x="693468" y="171220"/>
                      <a:pt x="694549" y="170852"/>
                      <a:pt x="694549" y="171588"/>
                    </a:cubicBezTo>
                    <a:cubicBezTo>
                      <a:pt x="694909" y="171956"/>
                      <a:pt x="694909" y="173428"/>
                      <a:pt x="694909" y="173428"/>
                    </a:cubicBezTo>
                    <a:cubicBezTo>
                      <a:pt x="694909" y="173428"/>
                      <a:pt x="693108" y="174901"/>
                      <a:pt x="693108" y="175269"/>
                    </a:cubicBezTo>
                    <a:cubicBezTo>
                      <a:pt x="693468" y="175637"/>
                      <a:pt x="694549" y="174901"/>
                      <a:pt x="694909" y="175637"/>
                    </a:cubicBezTo>
                    <a:cubicBezTo>
                      <a:pt x="694909" y="176005"/>
                      <a:pt x="695630" y="176742"/>
                      <a:pt x="695630" y="177110"/>
                    </a:cubicBezTo>
                    <a:cubicBezTo>
                      <a:pt x="695630" y="177478"/>
                      <a:pt x="695630" y="178950"/>
                      <a:pt x="695630" y="178950"/>
                    </a:cubicBezTo>
                    <a:cubicBezTo>
                      <a:pt x="695630" y="178950"/>
                      <a:pt x="695630" y="178950"/>
                      <a:pt x="696711" y="179318"/>
                    </a:cubicBezTo>
                    <a:cubicBezTo>
                      <a:pt x="696711" y="179318"/>
                      <a:pt x="696711" y="179318"/>
                      <a:pt x="696711" y="177110"/>
                    </a:cubicBezTo>
                    <a:cubicBezTo>
                      <a:pt x="697431" y="176373"/>
                      <a:pt x="696351" y="176005"/>
                      <a:pt x="697431" y="176373"/>
                    </a:cubicBezTo>
                    <a:cubicBezTo>
                      <a:pt x="698512" y="176742"/>
                      <a:pt x="699233" y="175269"/>
                      <a:pt x="699233" y="176005"/>
                    </a:cubicBezTo>
                    <a:cubicBezTo>
                      <a:pt x="699233" y="176742"/>
                      <a:pt x="699233" y="176742"/>
                      <a:pt x="699233" y="176742"/>
                    </a:cubicBezTo>
                    <a:cubicBezTo>
                      <a:pt x="699233" y="176742"/>
                      <a:pt x="700314" y="176005"/>
                      <a:pt x="700314" y="175637"/>
                    </a:cubicBezTo>
                    <a:cubicBezTo>
                      <a:pt x="700314" y="175269"/>
                      <a:pt x="699953" y="173797"/>
                      <a:pt x="699953" y="173797"/>
                    </a:cubicBezTo>
                    <a:cubicBezTo>
                      <a:pt x="700674" y="172692"/>
                      <a:pt x="699953" y="171956"/>
                      <a:pt x="700674" y="172692"/>
                    </a:cubicBezTo>
                    <a:cubicBezTo>
                      <a:pt x="701395" y="173060"/>
                      <a:pt x="702475" y="173060"/>
                      <a:pt x="703196" y="173428"/>
                    </a:cubicBezTo>
                    <a:cubicBezTo>
                      <a:pt x="703917" y="174533"/>
                      <a:pt x="704637" y="174533"/>
                      <a:pt x="704637" y="174165"/>
                    </a:cubicBezTo>
                    <a:cubicBezTo>
                      <a:pt x="704997" y="173797"/>
                      <a:pt x="704637" y="172692"/>
                      <a:pt x="704637" y="172692"/>
                    </a:cubicBezTo>
                    <a:cubicBezTo>
                      <a:pt x="704637" y="172692"/>
                      <a:pt x="705358" y="172324"/>
                      <a:pt x="706078" y="171956"/>
                    </a:cubicBezTo>
                    <a:cubicBezTo>
                      <a:pt x="706078" y="171956"/>
                      <a:pt x="706078" y="171956"/>
                      <a:pt x="707159" y="171956"/>
                    </a:cubicBezTo>
                    <a:cubicBezTo>
                      <a:pt x="707159" y="171956"/>
                      <a:pt x="708240" y="171220"/>
                      <a:pt x="708600" y="171956"/>
                    </a:cubicBezTo>
                    <a:cubicBezTo>
                      <a:pt x="708600" y="172692"/>
                      <a:pt x="709681" y="172324"/>
                      <a:pt x="709681" y="173060"/>
                    </a:cubicBezTo>
                    <a:cubicBezTo>
                      <a:pt x="709681" y="173428"/>
                      <a:pt x="709681" y="173797"/>
                      <a:pt x="710041" y="174533"/>
                    </a:cubicBezTo>
                    <a:cubicBezTo>
                      <a:pt x="710402" y="174901"/>
                      <a:pt x="710762" y="174165"/>
                      <a:pt x="711122" y="174533"/>
                    </a:cubicBezTo>
                    <a:cubicBezTo>
                      <a:pt x="711122" y="174533"/>
                      <a:pt x="711122" y="173797"/>
                      <a:pt x="710762" y="173797"/>
                    </a:cubicBezTo>
                    <a:cubicBezTo>
                      <a:pt x="710762" y="173797"/>
                      <a:pt x="710041" y="173797"/>
                      <a:pt x="710041" y="173428"/>
                    </a:cubicBezTo>
                    <a:cubicBezTo>
                      <a:pt x="710041" y="173060"/>
                      <a:pt x="710041" y="172692"/>
                      <a:pt x="710041" y="172692"/>
                    </a:cubicBezTo>
                    <a:cubicBezTo>
                      <a:pt x="710041" y="172324"/>
                      <a:pt x="710041" y="171956"/>
                      <a:pt x="710402" y="171956"/>
                    </a:cubicBezTo>
                    <a:cubicBezTo>
                      <a:pt x="710762" y="171956"/>
                      <a:pt x="711122" y="171956"/>
                      <a:pt x="711483" y="172324"/>
                    </a:cubicBezTo>
                    <a:cubicBezTo>
                      <a:pt x="711843" y="172324"/>
                      <a:pt x="712563" y="171956"/>
                      <a:pt x="712924" y="172324"/>
                    </a:cubicBezTo>
                    <a:cubicBezTo>
                      <a:pt x="712924" y="172692"/>
                      <a:pt x="713644" y="173060"/>
                      <a:pt x="713644" y="173060"/>
                    </a:cubicBezTo>
                    <a:cubicBezTo>
                      <a:pt x="713644" y="173060"/>
                      <a:pt x="714005" y="173060"/>
                      <a:pt x="714005" y="172692"/>
                    </a:cubicBezTo>
                    <a:cubicBezTo>
                      <a:pt x="714365" y="172324"/>
                      <a:pt x="714365" y="171588"/>
                      <a:pt x="714365" y="171588"/>
                    </a:cubicBezTo>
                    <a:cubicBezTo>
                      <a:pt x="715085" y="171220"/>
                      <a:pt x="715085" y="170852"/>
                      <a:pt x="715446" y="171220"/>
                    </a:cubicBezTo>
                    <a:cubicBezTo>
                      <a:pt x="715806" y="171220"/>
                      <a:pt x="716166" y="170852"/>
                      <a:pt x="716527" y="171220"/>
                    </a:cubicBezTo>
                    <a:cubicBezTo>
                      <a:pt x="716887" y="171588"/>
                      <a:pt x="717607" y="171588"/>
                      <a:pt x="717607" y="171956"/>
                    </a:cubicBezTo>
                    <a:cubicBezTo>
                      <a:pt x="717968" y="171956"/>
                      <a:pt x="717968" y="171588"/>
                      <a:pt x="718328" y="171220"/>
                    </a:cubicBezTo>
                    <a:cubicBezTo>
                      <a:pt x="718328" y="171220"/>
                      <a:pt x="718688" y="170484"/>
                      <a:pt x="718688" y="170484"/>
                    </a:cubicBezTo>
                    <a:cubicBezTo>
                      <a:pt x="718688" y="170484"/>
                      <a:pt x="718688" y="170115"/>
                      <a:pt x="718328" y="169747"/>
                    </a:cubicBezTo>
                    <a:cubicBezTo>
                      <a:pt x="718328" y="169379"/>
                      <a:pt x="718688" y="168643"/>
                      <a:pt x="718688" y="168643"/>
                    </a:cubicBezTo>
                    <a:close/>
                    <a:moveTo>
                      <a:pt x="543045" y="157866"/>
                    </a:moveTo>
                    <a:lnTo>
                      <a:pt x="542772" y="157940"/>
                    </a:lnTo>
                    <a:lnTo>
                      <a:pt x="542971" y="157940"/>
                    </a:lnTo>
                    <a:close/>
                    <a:moveTo>
                      <a:pt x="548962" y="156552"/>
                    </a:moveTo>
                    <a:lnTo>
                      <a:pt x="548359" y="156853"/>
                    </a:lnTo>
                    <a:lnTo>
                      <a:pt x="548408" y="156853"/>
                    </a:lnTo>
                    <a:cubicBezTo>
                      <a:pt x="548408" y="156853"/>
                      <a:pt x="549133" y="157216"/>
                      <a:pt x="549496" y="157578"/>
                    </a:cubicBezTo>
                    <a:cubicBezTo>
                      <a:pt x="549858" y="157940"/>
                      <a:pt x="549858" y="157578"/>
                      <a:pt x="550221" y="157578"/>
                    </a:cubicBezTo>
                    <a:cubicBezTo>
                      <a:pt x="550221" y="157940"/>
                      <a:pt x="550221" y="157216"/>
                      <a:pt x="550583" y="157578"/>
                    </a:cubicBezTo>
                    <a:lnTo>
                      <a:pt x="550672" y="157578"/>
                    </a:lnTo>
                    <a:close/>
                    <a:moveTo>
                      <a:pt x="441616" y="154464"/>
                    </a:moveTo>
                    <a:cubicBezTo>
                      <a:pt x="442284" y="154464"/>
                      <a:pt x="442284" y="154940"/>
                      <a:pt x="442618" y="154940"/>
                    </a:cubicBezTo>
                    <a:cubicBezTo>
                      <a:pt x="443287" y="154940"/>
                      <a:pt x="444958" y="155893"/>
                      <a:pt x="445961" y="155893"/>
                    </a:cubicBezTo>
                    <a:cubicBezTo>
                      <a:pt x="446629" y="156369"/>
                      <a:pt x="446629" y="156846"/>
                      <a:pt x="446295" y="157798"/>
                    </a:cubicBezTo>
                    <a:cubicBezTo>
                      <a:pt x="445961" y="158751"/>
                      <a:pt x="445961" y="158275"/>
                      <a:pt x="444958" y="158275"/>
                    </a:cubicBezTo>
                    <a:cubicBezTo>
                      <a:pt x="443621" y="158275"/>
                      <a:pt x="443287" y="158275"/>
                      <a:pt x="441950" y="158275"/>
                    </a:cubicBezTo>
                    <a:cubicBezTo>
                      <a:pt x="440947" y="158275"/>
                      <a:pt x="441282" y="156846"/>
                      <a:pt x="440613" y="155893"/>
                    </a:cubicBezTo>
                    <a:cubicBezTo>
                      <a:pt x="440279" y="154940"/>
                      <a:pt x="440279" y="154940"/>
                      <a:pt x="440613" y="154940"/>
                    </a:cubicBezTo>
                    <a:cubicBezTo>
                      <a:pt x="441282" y="154464"/>
                      <a:pt x="441282" y="153988"/>
                      <a:pt x="441616" y="154464"/>
                    </a:cubicBezTo>
                    <a:close/>
                    <a:moveTo>
                      <a:pt x="382335" y="153080"/>
                    </a:moveTo>
                    <a:cubicBezTo>
                      <a:pt x="383288" y="152400"/>
                      <a:pt x="383764" y="153761"/>
                      <a:pt x="384241" y="154101"/>
                    </a:cubicBezTo>
                    <a:cubicBezTo>
                      <a:pt x="384717" y="154781"/>
                      <a:pt x="384717" y="155462"/>
                      <a:pt x="384241" y="156142"/>
                    </a:cubicBezTo>
                    <a:cubicBezTo>
                      <a:pt x="383288" y="156823"/>
                      <a:pt x="383288" y="157163"/>
                      <a:pt x="381859" y="157163"/>
                    </a:cubicBezTo>
                    <a:cubicBezTo>
                      <a:pt x="380907" y="157163"/>
                      <a:pt x="381383" y="157163"/>
                      <a:pt x="380430" y="156142"/>
                    </a:cubicBezTo>
                    <a:cubicBezTo>
                      <a:pt x="379954" y="155122"/>
                      <a:pt x="380907" y="154101"/>
                      <a:pt x="382335" y="153080"/>
                    </a:cubicBezTo>
                    <a:close/>
                    <a:moveTo>
                      <a:pt x="431707" y="152400"/>
                    </a:moveTo>
                    <a:cubicBezTo>
                      <a:pt x="432659" y="152400"/>
                      <a:pt x="435834" y="152797"/>
                      <a:pt x="436151" y="153194"/>
                    </a:cubicBezTo>
                    <a:cubicBezTo>
                      <a:pt x="436151" y="153590"/>
                      <a:pt x="436787" y="153987"/>
                      <a:pt x="436787" y="154781"/>
                    </a:cubicBezTo>
                    <a:cubicBezTo>
                      <a:pt x="437104" y="155972"/>
                      <a:pt x="436787" y="157956"/>
                      <a:pt x="436469" y="158750"/>
                    </a:cubicBezTo>
                    <a:cubicBezTo>
                      <a:pt x="435834" y="159544"/>
                      <a:pt x="434564" y="161131"/>
                      <a:pt x="433611" y="161528"/>
                    </a:cubicBezTo>
                    <a:cubicBezTo>
                      <a:pt x="432977" y="161925"/>
                      <a:pt x="431071" y="161528"/>
                      <a:pt x="429484" y="161131"/>
                    </a:cubicBezTo>
                    <a:cubicBezTo>
                      <a:pt x="427579" y="160734"/>
                      <a:pt x="428531" y="160734"/>
                      <a:pt x="428214" y="158353"/>
                    </a:cubicBezTo>
                    <a:cubicBezTo>
                      <a:pt x="427897" y="155972"/>
                      <a:pt x="428849" y="155575"/>
                      <a:pt x="429484" y="154384"/>
                    </a:cubicBezTo>
                    <a:cubicBezTo>
                      <a:pt x="429801" y="153194"/>
                      <a:pt x="430754" y="153194"/>
                      <a:pt x="431707" y="152400"/>
                    </a:cubicBezTo>
                    <a:close/>
                    <a:moveTo>
                      <a:pt x="438692" y="149754"/>
                    </a:moveTo>
                    <a:cubicBezTo>
                      <a:pt x="438692" y="150283"/>
                      <a:pt x="438692" y="151871"/>
                      <a:pt x="438295" y="151871"/>
                    </a:cubicBezTo>
                    <a:cubicBezTo>
                      <a:pt x="437501" y="152400"/>
                      <a:pt x="437501" y="151342"/>
                      <a:pt x="437104" y="150283"/>
                    </a:cubicBezTo>
                    <a:cubicBezTo>
                      <a:pt x="437104" y="149754"/>
                      <a:pt x="438295" y="149225"/>
                      <a:pt x="438692" y="149754"/>
                    </a:cubicBezTo>
                    <a:close/>
                    <a:moveTo>
                      <a:pt x="421416" y="144803"/>
                    </a:moveTo>
                    <a:cubicBezTo>
                      <a:pt x="422163" y="144463"/>
                      <a:pt x="422536" y="144803"/>
                      <a:pt x="423283" y="145143"/>
                    </a:cubicBezTo>
                    <a:cubicBezTo>
                      <a:pt x="424404" y="145143"/>
                      <a:pt x="423283" y="145824"/>
                      <a:pt x="423283" y="146164"/>
                    </a:cubicBezTo>
                    <a:cubicBezTo>
                      <a:pt x="422910" y="146844"/>
                      <a:pt x="421789" y="147865"/>
                      <a:pt x="420669" y="148545"/>
                    </a:cubicBezTo>
                    <a:cubicBezTo>
                      <a:pt x="419175" y="149226"/>
                      <a:pt x="419548" y="148886"/>
                      <a:pt x="418801" y="149226"/>
                    </a:cubicBezTo>
                    <a:cubicBezTo>
                      <a:pt x="418054" y="149226"/>
                      <a:pt x="418054" y="148545"/>
                      <a:pt x="418054" y="147865"/>
                    </a:cubicBezTo>
                    <a:cubicBezTo>
                      <a:pt x="418054" y="147185"/>
                      <a:pt x="419922" y="145824"/>
                      <a:pt x="421416" y="144803"/>
                    </a:cubicBezTo>
                    <a:close/>
                    <a:moveTo>
                      <a:pt x="1027124" y="143631"/>
                    </a:moveTo>
                    <a:cubicBezTo>
                      <a:pt x="1029818" y="142875"/>
                      <a:pt x="1035591" y="145521"/>
                      <a:pt x="1035591" y="146277"/>
                    </a:cubicBezTo>
                    <a:cubicBezTo>
                      <a:pt x="1035206" y="147033"/>
                      <a:pt x="1035206" y="147033"/>
                      <a:pt x="1034052" y="147789"/>
                    </a:cubicBezTo>
                    <a:cubicBezTo>
                      <a:pt x="1033667" y="148167"/>
                      <a:pt x="1033282" y="148167"/>
                      <a:pt x="1032897" y="148545"/>
                    </a:cubicBezTo>
                    <a:cubicBezTo>
                      <a:pt x="1032512" y="148923"/>
                      <a:pt x="1032127" y="148923"/>
                      <a:pt x="1031743" y="149679"/>
                    </a:cubicBezTo>
                    <a:cubicBezTo>
                      <a:pt x="1031358" y="150057"/>
                      <a:pt x="1029818" y="149679"/>
                      <a:pt x="1029818" y="149301"/>
                    </a:cubicBezTo>
                    <a:cubicBezTo>
                      <a:pt x="1029433" y="148923"/>
                      <a:pt x="1028664" y="149679"/>
                      <a:pt x="1027509" y="150435"/>
                    </a:cubicBezTo>
                    <a:cubicBezTo>
                      <a:pt x="1026739" y="150813"/>
                      <a:pt x="1026355" y="150057"/>
                      <a:pt x="1025970" y="150057"/>
                    </a:cubicBezTo>
                    <a:cubicBezTo>
                      <a:pt x="1025585" y="150057"/>
                      <a:pt x="1024430" y="149679"/>
                      <a:pt x="1023661" y="148545"/>
                    </a:cubicBezTo>
                    <a:cubicBezTo>
                      <a:pt x="1022891" y="147789"/>
                      <a:pt x="1024430" y="147033"/>
                      <a:pt x="1024815" y="146277"/>
                    </a:cubicBezTo>
                    <a:cubicBezTo>
                      <a:pt x="1024815" y="145521"/>
                      <a:pt x="1026355" y="144009"/>
                      <a:pt x="1027124" y="143631"/>
                    </a:cubicBezTo>
                    <a:close/>
                    <a:moveTo>
                      <a:pt x="427457" y="143272"/>
                    </a:moveTo>
                    <a:cubicBezTo>
                      <a:pt x="428189" y="142875"/>
                      <a:pt x="429655" y="143669"/>
                      <a:pt x="430021" y="144859"/>
                    </a:cubicBezTo>
                    <a:cubicBezTo>
                      <a:pt x="430754" y="145653"/>
                      <a:pt x="429655" y="146050"/>
                      <a:pt x="428922" y="146050"/>
                    </a:cubicBezTo>
                    <a:cubicBezTo>
                      <a:pt x="428189" y="146050"/>
                      <a:pt x="427457" y="146050"/>
                      <a:pt x="426724" y="145653"/>
                    </a:cubicBezTo>
                    <a:cubicBezTo>
                      <a:pt x="425991" y="145256"/>
                      <a:pt x="426724" y="143669"/>
                      <a:pt x="427457" y="143272"/>
                    </a:cubicBezTo>
                    <a:close/>
                    <a:moveTo>
                      <a:pt x="422817" y="140335"/>
                    </a:moveTo>
                    <a:cubicBezTo>
                      <a:pt x="423610" y="140652"/>
                      <a:pt x="424404" y="140652"/>
                      <a:pt x="424139" y="141287"/>
                    </a:cubicBezTo>
                    <a:cubicBezTo>
                      <a:pt x="423610" y="142240"/>
                      <a:pt x="423081" y="142240"/>
                      <a:pt x="422552" y="142557"/>
                    </a:cubicBezTo>
                    <a:cubicBezTo>
                      <a:pt x="422023" y="142875"/>
                      <a:pt x="421229" y="142875"/>
                      <a:pt x="421229" y="142240"/>
                    </a:cubicBezTo>
                    <a:cubicBezTo>
                      <a:pt x="421229" y="141605"/>
                      <a:pt x="422287" y="139700"/>
                      <a:pt x="422817" y="140335"/>
                    </a:cubicBezTo>
                    <a:close/>
                    <a:moveTo>
                      <a:pt x="414173" y="140277"/>
                    </a:moveTo>
                    <a:cubicBezTo>
                      <a:pt x="415232" y="139700"/>
                      <a:pt x="415585" y="140277"/>
                      <a:pt x="416643" y="140854"/>
                    </a:cubicBezTo>
                    <a:cubicBezTo>
                      <a:pt x="418054" y="141143"/>
                      <a:pt x="416996" y="141432"/>
                      <a:pt x="416643" y="141432"/>
                    </a:cubicBezTo>
                    <a:cubicBezTo>
                      <a:pt x="415937" y="141720"/>
                      <a:pt x="415585" y="142009"/>
                      <a:pt x="414173" y="142586"/>
                    </a:cubicBezTo>
                    <a:cubicBezTo>
                      <a:pt x="413115" y="142875"/>
                      <a:pt x="412762" y="142298"/>
                      <a:pt x="412057" y="141432"/>
                    </a:cubicBezTo>
                    <a:cubicBezTo>
                      <a:pt x="411704" y="140854"/>
                      <a:pt x="411704" y="140566"/>
                      <a:pt x="412410" y="140854"/>
                    </a:cubicBezTo>
                    <a:cubicBezTo>
                      <a:pt x="413468" y="140854"/>
                      <a:pt x="413468" y="140854"/>
                      <a:pt x="414173" y="140277"/>
                    </a:cubicBezTo>
                    <a:close/>
                    <a:moveTo>
                      <a:pt x="329044" y="140085"/>
                    </a:moveTo>
                    <a:cubicBezTo>
                      <a:pt x="329044" y="139700"/>
                      <a:pt x="329756" y="140085"/>
                      <a:pt x="329756" y="140085"/>
                    </a:cubicBezTo>
                    <a:cubicBezTo>
                      <a:pt x="330112" y="140085"/>
                      <a:pt x="331535" y="140470"/>
                      <a:pt x="331535" y="140470"/>
                    </a:cubicBezTo>
                    <a:cubicBezTo>
                      <a:pt x="331535" y="140470"/>
                      <a:pt x="332247" y="141239"/>
                      <a:pt x="332958" y="141239"/>
                    </a:cubicBezTo>
                    <a:cubicBezTo>
                      <a:pt x="333314" y="141239"/>
                      <a:pt x="332958" y="141624"/>
                      <a:pt x="333670" y="142394"/>
                    </a:cubicBezTo>
                    <a:cubicBezTo>
                      <a:pt x="334026" y="143164"/>
                      <a:pt x="334382" y="143164"/>
                      <a:pt x="335093" y="142779"/>
                    </a:cubicBezTo>
                    <a:cubicBezTo>
                      <a:pt x="335449" y="142394"/>
                      <a:pt x="335093" y="142779"/>
                      <a:pt x="335449" y="142394"/>
                    </a:cubicBezTo>
                    <a:cubicBezTo>
                      <a:pt x="335805" y="142394"/>
                      <a:pt x="335805" y="142779"/>
                      <a:pt x="336161" y="142779"/>
                    </a:cubicBezTo>
                    <a:cubicBezTo>
                      <a:pt x="336517" y="142779"/>
                      <a:pt x="336872" y="142779"/>
                      <a:pt x="337228" y="142394"/>
                    </a:cubicBezTo>
                    <a:cubicBezTo>
                      <a:pt x="337584" y="142394"/>
                      <a:pt x="337940" y="142394"/>
                      <a:pt x="338652" y="142009"/>
                    </a:cubicBezTo>
                    <a:cubicBezTo>
                      <a:pt x="339719" y="142009"/>
                      <a:pt x="340075" y="142394"/>
                      <a:pt x="340075" y="142394"/>
                    </a:cubicBezTo>
                    <a:cubicBezTo>
                      <a:pt x="340075" y="142394"/>
                      <a:pt x="340787" y="142394"/>
                      <a:pt x="341498" y="142779"/>
                    </a:cubicBezTo>
                    <a:cubicBezTo>
                      <a:pt x="341854" y="143164"/>
                      <a:pt x="341498" y="143548"/>
                      <a:pt x="341498" y="143933"/>
                    </a:cubicBezTo>
                    <a:cubicBezTo>
                      <a:pt x="341498" y="144318"/>
                      <a:pt x="341142" y="144703"/>
                      <a:pt x="341142" y="144703"/>
                    </a:cubicBezTo>
                    <a:cubicBezTo>
                      <a:pt x="341142" y="144703"/>
                      <a:pt x="340431" y="145473"/>
                      <a:pt x="339719" y="145473"/>
                    </a:cubicBezTo>
                    <a:cubicBezTo>
                      <a:pt x="339363" y="145088"/>
                      <a:pt x="339363" y="145088"/>
                      <a:pt x="339007" y="144318"/>
                    </a:cubicBezTo>
                    <a:cubicBezTo>
                      <a:pt x="338296" y="143548"/>
                      <a:pt x="339007" y="144318"/>
                      <a:pt x="337940" y="143933"/>
                    </a:cubicBezTo>
                    <a:cubicBezTo>
                      <a:pt x="336517" y="143933"/>
                      <a:pt x="337940" y="144703"/>
                      <a:pt x="337584" y="145857"/>
                    </a:cubicBezTo>
                    <a:cubicBezTo>
                      <a:pt x="337584" y="147012"/>
                      <a:pt x="337584" y="145857"/>
                      <a:pt x="338652" y="146627"/>
                    </a:cubicBezTo>
                    <a:cubicBezTo>
                      <a:pt x="338652" y="147012"/>
                      <a:pt x="339007" y="147012"/>
                      <a:pt x="339719" y="147397"/>
                    </a:cubicBezTo>
                    <a:cubicBezTo>
                      <a:pt x="340075" y="147397"/>
                      <a:pt x="340075" y="148167"/>
                      <a:pt x="340075" y="148167"/>
                    </a:cubicBezTo>
                    <a:cubicBezTo>
                      <a:pt x="340075" y="148167"/>
                      <a:pt x="340787" y="148167"/>
                      <a:pt x="341142" y="148167"/>
                    </a:cubicBezTo>
                    <a:cubicBezTo>
                      <a:pt x="341854" y="148551"/>
                      <a:pt x="341498" y="148936"/>
                      <a:pt x="341854" y="149706"/>
                    </a:cubicBezTo>
                    <a:cubicBezTo>
                      <a:pt x="341854" y="150091"/>
                      <a:pt x="341854" y="149706"/>
                      <a:pt x="341142" y="150091"/>
                    </a:cubicBezTo>
                    <a:cubicBezTo>
                      <a:pt x="340787" y="150476"/>
                      <a:pt x="341142" y="150091"/>
                      <a:pt x="340787" y="150091"/>
                    </a:cubicBezTo>
                    <a:cubicBezTo>
                      <a:pt x="340075" y="150476"/>
                      <a:pt x="340431" y="150476"/>
                      <a:pt x="338652" y="150860"/>
                    </a:cubicBezTo>
                    <a:cubicBezTo>
                      <a:pt x="338296" y="150860"/>
                      <a:pt x="337940" y="152015"/>
                      <a:pt x="337940" y="152015"/>
                    </a:cubicBezTo>
                    <a:cubicBezTo>
                      <a:pt x="337940" y="152015"/>
                      <a:pt x="337228" y="152400"/>
                      <a:pt x="336872" y="152400"/>
                    </a:cubicBezTo>
                    <a:cubicBezTo>
                      <a:pt x="336517" y="152400"/>
                      <a:pt x="335805" y="152400"/>
                      <a:pt x="335449" y="152015"/>
                    </a:cubicBezTo>
                    <a:cubicBezTo>
                      <a:pt x="335093" y="152015"/>
                      <a:pt x="334737" y="152015"/>
                      <a:pt x="334382" y="152015"/>
                    </a:cubicBezTo>
                    <a:cubicBezTo>
                      <a:pt x="334026" y="151630"/>
                      <a:pt x="332958" y="150860"/>
                      <a:pt x="332958" y="150860"/>
                    </a:cubicBezTo>
                    <a:cubicBezTo>
                      <a:pt x="332958" y="150860"/>
                      <a:pt x="332958" y="151245"/>
                      <a:pt x="331535" y="150860"/>
                    </a:cubicBezTo>
                    <a:cubicBezTo>
                      <a:pt x="331179" y="150860"/>
                      <a:pt x="331179" y="150860"/>
                      <a:pt x="330823" y="150476"/>
                    </a:cubicBezTo>
                    <a:cubicBezTo>
                      <a:pt x="330468" y="150476"/>
                      <a:pt x="329756" y="150476"/>
                      <a:pt x="329756" y="150476"/>
                    </a:cubicBezTo>
                    <a:cubicBezTo>
                      <a:pt x="329756" y="150476"/>
                      <a:pt x="329044" y="150091"/>
                      <a:pt x="328688" y="150091"/>
                    </a:cubicBezTo>
                    <a:cubicBezTo>
                      <a:pt x="328333" y="149706"/>
                      <a:pt x="327621" y="150476"/>
                      <a:pt x="326909" y="150091"/>
                    </a:cubicBezTo>
                    <a:cubicBezTo>
                      <a:pt x="325842" y="149706"/>
                      <a:pt x="326553" y="149321"/>
                      <a:pt x="326553" y="148936"/>
                    </a:cubicBezTo>
                    <a:cubicBezTo>
                      <a:pt x="326553" y="148167"/>
                      <a:pt x="325842" y="148936"/>
                      <a:pt x="324774" y="148936"/>
                    </a:cubicBezTo>
                    <a:cubicBezTo>
                      <a:pt x="324063" y="148936"/>
                      <a:pt x="324418" y="148936"/>
                      <a:pt x="322995" y="148551"/>
                    </a:cubicBezTo>
                    <a:cubicBezTo>
                      <a:pt x="321216" y="148551"/>
                      <a:pt x="322283" y="148551"/>
                      <a:pt x="321928" y="148167"/>
                    </a:cubicBezTo>
                    <a:cubicBezTo>
                      <a:pt x="321572" y="147782"/>
                      <a:pt x="321928" y="147782"/>
                      <a:pt x="322283" y="147012"/>
                    </a:cubicBezTo>
                    <a:cubicBezTo>
                      <a:pt x="322283" y="146242"/>
                      <a:pt x="322283" y="146627"/>
                      <a:pt x="322639" y="146242"/>
                    </a:cubicBezTo>
                    <a:cubicBezTo>
                      <a:pt x="323351" y="145857"/>
                      <a:pt x="323707" y="146242"/>
                      <a:pt x="324063" y="146242"/>
                    </a:cubicBezTo>
                    <a:cubicBezTo>
                      <a:pt x="324418" y="146242"/>
                      <a:pt x="324418" y="146627"/>
                      <a:pt x="325130" y="146242"/>
                    </a:cubicBezTo>
                    <a:cubicBezTo>
                      <a:pt x="325842" y="146242"/>
                      <a:pt x="325842" y="145473"/>
                      <a:pt x="325842" y="145473"/>
                    </a:cubicBezTo>
                    <a:cubicBezTo>
                      <a:pt x="325842" y="145473"/>
                      <a:pt x="326553" y="145088"/>
                      <a:pt x="326553" y="145088"/>
                    </a:cubicBezTo>
                    <a:cubicBezTo>
                      <a:pt x="326553" y="145088"/>
                      <a:pt x="326909" y="145088"/>
                      <a:pt x="326909" y="144318"/>
                    </a:cubicBezTo>
                    <a:cubicBezTo>
                      <a:pt x="327265" y="143933"/>
                      <a:pt x="326909" y="143933"/>
                      <a:pt x="326909" y="143548"/>
                    </a:cubicBezTo>
                    <a:cubicBezTo>
                      <a:pt x="326909" y="143164"/>
                      <a:pt x="326909" y="142779"/>
                      <a:pt x="327265" y="142009"/>
                    </a:cubicBezTo>
                    <a:cubicBezTo>
                      <a:pt x="327621" y="141239"/>
                      <a:pt x="327621" y="141239"/>
                      <a:pt x="327977" y="140854"/>
                    </a:cubicBezTo>
                    <a:cubicBezTo>
                      <a:pt x="328333" y="140085"/>
                      <a:pt x="328688" y="140470"/>
                      <a:pt x="329044" y="140085"/>
                    </a:cubicBezTo>
                    <a:close/>
                    <a:moveTo>
                      <a:pt x="381859" y="138113"/>
                    </a:moveTo>
                    <a:cubicBezTo>
                      <a:pt x="382494" y="138113"/>
                      <a:pt x="383447" y="138113"/>
                      <a:pt x="384082" y="139066"/>
                    </a:cubicBezTo>
                    <a:cubicBezTo>
                      <a:pt x="384717" y="139701"/>
                      <a:pt x="384082" y="139383"/>
                      <a:pt x="382494" y="139383"/>
                    </a:cubicBezTo>
                    <a:cubicBezTo>
                      <a:pt x="381224" y="139066"/>
                      <a:pt x="381224" y="139066"/>
                      <a:pt x="380589" y="138748"/>
                    </a:cubicBezTo>
                    <a:cubicBezTo>
                      <a:pt x="379954" y="138113"/>
                      <a:pt x="381224" y="138113"/>
                      <a:pt x="381859" y="138113"/>
                    </a:cubicBezTo>
                    <a:close/>
                    <a:moveTo>
                      <a:pt x="535023" y="135671"/>
                    </a:moveTo>
                    <a:cubicBezTo>
                      <a:pt x="537188" y="134938"/>
                      <a:pt x="538992" y="135304"/>
                      <a:pt x="540796" y="135671"/>
                    </a:cubicBezTo>
                    <a:cubicBezTo>
                      <a:pt x="542239" y="135671"/>
                      <a:pt x="542239" y="135671"/>
                      <a:pt x="542961" y="136403"/>
                    </a:cubicBezTo>
                    <a:cubicBezTo>
                      <a:pt x="544043" y="137136"/>
                      <a:pt x="544404" y="137869"/>
                      <a:pt x="545126" y="138601"/>
                    </a:cubicBezTo>
                    <a:cubicBezTo>
                      <a:pt x="545486" y="139700"/>
                      <a:pt x="548734" y="139334"/>
                      <a:pt x="549094" y="140067"/>
                    </a:cubicBezTo>
                    <a:cubicBezTo>
                      <a:pt x="549816" y="140799"/>
                      <a:pt x="549816" y="141898"/>
                      <a:pt x="548012" y="142631"/>
                    </a:cubicBezTo>
                    <a:cubicBezTo>
                      <a:pt x="546569" y="142997"/>
                      <a:pt x="546569" y="143364"/>
                      <a:pt x="546208" y="143364"/>
                    </a:cubicBezTo>
                    <a:cubicBezTo>
                      <a:pt x="545847" y="143730"/>
                      <a:pt x="541879" y="144463"/>
                      <a:pt x="541518" y="144463"/>
                    </a:cubicBezTo>
                    <a:cubicBezTo>
                      <a:pt x="541157" y="144097"/>
                      <a:pt x="538992" y="144463"/>
                      <a:pt x="538271" y="143730"/>
                    </a:cubicBezTo>
                    <a:cubicBezTo>
                      <a:pt x="537549" y="142631"/>
                      <a:pt x="540796" y="144097"/>
                      <a:pt x="539353" y="142265"/>
                    </a:cubicBezTo>
                    <a:cubicBezTo>
                      <a:pt x="538992" y="141532"/>
                      <a:pt x="536827" y="142265"/>
                      <a:pt x="536106" y="142265"/>
                    </a:cubicBezTo>
                    <a:cubicBezTo>
                      <a:pt x="535384" y="141898"/>
                      <a:pt x="535023" y="141166"/>
                      <a:pt x="534663" y="140067"/>
                    </a:cubicBezTo>
                    <a:cubicBezTo>
                      <a:pt x="534302" y="138968"/>
                      <a:pt x="536827" y="139700"/>
                      <a:pt x="537188" y="138968"/>
                    </a:cubicBezTo>
                    <a:cubicBezTo>
                      <a:pt x="537188" y="138235"/>
                      <a:pt x="535745" y="138968"/>
                      <a:pt x="535384" y="138601"/>
                    </a:cubicBezTo>
                    <a:cubicBezTo>
                      <a:pt x="534663" y="138235"/>
                      <a:pt x="533941" y="136403"/>
                      <a:pt x="535023" y="135671"/>
                    </a:cubicBezTo>
                    <a:close/>
                    <a:moveTo>
                      <a:pt x="550214" y="130175"/>
                    </a:moveTo>
                    <a:cubicBezTo>
                      <a:pt x="551007" y="130175"/>
                      <a:pt x="551404" y="130492"/>
                      <a:pt x="552198" y="131128"/>
                    </a:cubicBezTo>
                    <a:cubicBezTo>
                      <a:pt x="552992" y="131763"/>
                      <a:pt x="551801" y="131445"/>
                      <a:pt x="550611" y="131445"/>
                    </a:cubicBezTo>
                    <a:cubicBezTo>
                      <a:pt x="549023" y="131445"/>
                      <a:pt x="548229" y="131445"/>
                      <a:pt x="548626" y="130810"/>
                    </a:cubicBezTo>
                    <a:cubicBezTo>
                      <a:pt x="549023" y="130492"/>
                      <a:pt x="549817" y="130175"/>
                      <a:pt x="550214" y="130175"/>
                    </a:cubicBezTo>
                    <a:close/>
                    <a:moveTo>
                      <a:pt x="541198" y="127001"/>
                    </a:moveTo>
                    <a:cubicBezTo>
                      <a:pt x="541425" y="125413"/>
                      <a:pt x="541879" y="127001"/>
                      <a:pt x="541879" y="128588"/>
                    </a:cubicBezTo>
                    <a:cubicBezTo>
                      <a:pt x="541879" y="129647"/>
                      <a:pt x="541879" y="130176"/>
                      <a:pt x="541198" y="130176"/>
                    </a:cubicBezTo>
                    <a:cubicBezTo>
                      <a:pt x="540291" y="129647"/>
                      <a:pt x="540745" y="129647"/>
                      <a:pt x="540518" y="129117"/>
                    </a:cubicBezTo>
                    <a:cubicBezTo>
                      <a:pt x="540518" y="128059"/>
                      <a:pt x="540972" y="127530"/>
                      <a:pt x="541198" y="127001"/>
                    </a:cubicBezTo>
                    <a:close/>
                    <a:moveTo>
                      <a:pt x="1654436" y="125413"/>
                    </a:moveTo>
                    <a:cubicBezTo>
                      <a:pt x="1654436" y="125413"/>
                      <a:pt x="1657051" y="125791"/>
                      <a:pt x="1657798" y="125791"/>
                    </a:cubicBezTo>
                    <a:cubicBezTo>
                      <a:pt x="1658545" y="125791"/>
                      <a:pt x="1658172" y="125413"/>
                      <a:pt x="1659292" y="126169"/>
                    </a:cubicBezTo>
                    <a:cubicBezTo>
                      <a:pt x="1660039" y="126925"/>
                      <a:pt x="1660786" y="127681"/>
                      <a:pt x="1661533" y="128437"/>
                    </a:cubicBezTo>
                    <a:cubicBezTo>
                      <a:pt x="1661907" y="128815"/>
                      <a:pt x="1662280" y="128437"/>
                      <a:pt x="1662654" y="129193"/>
                    </a:cubicBezTo>
                    <a:cubicBezTo>
                      <a:pt x="1662654" y="130327"/>
                      <a:pt x="1662654" y="130327"/>
                      <a:pt x="1661533" y="130705"/>
                    </a:cubicBezTo>
                    <a:cubicBezTo>
                      <a:pt x="1660039" y="131083"/>
                      <a:pt x="1659666" y="131083"/>
                      <a:pt x="1658919" y="131083"/>
                    </a:cubicBezTo>
                    <a:cubicBezTo>
                      <a:pt x="1658545" y="131461"/>
                      <a:pt x="1658172" y="131083"/>
                      <a:pt x="1657425" y="131461"/>
                    </a:cubicBezTo>
                    <a:cubicBezTo>
                      <a:pt x="1656678" y="131839"/>
                      <a:pt x="1657051" y="131461"/>
                      <a:pt x="1656304" y="131839"/>
                    </a:cubicBezTo>
                    <a:cubicBezTo>
                      <a:pt x="1655557" y="132217"/>
                      <a:pt x="1655183" y="131461"/>
                      <a:pt x="1654063" y="131839"/>
                    </a:cubicBezTo>
                    <a:cubicBezTo>
                      <a:pt x="1653316" y="132217"/>
                      <a:pt x="1653316" y="131839"/>
                      <a:pt x="1652942" y="132217"/>
                    </a:cubicBezTo>
                    <a:cubicBezTo>
                      <a:pt x="1652195" y="132595"/>
                      <a:pt x="1651822" y="133351"/>
                      <a:pt x="1651448" y="132217"/>
                    </a:cubicBezTo>
                    <a:cubicBezTo>
                      <a:pt x="1650701" y="131083"/>
                      <a:pt x="1650701" y="130327"/>
                      <a:pt x="1649954" y="131083"/>
                    </a:cubicBezTo>
                    <a:cubicBezTo>
                      <a:pt x="1649580" y="131461"/>
                      <a:pt x="1649207" y="131083"/>
                      <a:pt x="1648833" y="131461"/>
                    </a:cubicBezTo>
                    <a:cubicBezTo>
                      <a:pt x="1648086" y="132973"/>
                      <a:pt x="1648460" y="132973"/>
                      <a:pt x="1647713" y="132973"/>
                    </a:cubicBezTo>
                    <a:cubicBezTo>
                      <a:pt x="1646966" y="132973"/>
                      <a:pt x="1646592" y="132595"/>
                      <a:pt x="1646219" y="132595"/>
                    </a:cubicBezTo>
                    <a:cubicBezTo>
                      <a:pt x="1644351" y="132973"/>
                      <a:pt x="1643978" y="132595"/>
                      <a:pt x="1644351" y="132217"/>
                    </a:cubicBezTo>
                    <a:cubicBezTo>
                      <a:pt x="1644351" y="131461"/>
                      <a:pt x="1643604" y="131083"/>
                      <a:pt x="1644725" y="130327"/>
                    </a:cubicBezTo>
                    <a:cubicBezTo>
                      <a:pt x="1645472" y="129571"/>
                      <a:pt x="1645472" y="129193"/>
                      <a:pt x="1645845" y="129193"/>
                    </a:cubicBezTo>
                    <a:cubicBezTo>
                      <a:pt x="1646219" y="128815"/>
                      <a:pt x="1647339" y="128059"/>
                      <a:pt x="1647339" y="128059"/>
                    </a:cubicBezTo>
                    <a:cubicBezTo>
                      <a:pt x="1647339" y="128059"/>
                      <a:pt x="1648460" y="127303"/>
                      <a:pt x="1648833" y="127303"/>
                    </a:cubicBezTo>
                    <a:cubicBezTo>
                      <a:pt x="1649207" y="126925"/>
                      <a:pt x="1649580" y="126925"/>
                      <a:pt x="1650328" y="126547"/>
                    </a:cubicBezTo>
                    <a:cubicBezTo>
                      <a:pt x="1650701" y="126547"/>
                      <a:pt x="1651075" y="126169"/>
                      <a:pt x="1652195" y="125791"/>
                    </a:cubicBezTo>
                    <a:cubicBezTo>
                      <a:pt x="1652942" y="125791"/>
                      <a:pt x="1654436" y="125413"/>
                      <a:pt x="1654436" y="125413"/>
                    </a:cubicBezTo>
                    <a:close/>
                    <a:moveTo>
                      <a:pt x="545920" y="125413"/>
                    </a:moveTo>
                    <a:cubicBezTo>
                      <a:pt x="546353" y="125413"/>
                      <a:pt x="547219" y="125640"/>
                      <a:pt x="548518" y="125867"/>
                    </a:cubicBezTo>
                    <a:cubicBezTo>
                      <a:pt x="549817" y="126320"/>
                      <a:pt x="548951" y="126093"/>
                      <a:pt x="549384" y="126320"/>
                    </a:cubicBezTo>
                    <a:cubicBezTo>
                      <a:pt x="549384" y="126774"/>
                      <a:pt x="549384" y="127001"/>
                      <a:pt x="548085" y="127001"/>
                    </a:cubicBezTo>
                    <a:cubicBezTo>
                      <a:pt x="546786" y="126774"/>
                      <a:pt x="548085" y="126320"/>
                      <a:pt x="547219" y="126093"/>
                    </a:cubicBezTo>
                    <a:cubicBezTo>
                      <a:pt x="546353" y="125867"/>
                      <a:pt x="545054" y="125640"/>
                      <a:pt x="545920" y="125413"/>
                    </a:cubicBezTo>
                    <a:close/>
                    <a:moveTo>
                      <a:pt x="544909" y="125413"/>
                    </a:moveTo>
                    <a:cubicBezTo>
                      <a:pt x="545486" y="125413"/>
                      <a:pt x="545486" y="125866"/>
                      <a:pt x="546064" y="126774"/>
                    </a:cubicBezTo>
                    <a:cubicBezTo>
                      <a:pt x="546641" y="127227"/>
                      <a:pt x="546064" y="127681"/>
                      <a:pt x="545486" y="128134"/>
                    </a:cubicBezTo>
                    <a:cubicBezTo>
                      <a:pt x="544909" y="128588"/>
                      <a:pt x="545198" y="128134"/>
                      <a:pt x="544332" y="128134"/>
                    </a:cubicBezTo>
                    <a:cubicBezTo>
                      <a:pt x="543466" y="128134"/>
                      <a:pt x="543755" y="127227"/>
                      <a:pt x="544043" y="126320"/>
                    </a:cubicBezTo>
                    <a:cubicBezTo>
                      <a:pt x="544332" y="125866"/>
                      <a:pt x="544621" y="125866"/>
                      <a:pt x="544909" y="125413"/>
                    </a:cubicBezTo>
                    <a:close/>
                    <a:moveTo>
                      <a:pt x="542871" y="123032"/>
                    </a:moveTo>
                    <a:cubicBezTo>
                      <a:pt x="543467" y="123825"/>
                      <a:pt x="543070" y="124222"/>
                      <a:pt x="543070" y="124619"/>
                    </a:cubicBezTo>
                    <a:cubicBezTo>
                      <a:pt x="542871" y="125413"/>
                      <a:pt x="541879" y="123428"/>
                      <a:pt x="542475" y="123428"/>
                    </a:cubicBezTo>
                    <a:cubicBezTo>
                      <a:pt x="542871" y="123032"/>
                      <a:pt x="542475" y="122238"/>
                      <a:pt x="542871" y="123032"/>
                    </a:cubicBezTo>
                    <a:close/>
                    <a:moveTo>
                      <a:pt x="530645" y="113348"/>
                    </a:moveTo>
                    <a:cubicBezTo>
                      <a:pt x="531011" y="112713"/>
                      <a:pt x="533576" y="113348"/>
                      <a:pt x="533942" y="114618"/>
                    </a:cubicBezTo>
                    <a:cubicBezTo>
                      <a:pt x="533942" y="115888"/>
                      <a:pt x="532843" y="115888"/>
                      <a:pt x="531744" y="115253"/>
                    </a:cubicBezTo>
                    <a:cubicBezTo>
                      <a:pt x="530645" y="115253"/>
                      <a:pt x="529545" y="115253"/>
                      <a:pt x="529179" y="114618"/>
                    </a:cubicBezTo>
                    <a:cubicBezTo>
                      <a:pt x="529179" y="113983"/>
                      <a:pt x="530278" y="113348"/>
                      <a:pt x="530645" y="113348"/>
                    </a:cubicBezTo>
                    <a:close/>
                    <a:moveTo>
                      <a:pt x="681149" y="111125"/>
                    </a:moveTo>
                    <a:cubicBezTo>
                      <a:pt x="681536" y="111125"/>
                      <a:pt x="681922" y="111125"/>
                      <a:pt x="682308" y="111125"/>
                    </a:cubicBezTo>
                    <a:cubicBezTo>
                      <a:pt x="683080" y="111125"/>
                      <a:pt x="683853" y="111125"/>
                      <a:pt x="685397" y="111125"/>
                    </a:cubicBezTo>
                    <a:cubicBezTo>
                      <a:pt x="686556" y="111125"/>
                      <a:pt x="686556" y="111919"/>
                      <a:pt x="687328" y="111919"/>
                    </a:cubicBezTo>
                    <a:cubicBezTo>
                      <a:pt x="687714" y="111919"/>
                      <a:pt x="691576" y="112316"/>
                      <a:pt x="692734" y="113903"/>
                    </a:cubicBezTo>
                    <a:cubicBezTo>
                      <a:pt x="694279" y="115094"/>
                      <a:pt x="692734" y="114697"/>
                      <a:pt x="692348" y="115094"/>
                    </a:cubicBezTo>
                    <a:lnTo>
                      <a:pt x="689760" y="115427"/>
                    </a:lnTo>
                    <a:lnTo>
                      <a:pt x="690734" y="116891"/>
                    </a:lnTo>
                    <a:cubicBezTo>
                      <a:pt x="690734" y="117309"/>
                      <a:pt x="689993" y="116891"/>
                      <a:pt x="689993" y="117726"/>
                    </a:cubicBezTo>
                    <a:cubicBezTo>
                      <a:pt x="690363" y="118144"/>
                      <a:pt x="691104" y="119398"/>
                      <a:pt x="691104" y="119815"/>
                    </a:cubicBezTo>
                    <a:cubicBezTo>
                      <a:pt x="691104" y="120651"/>
                      <a:pt x="689993" y="120233"/>
                      <a:pt x="688511" y="119815"/>
                    </a:cubicBezTo>
                    <a:cubicBezTo>
                      <a:pt x="687400" y="119398"/>
                      <a:pt x="687770" y="119815"/>
                      <a:pt x="686288" y="118144"/>
                    </a:cubicBezTo>
                    <a:cubicBezTo>
                      <a:pt x="685177" y="116891"/>
                      <a:pt x="685547" y="117726"/>
                      <a:pt x="684807" y="116891"/>
                    </a:cubicBezTo>
                    <a:cubicBezTo>
                      <a:pt x="683695" y="116055"/>
                      <a:pt x="684066" y="116891"/>
                      <a:pt x="682954" y="116473"/>
                    </a:cubicBezTo>
                    <a:cubicBezTo>
                      <a:pt x="682214" y="116473"/>
                      <a:pt x="682214" y="116055"/>
                      <a:pt x="681102" y="114802"/>
                    </a:cubicBezTo>
                    <a:cubicBezTo>
                      <a:pt x="679991" y="113548"/>
                      <a:pt x="680732" y="113548"/>
                      <a:pt x="681473" y="113131"/>
                    </a:cubicBezTo>
                    <a:lnTo>
                      <a:pt x="681893" y="113012"/>
                    </a:lnTo>
                    <a:lnTo>
                      <a:pt x="680763" y="112316"/>
                    </a:lnTo>
                    <a:cubicBezTo>
                      <a:pt x="679991" y="111522"/>
                      <a:pt x="680763" y="111125"/>
                      <a:pt x="681149" y="111125"/>
                    </a:cubicBezTo>
                    <a:close/>
                    <a:moveTo>
                      <a:pt x="410474" y="105569"/>
                    </a:moveTo>
                    <a:cubicBezTo>
                      <a:pt x="410833" y="104775"/>
                      <a:pt x="412267" y="105172"/>
                      <a:pt x="412984" y="105569"/>
                    </a:cubicBezTo>
                    <a:cubicBezTo>
                      <a:pt x="413701" y="105966"/>
                      <a:pt x="412984" y="105569"/>
                      <a:pt x="414059" y="105966"/>
                    </a:cubicBezTo>
                    <a:cubicBezTo>
                      <a:pt x="414059" y="106362"/>
                      <a:pt x="414776" y="105966"/>
                      <a:pt x="415135" y="105966"/>
                    </a:cubicBezTo>
                    <a:cubicBezTo>
                      <a:pt x="415135" y="105569"/>
                      <a:pt x="415493" y="105966"/>
                      <a:pt x="415851" y="105966"/>
                    </a:cubicBezTo>
                    <a:cubicBezTo>
                      <a:pt x="416210" y="105966"/>
                      <a:pt x="416927" y="106759"/>
                      <a:pt x="416927" y="106759"/>
                    </a:cubicBezTo>
                    <a:cubicBezTo>
                      <a:pt x="417285" y="107156"/>
                      <a:pt x="418002" y="107156"/>
                      <a:pt x="418719" y="106362"/>
                    </a:cubicBezTo>
                    <a:cubicBezTo>
                      <a:pt x="419078" y="106362"/>
                      <a:pt x="419795" y="106362"/>
                      <a:pt x="419795" y="106362"/>
                    </a:cubicBezTo>
                    <a:cubicBezTo>
                      <a:pt x="419795" y="106362"/>
                      <a:pt x="419795" y="106362"/>
                      <a:pt x="420870" y="105569"/>
                    </a:cubicBezTo>
                    <a:cubicBezTo>
                      <a:pt x="420870" y="105569"/>
                      <a:pt x="420870" y="105569"/>
                      <a:pt x="422662" y="106759"/>
                    </a:cubicBezTo>
                    <a:cubicBezTo>
                      <a:pt x="422662" y="106759"/>
                      <a:pt x="423379" y="107156"/>
                      <a:pt x="423738" y="106759"/>
                    </a:cubicBezTo>
                    <a:cubicBezTo>
                      <a:pt x="424096" y="106759"/>
                      <a:pt x="424813" y="106759"/>
                      <a:pt x="424813" y="106759"/>
                    </a:cubicBezTo>
                    <a:cubicBezTo>
                      <a:pt x="424813" y="106759"/>
                      <a:pt x="425889" y="107553"/>
                      <a:pt x="426247" y="107553"/>
                    </a:cubicBezTo>
                    <a:cubicBezTo>
                      <a:pt x="426606" y="107553"/>
                      <a:pt x="427322" y="107950"/>
                      <a:pt x="427681" y="107950"/>
                    </a:cubicBezTo>
                    <a:cubicBezTo>
                      <a:pt x="428039" y="108347"/>
                      <a:pt x="428398" y="109141"/>
                      <a:pt x="428756" y="109141"/>
                    </a:cubicBezTo>
                    <a:cubicBezTo>
                      <a:pt x="429115" y="109141"/>
                      <a:pt x="429473" y="109538"/>
                      <a:pt x="429832" y="109934"/>
                    </a:cubicBezTo>
                    <a:cubicBezTo>
                      <a:pt x="429832" y="109934"/>
                      <a:pt x="430549" y="110331"/>
                      <a:pt x="430549" y="110728"/>
                    </a:cubicBezTo>
                    <a:cubicBezTo>
                      <a:pt x="430907" y="111125"/>
                      <a:pt x="431266" y="112316"/>
                      <a:pt x="431266" y="112316"/>
                    </a:cubicBezTo>
                    <a:cubicBezTo>
                      <a:pt x="431266" y="112713"/>
                      <a:pt x="432341" y="114697"/>
                      <a:pt x="432341" y="114697"/>
                    </a:cubicBezTo>
                    <a:cubicBezTo>
                      <a:pt x="432341" y="114697"/>
                      <a:pt x="431624" y="114697"/>
                      <a:pt x="431266" y="114697"/>
                    </a:cubicBezTo>
                    <a:cubicBezTo>
                      <a:pt x="430907" y="114697"/>
                      <a:pt x="430549" y="114697"/>
                      <a:pt x="427681" y="113903"/>
                    </a:cubicBezTo>
                    <a:cubicBezTo>
                      <a:pt x="425172" y="113110"/>
                      <a:pt x="426964" y="113903"/>
                      <a:pt x="426247" y="113903"/>
                    </a:cubicBezTo>
                    <a:cubicBezTo>
                      <a:pt x="425172" y="113903"/>
                      <a:pt x="425530" y="113903"/>
                      <a:pt x="425172" y="113507"/>
                    </a:cubicBezTo>
                    <a:cubicBezTo>
                      <a:pt x="425172" y="113507"/>
                      <a:pt x="424096" y="113903"/>
                      <a:pt x="423379" y="113507"/>
                    </a:cubicBezTo>
                    <a:cubicBezTo>
                      <a:pt x="422662" y="113507"/>
                      <a:pt x="422662" y="113507"/>
                      <a:pt x="422662" y="113507"/>
                    </a:cubicBezTo>
                    <a:cubicBezTo>
                      <a:pt x="422662" y="113507"/>
                      <a:pt x="421587" y="114300"/>
                      <a:pt x="420512" y="114697"/>
                    </a:cubicBezTo>
                    <a:cubicBezTo>
                      <a:pt x="420512" y="115094"/>
                      <a:pt x="418719" y="115491"/>
                      <a:pt x="418719" y="115094"/>
                    </a:cubicBezTo>
                    <a:cubicBezTo>
                      <a:pt x="418719" y="115094"/>
                      <a:pt x="417285" y="115888"/>
                      <a:pt x="417285" y="115491"/>
                    </a:cubicBezTo>
                    <a:cubicBezTo>
                      <a:pt x="416927" y="115094"/>
                      <a:pt x="416568" y="115491"/>
                      <a:pt x="415851" y="115094"/>
                    </a:cubicBezTo>
                    <a:cubicBezTo>
                      <a:pt x="415493" y="115094"/>
                      <a:pt x="415851" y="114697"/>
                      <a:pt x="415493" y="114300"/>
                    </a:cubicBezTo>
                    <a:cubicBezTo>
                      <a:pt x="414776" y="113507"/>
                      <a:pt x="414418" y="113903"/>
                      <a:pt x="414059" y="113507"/>
                    </a:cubicBezTo>
                    <a:cubicBezTo>
                      <a:pt x="413701" y="113110"/>
                      <a:pt x="413701" y="112713"/>
                      <a:pt x="413342" y="112316"/>
                    </a:cubicBezTo>
                    <a:cubicBezTo>
                      <a:pt x="413342" y="111522"/>
                      <a:pt x="413342" y="111522"/>
                      <a:pt x="413342" y="110728"/>
                    </a:cubicBezTo>
                    <a:cubicBezTo>
                      <a:pt x="413342" y="110331"/>
                      <a:pt x="412984" y="110331"/>
                      <a:pt x="412984" y="109934"/>
                    </a:cubicBezTo>
                    <a:cubicBezTo>
                      <a:pt x="412625" y="109934"/>
                      <a:pt x="412267" y="109934"/>
                      <a:pt x="411908" y="109538"/>
                    </a:cubicBezTo>
                    <a:cubicBezTo>
                      <a:pt x="411191" y="109538"/>
                      <a:pt x="411191" y="109538"/>
                      <a:pt x="410833" y="109538"/>
                    </a:cubicBezTo>
                    <a:cubicBezTo>
                      <a:pt x="410474" y="109141"/>
                      <a:pt x="410833" y="109141"/>
                      <a:pt x="410474" y="108744"/>
                    </a:cubicBezTo>
                    <a:cubicBezTo>
                      <a:pt x="410474" y="107950"/>
                      <a:pt x="410474" y="107950"/>
                      <a:pt x="410116" y="107553"/>
                    </a:cubicBezTo>
                    <a:cubicBezTo>
                      <a:pt x="410116" y="106759"/>
                      <a:pt x="410474" y="105569"/>
                      <a:pt x="410474" y="105569"/>
                    </a:cubicBezTo>
                    <a:close/>
                    <a:moveTo>
                      <a:pt x="383649" y="105137"/>
                    </a:moveTo>
                    <a:cubicBezTo>
                      <a:pt x="385088" y="104775"/>
                      <a:pt x="389045" y="105137"/>
                      <a:pt x="390124" y="105860"/>
                    </a:cubicBezTo>
                    <a:cubicBezTo>
                      <a:pt x="390843" y="106584"/>
                      <a:pt x="391922" y="106584"/>
                      <a:pt x="391922" y="106584"/>
                    </a:cubicBezTo>
                    <a:cubicBezTo>
                      <a:pt x="391922" y="108032"/>
                      <a:pt x="391922" y="106584"/>
                      <a:pt x="390124" y="108032"/>
                    </a:cubicBezTo>
                    <a:cubicBezTo>
                      <a:pt x="389045" y="108755"/>
                      <a:pt x="389045" y="109117"/>
                      <a:pt x="385807" y="111288"/>
                    </a:cubicBezTo>
                    <a:cubicBezTo>
                      <a:pt x="382570" y="113098"/>
                      <a:pt x="386167" y="112736"/>
                      <a:pt x="385448" y="113459"/>
                    </a:cubicBezTo>
                    <a:cubicBezTo>
                      <a:pt x="384728" y="114183"/>
                      <a:pt x="383290" y="116354"/>
                      <a:pt x="383290" y="116354"/>
                    </a:cubicBezTo>
                    <a:cubicBezTo>
                      <a:pt x="383290" y="116354"/>
                      <a:pt x="384369" y="117078"/>
                      <a:pt x="385448" y="117440"/>
                    </a:cubicBezTo>
                    <a:cubicBezTo>
                      <a:pt x="386527" y="118164"/>
                      <a:pt x="385088" y="119249"/>
                      <a:pt x="384369" y="119611"/>
                    </a:cubicBezTo>
                    <a:cubicBezTo>
                      <a:pt x="384369" y="119611"/>
                      <a:pt x="384369" y="119973"/>
                      <a:pt x="384369" y="120335"/>
                    </a:cubicBezTo>
                    <a:cubicBezTo>
                      <a:pt x="384369" y="120697"/>
                      <a:pt x="384369" y="121058"/>
                      <a:pt x="384369" y="121420"/>
                    </a:cubicBezTo>
                    <a:cubicBezTo>
                      <a:pt x="384369" y="121420"/>
                      <a:pt x="384369" y="121782"/>
                      <a:pt x="384728" y="122506"/>
                    </a:cubicBezTo>
                    <a:cubicBezTo>
                      <a:pt x="384728" y="122506"/>
                      <a:pt x="385088" y="122506"/>
                      <a:pt x="385448" y="122506"/>
                    </a:cubicBezTo>
                    <a:cubicBezTo>
                      <a:pt x="386167" y="122144"/>
                      <a:pt x="385448" y="122868"/>
                      <a:pt x="385807" y="122868"/>
                    </a:cubicBezTo>
                    <a:cubicBezTo>
                      <a:pt x="385807" y="122868"/>
                      <a:pt x="385807" y="123230"/>
                      <a:pt x="386167" y="123591"/>
                    </a:cubicBezTo>
                    <a:cubicBezTo>
                      <a:pt x="386527" y="123953"/>
                      <a:pt x="386527" y="124315"/>
                      <a:pt x="386886" y="124677"/>
                    </a:cubicBezTo>
                    <a:cubicBezTo>
                      <a:pt x="386886" y="124677"/>
                      <a:pt x="387965" y="125401"/>
                      <a:pt x="387965" y="125401"/>
                    </a:cubicBezTo>
                    <a:cubicBezTo>
                      <a:pt x="387965" y="125401"/>
                      <a:pt x="388325" y="125763"/>
                      <a:pt x="388325" y="125401"/>
                    </a:cubicBezTo>
                    <a:cubicBezTo>
                      <a:pt x="388685" y="125401"/>
                      <a:pt x="389764" y="126848"/>
                      <a:pt x="390124" y="126848"/>
                    </a:cubicBezTo>
                    <a:cubicBezTo>
                      <a:pt x="390483" y="126848"/>
                      <a:pt x="390843" y="127572"/>
                      <a:pt x="391203" y="127210"/>
                    </a:cubicBezTo>
                    <a:cubicBezTo>
                      <a:pt x="391562" y="127210"/>
                      <a:pt x="392282" y="127210"/>
                      <a:pt x="393001" y="126848"/>
                    </a:cubicBezTo>
                    <a:cubicBezTo>
                      <a:pt x="393361" y="126848"/>
                      <a:pt x="392282" y="125763"/>
                      <a:pt x="392282" y="125401"/>
                    </a:cubicBezTo>
                    <a:cubicBezTo>
                      <a:pt x="392641" y="125039"/>
                      <a:pt x="391562" y="125039"/>
                      <a:pt x="391562" y="125039"/>
                    </a:cubicBezTo>
                    <a:cubicBezTo>
                      <a:pt x="391562" y="125039"/>
                      <a:pt x="389764" y="125039"/>
                      <a:pt x="389764" y="124677"/>
                    </a:cubicBezTo>
                    <a:cubicBezTo>
                      <a:pt x="389764" y="124315"/>
                      <a:pt x="389045" y="124315"/>
                      <a:pt x="389045" y="124315"/>
                    </a:cubicBezTo>
                    <a:cubicBezTo>
                      <a:pt x="389045" y="123953"/>
                      <a:pt x="387965" y="123230"/>
                      <a:pt x="387606" y="122868"/>
                    </a:cubicBezTo>
                    <a:cubicBezTo>
                      <a:pt x="387246" y="122506"/>
                      <a:pt x="386886" y="122506"/>
                      <a:pt x="387246" y="121782"/>
                    </a:cubicBezTo>
                    <a:cubicBezTo>
                      <a:pt x="387606" y="121420"/>
                      <a:pt x="388325" y="121782"/>
                      <a:pt x="388685" y="121058"/>
                    </a:cubicBezTo>
                    <a:cubicBezTo>
                      <a:pt x="388685" y="120335"/>
                      <a:pt x="389404" y="119973"/>
                      <a:pt x="389404" y="119973"/>
                    </a:cubicBezTo>
                    <a:cubicBezTo>
                      <a:pt x="389404" y="119611"/>
                      <a:pt x="390124" y="119611"/>
                      <a:pt x="390483" y="119249"/>
                    </a:cubicBezTo>
                    <a:cubicBezTo>
                      <a:pt x="390843" y="119249"/>
                      <a:pt x="390843" y="119611"/>
                      <a:pt x="391562" y="119611"/>
                    </a:cubicBezTo>
                    <a:cubicBezTo>
                      <a:pt x="392282" y="119249"/>
                      <a:pt x="392641" y="120335"/>
                      <a:pt x="392641" y="120335"/>
                    </a:cubicBezTo>
                    <a:cubicBezTo>
                      <a:pt x="392641" y="120335"/>
                      <a:pt x="392641" y="119611"/>
                      <a:pt x="392641" y="118887"/>
                    </a:cubicBezTo>
                    <a:cubicBezTo>
                      <a:pt x="392641" y="118164"/>
                      <a:pt x="391562" y="118525"/>
                      <a:pt x="391203" y="118164"/>
                    </a:cubicBezTo>
                    <a:cubicBezTo>
                      <a:pt x="390843" y="118164"/>
                      <a:pt x="390483" y="118525"/>
                      <a:pt x="390124" y="118525"/>
                    </a:cubicBezTo>
                    <a:cubicBezTo>
                      <a:pt x="389764" y="118525"/>
                      <a:pt x="389045" y="118525"/>
                      <a:pt x="388685" y="118164"/>
                    </a:cubicBezTo>
                    <a:cubicBezTo>
                      <a:pt x="388325" y="118164"/>
                      <a:pt x="388325" y="118164"/>
                      <a:pt x="388325" y="117802"/>
                    </a:cubicBezTo>
                    <a:cubicBezTo>
                      <a:pt x="388325" y="117440"/>
                      <a:pt x="387606" y="117078"/>
                      <a:pt x="387246" y="116716"/>
                    </a:cubicBezTo>
                    <a:cubicBezTo>
                      <a:pt x="387246" y="116354"/>
                      <a:pt x="387246" y="115992"/>
                      <a:pt x="387246" y="115631"/>
                    </a:cubicBezTo>
                    <a:cubicBezTo>
                      <a:pt x="387246" y="114907"/>
                      <a:pt x="387246" y="114907"/>
                      <a:pt x="387606" y="114545"/>
                    </a:cubicBezTo>
                    <a:cubicBezTo>
                      <a:pt x="387965" y="114183"/>
                      <a:pt x="387965" y="114183"/>
                      <a:pt x="388325" y="113459"/>
                    </a:cubicBezTo>
                    <a:cubicBezTo>
                      <a:pt x="388325" y="113098"/>
                      <a:pt x="388325" y="113098"/>
                      <a:pt x="388325" y="112374"/>
                    </a:cubicBezTo>
                    <a:cubicBezTo>
                      <a:pt x="388685" y="111650"/>
                      <a:pt x="389045" y="112374"/>
                      <a:pt x="389045" y="112012"/>
                    </a:cubicBezTo>
                    <a:cubicBezTo>
                      <a:pt x="389404" y="112012"/>
                      <a:pt x="389404" y="111650"/>
                      <a:pt x="389404" y="111288"/>
                    </a:cubicBezTo>
                    <a:cubicBezTo>
                      <a:pt x="389764" y="110926"/>
                      <a:pt x="389764" y="111288"/>
                      <a:pt x="390124" y="110565"/>
                    </a:cubicBezTo>
                    <a:cubicBezTo>
                      <a:pt x="390483" y="109841"/>
                      <a:pt x="390483" y="110203"/>
                      <a:pt x="391203" y="110203"/>
                    </a:cubicBezTo>
                    <a:cubicBezTo>
                      <a:pt x="391562" y="109841"/>
                      <a:pt x="391562" y="110203"/>
                      <a:pt x="391922" y="109841"/>
                    </a:cubicBezTo>
                    <a:cubicBezTo>
                      <a:pt x="392282" y="109479"/>
                      <a:pt x="392282" y="109479"/>
                      <a:pt x="393001" y="109117"/>
                    </a:cubicBezTo>
                    <a:cubicBezTo>
                      <a:pt x="393720" y="108755"/>
                      <a:pt x="393720" y="108755"/>
                      <a:pt x="394080" y="108755"/>
                    </a:cubicBezTo>
                    <a:cubicBezTo>
                      <a:pt x="394440" y="108755"/>
                      <a:pt x="394440" y="109117"/>
                      <a:pt x="395159" y="108755"/>
                    </a:cubicBezTo>
                    <a:cubicBezTo>
                      <a:pt x="395519" y="108755"/>
                      <a:pt x="395878" y="108755"/>
                      <a:pt x="395878" y="108393"/>
                    </a:cubicBezTo>
                    <a:cubicBezTo>
                      <a:pt x="395878" y="108393"/>
                      <a:pt x="396957" y="107670"/>
                      <a:pt x="397677" y="107308"/>
                    </a:cubicBezTo>
                    <a:cubicBezTo>
                      <a:pt x="398756" y="106946"/>
                      <a:pt x="398756" y="107308"/>
                      <a:pt x="399115" y="107308"/>
                    </a:cubicBezTo>
                    <a:cubicBezTo>
                      <a:pt x="399115" y="107308"/>
                      <a:pt x="400554" y="106584"/>
                      <a:pt x="401273" y="106222"/>
                    </a:cubicBezTo>
                    <a:cubicBezTo>
                      <a:pt x="401993" y="105499"/>
                      <a:pt x="401993" y="106584"/>
                      <a:pt x="402352" y="106584"/>
                    </a:cubicBezTo>
                    <a:cubicBezTo>
                      <a:pt x="402712" y="106584"/>
                      <a:pt x="403431" y="106584"/>
                      <a:pt x="403791" y="106222"/>
                    </a:cubicBezTo>
                    <a:cubicBezTo>
                      <a:pt x="404151" y="106222"/>
                      <a:pt x="404870" y="106222"/>
                      <a:pt x="405230" y="105860"/>
                    </a:cubicBezTo>
                    <a:cubicBezTo>
                      <a:pt x="405949" y="105860"/>
                      <a:pt x="405949" y="105860"/>
                      <a:pt x="407028" y="105860"/>
                    </a:cubicBezTo>
                    <a:cubicBezTo>
                      <a:pt x="407747" y="105860"/>
                      <a:pt x="407747" y="106584"/>
                      <a:pt x="408107" y="106946"/>
                    </a:cubicBezTo>
                    <a:cubicBezTo>
                      <a:pt x="408467" y="107308"/>
                      <a:pt x="408826" y="108032"/>
                      <a:pt x="408826" y="108032"/>
                    </a:cubicBezTo>
                    <a:cubicBezTo>
                      <a:pt x="409186" y="107670"/>
                      <a:pt x="408467" y="108032"/>
                      <a:pt x="408467" y="108393"/>
                    </a:cubicBezTo>
                    <a:cubicBezTo>
                      <a:pt x="408467" y="108393"/>
                      <a:pt x="408467" y="108755"/>
                      <a:pt x="408826" y="108755"/>
                    </a:cubicBezTo>
                    <a:cubicBezTo>
                      <a:pt x="408826" y="109117"/>
                      <a:pt x="408826" y="109117"/>
                      <a:pt x="408826" y="109841"/>
                    </a:cubicBezTo>
                    <a:cubicBezTo>
                      <a:pt x="408826" y="110203"/>
                      <a:pt x="408826" y="110203"/>
                      <a:pt x="408826" y="110203"/>
                    </a:cubicBezTo>
                    <a:cubicBezTo>
                      <a:pt x="409186" y="110203"/>
                      <a:pt x="409186" y="110565"/>
                      <a:pt x="409546" y="110926"/>
                    </a:cubicBezTo>
                    <a:cubicBezTo>
                      <a:pt x="409905" y="110926"/>
                      <a:pt x="409905" y="111288"/>
                      <a:pt x="410625" y="111288"/>
                    </a:cubicBezTo>
                    <a:cubicBezTo>
                      <a:pt x="411704" y="111288"/>
                      <a:pt x="411344" y="112012"/>
                      <a:pt x="411704" y="112012"/>
                    </a:cubicBezTo>
                    <a:cubicBezTo>
                      <a:pt x="412063" y="112374"/>
                      <a:pt x="411344" y="112736"/>
                      <a:pt x="411344" y="112736"/>
                    </a:cubicBezTo>
                    <a:cubicBezTo>
                      <a:pt x="411344" y="112736"/>
                      <a:pt x="411704" y="113459"/>
                      <a:pt x="412063" y="113821"/>
                    </a:cubicBezTo>
                    <a:cubicBezTo>
                      <a:pt x="412063" y="113821"/>
                      <a:pt x="412783" y="113821"/>
                      <a:pt x="413142" y="114545"/>
                    </a:cubicBezTo>
                    <a:cubicBezTo>
                      <a:pt x="413502" y="115269"/>
                      <a:pt x="413502" y="114907"/>
                      <a:pt x="413502" y="115269"/>
                    </a:cubicBezTo>
                    <a:cubicBezTo>
                      <a:pt x="413502" y="115269"/>
                      <a:pt x="411704" y="117078"/>
                      <a:pt x="411704" y="117440"/>
                    </a:cubicBezTo>
                    <a:cubicBezTo>
                      <a:pt x="411344" y="117440"/>
                      <a:pt x="411344" y="117802"/>
                      <a:pt x="411344" y="117802"/>
                    </a:cubicBezTo>
                    <a:cubicBezTo>
                      <a:pt x="411344" y="118164"/>
                      <a:pt x="411344" y="118525"/>
                      <a:pt x="411344" y="118525"/>
                    </a:cubicBezTo>
                    <a:cubicBezTo>
                      <a:pt x="411344" y="118887"/>
                      <a:pt x="411344" y="119611"/>
                      <a:pt x="411344" y="119611"/>
                    </a:cubicBezTo>
                    <a:cubicBezTo>
                      <a:pt x="411344" y="119611"/>
                      <a:pt x="410625" y="120335"/>
                      <a:pt x="410265" y="121058"/>
                    </a:cubicBezTo>
                    <a:cubicBezTo>
                      <a:pt x="409905" y="121782"/>
                      <a:pt x="410984" y="121782"/>
                      <a:pt x="410984" y="121782"/>
                    </a:cubicBezTo>
                    <a:cubicBezTo>
                      <a:pt x="410984" y="121782"/>
                      <a:pt x="411704" y="121420"/>
                      <a:pt x="412063" y="121420"/>
                    </a:cubicBezTo>
                    <a:cubicBezTo>
                      <a:pt x="412423" y="121058"/>
                      <a:pt x="412423" y="121420"/>
                      <a:pt x="412783" y="121058"/>
                    </a:cubicBezTo>
                    <a:cubicBezTo>
                      <a:pt x="412783" y="120697"/>
                      <a:pt x="413142" y="120697"/>
                      <a:pt x="413502" y="120335"/>
                    </a:cubicBezTo>
                    <a:cubicBezTo>
                      <a:pt x="413502" y="119973"/>
                      <a:pt x="413862" y="119973"/>
                      <a:pt x="413862" y="119249"/>
                    </a:cubicBezTo>
                    <a:cubicBezTo>
                      <a:pt x="413862" y="118525"/>
                      <a:pt x="413862" y="118887"/>
                      <a:pt x="413862" y="118525"/>
                    </a:cubicBezTo>
                    <a:cubicBezTo>
                      <a:pt x="414221" y="117802"/>
                      <a:pt x="414221" y="118164"/>
                      <a:pt x="414581" y="117802"/>
                    </a:cubicBezTo>
                    <a:cubicBezTo>
                      <a:pt x="414941" y="117440"/>
                      <a:pt x="414941" y="118164"/>
                      <a:pt x="415300" y="118164"/>
                    </a:cubicBezTo>
                    <a:cubicBezTo>
                      <a:pt x="415300" y="118164"/>
                      <a:pt x="415660" y="118887"/>
                      <a:pt x="416379" y="118525"/>
                    </a:cubicBezTo>
                    <a:cubicBezTo>
                      <a:pt x="417099" y="118164"/>
                      <a:pt x="417458" y="119249"/>
                      <a:pt x="417458" y="118887"/>
                    </a:cubicBezTo>
                    <a:cubicBezTo>
                      <a:pt x="417458" y="118525"/>
                      <a:pt x="417818" y="118164"/>
                      <a:pt x="417818" y="118164"/>
                    </a:cubicBezTo>
                    <a:cubicBezTo>
                      <a:pt x="417818" y="118164"/>
                      <a:pt x="417818" y="118164"/>
                      <a:pt x="418537" y="118525"/>
                    </a:cubicBezTo>
                    <a:cubicBezTo>
                      <a:pt x="418537" y="118525"/>
                      <a:pt x="418537" y="118525"/>
                      <a:pt x="419616" y="119973"/>
                    </a:cubicBezTo>
                    <a:cubicBezTo>
                      <a:pt x="419616" y="119973"/>
                      <a:pt x="419616" y="119973"/>
                      <a:pt x="419257" y="120697"/>
                    </a:cubicBezTo>
                    <a:cubicBezTo>
                      <a:pt x="419257" y="120697"/>
                      <a:pt x="419257" y="121782"/>
                      <a:pt x="419616" y="121782"/>
                    </a:cubicBezTo>
                    <a:cubicBezTo>
                      <a:pt x="420336" y="121782"/>
                      <a:pt x="420336" y="122144"/>
                      <a:pt x="420695" y="122144"/>
                    </a:cubicBezTo>
                    <a:cubicBezTo>
                      <a:pt x="421055" y="121782"/>
                      <a:pt x="421055" y="121782"/>
                      <a:pt x="421055" y="121420"/>
                    </a:cubicBezTo>
                    <a:cubicBezTo>
                      <a:pt x="421055" y="121058"/>
                      <a:pt x="420695" y="121058"/>
                      <a:pt x="420336" y="120697"/>
                    </a:cubicBezTo>
                    <a:cubicBezTo>
                      <a:pt x="420336" y="119973"/>
                      <a:pt x="419976" y="119973"/>
                      <a:pt x="419976" y="119611"/>
                    </a:cubicBezTo>
                    <a:cubicBezTo>
                      <a:pt x="419976" y="118887"/>
                      <a:pt x="419976" y="119249"/>
                      <a:pt x="421774" y="118164"/>
                    </a:cubicBezTo>
                    <a:cubicBezTo>
                      <a:pt x="421774" y="118164"/>
                      <a:pt x="421415" y="117802"/>
                      <a:pt x="421415" y="117440"/>
                    </a:cubicBezTo>
                    <a:cubicBezTo>
                      <a:pt x="421415" y="117078"/>
                      <a:pt x="421415" y="117078"/>
                      <a:pt x="422134" y="116716"/>
                    </a:cubicBezTo>
                    <a:cubicBezTo>
                      <a:pt x="422494" y="115992"/>
                      <a:pt x="423213" y="115992"/>
                      <a:pt x="423573" y="115631"/>
                    </a:cubicBezTo>
                    <a:cubicBezTo>
                      <a:pt x="424292" y="115631"/>
                      <a:pt x="425011" y="115269"/>
                      <a:pt x="426450" y="114907"/>
                    </a:cubicBezTo>
                    <a:cubicBezTo>
                      <a:pt x="427889" y="114545"/>
                      <a:pt x="427529" y="115269"/>
                      <a:pt x="427889" y="115269"/>
                    </a:cubicBezTo>
                    <a:cubicBezTo>
                      <a:pt x="427889" y="115269"/>
                      <a:pt x="430047" y="115631"/>
                      <a:pt x="430406" y="115631"/>
                    </a:cubicBezTo>
                    <a:cubicBezTo>
                      <a:pt x="430766" y="115631"/>
                      <a:pt x="431126" y="115992"/>
                      <a:pt x="431485" y="115992"/>
                    </a:cubicBezTo>
                    <a:cubicBezTo>
                      <a:pt x="431845" y="115992"/>
                      <a:pt x="431845" y="115992"/>
                      <a:pt x="432924" y="116354"/>
                    </a:cubicBezTo>
                    <a:cubicBezTo>
                      <a:pt x="433284" y="116716"/>
                      <a:pt x="433284" y="117078"/>
                      <a:pt x="433284" y="117078"/>
                    </a:cubicBezTo>
                    <a:cubicBezTo>
                      <a:pt x="433643" y="117078"/>
                      <a:pt x="434003" y="117078"/>
                      <a:pt x="434723" y="116716"/>
                    </a:cubicBezTo>
                    <a:cubicBezTo>
                      <a:pt x="435082" y="116354"/>
                      <a:pt x="435082" y="117078"/>
                      <a:pt x="435082" y="117078"/>
                    </a:cubicBezTo>
                    <a:cubicBezTo>
                      <a:pt x="435082" y="117078"/>
                      <a:pt x="435082" y="117078"/>
                      <a:pt x="436161" y="117440"/>
                    </a:cubicBezTo>
                    <a:cubicBezTo>
                      <a:pt x="436161" y="117440"/>
                      <a:pt x="436161" y="117440"/>
                      <a:pt x="436881" y="118164"/>
                    </a:cubicBezTo>
                    <a:cubicBezTo>
                      <a:pt x="436881" y="118164"/>
                      <a:pt x="436881" y="118164"/>
                      <a:pt x="437240" y="118887"/>
                    </a:cubicBezTo>
                    <a:cubicBezTo>
                      <a:pt x="437240" y="118887"/>
                      <a:pt x="437240" y="118887"/>
                      <a:pt x="437240" y="119611"/>
                    </a:cubicBezTo>
                    <a:cubicBezTo>
                      <a:pt x="437240" y="119611"/>
                      <a:pt x="437240" y="119611"/>
                      <a:pt x="437960" y="119973"/>
                    </a:cubicBezTo>
                    <a:cubicBezTo>
                      <a:pt x="437960" y="119973"/>
                      <a:pt x="438319" y="120335"/>
                      <a:pt x="439039" y="120697"/>
                    </a:cubicBezTo>
                    <a:cubicBezTo>
                      <a:pt x="439039" y="120697"/>
                      <a:pt x="439758" y="120335"/>
                      <a:pt x="440118" y="120335"/>
                    </a:cubicBezTo>
                    <a:cubicBezTo>
                      <a:pt x="440477" y="119973"/>
                      <a:pt x="440477" y="120697"/>
                      <a:pt x="440837" y="120335"/>
                    </a:cubicBezTo>
                    <a:cubicBezTo>
                      <a:pt x="441556" y="119973"/>
                      <a:pt x="441197" y="121058"/>
                      <a:pt x="441556" y="121058"/>
                    </a:cubicBezTo>
                    <a:cubicBezTo>
                      <a:pt x="442276" y="120697"/>
                      <a:pt x="442276" y="121420"/>
                      <a:pt x="442276" y="121420"/>
                    </a:cubicBezTo>
                    <a:cubicBezTo>
                      <a:pt x="442276" y="121420"/>
                      <a:pt x="442276" y="121420"/>
                      <a:pt x="442276" y="122144"/>
                    </a:cubicBezTo>
                    <a:cubicBezTo>
                      <a:pt x="442276" y="122506"/>
                      <a:pt x="441916" y="122506"/>
                      <a:pt x="441916" y="122868"/>
                    </a:cubicBezTo>
                    <a:cubicBezTo>
                      <a:pt x="441556" y="123230"/>
                      <a:pt x="441556" y="123230"/>
                      <a:pt x="440837" y="123230"/>
                    </a:cubicBezTo>
                    <a:cubicBezTo>
                      <a:pt x="440477" y="123591"/>
                      <a:pt x="440477" y="123591"/>
                      <a:pt x="440118" y="123953"/>
                    </a:cubicBezTo>
                    <a:cubicBezTo>
                      <a:pt x="439758" y="123953"/>
                      <a:pt x="440477" y="124677"/>
                      <a:pt x="440477" y="124677"/>
                    </a:cubicBezTo>
                    <a:cubicBezTo>
                      <a:pt x="440477" y="124677"/>
                      <a:pt x="440477" y="124677"/>
                      <a:pt x="441197" y="124315"/>
                    </a:cubicBezTo>
                    <a:cubicBezTo>
                      <a:pt x="441916" y="124315"/>
                      <a:pt x="441916" y="124677"/>
                      <a:pt x="442276" y="124315"/>
                    </a:cubicBezTo>
                    <a:cubicBezTo>
                      <a:pt x="442995" y="123953"/>
                      <a:pt x="442276" y="124315"/>
                      <a:pt x="442995" y="124315"/>
                    </a:cubicBezTo>
                    <a:cubicBezTo>
                      <a:pt x="443714" y="123953"/>
                      <a:pt x="443714" y="124315"/>
                      <a:pt x="444074" y="123953"/>
                    </a:cubicBezTo>
                    <a:cubicBezTo>
                      <a:pt x="444074" y="123591"/>
                      <a:pt x="444434" y="124677"/>
                      <a:pt x="444074" y="124677"/>
                    </a:cubicBezTo>
                    <a:cubicBezTo>
                      <a:pt x="444074" y="125039"/>
                      <a:pt x="443714" y="125401"/>
                      <a:pt x="443355" y="125763"/>
                    </a:cubicBezTo>
                    <a:cubicBezTo>
                      <a:pt x="442995" y="126124"/>
                      <a:pt x="443714" y="126124"/>
                      <a:pt x="444074" y="126124"/>
                    </a:cubicBezTo>
                    <a:cubicBezTo>
                      <a:pt x="444434" y="125763"/>
                      <a:pt x="444434" y="126124"/>
                      <a:pt x="444434" y="126124"/>
                    </a:cubicBezTo>
                    <a:cubicBezTo>
                      <a:pt x="444793" y="125763"/>
                      <a:pt x="444793" y="126848"/>
                      <a:pt x="444793" y="126848"/>
                    </a:cubicBezTo>
                    <a:cubicBezTo>
                      <a:pt x="444793" y="126848"/>
                      <a:pt x="444793" y="126848"/>
                      <a:pt x="444793" y="127572"/>
                    </a:cubicBezTo>
                    <a:cubicBezTo>
                      <a:pt x="444793" y="127572"/>
                      <a:pt x="445153" y="127934"/>
                      <a:pt x="445872" y="127210"/>
                    </a:cubicBezTo>
                    <a:cubicBezTo>
                      <a:pt x="446592" y="126848"/>
                      <a:pt x="445872" y="127210"/>
                      <a:pt x="446951" y="126124"/>
                    </a:cubicBezTo>
                    <a:cubicBezTo>
                      <a:pt x="447311" y="125401"/>
                      <a:pt x="447311" y="127210"/>
                      <a:pt x="447311" y="126848"/>
                    </a:cubicBezTo>
                    <a:cubicBezTo>
                      <a:pt x="447311" y="126848"/>
                      <a:pt x="447311" y="127210"/>
                      <a:pt x="447671" y="126486"/>
                    </a:cubicBezTo>
                    <a:cubicBezTo>
                      <a:pt x="448390" y="126124"/>
                      <a:pt x="448390" y="126124"/>
                      <a:pt x="448750" y="125763"/>
                    </a:cubicBezTo>
                    <a:cubicBezTo>
                      <a:pt x="449109" y="125763"/>
                      <a:pt x="449109" y="126124"/>
                      <a:pt x="449469" y="125763"/>
                    </a:cubicBezTo>
                    <a:cubicBezTo>
                      <a:pt x="449469" y="125401"/>
                      <a:pt x="449829" y="125401"/>
                      <a:pt x="450188" y="125401"/>
                    </a:cubicBezTo>
                    <a:cubicBezTo>
                      <a:pt x="450548" y="125401"/>
                      <a:pt x="450548" y="125763"/>
                      <a:pt x="450908" y="125401"/>
                    </a:cubicBezTo>
                    <a:cubicBezTo>
                      <a:pt x="451627" y="125401"/>
                      <a:pt x="451987" y="125401"/>
                      <a:pt x="452706" y="125401"/>
                    </a:cubicBezTo>
                    <a:cubicBezTo>
                      <a:pt x="453066" y="125401"/>
                      <a:pt x="453425" y="126124"/>
                      <a:pt x="453785" y="126124"/>
                    </a:cubicBezTo>
                    <a:cubicBezTo>
                      <a:pt x="454504" y="125763"/>
                      <a:pt x="454864" y="126848"/>
                      <a:pt x="455224" y="126848"/>
                    </a:cubicBezTo>
                    <a:cubicBezTo>
                      <a:pt x="455224" y="126848"/>
                      <a:pt x="455943" y="127572"/>
                      <a:pt x="455943" y="127572"/>
                    </a:cubicBezTo>
                    <a:cubicBezTo>
                      <a:pt x="455943" y="127934"/>
                      <a:pt x="455943" y="128657"/>
                      <a:pt x="455943" y="129019"/>
                    </a:cubicBezTo>
                    <a:cubicBezTo>
                      <a:pt x="455943" y="129019"/>
                      <a:pt x="455583" y="129381"/>
                      <a:pt x="455583" y="129381"/>
                    </a:cubicBezTo>
                    <a:cubicBezTo>
                      <a:pt x="455583" y="129381"/>
                      <a:pt x="455224" y="129743"/>
                      <a:pt x="455224" y="130467"/>
                    </a:cubicBezTo>
                    <a:cubicBezTo>
                      <a:pt x="454864" y="130467"/>
                      <a:pt x="455224" y="130829"/>
                      <a:pt x="455583" y="130829"/>
                    </a:cubicBezTo>
                    <a:cubicBezTo>
                      <a:pt x="456303" y="130467"/>
                      <a:pt x="455943" y="130467"/>
                      <a:pt x="457022" y="129743"/>
                    </a:cubicBezTo>
                    <a:cubicBezTo>
                      <a:pt x="457741" y="129381"/>
                      <a:pt x="457382" y="129743"/>
                      <a:pt x="457741" y="129381"/>
                    </a:cubicBezTo>
                    <a:cubicBezTo>
                      <a:pt x="458461" y="129381"/>
                      <a:pt x="458101" y="129743"/>
                      <a:pt x="458461" y="129381"/>
                    </a:cubicBezTo>
                    <a:cubicBezTo>
                      <a:pt x="458820" y="129381"/>
                      <a:pt x="459180" y="130105"/>
                      <a:pt x="459180" y="130105"/>
                    </a:cubicBezTo>
                    <a:cubicBezTo>
                      <a:pt x="459540" y="130467"/>
                      <a:pt x="459540" y="130829"/>
                      <a:pt x="459180" y="131190"/>
                    </a:cubicBezTo>
                    <a:cubicBezTo>
                      <a:pt x="459180" y="131552"/>
                      <a:pt x="459180" y="131552"/>
                      <a:pt x="459180" y="131552"/>
                    </a:cubicBezTo>
                    <a:cubicBezTo>
                      <a:pt x="459180" y="131552"/>
                      <a:pt x="459180" y="131552"/>
                      <a:pt x="458461" y="132276"/>
                    </a:cubicBezTo>
                    <a:cubicBezTo>
                      <a:pt x="458461" y="132276"/>
                      <a:pt x="458461" y="132638"/>
                      <a:pt x="458101" y="133000"/>
                    </a:cubicBezTo>
                    <a:cubicBezTo>
                      <a:pt x="457741" y="133362"/>
                      <a:pt x="458101" y="133362"/>
                      <a:pt x="458820" y="133000"/>
                    </a:cubicBezTo>
                    <a:cubicBezTo>
                      <a:pt x="459180" y="132638"/>
                      <a:pt x="458820" y="133362"/>
                      <a:pt x="459540" y="132638"/>
                    </a:cubicBezTo>
                    <a:cubicBezTo>
                      <a:pt x="460259" y="132276"/>
                      <a:pt x="459899" y="132638"/>
                      <a:pt x="460619" y="132276"/>
                    </a:cubicBezTo>
                    <a:cubicBezTo>
                      <a:pt x="461338" y="131914"/>
                      <a:pt x="461338" y="131914"/>
                      <a:pt x="462057" y="131914"/>
                    </a:cubicBezTo>
                    <a:cubicBezTo>
                      <a:pt x="462777" y="131914"/>
                      <a:pt x="462057" y="131914"/>
                      <a:pt x="462057" y="132276"/>
                    </a:cubicBezTo>
                    <a:cubicBezTo>
                      <a:pt x="462057" y="132638"/>
                      <a:pt x="461698" y="132638"/>
                      <a:pt x="461698" y="132638"/>
                    </a:cubicBezTo>
                    <a:cubicBezTo>
                      <a:pt x="461338" y="132638"/>
                      <a:pt x="461338" y="133000"/>
                      <a:pt x="461338" y="133362"/>
                    </a:cubicBezTo>
                    <a:cubicBezTo>
                      <a:pt x="461698" y="133723"/>
                      <a:pt x="461698" y="133362"/>
                      <a:pt x="462057" y="133000"/>
                    </a:cubicBezTo>
                    <a:cubicBezTo>
                      <a:pt x="462777" y="132638"/>
                      <a:pt x="462417" y="133000"/>
                      <a:pt x="462777" y="132638"/>
                    </a:cubicBezTo>
                    <a:cubicBezTo>
                      <a:pt x="463136" y="132638"/>
                      <a:pt x="463136" y="133000"/>
                      <a:pt x="463496" y="132638"/>
                    </a:cubicBezTo>
                    <a:cubicBezTo>
                      <a:pt x="463496" y="132276"/>
                      <a:pt x="463496" y="132638"/>
                      <a:pt x="464215" y="132276"/>
                    </a:cubicBezTo>
                    <a:cubicBezTo>
                      <a:pt x="464575" y="132276"/>
                      <a:pt x="464575" y="132276"/>
                      <a:pt x="465294" y="132276"/>
                    </a:cubicBezTo>
                    <a:cubicBezTo>
                      <a:pt x="466014" y="131914"/>
                      <a:pt x="465654" y="133000"/>
                      <a:pt x="466014" y="133000"/>
                    </a:cubicBezTo>
                    <a:cubicBezTo>
                      <a:pt x="466014" y="133000"/>
                      <a:pt x="466733" y="133362"/>
                      <a:pt x="466733" y="133362"/>
                    </a:cubicBezTo>
                    <a:cubicBezTo>
                      <a:pt x="467093" y="133362"/>
                      <a:pt x="468172" y="133723"/>
                      <a:pt x="468531" y="133723"/>
                    </a:cubicBezTo>
                    <a:cubicBezTo>
                      <a:pt x="468891" y="133723"/>
                      <a:pt x="469251" y="134085"/>
                      <a:pt x="469610" y="134447"/>
                    </a:cubicBezTo>
                    <a:cubicBezTo>
                      <a:pt x="469970" y="134809"/>
                      <a:pt x="469970" y="135171"/>
                      <a:pt x="469970" y="135171"/>
                    </a:cubicBezTo>
                    <a:cubicBezTo>
                      <a:pt x="469970" y="135171"/>
                      <a:pt x="469251" y="135533"/>
                      <a:pt x="468891" y="135533"/>
                    </a:cubicBezTo>
                    <a:cubicBezTo>
                      <a:pt x="468531" y="135533"/>
                      <a:pt x="468172" y="135895"/>
                      <a:pt x="467093" y="136618"/>
                    </a:cubicBezTo>
                    <a:cubicBezTo>
                      <a:pt x="466373" y="136980"/>
                      <a:pt x="466733" y="137342"/>
                      <a:pt x="466733" y="137342"/>
                    </a:cubicBezTo>
                    <a:cubicBezTo>
                      <a:pt x="466733" y="137342"/>
                      <a:pt x="467093" y="136980"/>
                      <a:pt x="467452" y="137342"/>
                    </a:cubicBezTo>
                    <a:cubicBezTo>
                      <a:pt x="468172" y="137342"/>
                      <a:pt x="467812" y="137704"/>
                      <a:pt x="467812" y="138066"/>
                    </a:cubicBezTo>
                    <a:cubicBezTo>
                      <a:pt x="467452" y="138789"/>
                      <a:pt x="467093" y="138789"/>
                      <a:pt x="467093" y="138789"/>
                    </a:cubicBezTo>
                    <a:cubicBezTo>
                      <a:pt x="467093" y="138789"/>
                      <a:pt x="467452" y="139151"/>
                      <a:pt x="468172" y="138789"/>
                    </a:cubicBezTo>
                    <a:cubicBezTo>
                      <a:pt x="468531" y="138428"/>
                      <a:pt x="468531" y="139151"/>
                      <a:pt x="469251" y="138789"/>
                    </a:cubicBezTo>
                    <a:cubicBezTo>
                      <a:pt x="469970" y="138066"/>
                      <a:pt x="469610" y="138428"/>
                      <a:pt x="469970" y="138066"/>
                    </a:cubicBezTo>
                    <a:cubicBezTo>
                      <a:pt x="470689" y="137342"/>
                      <a:pt x="470689" y="137342"/>
                      <a:pt x="471409" y="136618"/>
                    </a:cubicBezTo>
                    <a:cubicBezTo>
                      <a:pt x="472488" y="136256"/>
                      <a:pt x="472128" y="136980"/>
                      <a:pt x="472488" y="136980"/>
                    </a:cubicBezTo>
                    <a:cubicBezTo>
                      <a:pt x="472847" y="136980"/>
                      <a:pt x="473567" y="138066"/>
                      <a:pt x="474286" y="138066"/>
                    </a:cubicBezTo>
                    <a:cubicBezTo>
                      <a:pt x="475005" y="138066"/>
                      <a:pt x="475005" y="140237"/>
                      <a:pt x="475005" y="140237"/>
                    </a:cubicBezTo>
                    <a:cubicBezTo>
                      <a:pt x="475005" y="140237"/>
                      <a:pt x="475005" y="140961"/>
                      <a:pt x="474646" y="140961"/>
                    </a:cubicBezTo>
                    <a:cubicBezTo>
                      <a:pt x="474646" y="140961"/>
                      <a:pt x="474646" y="141322"/>
                      <a:pt x="474646" y="141322"/>
                    </a:cubicBezTo>
                    <a:cubicBezTo>
                      <a:pt x="474286" y="141684"/>
                      <a:pt x="473207" y="141322"/>
                      <a:pt x="472847" y="141322"/>
                    </a:cubicBezTo>
                    <a:cubicBezTo>
                      <a:pt x="472488" y="140961"/>
                      <a:pt x="471768" y="141684"/>
                      <a:pt x="471409" y="141684"/>
                    </a:cubicBezTo>
                    <a:cubicBezTo>
                      <a:pt x="471409" y="141684"/>
                      <a:pt x="470330" y="142046"/>
                      <a:pt x="469970" y="142046"/>
                    </a:cubicBezTo>
                    <a:cubicBezTo>
                      <a:pt x="469251" y="142046"/>
                      <a:pt x="469610" y="142408"/>
                      <a:pt x="469610" y="142408"/>
                    </a:cubicBezTo>
                    <a:cubicBezTo>
                      <a:pt x="469610" y="142770"/>
                      <a:pt x="469970" y="143132"/>
                      <a:pt x="469970" y="143132"/>
                    </a:cubicBezTo>
                    <a:cubicBezTo>
                      <a:pt x="470330" y="143132"/>
                      <a:pt x="471049" y="143494"/>
                      <a:pt x="471409" y="143494"/>
                    </a:cubicBezTo>
                    <a:cubicBezTo>
                      <a:pt x="471768" y="143494"/>
                      <a:pt x="472128" y="143855"/>
                      <a:pt x="472488" y="143494"/>
                    </a:cubicBezTo>
                    <a:cubicBezTo>
                      <a:pt x="473207" y="143494"/>
                      <a:pt x="473567" y="143494"/>
                      <a:pt x="474286" y="143855"/>
                    </a:cubicBezTo>
                    <a:cubicBezTo>
                      <a:pt x="475005" y="144217"/>
                      <a:pt x="475365" y="144217"/>
                      <a:pt x="476084" y="144217"/>
                    </a:cubicBezTo>
                    <a:cubicBezTo>
                      <a:pt x="476804" y="144579"/>
                      <a:pt x="476804" y="144941"/>
                      <a:pt x="477163" y="145303"/>
                    </a:cubicBezTo>
                    <a:cubicBezTo>
                      <a:pt x="477163" y="145665"/>
                      <a:pt x="477523" y="146027"/>
                      <a:pt x="477523" y="146027"/>
                    </a:cubicBezTo>
                    <a:cubicBezTo>
                      <a:pt x="477883" y="146388"/>
                      <a:pt x="476804" y="146388"/>
                      <a:pt x="476804" y="146388"/>
                    </a:cubicBezTo>
                    <a:cubicBezTo>
                      <a:pt x="476804" y="146388"/>
                      <a:pt x="475725" y="146750"/>
                      <a:pt x="475725" y="146750"/>
                    </a:cubicBezTo>
                    <a:cubicBezTo>
                      <a:pt x="475365" y="146750"/>
                      <a:pt x="473926" y="146388"/>
                      <a:pt x="473926" y="146388"/>
                    </a:cubicBezTo>
                    <a:cubicBezTo>
                      <a:pt x="473567" y="146027"/>
                      <a:pt x="472847" y="146388"/>
                      <a:pt x="472847" y="146027"/>
                    </a:cubicBezTo>
                    <a:cubicBezTo>
                      <a:pt x="472488" y="146027"/>
                      <a:pt x="471409" y="146027"/>
                      <a:pt x="471409" y="146027"/>
                    </a:cubicBezTo>
                    <a:cubicBezTo>
                      <a:pt x="471409" y="146027"/>
                      <a:pt x="471409" y="146027"/>
                      <a:pt x="471409" y="146750"/>
                    </a:cubicBezTo>
                    <a:cubicBezTo>
                      <a:pt x="471409" y="146750"/>
                      <a:pt x="471409" y="146750"/>
                      <a:pt x="471409" y="147112"/>
                    </a:cubicBezTo>
                    <a:cubicBezTo>
                      <a:pt x="471409" y="147112"/>
                      <a:pt x="471049" y="147474"/>
                      <a:pt x="471049" y="147474"/>
                    </a:cubicBezTo>
                    <a:cubicBezTo>
                      <a:pt x="470689" y="147112"/>
                      <a:pt x="469970" y="147474"/>
                      <a:pt x="469970" y="147474"/>
                    </a:cubicBezTo>
                    <a:cubicBezTo>
                      <a:pt x="469610" y="147112"/>
                      <a:pt x="469251" y="147474"/>
                      <a:pt x="469251" y="147474"/>
                    </a:cubicBezTo>
                    <a:cubicBezTo>
                      <a:pt x="469251" y="147474"/>
                      <a:pt x="468891" y="148198"/>
                      <a:pt x="468891" y="148560"/>
                    </a:cubicBezTo>
                    <a:cubicBezTo>
                      <a:pt x="468891" y="148921"/>
                      <a:pt x="467452" y="148921"/>
                      <a:pt x="467812" y="149283"/>
                    </a:cubicBezTo>
                    <a:cubicBezTo>
                      <a:pt x="467812" y="149283"/>
                      <a:pt x="468172" y="149645"/>
                      <a:pt x="468172" y="149645"/>
                    </a:cubicBezTo>
                    <a:cubicBezTo>
                      <a:pt x="468531" y="149645"/>
                      <a:pt x="468891" y="150007"/>
                      <a:pt x="469610" y="150007"/>
                    </a:cubicBezTo>
                    <a:cubicBezTo>
                      <a:pt x="469970" y="149645"/>
                      <a:pt x="469610" y="150369"/>
                      <a:pt x="469970" y="150369"/>
                    </a:cubicBezTo>
                    <a:cubicBezTo>
                      <a:pt x="470330" y="150731"/>
                      <a:pt x="470330" y="151093"/>
                      <a:pt x="470689" y="151093"/>
                    </a:cubicBezTo>
                    <a:cubicBezTo>
                      <a:pt x="471049" y="151093"/>
                      <a:pt x="471049" y="151454"/>
                      <a:pt x="471409" y="151093"/>
                    </a:cubicBezTo>
                    <a:cubicBezTo>
                      <a:pt x="471409" y="151093"/>
                      <a:pt x="471768" y="151454"/>
                      <a:pt x="472128" y="151454"/>
                    </a:cubicBezTo>
                    <a:cubicBezTo>
                      <a:pt x="472488" y="151454"/>
                      <a:pt x="472847" y="152178"/>
                      <a:pt x="472847" y="152178"/>
                    </a:cubicBezTo>
                    <a:cubicBezTo>
                      <a:pt x="472847" y="152178"/>
                      <a:pt x="472488" y="152540"/>
                      <a:pt x="472488" y="152540"/>
                    </a:cubicBezTo>
                    <a:cubicBezTo>
                      <a:pt x="472488" y="152902"/>
                      <a:pt x="472128" y="153264"/>
                      <a:pt x="472128" y="153264"/>
                    </a:cubicBezTo>
                    <a:cubicBezTo>
                      <a:pt x="472128" y="153264"/>
                      <a:pt x="472128" y="153264"/>
                      <a:pt x="472488" y="153987"/>
                    </a:cubicBezTo>
                    <a:cubicBezTo>
                      <a:pt x="472488" y="153987"/>
                      <a:pt x="472847" y="153626"/>
                      <a:pt x="473207" y="153264"/>
                    </a:cubicBezTo>
                    <a:cubicBezTo>
                      <a:pt x="473567" y="152902"/>
                      <a:pt x="474286" y="153264"/>
                      <a:pt x="474286" y="152902"/>
                    </a:cubicBezTo>
                    <a:cubicBezTo>
                      <a:pt x="474286" y="152902"/>
                      <a:pt x="473926" y="155073"/>
                      <a:pt x="473926" y="154711"/>
                    </a:cubicBezTo>
                    <a:cubicBezTo>
                      <a:pt x="474286" y="154711"/>
                      <a:pt x="473926" y="154349"/>
                      <a:pt x="474286" y="153987"/>
                    </a:cubicBezTo>
                    <a:cubicBezTo>
                      <a:pt x="474646" y="153264"/>
                      <a:pt x="475005" y="153987"/>
                      <a:pt x="475725" y="153626"/>
                    </a:cubicBezTo>
                    <a:cubicBezTo>
                      <a:pt x="476084" y="152902"/>
                      <a:pt x="475725" y="153264"/>
                      <a:pt x="476084" y="152902"/>
                    </a:cubicBezTo>
                    <a:cubicBezTo>
                      <a:pt x="476444" y="152540"/>
                      <a:pt x="476804" y="152178"/>
                      <a:pt x="477523" y="151816"/>
                    </a:cubicBezTo>
                    <a:cubicBezTo>
                      <a:pt x="477883" y="151816"/>
                      <a:pt x="477883" y="151816"/>
                      <a:pt x="478602" y="151816"/>
                    </a:cubicBezTo>
                    <a:cubicBezTo>
                      <a:pt x="478962" y="151454"/>
                      <a:pt x="478962" y="151816"/>
                      <a:pt x="480401" y="152540"/>
                    </a:cubicBezTo>
                    <a:cubicBezTo>
                      <a:pt x="481839" y="152902"/>
                      <a:pt x="480760" y="152540"/>
                      <a:pt x="481480" y="153264"/>
                    </a:cubicBezTo>
                    <a:cubicBezTo>
                      <a:pt x="481839" y="154349"/>
                      <a:pt x="481480" y="154349"/>
                      <a:pt x="481480" y="154711"/>
                    </a:cubicBezTo>
                    <a:cubicBezTo>
                      <a:pt x="481480" y="154711"/>
                      <a:pt x="481120" y="155435"/>
                      <a:pt x="481120" y="155435"/>
                    </a:cubicBezTo>
                    <a:cubicBezTo>
                      <a:pt x="481120" y="155797"/>
                      <a:pt x="480760" y="155797"/>
                      <a:pt x="480401" y="156159"/>
                    </a:cubicBezTo>
                    <a:cubicBezTo>
                      <a:pt x="480041" y="156520"/>
                      <a:pt x="480041" y="156520"/>
                      <a:pt x="480041" y="156520"/>
                    </a:cubicBezTo>
                    <a:cubicBezTo>
                      <a:pt x="480041" y="156882"/>
                      <a:pt x="480401" y="157244"/>
                      <a:pt x="480760" y="157244"/>
                    </a:cubicBezTo>
                    <a:cubicBezTo>
                      <a:pt x="481120" y="157244"/>
                      <a:pt x="481120" y="157244"/>
                      <a:pt x="481480" y="156520"/>
                    </a:cubicBezTo>
                    <a:cubicBezTo>
                      <a:pt x="481839" y="156159"/>
                      <a:pt x="481480" y="156520"/>
                      <a:pt x="482559" y="156520"/>
                    </a:cubicBezTo>
                    <a:cubicBezTo>
                      <a:pt x="483278" y="156520"/>
                      <a:pt x="483278" y="156520"/>
                      <a:pt x="483278" y="156520"/>
                    </a:cubicBezTo>
                    <a:cubicBezTo>
                      <a:pt x="483638" y="156159"/>
                      <a:pt x="483278" y="156159"/>
                      <a:pt x="483638" y="155797"/>
                    </a:cubicBezTo>
                    <a:cubicBezTo>
                      <a:pt x="483997" y="155435"/>
                      <a:pt x="483997" y="155435"/>
                      <a:pt x="484357" y="155435"/>
                    </a:cubicBezTo>
                    <a:cubicBezTo>
                      <a:pt x="485076" y="155435"/>
                      <a:pt x="485076" y="156159"/>
                      <a:pt x="485436" y="156520"/>
                    </a:cubicBezTo>
                    <a:cubicBezTo>
                      <a:pt x="485796" y="156520"/>
                      <a:pt x="486515" y="156159"/>
                      <a:pt x="486515" y="156159"/>
                    </a:cubicBezTo>
                    <a:cubicBezTo>
                      <a:pt x="486875" y="156159"/>
                      <a:pt x="486875" y="156520"/>
                      <a:pt x="487594" y="156882"/>
                    </a:cubicBezTo>
                    <a:cubicBezTo>
                      <a:pt x="488313" y="157244"/>
                      <a:pt x="487954" y="157244"/>
                      <a:pt x="488673" y="156882"/>
                    </a:cubicBezTo>
                    <a:cubicBezTo>
                      <a:pt x="489392" y="156882"/>
                      <a:pt x="489033" y="157968"/>
                      <a:pt x="489392" y="158692"/>
                    </a:cubicBezTo>
                    <a:cubicBezTo>
                      <a:pt x="489752" y="159777"/>
                      <a:pt x="489392" y="159415"/>
                      <a:pt x="489392" y="159415"/>
                    </a:cubicBezTo>
                    <a:cubicBezTo>
                      <a:pt x="489392" y="159415"/>
                      <a:pt x="488673" y="160501"/>
                      <a:pt x="488673" y="160501"/>
                    </a:cubicBezTo>
                    <a:cubicBezTo>
                      <a:pt x="488673" y="160863"/>
                      <a:pt x="488673" y="161586"/>
                      <a:pt x="489392" y="161225"/>
                    </a:cubicBezTo>
                    <a:cubicBezTo>
                      <a:pt x="489752" y="160863"/>
                      <a:pt x="489752" y="160501"/>
                      <a:pt x="489752" y="160139"/>
                    </a:cubicBezTo>
                    <a:cubicBezTo>
                      <a:pt x="490112" y="160139"/>
                      <a:pt x="490112" y="159777"/>
                      <a:pt x="490831" y="159415"/>
                    </a:cubicBezTo>
                    <a:cubicBezTo>
                      <a:pt x="491191" y="158692"/>
                      <a:pt x="491191" y="159053"/>
                      <a:pt x="492270" y="159053"/>
                    </a:cubicBezTo>
                    <a:cubicBezTo>
                      <a:pt x="493349" y="159053"/>
                      <a:pt x="493708" y="159053"/>
                      <a:pt x="494068" y="159053"/>
                    </a:cubicBezTo>
                    <a:cubicBezTo>
                      <a:pt x="494428" y="158692"/>
                      <a:pt x="494787" y="160139"/>
                      <a:pt x="494787" y="160139"/>
                    </a:cubicBezTo>
                    <a:cubicBezTo>
                      <a:pt x="495147" y="160501"/>
                      <a:pt x="495147" y="161225"/>
                      <a:pt x="495507" y="161225"/>
                    </a:cubicBezTo>
                    <a:cubicBezTo>
                      <a:pt x="495866" y="161586"/>
                      <a:pt x="495866" y="161586"/>
                      <a:pt x="496586" y="161586"/>
                    </a:cubicBezTo>
                    <a:cubicBezTo>
                      <a:pt x="497305" y="161586"/>
                      <a:pt x="496945" y="162310"/>
                      <a:pt x="497305" y="162672"/>
                    </a:cubicBezTo>
                    <a:cubicBezTo>
                      <a:pt x="497665" y="162672"/>
                      <a:pt x="496945" y="162672"/>
                      <a:pt x="496586" y="163034"/>
                    </a:cubicBezTo>
                    <a:cubicBezTo>
                      <a:pt x="496226" y="163034"/>
                      <a:pt x="496226" y="163396"/>
                      <a:pt x="495866" y="164119"/>
                    </a:cubicBezTo>
                    <a:cubicBezTo>
                      <a:pt x="495507" y="164843"/>
                      <a:pt x="495866" y="164481"/>
                      <a:pt x="496586" y="164481"/>
                    </a:cubicBezTo>
                    <a:cubicBezTo>
                      <a:pt x="496945" y="164119"/>
                      <a:pt x="496945" y="164481"/>
                      <a:pt x="497305" y="164119"/>
                    </a:cubicBezTo>
                    <a:cubicBezTo>
                      <a:pt x="497665" y="163758"/>
                      <a:pt x="497665" y="163758"/>
                      <a:pt x="498024" y="163396"/>
                    </a:cubicBezTo>
                    <a:cubicBezTo>
                      <a:pt x="498744" y="162672"/>
                      <a:pt x="498384" y="163396"/>
                      <a:pt x="499103" y="163758"/>
                    </a:cubicBezTo>
                    <a:cubicBezTo>
                      <a:pt x="499823" y="164119"/>
                      <a:pt x="499103" y="164119"/>
                      <a:pt x="499823" y="164119"/>
                    </a:cubicBezTo>
                    <a:cubicBezTo>
                      <a:pt x="500182" y="164119"/>
                      <a:pt x="500182" y="164481"/>
                      <a:pt x="500542" y="164119"/>
                    </a:cubicBezTo>
                    <a:cubicBezTo>
                      <a:pt x="500902" y="164119"/>
                      <a:pt x="501621" y="164843"/>
                      <a:pt x="502340" y="164843"/>
                    </a:cubicBezTo>
                    <a:cubicBezTo>
                      <a:pt x="502700" y="164843"/>
                      <a:pt x="503060" y="165567"/>
                      <a:pt x="503060" y="165567"/>
                    </a:cubicBezTo>
                    <a:cubicBezTo>
                      <a:pt x="503419" y="165567"/>
                      <a:pt x="503060" y="166290"/>
                      <a:pt x="503419" y="166290"/>
                    </a:cubicBezTo>
                    <a:cubicBezTo>
                      <a:pt x="503779" y="166652"/>
                      <a:pt x="503419" y="167014"/>
                      <a:pt x="503419" y="167376"/>
                    </a:cubicBezTo>
                    <a:cubicBezTo>
                      <a:pt x="503419" y="167738"/>
                      <a:pt x="502700" y="169547"/>
                      <a:pt x="502340" y="169185"/>
                    </a:cubicBezTo>
                    <a:cubicBezTo>
                      <a:pt x="502340" y="169185"/>
                      <a:pt x="501621" y="169547"/>
                      <a:pt x="500902" y="169547"/>
                    </a:cubicBezTo>
                    <a:cubicBezTo>
                      <a:pt x="499823" y="169547"/>
                      <a:pt x="500182" y="169547"/>
                      <a:pt x="500182" y="169185"/>
                    </a:cubicBezTo>
                    <a:cubicBezTo>
                      <a:pt x="500182" y="168823"/>
                      <a:pt x="499103" y="169185"/>
                      <a:pt x="498744" y="169185"/>
                    </a:cubicBezTo>
                    <a:cubicBezTo>
                      <a:pt x="498384" y="169185"/>
                      <a:pt x="498024" y="168823"/>
                      <a:pt x="497665" y="168823"/>
                    </a:cubicBezTo>
                    <a:cubicBezTo>
                      <a:pt x="497305" y="168823"/>
                      <a:pt x="497305" y="169547"/>
                      <a:pt x="497665" y="169909"/>
                    </a:cubicBezTo>
                    <a:cubicBezTo>
                      <a:pt x="497665" y="170271"/>
                      <a:pt x="498024" y="170633"/>
                      <a:pt x="498384" y="170995"/>
                    </a:cubicBezTo>
                    <a:cubicBezTo>
                      <a:pt x="498744" y="171356"/>
                      <a:pt x="498384" y="171356"/>
                      <a:pt x="498744" y="171356"/>
                    </a:cubicBezTo>
                    <a:cubicBezTo>
                      <a:pt x="498744" y="171356"/>
                      <a:pt x="498384" y="171718"/>
                      <a:pt x="498024" y="172080"/>
                    </a:cubicBezTo>
                    <a:cubicBezTo>
                      <a:pt x="498024" y="172442"/>
                      <a:pt x="497665" y="172442"/>
                      <a:pt x="497665" y="172442"/>
                    </a:cubicBezTo>
                    <a:cubicBezTo>
                      <a:pt x="497665" y="172442"/>
                      <a:pt x="497665" y="172442"/>
                      <a:pt x="496945" y="172804"/>
                    </a:cubicBezTo>
                    <a:cubicBezTo>
                      <a:pt x="496945" y="172804"/>
                      <a:pt x="496945" y="172804"/>
                      <a:pt x="496586" y="173528"/>
                    </a:cubicBezTo>
                    <a:cubicBezTo>
                      <a:pt x="496586" y="173528"/>
                      <a:pt x="496586" y="173528"/>
                      <a:pt x="495507" y="174613"/>
                    </a:cubicBezTo>
                    <a:cubicBezTo>
                      <a:pt x="495507" y="174613"/>
                      <a:pt x="494428" y="174975"/>
                      <a:pt x="494068" y="174613"/>
                    </a:cubicBezTo>
                    <a:cubicBezTo>
                      <a:pt x="493708" y="174251"/>
                      <a:pt x="493708" y="174613"/>
                      <a:pt x="493708" y="174251"/>
                    </a:cubicBezTo>
                    <a:cubicBezTo>
                      <a:pt x="493708" y="173889"/>
                      <a:pt x="492989" y="173889"/>
                      <a:pt x="492989" y="174613"/>
                    </a:cubicBezTo>
                    <a:cubicBezTo>
                      <a:pt x="492629" y="175699"/>
                      <a:pt x="492629" y="175337"/>
                      <a:pt x="492989" y="175699"/>
                    </a:cubicBezTo>
                    <a:cubicBezTo>
                      <a:pt x="492989" y="176422"/>
                      <a:pt x="492989" y="176784"/>
                      <a:pt x="493349" y="177146"/>
                    </a:cubicBezTo>
                    <a:cubicBezTo>
                      <a:pt x="493708" y="177508"/>
                      <a:pt x="492989" y="178594"/>
                      <a:pt x="492989" y="178955"/>
                    </a:cubicBezTo>
                    <a:cubicBezTo>
                      <a:pt x="492989" y="179317"/>
                      <a:pt x="492270" y="180041"/>
                      <a:pt x="491910" y="180041"/>
                    </a:cubicBezTo>
                    <a:cubicBezTo>
                      <a:pt x="491550" y="180041"/>
                      <a:pt x="491191" y="179317"/>
                      <a:pt x="491191" y="179317"/>
                    </a:cubicBezTo>
                    <a:cubicBezTo>
                      <a:pt x="491191" y="178955"/>
                      <a:pt x="490471" y="179317"/>
                      <a:pt x="490112" y="178955"/>
                    </a:cubicBezTo>
                    <a:cubicBezTo>
                      <a:pt x="489752" y="178955"/>
                      <a:pt x="489392" y="178955"/>
                      <a:pt x="489033" y="178232"/>
                    </a:cubicBezTo>
                    <a:cubicBezTo>
                      <a:pt x="489033" y="177508"/>
                      <a:pt x="488313" y="177508"/>
                      <a:pt x="488313" y="177870"/>
                    </a:cubicBezTo>
                    <a:cubicBezTo>
                      <a:pt x="487954" y="177870"/>
                      <a:pt x="487594" y="178232"/>
                      <a:pt x="487234" y="178232"/>
                    </a:cubicBezTo>
                    <a:cubicBezTo>
                      <a:pt x="487234" y="177870"/>
                      <a:pt x="486515" y="178232"/>
                      <a:pt x="486515" y="177870"/>
                    </a:cubicBezTo>
                    <a:cubicBezTo>
                      <a:pt x="486515" y="177508"/>
                      <a:pt x="485796" y="177146"/>
                      <a:pt x="485436" y="176784"/>
                    </a:cubicBezTo>
                    <a:cubicBezTo>
                      <a:pt x="485436" y="176784"/>
                      <a:pt x="485076" y="176422"/>
                      <a:pt x="485436" y="175699"/>
                    </a:cubicBezTo>
                    <a:cubicBezTo>
                      <a:pt x="486155" y="175337"/>
                      <a:pt x="485436" y="175699"/>
                      <a:pt x="485796" y="175337"/>
                    </a:cubicBezTo>
                    <a:cubicBezTo>
                      <a:pt x="485796" y="174975"/>
                      <a:pt x="484717" y="174975"/>
                      <a:pt x="484357" y="174975"/>
                    </a:cubicBezTo>
                    <a:cubicBezTo>
                      <a:pt x="483997" y="174613"/>
                      <a:pt x="484357" y="174613"/>
                      <a:pt x="484717" y="174251"/>
                    </a:cubicBezTo>
                    <a:cubicBezTo>
                      <a:pt x="484717" y="173889"/>
                      <a:pt x="484357" y="173528"/>
                      <a:pt x="483997" y="173166"/>
                    </a:cubicBezTo>
                    <a:cubicBezTo>
                      <a:pt x="483638" y="172804"/>
                      <a:pt x="483278" y="173528"/>
                      <a:pt x="483278" y="172804"/>
                    </a:cubicBezTo>
                    <a:cubicBezTo>
                      <a:pt x="483278" y="172804"/>
                      <a:pt x="482559" y="172804"/>
                      <a:pt x="482199" y="172080"/>
                    </a:cubicBezTo>
                    <a:cubicBezTo>
                      <a:pt x="482199" y="171718"/>
                      <a:pt x="481480" y="172442"/>
                      <a:pt x="481120" y="172442"/>
                    </a:cubicBezTo>
                    <a:cubicBezTo>
                      <a:pt x="480760" y="172080"/>
                      <a:pt x="480760" y="172080"/>
                      <a:pt x="480760" y="171718"/>
                    </a:cubicBezTo>
                    <a:cubicBezTo>
                      <a:pt x="480760" y="171356"/>
                      <a:pt x="480401" y="171356"/>
                      <a:pt x="480041" y="170633"/>
                    </a:cubicBezTo>
                    <a:cubicBezTo>
                      <a:pt x="480041" y="170271"/>
                      <a:pt x="480041" y="170633"/>
                      <a:pt x="479681" y="170271"/>
                    </a:cubicBezTo>
                    <a:cubicBezTo>
                      <a:pt x="479681" y="169909"/>
                      <a:pt x="479321" y="170271"/>
                      <a:pt x="479321" y="169909"/>
                    </a:cubicBezTo>
                    <a:cubicBezTo>
                      <a:pt x="479321" y="169909"/>
                      <a:pt x="478242" y="170271"/>
                      <a:pt x="478242" y="169909"/>
                    </a:cubicBezTo>
                    <a:cubicBezTo>
                      <a:pt x="478242" y="169547"/>
                      <a:pt x="477883" y="169547"/>
                      <a:pt x="477883" y="169185"/>
                    </a:cubicBezTo>
                    <a:cubicBezTo>
                      <a:pt x="477883" y="168823"/>
                      <a:pt x="477523" y="168823"/>
                      <a:pt x="477163" y="168100"/>
                    </a:cubicBezTo>
                    <a:cubicBezTo>
                      <a:pt x="476804" y="167738"/>
                      <a:pt x="476444" y="168100"/>
                      <a:pt x="476444" y="167738"/>
                    </a:cubicBezTo>
                    <a:cubicBezTo>
                      <a:pt x="476084" y="167376"/>
                      <a:pt x="475725" y="167738"/>
                      <a:pt x="475725" y="167376"/>
                    </a:cubicBezTo>
                    <a:cubicBezTo>
                      <a:pt x="475365" y="167376"/>
                      <a:pt x="475005" y="168100"/>
                      <a:pt x="475365" y="168462"/>
                    </a:cubicBezTo>
                    <a:cubicBezTo>
                      <a:pt x="475365" y="168823"/>
                      <a:pt x="475005" y="169185"/>
                      <a:pt x="475365" y="169185"/>
                    </a:cubicBezTo>
                    <a:cubicBezTo>
                      <a:pt x="475365" y="169185"/>
                      <a:pt x="474646" y="169547"/>
                      <a:pt x="473926" y="169547"/>
                    </a:cubicBezTo>
                    <a:cubicBezTo>
                      <a:pt x="473207" y="169547"/>
                      <a:pt x="473567" y="169547"/>
                      <a:pt x="473207" y="169547"/>
                    </a:cubicBezTo>
                    <a:cubicBezTo>
                      <a:pt x="472847" y="169547"/>
                      <a:pt x="472847" y="170271"/>
                      <a:pt x="473207" y="170271"/>
                    </a:cubicBezTo>
                    <a:cubicBezTo>
                      <a:pt x="473207" y="170271"/>
                      <a:pt x="473567" y="170995"/>
                      <a:pt x="473926" y="170633"/>
                    </a:cubicBezTo>
                    <a:cubicBezTo>
                      <a:pt x="474286" y="170633"/>
                      <a:pt x="474286" y="171356"/>
                      <a:pt x="474646" y="170995"/>
                    </a:cubicBezTo>
                    <a:cubicBezTo>
                      <a:pt x="475005" y="170995"/>
                      <a:pt x="474646" y="171718"/>
                      <a:pt x="474646" y="172080"/>
                    </a:cubicBezTo>
                    <a:cubicBezTo>
                      <a:pt x="474646" y="172442"/>
                      <a:pt x="474646" y="172080"/>
                      <a:pt x="474646" y="172442"/>
                    </a:cubicBezTo>
                    <a:cubicBezTo>
                      <a:pt x="474646" y="173166"/>
                      <a:pt x="474286" y="172804"/>
                      <a:pt x="473926" y="172804"/>
                    </a:cubicBezTo>
                    <a:cubicBezTo>
                      <a:pt x="473926" y="172804"/>
                      <a:pt x="472847" y="173166"/>
                      <a:pt x="472488" y="172804"/>
                    </a:cubicBezTo>
                    <a:cubicBezTo>
                      <a:pt x="472488" y="172804"/>
                      <a:pt x="472128" y="172804"/>
                      <a:pt x="471768" y="172442"/>
                    </a:cubicBezTo>
                    <a:cubicBezTo>
                      <a:pt x="471409" y="172442"/>
                      <a:pt x="471049" y="172080"/>
                      <a:pt x="471049" y="172080"/>
                    </a:cubicBezTo>
                    <a:cubicBezTo>
                      <a:pt x="471049" y="172080"/>
                      <a:pt x="470689" y="171718"/>
                      <a:pt x="470689" y="171356"/>
                    </a:cubicBezTo>
                    <a:cubicBezTo>
                      <a:pt x="470689" y="171356"/>
                      <a:pt x="469970" y="170995"/>
                      <a:pt x="469970" y="170995"/>
                    </a:cubicBezTo>
                    <a:cubicBezTo>
                      <a:pt x="469610" y="170633"/>
                      <a:pt x="469251" y="170633"/>
                      <a:pt x="469251" y="170633"/>
                    </a:cubicBezTo>
                    <a:cubicBezTo>
                      <a:pt x="469251" y="170633"/>
                      <a:pt x="469251" y="170633"/>
                      <a:pt x="469610" y="171356"/>
                    </a:cubicBezTo>
                    <a:cubicBezTo>
                      <a:pt x="469610" y="171356"/>
                      <a:pt x="469610" y="171718"/>
                      <a:pt x="469970" y="171718"/>
                    </a:cubicBezTo>
                    <a:cubicBezTo>
                      <a:pt x="470330" y="171718"/>
                      <a:pt x="470330" y="172442"/>
                      <a:pt x="470689" y="172442"/>
                    </a:cubicBezTo>
                    <a:cubicBezTo>
                      <a:pt x="471049" y="172442"/>
                      <a:pt x="470689" y="172804"/>
                      <a:pt x="471049" y="172804"/>
                    </a:cubicBezTo>
                    <a:cubicBezTo>
                      <a:pt x="471049" y="172804"/>
                      <a:pt x="471409" y="173166"/>
                      <a:pt x="471768" y="173166"/>
                    </a:cubicBezTo>
                    <a:cubicBezTo>
                      <a:pt x="472128" y="173166"/>
                      <a:pt x="471768" y="173528"/>
                      <a:pt x="471768" y="173889"/>
                    </a:cubicBezTo>
                    <a:cubicBezTo>
                      <a:pt x="472128" y="173889"/>
                      <a:pt x="472128" y="174251"/>
                      <a:pt x="472488" y="174975"/>
                    </a:cubicBezTo>
                    <a:cubicBezTo>
                      <a:pt x="472488" y="175337"/>
                      <a:pt x="472488" y="174975"/>
                      <a:pt x="473207" y="174613"/>
                    </a:cubicBezTo>
                    <a:cubicBezTo>
                      <a:pt x="473926" y="174251"/>
                      <a:pt x="473567" y="174613"/>
                      <a:pt x="474286" y="174975"/>
                    </a:cubicBezTo>
                    <a:cubicBezTo>
                      <a:pt x="474646" y="174975"/>
                      <a:pt x="474286" y="175337"/>
                      <a:pt x="475005" y="175699"/>
                    </a:cubicBezTo>
                    <a:cubicBezTo>
                      <a:pt x="475365" y="176061"/>
                      <a:pt x="475365" y="176061"/>
                      <a:pt x="475365" y="176061"/>
                    </a:cubicBezTo>
                    <a:cubicBezTo>
                      <a:pt x="475365" y="176061"/>
                      <a:pt x="475365" y="177146"/>
                      <a:pt x="475365" y="177146"/>
                    </a:cubicBezTo>
                    <a:cubicBezTo>
                      <a:pt x="475725" y="177146"/>
                      <a:pt x="475725" y="177870"/>
                      <a:pt x="476084" y="177870"/>
                    </a:cubicBezTo>
                    <a:cubicBezTo>
                      <a:pt x="476444" y="177508"/>
                      <a:pt x="476444" y="178232"/>
                      <a:pt x="476804" y="178232"/>
                    </a:cubicBezTo>
                    <a:cubicBezTo>
                      <a:pt x="476804" y="178232"/>
                      <a:pt x="476804" y="178955"/>
                      <a:pt x="476804" y="179317"/>
                    </a:cubicBezTo>
                    <a:cubicBezTo>
                      <a:pt x="476804" y="179317"/>
                      <a:pt x="477163" y="180765"/>
                      <a:pt x="477163" y="180403"/>
                    </a:cubicBezTo>
                    <a:cubicBezTo>
                      <a:pt x="477523" y="180403"/>
                      <a:pt x="477883" y="180765"/>
                      <a:pt x="478242" y="180403"/>
                    </a:cubicBezTo>
                    <a:cubicBezTo>
                      <a:pt x="478962" y="180403"/>
                      <a:pt x="478962" y="180765"/>
                      <a:pt x="479321" y="180765"/>
                    </a:cubicBezTo>
                    <a:cubicBezTo>
                      <a:pt x="479681" y="181127"/>
                      <a:pt x="479681" y="181488"/>
                      <a:pt x="480041" y="181488"/>
                    </a:cubicBezTo>
                    <a:cubicBezTo>
                      <a:pt x="480401" y="181488"/>
                      <a:pt x="480401" y="181850"/>
                      <a:pt x="480760" y="181488"/>
                    </a:cubicBezTo>
                    <a:cubicBezTo>
                      <a:pt x="481120" y="181127"/>
                      <a:pt x="481120" y="181127"/>
                      <a:pt x="481480" y="180765"/>
                    </a:cubicBezTo>
                    <a:cubicBezTo>
                      <a:pt x="481839" y="180403"/>
                      <a:pt x="481839" y="181127"/>
                      <a:pt x="481839" y="181488"/>
                    </a:cubicBezTo>
                    <a:cubicBezTo>
                      <a:pt x="482199" y="181488"/>
                      <a:pt x="482199" y="182212"/>
                      <a:pt x="482559" y="181850"/>
                    </a:cubicBezTo>
                    <a:cubicBezTo>
                      <a:pt x="482918" y="181850"/>
                      <a:pt x="483278" y="182574"/>
                      <a:pt x="483997" y="182936"/>
                    </a:cubicBezTo>
                    <a:cubicBezTo>
                      <a:pt x="484717" y="182936"/>
                      <a:pt x="483997" y="183660"/>
                      <a:pt x="483997" y="184021"/>
                    </a:cubicBezTo>
                    <a:cubicBezTo>
                      <a:pt x="483997" y="184021"/>
                      <a:pt x="483997" y="185107"/>
                      <a:pt x="483638" y="184745"/>
                    </a:cubicBezTo>
                    <a:cubicBezTo>
                      <a:pt x="483278" y="184745"/>
                      <a:pt x="483638" y="185469"/>
                      <a:pt x="483638" y="185469"/>
                    </a:cubicBezTo>
                    <a:cubicBezTo>
                      <a:pt x="483997" y="185831"/>
                      <a:pt x="483997" y="186193"/>
                      <a:pt x="484357" y="186193"/>
                    </a:cubicBezTo>
                    <a:cubicBezTo>
                      <a:pt x="484717" y="186193"/>
                      <a:pt x="484717" y="186916"/>
                      <a:pt x="485436" y="186554"/>
                    </a:cubicBezTo>
                    <a:cubicBezTo>
                      <a:pt x="485796" y="186554"/>
                      <a:pt x="485796" y="187278"/>
                      <a:pt x="485796" y="187640"/>
                    </a:cubicBezTo>
                    <a:cubicBezTo>
                      <a:pt x="486155" y="188364"/>
                      <a:pt x="485796" y="188002"/>
                      <a:pt x="485796" y="188364"/>
                    </a:cubicBezTo>
                    <a:cubicBezTo>
                      <a:pt x="486155" y="188364"/>
                      <a:pt x="486155" y="189087"/>
                      <a:pt x="486155" y="189087"/>
                    </a:cubicBezTo>
                    <a:cubicBezTo>
                      <a:pt x="486515" y="189087"/>
                      <a:pt x="486515" y="189811"/>
                      <a:pt x="486875" y="189811"/>
                    </a:cubicBezTo>
                    <a:cubicBezTo>
                      <a:pt x="486875" y="189811"/>
                      <a:pt x="487234" y="190897"/>
                      <a:pt x="487234" y="190897"/>
                    </a:cubicBezTo>
                    <a:cubicBezTo>
                      <a:pt x="487234" y="190897"/>
                      <a:pt x="486875" y="191982"/>
                      <a:pt x="486875" y="192344"/>
                    </a:cubicBezTo>
                    <a:cubicBezTo>
                      <a:pt x="486875" y="192344"/>
                      <a:pt x="486155" y="192344"/>
                      <a:pt x="486155" y="192344"/>
                    </a:cubicBezTo>
                    <a:cubicBezTo>
                      <a:pt x="486155" y="192344"/>
                      <a:pt x="486155" y="192344"/>
                      <a:pt x="485436" y="192706"/>
                    </a:cubicBezTo>
                    <a:cubicBezTo>
                      <a:pt x="485436" y="192706"/>
                      <a:pt x="485436" y="193430"/>
                      <a:pt x="485796" y="193430"/>
                    </a:cubicBezTo>
                    <a:cubicBezTo>
                      <a:pt x="485796" y="193068"/>
                      <a:pt x="486155" y="194153"/>
                      <a:pt x="486155" y="194153"/>
                    </a:cubicBezTo>
                    <a:cubicBezTo>
                      <a:pt x="486155" y="194153"/>
                      <a:pt x="486155" y="195239"/>
                      <a:pt x="485796" y="195601"/>
                    </a:cubicBezTo>
                    <a:cubicBezTo>
                      <a:pt x="485436" y="195963"/>
                      <a:pt x="484717" y="194877"/>
                      <a:pt x="484717" y="194877"/>
                    </a:cubicBezTo>
                    <a:cubicBezTo>
                      <a:pt x="484717" y="194877"/>
                      <a:pt x="484357" y="195239"/>
                      <a:pt x="484357" y="195239"/>
                    </a:cubicBezTo>
                    <a:cubicBezTo>
                      <a:pt x="483997" y="195601"/>
                      <a:pt x="484357" y="195963"/>
                      <a:pt x="484717" y="196325"/>
                    </a:cubicBezTo>
                    <a:cubicBezTo>
                      <a:pt x="485076" y="196325"/>
                      <a:pt x="485076" y="196686"/>
                      <a:pt x="485076" y="196686"/>
                    </a:cubicBezTo>
                    <a:cubicBezTo>
                      <a:pt x="485076" y="196686"/>
                      <a:pt x="485436" y="197049"/>
                      <a:pt x="485796" y="197049"/>
                    </a:cubicBezTo>
                    <a:cubicBezTo>
                      <a:pt x="485796" y="197049"/>
                      <a:pt x="485796" y="197772"/>
                      <a:pt x="485796" y="197772"/>
                    </a:cubicBezTo>
                    <a:cubicBezTo>
                      <a:pt x="485796" y="197772"/>
                      <a:pt x="485436" y="198496"/>
                      <a:pt x="485436" y="198858"/>
                    </a:cubicBezTo>
                    <a:cubicBezTo>
                      <a:pt x="485436" y="199220"/>
                      <a:pt x="485436" y="198496"/>
                      <a:pt x="485076" y="198134"/>
                    </a:cubicBezTo>
                    <a:cubicBezTo>
                      <a:pt x="485076" y="197772"/>
                      <a:pt x="484717" y="198134"/>
                      <a:pt x="484717" y="197772"/>
                    </a:cubicBezTo>
                    <a:cubicBezTo>
                      <a:pt x="484357" y="197772"/>
                      <a:pt x="483997" y="197410"/>
                      <a:pt x="483997" y="197410"/>
                    </a:cubicBezTo>
                    <a:cubicBezTo>
                      <a:pt x="483997" y="197410"/>
                      <a:pt x="483997" y="197410"/>
                      <a:pt x="483638" y="196686"/>
                    </a:cubicBezTo>
                    <a:cubicBezTo>
                      <a:pt x="483638" y="196686"/>
                      <a:pt x="482918" y="196325"/>
                      <a:pt x="482918" y="196325"/>
                    </a:cubicBezTo>
                    <a:cubicBezTo>
                      <a:pt x="482559" y="195963"/>
                      <a:pt x="482199" y="195963"/>
                      <a:pt x="482199" y="195963"/>
                    </a:cubicBezTo>
                    <a:cubicBezTo>
                      <a:pt x="482199" y="195963"/>
                      <a:pt x="482199" y="195239"/>
                      <a:pt x="481839" y="195239"/>
                    </a:cubicBezTo>
                    <a:cubicBezTo>
                      <a:pt x="481480" y="193792"/>
                      <a:pt x="481480" y="195239"/>
                      <a:pt x="480760" y="194877"/>
                    </a:cubicBezTo>
                    <a:cubicBezTo>
                      <a:pt x="479681" y="194877"/>
                      <a:pt x="480041" y="195239"/>
                      <a:pt x="479681" y="194877"/>
                    </a:cubicBezTo>
                    <a:cubicBezTo>
                      <a:pt x="479321" y="194877"/>
                      <a:pt x="478242" y="194153"/>
                      <a:pt x="478242" y="193792"/>
                    </a:cubicBezTo>
                    <a:cubicBezTo>
                      <a:pt x="478242" y="193068"/>
                      <a:pt x="477163" y="193430"/>
                      <a:pt x="477163" y="193430"/>
                    </a:cubicBezTo>
                    <a:cubicBezTo>
                      <a:pt x="477163" y="193430"/>
                      <a:pt x="475365" y="192706"/>
                      <a:pt x="475005" y="192344"/>
                    </a:cubicBezTo>
                    <a:cubicBezTo>
                      <a:pt x="474646" y="192344"/>
                      <a:pt x="472488" y="191259"/>
                      <a:pt x="472128" y="190897"/>
                    </a:cubicBezTo>
                    <a:cubicBezTo>
                      <a:pt x="471768" y="190535"/>
                      <a:pt x="471409" y="190535"/>
                      <a:pt x="471409" y="190173"/>
                    </a:cubicBezTo>
                    <a:cubicBezTo>
                      <a:pt x="471409" y="190173"/>
                      <a:pt x="470330" y="190173"/>
                      <a:pt x="470330" y="189811"/>
                    </a:cubicBezTo>
                    <a:cubicBezTo>
                      <a:pt x="469970" y="189449"/>
                      <a:pt x="469251" y="189449"/>
                      <a:pt x="469251" y="189449"/>
                    </a:cubicBezTo>
                    <a:cubicBezTo>
                      <a:pt x="468891" y="189087"/>
                      <a:pt x="468531" y="189087"/>
                      <a:pt x="468172" y="189087"/>
                    </a:cubicBezTo>
                    <a:cubicBezTo>
                      <a:pt x="468172" y="189087"/>
                      <a:pt x="467452" y="189449"/>
                      <a:pt x="467452" y="189449"/>
                    </a:cubicBezTo>
                    <a:cubicBezTo>
                      <a:pt x="467452" y="189449"/>
                      <a:pt x="467452" y="189811"/>
                      <a:pt x="467812" y="190173"/>
                    </a:cubicBezTo>
                    <a:cubicBezTo>
                      <a:pt x="467812" y="190535"/>
                      <a:pt x="467812" y="190535"/>
                      <a:pt x="468172" y="190535"/>
                    </a:cubicBezTo>
                    <a:cubicBezTo>
                      <a:pt x="468172" y="190897"/>
                      <a:pt x="468172" y="191259"/>
                      <a:pt x="468891" y="191620"/>
                    </a:cubicBezTo>
                    <a:cubicBezTo>
                      <a:pt x="469610" y="191982"/>
                      <a:pt x="469251" y="191982"/>
                      <a:pt x="469970" y="192344"/>
                    </a:cubicBezTo>
                    <a:cubicBezTo>
                      <a:pt x="470330" y="192706"/>
                      <a:pt x="469970" y="193068"/>
                      <a:pt x="470330" y="193430"/>
                    </a:cubicBezTo>
                    <a:cubicBezTo>
                      <a:pt x="470330" y="193430"/>
                      <a:pt x="470689" y="193792"/>
                      <a:pt x="473207" y="194877"/>
                    </a:cubicBezTo>
                    <a:cubicBezTo>
                      <a:pt x="476084" y="195601"/>
                      <a:pt x="473926" y="195601"/>
                      <a:pt x="474646" y="195601"/>
                    </a:cubicBezTo>
                    <a:cubicBezTo>
                      <a:pt x="475005" y="195963"/>
                      <a:pt x="475365" y="196686"/>
                      <a:pt x="475365" y="196686"/>
                    </a:cubicBezTo>
                    <a:cubicBezTo>
                      <a:pt x="475365" y="197049"/>
                      <a:pt x="477523" y="198858"/>
                      <a:pt x="478962" y="199582"/>
                    </a:cubicBezTo>
                    <a:cubicBezTo>
                      <a:pt x="480041" y="200305"/>
                      <a:pt x="479321" y="199943"/>
                      <a:pt x="479321" y="200305"/>
                    </a:cubicBezTo>
                    <a:cubicBezTo>
                      <a:pt x="479681" y="200305"/>
                      <a:pt x="479321" y="201029"/>
                      <a:pt x="479681" y="201391"/>
                    </a:cubicBezTo>
                    <a:cubicBezTo>
                      <a:pt x="480041" y="201391"/>
                      <a:pt x="479681" y="201753"/>
                      <a:pt x="479681" y="202115"/>
                    </a:cubicBezTo>
                    <a:cubicBezTo>
                      <a:pt x="479681" y="202476"/>
                      <a:pt x="479681" y="202838"/>
                      <a:pt x="479321" y="202838"/>
                    </a:cubicBezTo>
                    <a:cubicBezTo>
                      <a:pt x="479321" y="202838"/>
                      <a:pt x="478962" y="203200"/>
                      <a:pt x="478962" y="203200"/>
                    </a:cubicBezTo>
                    <a:cubicBezTo>
                      <a:pt x="478602" y="203200"/>
                      <a:pt x="478242" y="203200"/>
                      <a:pt x="478242" y="202838"/>
                    </a:cubicBezTo>
                    <a:cubicBezTo>
                      <a:pt x="477883" y="202838"/>
                      <a:pt x="476804" y="202476"/>
                      <a:pt x="476804" y="202476"/>
                    </a:cubicBezTo>
                    <a:cubicBezTo>
                      <a:pt x="476804" y="202476"/>
                      <a:pt x="475725" y="202115"/>
                      <a:pt x="475365" y="201391"/>
                    </a:cubicBezTo>
                    <a:cubicBezTo>
                      <a:pt x="475005" y="201029"/>
                      <a:pt x="474646" y="201753"/>
                      <a:pt x="474286" y="201391"/>
                    </a:cubicBezTo>
                    <a:cubicBezTo>
                      <a:pt x="473567" y="201391"/>
                      <a:pt x="473567" y="201029"/>
                      <a:pt x="473207" y="201029"/>
                    </a:cubicBezTo>
                    <a:cubicBezTo>
                      <a:pt x="472847" y="201029"/>
                      <a:pt x="472128" y="201029"/>
                      <a:pt x="471768" y="201029"/>
                    </a:cubicBezTo>
                    <a:cubicBezTo>
                      <a:pt x="471409" y="201391"/>
                      <a:pt x="471409" y="201391"/>
                      <a:pt x="471049" y="201029"/>
                    </a:cubicBezTo>
                    <a:cubicBezTo>
                      <a:pt x="471049" y="201029"/>
                      <a:pt x="470689" y="201029"/>
                      <a:pt x="470330" y="200667"/>
                    </a:cubicBezTo>
                    <a:cubicBezTo>
                      <a:pt x="469610" y="200667"/>
                      <a:pt x="469251" y="200667"/>
                      <a:pt x="469251" y="200667"/>
                    </a:cubicBezTo>
                    <a:cubicBezTo>
                      <a:pt x="468891" y="200305"/>
                      <a:pt x="467812" y="200305"/>
                      <a:pt x="467452" y="200305"/>
                    </a:cubicBezTo>
                    <a:cubicBezTo>
                      <a:pt x="467093" y="200305"/>
                      <a:pt x="466733" y="199943"/>
                      <a:pt x="466373" y="199220"/>
                    </a:cubicBezTo>
                    <a:cubicBezTo>
                      <a:pt x="465654" y="198496"/>
                      <a:pt x="465654" y="199220"/>
                      <a:pt x="465294" y="198858"/>
                    </a:cubicBezTo>
                    <a:cubicBezTo>
                      <a:pt x="464935" y="198496"/>
                      <a:pt x="464575" y="198496"/>
                      <a:pt x="464575" y="198496"/>
                    </a:cubicBezTo>
                    <a:cubicBezTo>
                      <a:pt x="464575" y="198134"/>
                      <a:pt x="463856" y="198134"/>
                      <a:pt x="463856" y="197772"/>
                    </a:cubicBezTo>
                    <a:cubicBezTo>
                      <a:pt x="464215" y="197410"/>
                      <a:pt x="463496" y="197410"/>
                      <a:pt x="462417" y="196686"/>
                    </a:cubicBezTo>
                    <a:cubicBezTo>
                      <a:pt x="461338" y="195601"/>
                      <a:pt x="461698" y="196686"/>
                      <a:pt x="461338" y="196686"/>
                    </a:cubicBezTo>
                    <a:cubicBezTo>
                      <a:pt x="461338" y="196686"/>
                      <a:pt x="460619" y="196686"/>
                      <a:pt x="460619" y="196686"/>
                    </a:cubicBezTo>
                    <a:cubicBezTo>
                      <a:pt x="460619" y="196686"/>
                      <a:pt x="460259" y="197410"/>
                      <a:pt x="460259" y="197772"/>
                    </a:cubicBezTo>
                    <a:cubicBezTo>
                      <a:pt x="460259" y="197772"/>
                      <a:pt x="460259" y="197772"/>
                      <a:pt x="459899" y="198134"/>
                    </a:cubicBezTo>
                    <a:cubicBezTo>
                      <a:pt x="459899" y="198496"/>
                      <a:pt x="458820" y="198496"/>
                      <a:pt x="458461" y="198134"/>
                    </a:cubicBezTo>
                    <a:cubicBezTo>
                      <a:pt x="458101" y="197410"/>
                      <a:pt x="457741" y="197772"/>
                      <a:pt x="458101" y="197410"/>
                    </a:cubicBezTo>
                    <a:cubicBezTo>
                      <a:pt x="458461" y="196686"/>
                      <a:pt x="457382" y="197049"/>
                      <a:pt x="457382" y="196686"/>
                    </a:cubicBezTo>
                    <a:cubicBezTo>
                      <a:pt x="457022" y="196686"/>
                      <a:pt x="457382" y="196686"/>
                      <a:pt x="457741" y="195963"/>
                    </a:cubicBezTo>
                    <a:cubicBezTo>
                      <a:pt x="458461" y="195601"/>
                      <a:pt x="457382" y="195239"/>
                      <a:pt x="457022" y="195239"/>
                    </a:cubicBezTo>
                    <a:cubicBezTo>
                      <a:pt x="457022" y="194877"/>
                      <a:pt x="457022" y="194515"/>
                      <a:pt x="456662" y="194153"/>
                    </a:cubicBezTo>
                    <a:cubicBezTo>
                      <a:pt x="455943" y="194153"/>
                      <a:pt x="455943" y="194153"/>
                      <a:pt x="455583" y="194153"/>
                    </a:cubicBezTo>
                    <a:cubicBezTo>
                      <a:pt x="455224" y="194153"/>
                      <a:pt x="454864" y="194153"/>
                      <a:pt x="454145" y="193430"/>
                    </a:cubicBezTo>
                    <a:cubicBezTo>
                      <a:pt x="453785" y="193430"/>
                      <a:pt x="453066" y="192706"/>
                      <a:pt x="452706" y="192344"/>
                    </a:cubicBezTo>
                    <a:cubicBezTo>
                      <a:pt x="452346" y="191982"/>
                      <a:pt x="452346" y="191982"/>
                      <a:pt x="453066" y="191620"/>
                    </a:cubicBezTo>
                    <a:cubicBezTo>
                      <a:pt x="453425" y="190897"/>
                      <a:pt x="453785" y="191259"/>
                      <a:pt x="454504" y="191259"/>
                    </a:cubicBezTo>
                    <a:cubicBezTo>
                      <a:pt x="455224" y="190897"/>
                      <a:pt x="455224" y="190897"/>
                      <a:pt x="455583" y="190535"/>
                    </a:cubicBezTo>
                    <a:cubicBezTo>
                      <a:pt x="455943" y="190173"/>
                      <a:pt x="455224" y="190173"/>
                      <a:pt x="454504" y="189811"/>
                    </a:cubicBezTo>
                    <a:cubicBezTo>
                      <a:pt x="454145" y="189087"/>
                      <a:pt x="453785" y="189449"/>
                      <a:pt x="453785" y="189449"/>
                    </a:cubicBezTo>
                    <a:cubicBezTo>
                      <a:pt x="453425" y="189087"/>
                      <a:pt x="452346" y="189449"/>
                      <a:pt x="452346" y="189087"/>
                    </a:cubicBezTo>
                    <a:cubicBezTo>
                      <a:pt x="452346" y="189087"/>
                      <a:pt x="451267" y="189087"/>
                      <a:pt x="450908" y="189449"/>
                    </a:cubicBezTo>
                    <a:cubicBezTo>
                      <a:pt x="450908" y="189449"/>
                      <a:pt x="450188" y="189811"/>
                      <a:pt x="449829" y="189811"/>
                    </a:cubicBezTo>
                    <a:cubicBezTo>
                      <a:pt x="449469" y="189449"/>
                      <a:pt x="449109" y="189449"/>
                      <a:pt x="449469" y="189087"/>
                    </a:cubicBezTo>
                    <a:cubicBezTo>
                      <a:pt x="449469" y="188726"/>
                      <a:pt x="449829" y="188726"/>
                      <a:pt x="449469" y="188002"/>
                    </a:cubicBezTo>
                    <a:cubicBezTo>
                      <a:pt x="449469" y="187640"/>
                      <a:pt x="448750" y="187640"/>
                      <a:pt x="448390" y="187640"/>
                    </a:cubicBezTo>
                    <a:cubicBezTo>
                      <a:pt x="447671" y="187278"/>
                      <a:pt x="447671" y="187640"/>
                      <a:pt x="447671" y="186916"/>
                    </a:cubicBezTo>
                    <a:cubicBezTo>
                      <a:pt x="447671" y="186193"/>
                      <a:pt x="449109" y="186916"/>
                      <a:pt x="448750" y="186554"/>
                    </a:cubicBezTo>
                    <a:cubicBezTo>
                      <a:pt x="448750" y="186193"/>
                      <a:pt x="448390" y="186554"/>
                      <a:pt x="448030" y="186554"/>
                    </a:cubicBezTo>
                    <a:cubicBezTo>
                      <a:pt x="447671" y="186554"/>
                      <a:pt x="446951" y="186193"/>
                      <a:pt x="446232" y="185469"/>
                    </a:cubicBezTo>
                    <a:cubicBezTo>
                      <a:pt x="445513" y="184383"/>
                      <a:pt x="445872" y="185107"/>
                      <a:pt x="445872" y="184021"/>
                    </a:cubicBezTo>
                    <a:cubicBezTo>
                      <a:pt x="445872" y="183298"/>
                      <a:pt x="445872" y="183660"/>
                      <a:pt x="445872" y="183660"/>
                    </a:cubicBezTo>
                    <a:cubicBezTo>
                      <a:pt x="445872" y="183298"/>
                      <a:pt x="444434" y="183298"/>
                      <a:pt x="444074" y="183298"/>
                    </a:cubicBezTo>
                    <a:cubicBezTo>
                      <a:pt x="443714" y="182936"/>
                      <a:pt x="443714" y="183298"/>
                      <a:pt x="443355" y="182936"/>
                    </a:cubicBezTo>
                    <a:cubicBezTo>
                      <a:pt x="443355" y="182574"/>
                      <a:pt x="443355" y="183298"/>
                      <a:pt x="443355" y="183660"/>
                    </a:cubicBezTo>
                    <a:cubicBezTo>
                      <a:pt x="442995" y="183660"/>
                      <a:pt x="442635" y="184745"/>
                      <a:pt x="442635" y="184383"/>
                    </a:cubicBezTo>
                    <a:cubicBezTo>
                      <a:pt x="442635" y="184383"/>
                      <a:pt x="442276" y="184021"/>
                      <a:pt x="441916" y="183298"/>
                    </a:cubicBezTo>
                    <a:cubicBezTo>
                      <a:pt x="441916" y="182936"/>
                      <a:pt x="441556" y="182936"/>
                      <a:pt x="441556" y="182574"/>
                    </a:cubicBezTo>
                    <a:cubicBezTo>
                      <a:pt x="441556" y="181850"/>
                      <a:pt x="441197" y="181850"/>
                      <a:pt x="441197" y="181850"/>
                    </a:cubicBezTo>
                    <a:cubicBezTo>
                      <a:pt x="440837" y="181488"/>
                      <a:pt x="439758" y="180765"/>
                      <a:pt x="439398" y="180403"/>
                    </a:cubicBezTo>
                    <a:cubicBezTo>
                      <a:pt x="439398" y="180403"/>
                      <a:pt x="438679" y="180765"/>
                      <a:pt x="438679" y="181127"/>
                    </a:cubicBezTo>
                    <a:cubicBezTo>
                      <a:pt x="438679" y="181488"/>
                      <a:pt x="438679" y="181850"/>
                      <a:pt x="439039" y="181850"/>
                    </a:cubicBezTo>
                    <a:cubicBezTo>
                      <a:pt x="439039" y="181850"/>
                      <a:pt x="439398" y="182212"/>
                      <a:pt x="439758" y="182212"/>
                    </a:cubicBezTo>
                    <a:cubicBezTo>
                      <a:pt x="440477" y="182212"/>
                      <a:pt x="440118" y="182936"/>
                      <a:pt x="440118" y="183298"/>
                    </a:cubicBezTo>
                    <a:cubicBezTo>
                      <a:pt x="440477" y="183298"/>
                      <a:pt x="439758" y="184021"/>
                      <a:pt x="439758" y="184021"/>
                    </a:cubicBezTo>
                    <a:cubicBezTo>
                      <a:pt x="439758" y="184021"/>
                      <a:pt x="439039" y="184021"/>
                      <a:pt x="438679" y="184021"/>
                    </a:cubicBezTo>
                    <a:cubicBezTo>
                      <a:pt x="438679" y="183660"/>
                      <a:pt x="438319" y="184021"/>
                      <a:pt x="437960" y="184021"/>
                    </a:cubicBezTo>
                    <a:cubicBezTo>
                      <a:pt x="437600" y="184021"/>
                      <a:pt x="437240" y="184383"/>
                      <a:pt x="436881" y="184383"/>
                    </a:cubicBezTo>
                    <a:cubicBezTo>
                      <a:pt x="436881" y="184021"/>
                      <a:pt x="436161" y="183660"/>
                      <a:pt x="435802" y="183660"/>
                    </a:cubicBezTo>
                    <a:cubicBezTo>
                      <a:pt x="435802" y="183298"/>
                      <a:pt x="435442" y="183298"/>
                      <a:pt x="435082" y="183298"/>
                    </a:cubicBezTo>
                    <a:cubicBezTo>
                      <a:pt x="434723" y="182936"/>
                      <a:pt x="434363" y="183298"/>
                      <a:pt x="434363" y="183660"/>
                    </a:cubicBezTo>
                    <a:cubicBezTo>
                      <a:pt x="434363" y="184021"/>
                      <a:pt x="434003" y="184383"/>
                      <a:pt x="434003" y="184383"/>
                    </a:cubicBezTo>
                    <a:cubicBezTo>
                      <a:pt x="434003" y="184383"/>
                      <a:pt x="433643" y="184745"/>
                      <a:pt x="433284" y="185107"/>
                    </a:cubicBezTo>
                    <a:cubicBezTo>
                      <a:pt x="432924" y="185107"/>
                      <a:pt x="432924" y="185107"/>
                      <a:pt x="431126" y="185469"/>
                    </a:cubicBezTo>
                    <a:cubicBezTo>
                      <a:pt x="429327" y="185469"/>
                      <a:pt x="430766" y="185469"/>
                      <a:pt x="430047" y="184745"/>
                    </a:cubicBezTo>
                    <a:cubicBezTo>
                      <a:pt x="430047" y="184745"/>
                      <a:pt x="430047" y="184745"/>
                      <a:pt x="429327" y="184745"/>
                    </a:cubicBezTo>
                    <a:cubicBezTo>
                      <a:pt x="429327" y="184745"/>
                      <a:pt x="428248" y="185107"/>
                      <a:pt x="427889" y="185107"/>
                    </a:cubicBezTo>
                    <a:cubicBezTo>
                      <a:pt x="427169" y="185107"/>
                      <a:pt x="426810" y="185469"/>
                      <a:pt x="426810" y="185469"/>
                    </a:cubicBezTo>
                    <a:cubicBezTo>
                      <a:pt x="426810" y="185469"/>
                      <a:pt x="426450" y="185107"/>
                      <a:pt x="426450" y="184745"/>
                    </a:cubicBezTo>
                    <a:cubicBezTo>
                      <a:pt x="426450" y="184383"/>
                      <a:pt x="425731" y="184745"/>
                      <a:pt x="425371" y="184383"/>
                    </a:cubicBezTo>
                    <a:cubicBezTo>
                      <a:pt x="425371" y="184021"/>
                      <a:pt x="425011" y="184383"/>
                      <a:pt x="424652" y="184383"/>
                    </a:cubicBezTo>
                    <a:cubicBezTo>
                      <a:pt x="424292" y="184021"/>
                      <a:pt x="424292" y="184383"/>
                      <a:pt x="423573" y="184021"/>
                    </a:cubicBezTo>
                    <a:cubicBezTo>
                      <a:pt x="423213" y="183660"/>
                      <a:pt x="423573" y="183298"/>
                      <a:pt x="423213" y="182574"/>
                    </a:cubicBezTo>
                    <a:cubicBezTo>
                      <a:pt x="423213" y="182212"/>
                      <a:pt x="423213" y="181127"/>
                      <a:pt x="423932" y="180403"/>
                    </a:cubicBezTo>
                    <a:cubicBezTo>
                      <a:pt x="424292" y="179679"/>
                      <a:pt x="424292" y="180041"/>
                      <a:pt x="424652" y="179679"/>
                    </a:cubicBezTo>
                    <a:cubicBezTo>
                      <a:pt x="425371" y="178955"/>
                      <a:pt x="425731" y="179317"/>
                      <a:pt x="426090" y="178955"/>
                    </a:cubicBezTo>
                    <a:cubicBezTo>
                      <a:pt x="426450" y="178955"/>
                      <a:pt x="426090" y="178594"/>
                      <a:pt x="426450" y="178232"/>
                    </a:cubicBezTo>
                    <a:cubicBezTo>
                      <a:pt x="426450" y="177870"/>
                      <a:pt x="426810" y="177508"/>
                      <a:pt x="426810" y="177146"/>
                    </a:cubicBezTo>
                    <a:cubicBezTo>
                      <a:pt x="427169" y="176784"/>
                      <a:pt x="427529" y="177146"/>
                      <a:pt x="427889" y="177146"/>
                    </a:cubicBezTo>
                    <a:cubicBezTo>
                      <a:pt x="428248" y="176784"/>
                      <a:pt x="428968" y="176784"/>
                      <a:pt x="429687" y="176422"/>
                    </a:cubicBezTo>
                    <a:cubicBezTo>
                      <a:pt x="430406" y="176422"/>
                      <a:pt x="430766" y="176422"/>
                      <a:pt x="431126" y="176784"/>
                    </a:cubicBezTo>
                    <a:cubicBezTo>
                      <a:pt x="431126" y="176784"/>
                      <a:pt x="431845" y="177146"/>
                      <a:pt x="432205" y="177146"/>
                    </a:cubicBezTo>
                    <a:cubicBezTo>
                      <a:pt x="432564" y="177146"/>
                      <a:pt x="432924" y="177508"/>
                      <a:pt x="433284" y="178232"/>
                    </a:cubicBezTo>
                    <a:cubicBezTo>
                      <a:pt x="433643" y="178594"/>
                      <a:pt x="433643" y="178232"/>
                      <a:pt x="434723" y="178955"/>
                    </a:cubicBezTo>
                    <a:cubicBezTo>
                      <a:pt x="436161" y="179317"/>
                      <a:pt x="435442" y="180041"/>
                      <a:pt x="435442" y="180041"/>
                    </a:cubicBezTo>
                    <a:cubicBezTo>
                      <a:pt x="435442" y="180041"/>
                      <a:pt x="436161" y="180765"/>
                      <a:pt x="436521" y="180403"/>
                    </a:cubicBezTo>
                    <a:cubicBezTo>
                      <a:pt x="436881" y="180041"/>
                      <a:pt x="436881" y="180403"/>
                      <a:pt x="436881" y="180041"/>
                    </a:cubicBezTo>
                    <a:cubicBezTo>
                      <a:pt x="437240" y="179679"/>
                      <a:pt x="437240" y="179317"/>
                      <a:pt x="437240" y="178955"/>
                    </a:cubicBezTo>
                    <a:cubicBezTo>
                      <a:pt x="437240" y="178594"/>
                      <a:pt x="436881" y="178955"/>
                      <a:pt x="436161" y="178955"/>
                    </a:cubicBezTo>
                    <a:cubicBezTo>
                      <a:pt x="435442" y="178955"/>
                      <a:pt x="435802" y="178955"/>
                      <a:pt x="436161" y="178232"/>
                    </a:cubicBezTo>
                    <a:cubicBezTo>
                      <a:pt x="436521" y="177508"/>
                      <a:pt x="436521" y="178232"/>
                      <a:pt x="436881" y="177870"/>
                    </a:cubicBezTo>
                    <a:cubicBezTo>
                      <a:pt x="436881" y="177508"/>
                      <a:pt x="436881" y="177870"/>
                      <a:pt x="437240" y="177146"/>
                    </a:cubicBezTo>
                    <a:cubicBezTo>
                      <a:pt x="437600" y="176784"/>
                      <a:pt x="437600" y="177146"/>
                      <a:pt x="437960" y="177146"/>
                    </a:cubicBezTo>
                    <a:cubicBezTo>
                      <a:pt x="438679" y="176784"/>
                      <a:pt x="438319" y="177146"/>
                      <a:pt x="438679" y="177146"/>
                    </a:cubicBezTo>
                    <a:cubicBezTo>
                      <a:pt x="439039" y="177146"/>
                      <a:pt x="439398" y="177508"/>
                      <a:pt x="439758" y="177146"/>
                    </a:cubicBezTo>
                    <a:cubicBezTo>
                      <a:pt x="440118" y="177146"/>
                      <a:pt x="440837" y="177146"/>
                      <a:pt x="441197" y="176784"/>
                    </a:cubicBezTo>
                    <a:cubicBezTo>
                      <a:pt x="441556" y="176422"/>
                      <a:pt x="441556" y="176422"/>
                      <a:pt x="441556" y="176061"/>
                    </a:cubicBezTo>
                    <a:cubicBezTo>
                      <a:pt x="441556" y="176061"/>
                      <a:pt x="441916" y="176061"/>
                      <a:pt x="442276" y="176061"/>
                    </a:cubicBezTo>
                    <a:cubicBezTo>
                      <a:pt x="442995" y="175699"/>
                      <a:pt x="442995" y="176061"/>
                      <a:pt x="443355" y="175699"/>
                    </a:cubicBezTo>
                    <a:cubicBezTo>
                      <a:pt x="443714" y="174975"/>
                      <a:pt x="443714" y="174975"/>
                      <a:pt x="444434" y="174613"/>
                    </a:cubicBezTo>
                    <a:cubicBezTo>
                      <a:pt x="445153" y="173889"/>
                      <a:pt x="444074" y="174251"/>
                      <a:pt x="443714" y="173528"/>
                    </a:cubicBezTo>
                    <a:cubicBezTo>
                      <a:pt x="442995" y="172804"/>
                      <a:pt x="442995" y="173166"/>
                      <a:pt x="442635" y="172442"/>
                    </a:cubicBezTo>
                    <a:cubicBezTo>
                      <a:pt x="442276" y="172080"/>
                      <a:pt x="441197" y="171718"/>
                      <a:pt x="441197" y="171356"/>
                    </a:cubicBezTo>
                    <a:cubicBezTo>
                      <a:pt x="441197" y="170995"/>
                      <a:pt x="440837" y="170995"/>
                      <a:pt x="441197" y="170633"/>
                    </a:cubicBezTo>
                    <a:cubicBezTo>
                      <a:pt x="441197" y="170271"/>
                      <a:pt x="441556" y="169909"/>
                      <a:pt x="441916" y="169547"/>
                    </a:cubicBezTo>
                    <a:cubicBezTo>
                      <a:pt x="441916" y="169185"/>
                      <a:pt x="443355" y="169185"/>
                      <a:pt x="443714" y="168823"/>
                    </a:cubicBezTo>
                    <a:cubicBezTo>
                      <a:pt x="443714" y="168462"/>
                      <a:pt x="444434" y="168100"/>
                      <a:pt x="445153" y="167376"/>
                    </a:cubicBezTo>
                    <a:cubicBezTo>
                      <a:pt x="446232" y="166652"/>
                      <a:pt x="445872" y="167014"/>
                      <a:pt x="446592" y="166290"/>
                    </a:cubicBezTo>
                    <a:cubicBezTo>
                      <a:pt x="447311" y="165929"/>
                      <a:pt x="446951" y="166290"/>
                      <a:pt x="447311" y="165929"/>
                    </a:cubicBezTo>
                    <a:cubicBezTo>
                      <a:pt x="447671" y="165205"/>
                      <a:pt x="447311" y="165929"/>
                      <a:pt x="447311" y="165567"/>
                    </a:cubicBezTo>
                    <a:cubicBezTo>
                      <a:pt x="447311" y="164843"/>
                      <a:pt x="447671" y="165205"/>
                      <a:pt x="448390" y="164481"/>
                    </a:cubicBezTo>
                    <a:cubicBezTo>
                      <a:pt x="448750" y="163396"/>
                      <a:pt x="448750" y="164119"/>
                      <a:pt x="449109" y="163396"/>
                    </a:cubicBezTo>
                    <a:cubicBezTo>
                      <a:pt x="449829" y="163034"/>
                      <a:pt x="449469" y="163034"/>
                      <a:pt x="450188" y="162672"/>
                    </a:cubicBezTo>
                    <a:cubicBezTo>
                      <a:pt x="450908" y="162310"/>
                      <a:pt x="450548" y="162672"/>
                      <a:pt x="450908" y="161948"/>
                    </a:cubicBezTo>
                    <a:cubicBezTo>
                      <a:pt x="451267" y="161586"/>
                      <a:pt x="450908" y="161586"/>
                      <a:pt x="450908" y="161225"/>
                    </a:cubicBezTo>
                    <a:cubicBezTo>
                      <a:pt x="450908" y="160863"/>
                      <a:pt x="450548" y="160863"/>
                      <a:pt x="450548" y="160139"/>
                    </a:cubicBezTo>
                    <a:cubicBezTo>
                      <a:pt x="450548" y="159415"/>
                      <a:pt x="450188" y="159415"/>
                      <a:pt x="450188" y="158692"/>
                    </a:cubicBezTo>
                    <a:cubicBezTo>
                      <a:pt x="449829" y="157968"/>
                      <a:pt x="449469" y="158330"/>
                      <a:pt x="449109" y="157968"/>
                    </a:cubicBezTo>
                    <a:cubicBezTo>
                      <a:pt x="449109" y="157606"/>
                      <a:pt x="448750" y="157606"/>
                      <a:pt x="448750" y="157244"/>
                    </a:cubicBezTo>
                    <a:cubicBezTo>
                      <a:pt x="448750" y="157244"/>
                      <a:pt x="446951" y="154349"/>
                      <a:pt x="445872" y="153264"/>
                    </a:cubicBezTo>
                    <a:cubicBezTo>
                      <a:pt x="445872" y="153264"/>
                      <a:pt x="445513" y="153626"/>
                      <a:pt x="444793" y="153626"/>
                    </a:cubicBezTo>
                    <a:cubicBezTo>
                      <a:pt x="444074" y="153264"/>
                      <a:pt x="444074" y="152902"/>
                      <a:pt x="443714" y="152902"/>
                    </a:cubicBezTo>
                    <a:cubicBezTo>
                      <a:pt x="442995" y="152540"/>
                      <a:pt x="443714" y="152540"/>
                      <a:pt x="444074" y="152178"/>
                    </a:cubicBezTo>
                    <a:cubicBezTo>
                      <a:pt x="444074" y="151816"/>
                      <a:pt x="443714" y="151454"/>
                      <a:pt x="443714" y="151093"/>
                    </a:cubicBezTo>
                    <a:cubicBezTo>
                      <a:pt x="443355" y="150731"/>
                      <a:pt x="443355" y="150369"/>
                      <a:pt x="442635" y="150369"/>
                    </a:cubicBezTo>
                    <a:cubicBezTo>
                      <a:pt x="442276" y="150369"/>
                      <a:pt x="442635" y="150731"/>
                      <a:pt x="442276" y="151093"/>
                    </a:cubicBezTo>
                    <a:cubicBezTo>
                      <a:pt x="442276" y="151093"/>
                      <a:pt x="442276" y="151454"/>
                      <a:pt x="441916" y="151816"/>
                    </a:cubicBezTo>
                    <a:cubicBezTo>
                      <a:pt x="441556" y="151816"/>
                      <a:pt x="441556" y="151454"/>
                      <a:pt x="441197" y="151454"/>
                    </a:cubicBezTo>
                    <a:cubicBezTo>
                      <a:pt x="441197" y="151454"/>
                      <a:pt x="440837" y="151454"/>
                      <a:pt x="440837" y="151093"/>
                    </a:cubicBezTo>
                    <a:cubicBezTo>
                      <a:pt x="440837" y="150369"/>
                      <a:pt x="440477" y="150369"/>
                      <a:pt x="440118" y="149645"/>
                    </a:cubicBezTo>
                    <a:cubicBezTo>
                      <a:pt x="440118" y="149283"/>
                      <a:pt x="439039" y="149283"/>
                      <a:pt x="439039" y="148921"/>
                    </a:cubicBezTo>
                    <a:cubicBezTo>
                      <a:pt x="439039" y="148560"/>
                      <a:pt x="439039" y="148921"/>
                      <a:pt x="439398" y="148198"/>
                    </a:cubicBezTo>
                    <a:cubicBezTo>
                      <a:pt x="439398" y="148198"/>
                      <a:pt x="438319" y="147474"/>
                      <a:pt x="437960" y="147836"/>
                    </a:cubicBezTo>
                    <a:cubicBezTo>
                      <a:pt x="437960" y="147836"/>
                      <a:pt x="437240" y="148198"/>
                      <a:pt x="437240" y="148198"/>
                    </a:cubicBezTo>
                    <a:cubicBezTo>
                      <a:pt x="437240" y="148198"/>
                      <a:pt x="437240" y="148198"/>
                      <a:pt x="436881" y="147836"/>
                    </a:cubicBezTo>
                    <a:cubicBezTo>
                      <a:pt x="436881" y="147836"/>
                      <a:pt x="436881" y="147836"/>
                      <a:pt x="436161" y="147836"/>
                    </a:cubicBezTo>
                    <a:cubicBezTo>
                      <a:pt x="436161" y="147836"/>
                      <a:pt x="436161" y="147836"/>
                      <a:pt x="435082" y="148560"/>
                    </a:cubicBezTo>
                    <a:cubicBezTo>
                      <a:pt x="434003" y="149283"/>
                      <a:pt x="434003" y="149283"/>
                      <a:pt x="434003" y="149283"/>
                    </a:cubicBezTo>
                    <a:cubicBezTo>
                      <a:pt x="433643" y="149283"/>
                      <a:pt x="430766" y="150007"/>
                      <a:pt x="430766" y="149645"/>
                    </a:cubicBezTo>
                    <a:cubicBezTo>
                      <a:pt x="431126" y="149645"/>
                      <a:pt x="429687" y="149283"/>
                      <a:pt x="430047" y="148560"/>
                    </a:cubicBezTo>
                    <a:cubicBezTo>
                      <a:pt x="430047" y="147474"/>
                      <a:pt x="430766" y="147474"/>
                      <a:pt x="431126" y="147112"/>
                    </a:cubicBezTo>
                    <a:cubicBezTo>
                      <a:pt x="431485" y="146750"/>
                      <a:pt x="432205" y="147474"/>
                      <a:pt x="432205" y="147474"/>
                    </a:cubicBezTo>
                    <a:cubicBezTo>
                      <a:pt x="432205" y="147474"/>
                      <a:pt x="433284" y="147474"/>
                      <a:pt x="433643" y="147474"/>
                    </a:cubicBezTo>
                    <a:cubicBezTo>
                      <a:pt x="434363" y="147112"/>
                      <a:pt x="434003" y="147112"/>
                      <a:pt x="434363" y="147112"/>
                    </a:cubicBezTo>
                    <a:cubicBezTo>
                      <a:pt x="434723" y="146750"/>
                      <a:pt x="434723" y="146750"/>
                      <a:pt x="435082" y="146388"/>
                    </a:cubicBezTo>
                    <a:cubicBezTo>
                      <a:pt x="435442" y="146027"/>
                      <a:pt x="435082" y="146388"/>
                      <a:pt x="435442" y="145665"/>
                    </a:cubicBezTo>
                    <a:cubicBezTo>
                      <a:pt x="435442" y="144941"/>
                      <a:pt x="434723" y="145303"/>
                      <a:pt x="434363" y="144941"/>
                    </a:cubicBezTo>
                    <a:cubicBezTo>
                      <a:pt x="434003" y="144579"/>
                      <a:pt x="433643" y="144941"/>
                      <a:pt x="433643" y="144579"/>
                    </a:cubicBezTo>
                    <a:cubicBezTo>
                      <a:pt x="433643" y="144579"/>
                      <a:pt x="432564" y="144217"/>
                      <a:pt x="432564" y="144579"/>
                    </a:cubicBezTo>
                    <a:cubicBezTo>
                      <a:pt x="432205" y="144579"/>
                      <a:pt x="431485" y="143855"/>
                      <a:pt x="431126" y="143855"/>
                    </a:cubicBezTo>
                    <a:cubicBezTo>
                      <a:pt x="431126" y="143855"/>
                      <a:pt x="430766" y="143494"/>
                      <a:pt x="431126" y="143132"/>
                    </a:cubicBezTo>
                    <a:cubicBezTo>
                      <a:pt x="431485" y="142770"/>
                      <a:pt x="430766" y="142408"/>
                      <a:pt x="430406" y="142408"/>
                    </a:cubicBezTo>
                    <a:cubicBezTo>
                      <a:pt x="430406" y="142408"/>
                      <a:pt x="429687" y="142408"/>
                      <a:pt x="429327" y="142408"/>
                    </a:cubicBezTo>
                    <a:cubicBezTo>
                      <a:pt x="428968" y="142408"/>
                      <a:pt x="429687" y="142046"/>
                      <a:pt x="429687" y="141684"/>
                    </a:cubicBezTo>
                    <a:cubicBezTo>
                      <a:pt x="429687" y="141322"/>
                      <a:pt x="428968" y="141684"/>
                      <a:pt x="428968" y="141684"/>
                    </a:cubicBezTo>
                    <a:cubicBezTo>
                      <a:pt x="428968" y="141684"/>
                      <a:pt x="428968" y="141322"/>
                      <a:pt x="429327" y="140961"/>
                    </a:cubicBezTo>
                    <a:cubicBezTo>
                      <a:pt x="429327" y="140599"/>
                      <a:pt x="428608" y="140599"/>
                      <a:pt x="428608" y="140237"/>
                    </a:cubicBezTo>
                    <a:cubicBezTo>
                      <a:pt x="428248" y="140237"/>
                      <a:pt x="428248" y="140237"/>
                      <a:pt x="427889" y="140237"/>
                    </a:cubicBezTo>
                    <a:cubicBezTo>
                      <a:pt x="427529" y="140237"/>
                      <a:pt x="426810" y="141322"/>
                      <a:pt x="425371" y="140599"/>
                    </a:cubicBezTo>
                    <a:cubicBezTo>
                      <a:pt x="424292" y="140237"/>
                      <a:pt x="425011" y="140599"/>
                      <a:pt x="425011" y="140237"/>
                    </a:cubicBezTo>
                    <a:cubicBezTo>
                      <a:pt x="425011" y="139875"/>
                      <a:pt x="425371" y="138789"/>
                      <a:pt x="425371" y="138428"/>
                    </a:cubicBezTo>
                    <a:cubicBezTo>
                      <a:pt x="425371" y="138066"/>
                      <a:pt x="425011" y="137704"/>
                      <a:pt x="424652" y="137704"/>
                    </a:cubicBezTo>
                    <a:cubicBezTo>
                      <a:pt x="424652" y="137704"/>
                      <a:pt x="423932" y="137704"/>
                      <a:pt x="423573" y="137704"/>
                    </a:cubicBezTo>
                    <a:cubicBezTo>
                      <a:pt x="423573" y="137342"/>
                      <a:pt x="422853" y="137704"/>
                      <a:pt x="422134" y="137704"/>
                    </a:cubicBezTo>
                    <a:cubicBezTo>
                      <a:pt x="421415" y="137704"/>
                      <a:pt x="421774" y="137704"/>
                      <a:pt x="421774" y="136980"/>
                    </a:cubicBezTo>
                    <a:cubicBezTo>
                      <a:pt x="422134" y="136256"/>
                      <a:pt x="421415" y="136618"/>
                      <a:pt x="421415" y="136618"/>
                    </a:cubicBezTo>
                    <a:cubicBezTo>
                      <a:pt x="421415" y="136256"/>
                      <a:pt x="420695" y="136256"/>
                      <a:pt x="420336" y="136256"/>
                    </a:cubicBezTo>
                    <a:cubicBezTo>
                      <a:pt x="420336" y="136256"/>
                      <a:pt x="420695" y="135895"/>
                      <a:pt x="420695" y="135533"/>
                    </a:cubicBezTo>
                    <a:cubicBezTo>
                      <a:pt x="420695" y="135171"/>
                      <a:pt x="420336" y="135171"/>
                      <a:pt x="419976" y="134809"/>
                    </a:cubicBezTo>
                    <a:cubicBezTo>
                      <a:pt x="419976" y="134447"/>
                      <a:pt x="419976" y="134447"/>
                      <a:pt x="419257" y="135533"/>
                    </a:cubicBezTo>
                    <a:cubicBezTo>
                      <a:pt x="418537" y="136256"/>
                      <a:pt x="418897" y="135533"/>
                      <a:pt x="418537" y="135533"/>
                    </a:cubicBezTo>
                    <a:cubicBezTo>
                      <a:pt x="418178" y="135533"/>
                      <a:pt x="418178" y="135895"/>
                      <a:pt x="417818" y="135895"/>
                    </a:cubicBezTo>
                    <a:cubicBezTo>
                      <a:pt x="417458" y="135895"/>
                      <a:pt x="417818" y="136618"/>
                      <a:pt x="417818" y="136618"/>
                    </a:cubicBezTo>
                    <a:cubicBezTo>
                      <a:pt x="418178" y="136980"/>
                      <a:pt x="418537" y="136618"/>
                      <a:pt x="418897" y="136618"/>
                    </a:cubicBezTo>
                    <a:cubicBezTo>
                      <a:pt x="419616" y="136618"/>
                      <a:pt x="419616" y="136980"/>
                      <a:pt x="419616" y="136980"/>
                    </a:cubicBezTo>
                    <a:cubicBezTo>
                      <a:pt x="419616" y="136980"/>
                      <a:pt x="419616" y="136980"/>
                      <a:pt x="420336" y="137704"/>
                    </a:cubicBezTo>
                    <a:cubicBezTo>
                      <a:pt x="420336" y="137704"/>
                      <a:pt x="420336" y="137704"/>
                      <a:pt x="420695" y="138066"/>
                    </a:cubicBezTo>
                    <a:cubicBezTo>
                      <a:pt x="420695" y="138066"/>
                      <a:pt x="420695" y="138789"/>
                      <a:pt x="420695" y="138789"/>
                    </a:cubicBezTo>
                    <a:cubicBezTo>
                      <a:pt x="420695" y="139151"/>
                      <a:pt x="420695" y="139513"/>
                      <a:pt x="420695" y="139513"/>
                    </a:cubicBezTo>
                    <a:cubicBezTo>
                      <a:pt x="420695" y="139513"/>
                      <a:pt x="421055" y="139875"/>
                      <a:pt x="421055" y="140237"/>
                    </a:cubicBezTo>
                    <a:cubicBezTo>
                      <a:pt x="421055" y="140237"/>
                      <a:pt x="420695" y="140237"/>
                      <a:pt x="419976" y="140237"/>
                    </a:cubicBezTo>
                    <a:cubicBezTo>
                      <a:pt x="419976" y="140237"/>
                      <a:pt x="419616" y="140599"/>
                      <a:pt x="419257" y="140599"/>
                    </a:cubicBezTo>
                    <a:cubicBezTo>
                      <a:pt x="418897" y="140961"/>
                      <a:pt x="418897" y="140961"/>
                      <a:pt x="418178" y="140599"/>
                    </a:cubicBezTo>
                    <a:cubicBezTo>
                      <a:pt x="417818" y="140599"/>
                      <a:pt x="418178" y="140599"/>
                      <a:pt x="417458" y="140237"/>
                    </a:cubicBezTo>
                    <a:cubicBezTo>
                      <a:pt x="417458" y="140237"/>
                      <a:pt x="416739" y="140237"/>
                      <a:pt x="416739" y="140237"/>
                    </a:cubicBezTo>
                    <a:cubicBezTo>
                      <a:pt x="416379" y="140237"/>
                      <a:pt x="415660" y="140237"/>
                      <a:pt x="415300" y="139513"/>
                    </a:cubicBezTo>
                    <a:cubicBezTo>
                      <a:pt x="415300" y="139513"/>
                      <a:pt x="414581" y="139513"/>
                      <a:pt x="414581" y="139513"/>
                    </a:cubicBezTo>
                    <a:cubicBezTo>
                      <a:pt x="414581" y="139513"/>
                      <a:pt x="414581" y="139513"/>
                      <a:pt x="414221" y="139513"/>
                    </a:cubicBezTo>
                    <a:cubicBezTo>
                      <a:pt x="414221" y="139513"/>
                      <a:pt x="414221" y="139513"/>
                      <a:pt x="413502" y="139513"/>
                    </a:cubicBezTo>
                    <a:cubicBezTo>
                      <a:pt x="413502" y="139513"/>
                      <a:pt x="412783" y="139513"/>
                      <a:pt x="412063" y="139151"/>
                    </a:cubicBezTo>
                    <a:cubicBezTo>
                      <a:pt x="412063" y="139151"/>
                      <a:pt x="412063" y="139151"/>
                      <a:pt x="411344" y="138789"/>
                    </a:cubicBezTo>
                    <a:cubicBezTo>
                      <a:pt x="411344" y="138789"/>
                      <a:pt x="410625" y="139151"/>
                      <a:pt x="410265" y="139151"/>
                    </a:cubicBezTo>
                    <a:cubicBezTo>
                      <a:pt x="410265" y="139151"/>
                      <a:pt x="409546" y="139151"/>
                      <a:pt x="409546" y="138789"/>
                    </a:cubicBezTo>
                    <a:cubicBezTo>
                      <a:pt x="409186" y="138789"/>
                      <a:pt x="409186" y="138428"/>
                      <a:pt x="408826" y="138428"/>
                    </a:cubicBezTo>
                    <a:cubicBezTo>
                      <a:pt x="408467" y="138428"/>
                      <a:pt x="408107" y="138789"/>
                      <a:pt x="408107" y="138789"/>
                    </a:cubicBezTo>
                    <a:cubicBezTo>
                      <a:pt x="407747" y="138789"/>
                      <a:pt x="406668" y="139151"/>
                      <a:pt x="406668" y="139151"/>
                    </a:cubicBezTo>
                    <a:cubicBezTo>
                      <a:pt x="405949" y="138789"/>
                      <a:pt x="404510" y="138428"/>
                      <a:pt x="404510" y="138428"/>
                    </a:cubicBezTo>
                    <a:cubicBezTo>
                      <a:pt x="404510" y="138428"/>
                      <a:pt x="404510" y="138428"/>
                      <a:pt x="406309" y="140961"/>
                    </a:cubicBezTo>
                    <a:cubicBezTo>
                      <a:pt x="405589" y="141684"/>
                      <a:pt x="405230" y="142046"/>
                      <a:pt x="403072" y="139875"/>
                    </a:cubicBezTo>
                    <a:cubicBezTo>
                      <a:pt x="403072" y="139875"/>
                      <a:pt x="403072" y="139875"/>
                      <a:pt x="401273" y="139875"/>
                    </a:cubicBezTo>
                    <a:cubicBezTo>
                      <a:pt x="401273" y="139875"/>
                      <a:pt x="401273" y="139875"/>
                      <a:pt x="398396" y="139513"/>
                    </a:cubicBezTo>
                    <a:cubicBezTo>
                      <a:pt x="398396" y="139513"/>
                      <a:pt x="394080" y="139875"/>
                      <a:pt x="393720" y="139513"/>
                    </a:cubicBezTo>
                    <a:cubicBezTo>
                      <a:pt x="393001" y="138789"/>
                      <a:pt x="391203" y="139513"/>
                      <a:pt x="391203" y="139513"/>
                    </a:cubicBezTo>
                    <a:cubicBezTo>
                      <a:pt x="390483" y="139513"/>
                      <a:pt x="388325" y="139875"/>
                      <a:pt x="387606" y="139875"/>
                    </a:cubicBezTo>
                    <a:cubicBezTo>
                      <a:pt x="386886" y="139875"/>
                      <a:pt x="386886" y="139513"/>
                      <a:pt x="385448" y="139151"/>
                    </a:cubicBezTo>
                    <a:cubicBezTo>
                      <a:pt x="384369" y="138789"/>
                      <a:pt x="384728" y="138066"/>
                      <a:pt x="384009" y="136980"/>
                    </a:cubicBezTo>
                    <a:cubicBezTo>
                      <a:pt x="383290" y="136256"/>
                      <a:pt x="383649" y="138428"/>
                      <a:pt x="381132" y="135895"/>
                    </a:cubicBezTo>
                    <a:cubicBezTo>
                      <a:pt x="380053" y="135171"/>
                      <a:pt x="381132" y="135895"/>
                      <a:pt x="377535" y="136980"/>
                    </a:cubicBezTo>
                    <a:cubicBezTo>
                      <a:pt x="374298" y="137704"/>
                      <a:pt x="376816" y="137342"/>
                      <a:pt x="375737" y="136980"/>
                    </a:cubicBezTo>
                    <a:cubicBezTo>
                      <a:pt x="374658" y="136256"/>
                      <a:pt x="375017" y="135895"/>
                      <a:pt x="373938" y="134809"/>
                    </a:cubicBezTo>
                    <a:cubicBezTo>
                      <a:pt x="372859" y="133723"/>
                      <a:pt x="373938" y="134809"/>
                      <a:pt x="371421" y="133723"/>
                    </a:cubicBezTo>
                    <a:cubicBezTo>
                      <a:pt x="370342" y="133362"/>
                      <a:pt x="370342" y="132276"/>
                      <a:pt x="370342" y="129743"/>
                    </a:cubicBezTo>
                    <a:cubicBezTo>
                      <a:pt x="370342" y="129743"/>
                      <a:pt x="370342" y="129743"/>
                      <a:pt x="372500" y="129743"/>
                    </a:cubicBezTo>
                    <a:cubicBezTo>
                      <a:pt x="372500" y="129743"/>
                      <a:pt x="374298" y="130105"/>
                      <a:pt x="376096" y="129381"/>
                    </a:cubicBezTo>
                    <a:cubicBezTo>
                      <a:pt x="376456" y="129381"/>
                      <a:pt x="376816" y="129019"/>
                      <a:pt x="377175" y="129019"/>
                    </a:cubicBezTo>
                    <a:cubicBezTo>
                      <a:pt x="376456" y="129019"/>
                      <a:pt x="375737" y="129381"/>
                      <a:pt x="373219" y="129019"/>
                    </a:cubicBezTo>
                    <a:cubicBezTo>
                      <a:pt x="372500" y="128657"/>
                      <a:pt x="371780" y="129019"/>
                      <a:pt x="371061" y="128657"/>
                    </a:cubicBezTo>
                    <a:cubicBezTo>
                      <a:pt x="370342" y="127934"/>
                      <a:pt x="369982" y="127572"/>
                      <a:pt x="366745" y="125039"/>
                    </a:cubicBezTo>
                    <a:cubicBezTo>
                      <a:pt x="365666" y="123953"/>
                      <a:pt x="366745" y="123591"/>
                      <a:pt x="366745" y="119611"/>
                    </a:cubicBezTo>
                    <a:cubicBezTo>
                      <a:pt x="366745" y="119611"/>
                      <a:pt x="368543" y="118525"/>
                      <a:pt x="368543" y="116716"/>
                    </a:cubicBezTo>
                    <a:cubicBezTo>
                      <a:pt x="368543" y="114907"/>
                      <a:pt x="369622" y="115631"/>
                      <a:pt x="370342" y="113459"/>
                    </a:cubicBezTo>
                    <a:cubicBezTo>
                      <a:pt x="371061" y="111288"/>
                      <a:pt x="371780" y="111650"/>
                      <a:pt x="373219" y="110203"/>
                    </a:cubicBezTo>
                    <a:cubicBezTo>
                      <a:pt x="374658" y="108393"/>
                      <a:pt x="376096" y="108393"/>
                      <a:pt x="376456" y="107308"/>
                    </a:cubicBezTo>
                    <a:cubicBezTo>
                      <a:pt x="376816" y="106584"/>
                      <a:pt x="378974" y="106584"/>
                      <a:pt x="379693" y="105860"/>
                    </a:cubicBezTo>
                    <a:cubicBezTo>
                      <a:pt x="380772" y="105137"/>
                      <a:pt x="382211" y="105499"/>
                      <a:pt x="383649" y="105137"/>
                    </a:cubicBezTo>
                    <a:close/>
                    <a:moveTo>
                      <a:pt x="1466178" y="104775"/>
                    </a:moveTo>
                    <a:cubicBezTo>
                      <a:pt x="1466551" y="104775"/>
                      <a:pt x="1468045" y="104775"/>
                      <a:pt x="1468045" y="104775"/>
                    </a:cubicBezTo>
                    <a:cubicBezTo>
                      <a:pt x="1468045" y="104775"/>
                      <a:pt x="1468045" y="104775"/>
                      <a:pt x="1469166" y="104775"/>
                    </a:cubicBezTo>
                    <a:cubicBezTo>
                      <a:pt x="1469166" y="104775"/>
                      <a:pt x="1469166" y="104775"/>
                      <a:pt x="1470286" y="104775"/>
                    </a:cubicBezTo>
                    <a:cubicBezTo>
                      <a:pt x="1470286" y="104775"/>
                      <a:pt x="1471033" y="104775"/>
                      <a:pt x="1471407" y="105193"/>
                    </a:cubicBezTo>
                    <a:cubicBezTo>
                      <a:pt x="1472154" y="105193"/>
                      <a:pt x="1474022" y="106028"/>
                      <a:pt x="1474022" y="106028"/>
                    </a:cubicBezTo>
                    <a:cubicBezTo>
                      <a:pt x="1474022" y="106028"/>
                      <a:pt x="1474022" y="106028"/>
                      <a:pt x="1476263" y="106864"/>
                    </a:cubicBezTo>
                    <a:cubicBezTo>
                      <a:pt x="1477010" y="107699"/>
                      <a:pt x="1476636" y="107282"/>
                      <a:pt x="1477010" y="107699"/>
                    </a:cubicBezTo>
                    <a:cubicBezTo>
                      <a:pt x="1477010" y="108535"/>
                      <a:pt x="1476263" y="107699"/>
                      <a:pt x="1477010" y="108535"/>
                    </a:cubicBezTo>
                    <a:cubicBezTo>
                      <a:pt x="1477757" y="109371"/>
                      <a:pt x="1478504" y="110624"/>
                      <a:pt x="1478130" y="111042"/>
                    </a:cubicBezTo>
                    <a:cubicBezTo>
                      <a:pt x="1477010" y="112713"/>
                      <a:pt x="1476263" y="112713"/>
                      <a:pt x="1476263" y="112713"/>
                    </a:cubicBezTo>
                    <a:cubicBezTo>
                      <a:pt x="1475142" y="112713"/>
                      <a:pt x="1473275" y="111877"/>
                      <a:pt x="1472154" y="111877"/>
                    </a:cubicBezTo>
                    <a:cubicBezTo>
                      <a:pt x="1471033" y="111877"/>
                      <a:pt x="1470660" y="111460"/>
                      <a:pt x="1469913" y="111877"/>
                    </a:cubicBezTo>
                    <a:cubicBezTo>
                      <a:pt x="1469539" y="112295"/>
                      <a:pt x="1468792" y="112713"/>
                      <a:pt x="1468045" y="111877"/>
                    </a:cubicBezTo>
                    <a:cubicBezTo>
                      <a:pt x="1467298" y="111460"/>
                      <a:pt x="1467298" y="111042"/>
                      <a:pt x="1466551" y="111042"/>
                    </a:cubicBezTo>
                    <a:cubicBezTo>
                      <a:pt x="1466178" y="111042"/>
                      <a:pt x="1465430" y="110624"/>
                      <a:pt x="1465430" y="110624"/>
                    </a:cubicBezTo>
                    <a:cubicBezTo>
                      <a:pt x="1465430" y="110624"/>
                      <a:pt x="1464683" y="109371"/>
                      <a:pt x="1463936" y="109788"/>
                    </a:cubicBezTo>
                    <a:cubicBezTo>
                      <a:pt x="1462816" y="109788"/>
                      <a:pt x="1463936" y="108953"/>
                      <a:pt x="1462816" y="109788"/>
                    </a:cubicBezTo>
                    <a:cubicBezTo>
                      <a:pt x="1461695" y="111042"/>
                      <a:pt x="1461322" y="111460"/>
                      <a:pt x="1460948" y="111460"/>
                    </a:cubicBezTo>
                    <a:cubicBezTo>
                      <a:pt x="1460201" y="111460"/>
                      <a:pt x="1460201" y="111460"/>
                      <a:pt x="1459828" y="111042"/>
                    </a:cubicBezTo>
                    <a:cubicBezTo>
                      <a:pt x="1459454" y="111042"/>
                      <a:pt x="1459454" y="110206"/>
                      <a:pt x="1460201" y="109371"/>
                    </a:cubicBezTo>
                    <a:cubicBezTo>
                      <a:pt x="1460575" y="108953"/>
                      <a:pt x="1461322" y="109371"/>
                      <a:pt x="1462069" y="109371"/>
                    </a:cubicBezTo>
                    <a:cubicBezTo>
                      <a:pt x="1463563" y="108535"/>
                      <a:pt x="1463936" y="107699"/>
                      <a:pt x="1463936" y="107699"/>
                    </a:cubicBezTo>
                    <a:cubicBezTo>
                      <a:pt x="1465057" y="106028"/>
                      <a:pt x="1464683" y="105610"/>
                      <a:pt x="1465057" y="105610"/>
                    </a:cubicBezTo>
                    <a:cubicBezTo>
                      <a:pt x="1465430" y="105610"/>
                      <a:pt x="1466178" y="104775"/>
                      <a:pt x="1466178" y="104775"/>
                    </a:cubicBezTo>
                    <a:close/>
                    <a:moveTo>
                      <a:pt x="294386" y="104775"/>
                    </a:moveTo>
                    <a:cubicBezTo>
                      <a:pt x="295464" y="104775"/>
                      <a:pt x="295823" y="105513"/>
                      <a:pt x="296542" y="105513"/>
                    </a:cubicBezTo>
                    <a:cubicBezTo>
                      <a:pt x="296901" y="105513"/>
                      <a:pt x="296901" y="106252"/>
                      <a:pt x="296901" y="106252"/>
                    </a:cubicBezTo>
                    <a:cubicBezTo>
                      <a:pt x="296901" y="106252"/>
                      <a:pt x="297261" y="106990"/>
                      <a:pt x="297620" y="108098"/>
                    </a:cubicBezTo>
                    <a:cubicBezTo>
                      <a:pt x="297979" y="109205"/>
                      <a:pt x="297620" y="108836"/>
                      <a:pt x="297620" y="109205"/>
                    </a:cubicBezTo>
                    <a:cubicBezTo>
                      <a:pt x="297620" y="109943"/>
                      <a:pt x="296901" y="109943"/>
                      <a:pt x="296183" y="110682"/>
                    </a:cubicBezTo>
                    <a:cubicBezTo>
                      <a:pt x="295464" y="111420"/>
                      <a:pt x="295823" y="111420"/>
                      <a:pt x="295464" y="112159"/>
                    </a:cubicBezTo>
                    <a:cubicBezTo>
                      <a:pt x="294745" y="112897"/>
                      <a:pt x="294386" y="112897"/>
                      <a:pt x="294386" y="112897"/>
                    </a:cubicBezTo>
                    <a:cubicBezTo>
                      <a:pt x="294386" y="112897"/>
                      <a:pt x="293308" y="113266"/>
                      <a:pt x="292590" y="112897"/>
                    </a:cubicBezTo>
                    <a:cubicBezTo>
                      <a:pt x="292230" y="112897"/>
                      <a:pt x="292590" y="113635"/>
                      <a:pt x="293308" y="113635"/>
                    </a:cubicBezTo>
                    <a:cubicBezTo>
                      <a:pt x="293668" y="114005"/>
                      <a:pt x="293668" y="114374"/>
                      <a:pt x="293668" y="115112"/>
                    </a:cubicBezTo>
                    <a:cubicBezTo>
                      <a:pt x="293308" y="115481"/>
                      <a:pt x="294027" y="115850"/>
                      <a:pt x="294027" y="117327"/>
                    </a:cubicBezTo>
                    <a:cubicBezTo>
                      <a:pt x="294027" y="118435"/>
                      <a:pt x="294386" y="118804"/>
                      <a:pt x="295105" y="119173"/>
                    </a:cubicBezTo>
                    <a:cubicBezTo>
                      <a:pt x="295464" y="119912"/>
                      <a:pt x="295464" y="120281"/>
                      <a:pt x="295823" y="120650"/>
                    </a:cubicBezTo>
                    <a:cubicBezTo>
                      <a:pt x="296183" y="120650"/>
                      <a:pt x="296542" y="122127"/>
                      <a:pt x="297261" y="122496"/>
                    </a:cubicBezTo>
                    <a:cubicBezTo>
                      <a:pt x="297979" y="123234"/>
                      <a:pt x="297979" y="123973"/>
                      <a:pt x="298698" y="124342"/>
                    </a:cubicBezTo>
                    <a:cubicBezTo>
                      <a:pt x="299417" y="124711"/>
                      <a:pt x="298698" y="126188"/>
                      <a:pt x="298698" y="126926"/>
                    </a:cubicBezTo>
                    <a:cubicBezTo>
                      <a:pt x="299057" y="127295"/>
                      <a:pt x="298339" y="127664"/>
                      <a:pt x="297979" y="127664"/>
                    </a:cubicBezTo>
                    <a:cubicBezTo>
                      <a:pt x="297620" y="127664"/>
                      <a:pt x="297620" y="128403"/>
                      <a:pt x="297620" y="129141"/>
                    </a:cubicBezTo>
                    <a:cubicBezTo>
                      <a:pt x="297620" y="130249"/>
                      <a:pt x="298698" y="130249"/>
                      <a:pt x="299776" y="130249"/>
                    </a:cubicBezTo>
                    <a:cubicBezTo>
                      <a:pt x="300494" y="129880"/>
                      <a:pt x="300494" y="131725"/>
                      <a:pt x="300494" y="131725"/>
                    </a:cubicBezTo>
                    <a:cubicBezTo>
                      <a:pt x="300494" y="131725"/>
                      <a:pt x="301572" y="133202"/>
                      <a:pt x="302291" y="133571"/>
                    </a:cubicBezTo>
                    <a:cubicBezTo>
                      <a:pt x="303010" y="133941"/>
                      <a:pt x="303369" y="133571"/>
                      <a:pt x="304447" y="132833"/>
                    </a:cubicBezTo>
                    <a:cubicBezTo>
                      <a:pt x="305525" y="132095"/>
                      <a:pt x="304806" y="133202"/>
                      <a:pt x="305166" y="133571"/>
                    </a:cubicBezTo>
                    <a:cubicBezTo>
                      <a:pt x="305884" y="133571"/>
                      <a:pt x="305525" y="134310"/>
                      <a:pt x="306603" y="134310"/>
                    </a:cubicBezTo>
                    <a:cubicBezTo>
                      <a:pt x="307681" y="134310"/>
                      <a:pt x="306962" y="135417"/>
                      <a:pt x="307681" y="135417"/>
                    </a:cubicBezTo>
                    <a:cubicBezTo>
                      <a:pt x="308040" y="135787"/>
                      <a:pt x="308040" y="136156"/>
                      <a:pt x="308040" y="136156"/>
                    </a:cubicBezTo>
                    <a:cubicBezTo>
                      <a:pt x="308040" y="136156"/>
                      <a:pt x="309477" y="136525"/>
                      <a:pt x="310196" y="136156"/>
                    </a:cubicBezTo>
                    <a:cubicBezTo>
                      <a:pt x="310915" y="135787"/>
                      <a:pt x="310555" y="136525"/>
                      <a:pt x="310915" y="136894"/>
                    </a:cubicBezTo>
                    <a:cubicBezTo>
                      <a:pt x="311274" y="137263"/>
                      <a:pt x="311274" y="137263"/>
                      <a:pt x="311274" y="137632"/>
                    </a:cubicBezTo>
                    <a:cubicBezTo>
                      <a:pt x="311633" y="137632"/>
                      <a:pt x="312352" y="138002"/>
                      <a:pt x="313070" y="138002"/>
                    </a:cubicBezTo>
                    <a:cubicBezTo>
                      <a:pt x="314148" y="138002"/>
                      <a:pt x="314148" y="138371"/>
                      <a:pt x="314508" y="138371"/>
                    </a:cubicBezTo>
                    <a:cubicBezTo>
                      <a:pt x="314867" y="138371"/>
                      <a:pt x="314867" y="139848"/>
                      <a:pt x="314867" y="140217"/>
                    </a:cubicBezTo>
                    <a:cubicBezTo>
                      <a:pt x="314867" y="140586"/>
                      <a:pt x="314867" y="141324"/>
                      <a:pt x="314508" y="142063"/>
                    </a:cubicBezTo>
                    <a:cubicBezTo>
                      <a:pt x="314508" y="142432"/>
                      <a:pt x="314148" y="142063"/>
                      <a:pt x="313789" y="142063"/>
                    </a:cubicBezTo>
                    <a:cubicBezTo>
                      <a:pt x="313070" y="141693"/>
                      <a:pt x="312352" y="142063"/>
                      <a:pt x="311633" y="141693"/>
                    </a:cubicBezTo>
                    <a:cubicBezTo>
                      <a:pt x="310915" y="141324"/>
                      <a:pt x="310915" y="142063"/>
                      <a:pt x="310555" y="141693"/>
                    </a:cubicBezTo>
                    <a:cubicBezTo>
                      <a:pt x="309837" y="141324"/>
                      <a:pt x="309837" y="141693"/>
                      <a:pt x="309837" y="140955"/>
                    </a:cubicBezTo>
                    <a:cubicBezTo>
                      <a:pt x="309477" y="140217"/>
                      <a:pt x="309118" y="140955"/>
                      <a:pt x="308399" y="140955"/>
                    </a:cubicBezTo>
                    <a:cubicBezTo>
                      <a:pt x="308040" y="140955"/>
                      <a:pt x="307681" y="140955"/>
                      <a:pt x="306962" y="140955"/>
                    </a:cubicBezTo>
                    <a:cubicBezTo>
                      <a:pt x="306603" y="141324"/>
                      <a:pt x="306603" y="142063"/>
                      <a:pt x="306603" y="142801"/>
                    </a:cubicBezTo>
                    <a:cubicBezTo>
                      <a:pt x="306603" y="143539"/>
                      <a:pt x="306603" y="142801"/>
                      <a:pt x="306603" y="143170"/>
                    </a:cubicBezTo>
                    <a:cubicBezTo>
                      <a:pt x="306603" y="143539"/>
                      <a:pt x="305884" y="143539"/>
                      <a:pt x="305166" y="143170"/>
                    </a:cubicBezTo>
                    <a:cubicBezTo>
                      <a:pt x="304447" y="142801"/>
                      <a:pt x="304088" y="143539"/>
                      <a:pt x="304088" y="143539"/>
                    </a:cubicBezTo>
                    <a:cubicBezTo>
                      <a:pt x="304088" y="143539"/>
                      <a:pt x="304806" y="143539"/>
                      <a:pt x="305166" y="143909"/>
                    </a:cubicBezTo>
                    <a:cubicBezTo>
                      <a:pt x="305884" y="143909"/>
                      <a:pt x="305525" y="144278"/>
                      <a:pt x="305166" y="144647"/>
                    </a:cubicBezTo>
                    <a:cubicBezTo>
                      <a:pt x="304806" y="145016"/>
                      <a:pt x="305166" y="145385"/>
                      <a:pt x="305166" y="145385"/>
                    </a:cubicBezTo>
                    <a:cubicBezTo>
                      <a:pt x="305166" y="145385"/>
                      <a:pt x="305525" y="145016"/>
                      <a:pt x="306243" y="144278"/>
                    </a:cubicBezTo>
                    <a:cubicBezTo>
                      <a:pt x="307321" y="143539"/>
                      <a:pt x="306603" y="144278"/>
                      <a:pt x="307321" y="143909"/>
                    </a:cubicBezTo>
                    <a:cubicBezTo>
                      <a:pt x="307681" y="143539"/>
                      <a:pt x="308759" y="144278"/>
                      <a:pt x="308759" y="144278"/>
                    </a:cubicBezTo>
                    <a:cubicBezTo>
                      <a:pt x="308759" y="144278"/>
                      <a:pt x="309118" y="144647"/>
                      <a:pt x="309477" y="145385"/>
                    </a:cubicBezTo>
                    <a:cubicBezTo>
                      <a:pt x="309477" y="145385"/>
                      <a:pt x="309837" y="146493"/>
                      <a:pt x="310915" y="146493"/>
                    </a:cubicBezTo>
                    <a:cubicBezTo>
                      <a:pt x="310915" y="146493"/>
                      <a:pt x="310915" y="146862"/>
                      <a:pt x="310915" y="147231"/>
                    </a:cubicBezTo>
                    <a:cubicBezTo>
                      <a:pt x="310915" y="147600"/>
                      <a:pt x="310555" y="147231"/>
                      <a:pt x="309837" y="147600"/>
                    </a:cubicBezTo>
                    <a:cubicBezTo>
                      <a:pt x="309118" y="147970"/>
                      <a:pt x="309118" y="147970"/>
                      <a:pt x="308759" y="148339"/>
                    </a:cubicBezTo>
                    <a:cubicBezTo>
                      <a:pt x="308759" y="148339"/>
                      <a:pt x="308399" y="148708"/>
                      <a:pt x="307681" y="148708"/>
                    </a:cubicBezTo>
                    <a:cubicBezTo>
                      <a:pt x="307321" y="148708"/>
                      <a:pt x="306603" y="149077"/>
                      <a:pt x="306603" y="149077"/>
                    </a:cubicBezTo>
                    <a:cubicBezTo>
                      <a:pt x="306603" y="149077"/>
                      <a:pt x="305166" y="149446"/>
                      <a:pt x="304806" y="149446"/>
                    </a:cubicBezTo>
                    <a:cubicBezTo>
                      <a:pt x="304447" y="149446"/>
                      <a:pt x="301572" y="149816"/>
                      <a:pt x="300494" y="149077"/>
                    </a:cubicBezTo>
                    <a:cubicBezTo>
                      <a:pt x="299417" y="148708"/>
                      <a:pt x="299417" y="149077"/>
                      <a:pt x="299057" y="149077"/>
                    </a:cubicBezTo>
                    <a:cubicBezTo>
                      <a:pt x="299057" y="148708"/>
                      <a:pt x="298339" y="148708"/>
                      <a:pt x="297979" y="148708"/>
                    </a:cubicBezTo>
                    <a:cubicBezTo>
                      <a:pt x="297620" y="148708"/>
                      <a:pt x="297620" y="149077"/>
                      <a:pt x="296901" y="149446"/>
                    </a:cubicBezTo>
                    <a:cubicBezTo>
                      <a:pt x="296183" y="149446"/>
                      <a:pt x="296183" y="149446"/>
                      <a:pt x="295823" y="149077"/>
                    </a:cubicBezTo>
                    <a:cubicBezTo>
                      <a:pt x="295823" y="148708"/>
                      <a:pt x="294745" y="148708"/>
                      <a:pt x="294386" y="147600"/>
                    </a:cubicBezTo>
                    <a:cubicBezTo>
                      <a:pt x="294027" y="146862"/>
                      <a:pt x="293668" y="147231"/>
                      <a:pt x="292949" y="146493"/>
                    </a:cubicBezTo>
                    <a:cubicBezTo>
                      <a:pt x="292949" y="146493"/>
                      <a:pt x="291512" y="146493"/>
                      <a:pt x="291152" y="146493"/>
                    </a:cubicBezTo>
                    <a:cubicBezTo>
                      <a:pt x="290793" y="146493"/>
                      <a:pt x="289715" y="146493"/>
                      <a:pt x="289356" y="146493"/>
                    </a:cubicBezTo>
                    <a:cubicBezTo>
                      <a:pt x="288996" y="146493"/>
                      <a:pt x="288996" y="146124"/>
                      <a:pt x="289356" y="145385"/>
                    </a:cubicBezTo>
                    <a:cubicBezTo>
                      <a:pt x="289356" y="144278"/>
                      <a:pt x="288996" y="145016"/>
                      <a:pt x="287919" y="144278"/>
                    </a:cubicBezTo>
                    <a:cubicBezTo>
                      <a:pt x="287919" y="144278"/>
                      <a:pt x="286841" y="145016"/>
                      <a:pt x="286481" y="145016"/>
                    </a:cubicBezTo>
                    <a:cubicBezTo>
                      <a:pt x="286481" y="145385"/>
                      <a:pt x="286122" y="146493"/>
                      <a:pt x="286122" y="146493"/>
                    </a:cubicBezTo>
                    <a:cubicBezTo>
                      <a:pt x="286122" y="146493"/>
                      <a:pt x="286122" y="146493"/>
                      <a:pt x="285044" y="147231"/>
                    </a:cubicBezTo>
                    <a:cubicBezTo>
                      <a:pt x="285044" y="147231"/>
                      <a:pt x="283607" y="147970"/>
                      <a:pt x="283247" y="147970"/>
                    </a:cubicBezTo>
                    <a:cubicBezTo>
                      <a:pt x="282888" y="147970"/>
                      <a:pt x="283247" y="147970"/>
                      <a:pt x="281451" y="148339"/>
                    </a:cubicBezTo>
                    <a:cubicBezTo>
                      <a:pt x="280014" y="149077"/>
                      <a:pt x="280014" y="148708"/>
                      <a:pt x="278936" y="149077"/>
                    </a:cubicBezTo>
                    <a:cubicBezTo>
                      <a:pt x="278576" y="149077"/>
                      <a:pt x="278217" y="149446"/>
                      <a:pt x="277858" y="149816"/>
                    </a:cubicBezTo>
                    <a:cubicBezTo>
                      <a:pt x="277498" y="150185"/>
                      <a:pt x="275702" y="150554"/>
                      <a:pt x="275702" y="150554"/>
                    </a:cubicBezTo>
                    <a:cubicBezTo>
                      <a:pt x="275702" y="150554"/>
                      <a:pt x="275702" y="150554"/>
                      <a:pt x="272468" y="150923"/>
                    </a:cubicBezTo>
                    <a:cubicBezTo>
                      <a:pt x="272468" y="150923"/>
                      <a:pt x="269953" y="151292"/>
                      <a:pt x="266719" y="151292"/>
                    </a:cubicBezTo>
                    <a:cubicBezTo>
                      <a:pt x="263845" y="151292"/>
                      <a:pt x="265641" y="151662"/>
                      <a:pt x="264923" y="151662"/>
                    </a:cubicBezTo>
                    <a:cubicBezTo>
                      <a:pt x="264204" y="151662"/>
                      <a:pt x="264204" y="152031"/>
                      <a:pt x="264204" y="152031"/>
                    </a:cubicBezTo>
                    <a:cubicBezTo>
                      <a:pt x="264204" y="152031"/>
                      <a:pt x="262048" y="152031"/>
                      <a:pt x="261329" y="152031"/>
                    </a:cubicBezTo>
                    <a:cubicBezTo>
                      <a:pt x="260611" y="151662"/>
                      <a:pt x="260251" y="152031"/>
                      <a:pt x="260251" y="152031"/>
                    </a:cubicBezTo>
                    <a:cubicBezTo>
                      <a:pt x="260251" y="152031"/>
                      <a:pt x="258455" y="152400"/>
                      <a:pt x="258096" y="152031"/>
                    </a:cubicBezTo>
                    <a:cubicBezTo>
                      <a:pt x="257736" y="151662"/>
                      <a:pt x="257018" y="152031"/>
                      <a:pt x="256658" y="151662"/>
                    </a:cubicBezTo>
                    <a:cubicBezTo>
                      <a:pt x="256658" y="151292"/>
                      <a:pt x="256299" y="151292"/>
                      <a:pt x="255580" y="150554"/>
                    </a:cubicBezTo>
                    <a:cubicBezTo>
                      <a:pt x="255221" y="150185"/>
                      <a:pt x="255221" y="150554"/>
                      <a:pt x="254862" y="150554"/>
                    </a:cubicBezTo>
                    <a:cubicBezTo>
                      <a:pt x="254502" y="150185"/>
                      <a:pt x="254502" y="150554"/>
                      <a:pt x="254502" y="149816"/>
                    </a:cubicBezTo>
                    <a:cubicBezTo>
                      <a:pt x="254502" y="149077"/>
                      <a:pt x="254502" y="149077"/>
                      <a:pt x="254502" y="148339"/>
                    </a:cubicBezTo>
                    <a:cubicBezTo>
                      <a:pt x="254502" y="147970"/>
                      <a:pt x="254502" y="147231"/>
                      <a:pt x="254502" y="146862"/>
                    </a:cubicBezTo>
                    <a:cubicBezTo>
                      <a:pt x="254143" y="146493"/>
                      <a:pt x="253784" y="146493"/>
                      <a:pt x="253425" y="146124"/>
                    </a:cubicBezTo>
                    <a:cubicBezTo>
                      <a:pt x="253065" y="146124"/>
                      <a:pt x="253065" y="146493"/>
                      <a:pt x="252347" y="146493"/>
                    </a:cubicBezTo>
                    <a:cubicBezTo>
                      <a:pt x="251628" y="146493"/>
                      <a:pt x="250909" y="146493"/>
                      <a:pt x="250550" y="146124"/>
                    </a:cubicBezTo>
                    <a:cubicBezTo>
                      <a:pt x="250191" y="145755"/>
                      <a:pt x="249831" y="146493"/>
                      <a:pt x="249472" y="146862"/>
                    </a:cubicBezTo>
                    <a:cubicBezTo>
                      <a:pt x="249113" y="147231"/>
                      <a:pt x="247316" y="146124"/>
                      <a:pt x="246957" y="145755"/>
                    </a:cubicBezTo>
                    <a:cubicBezTo>
                      <a:pt x="246598" y="145755"/>
                      <a:pt x="245160" y="146124"/>
                      <a:pt x="244082" y="145755"/>
                    </a:cubicBezTo>
                    <a:cubicBezTo>
                      <a:pt x="242645" y="145385"/>
                      <a:pt x="243004" y="145385"/>
                      <a:pt x="242645" y="145016"/>
                    </a:cubicBezTo>
                    <a:cubicBezTo>
                      <a:pt x="242645" y="144647"/>
                      <a:pt x="241927" y="144278"/>
                      <a:pt x="241567" y="144278"/>
                    </a:cubicBezTo>
                    <a:cubicBezTo>
                      <a:pt x="241208" y="144278"/>
                      <a:pt x="239771" y="143539"/>
                      <a:pt x="238333" y="142063"/>
                    </a:cubicBezTo>
                    <a:cubicBezTo>
                      <a:pt x="238333" y="141693"/>
                      <a:pt x="238333" y="141324"/>
                      <a:pt x="237255" y="139848"/>
                    </a:cubicBezTo>
                    <a:cubicBezTo>
                      <a:pt x="236537" y="138371"/>
                      <a:pt x="237255" y="139109"/>
                      <a:pt x="237255" y="138371"/>
                    </a:cubicBezTo>
                    <a:cubicBezTo>
                      <a:pt x="237255" y="138002"/>
                      <a:pt x="237255" y="138371"/>
                      <a:pt x="237974" y="138002"/>
                    </a:cubicBezTo>
                    <a:cubicBezTo>
                      <a:pt x="238693" y="137263"/>
                      <a:pt x="239052" y="138002"/>
                      <a:pt x="239771" y="137263"/>
                    </a:cubicBezTo>
                    <a:cubicBezTo>
                      <a:pt x="240849" y="136894"/>
                      <a:pt x="240849" y="137632"/>
                      <a:pt x="241927" y="137263"/>
                    </a:cubicBezTo>
                    <a:cubicBezTo>
                      <a:pt x="243364" y="136894"/>
                      <a:pt x="244082" y="137263"/>
                      <a:pt x="245879" y="136894"/>
                    </a:cubicBezTo>
                    <a:cubicBezTo>
                      <a:pt x="247676" y="136156"/>
                      <a:pt x="246957" y="137263"/>
                      <a:pt x="247676" y="136894"/>
                    </a:cubicBezTo>
                    <a:cubicBezTo>
                      <a:pt x="248753" y="136894"/>
                      <a:pt x="249472" y="136894"/>
                      <a:pt x="250191" y="136525"/>
                    </a:cubicBezTo>
                    <a:cubicBezTo>
                      <a:pt x="251269" y="136156"/>
                      <a:pt x="251628" y="136894"/>
                      <a:pt x="252706" y="136525"/>
                    </a:cubicBezTo>
                    <a:cubicBezTo>
                      <a:pt x="253784" y="136525"/>
                      <a:pt x="254502" y="136525"/>
                      <a:pt x="256299" y="136156"/>
                    </a:cubicBezTo>
                    <a:cubicBezTo>
                      <a:pt x="257736" y="136156"/>
                      <a:pt x="258096" y="136525"/>
                      <a:pt x="258814" y="136525"/>
                    </a:cubicBezTo>
                    <a:cubicBezTo>
                      <a:pt x="259533" y="136894"/>
                      <a:pt x="260611" y="136156"/>
                      <a:pt x="261329" y="135787"/>
                    </a:cubicBezTo>
                    <a:cubicBezTo>
                      <a:pt x="262048" y="135417"/>
                      <a:pt x="260611" y="134679"/>
                      <a:pt x="259892" y="134679"/>
                    </a:cubicBezTo>
                    <a:cubicBezTo>
                      <a:pt x="259533" y="134310"/>
                      <a:pt x="256658" y="134310"/>
                      <a:pt x="255940" y="134310"/>
                    </a:cubicBezTo>
                    <a:cubicBezTo>
                      <a:pt x="255221" y="133941"/>
                      <a:pt x="253425" y="133571"/>
                      <a:pt x="252706" y="133202"/>
                    </a:cubicBezTo>
                    <a:cubicBezTo>
                      <a:pt x="251987" y="133202"/>
                      <a:pt x="250550" y="133571"/>
                      <a:pt x="250550" y="133571"/>
                    </a:cubicBezTo>
                    <a:cubicBezTo>
                      <a:pt x="250191" y="133941"/>
                      <a:pt x="248035" y="133941"/>
                      <a:pt x="247676" y="133941"/>
                    </a:cubicBezTo>
                    <a:cubicBezTo>
                      <a:pt x="247316" y="133571"/>
                      <a:pt x="246238" y="133941"/>
                      <a:pt x="245520" y="133941"/>
                    </a:cubicBezTo>
                    <a:cubicBezTo>
                      <a:pt x="245160" y="133571"/>
                      <a:pt x="243723" y="133571"/>
                      <a:pt x="242286" y="133571"/>
                    </a:cubicBezTo>
                    <a:cubicBezTo>
                      <a:pt x="241208" y="133571"/>
                      <a:pt x="241208" y="133941"/>
                      <a:pt x="240489" y="133941"/>
                    </a:cubicBezTo>
                    <a:cubicBezTo>
                      <a:pt x="239771" y="134310"/>
                      <a:pt x="239052" y="134310"/>
                      <a:pt x="238333" y="134310"/>
                    </a:cubicBezTo>
                    <a:cubicBezTo>
                      <a:pt x="237615" y="134310"/>
                      <a:pt x="237255" y="134310"/>
                      <a:pt x="237255" y="134310"/>
                    </a:cubicBezTo>
                    <a:cubicBezTo>
                      <a:pt x="237255" y="134310"/>
                      <a:pt x="235459" y="133571"/>
                      <a:pt x="234381" y="132833"/>
                    </a:cubicBezTo>
                    <a:cubicBezTo>
                      <a:pt x="233303" y="132095"/>
                      <a:pt x="232225" y="132095"/>
                      <a:pt x="231866" y="131725"/>
                    </a:cubicBezTo>
                    <a:cubicBezTo>
                      <a:pt x="231506" y="130987"/>
                      <a:pt x="232225" y="130618"/>
                      <a:pt x="232944" y="129880"/>
                    </a:cubicBezTo>
                    <a:cubicBezTo>
                      <a:pt x="233662" y="129141"/>
                      <a:pt x="234022" y="129510"/>
                      <a:pt x="235459" y="129141"/>
                    </a:cubicBezTo>
                    <a:cubicBezTo>
                      <a:pt x="236896" y="128403"/>
                      <a:pt x="236178" y="129141"/>
                      <a:pt x="236896" y="128772"/>
                    </a:cubicBezTo>
                    <a:cubicBezTo>
                      <a:pt x="237615" y="128772"/>
                      <a:pt x="237974" y="128403"/>
                      <a:pt x="239052" y="128034"/>
                    </a:cubicBezTo>
                    <a:cubicBezTo>
                      <a:pt x="240130" y="127664"/>
                      <a:pt x="239771" y="128034"/>
                      <a:pt x="240849" y="127664"/>
                    </a:cubicBezTo>
                    <a:cubicBezTo>
                      <a:pt x="241927" y="127295"/>
                      <a:pt x="242286" y="127295"/>
                      <a:pt x="243364" y="126926"/>
                    </a:cubicBezTo>
                    <a:cubicBezTo>
                      <a:pt x="244082" y="126926"/>
                      <a:pt x="245160" y="126557"/>
                      <a:pt x="245520" y="125818"/>
                    </a:cubicBezTo>
                    <a:cubicBezTo>
                      <a:pt x="246238" y="125080"/>
                      <a:pt x="245160" y="125818"/>
                      <a:pt x="244801" y="125818"/>
                    </a:cubicBezTo>
                    <a:cubicBezTo>
                      <a:pt x="244442" y="125449"/>
                      <a:pt x="243364" y="125818"/>
                      <a:pt x="242645" y="125818"/>
                    </a:cubicBezTo>
                    <a:cubicBezTo>
                      <a:pt x="242286" y="125818"/>
                      <a:pt x="240849" y="126188"/>
                      <a:pt x="240130" y="126188"/>
                    </a:cubicBezTo>
                    <a:cubicBezTo>
                      <a:pt x="239411" y="126188"/>
                      <a:pt x="239052" y="126557"/>
                      <a:pt x="237974" y="126557"/>
                    </a:cubicBezTo>
                    <a:cubicBezTo>
                      <a:pt x="237615" y="126557"/>
                      <a:pt x="236896" y="126926"/>
                      <a:pt x="235818" y="127295"/>
                    </a:cubicBezTo>
                    <a:cubicBezTo>
                      <a:pt x="234740" y="127295"/>
                      <a:pt x="234740" y="127295"/>
                      <a:pt x="234381" y="126926"/>
                    </a:cubicBezTo>
                    <a:cubicBezTo>
                      <a:pt x="233662" y="126557"/>
                      <a:pt x="233303" y="126188"/>
                      <a:pt x="233303" y="126188"/>
                    </a:cubicBezTo>
                    <a:cubicBezTo>
                      <a:pt x="233662" y="125818"/>
                      <a:pt x="234381" y="125818"/>
                      <a:pt x="234740" y="124711"/>
                    </a:cubicBezTo>
                    <a:cubicBezTo>
                      <a:pt x="234740" y="124342"/>
                      <a:pt x="232944" y="125080"/>
                      <a:pt x="232944" y="124711"/>
                    </a:cubicBezTo>
                    <a:cubicBezTo>
                      <a:pt x="232584" y="124711"/>
                      <a:pt x="232225" y="125080"/>
                      <a:pt x="230069" y="125080"/>
                    </a:cubicBezTo>
                    <a:cubicBezTo>
                      <a:pt x="227554" y="125080"/>
                      <a:pt x="229351" y="124711"/>
                      <a:pt x="228632" y="124342"/>
                    </a:cubicBezTo>
                    <a:cubicBezTo>
                      <a:pt x="227913" y="123603"/>
                      <a:pt x="228632" y="124342"/>
                      <a:pt x="228991" y="122865"/>
                    </a:cubicBezTo>
                    <a:cubicBezTo>
                      <a:pt x="229351" y="121388"/>
                      <a:pt x="228991" y="122496"/>
                      <a:pt x="229351" y="121388"/>
                    </a:cubicBezTo>
                    <a:cubicBezTo>
                      <a:pt x="229710" y="120650"/>
                      <a:pt x="229351" y="121019"/>
                      <a:pt x="230429" y="120650"/>
                    </a:cubicBezTo>
                    <a:cubicBezTo>
                      <a:pt x="231506" y="120281"/>
                      <a:pt x="230429" y="120650"/>
                      <a:pt x="231506" y="120281"/>
                    </a:cubicBezTo>
                    <a:cubicBezTo>
                      <a:pt x="231866" y="120281"/>
                      <a:pt x="233662" y="119173"/>
                      <a:pt x="233662" y="119173"/>
                    </a:cubicBezTo>
                    <a:cubicBezTo>
                      <a:pt x="233662" y="119173"/>
                      <a:pt x="232944" y="119173"/>
                      <a:pt x="232225" y="118435"/>
                    </a:cubicBezTo>
                    <a:cubicBezTo>
                      <a:pt x="231147" y="117696"/>
                      <a:pt x="232225" y="118435"/>
                      <a:pt x="231147" y="117696"/>
                    </a:cubicBezTo>
                    <a:cubicBezTo>
                      <a:pt x="231147" y="117696"/>
                      <a:pt x="231147" y="117327"/>
                      <a:pt x="232584" y="115850"/>
                    </a:cubicBezTo>
                    <a:cubicBezTo>
                      <a:pt x="232944" y="115481"/>
                      <a:pt x="232944" y="115850"/>
                      <a:pt x="234022" y="114743"/>
                    </a:cubicBezTo>
                    <a:cubicBezTo>
                      <a:pt x="235100" y="113635"/>
                      <a:pt x="234740" y="114374"/>
                      <a:pt x="235100" y="113635"/>
                    </a:cubicBezTo>
                    <a:cubicBezTo>
                      <a:pt x="235818" y="113266"/>
                      <a:pt x="236178" y="113635"/>
                      <a:pt x="236896" y="113266"/>
                    </a:cubicBezTo>
                    <a:cubicBezTo>
                      <a:pt x="237615" y="112897"/>
                      <a:pt x="237615" y="113266"/>
                      <a:pt x="237974" y="112897"/>
                    </a:cubicBezTo>
                    <a:cubicBezTo>
                      <a:pt x="237974" y="112897"/>
                      <a:pt x="238333" y="112897"/>
                      <a:pt x="239411" y="112159"/>
                    </a:cubicBezTo>
                    <a:cubicBezTo>
                      <a:pt x="240130" y="111420"/>
                      <a:pt x="239771" y="112159"/>
                      <a:pt x="240130" y="111420"/>
                    </a:cubicBezTo>
                    <a:cubicBezTo>
                      <a:pt x="240489" y="111051"/>
                      <a:pt x="240489" y="111789"/>
                      <a:pt x="241208" y="111420"/>
                    </a:cubicBezTo>
                    <a:cubicBezTo>
                      <a:pt x="241927" y="111051"/>
                      <a:pt x="241927" y="111420"/>
                      <a:pt x="242645" y="111051"/>
                    </a:cubicBezTo>
                    <a:cubicBezTo>
                      <a:pt x="243004" y="110682"/>
                      <a:pt x="243004" y="111420"/>
                      <a:pt x="243723" y="110682"/>
                    </a:cubicBezTo>
                    <a:cubicBezTo>
                      <a:pt x="244442" y="109943"/>
                      <a:pt x="244082" y="110682"/>
                      <a:pt x="244801" y="109943"/>
                    </a:cubicBezTo>
                    <a:cubicBezTo>
                      <a:pt x="245520" y="109574"/>
                      <a:pt x="245879" y="110313"/>
                      <a:pt x="246238" y="109943"/>
                    </a:cubicBezTo>
                    <a:cubicBezTo>
                      <a:pt x="246598" y="109943"/>
                      <a:pt x="246957" y="109943"/>
                      <a:pt x="247676" y="109574"/>
                    </a:cubicBezTo>
                    <a:cubicBezTo>
                      <a:pt x="248753" y="108836"/>
                      <a:pt x="248394" y="109205"/>
                      <a:pt x="248753" y="108836"/>
                    </a:cubicBezTo>
                    <a:cubicBezTo>
                      <a:pt x="249113" y="108836"/>
                      <a:pt x="250191" y="108467"/>
                      <a:pt x="250550" y="108098"/>
                    </a:cubicBezTo>
                    <a:cubicBezTo>
                      <a:pt x="250909" y="107728"/>
                      <a:pt x="251628" y="108467"/>
                      <a:pt x="251987" y="108836"/>
                    </a:cubicBezTo>
                    <a:cubicBezTo>
                      <a:pt x="252347" y="109205"/>
                      <a:pt x="252706" y="109943"/>
                      <a:pt x="252706" y="109943"/>
                    </a:cubicBezTo>
                    <a:cubicBezTo>
                      <a:pt x="252706" y="109943"/>
                      <a:pt x="252706" y="109943"/>
                      <a:pt x="253065" y="111420"/>
                    </a:cubicBezTo>
                    <a:cubicBezTo>
                      <a:pt x="253065" y="111420"/>
                      <a:pt x="252706" y="113266"/>
                      <a:pt x="252706" y="113635"/>
                    </a:cubicBezTo>
                    <a:cubicBezTo>
                      <a:pt x="252347" y="113635"/>
                      <a:pt x="252347" y="114374"/>
                      <a:pt x="252347" y="114374"/>
                    </a:cubicBezTo>
                    <a:cubicBezTo>
                      <a:pt x="252347" y="114374"/>
                      <a:pt x="251987" y="114743"/>
                      <a:pt x="250909" y="115112"/>
                    </a:cubicBezTo>
                    <a:cubicBezTo>
                      <a:pt x="250550" y="115481"/>
                      <a:pt x="250550" y="115850"/>
                      <a:pt x="250550" y="115850"/>
                    </a:cubicBezTo>
                    <a:cubicBezTo>
                      <a:pt x="250550" y="116220"/>
                      <a:pt x="251628" y="116589"/>
                      <a:pt x="252347" y="115850"/>
                    </a:cubicBezTo>
                    <a:cubicBezTo>
                      <a:pt x="252706" y="115112"/>
                      <a:pt x="252347" y="116220"/>
                      <a:pt x="253065" y="116220"/>
                    </a:cubicBezTo>
                    <a:cubicBezTo>
                      <a:pt x="253784" y="116220"/>
                      <a:pt x="254143" y="116220"/>
                      <a:pt x="254862" y="115112"/>
                    </a:cubicBezTo>
                    <a:cubicBezTo>
                      <a:pt x="254502" y="114743"/>
                      <a:pt x="254862" y="115112"/>
                      <a:pt x="253784" y="115112"/>
                    </a:cubicBezTo>
                    <a:cubicBezTo>
                      <a:pt x="253065" y="114743"/>
                      <a:pt x="254143" y="114743"/>
                      <a:pt x="254862" y="114005"/>
                    </a:cubicBezTo>
                    <a:cubicBezTo>
                      <a:pt x="255221" y="113266"/>
                      <a:pt x="255221" y="113266"/>
                      <a:pt x="255940" y="112897"/>
                    </a:cubicBezTo>
                    <a:cubicBezTo>
                      <a:pt x="256299" y="112159"/>
                      <a:pt x="255940" y="112897"/>
                      <a:pt x="256658" y="112159"/>
                    </a:cubicBezTo>
                    <a:cubicBezTo>
                      <a:pt x="257377" y="111789"/>
                      <a:pt x="257018" y="112528"/>
                      <a:pt x="257736" y="112159"/>
                    </a:cubicBezTo>
                    <a:cubicBezTo>
                      <a:pt x="258455" y="112159"/>
                      <a:pt x="258096" y="112528"/>
                      <a:pt x="258814" y="112528"/>
                    </a:cubicBezTo>
                    <a:cubicBezTo>
                      <a:pt x="259174" y="112528"/>
                      <a:pt x="259174" y="112528"/>
                      <a:pt x="259533" y="112528"/>
                    </a:cubicBezTo>
                    <a:cubicBezTo>
                      <a:pt x="259892" y="112159"/>
                      <a:pt x="260611" y="112897"/>
                      <a:pt x="261329" y="112897"/>
                    </a:cubicBezTo>
                    <a:cubicBezTo>
                      <a:pt x="261689" y="112897"/>
                      <a:pt x="261689" y="113635"/>
                      <a:pt x="262407" y="113266"/>
                    </a:cubicBezTo>
                    <a:cubicBezTo>
                      <a:pt x="262767" y="113266"/>
                      <a:pt x="262767" y="114005"/>
                      <a:pt x="263126" y="113635"/>
                    </a:cubicBezTo>
                    <a:cubicBezTo>
                      <a:pt x="263485" y="113635"/>
                      <a:pt x="265282" y="114743"/>
                      <a:pt x="265282" y="114743"/>
                    </a:cubicBezTo>
                    <a:cubicBezTo>
                      <a:pt x="265282" y="114743"/>
                      <a:pt x="265641" y="114743"/>
                      <a:pt x="266000" y="115112"/>
                    </a:cubicBezTo>
                    <a:cubicBezTo>
                      <a:pt x="266360" y="115112"/>
                      <a:pt x="266360" y="115850"/>
                      <a:pt x="265641" y="116220"/>
                    </a:cubicBezTo>
                    <a:cubicBezTo>
                      <a:pt x="265282" y="116958"/>
                      <a:pt x="264923" y="117327"/>
                      <a:pt x="264204" y="118066"/>
                    </a:cubicBezTo>
                    <a:cubicBezTo>
                      <a:pt x="264204" y="118066"/>
                      <a:pt x="264923" y="118435"/>
                      <a:pt x="265282" y="118066"/>
                    </a:cubicBezTo>
                    <a:cubicBezTo>
                      <a:pt x="265641" y="118066"/>
                      <a:pt x="266000" y="118066"/>
                      <a:pt x="266719" y="117327"/>
                    </a:cubicBezTo>
                    <a:cubicBezTo>
                      <a:pt x="267078" y="116958"/>
                      <a:pt x="267078" y="117327"/>
                      <a:pt x="268156" y="116220"/>
                    </a:cubicBezTo>
                    <a:cubicBezTo>
                      <a:pt x="268156" y="116220"/>
                      <a:pt x="268156" y="116220"/>
                      <a:pt x="268875" y="116589"/>
                    </a:cubicBezTo>
                    <a:cubicBezTo>
                      <a:pt x="268875" y="116589"/>
                      <a:pt x="269953" y="116958"/>
                      <a:pt x="270312" y="116220"/>
                    </a:cubicBezTo>
                    <a:cubicBezTo>
                      <a:pt x="270312" y="115850"/>
                      <a:pt x="271031" y="115850"/>
                      <a:pt x="271390" y="116220"/>
                    </a:cubicBezTo>
                    <a:cubicBezTo>
                      <a:pt x="271749" y="116220"/>
                      <a:pt x="271749" y="116220"/>
                      <a:pt x="272109" y="115850"/>
                    </a:cubicBezTo>
                    <a:cubicBezTo>
                      <a:pt x="272468" y="115850"/>
                      <a:pt x="271749" y="115112"/>
                      <a:pt x="271390" y="115112"/>
                    </a:cubicBezTo>
                    <a:cubicBezTo>
                      <a:pt x="271031" y="115112"/>
                      <a:pt x="270672" y="114374"/>
                      <a:pt x="270672" y="114374"/>
                    </a:cubicBezTo>
                    <a:cubicBezTo>
                      <a:pt x="270672" y="114374"/>
                      <a:pt x="269594" y="113635"/>
                      <a:pt x="268875" y="113266"/>
                    </a:cubicBezTo>
                    <a:cubicBezTo>
                      <a:pt x="268156" y="112897"/>
                      <a:pt x="268516" y="113266"/>
                      <a:pt x="268516" y="112528"/>
                    </a:cubicBezTo>
                    <a:cubicBezTo>
                      <a:pt x="268875" y="111789"/>
                      <a:pt x="268516" y="112528"/>
                      <a:pt x="269594" y="112159"/>
                    </a:cubicBezTo>
                    <a:cubicBezTo>
                      <a:pt x="269953" y="111789"/>
                      <a:pt x="270312" y="111789"/>
                      <a:pt x="270672" y="111789"/>
                    </a:cubicBezTo>
                    <a:cubicBezTo>
                      <a:pt x="270672" y="111789"/>
                      <a:pt x="271749" y="112159"/>
                      <a:pt x="271749" y="112159"/>
                    </a:cubicBezTo>
                    <a:cubicBezTo>
                      <a:pt x="271749" y="112159"/>
                      <a:pt x="271749" y="112159"/>
                      <a:pt x="272827" y="112528"/>
                    </a:cubicBezTo>
                    <a:cubicBezTo>
                      <a:pt x="272827" y="112528"/>
                      <a:pt x="272827" y="112528"/>
                      <a:pt x="273187" y="113635"/>
                    </a:cubicBezTo>
                    <a:cubicBezTo>
                      <a:pt x="273187" y="113635"/>
                      <a:pt x="274983" y="114743"/>
                      <a:pt x="275343" y="114743"/>
                    </a:cubicBezTo>
                    <a:cubicBezTo>
                      <a:pt x="275702" y="115112"/>
                      <a:pt x="276421" y="115481"/>
                      <a:pt x="276780" y="115850"/>
                    </a:cubicBezTo>
                    <a:cubicBezTo>
                      <a:pt x="277139" y="115850"/>
                      <a:pt x="277139" y="116589"/>
                      <a:pt x="277498" y="116958"/>
                    </a:cubicBezTo>
                    <a:cubicBezTo>
                      <a:pt x="277858" y="116958"/>
                      <a:pt x="277858" y="117327"/>
                      <a:pt x="278217" y="118066"/>
                    </a:cubicBezTo>
                    <a:cubicBezTo>
                      <a:pt x="278576" y="118435"/>
                      <a:pt x="278576" y="119173"/>
                      <a:pt x="278576" y="119912"/>
                    </a:cubicBezTo>
                    <a:cubicBezTo>
                      <a:pt x="278936" y="120281"/>
                      <a:pt x="279295" y="121019"/>
                      <a:pt x="280014" y="121019"/>
                    </a:cubicBezTo>
                    <a:cubicBezTo>
                      <a:pt x="280373" y="121019"/>
                      <a:pt x="280014" y="122127"/>
                      <a:pt x="280014" y="122496"/>
                    </a:cubicBezTo>
                    <a:cubicBezTo>
                      <a:pt x="280014" y="123234"/>
                      <a:pt x="280373" y="123973"/>
                      <a:pt x="281092" y="123973"/>
                    </a:cubicBezTo>
                    <a:cubicBezTo>
                      <a:pt x="281451" y="123973"/>
                      <a:pt x="281451" y="124711"/>
                      <a:pt x="282170" y="124342"/>
                    </a:cubicBezTo>
                    <a:cubicBezTo>
                      <a:pt x="282529" y="123973"/>
                      <a:pt x="282529" y="123603"/>
                      <a:pt x="282888" y="123603"/>
                    </a:cubicBezTo>
                    <a:cubicBezTo>
                      <a:pt x="283247" y="123234"/>
                      <a:pt x="283966" y="123603"/>
                      <a:pt x="284325" y="122865"/>
                    </a:cubicBezTo>
                    <a:cubicBezTo>
                      <a:pt x="284325" y="122865"/>
                      <a:pt x="283607" y="122127"/>
                      <a:pt x="283607" y="121757"/>
                    </a:cubicBezTo>
                    <a:cubicBezTo>
                      <a:pt x="283607" y="121388"/>
                      <a:pt x="283247" y="120281"/>
                      <a:pt x="283607" y="119542"/>
                    </a:cubicBezTo>
                    <a:cubicBezTo>
                      <a:pt x="283607" y="118435"/>
                      <a:pt x="282888" y="118435"/>
                      <a:pt x="282529" y="118066"/>
                    </a:cubicBezTo>
                    <a:cubicBezTo>
                      <a:pt x="282529" y="117696"/>
                      <a:pt x="281092" y="116958"/>
                      <a:pt x="281092" y="116589"/>
                    </a:cubicBezTo>
                    <a:cubicBezTo>
                      <a:pt x="281092" y="116220"/>
                      <a:pt x="281092" y="115481"/>
                      <a:pt x="281092" y="115112"/>
                    </a:cubicBezTo>
                    <a:cubicBezTo>
                      <a:pt x="281092" y="114743"/>
                      <a:pt x="280373" y="114374"/>
                      <a:pt x="280373" y="114005"/>
                    </a:cubicBezTo>
                    <a:cubicBezTo>
                      <a:pt x="280014" y="113635"/>
                      <a:pt x="280373" y="112159"/>
                      <a:pt x="280373" y="111420"/>
                    </a:cubicBezTo>
                    <a:cubicBezTo>
                      <a:pt x="280732" y="110682"/>
                      <a:pt x="280373" y="110682"/>
                      <a:pt x="280732" y="109943"/>
                    </a:cubicBezTo>
                    <a:cubicBezTo>
                      <a:pt x="281092" y="109205"/>
                      <a:pt x="281092" y="109205"/>
                      <a:pt x="282170" y="108836"/>
                    </a:cubicBezTo>
                    <a:cubicBezTo>
                      <a:pt x="283247" y="108098"/>
                      <a:pt x="282529" y="109205"/>
                      <a:pt x="282888" y="109205"/>
                    </a:cubicBezTo>
                    <a:cubicBezTo>
                      <a:pt x="283607" y="108836"/>
                      <a:pt x="284325" y="109574"/>
                      <a:pt x="285763" y="110313"/>
                    </a:cubicBezTo>
                    <a:cubicBezTo>
                      <a:pt x="286122" y="110313"/>
                      <a:pt x="285403" y="109205"/>
                      <a:pt x="286481" y="108836"/>
                    </a:cubicBezTo>
                    <a:cubicBezTo>
                      <a:pt x="286481" y="108836"/>
                      <a:pt x="287559" y="109943"/>
                      <a:pt x="287919" y="109943"/>
                    </a:cubicBezTo>
                    <a:cubicBezTo>
                      <a:pt x="288278" y="110313"/>
                      <a:pt x="288637" y="110682"/>
                      <a:pt x="289356" y="111051"/>
                    </a:cubicBezTo>
                    <a:cubicBezTo>
                      <a:pt x="289715" y="111051"/>
                      <a:pt x="290074" y="111789"/>
                      <a:pt x="290793" y="111789"/>
                    </a:cubicBezTo>
                    <a:cubicBezTo>
                      <a:pt x="291512" y="111420"/>
                      <a:pt x="290793" y="111420"/>
                      <a:pt x="290793" y="110313"/>
                    </a:cubicBezTo>
                    <a:cubicBezTo>
                      <a:pt x="290793" y="109205"/>
                      <a:pt x="290074" y="109943"/>
                      <a:pt x="289356" y="109205"/>
                    </a:cubicBezTo>
                    <a:cubicBezTo>
                      <a:pt x="288637" y="108467"/>
                      <a:pt x="288278" y="108098"/>
                      <a:pt x="287559" y="108098"/>
                    </a:cubicBezTo>
                    <a:cubicBezTo>
                      <a:pt x="286481" y="107728"/>
                      <a:pt x="285763" y="107359"/>
                      <a:pt x="286122" y="106990"/>
                    </a:cubicBezTo>
                    <a:cubicBezTo>
                      <a:pt x="286481" y="106252"/>
                      <a:pt x="286841" y="106621"/>
                      <a:pt x="287559" y="105882"/>
                    </a:cubicBezTo>
                    <a:cubicBezTo>
                      <a:pt x="288278" y="105513"/>
                      <a:pt x="287919" y="105513"/>
                      <a:pt x="289356" y="105144"/>
                    </a:cubicBezTo>
                    <a:cubicBezTo>
                      <a:pt x="290434" y="104775"/>
                      <a:pt x="290074" y="105144"/>
                      <a:pt x="290793" y="105144"/>
                    </a:cubicBezTo>
                    <a:cubicBezTo>
                      <a:pt x="291871" y="104775"/>
                      <a:pt x="293308" y="104775"/>
                      <a:pt x="294386" y="104775"/>
                    </a:cubicBezTo>
                    <a:close/>
                    <a:moveTo>
                      <a:pt x="1439156" y="101940"/>
                    </a:moveTo>
                    <a:cubicBezTo>
                      <a:pt x="1439496" y="101600"/>
                      <a:pt x="1439837" y="101940"/>
                      <a:pt x="1440517" y="101940"/>
                    </a:cubicBezTo>
                    <a:cubicBezTo>
                      <a:pt x="1440857" y="101940"/>
                      <a:pt x="1441878" y="102621"/>
                      <a:pt x="1442558" y="102621"/>
                    </a:cubicBezTo>
                    <a:cubicBezTo>
                      <a:pt x="1443239" y="102961"/>
                      <a:pt x="1443239" y="103981"/>
                      <a:pt x="1443579" y="104322"/>
                    </a:cubicBezTo>
                    <a:cubicBezTo>
                      <a:pt x="1443579" y="105002"/>
                      <a:pt x="1443579" y="104322"/>
                      <a:pt x="1443579" y="105342"/>
                    </a:cubicBezTo>
                    <a:cubicBezTo>
                      <a:pt x="1443579" y="106363"/>
                      <a:pt x="1443579" y="105342"/>
                      <a:pt x="1442899" y="105342"/>
                    </a:cubicBezTo>
                    <a:cubicBezTo>
                      <a:pt x="1441878" y="105682"/>
                      <a:pt x="1442899" y="105342"/>
                      <a:pt x="1442218" y="105682"/>
                    </a:cubicBezTo>
                    <a:cubicBezTo>
                      <a:pt x="1441538" y="105682"/>
                      <a:pt x="1441538" y="104662"/>
                      <a:pt x="1440857" y="103981"/>
                    </a:cubicBezTo>
                    <a:cubicBezTo>
                      <a:pt x="1440177" y="103301"/>
                      <a:pt x="1440177" y="103301"/>
                      <a:pt x="1439496" y="102961"/>
                    </a:cubicBezTo>
                    <a:cubicBezTo>
                      <a:pt x="1438816" y="102961"/>
                      <a:pt x="1438816" y="102280"/>
                      <a:pt x="1439156" y="101940"/>
                    </a:cubicBezTo>
                    <a:close/>
                    <a:moveTo>
                      <a:pt x="329551" y="101600"/>
                    </a:moveTo>
                    <a:cubicBezTo>
                      <a:pt x="329910" y="101963"/>
                      <a:pt x="330629" y="101600"/>
                      <a:pt x="330629" y="101600"/>
                    </a:cubicBezTo>
                    <a:cubicBezTo>
                      <a:pt x="330988" y="102688"/>
                      <a:pt x="330988" y="102688"/>
                      <a:pt x="330988" y="103051"/>
                    </a:cubicBezTo>
                    <a:cubicBezTo>
                      <a:pt x="330629" y="103414"/>
                      <a:pt x="330629" y="103414"/>
                      <a:pt x="330269" y="103414"/>
                    </a:cubicBezTo>
                    <a:cubicBezTo>
                      <a:pt x="330269" y="103414"/>
                      <a:pt x="330988" y="103777"/>
                      <a:pt x="331347" y="103777"/>
                    </a:cubicBezTo>
                    <a:cubicBezTo>
                      <a:pt x="331347" y="104140"/>
                      <a:pt x="332065" y="103777"/>
                      <a:pt x="332065" y="103777"/>
                    </a:cubicBezTo>
                    <a:cubicBezTo>
                      <a:pt x="333142" y="104140"/>
                      <a:pt x="333501" y="104503"/>
                      <a:pt x="333860" y="104866"/>
                    </a:cubicBezTo>
                    <a:cubicBezTo>
                      <a:pt x="334219" y="105228"/>
                      <a:pt x="334219" y="105591"/>
                      <a:pt x="333860" y="105954"/>
                    </a:cubicBezTo>
                    <a:cubicBezTo>
                      <a:pt x="333860" y="106680"/>
                      <a:pt x="333860" y="106680"/>
                      <a:pt x="333501" y="107043"/>
                    </a:cubicBezTo>
                    <a:cubicBezTo>
                      <a:pt x="333142" y="107406"/>
                      <a:pt x="333142" y="106680"/>
                      <a:pt x="332783" y="107043"/>
                    </a:cubicBezTo>
                    <a:cubicBezTo>
                      <a:pt x="332065" y="108131"/>
                      <a:pt x="332424" y="108131"/>
                      <a:pt x="332424" y="108494"/>
                    </a:cubicBezTo>
                    <a:cubicBezTo>
                      <a:pt x="331347" y="109220"/>
                      <a:pt x="331347" y="108857"/>
                      <a:pt x="330629" y="109220"/>
                    </a:cubicBezTo>
                    <a:cubicBezTo>
                      <a:pt x="330269" y="109583"/>
                      <a:pt x="329551" y="109583"/>
                      <a:pt x="329551" y="109946"/>
                    </a:cubicBezTo>
                    <a:cubicBezTo>
                      <a:pt x="329192" y="110308"/>
                      <a:pt x="328833" y="110308"/>
                      <a:pt x="328833" y="111034"/>
                    </a:cubicBezTo>
                    <a:cubicBezTo>
                      <a:pt x="328833" y="111397"/>
                      <a:pt x="328833" y="111034"/>
                      <a:pt x="328115" y="111760"/>
                    </a:cubicBezTo>
                    <a:cubicBezTo>
                      <a:pt x="327756" y="112486"/>
                      <a:pt x="327397" y="112123"/>
                      <a:pt x="327756" y="112486"/>
                    </a:cubicBezTo>
                    <a:cubicBezTo>
                      <a:pt x="328115" y="112848"/>
                      <a:pt x="328474" y="112123"/>
                      <a:pt x="329192" y="111760"/>
                    </a:cubicBezTo>
                    <a:cubicBezTo>
                      <a:pt x="329910" y="111397"/>
                      <a:pt x="329910" y="111397"/>
                      <a:pt x="330629" y="111397"/>
                    </a:cubicBezTo>
                    <a:cubicBezTo>
                      <a:pt x="330629" y="111397"/>
                      <a:pt x="330629" y="111034"/>
                      <a:pt x="330988" y="111034"/>
                    </a:cubicBezTo>
                    <a:cubicBezTo>
                      <a:pt x="332424" y="111760"/>
                      <a:pt x="332065" y="111760"/>
                      <a:pt x="332424" y="111760"/>
                    </a:cubicBezTo>
                    <a:cubicBezTo>
                      <a:pt x="332783" y="112848"/>
                      <a:pt x="332783" y="112486"/>
                      <a:pt x="333142" y="113211"/>
                    </a:cubicBezTo>
                    <a:cubicBezTo>
                      <a:pt x="333142" y="113937"/>
                      <a:pt x="333142" y="114300"/>
                      <a:pt x="333501" y="114300"/>
                    </a:cubicBezTo>
                    <a:cubicBezTo>
                      <a:pt x="334578" y="113574"/>
                      <a:pt x="334937" y="113574"/>
                      <a:pt x="334578" y="113211"/>
                    </a:cubicBezTo>
                    <a:cubicBezTo>
                      <a:pt x="334578" y="113211"/>
                      <a:pt x="334578" y="112486"/>
                      <a:pt x="334219" y="112486"/>
                    </a:cubicBezTo>
                    <a:cubicBezTo>
                      <a:pt x="333860" y="112486"/>
                      <a:pt x="333142" y="112486"/>
                      <a:pt x="333142" y="112123"/>
                    </a:cubicBezTo>
                    <a:cubicBezTo>
                      <a:pt x="333142" y="111397"/>
                      <a:pt x="333142" y="111034"/>
                      <a:pt x="333860" y="110671"/>
                    </a:cubicBezTo>
                    <a:cubicBezTo>
                      <a:pt x="334578" y="110671"/>
                      <a:pt x="334578" y="110308"/>
                      <a:pt x="334937" y="110671"/>
                    </a:cubicBezTo>
                    <a:cubicBezTo>
                      <a:pt x="335297" y="110671"/>
                      <a:pt x="336015" y="110308"/>
                      <a:pt x="336015" y="110671"/>
                    </a:cubicBezTo>
                    <a:cubicBezTo>
                      <a:pt x="336374" y="111034"/>
                      <a:pt x="336733" y="111034"/>
                      <a:pt x="336733" y="111760"/>
                    </a:cubicBezTo>
                    <a:cubicBezTo>
                      <a:pt x="336733" y="112123"/>
                      <a:pt x="336733" y="112486"/>
                      <a:pt x="336015" y="112848"/>
                    </a:cubicBezTo>
                    <a:cubicBezTo>
                      <a:pt x="335297" y="113211"/>
                      <a:pt x="334937" y="113574"/>
                      <a:pt x="335297" y="113937"/>
                    </a:cubicBezTo>
                    <a:cubicBezTo>
                      <a:pt x="336015" y="114300"/>
                      <a:pt x="336015" y="113937"/>
                      <a:pt x="336374" y="114663"/>
                    </a:cubicBezTo>
                    <a:cubicBezTo>
                      <a:pt x="336733" y="115026"/>
                      <a:pt x="337092" y="115026"/>
                      <a:pt x="337092" y="115388"/>
                    </a:cubicBezTo>
                    <a:cubicBezTo>
                      <a:pt x="336733" y="116840"/>
                      <a:pt x="336733" y="116477"/>
                      <a:pt x="336374" y="117203"/>
                    </a:cubicBezTo>
                    <a:cubicBezTo>
                      <a:pt x="336015" y="117928"/>
                      <a:pt x="336015" y="117566"/>
                      <a:pt x="336015" y="117928"/>
                    </a:cubicBezTo>
                    <a:cubicBezTo>
                      <a:pt x="335656" y="117928"/>
                      <a:pt x="336015" y="118654"/>
                      <a:pt x="336015" y="119017"/>
                    </a:cubicBezTo>
                    <a:cubicBezTo>
                      <a:pt x="336374" y="119380"/>
                      <a:pt x="336374" y="119380"/>
                      <a:pt x="336374" y="120106"/>
                    </a:cubicBezTo>
                    <a:cubicBezTo>
                      <a:pt x="336015" y="120831"/>
                      <a:pt x="336015" y="121194"/>
                      <a:pt x="336015" y="121920"/>
                    </a:cubicBezTo>
                    <a:cubicBezTo>
                      <a:pt x="336015" y="122283"/>
                      <a:pt x="336015" y="122283"/>
                      <a:pt x="335297" y="122646"/>
                    </a:cubicBezTo>
                    <a:cubicBezTo>
                      <a:pt x="334219" y="123008"/>
                      <a:pt x="334578" y="122283"/>
                      <a:pt x="334219" y="123008"/>
                    </a:cubicBezTo>
                    <a:cubicBezTo>
                      <a:pt x="333860" y="123371"/>
                      <a:pt x="333860" y="123371"/>
                      <a:pt x="333501" y="123734"/>
                    </a:cubicBezTo>
                    <a:cubicBezTo>
                      <a:pt x="333142" y="124097"/>
                      <a:pt x="332065" y="124097"/>
                      <a:pt x="331706" y="124097"/>
                    </a:cubicBezTo>
                    <a:cubicBezTo>
                      <a:pt x="331347" y="124460"/>
                      <a:pt x="331347" y="124097"/>
                      <a:pt x="330269" y="124460"/>
                    </a:cubicBezTo>
                    <a:cubicBezTo>
                      <a:pt x="329551" y="124823"/>
                      <a:pt x="330269" y="125548"/>
                      <a:pt x="329551" y="124823"/>
                    </a:cubicBezTo>
                    <a:cubicBezTo>
                      <a:pt x="329192" y="124097"/>
                      <a:pt x="328474" y="124097"/>
                      <a:pt x="328474" y="123371"/>
                    </a:cubicBezTo>
                    <a:cubicBezTo>
                      <a:pt x="328474" y="123008"/>
                      <a:pt x="328474" y="122646"/>
                      <a:pt x="328474" y="122646"/>
                    </a:cubicBezTo>
                    <a:cubicBezTo>
                      <a:pt x="328474" y="122646"/>
                      <a:pt x="327397" y="122283"/>
                      <a:pt x="327756" y="123371"/>
                    </a:cubicBezTo>
                    <a:cubicBezTo>
                      <a:pt x="328115" y="124097"/>
                      <a:pt x="328833" y="124823"/>
                      <a:pt x="328833" y="124823"/>
                    </a:cubicBezTo>
                    <a:cubicBezTo>
                      <a:pt x="328833" y="125186"/>
                      <a:pt x="328833" y="125548"/>
                      <a:pt x="328474" y="125911"/>
                    </a:cubicBezTo>
                    <a:cubicBezTo>
                      <a:pt x="327397" y="126637"/>
                      <a:pt x="327038" y="127000"/>
                      <a:pt x="327038" y="127000"/>
                    </a:cubicBezTo>
                    <a:cubicBezTo>
                      <a:pt x="327038" y="127000"/>
                      <a:pt x="327038" y="126637"/>
                      <a:pt x="326319" y="127000"/>
                    </a:cubicBezTo>
                    <a:cubicBezTo>
                      <a:pt x="325601" y="127000"/>
                      <a:pt x="325242" y="127000"/>
                      <a:pt x="324883" y="127000"/>
                    </a:cubicBezTo>
                    <a:cubicBezTo>
                      <a:pt x="324165" y="126637"/>
                      <a:pt x="324165" y="126637"/>
                      <a:pt x="323806" y="126274"/>
                    </a:cubicBezTo>
                    <a:cubicBezTo>
                      <a:pt x="323806" y="125911"/>
                      <a:pt x="323447" y="125911"/>
                      <a:pt x="323447" y="125186"/>
                    </a:cubicBezTo>
                    <a:cubicBezTo>
                      <a:pt x="323447" y="124823"/>
                      <a:pt x="322370" y="124097"/>
                      <a:pt x="322370" y="124097"/>
                    </a:cubicBezTo>
                    <a:cubicBezTo>
                      <a:pt x="322370" y="124097"/>
                      <a:pt x="321651" y="123008"/>
                      <a:pt x="321292" y="123008"/>
                    </a:cubicBezTo>
                    <a:cubicBezTo>
                      <a:pt x="320933" y="123008"/>
                      <a:pt x="319856" y="121920"/>
                      <a:pt x="319497" y="121557"/>
                    </a:cubicBezTo>
                    <a:cubicBezTo>
                      <a:pt x="319497" y="121557"/>
                      <a:pt x="318779" y="121920"/>
                      <a:pt x="318779" y="121557"/>
                    </a:cubicBezTo>
                    <a:cubicBezTo>
                      <a:pt x="318420" y="120831"/>
                      <a:pt x="317701" y="120468"/>
                      <a:pt x="317342" y="120106"/>
                    </a:cubicBezTo>
                    <a:cubicBezTo>
                      <a:pt x="317342" y="120106"/>
                      <a:pt x="316983" y="119380"/>
                      <a:pt x="316624" y="119380"/>
                    </a:cubicBezTo>
                    <a:cubicBezTo>
                      <a:pt x="316265" y="119017"/>
                      <a:pt x="315188" y="119017"/>
                      <a:pt x="315188" y="119017"/>
                    </a:cubicBezTo>
                    <a:cubicBezTo>
                      <a:pt x="315188" y="119017"/>
                      <a:pt x="314829" y="119380"/>
                      <a:pt x="314470" y="119017"/>
                    </a:cubicBezTo>
                    <a:cubicBezTo>
                      <a:pt x="314470" y="118291"/>
                      <a:pt x="314829" y="117928"/>
                      <a:pt x="314111" y="117928"/>
                    </a:cubicBezTo>
                    <a:cubicBezTo>
                      <a:pt x="313393" y="118291"/>
                      <a:pt x="312674" y="117928"/>
                      <a:pt x="312315" y="118291"/>
                    </a:cubicBezTo>
                    <a:cubicBezTo>
                      <a:pt x="311956" y="118291"/>
                      <a:pt x="311956" y="118291"/>
                      <a:pt x="311597" y="118291"/>
                    </a:cubicBezTo>
                    <a:cubicBezTo>
                      <a:pt x="311238" y="117928"/>
                      <a:pt x="310879" y="117928"/>
                      <a:pt x="310879" y="117566"/>
                    </a:cubicBezTo>
                    <a:cubicBezTo>
                      <a:pt x="310520" y="117203"/>
                      <a:pt x="310520" y="117203"/>
                      <a:pt x="310161" y="116840"/>
                    </a:cubicBezTo>
                    <a:cubicBezTo>
                      <a:pt x="309443" y="116477"/>
                      <a:pt x="309443" y="116477"/>
                      <a:pt x="308724" y="116114"/>
                    </a:cubicBezTo>
                    <a:cubicBezTo>
                      <a:pt x="308006" y="115388"/>
                      <a:pt x="308006" y="115388"/>
                      <a:pt x="307647" y="114663"/>
                    </a:cubicBezTo>
                    <a:cubicBezTo>
                      <a:pt x="307288" y="114300"/>
                      <a:pt x="307288" y="114300"/>
                      <a:pt x="306929" y="113937"/>
                    </a:cubicBezTo>
                    <a:cubicBezTo>
                      <a:pt x="306929" y="113574"/>
                      <a:pt x="306929" y="112848"/>
                      <a:pt x="307288" y="112486"/>
                    </a:cubicBezTo>
                    <a:cubicBezTo>
                      <a:pt x="307647" y="112486"/>
                      <a:pt x="308006" y="111760"/>
                      <a:pt x="308006" y="111760"/>
                    </a:cubicBezTo>
                    <a:cubicBezTo>
                      <a:pt x="309443" y="111397"/>
                      <a:pt x="309802" y="111034"/>
                      <a:pt x="310161" y="111034"/>
                    </a:cubicBezTo>
                    <a:cubicBezTo>
                      <a:pt x="310879" y="111034"/>
                      <a:pt x="309802" y="109946"/>
                      <a:pt x="311597" y="111760"/>
                    </a:cubicBezTo>
                    <a:cubicBezTo>
                      <a:pt x="313393" y="113574"/>
                      <a:pt x="313752" y="113937"/>
                      <a:pt x="313752" y="114300"/>
                    </a:cubicBezTo>
                    <a:cubicBezTo>
                      <a:pt x="314111" y="114663"/>
                      <a:pt x="314470" y="114663"/>
                      <a:pt x="314829" y="114663"/>
                    </a:cubicBezTo>
                    <a:cubicBezTo>
                      <a:pt x="315188" y="114663"/>
                      <a:pt x="315547" y="114663"/>
                      <a:pt x="315906" y="114300"/>
                    </a:cubicBezTo>
                    <a:cubicBezTo>
                      <a:pt x="316624" y="113937"/>
                      <a:pt x="316624" y="113937"/>
                      <a:pt x="317342" y="113574"/>
                    </a:cubicBezTo>
                    <a:cubicBezTo>
                      <a:pt x="317701" y="113574"/>
                      <a:pt x="318420" y="114300"/>
                      <a:pt x="318061" y="113211"/>
                    </a:cubicBezTo>
                    <a:cubicBezTo>
                      <a:pt x="317701" y="112486"/>
                      <a:pt x="316624" y="111760"/>
                      <a:pt x="318061" y="111760"/>
                    </a:cubicBezTo>
                    <a:cubicBezTo>
                      <a:pt x="319138" y="112123"/>
                      <a:pt x="318779" y="111397"/>
                      <a:pt x="318779" y="111397"/>
                    </a:cubicBezTo>
                    <a:cubicBezTo>
                      <a:pt x="318420" y="111397"/>
                      <a:pt x="318061" y="110671"/>
                      <a:pt x="317701" y="110671"/>
                    </a:cubicBezTo>
                    <a:cubicBezTo>
                      <a:pt x="317342" y="110308"/>
                      <a:pt x="316983" y="110308"/>
                      <a:pt x="316624" y="110308"/>
                    </a:cubicBezTo>
                    <a:cubicBezTo>
                      <a:pt x="316624" y="110308"/>
                      <a:pt x="316265" y="110308"/>
                      <a:pt x="315906" y="110308"/>
                    </a:cubicBezTo>
                    <a:cubicBezTo>
                      <a:pt x="314470" y="109946"/>
                      <a:pt x="313752" y="109946"/>
                      <a:pt x="313752" y="109946"/>
                    </a:cubicBezTo>
                    <a:cubicBezTo>
                      <a:pt x="313752" y="109946"/>
                      <a:pt x="313752" y="109583"/>
                      <a:pt x="313393" y="109220"/>
                    </a:cubicBezTo>
                    <a:cubicBezTo>
                      <a:pt x="313033" y="108494"/>
                      <a:pt x="313033" y="107768"/>
                      <a:pt x="312674" y="107768"/>
                    </a:cubicBezTo>
                    <a:cubicBezTo>
                      <a:pt x="312315" y="107768"/>
                      <a:pt x="311597" y="108131"/>
                      <a:pt x="311956" y="107768"/>
                    </a:cubicBezTo>
                    <a:cubicBezTo>
                      <a:pt x="312315" y="107406"/>
                      <a:pt x="312315" y="106680"/>
                      <a:pt x="312674" y="106680"/>
                    </a:cubicBezTo>
                    <a:cubicBezTo>
                      <a:pt x="313033" y="106317"/>
                      <a:pt x="313393" y="105954"/>
                      <a:pt x="313752" y="105954"/>
                    </a:cubicBezTo>
                    <a:cubicBezTo>
                      <a:pt x="314470" y="105954"/>
                      <a:pt x="314111" y="106317"/>
                      <a:pt x="314470" y="105954"/>
                    </a:cubicBezTo>
                    <a:cubicBezTo>
                      <a:pt x="314829" y="105954"/>
                      <a:pt x="314829" y="105228"/>
                      <a:pt x="314829" y="105228"/>
                    </a:cubicBezTo>
                    <a:cubicBezTo>
                      <a:pt x="314829" y="105228"/>
                      <a:pt x="314829" y="104503"/>
                      <a:pt x="315188" y="104503"/>
                    </a:cubicBezTo>
                    <a:cubicBezTo>
                      <a:pt x="315188" y="104503"/>
                      <a:pt x="315188" y="104140"/>
                      <a:pt x="315906" y="104140"/>
                    </a:cubicBezTo>
                    <a:cubicBezTo>
                      <a:pt x="316624" y="104140"/>
                      <a:pt x="316265" y="103777"/>
                      <a:pt x="316983" y="104503"/>
                    </a:cubicBezTo>
                    <a:cubicBezTo>
                      <a:pt x="317701" y="104866"/>
                      <a:pt x="318061" y="104866"/>
                      <a:pt x="318420" y="104503"/>
                    </a:cubicBezTo>
                    <a:cubicBezTo>
                      <a:pt x="318779" y="104503"/>
                      <a:pt x="319138" y="104140"/>
                      <a:pt x="319138" y="104140"/>
                    </a:cubicBezTo>
                    <a:cubicBezTo>
                      <a:pt x="319138" y="104140"/>
                      <a:pt x="318420" y="103414"/>
                      <a:pt x="319497" y="103414"/>
                    </a:cubicBezTo>
                    <a:cubicBezTo>
                      <a:pt x="320215" y="103414"/>
                      <a:pt x="319138" y="103051"/>
                      <a:pt x="320215" y="103414"/>
                    </a:cubicBezTo>
                    <a:cubicBezTo>
                      <a:pt x="321292" y="103777"/>
                      <a:pt x="320933" y="103777"/>
                      <a:pt x="321651" y="104140"/>
                    </a:cubicBezTo>
                    <a:cubicBezTo>
                      <a:pt x="322370" y="104866"/>
                      <a:pt x="322370" y="104503"/>
                      <a:pt x="322729" y="104866"/>
                    </a:cubicBezTo>
                    <a:cubicBezTo>
                      <a:pt x="323447" y="105591"/>
                      <a:pt x="324165" y="105228"/>
                      <a:pt x="324165" y="105591"/>
                    </a:cubicBezTo>
                    <a:cubicBezTo>
                      <a:pt x="324524" y="105591"/>
                      <a:pt x="324883" y="105591"/>
                      <a:pt x="324883" y="105228"/>
                    </a:cubicBezTo>
                    <a:cubicBezTo>
                      <a:pt x="324524" y="104503"/>
                      <a:pt x="324883" y="104140"/>
                      <a:pt x="324165" y="104140"/>
                    </a:cubicBezTo>
                    <a:cubicBezTo>
                      <a:pt x="323447" y="104140"/>
                      <a:pt x="322729" y="103777"/>
                      <a:pt x="323447" y="103414"/>
                    </a:cubicBezTo>
                    <a:cubicBezTo>
                      <a:pt x="323806" y="103051"/>
                      <a:pt x="324165" y="102326"/>
                      <a:pt x="324524" y="102688"/>
                    </a:cubicBezTo>
                    <a:cubicBezTo>
                      <a:pt x="324883" y="103051"/>
                      <a:pt x="324883" y="103051"/>
                      <a:pt x="325601" y="103051"/>
                    </a:cubicBezTo>
                    <a:cubicBezTo>
                      <a:pt x="325960" y="102688"/>
                      <a:pt x="326679" y="102688"/>
                      <a:pt x="326679" y="102688"/>
                    </a:cubicBezTo>
                    <a:cubicBezTo>
                      <a:pt x="326679" y="102688"/>
                      <a:pt x="327038" y="102326"/>
                      <a:pt x="327397" y="102326"/>
                    </a:cubicBezTo>
                    <a:cubicBezTo>
                      <a:pt x="327756" y="101963"/>
                      <a:pt x="328115" y="101600"/>
                      <a:pt x="328474" y="101963"/>
                    </a:cubicBezTo>
                    <a:cubicBezTo>
                      <a:pt x="328833" y="101963"/>
                      <a:pt x="328833" y="101600"/>
                      <a:pt x="329551" y="101600"/>
                    </a:cubicBezTo>
                    <a:close/>
                    <a:moveTo>
                      <a:pt x="1462827" y="100466"/>
                    </a:moveTo>
                    <a:cubicBezTo>
                      <a:pt x="1463423" y="100466"/>
                      <a:pt x="1463720" y="100013"/>
                      <a:pt x="1464316" y="100466"/>
                    </a:cubicBezTo>
                    <a:cubicBezTo>
                      <a:pt x="1464911" y="100920"/>
                      <a:pt x="1465506" y="101374"/>
                      <a:pt x="1465506" y="101827"/>
                    </a:cubicBezTo>
                    <a:cubicBezTo>
                      <a:pt x="1465804" y="104095"/>
                      <a:pt x="1465209" y="104549"/>
                      <a:pt x="1464613" y="105002"/>
                    </a:cubicBezTo>
                    <a:cubicBezTo>
                      <a:pt x="1464316" y="105456"/>
                      <a:pt x="1463423" y="105456"/>
                      <a:pt x="1463125" y="105909"/>
                    </a:cubicBezTo>
                    <a:cubicBezTo>
                      <a:pt x="1462827" y="105909"/>
                      <a:pt x="1462827" y="106363"/>
                      <a:pt x="1462529" y="106363"/>
                    </a:cubicBezTo>
                    <a:cubicBezTo>
                      <a:pt x="1462232" y="106363"/>
                      <a:pt x="1462232" y="105456"/>
                      <a:pt x="1462232" y="105456"/>
                    </a:cubicBezTo>
                    <a:cubicBezTo>
                      <a:pt x="1461934" y="105456"/>
                      <a:pt x="1461339" y="103188"/>
                      <a:pt x="1461339" y="102734"/>
                    </a:cubicBezTo>
                    <a:cubicBezTo>
                      <a:pt x="1461339" y="102281"/>
                      <a:pt x="1461041" y="101827"/>
                      <a:pt x="1461339" y="101374"/>
                    </a:cubicBezTo>
                    <a:cubicBezTo>
                      <a:pt x="1461636" y="100920"/>
                      <a:pt x="1462232" y="100920"/>
                      <a:pt x="1462827" y="100466"/>
                    </a:cubicBezTo>
                    <a:close/>
                    <a:moveTo>
                      <a:pt x="1328397" y="100013"/>
                    </a:moveTo>
                    <a:cubicBezTo>
                      <a:pt x="1329102" y="100013"/>
                      <a:pt x="1329102" y="100353"/>
                      <a:pt x="1329455" y="100353"/>
                    </a:cubicBezTo>
                    <a:cubicBezTo>
                      <a:pt x="1330160" y="100693"/>
                      <a:pt x="1329808" y="100693"/>
                      <a:pt x="1330160" y="100353"/>
                    </a:cubicBezTo>
                    <a:cubicBezTo>
                      <a:pt x="1330866" y="100353"/>
                      <a:pt x="1331572" y="100353"/>
                      <a:pt x="1331924" y="100353"/>
                    </a:cubicBezTo>
                    <a:cubicBezTo>
                      <a:pt x="1332277" y="100013"/>
                      <a:pt x="1332277" y="100353"/>
                      <a:pt x="1332630" y="100353"/>
                    </a:cubicBezTo>
                    <a:cubicBezTo>
                      <a:pt x="1332983" y="100353"/>
                      <a:pt x="1333335" y="100693"/>
                      <a:pt x="1333688" y="100693"/>
                    </a:cubicBezTo>
                    <a:cubicBezTo>
                      <a:pt x="1334041" y="101034"/>
                      <a:pt x="1333688" y="101374"/>
                      <a:pt x="1333688" y="101374"/>
                    </a:cubicBezTo>
                    <a:cubicBezTo>
                      <a:pt x="1333688" y="101714"/>
                      <a:pt x="1333688" y="102054"/>
                      <a:pt x="1333688" y="102054"/>
                    </a:cubicBezTo>
                    <a:cubicBezTo>
                      <a:pt x="1333688" y="102394"/>
                      <a:pt x="1333335" y="102394"/>
                      <a:pt x="1332983" y="102735"/>
                    </a:cubicBezTo>
                    <a:cubicBezTo>
                      <a:pt x="1332277" y="103075"/>
                      <a:pt x="1332630" y="103075"/>
                      <a:pt x="1332277" y="103415"/>
                    </a:cubicBezTo>
                    <a:cubicBezTo>
                      <a:pt x="1331924" y="103755"/>
                      <a:pt x="1331924" y="103755"/>
                      <a:pt x="1331572" y="103755"/>
                    </a:cubicBezTo>
                    <a:cubicBezTo>
                      <a:pt x="1331572" y="104095"/>
                      <a:pt x="1331219" y="104095"/>
                      <a:pt x="1331219" y="104095"/>
                    </a:cubicBezTo>
                    <a:cubicBezTo>
                      <a:pt x="1331219" y="104095"/>
                      <a:pt x="1330513" y="104436"/>
                      <a:pt x="1330513" y="104776"/>
                    </a:cubicBezTo>
                    <a:cubicBezTo>
                      <a:pt x="1330160" y="104776"/>
                      <a:pt x="1329455" y="104776"/>
                      <a:pt x="1329102" y="104436"/>
                    </a:cubicBezTo>
                    <a:cubicBezTo>
                      <a:pt x="1328749" y="104436"/>
                      <a:pt x="1328749" y="104436"/>
                      <a:pt x="1328397" y="104436"/>
                    </a:cubicBezTo>
                    <a:cubicBezTo>
                      <a:pt x="1328397" y="104436"/>
                      <a:pt x="1327338" y="104436"/>
                      <a:pt x="1327338" y="104095"/>
                    </a:cubicBezTo>
                    <a:cubicBezTo>
                      <a:pt x="1326985" y="103755"/>
                      <a:pt x="1326985" y="103755"/>
                      <a:pt x="1326985" y="103755"/>
                    </a:cubicBezTo>
                    <a:cubicBezTo>
                      <a:pt x="1326985" y="103755"/>
                      <a:pt x="1325574" y="103415"/>
                      <a:pt x="1325574" y="103075"/>
                    </a:cubicBezTo>
                    <a:cubicBezTo>
                      <a:pt x="1325574" y="103075"/>
                      <a:pt x="1324869" y="103075"/>
                      <a:pt x="1324516" y="102735"/>
                    </a:cubicBezTo>
                    <a:cubicBezTo>
                      <a:pt x="1324516" y="102735"/>
                      <a:pt x="1324516" y="102394"/>
                      <a:pt x="1324516" y="102054"/>
                    </a:cubicBezTo>
                    <a:cubicBezTo>
                      <a:pt x="1324516" y="101374"/>
                      <a:pt x="1324869" y="101714"/>
                      <a:pt x="1325222" y="101374"/>
                    </a:cubicBezTo>
                    <a:cubicBezTo>
                      <a:pt x="1325574" y="101374"/>
                      <a:pt x="1325927" y="101374"/>
                      <a:pt x="1326280" y="101034"/>
                    </a:cubicBezTo>
                    <a:cubicBezTo>
                      <a:pt x="1326280" y="101034"/>
                      <a:pt x="1327338" y="100693"/>
                      <a:pt x="1327338" y="100693"/>
                    </a:cubicBezTo>
                    <a:cubicBezTo>
                      <a:pt x="1327691" y="100013"/>
                      <a:pt x="1328044" y="100353"/>
                      <a:pt x="1328397" y="100013"/>
                    </a:cubicBezTo>
                    <a:close/>
                    <a:moveTo>
                      <a:pt x="211442" y="97571"/>
                    </a:moveTo>
                    <a:cubicBezTo>
                      <a:pt x="212163" y="97937"/>
                      <a:pt x="212523" y="97571"/>
                      <a:pt x="213604" y="97937"/>
                    </a:cubicBezTo>
                    <a:cubicBezTo>
                      <a:pt x="214685" y="97937"/>
                      <a:pt x="215405" y="98303"/>
                      <a:pt x="215405" y="98303"/>
                    </a:cubicBezTo>
                    <a:cubicBezTo>
                      <a:pt x="215405" y="98303"/>
                      <a:pt x="215405" y="98303"/>
                      <a:pt x="218287" y="98670"/>
                    </a:cubicBezTo>
                    <a:cubicBezTo>
                      <a:pt x="218287" y="98670"/>
                      <a:pt x="219008" y="96838"/>
                      <a:pt x="219729" y="97937"/>
                    </a:cubicBezTo>
                    <a:cubicBezTo>
                      <a:pt x="221170" y="99402"/>
                      <a:pt x="222611" y="100868"/>
                      <a:pt x="223692" y="100868"/>
                    </a:cubicBezTo>
                    <a:cubicBezTo>
                      <a:pt x="224412" y="101234"/>
                      <a:pt x="224052" y="100868"/>
                      <a:pt x="225133" y="100868"/>
                    </a:cubicBezTo>
                    <a:cubicBezTo>
                      <a:pt x="226574" y="100501"/>
                      <a:pt x="227295" y="100135"/>
                      <a:pt x="228015" y="100501"/>
                    </a:cubicBezTo>
                    <a:cubicBezTo>
                      <a:pt x="229817" y="101600"/>
                      <a:pt x="229456" y="100501"/>
                      <a:pt x="229817" y="101600"/>
                    </a:cubicBezTo>
                    <a:cubicBezTo>
                      <a:pt x="229817" y="101600"/>
                      <a:pt x="229817" y="101600"/>
                      <a:pt x="231618" y="100868"/>
                    </a:cubicBezTo>
                    <a:cubicBezTo>
                      <a:pt x="231618" y="100868"/>
                      <a:pt x="233059" y="100135"/>
                      <a:pt x="233780" y="100501"/>
                    </a:cubicBezTo>
                    <a:cubicBezTo>
                      <a:pt x="234500" y="100868"/>
                      <a:pt x="235221" y="100501"/>
                      <a:pt x="235221" y="100501"/>
                    </a:cubicBezTo>
                    <a:cubicBezTo>
                      <a:pt x="235221" y="100501"/>
                      <a:pt x="237743" y="100868"/>
                      <a:pt x="238103" y="100868"/>
                    </a:cubicBezTo>
                    <a:cubicBezTo>
                      <a:pt x="238463" y="101234"/>
                      <a:pt x="240625" y="101600"/>
                      <a:pt x="240625" y="101600"/>
                    </a:cubicBezTo>
                    <a:cubicBezTo>
                      <a:pt x="241346" y="103432"/>
                      <a:pt x="241706" y="103432"/>
                      <a:pt x="242426" y="103799"/>
                    </a:cubicBezTo>
                    <a:cubicBezTo>
                      <a:pt x="245309" y="105997"/>
                      <a:pt x="248191" y="105630"/>
                      <a:pt x="247831" y="106729"/>
                    </a:cubicBezTo>
                    <a:cubicBezTo>
                      <a:pt x="247470" y="107828"/>
                      <a:pt x="247110" y="107462"/>
                      <a:pt x="246390" y="107828"/>
                    </a:cubicBezTo>
                    <a:cubicBezTo>
                      <a:pt x="246029" y="108561"/>
                      <a:pt x="245669" y="108195"/>
                      <a:pt x="244228" y="108927"/>
                    </a:cubicBezTo>
                    <a:cubicBezTo>
                      <a:pt x="243147" y="109294"/>
                      <a:pt x="242787" y="109294"/>
                      <a:pt x="242066" y="110027"/>
                    </a:cubicBezTo>
                    <a:cubicBezTo>
                      <a:pt x="240985" y="110393"/>
                      <a:pt x="239904" y="111492"/>
                      <a:pt x="239544" y="111492"/>
                    </a:cubicBezTo>
                    <a:cubicBezTo>
                      <a:pt x="238824" y="111858"/>
                      <a:pt x="237382" y="112591"/>
                      <a:pt x="236662" y="112957"/>
                    </a:cubicBezTo>
                    <a:cubicBezTo>
                      <a:pt x="236302" y="113324"/>
                      <a:pt x="235581" y="112957"/>
                      <a:pt x="234861" y="113690"/>
                    </a:cubicBezTo>
                    <a:cubicBezTo>
                      <a:pt x="233780" y="114056"/>
                      <a:pt x="232339" y="114423"/>
                      <a:pt x="231618" y="115155"/>
                    </a:cubicBezTo>
                    <a:cubicBezTo>
                      <a:pt x="230897" y="115522"/>
                      <a:pt x="229817" y="116255"/>
                      <a:pt x="229817" y="116255"/>
                    </a:cubicBezTo>
                    <a:cubicBezTo>
                      <a:pt x="228736" y="117720"/>
                      <a:pt x="228736" y="117720"/>
                      <a:pt x="227655" y="118819"/>
                    </a:cubicBezTo>
                    <a:cubicBezTo>
                      <a:pt x="226934" y="119552"/>
                      <a:pt x="225133" y="120284"/>
                      <a:pt x="225133" y="120284"/>
                    </a:cubicBezTo>
                    <a:cubicBezTo>
                      <a:pt x="225133" y="120284"/>
                      <a:pt x="224412" y="120284"/>
                      <a:pt x="224052" y="121750"/>
                    </a:cubicBezTo>
                    <a:cubicBezTo>
                      <a:pt x="223692" y="122849"/>
                      <a:pt x="224052" y="121750"/>
                      <a:pt x="223692" y="122849"/>
                    </a:cubicBezTo>
                    <a:cubicBezTo>
                      <a:pt x="223331" y="123948"/>
                      <a:pt x="224052" y="123582"/>
                      <a:pt x="223331" y="124681"/>
                    </a:cubicBezTo>
                    <a:cubicBezTo>
                      <a:pt x="222971" y="125780"/>
                      <a:pt x="222611" y="126146"/>
                      <a:pt x="221890" y="126512"/>
                    </a:cubicBezTo>
                    <a:cubicBezTo>
                      <a:pt x="220449" y="127245"/>
                      <a:pt x="220089" y="126146"/>
                      <a:pt x="219729" y="126512"/>
                    </a:cubicBezTo>
                    <a:cubicBezTo>
                      <a:pt x="219368" y="126879"/>
                      <a:pt x="217567" y="126879"/>
                      <a:pt x="217567" y="126879"/>
                    </a:cubicBezTo>
                    <a:cubicBezTo>
                      <a:pt x="215765" y="127978"/>
                      <a:pt x="215765" y="127611"/>
                      <a:pt x="215045" y="128710"/>
                    </a:cubicBezTo>
                    <a:cubicBezTo>
                      <a:pt x="214324" y="129810"/>
                      <a:pt x="213604" y="129443"/>
                      <a:pt x="213604" y="129443"/>
                    </a:cubicBezTo>
                    <a:cubicBezTo>
                      <a:pt x="213604" y="129443"/>
                      <a:pt x="213604" y="129443"/>
                      <a:pt x="212163" y="129810"/>
                    </a:cubicBezTo>
                    <a:cubicBezTo>
                      <a:pt x="212163" y="129810"/>
                      <a:pt x="210361" y="130176"/>
                      <a:pt x="210001" y="129443"/>
                    </a:cubicBezTo>
                    <a:cubicBezTo>
                      <a:pt x="209280" y="127611"/>
                      <a:pt x="208560" y="127245"/>
                      <a:pt x="208560" y="127245"/>
                    </a:cubicBezTo>
                    <a:cubicBezTo>
                      <a:pt x="208560" y="127245"/>
                      <a:pt x="208560" y="127245"/>
                      <a:pt x="206398" y="126146"/>
                    </a:cubicBezTo>
                    <a:cubicBezTo>
                      <a:pt x="206398" y="126146"/>
                      <a:pt x="206398" y="126146"/>
                      <a:pt x="205678" y="123582"/>
                    </a:cubicBezTo>
                    <a:cubicBezTo>
                      <a:pt x="205678" y="123582"/>
                      <a:pt x="203876" y="123582"/>
                      <a:pt x="203516" y="123582"/>
                    </a:cubicBezTo>
                    <a:cubicBezTo>
                      <a:pt x="202075" y="122482"/>
                      <a:pt x="202435" y="122116"/>
                      <a:pt x="201354" y="122116"/>
                    </a:cubicBezTo>
                    <a:cubicBezTo>
                      <a:pt x="199192" y="122116"/>
                      <a:pt x="198112" y="122116"/>
                      <a:pt x="198112" y="122116"/>
                    </a:cubicBezTo>
                    <a:cubicBezTo>
                      <a:pt x="198112" y="122116"/>
                      <a:pt x="198112" y="122116"/>
                      <a:pt x="197391" y="122116"/>
                    </a:cubicBezTo>
                    <a:cubicBezTo>
                      <a:pt x="197391" y="122116"/>
                      <a:pt x="197391" y="122116"/>
                      <a:pt x="199913" y="117720"/>
                    </a:cubicBezTo>
                    <a:cubicBezTo>
                      <a:pt x="199913" y="117720"/>
                      <a:pt x="199913" y="117720"/>
                      <a:pt x="200273" y="115888"/>
                    </a:cubicBezTo>
                    <a:cubicBezTo>
                      <a:pt x="200273" y="115888"/>
                      <a:pt x="200273" y="115888"/>
                      <a:pt x="200994" y="114056"/>
                    </a:cubicBezTo>
                    <a:cubicBezTo>
                      <a:pt x="200994" y="114056"/>
                      <a:pt x="202075" y="112225"/>
                      <a:pt x="202795" y="112591"/>
                    </a:cubicBezTo>
                    <a:cubicBezTo>
                      <a:pt x="202795" y="112591"/>
                      <a:pt x="202795" y="112591"/>
                      <a:pt x="202435" y="111126"/>
                    </a:cubicBezTo>
                    <a:cubicBezTo>
                      <a:pt x="203156" y="110027"/>
                      <a:pt x="204236" y="108927"/>
                      <a:pt x="204236" y="108927"/>
                    </a:cubicBezTo>
                    <a:cubicBezTo>
                      <a:pt x="204236" y="108927"/>
                      <a:pt x="204236" y="108927"/>
                      <a:pt x="205317" y="106363"/>
                    </a:cubicBezTo>
                    <a:cubicBezTo>
                      <a:pt x="205317" y="106363"/>
                      <a:pt x="206038" y="105997"/>
                      <a:pt x="206038" y="105264"/>
                    </a:cubicBezTo>
                    <a:cubicBezTo>
                      <a:pt x="206038" y="104531"/>
                      <a:pt x="205678" y="103432"/>
                      <a:pt x="205678" y="103432"/>
                    </a:cubicBezTo>
                    <a:cubicBezTo>
                      <a:pt x="205678" y="103432"/>
                      <a:pt x="205678" y="103432"/>
                      <a:pt x="204236" y="101600"/>
                    </a:cubicBezTo>
                    <a:cubicBezTo>
                      <a:pt x="204236" y="101600"/>
                      <a:pt x="204236" y="101600"/>
                      <a:pt x="202435" y="99402"/>
                    </a:cubicBezTo>
                    <a:cubicBezTo>
                      <a:pt x="204597" y="99402"/>
                      <a:pt x="206758" y="98303"/>
                      <a:pt x="206758" y="98303"/>
                    </a:cubicBezTo>
                    <a:cubicBezTo>
                      <a:pt x="206758" y="98303"/>
                      <a:pt x="207479" y="99036"/>
                      <a:pt x="208200" y="99036"/>
                    </a:cubicBezTo>
                    <a:cubicBezTo>
                      <a:pt x="208560" y="99402"/>
                      <a:pt x="211082" y="97204"/>
                      <a:pt x="211442" y="97571"/>
                    </a:cubicBezTo>
                    <a:close/>
                    <a:moveTo>
                      <a:pt x="340584" y="96838"/>
                    </a:moveTo>
                    <a:cubicBezTo>
                      <a:pt x="341854" y="97291"/>
                      <a:pt x="341537" y="98199"/>
                      <a:pt x="341537" y="98199"/>
                    </a:cubicBezTo>
                    <a:cubicBezTo>
                      <a:pt x="341537" y="98199"/>
                      <a:pt x="341537" y="98199"/>
                      <a:pt x="341537" y="99559"/>
                    </a:cubicBezTo>
                    <a:cubicBezTo>
                      <a:pt x="341537" y="100013"/>
                      <a:pt x="341219" y="99559"/>
                      <a:pt x="340584" y="99559"/>
                    </a:cubicBezTo>
                    <a:cubicBezTo>
                      <a:pt x="339949" y="99559"/>
                      <a:pt x="340267" y="99559"/>
                      <a:pt x="339949" y="99106"/>
                    </a:cubicBezTo>
                    <a:cubicBezTo>
                      <a:pt x="339949" y="98652"/>
                      <a:pt x="339631" y="99106"/>
                      <a:pt x="339314" y="98652"/>
                    </a:cubicBezTo>
                    <a:cubicBezTo>
                      <a:pt x="338679" y="98652"/>
                      <a:pt x="339314" y="98652"/>
                      <a:pt x="339314" y="97745"/>
                    </a:cubicBezTo>
                    <a:cubicBezTo>
                      <a:pt x="339631" y="96838"/>
                      <a:pt x="339631" y="97745"/>
                      <a:pt x="339949" y="97291"/>
                    </a:cubicBezTo>
                    <a:cubicBezTo>
                      <a:pt x="340267" y="96838"/>
                      <a:pt x="340584" y="96838"/>
                      <a:pt x="340584" y="96838"/>
                    </a:cubicBezTo>
                    <a:close/>
                    <a:moveTo>
                      <a:pt x="1491476" y="90488"/>
                    </a:moveTo>
                    <a:cubicBezTo>
                      <a:pt x="1491476" y="90488"/>
                      <a:pt x="1491476" y="90488"/>
                      <a:pt x="1492221" y="90488"/>
                    </a:cubicBezTo>
                    <a:cubicBezTo>
                      <a:pt x="1492221" y="90488"/>
                      <a:pt x="1492593" y="90488"/>
                      <a:pt x="1493337" y="90488"/>
                    </a:cubicBezTo>
                    <a:cubicBezTo>
                      <a:pt x="1494081" y="90849"/>
                      <a:pt x="1493337" y="90488"/>
                      <a:pt x="1493709" y="91931"/>
                    </a:cubicBezTo>
                    <a:cubicBezTo>
                      <a:pt x="1493709" y="92653"/>
                      <a:pt x="1493709" y="93014"/>
                      <a:pt x="1494825" y="91931"/>
                    </a:cubicBezTo>
                    <a:cubicBezTo>
                      <a:pt x="1495941" y="90849"/>
                      <a:pt x="1494825" y="91931"/>
                      <a:pt x="1495569" y="91570"/>
                    </a:cubicBezTo>
                    <a:cubicBezTo>
                      <a:pt x="1496685" y="91210"/>
                      <a:pt x="1495569" y="91570"/>
                      <a:pt x="1497058" y="91210"/>
                    </a:cubicBezTo>
                    <a:cubicBezTo>
                      <a:pt x="1498174" y="90849"/>
                      <a:pt x="1498918" y="91570"/>
                      <a:pt x="1500034" y="91210"/>
                    </a:cubicBezTo>
                    <a:cubicBezTo>
                      <a:pt x="1501150" y="90849"/>
                      <a:pt x="1500778" y="91570"/>
                      <a:pt x="1501895" y="91931"/>
                    </a:cubicBezTo>
                    <a:cubicBezTo>
                      <a:pt x="1501895" y="91931"/>
                      <a:pt x="1501523" y="92653"/>
                      <a:pt x="1501895" y="93014"/>
                    </a:cubicBezTo>
                    <a:cubicBezTo>
                      <a:pt x="1502639" y="93014"/>
                      <a:pt x="1503383" y="93014"/>
                      <a:pt x="1504127" y="92653"/>
                    </a:cubicBezTo>
                    <a:cubicBezTo>
                      <a:pt x="1504499" y="92653"/>
                      <a:pt x="1504871" y="92653"/>
                      <a:pt x="1505615" y="92292"/>
                    </a:cubicBezTo>
                    <a:cubicBezTo>
                      <a:pt x="1506360" y="91931"/>
                      <a:pt x="1507104" y="92653"/>
                      <a:pt x="1507476" y="92653"/>
                    </a:cubicBezTo>
                    <a:cubicBezTo>
                      <a:pt x="1508220" y="92653"/>
                      <a:pt x="1508964" y="93374"/>
                      <a:pt x="1508964" y="93374"/>
                    </a:cubicBezTo>
                    <a:cubicBezTo>
                      <a:pt x="1508964" y="93374"/>
                      <a:pt x="1508964" y="93374"/>
                      <a:pt x="1511569" y="93735"/>
                    </a:cubicBezTo>
                    <a:cubicBezTo>
                      <a:pt x="1511569" y="93735"/>
                      <a:pt x="1512685" y="94096"/>
                      <a:pt x="1513057" y="94096"/>
                    </a:cubicBezTo>
                    <a:cubicBezTo>
                      <a:pt x="1513429" y="94457"/>
                      <a:pt x="1513429" y="95179"/>
                      <a:pt x="1513429" y="95179"/>
                    </a:cubicBezTo>
                    <a:cubicBezTo>
                      <a:pt x="1513429" y="95179"/>
                      <a:pt x="1513057" y="95539"/>
                      <a:pt x="1512685" y="95900"/>
                    </a:cubicBezTo>
                    <a:cubicBezTo>
                      <a:pt x="1511941" y="96261"/>
                      <a:pt x="1511569" y="96983"/>
                      <a:pt x="1511569" y="96983"/>
                    </a:cubicBezTo>
                    <a:cubicBezTo>
                      <a:pt x="1511197" y="96983"/>
                      <a:pt x="1510452" y="97343"/>
                      <a:pt x="1509336" y="97343"/>
                    </a:cubicBezTo>
                    <a:cubicBezTo>
                      <a:pt x="1509336" y="97343"/>
                      <a:pt x="1508592" y="97704"/>
                      <a:pt x="1508220" y="97704"/>
                    </a:cubicBezTo>
                    <a:cubicBezTo>
                      <a:pt x="1507476" y="98065"/>
                      <a:pt x="1506732" y="98065"/>
                      <a:pt x="1506732" y="98065"/>
                    </a:cubicBezTo>
                    <a:cubicBezTo>
                      <a:pt x="1506732" y="98065"/>
                      <a:pt x="1506732" y="98065"/>
                      <a:pt x="1505243" y="98065"/>
                    </a:cubicBezTo>
                    <a:cubicBezTo>
                      <a:pt x="1505243" y="98065"/>
                      <a:pt x="1505243" y="98065"/>
                      <a:pt x="1503755" y="98426"/>
                    </a:cubicBezTo>
                    <a:cubicBezTo>
                      <a:pt x="1503755" y="98426"/>
                      <a:pt x="1502267" y="98426"/>
                      <a:pt x="1501895" y="98065"/>
                    </a:cubicBezTo>
                    <a:cubicBezTo>
                      <a:pt x="1501523" y="97704"/>
                      <a:pt x="1500778" y="98065"/>
                      <a:pt x="1500406" y="98065"/>
                    </a:cubicBezTo>
                    <a:cubicBezTo>
                      <a:pt x="1500034" y="98065"/>
                      <a:pt x="1498918" y="97343"/>
                      <a:pt x="1498918" y="97343"/>
                    </a:cubicBezTo>
                    <a:cubicBezTo>
                      <a:pt x="1498918" y="97343"/>
                      <a:pt x="1498918" y="97343"/>
                      <a:pt x="1497430" y="97704"/>
                    </a:cubicBezTo>
                    <a:cubicBezTo>
                      <a:pt x="1497430" y="97704"/>
                      <a:pt x="1496685" y="96983"/>
                      <a:pt x="1495197" y="96622"/>
                    </a:cubicBezTo>
                    <a:cubicBezTo>
                      <a:pt x="1495197" y="96622"/>
                      <a:pt x="1494081" y="95900"/>
                      <a:pt x="1493337" y="95179"/>
                    </a:cubicBezTo>
                    <a:cubicBezTo>
                      <a:pt x="1493337" y="95179"/>
                      <a:pt x="1492221" y="94818"/>
                      <a:pt x="1491848" y="94818"/>
                    </a:cubicBezTo>
                    <a:cubicBezTo>
                      <a:pt x="1491476" y="94818"/>
                      <a:pt x="1491104" y="94457"/>
                      <a:pt x="1490360" y="94096"/>
                    </a:cubicBezTo>
                    <a:cubicBezTo>
                      <a:pt x="1489616" y="93374"/>
                      <a:pt x="1489616" y="94096"/>
                      <a:pt x="1489616" y="93014"/>
                    </a:cubicBezTo>
                    <a:cubicBezTo>
                      <a:pt x="1489616" y="92292"/>
                      <a:pt x="1489988" y="92653"/>
                      <a:pt x="1489988" y="91570"/>
                    </a:cubicBezTo>
                    <a:cubicBezTo>
                      <a:pt x="1490360" y="90849"/>
                      <a:pt x="1491476" y="90488"/>
                      <a:pt x="1491476" y="90488"/>
                    </a:cubicBezTo>
                    <a:close/>
                    <a:moveTo>
                      <a:pt x="299190" y="88900"/>
                    </a:moveTo>
                    <a:cubicBezTo>
                      <a:pt x="299785" y="88900"/>
                      <a:pt x="300381" y="89266"/>
                      <a:pt x="301869" y="89999"/>
                    </a:cubicBezTo>
                    <a:cubicBezTo>
                      <a:pt x="302167" y="89999"/>
                      <a:pt x="301869" y="90365"/>
                      <a:pt x="302167" y="91098"/>
                    </a:cubicBezTo>
                    <a:cubicBezTo>
                      <a:pt x="302167" y="92197"/>
                      <a:pt x="302167" y="91831"/>
                      <a:pt x="301572" y="93296"/>
                    </a:cubicBezTo>
                    <a:cubicBezTo>
                      <a:pt x="301274" y="93663"/>
                      <a:pt x="300976" y="93296"/>
                      <a:pt x="300381" y="93296"/>
                    </a:cubicBezTo>
                    <a:cubicBezTo>
                      <a:pt x="299785" y="93296"/>
                      <a:pt x="299488" y="93296"/>
                      <a:pt x="299190" y="93296"/>
                    </a:cubicBezTo>
                    <a:cubicBezTo>
                      <a:pt x="298595" y="93296"/>
                      <a:pt x="298297" y="93296"/>
                      <a:pt x="297999" y="92930"/>
                    </a:cubicBezTo>
                    <a:cubicBezTo>
                      <a:pt x="297404" y="92564"/>
                      <a:pt x="297404" y="92197"/>
                      <a:pt x="297404" y="91831"/>
                    </a:cubicBezTo>
                    <a:cubicBezTo>
                      <a:pt x="297404" y="91098"/>
                      <a:pt x="297404" y="91098"/>
                      <a:pt x="297404" y="90732"/>
                    </a:cubicBezTo>
                    <a:cubicBezTo>
                      <a:pt x="297404" y="90365"/>
                      <a:pt x="298595" y="88900"/>
                      <a:pt x="299190" y="88900"/>
                    </a:cubicBezTo>
                    <a:close/>
                    <a:moveTo>
                      <a:pt x="341780" y="87710"/>
                    </a:moveTo>
                    <a:cubicBezTo>
                      <a:pt x="342149" y="87313"/>
                      <a:pt x="343257" y="88107"/>
                      <a:pt x="343995" y="87710"/>
                    </a:cubicBezTo>
                    <a:cubicBezTo>
                      <a:pt x="344734" y="87313"/>
                      <a:pt x="344734" y="88107"/>
                      <a:pt x="345103" y="87710"/>
                    </a:cubicBezTo>
                    <a:cubicBezTo>
                      <a:pt x="345472" y="87710"/>
                      <a:pt x="346580" y="88504"/>
                      <a:pt x="346580" y="88107"/>
                    </a:cubicBezTo>
                    <a:cubicBezTo>
                      <a:pt x="346949" y="87710"/>
                      <a:pt x="347318" y="88504"/>
                      <a:pt x="347318" y="88504"/>
                    </a:cubicBezTo>
                    <a:cubicBezTo>
                      <a:pt x="347318" y="88504"/>
                      <a:pt x="348426" y="89297"/>
                      <a:pt x="348795" y="89694"/>
                    </a:cubicBezTo>
                    <a:cubicBezTo>
                      <a:pt x="349164" y="90488"/>
                      <a:pt x="349533" y="90488"/>
                      <a:pt x="349533" y="90488"/>
                    </a:cubicBezTo>
                    <a:cubicBezTo>
                      <a:pt x="349902" y="90885"/>
                      <a:pt x="349902" y="91282"/>
                      <a:pt x="350641" y="93663"/>
                    </a:cubicBezTo>
                    <a:cubicBezTo>
                      <a:pt x="351379" y="96045"/>
                      <a:pt x="351010" y="94060"/>
                      <a:pt x="351010" y="95251"/>
                    </a:cubicBezTo>
                    <a:cubicBezTo>
                      <a:pt x="351379" y="96045"/>
                      <a:pt x="351010" y="95648"/>
                      <a:pt x="351010" y="96441"/>
                    </a:cubicBezTo>
                    <a:cubicBezTo>
                      <a:pt x="351010" y="96838"/>
                      <a:pt x="351010" y="97235"/>
                      <a:pt x="350271" y="98029"/>
                    </a:cubicBezTo>
                    <a:cubicBezTo>
                      <a:pt x="349902" y="98426"/>
                      <a:pt x="349533" y="98426"/>
                      <a:pt x="349164" y="98029"/>
                    </a:cubicBezTo>
                    <a:cubicBezTo>
                      <a:pt x="348795" y="98029"/>
                      <a:pt x="347687" y="98426"/>
                      <a:pt x="347318" y="98426"/>
                    </a:cubicBezTo>
                    <a:cubicBezTo>
                      <a:pt x="346949" y="98426"/>
                      <a:pt x="346949" y="98426"/>
                      <a:pt x="346580" y="98426"/>
                    </a:cubicBezTo>
                    <a:cubicBezTo>
                      <a:pt x="346210" y="98426"/>
                      <a:pt x="345841" y="98426"/>
                      <a:pt x="344734" y="97632"/>
                    </a:cubicBezTo>
                    <a:cubicBezTo>
                      <a:pt x="344364" y="97632"/>
                      <a:pt x="343257" y="97235"/>
                      <a:pt x="341042" y="96441"/>
                    </a:cubicBezTo>
                    <a:cubicBezTo>
                      <a:pt x="340673" y="96441"/>
                      <a:pt x="340673" y="96441"/>
                      <a:pt x="339934" y="96045"/>
                    </a:cubicBezTo>
                    <a:cubicBezTo>
                      <a:pt x="338827" y="95648"/>
                      <a:pt x="339934" y="96045"/>
                      <a:pt x="338457" y="95251"/>
                    </a:cubicBezTo>
                    <a:cubicBezTo>
                      <a:pt x="336981" y="94457"/>
                      <a:pt x="338088" y="95251"/>
                      <a:pt x="337350" y="94854"/>
                    </a:cubicBezTo>
                    <a:cubicBezTo>
                      <a:pt x="336612" y="94457"/>
                      <a:pt x="336981" y="94457"/>
                      <a:pt x="336242" y="94060"/>
                    </a:cubicBezTo>
                    <a:cubicBezTo>
                      <a:pt x="335504" y="93663"/>
                      <a:pt x="336242" y="93266"/>
                      <a:pt x="336242" y="92472"/>
                    </a:cubicBezTo>
                    <a:cubicBezTo>
                      <a:pt x="336242" y="91679"/>
                      <a:pt x="336612" y="92076"/>
                      <a:pt x="336981" y="91679"/>
                    </a:cubicBezTo>
                    <a:cubicBezTo>
                      <a:pt x="337719" y="90885"/>
                      <a:pt x="337350" y="91282"/>
                      <a:pt x="338088" y="90488"/>
                    </a:cubicBezTo>
                    <a:cubicBezTo>
                      <a:pt x="338827" y="89694"/>
                      <a:pt x="338827" y="90488"/>
                      <a:pt x="339565" y="90091"/>
                    </a:cubicBezTo>
                    <a:cubicBezTo>
                      <a:pt x="339934" y="89694"/>
                      <a:pt x="340673" y="88900"/>
                      <a:pt x="340673" y="88900"/>
                    </a:cubicBezTo>
                    <a:cubicBezTo>
                      <a:pt x="340673" y="88504"/>
                      <a:pt x="341411" y="88107"/>
                      <a:pt x="341780" y="87710"/>
                    </a:cubicBezTo>
                    <a:close/>
                    <a:moveTo>
                      <a:pt x="1439043" y="87679"/>
                    </a:moveTo>
                    <a:cubicBezTo>
                      <a:pt x="1439497" y="87313"/>
                      <a:pt x="1440858" y="88046"/>
                      <a:pt x="1441765" y="88046"/>
                    </a:cubicBezTo>
                    <a:cubicBezTo>
                      <a:pt x="1442218" y="88046"/>
                      <a:pt x="1443125" y="89145"/>
                      <a:pt x="1443125" y="89878"/>
                    </a:cubicBezTo>
                    <a:cubicBezTo>
                      <a:pt x="1443579" y="90977"/>
                      <a:pt x="1443125" y="89878"/>
                      <a:pt x="1442672" y="90610"/>
                    </a:cubicBezTo>
                    <a:cubicBezTo>
                      <a:pt x="1442218" y="90977"/>
                      <a:pt x="1442218" y="91343"/>
                      <a:pt x="1440858" y="91709"/>
                    </a:cubicBezTo>
                    <a:cubicBezTo>
                      <a:pt x="1439497" y="92076"/>
                      <a:pt x="1439497" y="92076"/>
                      <a:pt x="1438136" y="91343"/>
                    </a:cubicBezTo>
                    <a:cubicBezTo>
                      <a:pt x="1437229" y="90610"/>
                      <a:pt x="1438590" y="90977"/>
                      <a:pt x="1439043" y="90244"/>
                    </a:cubicBezTo>
                    <a:cubicBezTo>
                      <a:pt x="1439043" y="89511"/>
                      <a:pt x="1438590" y="88778"/>
                      <a:pt x="1439043" y="87679"/>
                    </a:cubicBezTo>
                    <a:close/>
                    <a:moveTo>
                      <a:pt x="337726" y="87666"/>
                    </a:moveTo>
                    <a:cubicBezTo>
                      <a:pt x="338044" y="87666"/>
                      <a:pt x="338679" y="88371"/>
                      <a:pt x="338679" y="88371"/>
                    </a:cubicBezTo>
                    <a:cubicBezTo>
                      <a:pt x="338679" y="88371"/>
                      <a:pt x="338679" y="88371"/>
                      <a:pt x="338361" y="89077"/>
                    </a:cubicBezTo>
                    <a:cubicBezTo>
                      <a:pt x="338044" y="89077"/>
                      <a:pt x="337726" y="89077"/>
                      <a:pt x="336774" y="89782"/>
                    </a:cubicBezTo>
                    <a:cubicBezTo>
                      <a:pt x="335504" y="90488"/>
                      <a:pt x="336774" y="89782"/>
                      <a:pt x="336139" y="90135"/>
                    </a:cubicBezTo>
                    <a:cubicBezTo>
                      <a:pt x="335821" y="90135"/>
                      <a:pt x="335504" y="90135"/>
                      <a:pt x="334869" y="89782"/>
                    </a:cubicBezTo>
                    <a:cubicBezTo>
                      <a:pt x="334551" y="89782"/>
                      <a:pt x="334869" y="89782"/>
                      <a:pt x="334234" y="89430"/>
                    </a:cubicBezTo>
                    <a:cubicBezTo>
                      <a:pt x="333916" y="89077"/>
                      <a:pt x="334234" y="88724"/>
                      <a:pt x="334234" y="88724"/>
                    </a:cubicBezTo>
                    <a:cubicBezTo>
                      <a:pt x="334234" y="88018"/>
                      <a:pt x="335504" y="88371"/>
                      <a:pt x="336456" y="88018"/>
                    </a:cubicBezTo>
                    <a:cubicBezTo>
                      <a:pt x="336774" y="87666"/>
                      <a:pt x="337091" y="87313"/>
                      <a:pt x="337726" y="87666"/>
                    </a:cubicBezTo>
                    <a:close/>
                    <a:moveTo>
                      <a:pt x="344147" y="84138"/>
                    </a:moveTo>
                    <a:cubicBezTo>
                      <a:pt x="344852" y="84138"/>
                      <a:pt x="344852" y="84138"/>
                      <a:pt x="344852" y="84138"/>
                    </a:cubicBezTo>
                    <a:cubicBezTo>
                      <a:pt x="344852" y="84138"/>
                      <a:pt x="345558" y="85196"/>
                      <a:pt x="345910" y="85725"/>
                    </a:cubicBezTo>
                    <a:cubicBezTo>
                      <a:pt x="345910" y="86255"/>
                      <a:pt x="346616" y="86784"/>
                      <a:pt x="345910" y="86784"/>
                    </a:cubicBezTo>
                    <a:cubicBezTo>
                      <a:pt x="345558" y="86784"/>
                      <a:pt x="345910" y="86784"/>
                      <a:pt x="345205" y="86784"/>
                    </a:cubicBezTo>
                    <a:cubicBezTo>
                      <a:pt x="344852" y="86784"/>
                      <a:pt x="344147" y="87313"/>
                      <a:pt x="343794" y="86784"/>
                    </a:cubicBezTo>
                    <a:cubicBezTo>
                      <a:pt x="343794" y="86255"/>
                      <a:pt x="343441" y="86255"/>
                      <a:pt x="343441" y="85725"/>
                    </a:cubicBezTo>
                    <a:cubicBezTo>
                      <a:pt x="343441" y="85725"/>
                      <a:pt x="343441" y="84138"/>
                      <a:pt x="344147" y="84138"/>
                    </a:cubicBezTo>
                    <a:close/>
                    <a:moveTo>
                      <a:pt x="1455666" y="82938"/>
                    </a:moveTo>
                    <a:cubicBezTo>
                      <a:pt x="1456028" y="82938"/>
                      <a:pt x="1456390" y="83326"/>
                      <a:pt x="1457114" y="83326"/>
                    </a:cubicBezTo>
                    <a:cubicBezTo>
                      <a:pt x="1457476" y="83714"/>
                      <a:pt x="1457838" y="84490"/>
                      <a:pt x="1458562" y="84878"/>
                    </a:cubicBezTo>
                    <a:cubicBezTo>
                      <a:pt x="1459286" y="84878"/>
                      <a:pt x="1459286" y="85654"/>
                      <a:pt x="1460373" y="86042"/>
                    </a:cubicBezTo>
                    <a:cubicBezTo>
                      <a:pt x="1461097" y="86431"/>
                      <a:pt x="1461821" y="87207"/>
                      <a:pt x="1461821" y="87207"/>
                    </a:cubicBezTo>
                    <a:cubicBezTo>
                      <a:pt x="1461821" y="87207"/>
                      <a:pt x="1461821" y="87983"/>
                      <a:pt x="1461821" y="88371"/>
                    </a:cubicBezTo>
                    <a:cubicBezTo>
                      <a:pt x="1461821" y="89147"/>
                      <a:pt x="1464355" y="88759"/>
                      <a:pt x="1464355" y="87595"/>
                    </a:cubicBezTo>
                    <a:cubicBezTo>
                      <a:pt x="1464355" y="86431"/>
                      <a:pt x="1465079" y="86042"/>
                      <a:pt x="1465441" y="85266"/>
                    </a:cubicBezTo>
                    <a:cubicBezTo>
                      <a:pt x="1466166" y="84490"/>
                      <a:pt x="1466166" y="84490"/>
                      <a:pt x="1467614" y="83714"/>
                    </a:cubicBezTo>
                    <a:cubicBezTo>
                      <a:pt x="1468700" y="82938"/>
                      <a:pt x="1468338" y="84102"/>
                      <a:pt x="1469062" y="84102"/>
                    </a:cubicBezTo>
                    <a:cubicBezTo>
                      <a:pt x="1470148" y="84102"/>
                      <a:pt x="1469786" y="85266"/>
                      <a:pt x="1469786" y="85266"/>
                    </a:cubicBezTo>
                    <a:cubicBezTo>
                      <a:pt x="1469786" y="85266"/>
                      <a:pt x="1472321" y="85654"/>
                      <a:pt x="1472683" y="86042"/>
                    </a:cubicBezTo>
                    <a:cubicBezTo>
                      <a:pt x="1473045" y="86042"/>
                      <a:pt x="1473045" y="86819"/>
                      <a:pt x="1473407" y="87207"/>
                    </a:cubicBezTo>
                    <a:cubicBezTo>
                      <a:pt x="1473407" y="86819"/>
                      <a:pt x="1473769" y="86042"/>
                      <a:pt x="1474131" y="86431"/>
                    </a:cubicBezTo>
                    <a:cubicBezTo>
                      <a:pt x="1474493" y="86431"/>
                      <a:pt x="1475217" y="86042"/>
                      <a:pt x="1475579" y="86431"/>
                    </a:cubicBezTo>
                    <a:cubicBezTo>
                      <a:pt x="1475941" y="86431"/>
                      <a:pt x="1475941" y="85654"/>
                      <a:pt x="1476665" y="86431"/>
                    </a:cubicBezTo>
                    <a:cubicBezTo>
                      <a:pt x="1477389" y="86819"/>
                      <a:pt x="1478476" y="86431"/>
                      <a:pt x="1478476" y="86819"/>
                    </a:cubicBezTo>
                    <a:cubicBezTo>
                      <a:pt x="1478838" y="87207"/>
                      <a:pt x="1478476" y="87207"/>
                      <a:pt x="1479562" y="87595"/>
                    </a:cubicBezTo>
                    <a:cubicBezTo>
                      <a:pt x="1480648" y="87595"/>
                      <a:pt x="1481010" y="87983"/>
                      <a:pt x="1481372" y="88371"/>
                    </a:cubicBezTo>
                    <a:cubicBezTo>
                      <a:pt x="1481734" y="88759"/>
                      <a:pt x="1482458" y="88371"/>
                      <a:pt x="1482820" y="88371"/>
                    </a:cubicBezTo>
                    <a:cubicBezTo>
                      <a:pt x="1483182" y="88759"/>
                      <a:pt x="1483182" y="89147"/>
                      <a:pt x="1484269" y="89535"/>
                    </a:cubicBezTo>
                    <a:cubicBezTo>
                      <a:pt x="1485355" y="89923"/>
                      <a:pt x="1486441" y="89147"/>
                      <a:pt x="1485355" y="89923"/>
                    </a:cubicBezTo>
                    <a:cubicBezTo>
                      <a:pt x="1484269" y="91087"/>
                      <a:pt x="1483545" y="90311"/>
                      <a:pt x="1483545" y="91087"/>
                    </a:cubicBezTo>
                    <a:cubicBezTo>
                      <a:pt x="1482820" y="92640"/>
                      <a:pt x="1483182" y="93028"/>
                      <a:pt x="1482820" y="93416"/>
                    </a:cubicBezTo>
                    <a:cubicBezTo>
                      <a:pt x="1481734" y="94580"/>
                      <a:pt x="1481372" y="94968"/>
                      <a:pt x="1481010" y="94968"/>
                    </a:cubicBezTo>
                    <a:cubicBezTo>
                      <a:pt x="1479924" y="95356"/>
                      <a:pt x="1479924" y="95356"/>
                      <a:pt x="1479924" y="95356"/>
                    </a:cubicBezTo>
                    <a:cubicBezTo>
                      <a:pt x="1479924" y="95356"/>
                      <a:pt x="1479924" y="95356"/>
                      <a:pt x="1477027" y="94580"/>
                    </a:cubicBezTo>
                    <a:cubicBezTo>
                      <a:pt x="1477027" y="94580"/>
                      <a:pt x="1475217" y="94580"/>
                      <a:pt x="1475217" y="94968"/>
                    </a:cubicBezTo>
                    <a:cubicBezTo>
                      <a:pt x="1475217" y="95356"/>
                      <a:pt x="1476303" y="95744"/>
                      <a:pt x="1475217" y="95356"/>
                    </a:cubicBezTo>
                    <a:cubicBezTo>
                      <a:pt x="1474131" y="94580"/>
                      <a:pt x="1472683" y="93804"/>
                      <a:pt x="1472683" y="93416"/>
                    </a:cubicBezTo>
                    <a:cubicBezTo>
                      <a:pt x="1472683" y="93028"/>
                      <a:pt x="1472683" y="92252"/>
                      <a:pt x="1472683" y="91863"/>
                    </a:cubicBezTo>
                    <a:cubicBezTo>
                      <a:pt x="1472321" y="91475"/>
                      <a:pt x="1471959" y="91087"/>
                      <a:pt x="1472321" y="90699"/>
                    </a:cubicBezTo>
                    <a:cubicBezTo>
                      <a:pt x="1472321" y="90311"/>
                      <a:pt x="1472321" y="89147"/>
                      <a:pt x="1472683" y="89535"/>
                    </a:cubicBezTo>
                    <a:cubicBezTo>
                      <a:pt x="1473045" y="89923"/>
                      <a:pt x="1473769" y="89147"/>
                      <a:pt x="1473769" y="89147"/>
                    </a:cubicBezTo>
                    <a:cubicBezTo>
                      <a:pt x="1473769" y="88759"/>
                      <a:pt x="1473407" y="88371"/>
                      <a:pt x="1473045" y="88371"/>
                    </a:cubicBezTo>
                    <a:cubicBezTo>
                      <a:pt x="1473045" y="88371"/>
                      <a:pt x="1472683" y="88371"/>
                      <a:pt x="1471596" y="88371"/>
                    </a:cubicBezTo>
                    <a:cubicBezTo>
                      <a:pt x="1471234" y="88371"/>
                      <a:pt x="1470510" y="89923"/>
                      <a:pt x="1470510" y="89923"/>
                    </a:cubicBezTo>
                    <a:cubicBezTo>
                      <a:pt x="1470510" y="89923"/>
                      <a:pt x="1470510" y="90311"/>
                      <a:pt x="1470872" y="90699"/>
                    </a:cubicBezTo>
                    <a:cubicBezTo>
                      <a:pt x="1470872" y="91087"/>
                      <a:pt x="1471234" y="91863"/>
                      <a:pt x="1471234" y="92252"/>
                    </a:cubicBezTo>
                    <a:cubicBezTo>
                      <a:pt x="1471234" y="92640"/>
                      <a:pt x="1472321" y="93416"/>
                      <a:pt x="1472321" y="93416"/>
                    </a:cubicBezTo>
                    <a:cubicBezTo>
                      <a:pt x="1472321" y="93416"/>
                      <a:pt x="1473407" y="94580"/>
                      <a:pt x="1474131" y="95744"/>
                    </a:cubicBezTo>
                    <a:cubicBezTo>
                      <a:pt x="1474493" y="95744"/>
                      <a:pt x="1475217" y="95744"/>
                      <a:pt x="1476665" y="96132"/>
                    </a:cubicBezTo>
                    <a:cubicBezTo>
                      <a:pt x="1476665" y="96132"/>
                      <a:pt x="1477389" y="96908"/>
                      <a:pt x="1476303" y="96520"/>
                    </a:cubicBezTo>
                    <a:cubicBezTo>
                      <a:pt x="1476303" y="96520"/>
                      <a:pt x="1474131" y="97296"/>
                      <a:pt x="1473407" y="96908"/>
                    </a:cubicBezTo>
                    <a:cubicBezTo>
                      <a:pt x="1472683" y="96520"/>
                      <a:pt x="1471596" y="96908"/>
                      <a:pt x="1471596" y="96908"/>
                    </a:cubicBezTo>
                    <a:cubicBezTo>
                      <a:pt x="1471596" y="96908"/>
                      <a:pt x="1470510" y="96520"/>
                      <a:pt x="1470148" y="96132"/>
                    </a:cubicBezTo>
                    <a:cubicBezTo>
                      <a:pt x="1469424" y="95744"/>
                      <a:pt x="1467976" y="96132"/>
                      <a:pt x="1467976" y="96132"/>
                    </a:cubicBezTo>
                    <a:cubicBezTo>
                      <a:pt x="1467976" y="96132"/>
                      <a:pt x="1467976" y="96132"/>
                      <a:pt x="1465441" y="96520"/>
                    </a:cubicBezTo>
                    <a:cubicBezTo>
                      <a:pt x="1465441" y="96520"/>
                      <a:pt x="1463269" y="97296"/>
                      <a:pt x="1461821" y="97296"/>
                    </a:cubicBezTo>
                    <a:cubicBezTo>
                      <a:pt x="1461821" y="97296"/>
                      <a:pt x="1460373" y="96908"/>
                      <a:pt x="1460011" y="96520"/>
                    </a:cubicBezTo>
                    <a:cubicBezTo>
                      <a:pt x="1459648" y="96520"/>
                      <a:pt x="1458200" y="96908"/>
                      <a:pt x="1458200" y="96908"/>
                    </a:cubicBezTo>
                    <a:cubicBezTo>
                      <a:pt x="1458200" y="96908"/>
                      <a:pt x="1458200" y="96908"/>
                      <a:pt x="1457838" y="98461"/>
                    </a:cubicBezTo>
                    <a:cubicBezTo>
                      <a:pt x="1457838" y="98461"/>
                      <a:pt x="1457114" y="99625"/>
                      <a:pt x="1457114" y="99625"/>
                    </a:cubicBezTo>
                    <a:cubicBezTo>
                      <a:pt x="1457114" y="100013"/>
                      <a:pt x="1455666" y="99625"/>
                      <a:pt x="1455304" y="98849"/>
                    </a:cubicBezTo>
                    <a:cubicBezTo>
                      <a:pt x="1454942" y="98073"/>
                      <a:pt x="1453131" y="98849"/>
                      <a:pt x="1452769" y="98461"/>
                    </a:cubicBezTo>
                    <a:cubicBezTo>
                      <a:pt x="1452407" y="98073"/>
                      <a:pt x="1451683" y="97684"/>
                      <a:pt x="1451321" y="97296"/>
                    </a:cubicBezTo>
                    <a:cubicBezTo>
                      <a:pt x="1450959" y="96908"/>
                      <a:pt x="1450235" y="96908"/>
                      <a:pt x="1449149" y="96132"/>
                    </a:cubicBezTo>
                    <a:cubicBezTo>
                      <a:pt x="1449149" y="96132"/>
                      <a:pt x="1447338" y="95356"/>
                      <a:pt x="1447338" y="94968"/>
                    </a:cubicBezTo>
                    <a:cubicBezTo>
                      <a:pt x="1446976" y="94580"/>
                      <a:pt x="1446976" y="94192"/>
                      <a:pt x="1446614" y="93804"/>
                    </a:cubicBezTo>
                    <a:cubicBezTo>
                      <a:pt x="1446614" y="93028"/>
                      <a:pt x="1445528" y="93416"/>
                      <a:pt x="1445528" y="92640"/>
                    </a:cubicBezTo>
                    <a:cubicBezTo>
                      <a:pt x="1445166" y="91863"/>
                      <a:pt x="1445166" y="91863"/>
                      <a:pt x="1446252" y="91475"/>
                    </a:cubicBezTo>
                    <a:cubicBezTo>
                      <a:pt x="1446976" y="91475"/>
                      <a:pt x="1446976" y="91087"/>
                      <a:pt x="1446976" y="90311"/>
                    </a:cubicBezTo>
                    <a:cubicBezTo>
                      <a:pt x="1446614" y="89535"/>
                      <a:pt x="1446252" y="89923"/>
                      <a:pt x="1445890" y="89535"/>
                    </a:cubicBezTo>
                    <a:cubicBezTo>
                      <a:pt x="1445890" y="88759"/>
                      <a:pt x="1445890" y="88371"/>
                      <a:pt x="1446252" y="87595"/>
                    </a:cubicBezTo>
                    <a:cubicBezTo>
                      <a:pt x="1446252" y="87207"/>
                      <a:pt x="1446976" y="87207"/>
                      <a:pt x="1447338" y="87207"/>
                    </a:cubicBezTo>
                    <a:cubicBezTo>
                      <a:pt x="1447338" y="87207"/>
                      <a:pt x="1447338" y="87207"/>
                      <a:pt x="1448062" y="85266"/>
                    </a:cubicBezTo>
                    <a:cubicBezTo>
                      <a:pt x="1448062" y="85266"/>
                      <a:pt x="1448787" y="84878"/>
                      <a:pt x="1450235" y="84102"/>
                    </a:cubicBezTo>
                    <a:cubicBezTo>
                      <a:pt x="1451683" y="83714"/>
                      <a:pt x="1450235" y="84102"/>
                      <a:pt x="1450959" y="83714"/>
                    </a:cubicBezTo>
                    <a:cubicBezTo>
                      <a:pt x="1451683" y="83326"/>
                      <a:pt x="1452045" y="83714"/>
                      <a:pt x="1453131" y="83326"/>
                    </a:cubicBezTo>
                    <a:cubicBezTo>
                      <a:pt x="1454218" y="82550"/>
                      <a:pt x="1454218" y="83714"/>
                      <a:pt x="1454580" y="83714"/>
                    </a:cubicBezTo>
                    <a:cubicBezTo>
                      <a:pt x="1454942" y="83326"/>
                      <a:pt x="1455304" y="82938"/>
                      <a:pt x="1455666" y="82938"/>
                    </a:cubicBezTo>
                    <a:close/>
                    <a:moveTo>
                      <a:pt x="234610" y="82867"/>
                    </a:moveTo>
                    <a:cubicBezTo>
                      <a:pt x="235315" y="82867"/>
                      <a:pt x="233904" y="82550"/>
                      <a:pt x="235315" y="82867"/>
                    </a:cubicBezTo>
                    <a:cubicBezTo>
                      <a:pt x="236726" y="83502"/>
                      <a:pt x="237079" y="83820"/>
                      <a:pt x="236726" y="84137"/>
                    </a:cubicBezTo>
                    <a:cubicBezTo>
                      <a:pt x="236373" y="84455"/>
                      <a:pt x="236021" y="84772"/>
                      <a:pt x="235668" y="85725"/>
                    </a:cubicBezTo>
                    <a:cubicBezTo>
                      <a:pt x="235315" y="86677"/>
                      <a:pt x="234962" y="86677"/>
                      <a:pt x="234610" y="86995"/>
                    </a:cubicBezTo>
                    <a:cubicBezTo>
                      <a:pt x="233904" y="87312"/>
                      <a:pt x="234610" y="86995"/>
                      <a:pt x="233198" y="87630"/>
                    </a:cubicBezTo>
                    <a:cubicBezTo>
                      <a:pt x="232140" y="88265"/>
                      <a:pt x="233198" y="87947"/>
                      <a:pt x="232140" y="88265"/>
                    </a:cubicBezTo>
                    <a:cubicBezTo>
                      <a:pt x="231435" y="88582"/>
                      <a:pt x="231082" y="88582"/>
                      <a:pt x="230376" y="88582"/>
                    </a:cubicBezTo>
                    <a:cubicBezTo>
                      <a:pt x="229671" y="88582"/>
                      <a:pt x="230376" y="88900"/>
                      <a:pt x="229318" y="88265"/>
                    </a:cubicBezTo>
                    <a:cubicBezTo>
                      <a:pt x="228260" y="87312"/>
                      <a:pt x="227554" y="87630"/>
                      <a:pt x="228260" y="87312"/>
                    </a:cubicBezTo>
                    <a:cubicBezTo>
                      <a:pt x="228965" y="86677"/>
                      <a:pt x="229318" y="86360"/>
                      <a:pt x="230023" y="85725"/>
                    </a:cubicBezTo>
                    <a:cubicBezTo>
                      <a:pt x="230729" y="85407"/>
                      <a:pt x="232493" y="84455"/>
                      <a:pt x="232493" y="84455"/>
                    </a:cubicBezTo>
                    <a:cubicBezTo>
                      <a:pt x="232846" y="84137"/>
                      <a:pt x="233198" y="83820"/>
                      <a:pt x="233551" y="83502"/>
                    </a:cubicBezTo>
                    <a:cubicBezTo>
                      <a:pt x="233904" y="83185"/>
                      <a:pt x="233904" y="83185"/>
                      <a:pt x="234610" y="82867"/>
                    </a:cubicBezTo>
                    <a:close/>
                    <a:moveTo>
                      <a:pt x="359351" y="77788"/>
                    </a:moveTo>
                    <a:cubicBezTo>
                      <a:pt x="360076" y="77788"/>
                      <a:pt x="360076" y="77788"/>
                      <a:pt x="360800" y="77788"/>
                    </a:cubicBezTo>
                    <a:cubicBezTo>
                      <a:pt x="361525" y="77788"/>
                      <a:pt x="361163" y="77788"/>
                      <a:pt x="361525" y="77788"/>
                    </a:cubicBezTo>
                    <a:cubicBezTo>
                      <a:pt x="362250" y="77788"/>
                      <a:pt x="361888" y="77788"/>
                      <a:pt x="362975" y="78517"/>
                    </a:cubicBezTo>
                    <a:cubicBezTo>
                      <a:pt x="363337" y="78881"/>
                      <a:pt x="364062" y="79245"/>
                      <a:pt x="364786" y="79610"/>
                    </a:cubicBezTo>
                    <a:cubicBezTo>
                      <a:pt x="365149" y="79974"/>
                      <a:pt x="364786" y="79974"/>
                      <a:pt x="365149" y="80338"/>
                    </a:cubicBezTo>
                    <a:cubicBezTo>
                      <a:pt x="365149" y="80703"/>
                      <a:pt x="365511" y="80703"/>
                      <a:pt x="365874" y="80703"/>
                    </a:cubicBezTo>
                    <a:cubicBezTo>
                      <a:pt x="366236" y="80703"/>
                      <a:pt x="366598" y="81067"/>
                      <a:pt x="367685" y="81431"/>
                    </a:cubicBezTo>
                    <a:cubicBezTo>
                      <a:pt x="367685" y="81431"/>
                      <a:pt x="368410" y="81796"/>
                      <a:pt x="369135" y="81796"/>
                    </a:cubicBezTo>
                    <a:cubicBezTo>
                      <a:pt x="369497" y="81796"/>
                      <a:pt x="370947" y="82160"/>
                      <a:pt x="370947" y="82160"/>
                    </a:cubicBezTo>
                    <a:cubicBezTo>
                      <a:pt x="370947" y="82160"/>
                      <a:pt x="370947" y="82160"/>
                      <a:pt x="370584" y="83253"/>
                    </a:cubicBezTo>
                    <a:cubicBezTo>
                      <a:pt x="370222" y="83253"/>
                      <a:pt x="369860" y="83253"/>
                      <a:pt x="369497" y="83253"/>
                    </a:cubicBezTo>
                    <a:cubicBezTo>
                      <a:pt x="368772" y="83253"/>
                      <a:pt x="369497" y="83253"/>
                      <a:pt x="368410" y="83253"/>
                    </a:cubicBezTo>
                    <a:cubicBezTo>
                      <a:pt x="367685" y="83253"/>
                      <a:pt x="367685" y="83617"/>
                      <a:pt x="366961" y="83617"/>
                    </a:cubicBezTo>
                    <a:cubicBezTo>
                      <a:pt x="365874" y="83617"/>
                      <a:pt x="366236" y="83253"/>
                      <a:pt x="365874" y="82889"/>
                    </a:cubicBezTo>
                    <a:cubicBezTo>
                      <a:pt x="365511" y="82889"/>
                      <a:pt x="365511" y="83253"/>
                      <a:pt x="364786" y="83253"/>
                    </a:cubicBezTo>
                    <a:cubicBezTo>
                      <a:pt x="364062" y="83253"/>
                      <a:pt x="364424" y="83253"/>
                      <a:pt x="363699" y="83982"/>
                    </a:cubicBezTo>
                    <a:cubicBezTo>
                      <a:pt x="363699" y="83982"/>
                      <a:pt x="364424" y="83982"/>
                      <a:pt x="365149" y="84346"/>
                    </a:cubicBezTo>
                    <a:cubicBezTo>
                      <a:pt x="365874" y="84710"/>
                      <a:pt x="365149" y="84346"/>
                      <a:pt x="365149" y="85075"/>
                    </a:cubicBezTo>
                    <a:cubicBezTo>
                      <a:pt x="365149" y="85075"/>
                      <a:pt x="365511" y="85075"/>
                      <a:pt x="366236" y="84710"/>
                    </a:cubicBezTo>
                    <a:cubicBezTo>
                      <a:pt x="366961" y="84710"/>
                      <a:pt x="366961" y="84710"/>
                      <a:pt x="367323" y="84710"/>
                    </a:cubicBezTo>
                    <a:cubicBezTo>
                      <a:pt x="367685" y="84710"/>
                      <a:pt x="367685" y="85075"/>
                      <a:pt x="368048" y="85075"/>
                    </a:cubicBezTo>
                    <a:cubicBezTo>
                      <a:pt x="368410" y="85075"/>
                      <a:pt x="368048" y="85439"/>
                      <a:pt x="368048" y="85803"/>
                    </a:cubicBezTo>
                    <a:cubicBezTo>
                      <a:pt x="368048" y="86168"/>
                      <a:pt x="368772" y="86168"/>
                      <a:pt x="369135" y="86168"/>
                    </a:cubicBezTo>
                    <a:cubicBezTo>
                      <a:pt x="369497" y="86168"/>
                      <a:pt x="369860" y="86168"/>
                      <a:pt x="370222" y="86168"/>
                    </a:cubicBezTo>
                    <a:cubicBezTo>
                      <a:pt x="370584" y="86168"/>
                      <a:pt x="370584" y="86532"/>
                      <a:pt x="370947" y="86896"/>
                    </a:cubicBezTo>
                    <a:cubicBezTo>
                      <a:pt x="371309" y="86896"/>
                      <a:pt x="371309" y="87261"/>
                      <a:pt x="371309" y="87625"/>
                    </a:cubicBezTo>
                    <a:cubicBezTo>
                      <a:pt x="370947" y="87625"/>
                      <a:pt x="371309" y="88718"/>
                      <a:pt x="371309" y="89447"/>
                    </a:cubicBezTo>
                    <a:cubicBezTo>
                      <a:pt x="371671" y="89447"/>
                      <a:pt x="372396" y="90176"/>
                      <a:pt x="372396" y="89811"/>
                    </a:cubicBezTo>
                    <a:cubicBezTo>
                      <a:pt x="372758" y="89811"/>
                      <a:pt x="372396" y="89811"/>
                      <a:pt x="372758" y="89083"/>
                    </a:cubicBezTo>
                    <a:cubicBezTo>
                      <a:pt x="372758" y="88354"/>
                      <a:pt x="373121" y="89083"/>
                      <a:pt x="373121" y="88718"/>
                    </a:cubicBezTo>
                    <a:cubicBezTo>
                      <a:pt x="373121" y="88354"/>
                      <a:pt x="373483" y="88354"/>
                      <a:pt x="374208" y="88354"/>
                    </a:cubicBezTo>
                    <a:cubicBezTo>
                      <a:pt x="374570" y="88354"/>
                      <a:pt x="374933" y="88354"/>
                      <a:pt x="374933" y="88354"/>
                    </a:cubicBezTo>
                    <a:cubicBezTo>
                      <a:pt x="375295" y="88718"/>
                      <a:pt x="375295" y="88718"/>
                      <a:pt x="376020" y="89447"/>
                    </a:cubicBezTo>
                    <a:cubicBezTo>
                      <a:pt x="376382" y="89447"/>
                      <a:pt x="376382" y="89447"/>
                      <a:pt x="377107" y="89083"/>
                    </a:cubicBezTo>
                    <a:cubicBezTo>
                      <a:pt x="377469" y="88718"/>
                      <a:pt x="377107" y="89083"/>
                      <a:pt x="377832" y="88718"/>
                    </a:cubicBezTo>
                    <a:cubicBezTo>
                      <a:pt x="378556" y="88354"/>
                      <a:pt x="378919" y="88718"/>
                      <a:pt x="378919" y="88718"/>
                    </a:cubicBezTo>
                    <a:cubicBezTo>
                      <a:pt x="379281" y="88718"/>
                      <a:pt x="380368" y="88718"/>
                      <a:pt x="380368" y="88718"/>
                    </a:cubicBezTo>
                    <a:cubicBezTo>
                      <a:pt x="380368" y="88718"/>
                      <a:pt x="380368" y="88718"/>
                      <a:pt x="381093" y="89083"/>
                    </a:cubicBezTo>
                    <a:cubicBezTo>
                      <a:pt x="381093" y="89083"/>
                      <a:pt x="381818" y="89083"/>
                      <a:pt x="382542" y="89811"/>
                    </a:cubicBezTo>
                    <a:cubicBezTo>
                      <a:pt x="382542" y="89811"/>
                      <a:pt x="382542" y="89811"/>
                      <a:pt x="383992" y="90176"/>
                    </a:cubicBezTo>
                    <a:cubicBezTo>
                      <a:pt x="383629" y="90540"/>
                      <a:pt x="384354" y="90540"/>
                      <a:pt x="385804" y="90540"/>
                    </a:cubicBezTo>
                    <a:cubicBezTo>
                      <a:pt x="386166" y="90176"/>
                      <a:pt x="385804" y="90540"/>
                      <a:pt x="385441" y="89811"/>
                    </a:cubicBezTo>
                    <a:cubicBezTo>
                      <a:pt x="385441" y="89083"/>
                      <a:pt x="385804" y="89447"/>
                      <a:pt x="386166" y="89083"/>
                    </a:cubicBezTo>
                    <a:cubicBezTo>
                      <a:pt x="386528" y="88718"/>
                      <a:pt x="386891" y="89083"/>
                      <a:pt x="387253" y="89083"/>
                    </a:cubicBezTo>
                    <a:cubicBezTo>
                      <a:pt x="387615" y="88718"/>
                      <a:pt x="388340" y="89083"/>
                      <a:pt x="388703" y="89083"/>
                    </a:cubicBezTo>
                    <a:cubicBezTo>
                      <a:pt x="389065" y="89083"/>
                      <a:pt x="389427" y="88718"/>
                      <a:pt x="390152" y="88354"/>
                    </a:cubicBezTo>
                    <a:cubicBezTo>
                      <a:pt x="390514" y="88354"/>
                      <a:pt x="391239" y="88354"/>
                      <a:pt x="391964" y="88354"/>
                    </a:cubicBezTo>
                    <a:cubicBezTo>
                      <a:pt x="392689" y="88354"/>
                      <a:pt x="393051" y="87990"/>
                      <a:pt x="394138" y="87625"/>
                    </a:cubicBezTo>
                    <a:cubicBezTo>
                      <a:pt x="394500" y="87261"/>
                      <a:pt x="394500" y="87625"/>
                      <a:pt x="395225" y="86532"/>
                    </a:cubicBezTo>
                    <a:cubicBezTo>
                      <a:pt x="395950" y="86168"/>
                      <a:pt x="395587" y="86532"/>
                      <a:pt x="396312" y="86532"/>
                    </a:cubicBezTo>
                    <a:cubicBezTo>
                      <a:pt x="397037" y="86168"/>
                      <a:pt x="396312" y="86532"/>
                      <a:pt x="397037" y="86532"/>
                    </a:cubicBezTo>
                    <a:cubicBezTo>
                      <a:pt x="397037" y="86532"/>
                      <a:pt x="397762" y="86896"/>
                      <a:pt x="398486" y="86896"/>
                    </a:cubicBezTo>
                    <a:cubicBezTo>
                      <a:pt x="398849" y="86896"/>
                      <a:pt x="398849" y="87261"/>
                      <a:pt x="399211" y="87625"/>
                    </a:cubicBezTo>
                    <a:cubicBezTo>
                      <a:pt x="399573" y="88354"/>
                      <a:pt x="399573" y="87625"/>
                      <a:pt x="399573" y="87625"/>
                    </a:cubicBezTo>
                    <a:cubicBezTo>
                      <a:pt x="399573" y="87625"/>
                      <a:pt x="399573" y="87625"/>
                      <a:pt x="400298" y="87261"/>
                    </a:cubicBezTo>
                    <a:cubicBezTo>
                      <a:pt x="400298" y="87261"/>
                      <a:pt x="401023" y="87261"/>
                      <a:pt x="401385" y="86896"/>
                    </a:cubicBezTo>
                    <a:cubicBezTo>
                      <a:pt x="402110" y="86532"/>
                      <a:pt x="401748" y="86896"/>
                      <a:pt x="402835" y="86168"/>
                    </a:cubicBezTo>
                    <a:cubicBezTo>
                      <a:pt x="403559" y="85803"/>
                      <a:pt x="403559" y="86532"/>
                      <a:pt x="403922" y="86168"/>
                    </a:cubicBezTo>
                    <a:cubicBezTo>
                      <a:pt x="404284" y="86168"/>
                      <a:pt x="405009" y="86168"/>
                      <a:pt x="405734" y="86168"/>
                    </a:cubicBezTo>
                    <a:cubicBezTo>
                      <a:pt x="406096" y="86168"/>
                      <a:pt x="406096" y="86896"/>
                      <a:pt x="406096" y="86896"/>
                    </a:cubicBezTo>
                    <a:cubicBezTo>
                      <a:pt x="406096" y="86896"/>
                      <a:pt x="406821" y="86896"/>
                      <a:pt x="407183" y="86896"/>
                    </a:cubicBezTo>
                    <a:cubicBezTo>
                      <a:pt x="407545" y="86896"/>
                      <a:pt x="408270" y="87261"/>
                      <a:pt x="409357" y="87625"/>
                    </a:cubicBezTo>
                    <a:cubicBezTo>
                      <a:pt x="409720" y="87625"/>
                      <a:pt x="410082" y="88354"/>
                      <a:pt x="410444" y="88354"/>
                    </a:cubicBezTo>
                    <a:cubicBezTo>
                      <a:pt x="410444" y="88354"/>
                      <a:pt x="412256" y="88354"/>
                      <a:pt x="412256" y="88354"/>
                    </a:cubicBezTo>
                    <a:cubicBezTo>
                      <a:pt x="412256" y="88354"/>
                      <a:pt x="412619" y="88354"/>
                      <a:pt x="413343" y="88354"/>
                    </a:cubicBezTo>
                    <a:cubicBezTo>
                      <a:pt x="413706" y="88718"/>
                      <a:pt x="414068" y="88718"/>
                      <a:pt x="414430" y="88718"/>
                    </a:cubicBezTo>
                    <a:cubicBezTo>
                      <a:pt x="414793" y="88718"/>
                      <a:pt x="414793" y="89083"/>
                      <a:pt x="414793" y="89811"/>
                    </a:cubicBezTo>
                    <a:cubicBezTo>
                      <a:pt x="414793" y="89811"/>
                      <a:pt x="415517" y="89811"/>
                      <a:pt x="416242" y="89811"/>
                    </a:cubicBezTo>
                    <a:cubicBezTo>
                      <a:pt x="416967" y="89811"/>
                      <a:pt x="416967" y="90540"/>
                      <a:pt x="417329" y="90540"/>
                    </a:cubicBezTo>
                    <a:cubicBezTo>
                      <a:pt x="417692" y="90904"/>
                      <a:pt x="417329" y="91633"/>
                      <a:pt x="417329" y="91997"/>
                    </a:cubicBezTo>
                    <a:cubicBezTo>
                      <a:pt x="417329" y="92362"/>
                      <a:pt x="416967" y="92726"/>
                      <a:pt x="416605" y="92726"/>
                    </a:cubicBezTo>
                    <a:cubicBezTo>
                      <a:pt x="416242" y="93090"/>
                      <a:pt x="416242" y="93819"/>
                      <a:pt x="416242" y="93819"/>
                    </a:cubicBezTo>
                    <a:cubicBezTo>
                      <a:pt x="416242" y="94183"/>
                      <a:pt x="416605" y="94912"/>
                      <a:pt x="416605" y="94912"/>
                    </a:cubicBezTo>
                    <a:cubicBezTo>
                      <a:pt x="416605" y="94912"/>
                      <a:pt x="417692" y="94912"/>
                      <a:pt x="418054" y="94912"/>
                    </a:cubicBezTo>
                    <a:cubicBezTo>
                      <a:pt x="418054" y="94912"/>
                      <a:pt x="417329" y="96005"/>
                      <a:pt x="417329" y="96005"/>
                    </a:cubicBezTo>
                    <a:cubicBezTo>
                      <a:pt x="416967" y="96005"/>
                      <a:pt x="416605" y="96005"/>
                      <a:pt x="415880" y="96005"/>
                    </a:cubicBezTo>
                    <a:cubicBezTo>
                      <a:pt x="415155" y="96005"/>
                      <a:pt x="415155" y="96005"/>
                      <a:pt x="414430" y="96005"/>
                    </a:cubicBezTo>
                    <a:cubicBezTo>
                      <a:pt x="413343" y="96005"/>
                      <a:pt x="414068" y="96369"/>
                      <a:pt x="414068" y="96734"/>
                    </a:cubicBezTo>
                    <a:cubicBezTo>
                      <a:pt x="414068" y="96734"/>
                      <a:pt x="414068" y="98191"/>
                      <a:pt x="413706" y="98555"/>
                    </a:cubicBezTo>
                    <a:cubicBezTo>
                      <a:pt x="413706" y="98920"/>
                      <a:pt x="413706" y="98555"/>
                      <a:pt x="412981" y="98920"/>
                    </a:cubicBezTo>
                    <a:cubicBezTo>
                      <a:pt x="412619" y="98920"/>
                      <a:pt x="411894" y="98920"/>
                      <a:pt x="411169" y="98920"/>
                    </a:cubicBezTo>
                    <a:cubicBezTo>
                      <a:pt x="410444" y="98555"/>
                      <a:pt x="409357" y="99284"/>
                      <a:pt x="409357" y="99284"/>
                    </a:cubicBezTo>
                    <a:cubicBezTo>
                      <a:pt x="409357" y="99284"/>
                      <a:pt x="409357" y="99284"/>
                      <a:pt x="407545" y="100013"/>
                    </a:cubicBezTo>
                    <a:cubicBezTo>
                      <a:pt x="407545" y="100013"/>
                      <a:pt x="406096" y="100013"/>
                      <a:pt x="405009" y="99649"/>
                    </a:cubicBezTo>
                    <a:cubicBezTo>
                      <a:pt x="405009" y="99649"/>
                      <a:pt x="404284" y="99649"/>
                      <a:pt x="403197" y="99284"/>
                    </a:cubicBezTo>
                    <a:cubicBezTo>
                      <a:pt x="402835" y="99284"/>
                      <a:pt x="402472" y="99284"/>
                      <a:pt x="402110" y="99284"/>
                    </a:cubicBezTo>
                    <a:cubicBezTo>
                      <a:pt x="402110" y="98920"/>
                      <a:pt x="401748" y="98920"/>
                      <a:pt x="400298" y="98191"/>
                    </a:cubicBezTo>
                    <a:cubicBezTo>
                      <a:pt x="399936" y="98191"/>
                      <a:pt x="399936" y="98191"/>
                      <a:pt x="400298" y="97462"/>
                    </a:cubicBezTo>
                    <a:cubicBezTo>
                      <a:pt x="400298" y="97098"/>
                      <a:pt x="399936" y="97098"/>
                      <a:pt x="398849" y="96734"/>
                    </a:cubicBezTo>
                    <a:cubicBezTo>
                      <a:pt x="398486" y="96734"/>
                      <a:pt x="398849" y="97462"/>
                      <a:pt x="398849" y="97827"/>
                    </a:cubicBezTo>
                    <a:cubicBezTo>
                      <a:pt x="399211" y="98191"/>
                      <a:pt x="398849" y="98555"/>
                      <a:pt x="398486" y="98555"/>
                    </a:cubicBezTo>
                    <a:cubicBezTo>
                      <a:pt x="398486" y="98920"/>
                      <a:pt x="397399" y="98920"/>
                      <a:pt x="396675" y="98920"/>
                    </a:cubicBezTo>
                    <a:cubicBezTo>
                      <a:pt x="396675" y="98920"/>
                      <a:pt x="395950" y="99284"/>
                      <a:pt x="395587" y="99284"/>
                    </a:cubicBezTo>
                    <a:cubicBezTo>
                      <a:pt x="395225" y="99649"/>
                      <a:pt x="394138" y="99649"/>
                      <a:pt x="393776" y="99649"/>
                    </a:cubicBezTo>
                    <a:cubicBezTo>
                      <a:pt x="393051" y="99649"/>
                      <a:pt x="393051" y="98920"/>
                      <a:pt x="392326" y="98920"/>
                    </a:cubicBezTo>
                    <a:cubicBezTo>
                      <a:pt x="392326" y="98920"/>
                      <a:pt x="392326" y="98920"/>
                      <a:pt x="391239" y="98920"/>
                    </a:cubicBezTo>
                    <a:cubicBezTo>
                      <a:pt x="391239" y="98920"/>
                      <a:pt x="391239" y="98920"/>
                      <a:pt x="390514" y="99284"/>
                    </a:cubicBezTo>
                    <a:cubicBezTo>
                      <a:pt x="390514" y="99284"/>
                      <a:pt x="390152" y="99284"/>
                      <a:pt x="389790" y="98920"/>
                    </a:cubicBezTo>
                    <a:cubicBezTo>
                      <a:pt x="389427" y="98555"/>
                      <a:pt x="389790" y="98920"/>
                      <a:pt x="389065" y="98920"/>
                    </a:cubicBezTo>
                    <a:cubicBezTo>
                      <a:pt x="388340" y="98920"/>
                      <a:pt x="389065" y="98920"/>
                      <a:pt x="388340" y="99284"/>
                    </a:cubicBezTo>
                    <a:cubicBezTo>
                      <a:pt x="387615" y="99649"/>
                      <a:pt x="387615" y="99284"/>
                      <a:pt x="387615" y="98920"/>
                    </a:cubicBezTo>
                    <a:cubicBezTo>
                      <a:pt x="387253" y="98920"/>
                      <a:pt x="386891" y="98920"/>
                      <a:pt x="386891" y="98555"/>
                    </a:cubicBezTo>
                    <a:cubicBezTo>
                      <a:pt x="386528" y="98555"/>
                      <a:pt x="385441" y="99284"/>
                      <a:pt x="385441" y="99284"/>
                    </a:cubicBezTo>
                    <a:cubicBezTo>
                      <a:pt x="385441" y="99284"/>
                      <a:pt x="385441" y="99284"/>
                      <a:pt x="384717" y="99649"/>
                    </a:cubicBezTo>
                    <a:cubicBezTo>
                      <a:pt x="384717" y="99649"/>
                      <a:pt x="384717" y="99649"/>
                      <a:pt x="383267" y="99284"/>
                    </a:cubicBezTo>
                    <a:cubicBezTo>
                      <a:pt x="383267" y="99284"/>
                      <a:pt x="382542" y="99649"/>
                      <a:pt x="381818" y="99284"/>
                    </a:cubicBezTo>
                    <a:cubicBezTo>
                      <a:pt x="381455" y="99284"/>
                      <a:pt x="381093" y="98920"/>
                      <a:pt x="381093" y="98555"/>
                    </a:cubicBezTo>
                    <a:cubicBezTo>
                      <a:pt x="380730" y="98191"/>
                      <a:pt x="380730" y="98920"/>
                      <a:pt x="380006" y="98920"/>
                    </a:cubicBezTo>
                    <a:cubicBezTo>
                      <a:pt x="379643" y="98920"/>
                      <a:pt x="379281" y="99649"/>
                      <a:pt x="378919" y="99649"/>
                    </a:cubicBezTo>
                    <a:cubicBezTo>
                      <a:pt x="378556" y="99649"/>
                      <a:pt x="377469" y="100013"/>
                      <a:pt x="377107" y="99649"/>
                    </a:cubicBezTo>
                    <a:cubicBezTo>
                      <a:pt x="376744" y="99284"/>
                      <a:pt x="376382" y="99649"/>
                      <a:pt x="376020" y="99649"/>
                    </a:cubicBezTo>
                    <a:cubicBezTo>
                      <a:pt x="376020" y="99649"/>
                      <a:pt x="374933" y="99649"/>
                      <a:pt x="374933" y="99649"/>
                    </a:cubicBezTo>
                    <a:cubicBezTo>
                      <a:pt x="374933" y="99649"/>
                      <a:pt x="374933" y="99649"/>
                      <a:pt x="374208" y="98555"/>
                    </a:cubicBezTo>
                    <a:cubicBezTo>
                      <a:pt x="374208" y="98555"/>
                      <a:pt x="374570" y="96734"/>
                      <a:pt x="374208" y="96734"/>
                    </a:cubicBezTo>
                    <a:cubicBezTo>
                      <a:pt x="374208" y="96369"/>
                      <a:pt x="373483" y="97098"/>
                      <a:pt x="373483" y="97098"/>
                    </a:cubicBezTo>
                    <a:cubicBezTo>
                      <a:pt x="373121" y="96734"/>
                      <a:pt x="372396" y="97827"/>
                      <a:pt x="372396" y="97827"/>
                    </a:cubicBezTo>
                    <a:cubicBezTo>
                      <a:pt x="372396" y="97827"/>
                      <a:pt x="372396" y="97827"/>
                      <a:pt x="370947" y="98920"/>
                    </a:cubicBezTo>
                    <a:cubicBezTo>
                      <a:pt x="370584" y="98920"/>
                      <a:pt x="370222" y="98920"/>
                      <a:pt x="370222" y="98920"/>
                    </a:cubicBezTo>
                    <a:cubicBezTo>
                      <a:pt x="369860" y="98920"/>
                      <a:pt x="369497" y="99284"/>
                      <a:pt x="369135" y="99284"/>
                    </a:cubicBezTo>
                    <a:cubicBezTo>
                      <a:pt x="369135" y="99284"/>
                      <a:pt x="368410" y="99284"/>
                      <a:pt x="368048" y="98920"/>
                    </a:cubicBezTo>
                    <a:cubicBezTo>
                      <a:pt x="368048" y="98920"/>
                      <a:pt x="367323" y="98920"/>
                      <a:pt x="367323" y="98920"/>
                    </a:cubicBezTo>
                    <a:cubicBezTo>
                      <a:pt x="367323" y="98920"/>
                      <a:pt x="367323" y="98920"/>
                      <a:pt x="366236" y="98920"/>
                    </a:cubicBezTo>
                    <a:cubicBezTo>
                      <a:pt x="366236" y="98920"/>
                      <a:pt x="366236" y="98920"/>
                      <a:pt x="365149" y="98920"/>
                    </a:cubicBezTo>
                    <a:cubicBezTo>
                      <a:pt x="365149" y="98555"/>
                      <a:pt x="364424" y="98555"/>
                      <a:pt x="364424" y="98191"/>
                    </a:cubicBezTo>
                    <a:cubicBezTo>
                      <a:pt x="364062" y="98191"/>
                      <a:pt x="363337" y="97827"/>
                      <a:pt x="363337" y="97827"/>
                    </a:cubicBezTo>
                    <a:cubicBezTo>
                      <a:pt x="363337" y="97827"/>
                      <a:pt x="363337" y="97827"/>
                      <a:pt x="363699" y="96369"/>
                    </a:cubicBezTo>
                    <a:cubicBezTo>
                      <a:pt x="363699" y="96369"/>
                      <a:pt x="363699" y="96369"/>
                      <a:pt x="362612" y="96734"/>
                    </a:cubicBezTo>
                    <a:cubicBezTo>
                      <a:pt x="362612" y="96734"/>
                      <a:pt x="362612" y="96734"/>
                      <a:pt x="362612" y="97462"/>
                    </a:cubicBezTo>
                    <a:cubicBezTo>
                      <a:pt x="362612" y="97462"/>
                      <a:pt x="362612" y="98191"/>
                      <a:pt x="361525" y="98191"/>
                    </a:cubicBezTo>
                    <a:cubicBezTo>
                      <a:pt x="361163" y="98191"/>
                      <a:pt x="360800" y="97827"/>
                      <a:pt x="360800" y="97827"/>
                    </a:cubicBezTo>
                    <a:cubicBezTo>
                      <a:pt x="360800" y="97827"/>
                      <a:pt x="360076" y="97827"/>
                      <a:pt x="359713" y="97827"/>
                    </a:cubicBezTo>
                    <a:cubicBezTo>
                      <a:pt x="359713" y="97462"/>
                      <a:pt x="358989" y="97098"/>
                      <a:pt x="358989" y="96734"/>
                    </a:cubicBezTo>
                    <a:cubicBezTo>
                      <a:pt x="358626" y="96369"/>
                      <a:pt x="358264" y="96734"/>
                      <a:pt x="357902" y="96369"/>
                    </a:cubicBezTo>
                    <a:cubicBezTo>
                      <a:pt x="357902" y="96369"/>
                      <a:pt x="357539" y="95641"/>
                      <a:pt x="357177" y="94912"/>
                    </a:cubicBezTo>
                    <a:cubicBezTo>
                      <a:pt x="357177" y="94548"/>
                      <a:pt x="357539" y="94548"/>
                      <a:pt x="357177" y="93819"/>
                    </a:cubicBezTo>
                    <a:cubicBezTo>
                      <a:pt x="356814" y="93090"/>
                      <a:pt x="356452" y="93455"/>
                      <a:pt x="356452" y="92726"/>
                    </a:cubicBezTo>
                    <a:cubicBezTo>
                      <a:pt x="356452" y="92362"/>
                      <a:pt x="356452" y="92362"/>
                      <a:pt x="355727" y="91997"/>
                    </a:cubicBezTo>
                    <a:cubicBezTo>
                      <a:pt x="355365" y="91269"/>
                      <a:pt x="355727" y="90904"/>
                      <a:pt x="356090" y="90540"/>
                    </a:cubicBezTo>
                    <a:cubicBezTo>
                      <a:pt x="356090" y="90540"/>
                      <a:pt x="356090" y="90540"/>
                      <a:pt x="356452" y="89811"/>
                    </a:cubicBezTo>
                    <a:cubicBezTo>
                      <a:pt x="356814" y="89083"/>
                      <a:pt x="356814" y="89811"/>
                      <a:pt x="357902" y="89083"/>
                    </a:cubicBezTo>
                    <a:cubicBezTo>
                      <a:pt x="358264" y="88718"/>
                      <a:pt x="357902" y="88354"/>
                      <a:pt x="357539" y="87625"/>
                    </a:cubicBezTo>
                    <a:cubicBezTo>
                      <a:pt x="357177" y="86896"/>
                      <a:pt x="357177" y="86532"/>
                      <a:pt x="357177" y="86168"/>
                    </a:cubicBezTo>
                    <a:cubicBezTo>
                      <a:pt x="357177" y="86168"/>
                      <a:pt x="356452" y="85803"/>
                      <a:pt x="356452" y="85803"/>
                    </a:cubicBezTo>
                    <a:cubicBezTo>
                      <a:pt x="356090" y="85803"/>
                      <a:pt x="355727" y="85439"/>
                      <a:pt x="355365" y="85075"/>
                    </a:cubicBezTo>
                    <a:cubicBezTo>
                      <a:pt x="355365" y="84710"/>
                      <a:pt x="355365" y="84346"/>
                      <a:pt x="355003" y="84346"/>
                    </a:cubicBezTo>
                    <a:cubicBezTo>
                      <a:pt x="354640" y="83982"/>
                      <a:pt x="354640" y="84346"/>
                      <a:pt x="353916" y="84346"/>
                    </a:cubicBezTo>
                    <a:cubicBezTo>
                      <a:pt x="353553" y="83982"/>
                      <a:pt x="353916" y="83617"/>
                      <a:pt x="353191" y="83617"/>
                    </a:cubicBezTo>
                    <a:cubicBezTo>
                      <a:pt x="352828" y="83253"/>
                      <a:pt x="353191" y="82889"/>
                      <a:pt x="352466" y="82160"/>
                    </a:cubicBezTo>
                    <a:cubicBezTo>
                      <a:pt x="352104" y="81796"/>
                      <a:pt x="352104" y="81796"/>
                      <a:pt x="351741" y="81431"/>
                    </a:cubicBezTo>
                    <a:cubicBezTo>
                      <a:pt x="351379" y="81067"/>
                      <a:pt x="351741" y="81067"/>
                      <a:pt x="351741" y="80703"/>
                    </a:cubicBezTo>
                    <a:cubicBezTo>
                      <a:pt x="351741" y="80703"/>
                      <a:pt x="351741" y="80338"/>
                      <a:pt x="352466" y="79610"/>
                    </a:cubicBezTo>
                    <a:cubicBezTo>
                      <a:pt x="352466" y="79245"/>
                      <a:pt x="352828" y="79245"/>
                      <a:pt x="353553" y="78517"/>
                    </a:cubicBezTo>
                    <a:cubicBezTo>
                      <a:pt x="353553" y="78152"/>
                      <a:pt x="354278" y="78881"/>
                      <a:pt x="354640" y="78517"/>
                    </a:cubicBezTo>
                    <a:cubicBezTo>
                      <a:pt x="354640" y="78517"/>
                      <a:pt x="355727" y="78881"/>
                      <a:pt x="356090" y="78517"/>
                    </a:cubicBezTo>
                    <a:cubicBezTo>
                      <a:pt x="356452" y="78517"/>
                      <a:pt x="356452" y="78152"/>
                      <a:pt x="357177" y="78152"/>
                    </a:cubicBezTo>
                    <a:cubicBezTo>
                      <a:pt x="357539" y="77788"/>
                      <a:pt x="358626" y="77788"/>
                      <a:pt x="359351" y="77788"/>
                    </a:cubicBezTo>
                    <a:close/>
                    <a:moveTo>
                      <a:pt x="319982" y="76933"/>
                    </a:moveTo>
                    <a:cubicBezTo>
                      <a:pt x="320335" y="77299"/>
                      <a:pt x="321746" y="76200"/>
                      <a:pt x="321746" y="77299"/>
                    </a:cubicBezTo>
                    <a:cubicBezTo>
                      <a:pt x="321746" y="78032"/>
                      <a:pt x="321746" y="78398"/>
                      <a:pt x="321746" y="78764"/>
                    </a:cubicBezTo>
                    <a:cubicBezTo>
                      <a:pt x="322098" y="79131"/>
                      <a:pt x="322451" y="79131"/>
                      <a:pt x="322804" y="79131"/>
                    </a:cubicBezTo>
                    <a:cubicBezTo>
                      <a:pt x="323157" y="79497"/>
                      <a:pt x="324215" y="79131"/>
                      <a:pt x="324215" y="79131"/>
                    </a:cubicBezTo>
                    <a:cubicBezTo>
                      <a:pt x="324215" y="79131"/>
                      <a:pt x="324568" y="78764"/>
                      <a:pt x="324921" y="78398"/>
                    </a:cubicBezTo>
                    <a:cubicBezTo>
                      <a:pt x="325979" y="78398"/>
                      <a:pt x="327037" y="77665"/>
                      <a:pt x="327390" y="78398"/>
                    </a:cubicBezTo>
                    <a:cubicBezTo>
                      <a:pt x="327743" y="78764"/>
                      <a:pt x="328448" y="78764"/>
                      <a:pt x="328801" y="78764"/>
                    </a:cubicBezTo>
                    <a:cubicBezTo>
                      <a:pt x="329507" y="79863"/>
                      <a:pt x="330565" y="79131"/>
                      <a:pt x="330565" y="79863"/>
                    </a:cubicBezTo>
                    <a:cubicBezTo>
                      <a:pt x="330212" y="80596"/>
                      <a:pt x="329860" y="80230"/>
                      <a:pt x="330212" y="80596"/>
                    </a:cubicBezTo>
                    <a:cubicBezTo>
                      <a:pt x="330212" y="81329"/>
                      <a:pt x="329860" y="80962"/>
                      <a:pt x="330212" y="81695"/>
                    </a:cubicBezTo>
                    <a:cubicBezTo>
                      <a:pt x="330565" y="82428"/>
                      <a:pt x="330918" y="81695"/>
                      <a:pt x="330565" y="82428"/>
                    </a:cubicBezTo>
                    <a:cubicBezTo>
                      <a:pt x="330565" y="83160"/>
                      <a:pt x="330918" y="83893"/>
                      <a:pt x="330565" y="84626"/>
                    </a:cubicBezTo>
                    <a:cubicBezTo>
                      <a:pt x="330212" y="85359"/>
                      <a:pt x="330565" y="84992"/>
                      <a:pt x="330212" y="85359"/>
                    </a:cubicBezTo>
                    <a:cubicBezTo>
                      <a:pt x="330212" y="86091"/>
                      <a:pt x="330565" y="85725"/>
                      <a:pt x="330565" y="86458"/>
                    </a:cubicBezTo>
                    <a:cubicBezTo>
                      <a:pt x="330918" y="87190"/>
                      <a:pt x="330565" y="86458"/>
                      <a:pt x="330918" y="87190"/>
                    </a:cubicBezTo>
                    <a:cubicBezTo>
                      <a:pt x="330918" y="87190"/>
                      <a:pt x="330918" y="87557"/>
                      <a:pt x="331271" y="87557"/>
                    </a:cubicBezTo>
                    <a:cubicBezTo>
                      <a:pt x="331976" y="88656"/>
                      <a:pt x="332329" y="88289"/>
                      <a:pt x="331976" y="88656"/>
                    </a:cubicBezTo>
                    <a:cubicBezTo>
                      <a:pt x="331271" y="89022"/>
                      <a:pt x="331271" y="88656"/>
                      <a:pt x="331623" y="89755"/>
                    </a:cubicBezTo>
                    <a:cubicBezTo>
                      <a:pt x="331976" y="90487"/>
                      <a:pt x="331976" y="90487"/>
                      <a:pt x="331623" y="90854"/>
                    </a:cubicBezTo>
                    <a:cubicBezTo>
                      <a:pt x="331623" y="91220"/>
                      <a:pt x="330918" y="91586"/>
                      <a:pt x="330565" y="90854"/>
                    </a:cubicBezTo>
                    <a:cubicBezTo>
                      <a:pt x="330212" y="90487"/>
                      <a:pt x="330212" y="89755"/>
                      <a:pt x="329860" y="89755"/>
                    </a:cubicBezTo>
                    <a:cubicBezTo>
                      <a:pt x="328801" y="90121"/>
                      <a:pt x="329154" y="88656"/>
                      <a:pt x="328801" y="90121"/>
                    </a:cubicBezTo>
                    <a:cubicBezTo>
                      <a:pt x="328801" y="91953"/>
                      <a:pt x="328448" y="91586"/>
                      <a:pt x="329154" y="91953"/>
                    </a:cubicBezTo>
                    <a:cubicBezTo>
                      <a:pt x="329860" y="91953"/>
                      <a:pt x="329860" y="91220"/>
                      <a:pt x="329860" y="91953"/>
                    </a:cubicBezTo>
                    <a:cubicBezTo>
                      <a:pt x="330212" y="92685"/>
                      <a:pt x="330918" y="91220"/>
                      <a:pt x="330212" y="92685"/>
                    </a:cubicBezTo>
                    <a:cubicBezTo>
                      <a:pt x="329860" y="94151"/>
                      <a:pt x="329154" y="94151"/>
                      <a:pt x="329154" y="94151"/>
                    </a:cubicBezTo>
                    <a:cubicBezTo>
                      <a:pt x="328801" y="94151"/>
                      <a:pt x="328448" y="94151"/>
                      <a:pt x="327743" y="94884"/>
                    </a:cubicBezTo>
                    <a:cubicBezTo>
                      <a:pt x="327390" y="95250"/>
                      <a:pt x="326685" y="95250"/>
                      <a:pt x="326685" y="95250"/>
                    </a:cubicBezTo>
                    <a:cubicBezTo>
                      <a:pt x="326685" y="95250"/>
                      <a:pt x="325979" y="94884"/>
                      <a:pt x="325626" y="94884"/>
                    </a:cubicBezTo>
                    <a:cubicBezTo>
                      <a:pt x="324921" y="94884"/>
                      <a:pt x="325273" y="94517"/>
                      <a:pt x="324568" y="94517"/>
                    </a:cubicBezTo>
                    <a:cubicBezTo>
                      <a:pt x="324215" y="94517"/>
                      <a:pt x="323862" y="94517"/>
                      <a:pt x="323510" y="94517"/>
                    </a:cubicBezTo>
                    <a:cubicBezTo>
                      <a:pt x="323157" y="94884"/>
                      <a:pt x="322451" y="94517"/>
                      <a:pt x="322098" y="94884"/>
                    </a:cubicBezTo>
                    <a:cubicBezTo>
                      <a:pt x="322098" y="94884"/>
                      <a:pt x="322098" y="94884"/>
                      <a:pt x="321040" y="95250"/>
                    </a:cubicBezTo>
                    <a:cubicBezTo>
                      <a:pt x="320335" y="95250"/>
                      <a:pt x="317512" y="94884"/>
                      <a:pt x="317512" y="94884"/>
                    </a:cubicBezTo>
                    <a:cubicBezTo>
                      <a:pt x="317512" y="94884"/>
                      <a:pt x="317512" y="94884"/>
                      <a:pt x="317160" y="93052"/>
                    </a:cubicBezTo>
                    <a:cubicBezTo>
                      <a:pt x="317160" y="93052"/>
                      <a:pt x="317512" y="91953"/>
                      <a:pt x="317512" y="91953"/>
                    </a:cubicBezTo>
                    <a:cubicBezTo>
                      <a:pt x="317160" y="91586"/>
                      <a:pt x="316454" y="90487"/>
                      <a:pt x="316454" y="90487"/>
                    </a:cubicBezTo>
                    <a:cubicBezTo>
                      <a:pt x="316454" y="90487"/>
                      <a:pt x="316454" y="90487"/>
                      <a:pt x="317512" y="89388"/>
                    </a:cubicBezTo>
                    <a:cubicBezTo>
                      <a:pt x="317512" y="89388"/>
                      <a:pt x="318218" y="89022"/>
                      <a:pt x="318218" y="89022"/>
                    </a:cubicBezTo>
                    <a:cubicBezTo>
                      <a:pt x="318218" y="89022"/>
                      <a:pt x="319629" y="87557"/>
                      <a:pt x="318571" y="88289"/>
                    </a:cubicBezTo>
                    <a:cubicBezTo>
                      <a:pt x="317865" y="88656"/>
                      <a:pt x="317160" y="88289"/>
                      <a:pt x="316807" y="88289"/>
                    </a:cubicBezTo>
                    <a:cubicBezTo>
                      <a:pt x="316807" y="88289"/>
                      <a:pt x="316101" y="88656"/>
                      <a:pt x="315748" y="88656"/>
                    </a:cubicBezTo>
                    <a:cubicBezTo>
                      <a:pt x="315748" y="89022"/>
                      <a:pt x="315396" y="89022"/>
                      <a:pt x="315043" y="89388"/>
                    </a:cubicBezTo>
                    <a:cubicBezTo>
                      <a:pt x="314690" y="89755"/>
                      <a:pt x="314337" y="89388"/>
                      <a:pt x="313632" y="89388"/>
                    </a:cubicBezTo>
                    <a:cubicBezTo>
                      <a:pt x="312926" y="89388"/>
                      <a:pt x="312221" y="89388"/>
                      <a:pt x="311868" y="89388"/>
                    </a:cubicBezTo>
                    <a:cubicBezTo>
                      <a:pt x="311162" y="89022"/>
                      <a:pt x="311515" y="88656"/>
                      <a:pt x="310810" y="88656"/>
                    </a:cubicBezTo>
                    <a:cubicBezTo>
                      <a:pt x="309751" y="89022"/>
                      <a:pt x="309398" y="89022"/>
                      <a:pt x="309046" y="89388"/>
                    </a:cubicBezTo>
                    <a:cubicBezTo>
                      <a:pt x="308693" y="89755"/>
                      <a:pt x="309751" y="90121"/>
                      <a:pt x="307987" y="89755"/>
                    </a:cubicBezTo>
                    <a:cubicBezTo>
                      <a:pt x="306576" y="89755"/>
                      <a:pt x="305871" y="89755"/>
                      <a:pt x="306223" y="89022"/>
                    </a:cubicBezTo>
                    <a:cubicBezTo>
                      <a:pt x="306576" y="88289"/>
                      <a:pt x="306223" y="89022"/>
                      <a:pt x="306576" y="88289"/>
                    </a:cubicBezTo>
                    <a:cubicBezTo>
                      <a:pt x="306576" y="87923"/>
                      <a:pt x="306576" y="87557"/>
                      <a:pt x="306576" y="87557"/>
                    </a:cubicBezTo>
                    <a:cubicBezTo>
                      <a:pt x="306576" y="87557"/>
                      <a:pt x="306576" y="87557"/>
                      <a:pt x="305518" y="86824"/>
                    </a:cubicBezTo>
                    <a:cubicBezTo>
                      <a:pt x="305518" y="86824"/>
                      <a:pt x="305165" y="86824"/>
                      <a:pt x="304812" y="86824"/>
                    </a:cubicBezTo>
                    <a:cubicBezTo>
                      <a:pt x="304812" y="86824"/>
                      <a:pt x="304812" y="86824"/>
                      <a:pt x="303754" y="86824"/>
                    </a:cubicBezTo>
                    <a:cubicBezTo>
                      <a:pt x="303754" y="86824"/>
                      <a:pt x="302696" y="86458"/>
                      <a:pt x="303048" y="86091"/>
                    </a:cubicBezTo>
                    <a:cubicBezTo>
                      <a:pt x="303048" y="85725"/>
                      <a:pt x="302343" y="86458"/>
                      <a:pt x="302343" y="86458"/>
                    </a:cubicBezTo>
                    <a:cubicBezTo>
                      <a:pt x="302343" y="86458"/>
                      <a:pt x="301637" y="85725"/>
                      <a:pt x="301990" y="85359"/>
                    </a:cubicBezTo>
                    <a:cubicBezTo>
                      <a:pt x="301990" y="85359"/>
                      <a:pt x="302343" y="84259"/>
                      <a:pt x="301637" y="84259"/>
                    </a:cubicBezTo>
                    <a:cubicBezTo>
                      <a:pt x="301285" y="84626"/>
                      <a:pt x="299873" y="84992"/>
                      <a:pt x="299521" y="84626"/>
                    </a:cubicBezTo>
                    <a:cubicBezTo>
                      <a:pt x="299168" y="84626"/>
                      <a:pt x="297757" y="85725"/>
                      <a:pt x="298462" y="83893"/>
                    </a:cubicBezTo>
                    <a:cubicBezTo>
                      <a:pt x="299168" y="82061"/>
                      <a:pt x="299521" y="82061"/>
                      <a:pt x="299168" y="81695"/>
                    </a:cubicBezTo>
                    <a:cubicBezTo>
                      <a:pt x="298815" y="81329"/>
                      <a:pt x="298110" y="80962"/>
                      <a:pt x="297757" y="80230"/>
                    </a:cubicBezTo>
                    <a:cubicBezTo>
                      <a:pt x="297757" y="79497"/>
                      <a:pt x="297404" y="78764"/>
                      <a:pt x="297757" y="78398"/>
                    </a:cubicBezTo>
                    <a:cubicBezTo>
                      <a:pt x="298110" y="78398"/>
                      <a:pt x="301637" y="78032"/>
                      <a:pt x="302343" y="78764"/>
                    </a:cubicBezTo>
                    <a:cubicBezTo>
                      <a:pt x="302696" y="79131"/>
                      <a:pt x="303401" y="79497"/>
                      <a:pt x="303401" y="79863"/>
                    </a:cubicBezTo>
                    <a:cubicBezTo>
                      <a:pt x="303754" y="79863"/>
                      <a:pt x="304460" y="79497"/>
                      <a:pt x="304460" y="80230"/>
                    </a:cubicBezTo>
                    <a:cubicBezTo>
                      <a:pt x="304460" y="80962"/>
                      <a:pt x="304460" y="80962"/>
                      <a:pt x="304812" y="80962"/>
                    </a:cubicBezTo>
                    <a:cubicBezTo>
                      <a:pt x="305518" y="81329"/>
                      <a:pt x="306223" y="81329"/>
                      <a:pt x="306576" y="81329"/>
                    </a:cubicBezTo>
                    <a:cubicBezTo>
                      <a:pt x="307282" y="82428"/>
                      <a:pt x="306929" y="82428"/>
                      <a:pt x="307282" y="82794"/>
                    </a:cubicBezTo>
                    <a:cubicBezTo>
                      <a:pt x="307987" y="83527"/>
                      <a:pt x="307635" y="83160"/>
                      <a:pt x="307987" y="83527"/>
                    </a:cubicBezTo>
                    <a:cubicBezTo>
                      <a:pt x="307987" y="84259"/>
                      <a:pt x="307987" y="83527"/>
                      <a:pt x="307987" y="84259"/>
                    </a:cubicBezTo>
                    <a:cubicBezTo>
                      <a:pt x="308340" y="84992"/>
                      <a:pt x="308693" y="84259"/>
                      <a:pt x="309046" y="84626"/>
                    </a:cubicBezTo>
                    <a:cubicBezTo>
                      <a:pt x="309398" y="84992"/>
                      <a:pt x="310457" y="84626"/>
                      <a:pt x="310457" y="84626"/>
                    </a:cubicBezTo>
                    <a:cubicBezTo>
                      <a:pt x="310457" y="84626"/>
                      <a:pt x="309751" y="85359"/>
                      <a:pt x="310104" y="85725"/>
                    </a:cubicBezTo>
                    <a:cubicBezTo>
                      <a:pt x="311162" y="86458"/>
                      <a:pt x="311162" y="85725"/>
                      <a:pt x="311515" y="86091"/>
                    </a:cubicBezTo>
                    <a:cubicBezTo>
                      <a:pt x="311868" y="86824"/>
                      <a:pt x="311515" y="86458"/>
                      <a:pt x="312221" y="86824"/>
                    </a:cubicBezTo>
                    <a:cubicBezTo>
                      <a:pt x="312573" y="87190"/>
                      <a:pt x="312926" y="86824"/>
                      <a:pt x="312926" y="86824"/>
                    </a:cubicBezTo>
                    <a:cubicBezTo>
                      <a:pt x="312926" y="86824"/>
                      <a:pt x="314337" y="87190"/>
                      <a:pt x="314337" y="86824"/>
                    </a:cubicBezTo>
                    <a:cubicBezTo>
                      <a:pt x="314337" y="86824"/>
                      <a:pt x="312573" y="86091"/>
                      <a:pt x="312573" y="85725"/>
                    </a:cubicBezTo>
                    <a:cubicBezTo>
                      <a:pt x="312221" y="85725"/>
                      <a:pt x="312221" y="84626"/>
                      <a:pt x="312221" y="84626"/>
                    </a:cubicBezTo>
                    <a:cubicBezTo>
                      <a:pt x="312221" y="84626"/>
                      <a:pt x="311515" y="84626"/>
                      <a:pt x="311162" y="84626"/>
                    </a:cubicBezTo>
                    <a:cubicBezTo>
                      <a:pt x="311162" y="84626"/>
                      <a:pt x="310810" y="84259"/>
                      <a:pt x="310457" y="83893"/>
                    </a:cubicBezTo>
                    <a:cubicBezTo>
                      <a:pt x="309398" y="83527"/>
                      <a:pt x="308693" y="82794"/>
                      <a:pt x="309046" y="82428"/>
                    </a:cubicBezTo>
                    <a:cubicBezTo>
                      <a:pt x="309398" y="81695"/>
                      <a:pt x="309046" y="81329"/>
                      <a:pt x="309398" y="80962"/>
                    </a:cubicBezTo>
                    <a:cubicBezTo>
                      <a:pt x="310104" y="80230"/>
                      <a:pt x="310457" y="79863"/>
                      <a:pt x="310810" y="80230"/>
                    </a:cubicBezTo>
                    <a:cubicBezTo>
                      <a:pt x="311162" y="80596"/>
                      <a:pt x="311868" y="80596"/>
                      <a:pt x="312221" y="80596"/>
                    </a:cubicBezTo>
                    <a:cubicBezTo>
                      <a:pt x="312573" y="80962"/>
                      <a:pt x="312926" y="79863"/>
                      <a:pt x="313632" y="80962"/>
                    </a:cubicBezTo>
                    <a:cubicBezTo>
                      <a:pt x="314337" y="82061"/>
                      <a:pt x="315043" y="81695"/>
                      <a:pt x="315043" y="82428"/>
                    </a:cubicBezTo>
                    <a:cubicBezTo>
                      <a:pt x="315396" y="83160"/>
                      <a:pt x="316454" y="82794"/>
                      <a:pt x="316454" y="83160"/>
                    </a:cubicBezTo>
                    <a:cubicBezTo>
                      <a:pt x="316454" y="83527"/>
                      <a:pt x="317512" y="83527"/>
                      <a:pt x="317512" y="83893"/>
                    </a:cubicBezTo>
                    <a:cubicBezTo>
                      <a:pt x="317512" y="84259"/>
                      <a:pt x="318218" y="84259"/>
                      <a:pt x="318571" y="84626"/>
                    </a:cubicBezTo>
                    <a:cubicBezTo>
                      <a:pt x="319629" y="85359"/>
                      <a:pt x="319982" y="85359"/>
                      <a:pt x="320335" y="85359"/>
                    </a:cubicBezTo>
                    <a:cubicBezTo>
                      <a:pt x="320335" y="85359"/>
                      <a:pt x="320335" y="84626"/>
                      <a:pt x="320335" y="84626"/>
                    </a:cubicBezTo>
                    <a:cubicBezTo>
                      <a:pt x="320335" y="84626"/>
                      <a:pt x="319276" y="84626"/>
                      <a:pt x="319276" y="83893"/>
                    </a:cubicBezTo>
                    <a:cubicBezTo>
                      <a:pt x="319276" y="82794"/>
                      <a:pt x="318571" y="82794"/>
                      <a:pt x="318571" y="82428"/>
                    </a:cubicBezTo>
                    <a:cubicBezTo>
                      <a:pt x="318218" y="82061"/>
                      <a:pt x="317865" y="81695"/>
                      <a:pt x="317512" y="81695"/>
                    </a:cubicBezTo>
                    <a:cubicBezTo>
                      <a:pt x="317160" y="81329"/>
                      <a:pt x="316454" y="81329"/>
                      <a:pt x="316101" y="81329"/>
                    </a:cubicBezTo>
                    <a:cubicBezTo>
                      <a:pt x="316101" y="80962"/>
                      <a:pt x="315043" y="81329"/>
                      <a:pt x="315396" y="80962"/>
                    </a:cubicBezTo>
                    <a:cubicBezTo>
                      <a:pt x="315396" y="80596"/>
                      <a:pt x="315043" y="79863"/>
                      <a:pt x="315043" y="79863"/>
                    </a:cubicBezTo>
                    <a:cubicBezTo>
                      <a:pt x="314690" y="79497"/>
                      <a:pt x="314337" y="79497"/>
                      <a:pt x="313985" y="79497"/>
                    </a:cubicBezTo>
                    <a:cubicBezTo>
                      <a:pt x="313632" y="79497"/>
                      <a:pt x="312926" y="79131"/>
                      <a:pt x="312573" y="79131"/>
                    </a:cubicBezTo>
                    <a:cubicBezTo>
                      <a:pt x="312221" y="79131"/>
                      <a:pt x="312926" y="77665"/>
                      <a:pt x="313279" y="77665"/>
                    </a:cubicBezTo>
                    <a:cubicBezTo>
                      <a:pt x="313985" y="77665"/>
                      <a:pt x="315043" y="76933"/>
                      <a:pt x="315396" y="77299"/>
                    </a:cubicBezTo>
                    <a:cubicBezTo>
                      <a:pt x="315748" y="77665"/>
                      <a:pt x="315043" y="78398"/>
                      <a:pt x="315748" y="78398"/>
                    </a:cubicBezTo>
                    <a:cubicBezTo>
                      <a:pt x="316101" y="78398"/>
                      <a:pt x="317512" y="77299"/>
                      <a:pt x="317512" y="77299"/>
                    </a:cubicBezTo>
                    <a:cubicBezTo>
                      <a:pt x="318571" y="77299"/>
                      <a:pt x="318218" y="77665"/>
                      <a:pt x="318571" y="78032"/>
                    </a:cubicBezTo>
                    <a:cubicBezTo>
                      <a:pt x="318923" y="78398"/>
                      <a:pt x="319629" y="78032"/>
                      <a:pt x="319629" y="78032"/>
                    </a:cubicBezTo>
                    <a:cubicBezTo>
                      <a:pt x="319629" y="78032"/>
                      <a:pt x="319629" y="76566"/>
                      <a:pt x="319982" y="76933"/>
                    </a:cubicBezTo>
                    <a:close/>
                    <a:moveTo>
                      <a:pt x="1115788" y="76200"/>
                    </a:moveTo>
                    <a:cubicBezTo>
                      <a:pt x="1117211" y="76200"/>
                      <a:pt x="1116499" y="76200"/>
                      <a:pt x="1119702" y="76200"/>
                    </a:cubicBezTo>
                    <a:cubicBezTo>
                      <a:pt x="1122904" y="76556"/>
                      <a:pt x="1120769" y="76200"/>
                      <a:pt x="1121125" y="76556"/>
                    </a:cubicBezTo>
                    <a:cubicBezTo>
                      <a:pt x="1121837" y="76912"/>
                      <a:pt x="1122192" y="77624"/>
                      <a:pt x="1122548" y="77980"/>
                    </a:cubicBezTo>
                    <a:cubicBezTo>
                      <a:pt x="1122904" y="77980"/>
                      <a:pt x="1122548" y="78336"/>
                      <a:pt x="1122192" y="80116"/>
                    </a:cubicBezTo>
                    <a:cubicBezTo>
                      <a:pt x="1122192" y="81540"/>
                      <a:pt x="1121837" y="80828"/>
                      <a:pt x="1121125" y="81184"/>
                    </a:cubicBezTo>
                    <a:cubicBezTo>
                      <a:pt x="1120769" y="81540"/>
                      <a:pt x="1120769" y="81896"/>
                      <a:pt x="1120057" y="82252"/>
                    </a:cubicBezTo>
                    <a:cubicBezTo>
                      <a:pt x="1119346" y="82608"/>
                      <a:pt x="1119346" y="82964"/>
                      <a:pt x="1118990" y="82964"/>
                    </a:cubicBezTo>
                    <a:cubicBezTo>
                      <a:pt x="1118278" y="83320"/>
                      <a:pt x="1117567" y="83320"/>
                      <a:pt x="1116855" y="83320"/>
                    </a:cubicBezTo>
                    <a:cubicBezTo>
                      <a:pt x="1116143" y="83320"/>
                      <a:pt x="1116143" y="84032"/>
                      <a:pt x="1115432" y="84032"/>
                    </a:cubicBezTo>
                    <a:cubicBezTo>
                      <a:pt x="1114720" y="84032"/>
                      <a:pt x="1114364" y="84388"/>
                      <a:pt x="1113653" y="84388"/>
                    </a:cubicBezTo>
                    <a:cubicBezTo>
                      <a:pt x="1112941" y="84744"/>
                      <a:pt x="1111518" y="85100"/>
                      <a:pt x="1110806" y="85456"/>
                    </a:cubicBezTo>
                    <a:cubicBezTo>
                      <a:pt x="1109739" y="85812"/>
                      <a:pt x="1109383" y="85812"/>
                      <a:pt x="1109027" y="86168"/>
                    </a:cubicBezTo>
                    <a:cubicBezTo>
                      <a:pt x="1108315" y="86168"/>
                      <a:pt x="1106892" y="86880"/>
                      <a:pt x="1106536" y="86880"/>
                    </a:cubicBezTo>
                    <a:cubicBezTo>
                      <a:pt x="1106181" y="87235"/>
                      <a:pt x="1104757" y="87591"/>
                      <a:pt x="1104757" y="87591"/>
                    </a:cubicBezTo>
                    <a:cubicBezTo>
                      <a:pt x="1104757" y="87591"/>
                      <a:pt x="1097285" y="89371"/>
                      <a:pt x="1095862" y="89727"/>
                    </a:cubicBezTo>
                    <a:cubicBezTo>
                      <a:pt x="1094083" y="89727"/>
                      <a:pt x="1094794" y="89727"/>
                      <a:pt x="1093371" y="90083"/>
                    </a:cubicBezTo>
                    <a:cubicBezTo>
                      <a:pt x="1092304" y="90439"/>
                      <a:pt x="1092659" y="90795"/>
                      <a:pt x="1090169" y="91507"/>
                    </a:cubicBezTo>
                    <a:cubicBezTo>
                      <a:pt x="1089813" y="91863"/>
                      <a:pt x="1089101" y="92219"/>
                      <a:pt x="1088745" y="92575"/>
                    </a:cubicBezTo>
                    <a:cubicBezTo>
                      <a:pt x="1088034" y="92931"/>
                      <a:pt x="1086966" y="92575"/>
                      <a:pt x="1086966" y="92575"/>
                    </a:cubicBezTo>
                    <a:cubicBezTo>
                      <a:pt x="1086966" y="92931"/>
                      <a:pt x="1086255" y="93287"/>
                      <a:pt x="1085899" y="93287"/>
                    </a:cubicBezTo>
                    <a:cubicBezTo>
                      <a:pt x="1085543" y="93643"/>
                      <a:pt x="1084831" y="93999"/>
                      <a:pt x="1084831" y="93999"/>
                    </a:cubicBezTo>
                    <a:cubicBezTo>
                      <a:pt x="1084831" y="93999"/>
                      <a:pt x="1083764" y="94711"/>
                      <a:pt x="1083052" y="96135"/>
                    </a:cubicBezTo>
                    <a:cubicBezTo>
                      <a:pt x="1083052" y="96491"/>
                      <a:pt x="1082696" y="96491"/>
                      <a:pt x="1081629" y="96491"/>
                    </a:cubicBezTo>
                    <a:cubicBezTo>
                      <a:pt x="1081273" y="96491"/>
                      <a:pt x="1081273" y="96847"/>
                      <a:pt x="1080917" y="97559"/>
                    </a:cubicBezTo>
                    <a:cubicBezTo>
                      <a:pt x="1080917" y="97559"/>
                      <a:pt x="1079850" y="98271"/>
                      <a:pt x="1078782" y="98271"/>
                    </a:cubicBezTo>
                    <a:cubicBezTo>
                      <a:pt x="1078782" y="98271"/>
                      <a:pt x="1077359" y="97915"/>
                      <a:pt x="1077003" y="97915"/>
                    </a:cubicBezTo>
                    <a:cubicBezTo>
                      <a:pt x="1076648" y="97559"/>
                      <a:pt x="1076648" y="98271"/>
                      <a:pt x="1076648" y="98983"/>
                    </a:cubicBezTo>
                    <a:cubicBezTo>
                      <a:pt x="1076292" y="99695"/>
                      <a:pt x="1076648" y="100051"/>
                      <a:pt x="1075936" y="100407"/>
                    </a:cubicBezTo>
                    <a:cubicBezTo>
                      <a:pt x="1075224" y="100763"/>
                      <a:pt x="1074868" y="99695"/>
                      <a:pt x="1074868" y="99695"/>
                    </a:cubicBezTo>
                    <a:cubicBezTo>
                      <a:pt x="1074868" y="99695"/>
                      <a:pt x="1074868" y="99695"/>
                      <a:pt x="1073445" y="100051"/>
                    </a:cubicBezTo>
                    <a:cubicBezTo>
                      <a:pt x="1073445" y="100051"/>
                      <a:pt x="1073801" y="101119"/>
                      <a:pt x="1073801" y="101475"/>
                    </a:cubicBezTo>
                    <a:cubicBezTo>
                      <a:pt x="1074157" y="101831"/>
                      <a:pt x="1073801" y="101831"/>
                      <a:pt x="1073445" y="102543"/>
                    </a:cubicBezTo>
                    <a:cubicBezTo>
                      <a:pt x="1073445" y="102543"/>
                      <a:pt x="1073445" y="102543"/>
                      <a:pt x="1072378" y="103611"/>
                    </a:cubicBezTo>
                    <a:cubicBezTo>
                      <a:pt x="1071310" y="104323"/>
                      <a:pt x="1072378" y="104679"/>
                      <a:pt x="1071666" y="106103"/>
                    </a:cubicBezTo>
                    <a:cubicBezTo>
                      <a:pt x="1071666" y="106103"/>
                      <a:pt x="1070599" y="107171"/>
                      <a:pt x="1068820" y="108239"/>
                    </a:cubicBezTo>
                    <a:cubicBezTo>
                      <a:pt x="1068464" y="108595"/>
                      <a:pt x="1068820" y="108239"/>
                      <a:pt x="1067752" y="109663"/>
                    </a:cubicBezTo>
                    <a:cubicBezTo>
                      <a:pt x="1067396" y="110019"/>
                      <a:pt x="1067396" y="110375"/>
                      <a:pt x="1065617" y="111443"/>
                    </a:cubicBezTo>
                    <a:cubicBezTo>
                      <a:pt x="1064906" y="111799"/>
                      <a:pt x="1064906" y="112155"/>
                      <a:pt x="1063126" y="114291"/>
                    </a:cubicBezTo>
                    <a:cubicBezTo>
                      <a:pt x="1062415" y="114647"/>
                      <a:pt x="1062059" y="115715"/>
                      <a:pt x="1062059" y="115715"/>
                    </a:cubicBezTo>
                    <a:cubicBezTo>
                      <a:pt x="1061347" y="115003"/>
                      <a:pt x="1061347" y="116071"/>
                      <a:pt x="1060280" y="116782"/>
                    </a:cubicBezTo>
                    <a:cubicBezTo>
                      <a:pt x="1059568" y="117138"/>
                      <a:pt x="1060280" y="117138"/>
                      <a:pt x="1059924" y="118562"/>
                    </a:cubicBezTo>
                    <a:cubicBezTo>
                      <a:pt x="1059568" y="119630"/>
                      <a:pt x="1060280" y="119986"/>
                      <a:pt x="1059924" y="120342"/>
                    </a:cubicBezTo>
                    <a:cubicBezTo>
                      <a:pt x="1059924" y="121054"/>
                      <a:pt x="1060280" y="122478"/>
                      <a:pt x="1059924" y="123546"/>
                    </a:cubicBezTo>
                    <a:cubicBezTo>
                      <a:pt x="1059924" y="124614"/>
                      <a:pt x="1060991" y="125326"/>
                      <a:pt x="1061347" y="126038"/>
                    </a:cubicBezTo>
                    <a:cubicBezTo>
                      <a:pt x="1061703" y="126394"/>
                      <a:pt x="1062415" y="127106"/>
                      <a:pt x="1063482" y="127818"/>
                    </a:cubicBezTo>
                    <a:cubicBezTo>
                      <a:pt x="1064906" y="128886"/>
                      <a:pt x="1063482" y="127818"/>
                      <a:pt x="1064550" y="128886"/>
                    </a:cubicBezTo>
                    <a:cubicBezTo>
                      <a:pt x="1065617" y="129954"/>
                      <a:pt x="1066329" y="129954"/>
                      <a:pt x="1066329" y="131378"/>
                    </a:cubicBezTo>
                    <a:cubicBezTo>
                      <a:pt x="1066329" y="132802"/>
                      <a:pt x="1069175" y="132446"/>
                      <a:pt x="1069531" y="133158"/>
                    </a:cubicBezTo>
                    <a:cubicBezTo>
                      <a:pt x="1070243" y="134582"/>
                      <a:pt x="1068464" y="134226"/>
                      <a:pt x="1067752" y="134226"/>
                    </a:cubicBezTo>
                    <a:cubicBezTo>
                      <a:pt x="1066685" y="134226"/>
                      <a:pt x="1067040" y="134582"/>
                      <a:pt x="1066685" y="134582"/>
                    </a:cubicBezTo>
                    <a:cubicBezTo>
                      <a:pt x="1065973" y="134582"/>
                      <a:pt x="1065617" y="133870"/>
                      <a:pt x="1065617" y="133870"/>
                    </a:cubicBezTo>
                    <a:cubicBezTo>
                      <a:pt x="1065617" y="133870"/>
                      <a:pt x="1064194" y="134226"/>
                      <a:pt x="1063838" y="134226"/>
                    </a:cubicBezTo>
                    <a:cubicBezTo>
                      <a:pt x="1063482" y="134226"/>
                      <a:pt x="1063126" y="134582"/>
                      <a:pt x="1062059" y="134226"/>
                    </a:cubicBezTo>
                    <a:cubicBezTo>
                      <a:pt x="1061703" y="134226"/>
                      <a:pt x="1061347" y="134226"/>
                      <a:pt x="1059924" y="134226"/>
                    </a:cubicBezTo>
                    <a:cubicBezTo>
                      <a:pt x="1059212" y="134226"/>
                      <a:pt x="1059212" y="134938"/>
                      <a:pt x="1057789" y="134226"/>
                    </a:cubicBezTo>
                    <a:cubicBezTo>
                      <a:pt x="1057433" y="134226"/>
                      <a:pt x="1056722" y="134226"/>
                      <a:pt x="1056366" y="133870"/>
                    </a:cubicBezTo>
                    <a:cubicBezTo>
                      <a:pt x="1056010" y="133870"/>
                      <a:pt x="1054943" y="133514"/>
                      <a:pt x="1053875" y="132446"/>
                    </a:cubicBezTo>
                    <a:cubicBezTo>
                      <a:pt x="1052808" y="131378"/>
                      <a:pt x="1052808" y="132446"/>
                      <a:pt x="1052096" y="132446"/>
                    </a:cubicBezTo>
                    <a:cubicBezTo>
                      <a:pt x="1051740" y="132446"/>
                      <a:pt x="1051029" y="132446"/>
                      <a:pt x="1050317" y="132090"/>
                    </a:cubicBezTo>
                    <a:cubicBezTo>
                      <a:pt x="1049961" y="131734"/>
                      <a:pt x="1050317" y="131378"/>
                      <a:pt x="1050317" y="131022"/>
                    </a:cubicBezTo>
                    <a:cubicBezTo>
                      <a:pt x="1050317" y="130666"/>
                      <a:pt x="1052096" y="130310"/>
                      <a:pt x="1052808" y="130310"/>
                    </a:cubicBezTo>
                    <a:cubicBezTo>
                      <a:pt x="1053163" y="130310"/>
                      <a:pt x="1052808" y="129598"/>
                      <a:pt x="1052452" y="129242"/>
                    </a:cubicBezTo>
                    <a:cubicBezTo>
                      <a:pt x="1051740" y="128886"/>
                      <a:pt x="1051029" y="129242"/>
                      <a:pt x="1051029" y="128886"/>
                    </a:cubicBezTo>
                    <a:cubicBezTo>
                      <a:pt x="1050673" y="128530"/>
                      <a:pt x="1051029" y="128174"/>
                      <a:pt x="1050317" y="127818"/>
                    </a:cubicBezTo>
                    <a:cubicBezTo>
                      <a:pt x="1049961" y="127462"/>
                      <a:pt x="1049961" y="127462"/>
                      <a:pt x="1048182" y="127106"/>
                    </a:cubicBezTo>
                    <a:cubicBezTo>
                      <a:pt x="1046403" y="126394"/>
                      <a:pt x="1048182" y="127462"/>
                      <a:pt x="1048538" y="128530"/>
                    </a:cubicBezTo>
                    <a:cubicBezTo>
                      <a:pt x="1048894" y="128886"/>
                      <a:pt x="1048894" y="128886"/>
                      <a:pt x="1048182" y="130310"/>
                    </a:cubicBezTo>
                    <a:cubicBezTo>
                      <a:pt x="1047470" y="131378"/>
                      <a:pt x="1047470" y="130310"/>
                      <a:pt x="1046403" y="129598"/>
                    </a:cubicBezTo>
                    <a:cubicBezTo>
                      <a:pt x="1045691" y="129242"/>
                      <a:pt x="1045691" y="129598"/>
                      <a:pt x="1045335" y="128530"/>
                    </a:cubicBezTo>
                    <a:cubicBezTo>
                      <a:pt x="1044980" y="128174"/>
                      <a:pt x="1046759" y="128530"/>
                      <a:pt x="1046759" y="128530"/>
                    </a:cubicBezTo>
                    <a:cubicBezTo>
                      <a:pt x="1046759" y="128530"/>
                      <a:pt x="1047115" y="127818"/>
                      <a:pt x="1046403" y="126394"/>
                    </a:cubicBezTo>
                    <a:cubicBezTo>
                      <a:pt x="1046047" y="126038"/>
                      <a:pt x="1044980" y="126750"/>
                      <a:pt x="1043556" y="127106"/>
                    </a:cubicBezTo>
                    <a:cubicBezTo>
                      <a:pt x="1043556" y="127106"/>
                      <a:pt x="1042845" y="127106"/>
                      <a:pt x="1042133" y="126750"/>
                    </a:cubicBezTo>
                    <a:cubicBezTo>
                      <a:pt x="1041066" y="126394"/>
                      <a:pt x="1041066" y="126394"/>
                      <a:pt x="1041066" y="125326"/>
                    </a:cubicBezTo>
                    <a:cubicBezTo>
                      <a:pt x="1040710" y="124258"/>
                      <a:pt x="1040710" y="124614"/>
                      <a:pt x="1040354" y="123902"/>
                    </a:cubicBezTo>
                    <a:cubicBezTo>
                      <a:pt x="1040354" y="122834"/>
                      <a:pt x="1041066" y="122478"/>
                      <a:pt x="1042133" y="121410"/>
                    </a:cubicBezTo>
                    <a:cubicBezTo>
                      <a:pt x="1042133" y="121054"/>
                      <a:pt x="1043201" y="121410"/>
                      <a:pt x="1043201" y="121410"/>
                    </a:cubicBezTo>
                    <a:cubicBezTo>
                      <a:pt x="1043201" y="121410"/>
                      <a:pt x="1043912" y="121766"/>
                      <a:pt x="1044624" y="121054"/>
                    </a:cubicBezTo>
                    <a:cubicBezTo>
                      <a:pt x="1045691" y="120698"/>
                      <a:pt x="1044624" y="121054"/>
                      <a:pt x="1045691" y="121054"/>
                    </a:cubicBezTo>
                    <a:cubicBezTo>
                      <a:pt x="1046403" y="121054"/>
                      <a:pt x="1045691" y="120342"/>
                      <a:pt x="1046403" y="118918"/>
                    </a:cubicBezTo>
                    <a:cubicBezTo>
                      <a:pt x="1046759" y="118206"/>
                      <a:pt x="1047470" y="118206"/>
                      <a:pt x="1047826" y="117850"/>
                    </a:cubicBezTo>
                    <a:cubicBezTo>
                      <a:pt x="1048182" y="117494"/>
                      <a:pt x="1047826" y="116782"/>
                      <a:pt x="1047470" y="116427"/>
                    </a:cubicBezTo>
                    <a:cubicBezTo>
                      <a:pt x="1046759" y="116427"/>
                      <a:pt x="1046403" y="116427"/>
                      <a:pt x="1045691" y="116071"/>
                    </a:cubicBezTo>
                    <a:cubicBezTo>
                      <a:pt x="1044624" y="115715"/>
                      <a:pt x="1045691" y="116071"/>
                      <a:pt x="1045691" y="115003"/>
                    </a:cubicBezTo>
                    <a:cubicBezTo>
                      <a:pt x="1045691" y="113579"/>
                      <a:pt x="1046403" y="114647"/>
                      <a:pt x="1046759" y="114647"/>
                    </a:cubicBezTo>
                    <a:cubicBezTo>
                      <a:pt x="1047115" y="114647"/>
                      <a:pt x="1048894" y="113935"/>
                      <a:pt x="1048894" y="113579"/>
                    </a:cubicBezTo>
                    <a:cubicBezTo>
                      <a:pt x="1048538" y="112867"/>
                      <a:pt x="1049249" y="111443"/>
                      <a:pt x="1049249" y="111443"/>
                    </a:cubicBezTo>
                    <a:cubicBezTo>
                      <a:pt x="1049605" y="111087"/>
                      <a:pt x="1050673" y="111443"/>
                      <a:pt x="1051384" y="111443"/>
                    </a:cubicBezTo>
                    <a:cubicBezTo>
                      <a:pt x="1051740" y="111443"/>
                      <a:pt x="1052452" y="111087"/>
                      <a:pt x="1053875" y="110019"/>
                    </a:cubicBezTo>
                    <a:cubicBezTo>
                      <a:pt x="1053875" y="108951"/>
                      <a:pt x="1053875" y="110019"/>
                      <a:pt x="1053519" y="108951"/>
                    </a:cubicBezTo>
                    <a:cubicBezTo>
                      <a:pt x="1053163" y="108239"/>
                      <a:pt x="1053519" y="108595"/>
                      <a:pt x="1053163" y="107883"/>
                    </a:cubicBezTo>
                    <a:cubicBezTo>
                      <a:pt x="1052452" y="107171"/>
                      <a:pt x="1052452" y="108239"/>
                      <a:pt x="1051740" y="108239"/>
                    </a:cubicBezTo>
                    <a:cubicBezTo>
                      <a:pt x="1051029" y="108239"/>
                      <a:pt x="1052096" y="107527"/>
                      <a:pt x="1052452" y="106459"/>
                    </a:cubicBezTo>
                    <a:cubicBezTo>
                      <a:pt x="1052452" y="106459"/>
                      <a:pt x="1054231" y="106103"/>
                      <a:pt x="1054943" y="105391"/>
                    </a:cubicBezTo>
                    <a:cubicBezTo>
                      <a:pt x="1055298" y="104679"/>
                      <a:pt x="1055298" y="104679"/>
                      <a:pt x="1055654" y="104323"/>
                    </a:cubicBezTo>
                    <a:cubicBezTo>
                      <a:pt x="1056010" y="103611"/>
                      <a:pt x="1056722" y="103611"/>
                      <a:pt x="1056722" y="103611"/>
                    </a:cubicBezTo>
                    <a:cubicBezTo>
                      <a:pt x="1056722" y="103611"/>
                      <a:pt x="1059212" y="103255"/>
                      <a:pt x="1058501" y="102187"/>
                    </a:cubicBezTo>
                    <a:cubicBezTo>
                      <a:pt x="1058145" y="100763"/>
                      <a:pt x="1059212" y="101831"/>
                      <a:pt x="1059568" y="100763"/>
                    </a:cubicBezTo>
                    <a:cubicBezTo>
                      <a:pt x="1059568" y="100051"/>
                      <a:pt x="1059568" y="100763"/>
                      <a:pt x="1059212" y="99695"/>
                    </a:cubicBezTo>
                    <a:cubicBezTo>
                      <a:pt x="1059212" y="98627"/>
                      <a:pt x="1059212" y="99695"/>
                      <a:pt x="1059924" y="98983"/>
                    </a:cubicBezTo>
                    <a:cubicBezTo>
                      <a:pt x="1060280" y="97915"/>
                      <a:pt x="1061347" y="98271"/>
                      <a:pt x="1062059" y="97915"/>
                    </a:cubicBezTo>
                    <a:cubicBezTo>
                      <a:pt x="1062771" y="97559"/>
                      <a:pt x="1062059" y="97915"/>
                      <a:pt x="1062059" y="96491"/>
                    </a:cubicBezTo>
                    <a:cubicBezTo>
                      <a:pt x="1062059" y="95423"/>
                      <a:pt x="1062415" y="95779"/>
                      <a:pt x="1061703" y="95067"/>
                    </a:cubicBezTo>
                    <a:cubicBezTo>
                      <a:pt x="1061347" y="94711"/>
                      <a:pt x="1061703" y="94711"/>
                      <a:pt x="1061347" y="93643"/>
                    </a:cubicBezTo>
                    <a:cubicBezTo>
                      <a:pt x="1061347" y="92931"/>
                      <a:pt x="1062059" y="93287"/>
                      <a:pt x="1063126" y="93287"/>
                    </a:cubicBezTo>
                    <a:cubicBezTo>
                      <a:pt x="1063838" y="93287"/>
                      <a:pt x="1064194" y="93999"/>
                      <a:pt x="1064550" y="93643"/>
                    </a:cubicBezTo>
                    <a:cubicBezTo>
                      <a:pt x="1064906" y="93287"/>
                      <a:pt x="1064906" y="92931"/>
                      <a:pt x="1065617" y="91863"/>
                    </a:cubicBezTo>
                    <a:cubicBezTo>
                      <a:pt x="1065973" y="91151"/>
                      <a:pt x="1065973" y="91863"/>
                      <a:pt x="1067752" y="90795"/>
                    </a:cubicBezTo>
                    <a:cubicBezTo>
                      <a:pt x="1069175" y="90083"/>
                      <a:pt x="1068820" y="92575"/>
                      <a:pt x="1069531" y="91507"/>
                    </a:cubicBezTo>
                    <a:cubicBezTo>
                      <a:pt x="1069887" y="90795"/>
                      <a:pt x="1069531" y="91151"/>
                      <a:pt x="1070243" y="90439"/>
                    </a:cubicBezTo>
                    <a:cubicBezTo>
                      <a:pt x="1070954" y="89727"/>
                      <a:pt x="1071310" y="89727"/>
                      <a:pt x="1071666" y="89371"/>
                    </a:cubicBezTo>
                    <a:cubicBezTo>
                      <a:pt x="1072022" y="88659"/>
                      <a:pt x="1073445" y="88303"/>
                      <a:pt x="1073445" y="88303"/>
                    </a:cubicBezTo>
                    <a:cubicBezTo>
                      <a:pt x="1073445" y="88303"/>
                      <a:pt x="1074513" y="87947"/>
                      <a:pt x="1074868" y="87947"/>
                    </a:cubicBezTo>
                    <a:cubicBezTo>
                      <a:pt x="1075224" y="87947"/>
                      <a:pt x="1074868" y="87235"/>
                      <a:pt x="1075936" y="86168"/>
                    </a:cubicBezTo>
                    <a:cubicBezTo>
                      <a:pt x="1075936" y="86168"/>
                      <a:pt x="1075936" y="86168"/>
                      <a:pt x="1077359" y="86168"/>
                    </a:cubicBezTo>
                    <a:cubicBezTo>
                      <a:pt x="1077359" y="86168"/>
                      <a:pt x="1077715" y="86168"/>
                      <a:pt x="1079494" y="86168"/>
                    </a:cubicBezTo>
                    <a:cubicBezTo>
                      <a:pt x="1079850" y="86168"/>
                      <a:pt x="1080206" y="86168"/>
                      <a:pt x="1081629" y="85456"/>
                    </a:cubicBezTo>
                    <a:cubicBezTo>
                      <a:pt x="1082341" y="84744"/>
                      <a:pt x="1081629" y="85456"/>
                      <a:pt x="1082341" y="84744"/>
                    </a:cubicBezTo>
                    <a:cubicBezTo>
                      <a:pt x="1083052" y="84388"/>
                      <a:pt x="1083408" y="85100"/>
                      <a:pt x="1083408" y="85100"/>
                    </a:cubicBezTo>
                    <a:cubicBezTo>
                      <a:pt x="1083408" y="85100"/>
                      <a:pt x="1084120" y="85100"/>
                      <a:pt x="1084831" y="85100"/>
                    </a:cubicBezTo>
                    <a:cubicBezTo>
                      <a:pt x="1085543" y="84744"/>
                      <a:pt x="1084831" y="85100"/>
                      <a:pt x="1085543" y="83320"/>
                    </a:cubicBezTo>
                    <a:cubicBezTo>
                      <a:pt x="1085899" y="82964"/>
                      <a:pt x="1086966" y="82964"/>
                      <a:pt x="1087322" y="82608"/>
                    </a:cubicBezTo>
                    <a:cubicBezTo>
                      <a:pt x="1088034" y="82608"/>
                      <a:pt x="1088390" y="82964"/>
                      <a:pt x="1088745" y="82964"/>
                    </a:cubicBezTo>
                    <a:cubicBezTo>
                      <a:pt x="1089101" y="83320"/>
                      <a:pt x="1090524" y="83320"/>
                      <a:pt x="1091592" y="83320"/>
                    </a:cubicBezTo>
                    <a:cubicBezTo>
                      <a:pt x="1092304" y="83676"/>
                      <a:pt x="1092304" y="83320"/>
                      <a:pt x="1092659" y="83320"/>
                    </a:cubicBezTo>
                    <a:cubicBezTo>
                      <a:pt x="1093371" y="83320"/>
                      <a:pt x="1093371" y="83320"/>
                      <a:pt x="1093727" y="83320"/>
                    </a:cubicBezTo>
                    <a:cubicBezTo>
                      <a:pt x="1094083" y="83320"/>
                      <a:pt x="1095150" y="83320"/>
                      <a:pt x="1095862" y="83320"/>
                    </a:cubicBezTo>
                    <a:cubicBezTo>
                      <a:pt x="1096218" y="82964"/>
                      <a:pt x="1096929" y="82964"/>
                      <a:pt x="1097285" y="82608"/>
                    </a:cubicBezTo>
                    <a:cubicBezTo>
                      <a:pt x="1097641" y="82252"/>
                      <a:pt x="1098352" y="82608"/>
                      <a:pt x="1098352" y="82608"/>
                    </a:cubicBezTo>
                    <a:cubicBezTo>
                      <a:pt x="1098352" y="82608"/>
                      <a:pt x="1099776" y="82252"/>
                      <a:pt x="1100487" y="81896"/>
                    </a:cubicBezTo>
                    <a:cubicBezTo>
                      <a:pt x="1101199" y="81540"/>
                      <a:pt x="1101199" y="81896"/>
                      <a:pt x="1101911" y="81540"/>
                    </a:cubicBezTo>
                    <a:cubicBezTo>
                      <a:pt x="1102622" y="81184"/>
                      <a:pt x="1102978" y="81540"/>
                      <a:pt x="1103690" y="80828"/>
                    </a:cubicBezTo>
                    <a:cubicBezTo>
                      <a:pt x="1104401" y="80472"/>
                      <a:pt x="1104401" y="80828"/>
                      <a:pt x="1105113" y="80116"/>
                    </a:cubicBezTo>
                    <a:cubicBezTo>
                      <a:pt x="1106181" y="79404"/>
                      <a:pt x="1106536" y="80116"/>
                      <a:pt x="1106892" y="80116"/>
                    </a:cubicBezTo>
                    <a:cubicBezTo>
                      <a:pt x="1107248" y="79760"/>
                      <a:pt x="1107604" y="80116"/>
                      <a:pt x="1107960" y="79760"/>
                    </a:cubicBezTo>
                    <a:cubicBezTo>
                      <a:pt x="1108315" y="79404"/>
                      <a:pt x="1108315" y="79404"/>
                      <a:pt x="1108671" y="78692"/>
                    </a:cubicBezTo>
                    <a:cubicBezTo>
                      <a:pt x="1109027" y="77980"/>
                      <a:pt x="1108671" y="78692"/>
                      <a:pt x="1110095" y="77624"/>
                    </a:cubicBezTo>
                    <a:cubicBezTo>
                      <a:pt x="1111518" y="76912"/>
                      <a:pt x="1111518" y="76912"/>
                      <a:pt x="1112229" y="76556"/>
                    </a:cubicBezTo>
                    <a:cubicBezTo>
                      <a:pt x="1112941" y="76200"/>
                      <a:pt x="1114364" y="76200"/>
                      <a:pt x="1115788" y="76200"/>
                    </a:cubicBezTo>
                    <a:close/>
                    <a:moveTo>
                      <a:pt x="276572" y="74986"/>
                    </a:moveTo>
                    <a:cubicBezTo>
                      <a:pt x="277292" y="74986"/>
                      <a:pt x="277292" y="74986"/>
                      <a:pt x="278013" y="74986"/>
                    </a:cubicBezTo>
                    <a:cubicBezTo>
                      <a:pt x="279094" y="74986"/>
                      <a:pt x="279094" y="74613"/>
                      <a:pt x="279454" y="75733"/>
                    </a:cubicBezTo>
                    <a:cubicBezTo>
                      <a:pt x="279454" y="76481"/>
                      <a:pt x="279815" y="76854"/>
                      <a:pt x="279815" y="77601"/>
                    </a:cubicBezTo>
                    <a:cubicBezTo>
                      <a:pt x="279815" y="79469"/>
                      <a:pt x="279815" y="79469"/>
                      <a:pt x="280175" y="79842"/>
                    </a:cubicBezTo>
                    <a:cubicBezTo>
                      <a:pt x="280535" y="81336"/>
                      <a:pt x="280896" y="80963"/>
                      <a:pt x="280535" y="81710"/>
                    </a:cubicBezTo>
                    <a:cubicBezTo>
                      <a:pt x="280175" y="82457"/>
                      <a:pt x="279815" y="82083"/>
                      <a:pt x="280175" y="82457"/>
                    </a:cubicBezTo>
                    <a:cubicBezTo>
                      <a:pt x="280896" y="83204"/>
                      <a:pt x="282698" y="82457"/>
                      <a:pt x="283058" y="83204"/>
                    </a:cubicBezTo>
                    <a:cubicBezTo>
                      <a:pt x="283418" y="83951"/>
                      <a:pt x="284139" y="83204"/>
                      <a:pt x="283418" y="83951"/>
                    </a:cubicBezTo>
                    <a:cubicBezTo>
                      <a:pt x="282698" y="85072"/>
                      <a:pt x="281617" y="85072"/>
                      <a:pt x="282337" y="85072"/>
                    </a:cubicBezTo>
                    <a:cubicBezTo>
                      <a:pt x="283058" y="85072"/>
                      <a:pt x="284139" y="84698"/>
                      <a:pt x="284499" y="84698"/>
                    </a:cubicBezTo>
                    <a:cubicBezTo>
                      <a:pt x="284860" y="84698"/>
                      <a:pt x="285580" y="83951"/>
                      <a:pt x="285941" y="84325"/>
                    </a:cubicBezTo>
                    <a:cubicBezTo>
                      <a:pt x="285941" y="84698"/>
                      <a:pt x="286662" y="84698"/>
                      <a:pt x="287022" y="85072"/>
                    </a:cubicBezTo>
                    <a:cubicBezTo>
                      <a:pt x="287382" y="85819"/>
                      <a:pt x="287382" y="84325"/>
                      <a:pt x="287743" y="84325"/>
                    </a:cubicBezTo>
                    <a:cubicBezTo>
                      <a:pt x="288103" y="83951"/>
                      <a:pt x="288103" y="83578"/>
                      <a:pt x="288463" y="83578"/>
                    </a:cubicBezTo>
                    <a:cubicBezTo>
                      <a:pt x="288824" y="83578"/>
                      <a:pt x="290986" y="83204"/>
                      <a:pt x="290986" y="83204"/>
                    </a:cubicBezTo>
                    <a:cubicBezTo>
                      <a:pt x="291707" y="83951"/>
                      <a:pt x="293148" y="83578"/>
                      <a:pt x="293508" y="83951"/>
                    </a:cubicBezTo>
                    <a:cubicBezTo>
                      <a:pt x="293508" y="84698"/>
                      <a:pt x="293869" y="84698"/>
                      <a:pt x="294229" y="85445"/>
                    </a:cubicBezTo>
                    <a:cubicBezTo>
                      <a:pt x="294229" y="86192"/>
                      <a:pt x="294229" y="86192"/>
                      <a:pt x="293869" y="86939"/>
                    </a:cubicBezTo>
                    <a:cubicBezTo>
                      <a:pt x="293869" y="87686"/>
                      <a:pt x="293869" y="87313"/>
                      <a:pt x="293508" y="88060"/>
                    </a:cubicBezTo>
                    <a:cubicBezTo>
                      <a:pt x="293148" y="88433"/>
                      <a:pt x="293148" y="86939"/>
                      <a:pt x="293148" y="88433"/>
                    </a:cubicBezTo>
                    <a:cubicBezTo>
                      <a:pt x="292788" y="89928"/>
                      <a:pt x="292788" y="90675"/>
                      <a:pt x="292427" y="91048"/>
                    </a:cubicBezTo>
                    <a:cubicBezTo>
                      <a:pt x="291346" y="91795"/>
                      <a:pt x="291346" y="91048"/>
                      <a:pt x="291346" y="91795"/>
                    </a:cubicBezTo>
                    <a:cubicBezTo>
                      <a:pt x="291346" y="92542"/>
                      <a:pt x="292067" y="92542"/>
                      <a:pt x="291346" y="92916"/>
                    </a:cubicBezTo>
                    <a:cubicBezTo>
                      <a:pt x="290625" y="93663"/>
                      <a:pt x="289905" y="93289"/>
                      <a:pt x="289905" y="93663"/>
                    </a:cubicBezTo>
                    <a:cubicBezTo>
                      <a:pt x="289905" y="94036"/>
                      <a:pt x="289184" y="94036"/>
                      <a:pt x="288463" y="94410"/>
                    </a:cubicBezTo>
                    <a:cubicBezTo>
                      <a:pt x="288103" y="94783"/>
                      <a:pt x="287743" y="94410"/>
                      <a:pt x="287382" y="94410"/>
                    </a:cubicBezTo>
                    <a:cubicBezTo>
                      <a:pt x="287022" y="94783"/>
                      <a:pt x="286301" y="94783"/>
                      <a:pt x="286301" y="94783"/>
                    </a:cubicBezTo>
                    <a:cubicBezTo>
                      <a:pt x="285941" y="94783"/>
                      <a:pt x="286301" y="94783"/>
                      <a:pt x="285220" y="94783"/>
                    </a:cubicBezTo>
                    <a:cubicBezTo>
                      <a:pt x="284139" y="94783"/>
                      <a:pt x="283779" y="95157"/>
                      <a:pt x="283779" y="94783"/>
                    </a:cubicBezTo>
                    <a:cubicBezTo>
                      <a:pt x="283779" y="94036"/>
                      <a:pt x="283779" y="93663"/>
                      <a:pt x="283418" y="93663"/>
                    </a:cubicBezTo>
                    <a:cubicBezTo>
                      <a:pt x="283058" y="93663"/>
                      <a:pt x="282698" y="93289"/>
                      <a:pt x="282337" y="93663"/>
                    </a:cubicBezTo>
                    <a:cubicBezTo>
                      <a:pt x="281977" y="94410"/>
                      <a:pt x="281256" y="94783"/>
                      <a:pt x="281256" y="94783"/>
                    </a:cubicBezTo>
                    <a:cubicBezTo>
                      <a:pt x="281256" y="94783"/>
                      <a:pt x="280535" y="94410"/>
                      <a:pt x="280175" y="94410"/>
                    </a:cubicBezTo>
                    <a:cubicBezTo>
                      <a:pt x="279815" y="94410"/>
                      <a:pt x="279094" y="94036"/>
                      <a:pt x="279094" y="94036"/>
                    </a:cubicBezTo>
                    <a:cubicBezTo>
                      <a:pt x="277653" y="94036"/>
                      <a:pt x="276572" y="94036"/>
                      <a:pt x="276572" y="94410"/>
                    </a:cubicBezTo>
                    <a:cubicBezTo>
                      <a:pt x="276572" y="94783"/>
                      <a:pt x="276932" y="93289"/>
                      <a:pt x="275851" y="94783"/>
                    </a:cubicBezTo>
                    <a:cubicBezTo>
                      <a:pt x="274409" y="95904"/>
                      <a:pt x="274409" y="95531"/>
                      <a:pt x="273689" y="95904"/>
                    </a:cubicBezTo>
                    <a:cubicBezTo>
                      <a:pt x="273328" y="95904"/>
                      <a:pt x="274409" y="95531"/>
                      <a:pt x="272968" y="95904"/>
                    </a:cubicBezTo>
                    <a:cubicBezTo>
                      <a:pt x="271527" y="95904"/>
                      <a:pt x="271166" y="95904"/>
                      <a:pt x="271166" y="95904"/>
                    </a:cubicBezTo>
                    <a:cubicBezTo>
                      <a:pt x="271166" y="95904"/>
                      <a:pt x="271527" y="95531"/>
                      <a:pt x="270806" y="95904"/>
                    </a:cubicBezTo>
                    <a:cubicBezTo>
                      <a:pt x="270085" y="95904"/>
                      <a:pt x="270446" y="95904"/>
                      <a:pt x="270446" y="95904"/>
                    </a:cubicBezTo>
                    <a:cubicBezTo>
                      <a:pt x="270446" y="95904"/>
                      <a:pt x="270446" y="95904"/>
                      <a:pt x="269004" y="96651"/>
                    </a:cubicBezTo>
                    <a:cubicBezTo>
                      <a:pt x="269004" y="96651"/>
                      <a:pt x="268644" y="96651"/>
                      <a:pt x="267923" y="97398"/>
                    </a:cubicBezTo>
                    <a:cubicBezTo>
                      <a:pt x="267202" y="97772"/>
                      <a:pt x="266121" y="98519"/>
                      <a:pt x="264680" y="98519"/>
                    </a:cubicBezTo>
                    <a:cubicBezTo>
                      <a:pt x="263238" y="98892"/>
                      <a:pt x="261076" y="99266"/>
                      <a:pt x="260716" y="99639"/>
                    </a:cubicBezTo>
                    <a:cubicBezTo>
                      <a:pt x="260356" y="99639"/>
                      <a:pt x="258914" y="100013"/>
                      <a:pt x="258193" y="100013"/>
                    </a:cubicBezTo>
                    <a:cubicBezTo>
                      <a:pt x="257112" y="100013"/>
                      <a:pt x="256392" y="100013"/>
                      <a:pt x="255671" y="99639"/>
                    </a:cubicBezTo>
                    <a:cubicBezTo>
                      <a:pt x="254950" y="99266"/>
                      <a:pt x="253869" y="98145"/>
                      <a:pt x="253148" y="98519"/>
                    </a:cubicBezTo>
                    <a:cubicBezTo>
                      <a:pt x="252788" y="98519"/>
                      <a:pt x="252067" y="98145"/>
                      <a:pt x="252067" y="97772"/>
                    </a:cubicBezTo>
                    <a:cubicBezTo>
                      <a:pt x="251707" y="97398"/>
                      <a:pt x="249545" y="97772"/>
                      <a:pt x="251707" y="96651"/>
                    </a:cubicBezTo>
                    <a:cubicBezTo>
                      <a:pt x="253509" y="95904"/>
                      <a:pt x="254230" y="95157"/>
                      <a:pt x="254950" y="95157"/>
                    </a:cubicBezTo>
                    <a:cubicBezTo>
                      <a:pt x="255671" y="95157"/>
                      <a:pt x="256392" y="94783"/>
                      <a:pt x="256392" y="94783"/>
                    </a:cubicBezTo>
                    <a:cubicBezTo>
                      <a:pt x="256752" y="94783"/>
                      <a:pt x="257833" y="94036"/>
                      <a:pt x="258193" y="94036"/>
                    </a:cubicBezTo>
                    <a:cubicBezTo>
                      <a:pt x="258193" y="94036"/>
                      <a:pt x="259995" y="93289"/>
                      <a:pt x="259995" y="93289"/>
                    </a:cubicBezTo>
                    <a:cubicBezTo>
                      <a:pt x="259995" y="93289"/>
                      <a:pt x="262518" y="93663"/>
                      <a:pt x="262878" y="93663"/>
                    </a:cubicBezTo>
                    <a:cubicBezTo>
                      <a:pt x="263238" y="93663"/>
                      <a:pt x="264680" y="92916"/>
                      <a:pt x="264680" y="92916"/>
                    </a:cubicBezTo>
                    <a:cubicBezTo>
                      <a:pt x="265040" y="92916"/>
                      <a:pt x="265401" y="92542"/>
                      <a:pt x="265761" y="92542"/>
                    </a:cubicBezTo>
                    <a:cubicBezTo>
                      <a:pt x="266121" y="92542"/>
                      <a:pt x="266842" y="92542"/>
                      <a:pt x="267563" y="91795"/>
                    </a:cubicBezTo>
                    <a:cubicBezTo>
                      <a:pt x="267923" y="91048"/>
                      <a:pt x="267923" y="90675"/>
                      <a:pt x="267563" y="90675"/>
                    </a:cubicBezTo>
                    <a:cubicBezTo>
                      <a:pt x="267202" y="91048"/>
                      <a:pt x="266482" y="91048"/>
                      <a:pt x="266121" y="91422"/>
                    </a:cubicBezTo>
                    <a:cubicBezTo>
                      <a:pt x="265761" y="91795"/>
                      <a:pt x="265040" y="91795"/>
                      <a:pt x="264680" y="91795"/>
                    </a:cubicBezTo>
                    <a:cubicBezTo>
                      <a:pt x="264680" y="92169"/>
                      <a:pt x="264680" y="91422"/>
                      <a:pt x="263959" y="92169"/>
                    </a:cubicBezTo>
                    <a:cubicBezTo>
                      <a:pt x="263599" y="92916"/>
                      <a:pt x="262878" y="92916"/>
                      <a:pt x="262518" y="92916"/>
                    </a:cubicBezTo>
                    <a:cubicBezTo>
                      <a:pt x="262157" y="92916"/>
                      <a:pt x="261797" y="92542"/>
                      <a:pt x="261437" y="92542"/>
                    </a:cubicBezTo>
                    <a:cubicBezTo>
                      <a:pt x="261076" y="92542"/>
                      <a:pt x="261076" y="92169"/>
                      <a:pt x="260716" y="92169"/>
                    </a:cubicBezTo>
                    <a:cubicBezTo>
                      <a:pt x="260716" y="91795"/>
                      <a:pt x="260356" y="91422"/>
                      <a:pt x="259995" y="91795"/>
                    </a:cubicBezTo>
                    <a:cubicBezTo>
                      <a:pt x="259274" y="92169"/>
                      <a:pt x="258914" y="92542"/>
                      <a:pt x="258554" y="92542"/>
                    </a:cubicBezTo>
                    <a:cubicBezTo>
                      <a:pt x="258554" y="92916"/>
                      <a:pt x="258554" y="92916"/>
                      <a:pt x="257833" y="92916"/>
                    </a:cubicBezTo>
                    <a:cubicBezTo>
                      <a:pt x="257112" y="92542"/>
                      <a:pt x="256392" y="91795"/>
                      <a:pt x="256392" y="92916"/>
                    </a:cubicBezTo>
                    <a:cubicBezTo>
                      <a:pt x="256392" y="94036"/>
                      <a:pt x="256752" y="94783"/>
                      <a:pt x="255311" y="94036"/>
                    </a:cubicBezTo>
                    <a:cubicBezTo>
                      <a:pt x="253869" y="93663"/>
                      <a:pt x="253869" y="93663"/>
                      <a:pt x="253869" y="93663"/>
                    </a:cubicBezTo>
                    <a:cubicBezTo>
                      <a:pt x="253869" y="93663"/>
                      <a:pt x="253148" y="93289"/>
                      <a:pt x="253509" y="92542"/>
                    </a:cubicBezTo>
                    <a:cubicBezTo>
                      <a:pt x="254230" y="91795"/>
                      <a:pt x="254590" y="90675"/>
                      <a:pt x="254590" y="90675"/>
                    </a:cubicBezTo>
                    <a:cubicBezTo>
                      <a:pt x="254590" y="90675"/>
                      <a:pt x="253148" y="89554"/>
                      <a:pt x="252788" y="90301"/>
                    </a:cubicBezTo>
                    <a:cubicBezTo>
                      <a:pt x="252788" y="91422"/>
                      <a:pt x="252788" y="92169"/>
                      <a:pt x="252428" y="92169"/>
                    </a:cubicBezTo>
                    <a:cubicBezTo>
                      <a:pt x="252067" y="92169"/>
                      <a:pt x="251347" y="91422"/>
                      <a:pt x="251347" y="91795"/>
                    </a:cubicBezTo>
                    <a:cubicBezTo>
                      <a:pt x="251347" y="92169"/>
                      <a:pt x="251707" y="92542"/>
                      <a:pt x="251347" y="92916"/>
                    </a:cubicBezTo>
                    <a:cubicBezTo>
                      <a:pt x="250986" y="93289"/>
                      <a:pt x="250266" y="94036"/>
                      <a:pt x="249905" y="94036"/>
                    </a:cubicBezTo>
                    <a:cubicBezTo>
                      <a:pt x="249905" y="93663"/>
                      <a:pt x="247383" y="94036"/>
                      <a:pt x="247383" y="93663"/>
                    </a:cubicBezTo>
                    <a:cubicBezTo>
                      <a:pt x="247022" y="93663"/>
                      <a:pt x="246662" y="94036"/>
                      <a:pt x="246662" y="93663"/>
                    </a:cubicBezTo>
                    <a:cubicBezTo>
                      <a:pt x="246302" y="93289"/>
                      <a:pt x="245941" y="92916"/>
                      <a:pt x="245941" y="92916"/>
                    </a:cubicBezTo>
                    <a:cubicBezTo>
                      <a:pt x="244500" y="93663"/>
                      <a:pt x="244860" y="93289"/>
                      <a:pt x="244500" y="93663"/>
                    </a:cubicBezTo>
                    <a:cubicBezTo>
                      <a:pt x="244140" y="94036"/>
                      <a:pt x="243419" y="93663"/>
                      <a:pt x="243419" y="93663"/>
                    </a:cubicBezTo>
                    <a:cubicBezTo>
                      <a:pt x="243419" y="93663"/>
                      <a:pt x="242338" y="92916"/>
                      <a:pt x="242338" y="92542"/>
                    </a:cubicBezTo>
                    <a:cubicBezTo>
                      <a:pt x="242338" y="92169"/>
                      <a:pt x="241977" y="91422"/>
                      <a:pt x="241617" y="91795"/>
                    </a:cubicBezTo>
                    <a:cubicBezTo>
                      <a:pt x="241257" y="92169"/>
                      <a:pt x="240896" y="91795"/>
                      <a:pt x="240536" y="92169"/>
                    </a:cubicBezTo>
                    <a:cubicBezTo>
                      <a:pt x="240176" y="92169"/>
                      <a:pt x="239815" y="92916"/>
                      <a:pt x="239815" y="92916"/>
                    </a:cubicBezTo>
                    <a:cubicBezTo>
                      <a:pt x="239815" y="92916"/>
                      <a:pt x="238734" y="92542"/>
                      <a:pt x="238374" y="92542"/>
                    </a:cubicBezTo>
                    <a:cubicBezTo>
                      <a:pt x="238374" y="92542"/>
                      <a:pt x="238374" y="91795"/>
                      <a:pt x="237653" y="91795"/>
                    </a:cubicBezTo>
                    <a:cubicBezTo>
                      <a:pt x="236932" y="91795"/>
                      <a:pt x="236932" y="91795"/>
                      <a:pt x="236932" y="91795"/>
                    </a:cubicBezTo>
                    <a:cubicBezTo>
                      <a:pt x="236932" y="91795"/>
                      <a:pt x="235491" y="90301"/>
                      <a:pt x="236212" y="90301"/>
                    </a:cubicBezTo>
                    <a:cubicBezTo>
                      <a:pt x="236572" y="89928"/>
                      <a:pt x="236932" y="89554"/>
                      <a:pt x="237293" y="89181"/>
                    </a:cubicBezTo>
                    <a:cubicBezTo>
                      <a:pt x="237653" y="89181"/>
                      <a:pt x="237653" y="88433"/>
                      <a:pt x="238013" y="88807"/>
                    </a:cubicBezTo>
                    <a:cubicBezTo>
                      <a:pt x="238374" y="89181"/>
                      <a:pt x="240176" y="89181"/>
                      <a:pt x="240176" y="89181"/>
                    </a:cubicBezTo>
                    <a:cubicBezTo>
                      <a:pt x="240176" y="89181"/>
                      <a:pt x="241257" y="89181"/>
                      <a:pt x="241617" y="89554"/>
                    </a:cubicBezTo>
                    <a:cubicBezTo>
                      <a:pt x="242338" y="89554"/>
                      <a:pt x="243058" y="89181"/>
                      <a:pt x="243058" y="89181"/>
                    </a:cubicBezTo>
                    <a:cubicBezTo>
                      <a:pt x="243058" y="89181"/>
                      <a:pt x="243058" y="89181"/>
                      <a:pt x="243779" y="88807"/>
                    </a:cubicBezTo>
                    <a:cubicBezTo>
                      <a:pt x="243779" y="88807"/>
                      <a:pt x="244500" y="88060"/>
                      <a:pt x="245221" y="88060"/>
                    </a:cubicBezTo>
                    <a:cubicBezTo>
                      <a:pt x="245941" y="88060"/>
                      <a:pt x="246302" y="87686"/>
                      <a:pt x="246662" y="87686"/>
                    </a:cubicBezTo>
                    <a:cubicBezTo>
                      <a:pt x="246662" y="87686"/>
                      <a:pt x="245221" y="87313"/>
                      <a:pt x="244500" y="87686"/>
                    </a:cubicBezTo>
                    <a:cubicBezTo>
                      <a:pt x="244140" y="87686"/>
                      <a:pt x="243058" y="88060"/>
                      <a:pt x="242698" y="88060"/>
                    </a:cubicBezTo>
                    <a:cubicBezTo>
                      <a:pt x="242338" y="88433"/>
                      <a:pt x="241977" y="88433"/>
                      <a:pt x="241257" y="88433"/>
                    </a:cubicBezTo>
                    <a:cubicBezTo>
                      <a:pt x="240896" y="88433"/>
                      <a:pt x="240176" y="88060"/>
                      <a:pt x="239455" y="88060"/>
                    </a:cubicBezTo>
                    <a:cubicBezTo>
                      <a:pt x="238734" y="88060"/>
                      <a:pt x="238374" y="88060"/>
                      <a:pt x="238013" y="87686"/>
                    </a:cubicBezTo>
                    <a:cubicBezTo>
                      <a:pt x="238013" y="87686"/>
                      <a:pt x="238374" y="86939"/>
                      <a:pt x="238734" y="86566"/>
                    </a:cubicBezTo>
                    <a:cubicBezTo>
                      <a:pt x="239455" y="86192"/>
                      <a:pt x="239815" y="85819"/>
                      <a:pt x="240176" y="85819"/>
                    </a:cubicBezTo>
                    <a:cubicBezTo>
                      <a:pt x="240176" y="85445"/>
                      <a:pt x="240896" y="85072"/>
                      <a:pt x="241257" y="85445"/>
                    </a:cubicBezTo>
                    <a:cubicBezTo>
                      <a:pt x="241977" y="85819"/>
                      <a:pt x="241977" y="85445"/>
                      <a:pt x="243058" y="85819"/>
                    </a:cubicBezTo>
                    <a:cubicBezTo>
                      <a:pt x="244140" y="85819"/>
                      <a:pt x="244500" y="85445"/>
                      <a:pt x="244860" y="85445"/>
                    </a:cubicBezTo>
                    <a:cubicBezTo>
                      <a:pt x="245221" y="85819"/>
                      <a:pt x="245941" y="85445"/>
                      <a:pt x="246302" y="85445"/>
                    </a:cubicBezTo>
                    <a:cubicBezTo>
                      <a:pt x="247022" y="85445"/>
                      <a:pt x="247743" y="85072"/>
                      <a:pt x="248103" y="85072"/>
                    </a:cubicBezTo>
                    <a:cubicBezTo>
                      <a:pt x="248103" y="85072"/>
                      <a:pt x="248824" y="84698"/>
                      <a:pt x="248103" y="84698"/>
                    </a:cubicBezTo>
                    <a:cubicBezTo>
                      <a:pt x="247743" y="84325"/>
                      <a:pt x="247022" y="83951"/>
                      <a:pt x="246662" y="84325"/>
                    </a:cubicBezTo>
                    <a:cubicBezTo>
                      <a:pt x="245941" y="84698"/>
                      <a:pt x="244140" y="85072"/>
                      <a:pt x="243779" y="85072"/>
                    </a:cubicBezTo>
                    <a:cubicBezTo>
                      <a:pt x="243058" y="84698"/>
                      <a:pt x="242698" y="85072"/>
                      <a:pt x="241977" y="85072"/>
                    </a:cubicBezTo>
                    <a:cubicBezTo>
                      <a:pt x="241257" y="84698"/>
                      <a:pt x="240896" y="84325"/>
                      <a:pt x="240896" y="84325"/>
                    </a:cubicBezTo>
                    <a:cubicBezTo>
                      <a:pt x="240536" y="83951"/>
                      <a:pt x="240536" y="83204"/>
                      <a:pt x="240896" y="82831"/>
                    </a:cubicBezTo>
                    <a:cubicBezTo>
                      <a:pt x="241617" y="82457"/>
                      <a:pt x="241977" y="81710"/>
                      <a:pt x="242338" y="81710"/>
                    </a:cubicBezTo>
                    <a:cubicBezTo>
                      <a:pt x="242338" y="81710"/>
                      <a:pt x="242338" y="81336"/>
                      <a:pt x="243419" y="81710"/>
                    </a:cubicBezTo>
                    <a:cubicBezTo>
                      <a:pt x="244500" y="82083"/>
                      <a:pt x="245221" y="81710"/>
                      <a:pt x="245941" y="82083"/>
                    </a:cubicBezTo>
                    <a:cubicBezTo>
                      <a:pt x="246662" y="82083"/>
                      <a:pt x="247383" y="82083"/>
                      <a:pt x="248103" y="82083"/>
                    </a:cubicBezTo>
                    <a:cubicBezTo>
                      <a:pt x="248824" y="82083"/>
                      <a:pt x="249185" y="82083"/>
                      <a:pt x="249185" y="82083"/>
                    </a:cubicBezTo>
                    <a:cubicBezTo>
                      <a:pt x="249185" y="82083"/>
                      <a:pt x="245581" y="81710"/>
                      <a:pt x="244860" y="81710"/>
                    </a:cubicBezTo>
                    <a:cubicBezTo>
                      <a:pt x="244500" y="81336"/>
                      <a:pt x="244140" y="80963"/>
                      <a:pt x="244500" y="80963"/>
                    </a:cubicBezTo>
                    <a:cubicBezTo>
                      <a:pt x="244860" y="80963"/>
                      <a:pt x="245581" y="80216"/>
                      <a:pt x="245581" y="80216"/>
                    </a:cubicBezTo>
                    <a:cubicBezTo>
                      <a:pt x="245581" y="80216"/>
                      <a:pt x="245581" y="79469"/>
                      <a:pt x="245941" y="79469"/>
                    </a:cubicBezTo>
                    <a:cubicBezTo>
                      <a:pt x="246662" y="79095"/>
                      <a:pt x="247383" y="78722"/>
                      <a:pt x="248103" y="78722"/>
                    </a:cubicBezTo>
                    <a:cubicBezTo>
                      <a:pt x="248464" y="78722"/>
                      <a:pt x="249185" y="78348"/>
                      <a:pt x="249905" y="78348"/>
                    </a:cubicBezTo>
                    <a:cubicBezTo>
                      <a:pt x="250626" y="78722"/>
                      <a:pt x="251347" y="77601"/>
                      <a:pt x="252067" y="78348"/>
                    </a:cubicBezTo>
                    <a:cubicBezTo>
                      <a:pt x="252428" y="79095"/>
                      <a:pt x="252428" y="78348"/>
                      <a:pt x="252788" y="79469"/>
                    </a:cubicBezTo>
                    <a:cubicBezTo>
                      <a:pt x="253148" y="80963"/>
                      <a:pt x="253148" y="80589"/>
                      <a:pt x="253148" y="81336"/>
                    </a:cubicBezTo>
                    <a:cubicBezTo>
                      <a:pt x="253509" y="81710"/>
                      <a:pt x="253509" y="81336"/>
                      <a:pt x="254230" y="81336"/>
                    </a:cubicBezTo>
                    <a:cubicBezTo>
                      <a:pt x="254950" y="81336"/>
                      <a:pt x="255671" y="80963"/>
                      <a:pt x="255671" y="80963"/>
                    </a:cubicBezTo>
                    <a:cubicBezTo>
                      <a:pt x="256031" y="81336"/>
                      <a:pt x="255671" y="80589"/>
                      <a:pt x="256752" y="80963"/>
                    </a:cubicBezTo>
                    <a:cubicBezTo>
                      <a:pt x="257833" y="81336"/>
                      <a:pt x="258193" y="80589"/>
                      <a:pt x="258914" y="81336"/>
                    </a:cubicBezTo>
                    <a:cubicBezTo>
                      <a:pt x="259274" y="81710"/>
                      <a:pt x="259274" y="82457"/>
                      <a:pt x="260356" y="82457"/>
                    </a:cubicBezTo>
                    <a:cubicBezTo>
                      <a:pt x="261437" y="82831"/>
                      <a:pt x="261437" y="82457"/>
                      <a:pt x="261797" y="83204"/>
                    </a:cubicBezTo>
                    <a:cubicBezTo>
                      <a:pt x="262157" y="83951"/>
                      <a:pt x="262518" y="83204"/>
                      <a:pt x="262878" y="83951"/>
                    </a:cubicBezTo>
                    <a:cubicBezTo>
                      <a:pt x="263599" y="84325"/>
                      <a:pt x="263959" y="84325"/>
                      <a:pt x="264319" y="84698"/>
                    </a:cubicBezTo>
                    <a:cubicBezTo>
                      <a:pt x="264680" y="84698"/>
                      <a:pt x="265040" y="84325"/>
                      <a:pt x="265401" y="84698"/>
                    </a:cubicBezTo>
                    <a:cubicBezTo>
                      <a:pt x="265401" y="85072"/>
                      <a:pt x="266482" y="85072"/>
                      <a:pt x="266482" y="85819"/>
                    </a:cubicBezTo>
                    <a:cubicBezTo>
                      <a:pt x="266482" y="86192"/>
                      <a:pt x="265761" y="86566"/>
                      <a:pt x="266121" y="87313"/>
                    </a:cubicBezTo>
                    <a:cubicBezTo>
                      <a:pt x="266482" y="87686"/>
                      <a:pt x="266121" y="88433"/>
                      <a:pt x="266842" y="88060"/>
                    </a:cubicBezTo>
                    <a:cubicBezTo>
                      <a:pt x="267563" y="88060"/>
                      <a:pt x="267923" y="87686"/>
                      <a:pt x="268283" y="88060"/>
                    </a:cubicBezTo>
                    <a:cubicBezTo>
                      <a:pt x="268644" y="88060"/>
                      <a:pt x="269364" y="87313"/>
                      <a:pt x="269364" y="87686"/>
                    </a:cubicBezTo>
                    <a:cubicBezTo>
                      <a:pt x="269725" y="88060"/>
                      <a:pt x="270446" y="87686"/>
                      <a:pt x="270806" y="87686"/>
                    </a:cubicBezTo>
                    <a:cubicBezTo>
                      <a:pt x="270806" y="88060"/>
                      <a:pt x="270085" y="88433"/>
                      <a:pt x="270806" y="88433"/>
                    </a:cubicBezTo>
                    <a:cubicBezTo>
                      <a:pt x="271166" y="88807"/>
                      <a:pt x="271887" y="88433"/>
                      <a:pt x="272247" y="88433"/>
                    </a:cubicBezTo>
                    <a:cubicBezTo>
                      <a:pt x="272968" y="88433"/>
                      <a:pt x="273328" y="88060"/>
                      <a:pt x="273689" y="88060"/>
                    </a:cubicBezTo>
                    <a:cubicBezTo>
                      <a:pt x="273689" y="88060"/>
                      <a:pt x="274409" y="88433"/>
                      <a:pt x="275130" y="88433"/>
                    </a:cubicBezTo>
                    <a:cubicBezTo>
                      <a:pt x="275490" y="88060"/>
                      <a:pt x="275490" y="87686"/>
                      <a:pt x="275851" y="88060"/>
                    </a:cubicBezTo>
                    <a:cubicBezTo>
                      <a:pt x="276211" y="88060"/>
                      <a:pt x="276572" y="88060"/>
                      <a:pt x="276572" y="87686"/>
                    </a:cubicBezTo>
                    <a:cubicBezTo>
                      <a:pt x="276572" y="86566"/>
                      <a:pt x="276211" y="86939"/>
                      <a:pt x="275851" y="86566"/>
                    </a:cubicBezTo>
                    <a:cubicBezTo>
                      <a:pt x="275490" y="86192"/>
                      <a:pt x="275130" y="86192"/>
                      <a:pt x="274770" y="86192"/>
                    </a:cubicBezTo>
                    <a:cubicBezTo>
                      <a:pt x="274409" y="86192"/>
                      <a:pt x="274049" y="86192"/>
                      <a:pt x="273689" y="85819"/>
                    </a:cubicBezTo>
                    <a:cubicBezTo>
                      <a:pt x="273328" y="85819"/>
                      <a:pt x="273328" y="85819"/>
                      <a:pt x="272968" y="85819"/>
                    </a:cubicBezTo>
                    <a:cubicBezTo>
                      <a:pt x="272247" y="85445"/>
                      <a:pt x="271527" y="85445"/>
                      <a:pt x="271887" y="85072"/>
                    </a:cubicBezTo>
                    <a:cubicBezTo>
                      <a:pt x="272247" y="85072"/>
                      <a:pt x="272247" y="84698"/>
                      <a:pt x="272608" y="84698"/>
                    </a:cubicBezTo>
                    <a:cubicBezTo>
                      <a:pt x="272968" y="84698"/>
                      <a:pt x="272968" y="84325"/>
                      <a:pt x="273689" y="84325"/>
                    </a:cubicBezTo>
                    <a:cubicBezTo>
                      <a:pt x="274049" y="84325"/>
                      <a:pt x="274409" y="83951"/>
                      <a:pt x="274409" y="83951"/>
                    </a:cubicBezTo>
                    <a:cubicBezTo>
                      <a:pt x="274770" y="83578"/>
                      <a:pt x="275490" y="83204"/>
                      <a:pt x="275130" y="83204"/>
                    </a:cubicBezTo>
                    <a:cubicBezTo>
                      <a:pt x="274409" y="82831"/>
                      <a:pt x="273689" y="82457"/>
                      <a:pt x="273689" y="82457"/>
                    </a:cubicBezTo>
                    <a:cubicBezTo>
                      <a:pt x="273689" y="82457"/>
                      <a:pt x="273328" y="81710"/>
                      <a:pt x="273328" y="81710"/>
                    </a:cubicBezTo>
                    <a:cubicBezTo>
                      <a:pt x="272968" y="81710"/>
                      <a:pt x="272608" y="81336"/>
                      <a:pt x="272247" y="81336"/>
                    </a:cubicBezTo>
                    <a:cubicBezTo>
                      <a:pt x="271887" y="80963"/>
                      <a:pt x="270806" y="82083"/>
                      <a:pt x="271166" y="80963"/>
                    </a:cubicBezTo>
                    <a:cubicBezTo>
                      <a:pt x="271166" y="79469"/>
                      <a:pt x="270446" y="80589"/>
                      <a:pt x="271166" y="79469"/>
                    </a:cubicBezTo>
                    <a:cubicBezTo>
                      <a:pt x="271887" y="78722"/>
                      <a:pt x="271887" y="78348"/>
                      <a:pt x="272247" y="78348"/>
                    </a:cubicBezTo>
                    <a:cubicBezTo>
                      <a:pt x="272608" y="78348"/>
                      <a:pt x="272608" y="78348"/>
                      <a:pt x="272968" y="77975"/>
                    </a:cubicBezTo>
                    <a:cubicBezTo>
                      <a:pt x="273689" y="77601"/>
                      <a:pt x="273689" y="77228"/>
                      <a:pt x="274409" y="76481"/>
                    </a:cubicBezTo>
                    <a:cubicBezTo>
                      <a:pt x="274770" y="75733"/>
                      <a:pt x="275130" y="75360"/>
                      <a:pt x="275490" y="75360"/>
                    </a:cubicBezTo>
                    <a:cubicBezTo>
                      <a:pt x="275490" y="75360"/>
                      <a:pt x="276211" y="74613"/>
                      <a:pt x="276572" y="74986"/>
                    </a:cubicBezTo>
                    <a:close/>
                    <a:moveTo>
                      <a:pt x="337726" y="74613"/>
                    </a:moveTo>
                    <a:cubicBezTo>
                      <a:pt x="338107" y="74613"/>
                      <a:pt x="341155" y="74613"/>
                      <a:pt x="341155" y="74613"/>
                    </a:cubicBezTo>
                    <a:cubicBezTo>
                      <a:pt x="341155" y="74613"/>
                      <a:pt x="342679" y="74944"/>
                      <a:pt x="343441" y="75274"/>
                    </a:cubicBezTo>
                    <a:cubicBezTo>
                      <a:pt x="343441" y="75274"/>
                      <a:pt x="344203" y="75274"/>
                      <a:pt x="344965" y="75274"/>
                    </a:cubicBezTo>
                    <a:cubicBezTo>
                      <a:pt x="345346" y="75274"/>
                      <a:pt x="345346" y="75605"/>
                      <a:pt x="345727" y="75605"/>
                    </a:cubicBezTo>
                    <a:cubicBezTo>
                      <a:pt x="346108" y="75936"/>
                      <a:pt x="346489" y="75936"/>
                      <a:pt x="346489" y="75936"/>
                    </a:cubicBezTo>
                    <a:cubicBezTo>
                      <a:pt x="346489" y="75936"/>
                      <a:pt x="347632" y="75936"/>
                      <a:pt x="348013" y="75605"/>
                    </a:cubicBezTo>
                    <a:cubicBezTo>
                      <a:pt x="348394" y="75605"/>
                      <a:pt x="349156" y="75936"/>
                      <a:pt x="349156" y="75936"/>
                    </a:cubicBezTo>
                    <a:cubicBezTo>
                      <a:pt x="349156" y="75936"/>
                      <a:pt x="350680" y="76267"/>
                      <a:pt x="351061" y="76597"/>
                    </a:cubicBezTo>
                    <a:cubicBezTo>
                      <a:pt x="351442" y="76597"/>
                      <a:pt x="351823" y="77259"/>
                      <a:pt x="352585" y="78251"/>
                    </a:cubicBezTo>
                    <a:cubicBezTo>
                      <a:pt x="352966" y="78913"/>
                      <a:pt x="352204" y="78582"/>
                      <a:pt x="352204" y="78913"/>
                    </a:cubicBezTo>
                    <a:cubicBezTo>
                      <a:pt x="351823" y="79574"/>
                      <a:pt x="351442" y="79905"/>
                      <a:pt x="351061" y="79905"/>
                    </a:cubicBezTo>
                    <a:cubicBezTo>
                      <a:pt x="350680" y="79905"/>
                      <a:pt x="351061" y="80236"/>
                      <a:pt x="351442" y="80897"/>
                    </a:cubicBezTo>
                    <a:cubicBezTo>
                      <a:pt x="351442" y="80897"/>
                      <a:pt x="351061" y="81559"/>
                      <a:pt x="351061" y="81559"/>
                    </a:cubicBezTo>
                    <a:cubicBezTo>
                      <a:pt x="350680" y="81559"/>
                      <a:pt x="350299" y="81889"/>
                      <a:pt x="349918" y="81889"/>
                    </a:cubicBezTo>
                    <a:cubicBezTo>
                      <a:pt x="349918" y="81889"/>
                      <a:pt x="348013" y="82551"/>
                      <a:pt x="348013" y="82220"/>
                    </a:cubicBezTo>
                    <a:cubicBezTo>
                      <a:pt x="347632" y="82220"/>
                      <a:pt x="346489" y="82551"/>
                      <a:pt x="346489" y="82220"/>
                    </a:cubicBezTo>
                    <a:cubicBezTo>
                      <a:pt x="346489" y="81889"/>
                      <a:pt x="345346" y="81889"/>
                      <a:pt x="345346" y="81889"/>
                    </a:cubicBezTo>
                    <a:cubicBezTo>
                      <a:pt x="345346" y="81889"/>
                      <a:pt x="344203" y="81559"/>
                      <a:pt x="343822" y="81228"/>
                    </a:cubicBezTo>
                    <a:cubicBezTo>
                      <a:pt x="343441" y="80897"/>
                      <a:pt x="343060" y="81559"/>
                      <a:pt x="342679" y="81228"/>
                    </a:cubicBezTo>
                    <a:cubicBezTo>
                      <a:pt x="342679" y="80897"/>
                      <a:pt x="342298" y="81228"/>
                      <a:pt x="341917" y="80897"/>
                    </a:cubicBezTo>
                    <a:cubicBezTo>
                      <a:pt x="341536" y="80236"/>
                      <a:pt x="341536" y="80897"/>
                      <a:pt x="341155" y="80897"/>
                    </a:cubicBezTo>
                    <a:cubicBezTo>
                      <a:pt x="340774" y="80897"/>
                      <a:pt x="340393" y="81228"/>
                      <a:pt x="340012" y="80566"/>
                    </a:cubicBezTo>
                    <a:cubicBezTo>
                      <a:pt x="340012" y="80236"/>
                      <a:pt x="339250" y="80566"/>
                      <a:pt x="338869" y="80236"/>
                    </a:cubicBezTo>
                    <a:cubicBezTo>
                      <a:pt x="338107" y="80236"/>
                      <a:pt x="339631" y="79574"/>
                      <a:pt x="339250" y="79243"/>
                    </a:cubicBezTo>
                    <a:cubicBezTo>
                      <a:pt x="339250" y="78913"/>
                      <a:pt x="338869" y="79243"/>
                      <a:pt x="338488" y="79243"/>
                    </a:cubicBezTo>
                    <a:cubicBezTo>
                      <a:pt x="337726" y="79243"/>
                      <a:pt x="337726" y="79574"/>
                      <a:pt x="336964" y="78913"/>
                    </a:cubicBezTo>
                    <a:cubicBezTo>
                      <a:pt x="335821" y="78251"/>
                      <a:pt x="336964" y="78913"/>
                      <a:pt x="336202" y="78582"/>
                    </a:cubicBezTo>
                    <a:cubicBezTo>
                      <a:pt x="335440" y="78582"/>
                      <a:pt x="336202" y="78582"/>
                      <a:pt x="334678" y="78251"/>
                    </a:cubicBezTo>
                    <a:cubicBezTo>
                      <a:pt x="334297" y="77920"/>
                      <a:pt x="334297" y="77590"/>
                      <a:pt x="334297" y="77259"/>
                    </a:cubicBezTo>
                    <a:cubicBezTo>
                      <a:pt x="333916" y="76928"/>
                      <a:pt x="334297" y="76597"/>
                      <a:pt x="334678" y="75936"/>
                    </a:cubicBezTo>
                    <a:cubicBezTo>
                      <a:pt x="334678" y="75605"/>
                      <a:pt x="335440" y="75605"/>
                      <a:pt x="335440" y="75274"/>
                    </a:cubicBezTo>
                    <a:cubicBezTo>
                      <a:pt x="335821" y="74944"/>
                      <a:pt x="337726" y="74613"/>
                      <a:pt x="337726" y="74613"/>
                    </a:cubicBezTo>
                    <a:close/>
                    <a:moveTo>
                      <a:pt x="250447" y="74613"/>
                    </a:moveTo>
                    <a:cubicBezTo>
                      <a:pt x="251116" y="74613"/>
                      <a:pt x="252118" y="75066"/>
                      <a:pt x="252453" y="74613"/>
                    </a:cubicBezTo>
                    <a:cubicBezTo>
                      <a:pt x="253121" y="74613"/>
                      <a:pt x="253455" y="74613"/>
                      <a:pt x="253790" y="74613"/>
                    </a:cubicBezTo>
                    <a:cubicBezTo>
                      <a:pt x="253790" y="74613"/>
                      <a:pt x="255795" y="75066"/>
                      <a:pt x="255795" y="75066"/>
                    </a:cubicBezTo>
                    <a:cubicBezTo>
                      <a:pt x="255795" y="75066"/>
                      <a:pt x="255795" y="75066"/>
                      <a:pt x="256129" y="75974"/>
                    </a:cubicBezTo>
                    <a:cubicBezTo>
                      <a:pt x="256129" y="75974"/>
                      <a:pt x="256129" y="76427"/>
                      <a:pt x="255795" y="76881"/>
                    </a:cubicBezTo>
                    <a:cubicBezTo>
                      <a:pt x="255461" y="77788"/>
                      <a:pt x="255461" y="77334"/>
                      <a:pt x="255126" y="77334"/>
                    </a:cubicBezTo>
                    <a:cubicBezTo>
                      <a:pt x="254458" y="76881"/>
                      <a:pt x="254458" y="77788"/>
                      <a:pt x="253790" y="77788"/>
                    </a:cubicBezTo>
                    <a:cubicBezTo>
                      <a:pt x="253121" y="77334"/>
                      <a:pt x="253121" y="77788"/>
                      <a:pt x="252453" y="77334"/>
                    </a:cubicBezTo>
                    <a:cubicBezTo>
                      <a:pt x="251784" y="76881"/>
                      <a:pt x="251784" y="77334"/>
                      <a:pt x="251450" y="77334"/>
                    </a:cubicBezTo>
                    <a:cubicBezTo>
                      <a:pt x="250782" y="77334"/>
                      <a:pt x="250782" y="76881"/>
                      <a:pt x="250447" y="76427"/>
                    </a:cubicBezTo>
                    <a:cubicBezTo>
                      <a:pt x="249779" y="75974"/>
                      <a:pt x="250113" y="75066"/>
                      <a:pt x="250447" y="74613"/>
                    </a:cubicBezTo>
                    <a:close/>
                    <a:moveTo>
                      <a:pt x="239196" y="68619"/>
                    </a:moveTo>
                    <a:cubicBezTo>
                      <a:pt x="239196" y="68619"/>
                      <a:pt x="240960" y="68976"/>
                      <a:pt x="241312" y="68976"/>
                    </a:cubicBezTo>
                    <a:cubicBezTo>
                      <a:pt x="242018" y="68619"/>
                      <a:pt x="242723" y="68263"/>
                      <a:pt x="243429" y="68619"/>
                    </a:cubicBezTo>
                    <a:cubicBezTo>
                      <a:pt x="244135" y="68976"/>
                      <a:pt x="243782" y="68263"/>
                      <a:pt x="244840" y="69332"/>
                    </a:cubicBezTo>
                    <a:cubicBezTo>
                      <a:pt x="246251" y="70401"/>
                      <a:pt x="246604" y="70045"/>
                      <a:pt x="246251" y="70758"/>
                    </a:cubicBezTo>
                    <a:cubicBezTo>
                      <a:pt x="246251" y="71470"/>
                      <a:pt x="245546" y="71470"/>
                      <a:pt x="244840" y="71827"/>
                    </a:cubicBezTo>
                    <a:cubicBezTo>
                      <a:pt x="244487" y="72183"/>
                      <a:pt x="243429" y="71827"/>
                      <a:pt x="243429" y="72183"/>
                    </a:cubicBezTo>
                    <a:cubicBezTo>
                      <a:pt x="243076" y="73252"/>
                      <a:pt x="242018" y="72183"/>
                      <a:pt x="243076" y="73252"/>
                    </a:cubicBezTo>
                    <a:cubicBezTo>
                      <a:pt x="244135" y="74321"/>
                      <a:pt x="244135" y="75034"/>
                      <a:pt x="243782" y="75034"/>
                    </a:cubicBezTo>
                    <a:cubicBezTo>
                      <a:pt x="243429" y="75391"/>
                      <a:pt x="242723" y="75034"/>
                      <a:pt x="242723" y="75391"/>
                    </a:cubicBezTo>
                    <a:cubicBezTo>
                      <a:pt x="243076" y="76103"/>
                      <a:pt x="243429" y="76103"/>
                      <a:pt x="243782" y="76816"/>
                    </a:cubicBezTo>
                    <a:cubicBezTo>
                      <a:pt x="243782" y="77173"/>
                      <a:pt x="243782" y="77173"/>
                      <a:pt x="243429" y="77529"/>
                    </a:cubicBezTo>
                    <a:cubicBezTo>
                      <a:pt x="243076" y="77885"/>
                      <a:pt x="242018" y="78242"/>
                      <a:pt x="241665" y="78598"/>
                    </a:cubicBezTo>
                    <a:cubicBezTo>
                      <a:pt x="241312" y="78955"/>
                      <a:pt x="240607" y="78598"/>
                      <a:pt x="240254" y="78598"/>
                    </a:cubicBezTo>
                    <a:cubicBezTo>
                      <a:pt x="239901" y="78598"/>
                      <a:pt x="239548" y="78242"/>
                      <a:pt x="239548" y="78598"/>
                    </a:cubicBezTo>
                    <a:cubicBezTo>
                      <a:pt x="239548" y="78955"/>
                      <a:pt x="239196" y="78242"/>
                      <a:pt x="238843" y="79667"/>
                    </a:cubicBezTo>
                    <a:cubicBezTo>
                      <a:pt x="238843" y="80736"/>
                      <a:pt x="239196" y="80380"/>
                      <a:pt x="238843" y="80736"/>
                    </a:cubicBezTo>
                    <a:cubicBezTo>
                      <a:pt x="238490" y="81093"/>
                      <a:pt x="237785" y="81093"/>
                      <a:pt x="237079" y="81093"/>
                    </a:cubicBezTo>
                    <a:cubicBezTo>
                      <a:pt x="236726" y="81449"/>
                      <a:pt x="235668" y="81449"/>
                      <a:pt x="235315" y="81093"/>
                    </a:cubicBezTo>
                    <a:cubicBezTo>
                      <a:pt x="234962" y="80736"/>
                      <a:pt x="234257" y="80380"/>
                      <a:pt x="234610" y="79667"/>
                    </a:cubicBezTo>
                    <a:cubicBezTo>
                      <a:pt x="234610" y="78955"/>
                      <a:pt x="234257" y="79311"/>
                      <a:pt x="234610" y="78598"/>
                    </a:cubicBezTo>
                    <a:cubicBezTo>
                      <a:pt x="234610" y="77885"/>
                      <a:pt x="234962" y="77529"/>
                      <a:pt x="234610" y="77173"/>
                    </a:cubicBezTo>
                    <a:cubicBezTo>
                      <a:pt x="233551" y="76816"/>
                      <a:pt x="233198" y="76103"/>
                      <a:pt x="232846" y="76460"/>
                    </a:cubicBezTo>
                    <a:cubicBezTo>
                      <a:pt x="232846" y="76816"/>
                      <a:pt x="232493" y="76816"/>
                      <a:pt x="232493" y="77529"/>
                    </a:cubicBezTo>
                    <a:cubicBezTo>
                      <a:pt x="232493" y="78242"/>
                      <a:pt x="232493" y="77885"/>
                      <a:pt x="232140" y="78242"/>
                    </a:cubicBezTo>
                    <a:cubicBezTo>
                      <a:pt x="231435" y="78598"/>
                      <a:pt x="230729" y="78242"/>
                      <a:pt x="231082" y="78955"/>
                    </a:cubicBezTo>
                    <a:cubicBezTo>
                      <a:pt x="231082" y="79667"/>
                      <a:pt x="231082" y="79311"/>
                      <a:pt x="231082" y="79667"/>
                    </a:cubicBezTo>
                    <a:cubicBezTo>
                      <a:pt x="231082" y="80380"/>
                      <a:pt x="231435" y="80380"/>
                      <a:pt x="231082" y="80736"/>
                    </a:cubicBezTo>
                    <a:cubicBezTo>
                      <a:pt x="230729" y="81093"/>
                      <a:pt x="230376" y="80736"/>
                      <a:pt x="230023" y="81093"/>
                    </a:cubicBezTo>
                    <a:cubicBezTo>
                      <a:pt x="229671" y="81449"/>
                      <a:pt x="230376" y="81449"/>
                      <a:pt x="229671" y="82162"/>
                    </a:cubicBezTo>
                    <a:cubicBezTo>
                      <a:pt x="229318" y="82518"/>
                      <a:pt x="229318" y="82518"/>
                      <a:pt x="228965" y="82875"/>
                    </a:cubicBezTo>
                    <a:cubicBezTo>
                      <a:pt x="228612" y="82875"/>
                      <a:pt x="229671" y="83588"/>
                      <a:pt x="227907" y="82875"/>
                    </a:cubicBezTo>
                    <a:cubicBezTo>
                      <a:pt x="226496" y="82162"/>
                      <a:pt x="226496" y="82162"/>
                      <a:pt x="226848" y="82875"/>
                    </a:cubicBezTo>
                    <a:cubicBezTo>
                      <a:pt x="226848" y="83588"/>
                      <a:pt x="226496" y="82875"/>
                      <a:pt x="226848" y="83588"/>
                    </a:cubicBezTo>
                    <a:cubicBezTo>
                      <a:pt x="227201" y="83944"/>
                      <a:pt x="227907" y="83231"/>
                      <a:pt x="227201" y="83944"/>
                    </a:cubicBezTo>
                    <a:cubicBezTo>
                      <a:pt x="226848" y="85013"/>
                      <a:pt x="226143" y="85013"/>
                      <a:pt x="225790" y="85013"/>
                    </a:cubicBezTo>
                    <a:cubicBezTo>
                      <a:pt x="225085" y="85369"/>
                      <a:pt x="224732" y="85369"/>
                      <a:pt x="224379" y="85726"/>
                    </a:cubicBezTo>
                    <a:cubicBezTo>
                      <a:pt x="223673" y="85726"/>
                      <a:pt x="222968" y="85726"/>
                      <a:pt x="222615" y="85369"/>
                    </a:cubicBezTo>
                    <a:cubicBezTo>
                      <a:pt x="222615" y="85013"/>
                      <a:pt x="222615" y="84657"/>
                      <a:pt x="222262" y="84300"/>
                    </a:cubicBezTo>
                    <a:cubicBezTo>
                      <a:pt x="221557" y="83231"/>
                      <a:pt x="222262" y="82518"/>
                      <a:pt x="221204" y="82875"/>
                    </a:cubicBezTo>
                    <a:cubicBezTo>
                      <a:pt x="220498" y="83231"/>
                      <a:pt x="220498" y="82162"/>
                      <a:pt x="220498" y="83231"/>
                    </a:cubicBezTo>
                    <a:cubicBezTo>
                      <a:pt x="220498" y="83944"/>
                      <a:pt x="220498" y="83231"/>
                      <a:pt x="220498" y="83944"/>
                    </a:cubicBezTo>
                    <a:cubicBezTo>
                      <a:pt x="220146" y="85013"/>
                      <a:pt x="219440" y="85369"/>
                      <a:pt x="219440" y="84657"/>
                    </a:cubicBezTo>
                    <a:cubicBezTo>
                      <a:pt x="219087" y="84300"/>
                      <a:pt x="218029" y="84300"/>
                      <a:pt x="217676" y="84657"/>
                    </a:cubicBezTo>
                    <a:cubicBezTo>
                      <a:pt x="217323" y="84657"/>
                      <a:pt x="216618" y="83944"/>
                      <a:pt x="216265" y="83944"/>
                    </a:cubicBezTo>
                    <a:cubicBezTo>
                      <a:pt x="214854" y="84300"/>
                      <a:pt x="215560" y="83588"/>
                      <a:pt x="214854" y="84300"/>
                    </a:cubicBezTo>
                    <a:cubicBezTo>
                      <a:pt x="214501" y="84657"/>
                      <a:pt x="213796" y="85369"/>
                      <a:pt x="213796" y="85369"/>
                    </a:cubicBezTo>
                    <a:cubicBezTo>
                      <a:pt x="213443" y="85369"/>
                      <a:pt x="212737" y="85013"/>
                      <a:pt x="212737" y="84657"/>
                    </a:cubicBezTo>
                    <a:cubicBezTo>
                      <a:pt x="212737" y="84657"/>
                      <a:pt x="212385" y="83944"/>
                      <a:pt x="212385" y="83944"/>
                    </a:cubicBezTo>
                    <a:cubicBezTo>
                      <a:pt x="212385" y="83944"/>
                      <a:pt x="213443" y="82875"/>
                      <a:pt x="212737" y="82518"/>
                    </a:cubicBezTo>
                    <a:cubicBezTo>
                      <a:pt x="212385" y="82162"/>
                      <a:pt x="211679" y="82518"/>
                      <a:pt x="212032" y="82162"/>
                    </a:cubicBezTo>
                    <a:cubicBezTo>
                      <a:pt x="212385" y="80736"/>
                      <a:pt x="213090" y="80024"/>
                      <a:pt x="213443" y="79667"/>
                    </a:cubicBezTo>
                    <a:cubicBezTo>
                      <a:pt x="214854" y="79311"/>
                      <a:pt x="216265" y="79667"/>
                      <a:pt x="216971" y="79311"/>
                    </a:cubicBezTo>
                    <a:cubicBezTo>
                      <a:pt x="217676" y="78955"/>
                      <a:pt x="218735" y="78242"/>
                      <a:pt x="219087" y="77885"/>
                    </a:cubicBezTo>
                    <a:cubicBezTo>
                      <a:pt x="219440" y="77529"/>
                      <a:pt x="220146" y="77173"/>
                      <a:pt x="220146" y="77173"/>
                    </a:cubicBezTo>
                    <a:cubicBezTo>
                      <a:pt x="220146" y="77173"/>
                      <a:pt x="221910" y="76460"/>
                      <a:pt x="222262" y="76103"/>
                    </a:cubicBezTo>
                    <a:cubicBezTo>
                      <a:pt x="222262" y="76103"/>
                      <a:pt x="222262" y="76103"/>
                      <a:pt x="222968" y="75391"/>
                    </a:cubicBezTo>
                    <a:cubicBezTo>
                      <a:pt x="223321" y="75034"/>
                      <a:pt x="221557" y="76460"/>
                      <a:pt x="224026" y="74678"/>
                    </a:cubicBezTo>
                    <a:cubicBezTo>
                      <a:pt x="226496" y="72896"/>
                      <a:pt x="226143" y="73609"/>
                      <a:pt x="227554" y="72183"/>
                    </a:cubicBezTo>
                    <a:cubicBezTo>
                      <a:pt x="228612" y="70758"/>
                      <a:pt x="229671" y="70401"/>
                      <a:pt x="230023" y="70401"/>
                    </a:cubicBezTo>
                    <a:cubicBezTo>
                      <a:pt x="230376" y="70401"/>
                      <a:pt x="230729" y="70401"/>
                      <a:pt x="231082" y="70401"/>
                    </a:cubicBezTo>
                    <a:cubicBezTo>
                      <a:pt x="231082" y="70401"/>
                      <a:pt x="233904" y="70401"/>
                      <a:pt x="234257" y="70401"/>
                    </a:cubicBezTo>
                    <a:cubicBezTo>
                      <a:pt x="234962" y="70401"/>
                      <a:pt x="235315" y="70045"/>
                      <a:pt x="236021" y="70045"/>
                    </a:cubicBezTo>
                    <a:cubicBezTo>
                      <a:pt x="236726" y="70401"/>
                      <a:pt x="237432" y="70758"/>
                      <a:pt x="237785" y="70758"/>
                    </a:cubicBezTo>
                    <a:cubicBezTo>
                      <a:pt x="238490" y="70045"/>
                      <a:pt x="238490" y="69688"/>
                      <a:pt x="238490" y="69332"/>
                    </a:cubicBezTo>
                    <a:cubicBezTo>
                      <a:pt x="238843" y="68976"/>
                      <a:pt x="239196" y="68619"/>
                      <a:pt x="239196" y="68619"/>
                    </a:cubicBezTo>
                    <a:close/>
                    <a:moveTo>
                      <a:pt x="363549" y="67072"/>
                    </a:moveTo>
                    <a:cubicBezTo>
                      <a:pt x="367783" y="66675"/>
                      <a:pt x="366372" y="67072"/>
                      <a:pt x="366372" y="67865"/>
                    </a:cubicBezTo>
                    <a:cubicBezTo>
                      <a:pt x="366724" y="69056"/>
                      <a:pt x="367430" y="68659"/>
                      <a:pt x="367783" y="69056"/>
                    </a:cubicBezTo>
                    <a:cubicBezTo>
                      <a:pt x="368135" y="69056"/>
                      <a:pt x="368488" y="69056"/>
                      <a:pt x="368488" y="69850"/>
                    </a:cubicBezTo>
                    <a:cubicBezTo>
                      <a:pt x="368488" y="70644"/>
                      <a:pt x="368841" y="72231"/>
                      <a:pt x="368135" y="72231"/>
                    </a:cubicBezTo>
                    <a:cubicBezTo>
                      <a:pt x="367783" y="72628"/>
                      <a:pt x="367783" y="72628"/>
                      <a:pt x="367077" y="73025"/>
                    </a:cubicBezTo>
                    <a:cubicBezTo>
                      <a:pt x="366372" y="73025"/>
                      <a:pt x="366724" y="72628"/>
                      <a:pt x="365666" y="72231"/>
                    </a:cubicBezTo>
                    <a:cubicBezTo>
                      <a:pt x="364255" y="72231"/>
                      <a:pt x="364608" y="71834"/>
                      <a:pt x="364255" y="72231"/>
                    </a:cubicBezTo>
                    <a:cubicBezTo>
                      <a:pt x="364255" y="72628"/>
                      <a:pt x="363549" y="71437"/>
                      <a:pt x="363549" y="71437"/>
                    </a:cubicBezTo>
                    <a:cubicBezTo>
                      <a:pt x="363197" y="71834"/>
                      <a:pt x="363549" y="71834"/>
                      <a:pt x="363197" y="72628"/>
                    </a:cubicBezTo>
                    <a:cubicBezTo>
                      <a:pt x="362844" y="73025"/>
                      <a:pt x="362844" y="72628"/>
                      <a:pt x="362491" y="72628"/>
                    </a:cubicBezTo>
                    <a:cubicBezTo>
                      <a:pt x="362138" y="72628"/>
                      <a:pt x="362138" y="72628"/>
                      <a:pt x="361785" y="72231"/>
                    </a:cubicBezTo>
                    <a:cubicBezTo>
                      <a:pt x="361433" y="72231"/>
                      <a:pt x="361080" y="71834"/>
                      <a:pt x="361433" y="71834"/>
                    </a:cubicBezTo>
                    <a:cubicBezTo>
                      <a:pt x="361785" y="71437"/>
                      <a:pt x="362138" y="71040"/>
                      <a:pt x="361785" y="70644"/>
                    </a:cubicBezTo>
                    <a:cubicBezTo>
                      <a:pt x="361433" y="70247"/>
                      <a:pt x="360727" y="69850"/>
                      <a:pt x="361080" y="69453"/>
                    </a:cubicBezTo>
                    <a:cubicBezTo>
                      <a:pt x="361080" y="69056"/>
                      <a:pt x="359316" y="67469"/>
                      <a:pt x="363549" y="67072"/>
                    </a:cubicBezTo>
                    <a:close/>
                    <a:moveTo>
                      <a:pt x="291715" y="66170"/>
                    </a:moveTo>
                    <a:cubicBezTo>
                      <a:pt x="292708" y="65088"/>
                      <a:pt x="293700" y="66531"/>
                      <a:pt x="294031" y="66531"/>
                    </a:cubicBezTo>
                    <a:cubicBezTo>
                      <a:pt x="294361" y="66531"/>
                      <a:pt x="294692" y="67253"/>
                      <a:pt x="295354" y="67614"/>
                    </a:cubicBezTo>
                    <a:cubicBezTo>
                      <a:pt x="295685" y="67614"/>
                      <a:pt x="296346" y="68335"/>
                      <a:pt x="296346" y="69057"/>
                    </a:cubicBezTo>
                    <a:cubicBezTo>
                      <a:pt x="296677" y="69418"/>
                      <a:pt x="297338" y="70139"/>
                      <a:pt x="297669" y="70500"/>
                    </a:cubicBezTo>
                    <a:cubicBezTo>
                      <a:pt x="297669" y="71222"/>
                      <a:pt x="298331" y="71222"/>
                      <a:pt x="298661" y="71943"/>
                    </a:cubicBezTo>
                    <a:cubicBezTo>
                      <a:pt x="298992" y="72665"/>
                      <a:pt x="298992" y="72665"/>
                      <a:pt x="298661" y="72665"/>
                    </a:cubicBezTo>
                    <a:cubicBezTo>
                      <a:pt x="298000" y="72665"/>
                      <a:pt x="297338" y="73026"/>
                      <a:pt x="297007" y="72665"/>
                    </a:cubicBezTo>
                    <a:cubicBezTo>
                      <a:pt x="296346" y="72665"/>
                      <a:pt x="295685" y="73026"/>
                      <a:pt x="295354" y="73026"/>
                    </a:cubicBezTo>
                    <a:cubicBezTo>
                      <a:pt x="294692" y="73026"/>
                      <a:pt x="294692" y="72304"/>
                      <a:pt x="294361" y="71943"/>
                    </a:cubicBezTo>
                    <a:cubicBezTo>
                      <a:pt x="293700" y="71943"/>
                      <a:pt x="292377" y="70500"/>
                      <a:pt x="292046" y="70139"/>
                    </a:cubicBezTo>
                    <a:cubicBezTo>
                      <a:pt x="291715" y="69418"/>
                      <a:pt x="291385" y="69057"/>
                      <a:pt x="291385" y="68335"/>
                    </a:cubicBezTo>
                    <a:cubicBezTo>
                      <a:pt x="291054" y="67614"/>
                      <a:pt x="291715" y="66170"/>
                      <a:pt x="291715" y="66170"/>
                    </a:cubicBezTo>
                    <a:close/>
                    <a:moveTo>
                      <a:pt x="346063" y="65454"/>
                    </a:moveTo>
                    <a:cubicBezTo>
                      <a:pt x="347392" y="65088"/>
                      <a:pt x="347392" y="66187"/>
                      <a:pt x="348056" y="65821"/>
                    </a:cubicBezTo>
                    <a:cubicBezTo>
                      <a:pt x="348721" y="65821"/>
                      <a:pt x="349053" y="66187"/>
                      <a:pt x="350050" y="66187"/>
                    </a:cubicBezTo>
                    <a:cubicBezTo>
                      <a:pt x="351047" y="66187"/>
                      <a:pt x="350714" y="66553"/>
                      <a:pt x="351047" y="67286"/>
                    </a:cubicBezTo>
                    <a:cubicBezTo>
                      <a:pt x="351379" y="68019"/>
                      <a:pt x="351047" y="68019"/>
                      <a:pt x="351047" y="68385"/>
                    </a:cubicBezTo>
                    <a:cubicBezTo>
                      <a:pt x="350714" y="68752"/>
                      <a:pt x="350382" y="69484"/>
                      <a:pt x="350382" y="69484"/>
                    </a:cubicBezTo>
                    <a:cubicBezTo>
                      <a:pt x="350382" y="69484"/>
                      <a:pt x="348721" y="69851"/>
                      <a:pt x="348388" y="69484"/>
                    </a:cubicBezTo>
                    <a:cubicBezTo>
                      <a:pt x="347724" y="69118"/>
                      <a:pt x="347724" y="69851"/>
                      <a:pt x="347392" y="69851"/>
                    </a:cubicBezTo>
                    <a:cubicBezTo>
                      <a:pt x="346727" y="69484"/>
                      <a:pt x="345398" y="69484"/>
                      <a:pt x="345066" y="69118"/>
                    </a:cubicBezTo>
                    <a:cubicBezTo>
                      <a:pt x="344733" y="69118"/>
                      <a:pt x="343737" y="69484"/>
                      <a:pt x="343404" y="69484"/>
                    </a:cubicBezTo>
                    <a:cubicBezTo>
                      <a:pt x="342740" y="69484"/>
                      <a:pt x="341743" y="69851"/>
                      <a:pt x="341078" y="69851"/>
                    </a:cubicBezTo>
                    <a:cubicBezTo>
                      <a:pt x="340746" y="69851"/>
                      <a:pt x="340414" y="69484"/>
                      <a:pt x="340414" y="69118"/>
                    </a:cubicBezTo>
                    <a:cubicBezTo>
                      <a:pt x="340082" y="68752"/>
                      <a:pt x="339749" y="69118"/>
                      <a:pt x="339417" y="69118"/>
                    </a:cubicBezTo>
                    <a:cubicBezTo>
                      <a:pt x="339085" y="69118"/>
                      <a:pt x="338088" y="68385"/>
                      <a:pt x="337756" y="68385"/>
                    </a:cubicBezTo>
                    <a:cubicBezTo>
                      <a:pt x="337091" y="68019"/>
                      <a:pt x="337756" y="67653"/>
                      <a:pt x="337756" y="67286"/>
                    </a:cubicBezTo>
                    <a:cubicBezTo>
                      <a:pt x="337756" y="67286"/>
                      <a:pt x="338420" y="66920"/>
                      <a:pt x="339085" y="66187"/>
                    </a:cubicBezTo>
                    <a:cubicBezTo>
                      <a:pt x="339749" y="65821"/>
                      <a:pt x="339417" y="66553"/>
                      <a:pt x="340746" y="66187"/>
                    </a:cubicBezTo>
                    <a:cubicBezTo>
                      <a:pt x="341078" y="66187"/>
                      <a:pt x="341743" y="66553"/>
                      <a:pt x="341743" y="66553"/>
                    </a:cubicBezTo>
                    <a:cubicBezTo>
                      <a:pt x="341743" y="66553"/>
                      <a:pt x="342075" y="66553"/>
                      <a:pt x="342740" y="66187"/>
                    </a:cubicBezTo>
                    <a:cubicBezTo>
                      <a:pt x="343404" y="66187"/>
                      <a:pt x="344733" y="65821"/>
                      <a:pt x="346063" y="65454"/>
                    </a:cubicBezTo>
                    <a:close/>
                    <a:moveTo>
                      <a:pt x="309707" y="65088"/>
                    </a:moveTo>
                    <a:cubicBezTo>
                      <a:pt x="309707" y="65088"/>
                      <a:pt x="309707" y="65088"/>
                      <a:pt x="311692" y="65088"/>
                    </a:cubicBezTo>
                    <a:cubicBezTo>
                      <a:pt x="311692" y="65088"/>
                      <a:pt x="312486" y="65485"/>
                      <a:pt x="313279" y="65882"/>
                    </a:cubicBezTo>
                    <a:cubicBezTo>
                      <a:pt x="313279" y="65882"/>
                      <a:pt x="313279" y="65882"/>
                      <a:pt x="314470" y="67072"/>
                    </a:cubicBezTo>
                    <a:cubicBezTo>
                      <a:pt x="314470" y="67072"/>
                      <a:pt x="314470" y="67072"/>
                      <a:pt x="314867" y="67866"/>
                    </a:cubicBezTo>
                    <a:cubicBezTo>
                      <a:pt x="314073" y="68263"/>
                      <a:pt x="312089" y="68263"/>
                      <a:pt x="311692" y="68263"/>
                    </a:cubicBezTo>
                    <a:cubicBezTo>
                      <a:pt x="311295" y="68263"/>
                      <a:pt x="311295" y="68263"/>
                      <a:pt x="310898" y="67866"/>
                    </a:cubicBezTo>
                    <a:cubicBezTo>
                      <a:pt x="310104" y="67866"/>
                      <a:pt x="310501" y="67866"/>
                      <a:pt x="309707" y="67866"/>
                    </a:cubicBezTo>
                    <a:cubicBezTo>
                      <a:pt x="309310" y="67866"/>
                      <a:pt x="308913" y="67866"/>
                      <a:pt x="308517" y="67866"/>
                    </a:cubicBezTo>
                    <a:cubicBezTo>
                      <a:pt x="307723" y="67469"/>
                      <a:pt x="307723" y="67469"/>
                      <a:pt x="307326" y="67072"/>
                    </a:cubicBezTo>
                    <a:cubicBezTo>
                      <a:pt x="306929" y="66278"/>
                      <a:pt x="307723" y="66675"/>
                      <a:pt x="307723" y="66278"/>
                    </a:cubicBezTo>
                    <a:cubicBezTo>
                      <a:pt x="307723" y="65485"/>
                      <a:pt x="308120" y="65882"/>
                      <a:pt x="308517" y="65485"/>
                    </a:cubicBezTo>
                    <a:cubicBezTo>
                      <a:pt x="309310" y="65088"/>
                      <a:pt x="309707" y="65088"/>
                      <a:pt x="309707" y="65088"/>
                    </a:cubicBezTo>
                    <a:close/>
                    <a:moveTo>
                      <a:pt x="269083" y="63500"/>
                    </a:moveTo>
                    <a:cubicBezTo>
                      <a:pt x="269845" y="63500"/>
                      <a:pt x="270226" y="63861"/>
                      <a:pt x="270988" y="63861"/>
                    </a:cubicBezTo>
                    <a:cubicBezTo>
                      <a:pt x="271369" y="63861"/>
                      <a:pt x="272893" y="63861"/>
                      <a:pt x="273655" y="63861"/>
                    </a:cubicBezTo>
                    <a:cubicBezTo>
                      <a:pt x="274036" y="63861"/>
                      <a:pt x="274036" y="64222"/>
                      <a:pt x="274417" y="64222"/>
                    </a:cubicBezTo>
                    <a:cubicBezTo>
                      <a:pt x="275179" y="63861"/>
                      <a:pt x="275179" y="64222"/>
                      <a:pt x="274417" y="64943"/>
                    </a:cubicBezTo>
                    <a:cubicBezTo>
                      <a:pt x="274036" y="65304"/>
                      <a:pt x="273274" y="65665"/>
                      <a:pt x="272512" y="65304"/>
                    </a:cubicBezTo>
                    <a:cubicBezTo>
                      <a:pt x="271750" y="64943"/>
                      <a:pt x="271750" y="65304"/>
                      <a:pt x="271369" y="65304"/>
                    </a:cubicBezTo>
                    <a:cubicBezTo>
                      <a:pt x="270988" y="65304"/>
                      <a:pt x="270226" y="65665"/>
                      <a:pt x="269845" y="66386"/>
                    </a:cubicBezTo>
                    <a:cubicBezTo>
                      <a:pt x="269845" y="66386"/>
                      <a:pt x="270988" y="66747"/>
                      <a:pt x="271750" y="66747"/>
                    </a:cubicBezTo>
                    <a:cubicBezTo>
                      <a:pt x="272131" y="67108"/>
                      <a:pt x="272131" y="67108"/>
                      <a:pt x="272512" y="67469"/>
                    </a:cubicBezTo>
                    <a:cubicBezTo>
                      <a:pt x="272893" y="67830"/>
                      <a:pt x="272512" y="67469"/>
                      <a:pt x="272512" y="68191"/>
                    </a:cubicBezTo>
                    <a:cubicBezTo>
                      <a:pt x="272512" y="68551"/>
                      <a:pt x="272893" y="68912"/>
                      <a:pt x="272893" y="68912"/>
                    </a:cubicBezTo>
                    <a:cubicBezTo>
                      <a:pt x="272893" y="68912"/>
                      <a:pt x="272512" y="69273"/>
                      <a:pt x="272131" y="69634"/>
                    </a:cubicBezTo>
                    <a:cubicBezTo>
                      <a:pt x="272131" y="69634"/>
                      <a:pt x="271369" y="69995"/>
                      <a:pt x="269845" y="69995"/>
                    </a:cubicBezTo>
                    <a:cubicBezTo>
                      <a:pt x="269464" y="69995"/>
                      <a:pt x="268702" y="70355"/>
                      <a:pt x="268321" y="70355"/>
                    </a:cubicBezTo>
                    <a:cubicBezTo>
                      <a:pt x="268321" y="70355"/>
                      <a:pt x="267559" y="70716"/>
                      <a:pt x="267178" y="70716"/>
                    </a:cubicBezTo>
                    <a:cubicBezTo>
                      <a:pt x="266797" y="71077"/>
                      <a:pt x="266035" y="70716"/>
                      <a:pt x="266035" y="70716"/>
                    </a:cubicBezTo>
                    <a:cubicBezTo>
                      <a:pt x="266035" y="70716"/>
                      <a:pt x="266035" y="70716"/>
                      <a:pt x="264511" y="71077"/>
                    </a:cubicBezTo>
                    <a:cubicBezTo>
                      <a:pt x="264511" y="71077"/>
                      <a:pt x="264511" y="71077"/>
                      <a:pt x="262987" y="71438"/>
                    </a:cubicBezTo>
                    <a:cubicBezTo>
                      <a:pt x="262987" y="71438"/>
                      <a:pt x="262987" y="71438"/>
                      <a:pt x="261463" y="71438"/>
                    </a:cubicBezTo>
                    <a:cubicBezTo>
                      <a:pt x="261463" y="71438"/>
                      <a:pt x="260701" y="71438"/>
                      <a:pt x="260320" y="70716"/>
                    </a:cubicBezTo>
                    <a:cubicBezTo>
                      <a:pt x="260320" y="70355"/>
                      <a:pt x="259177" y="70716"/>
                      <a:pt x="259177" y="70716"/>
                    </a:cubicBezTo>
                    <a:cubicBezTo>
                      <a:pt x="258796" y="70716"/>
                      <a:pt x="256891" y="70716"/>
                      <a:pt x="256510" y="69995"/>
                    </a:cubicBezTo>
                    <a:cubicBezTo>
                      <a:pt x="256129" y="69634"/>
                      <a:pt x="256129" y="68912"/>
                      <a:pt x="256129" y="68191"/>
                    </a:cubicBezTo>
                    <a:cubicBezTo>
                      <a:pt x="256129" y="67830"/>
                      <a:pt x="256510" y="66747"/>
                      <a:pt x="256510" y="66026"/>
                    </a:cubicBezTo>
                    <a:cubicBezTo>
                      <a:pt x="256510" y="66026"/>
                      <a:pt x="256891" y="65665"/>
                      <a:pt x="256891" y="65665"/>
                    </a:cubicBezTo>
                    <a:cubicBezTo>
                      <a:pt x="256891" y="65665"/>
                      <a:pt x="257653" y="65304"/>
                      <a:pt x="257653" y="64943"/>
                    </a:cubicBezTo>
                    <a:cubicBezTo>
                      <a:pt x="258034" y="64943"/>
                      <a:pt x="258034" y="64943"/>
                      <a:pt x="259558" y="64582"/>
                    </a:cubicBezTo>
                    <a:cubicBezTo>
                      <a:pt x="259558" y="64582"/>
                      <a:pt x="259939" y="64582"/>
                      <a:pt x="260320" y="64582"/>
                    </a:cubicBezTo>
                    <a:cubicBezTo>
                      <a:pt x="260320" y="64582"/>
                      <a:pt x="261082" y="64582"/>
                      <a:pt x="261844" y="63861"/>
                    </a:cubicBezTo>
                    <a:cubicBezTo>
                      <a:pt x="262606" y="63500"/>
                      <a:pt x="262606" y="64222"/>
                      <a:pt x="263749" y="64582"/>
                    </a:cubicBezTo>
                    <a:cubicBezTo>
                      <a:pt x="264130" y="64582"/>
                      <a:pt x="264892" y="64582"/>
                      <a:pt x="265273" y="64222"/>
                    </a:cubicBezTo>
                    <a:cubicBezTo>
                      <a:pt x="265654" y="63861"/>
                      <a:pt x="266416" y="63861"/>
                      <a:pt x="266416" y="63861"/>
                    </a:cubicBezTo>
                    <a:cubicBezTo>
                      <a:pt x="266797" y="63500"/>
                      <a:pt x="268321" y="63500"/>
                      <a:pt x="269083" y="63500"/>
                    </a:cubicBezTo>
                    <a:close/>
                    <a:moveTo>
                      <a:pt x="250731" y="63500"/>
                    </a:moveTo>
                    <a:cubicBezTo>
                      <a:pt x="251049" y="63500"/>
                      <a:pt x="251366" y="63500"/>
                      <a:pt x="251683" y="63789"/>
                    </a:cubicBezTo>
                    <a:cubicBezTo>
                      <a:pt x="252001" y="63789"/>
                      <a:pt x="252636" y="64077"/>
                      <a:pt x="252953" y="64366"/>
                    </a:cubicBezTo>
                    <a:cubicBezTo>
                      <a:pt x="252953" y="64654"/>
                      <a:pt x="253906" y="64654"/>
                      <a:pt x="253906" y="64943"/>
                    </a:cubicBezTo>
                    <a:cubicBezTo>
                      <a:pt x="254223" y="64943"/>
                      <a:pt x="254541" y="64943"/>
                      <a:pt x="254541" y="65520"/>
                    </a:cubicBezTo>
                    <a:cubicBezTo>
                      <a:pt x="254541" y="65809"/>
                      <a:pt x="254223" y="65809"/>
                      <a:pt x="253589" y="66098"/>
                    </a:cubicBezTo>
                    <a:cubicBezTo>
                      <a:pt x="253271" y="66098"/>
                      <a:pt x="252636" y="66675"/>
                      <a:pt x="252319" y="66386"/>
                    </a:cubicBezTo>
                    <a:cubicBezTo>
                      <a:pt x="251683" y="66098"/>
                      <a:pt x="251049" y="66098"/>
                      <a:pt x="250413" y="66098"/>
                    </a:cubicBezTo>
                    <a:cubicBezTo>
                      <a:pt x="249461" y="66098"/>
                      <a:pt x="249143" y="66098"/>
                      <a:pt x="248826" y="66098"/>
                    </a:cubicBezTo>
                    <a:cubicBezTo>
                      <a:pt x="248826" y="65809"/>
                      <a:pt x="248509" y="65232"/>
                      <a:pt x="248509" y="65232"/>
                    </a:cubicBezTo>
                    <a:cubicBezTo>
                      <a:pt x="248509" y="65232"/>
                      <a:pt x="248191" y="64654"/>
                      <a:pt x="248509" y="64654"/>
                    </a:cubicBezTo>
                    <a:cubicBezTo>
                      <a:pt x="248826" y="64654"/>
                      <a:pt x="248826" y="64077"/>
                      <a:pt x="249461" y="64077"/>
                    </a:cubicBezTo>
                    <a:cubicBezTo>
                      <a:pt x="249779" y="63789"/>
                      <a:pt x="250413" y="63500"/>
                      <a:pt x="250731" y="63500"/>
                    </a:cubicBezTo>
                    <a:close/>
                    <a:moveTo>
                      <a:pt x="898456" y="59104"/>
                    </a:moveTo>
                    <a:cubicBezTo>
                      <a:pt x="899189" y="58738"/>
                      <a:pt x="899189" y="59104"/>
                      <a:pt x="899555" y="59104"/>
                    </a:cubicBezTo>
                    <a:cubicBezTo>
                      <a:pt x="900288" y="58738"/>
                      <a:pt x="900654" y="59104"/>
                      <a:pt x="901021" y="59104"/>
                    </a:cubicBezTo>
                    <a:cubicBezTo>
                      <a:pt x="901753" y="59104"/>
                      <a:pt x="901753" y="59837"/>
                      <a:pt x="901753" y="59837"/>
                    </a:cubicBezTo>
                    <a:cubicBezTo>
                      <a:pt x="901753" y="59837"/>
                      <a:pt x="902120" y="60570"/>
                      <a:pt x="902120" y="60936"/>
                    </a:cubicBezTo>
                    <a:cubicBezTo>
                      <a:pt x="902120" y="61302"/>
                      <a:pt x="902120" y="61669"/>
                      <a:pt x="902120" y="62035"/>
                    </a:cubicBezTo>
                    <a:cubicBezTo>
                      <a:pt x="902120" y="62401"/>
                      <a:pt x="902486" y="62768"/>
                      <a:pt x="902852" y="62768"/>
                    </a:cubicBezTo>
                    <a:cubicBezTo>
                      <a:pt x="903219" y="62768"/>
                      <a:pt x="903219" y="63134"/>
                      <a:pt x="903951" y="62768"/>
                    </a:cubicBezTo>
                    <a:cubicBezTo>
                      <a:pt x="904684" y="62401"/>
                      <a:pt x="905417" y="63134"/>
                      <a:pt x="906150" y="63134"/>
                    </a:cubicBezTo>
                    <a:cubicBezTo>
                      <a:pt x="906516" y="62768"/>
                      <a:pt x="906882" y="63134"/>
                      <a:pt x="907615" y="63501"/>
                    </a:cubicBezTo>
                    <a:cubicBezTo>
                      <a:pt x="907615" y="63501"/>
                      <a:pt x="907615" y="64233"/>
                      <a:pt x="907615" y="64600"/>
                    </a:cubicBezTo>
                    <a:cubicBezTo>
                      <a:pt x="907615" y="64600"/>
                      <a:pt x="906882" y="64966"/>
                      <a:pt x="906882" y="64966"/>
                    </a:cubicBezTo>
                    <a:cubicBezTo>
                      <a:pt x="906516" y="64966"/>
                      <a:pt x="906516" y="65332"/>
                      <a:pt x="907615" y="65699"/>
                    </a:cubicBezTo>
                    <a:cubicBezTo>
                      <a:pt x="907615" y="65699"/>
                      <a:pt x="908348" y="66065"/>
                      <a:pt x="909080" y="66798"/>
                    </a:cubicBezTo>
                    <a:cubicBezTo>
                      <a:pt x="909080" y="66798"/>
                      <a:pt x="910546" y="67164"/>
                      <a:pt x="910912" y="67164"/>
                    </a:cubicBezTo>
                    <a:cubicBezTo>
                      <a:pt x="911278" y="66798"/>
                      <a:pt x="912744" y="66798"/>
                      <a:pt x="913110" y="66798"/>
                    </a:cubicBezTo>
                    <a:cubicBezTo>
                      <a:pt x="913477" y="66431"/>
                      <a:pt x="913843" y="67530"/>
                      <a:pt x="914209" y="67530"/>
                    </a:cubicBezTo>
                    <a:cubicBezTo>
                      <a:pt x="914942" y="67897"/>
                      <a:pt x="914209" y="68263"/>
                      <a:pt x="914209" y="68263"/>
                    </a:cubicBezTo>
                    <a:cubicBezTo>
                      <a:pt x="914209" y="68263"/>
                      <a:pt x="913110" y="68630"/>
                      <a:pt x="912378" y="68996"/>
                    </a:cubicBezTo>
                    <a:cubicBezTo>
                      <a:pt x="911645" y="68996"/>
                      <a:pt x="912378" y="68996"/>
                      <a:pt x="912011" y="69362"/>
                    </a:cubicBezTo>
                    <a:cubicBezTo>
                      <a:pt x="911278" y="69729"/>
                      <a:pt x="911278" y="69729"/>
                      <a:pt x="910912" y="70095"/>
                    </a:cubicBezTo>
                    <a:cubicBezTo>
                      <a:pt x="910546" y="70461"/>
                      <a:pt x="909080" y="70828"/>
                      <a:pt x="908714" y="71194"/>
                    </a:cubicBezTo>
                    <a:cubicBezTo>
                      <a:pt x="908348" y="71560"/>
                      <a:pt x="907615" y="71560"/>
                      <a:pt x="907615" y="71560"/>
                    </a:cubicBezTo>
                    <a:cubicBezTo>
                      <a:pt x="907615" y="71560"/>
                      <a:pt x="907615" y="71560"/>
                      <a:pt x="906516" y="71560"/>
                    </a:cubicBezTo>
                    <a:cubicBezTo>
                      <a:pt x="906516" y="71560"/>
                      <a:pt x="906150" y="72293"/>
                      <a:pt x="906150" y="72660"/>
                    </a:cubicBezTo>
                    <a:cubicBezTo>
                      <a:pt x="905783" y="72660"/>
                      <a:pt x="904684" y="73026"/>
                      <a:pt x="904684" y="73026"/>
                    </a:cubicBezTo>
                    <a:cubicBezTo>
                      <a:pt x="904684" y="73026"/>
                      <a:pt x="903585" y="73026"/>
                      <a:pt x="903219" y="72660"/>
                    </a:cubicBezTo>
                    <a:cubicBezTo>
                      <a:pt x="902852" y="72293"/>
                      <a:pt x="903219" y="72293"/>
                      <a:pt x="903585" y="71560"/>
                    </a:cubicBezTo>
                    <a:cubicBezTo>
                      <a:pt x="903951" y="71194"/>
                      <a:pt x="903951" y="70095"/>
                      <a:pt x="903951" y="70095"/>
                    </a:cubicBezTo>
                    <a:cubicBezTo>
                      <a:pt x="903951" y="70095"/>
                      <a:pt x="903219" y="70095"/>
                      <a:pt x="903219" y="70461"/>
                    </a:cubicBezTo>
                    <a:cubicBezTo>
                      <a:pt x="902852" y="70828"/>
                      <a:pt x="901387" y="71927"/>
                      <a:pt x="901021" y="71927"/>
                    </a:cubicBezTo>
                    <a:cubicBezTo>
                      <a:pt x="900654" y="72293"/>
                      <a:pt x="899921" y="72293"/>
                      <a:pt x="899189" y="71927"/>
                    </a:cubicBezTo>
                    <a:cubicBezTo>
                      <a:pt x="898822" y="71560"/>
                      <a:pt x="898090" y="71927"/>
                      <a:pt x="897357" y="71194"/>
                    </a:cubicBezTo>
                    <a:cubicBezTo>
                      <a:pt x="896624" y="70828"/>
                      <a:pt x="897723" y="70828"/>
                      <a:pt x="897357" y="70828"/>
                    </a:cubicBezTo>
                    <a:cubicBezTo>
                      <a:pt x="897357" y="70461"/>
                      <a:pt x="895525" y="71194"/>
                      <a:pt x="895525" y="70828"/>
                    </a:cubicBezTo>
                    <a:cubicBezTo>
                      <a:pt x="895159" y="70461"/>
                      <a:pt x="895159" y="70461"/>
                      <a:pt x="895892" y="70095"/>
                    </a:cubicBezTo>
                    <a:cubicBezTo>
                      <a:pt x="896258" y="69362"/>
                      <a:pt x="896624" y="68996"/>
                      <a:pt x="897723" y="68263"/>
                    </a:cubicBezTo>
                    <a:cubicBezTo>
                      <a:pt x="899189" y="67530"/>
                      <a:pt x="898456" y="67897"/>
                      <a:pt x="899189" y="66431"/>
                    </a:cubicBezTo>
                    <a:cubicBezTo>
                      <a:pt x="899921" y="65332"/>
                      <a:pt x="898822" y="66065"/>
                      <a:pt x="898090" y="66065"/>
                    </a:cubicBezTo>
                    <a:cubicBezTo>
                      <a:pt x="897723" y="66065"/>
                      <a:pt x="896991" y="66065"/>
                      <a:pt x="896624" y="65699"/>
                    </a:cubicBezTo>
                    <a:cubicBezTo>
                      <a:pt x="896258" y="65699"/>
                      <a:pt x="895892" y="64966"/>
                      <a:pt x="896258" y="64233"/>
                    </a:cubicBezTo>
                    <a:cubicBezTo>
                      <a:pt x="896624" y="63134"/>
                      <a:pt x="896624" y="63501"/>
                      <a:pt x="896258" y="63501"/>
                    </a:cubicBezTo>
                    <a:cubicBezTo>
                      <a:pt x="895892" y="63501"/>
                      <a:pt x="895525" y="63501"/>
                      <a:pt x="894793" y="62768"/>
                    </a:cubicBezTo>
                    <a:cubicBezTo>
                      <a:pt x="894426" y="62401"/>
                      <a:pt x="894060" y="61669"/>
                      <a:pt x="894060" y="61669"/>
                    </a:cubicBezTo>
                    <a:cubicBezTo>
                      <a:pt x="894060" y="61669"/>
                      <a:pt x="893327" y="61669"/>
                      <a:pt x="892961" y="61669"/>
                    </a:cubicBezTo>
                    <a:cubicBezTo>
                      <a:pt x="892594" y="62035"/>
                      <a:pt x="891862" y="61302"/>
                      <a:pt x="891495" y="60570"/>
                    </a:cubicBezTo>
                    <a:cubicBezTo>
                      <a:pt x="891129" y="60203"/>
                      <a:pt x="892228" y="60570"/>
                      <a:pt x="893327" y="59837"/>
                    </a:cubicBezTo>
                    <a:cubicBezTo>
                      <a:pt x="894793" y="59104"/>
                      <a:pt x="893327" y="59837"/>
                      <a:pt x="894426" y="59837"/>
                    </a:cubicBezTo>
                    <a:cubicBezTo>
                      <a:pt x="895525" y="59837"/>
                      <a:pt x="896624" y="59837"/>
                      <a:pt x="896258" y="59471"/>
                    </a:cubicBezTo>
                    <a:cubicBezTo>
                      <a:pt x="895892" y="59104"/>
                      <a:pt x="897723" y="59104"/>
                      <a:pt x="898456" y="59104"/>
                    </a:cubicBezTo>
                    <a:close/>
                    <a:moveTo>
                      <a:pt x="268944" y="55936"/>
                    </a:moveTo>
                    <a:cubicBezTo>
                      <a:pt x="269637" y="55936"/>
                      <a:pt x="270676" y="55563"/>
                      <a:pt x="271023" y="55936"/>
                    </a:cubicBezTo>
                    <a:cubicBezTo>
                      <a:pt x="271023" y="56310"/>
                      <a:pt x="271369" y="56310"/>
                      <a:pt x="272062" y="56683"/>
                    </a:cubicBezTo>
                    <a:cubicBezTo>
                      <a:pt x="272408" y="57057"/>
                      <a:pt x="273447" y="57431"/>
                      <a:pt x="273794" y="57804"/>
                    </a:cubicBezTo>
                    <a:cubicBezTo>
                      <a:pt x="274486" y="58178"/>
                      <a:pt x="274486" y="57804"/>
                      <a:pt x="274833" y="58551"/>
                    </a:cubicBezTo>
                    <a:cubicBezTo>
                      <a:pt x="275179" y="59298"/>
                      <a:pt x="274833" y="60419"/>
                      <a:pt x="274486" y="60792"/>
                    </a:cubicBezTo>
                    <a:cubicBezTo>
                      <a:pt x="274486" y="61166"/>
                      <a:pt x="274486" y="61166"/>
                      <a:pt x="273447" y="61539"/>
                    </a:cubicBezTo>
                    <a:cubicBezTo>
                      <a:pt x="272408" y="61913"/>
                      <a:pt x="272062" y="61913"/>
                      <a:pt x="271369" y="61539"/>
                    </a:cubicBezTo>
                    <a:cubicBezTo>
                      <a:pt x="270676" y="61166"/>
                      <a:pt x="269637" y="61166"/>
                      <a:pt x="269291" y="61166"/>
                    </a:cubicBezTo>
                    <a:cubicBezTo>
                      <a:pt x="268598" y="61166"/>
                      <a:pt x="267905" y="61166"/>
                      <a:pt x="267213" y="60792"/>
                    </a:cubicBezTo>
                    <a:cubicBezTo>
                      <a:pt x="266866" y="60792"/>
                      <a:pt x="267213" y="60419"/>
                      <a:pt x="266520" y="60792"/>
                    </a:cubicBezTo>
                    <a:cubicBezTo>
                      <a:pt x="265481" y="61166"/>
                      <a:pt x="266174" y="60419"/>
                      <a:pt x="265481" y="61166"/>
                    </a:cubicBezTo>
                    <a:cubicBezTo>
                      <a:pt x="265134" y="61913"/>
                      <a:pt x="264788" y="61913"/>
                      <a:pt x="264442" y="61913"/>
                    </a:cubicBezTo>
                    <a:cubicBezTo>
                      <a:pt x="263749" y="61539"/>
                      <a:pt x="263749" y="61166"/>
                      <a:pt x="263056" y="61166"/>
                    </a:cubicBezTo>
                    <a:cubicBezTo>
                      <a:pt x="262710" y="61166"/>
                      <a:pt x="262710" y="60792"/>
                      <a:pt x="262364" y="60792"/>
                    </a:cubicBezTo>
                    <a:cubicBezTo>
                      <a:pt x="261671" y="60792"/>
                      <a:pt x="262017" y="60419"/>
                      <a:pt x="261324" y="60792"/>
                    </a:cubicBezTo>
                    <a:cubicBezTo>
                      <a:pt x="260632" y="60792"/>
                      <a:pt x="260632" y="60792"/>
                      <a:pt x="260285" y="61166"/>
                    </a:cubicBezTo>
                    <a:cubicBezTo>
                      <a:pt x="259939" y="61539"/>
                      <a:pt x="259246" y="61539"/>
                      <a:pt x="259246" y="61539"/>
                    </a:cubicBezTo>
                    <a:cubicBezTo>
                      <a:pt x="258554" y="61539"/>
                      <a:pt x="257861" y="61166"/>
                      <a:pt x="257514" y="61539"/>
                    </a:cubicBezTo>
                    <a:cubicBezTo>
                      <a:pt x="257168" y="61539"/>
                      <a:pt x="256475" y="61913"/>
                      <a:pt x="256475" y="61539"/>
                    </a:cubicBezTo>
                    <a:cubicBezTo>
                      <a:pt x="256475" y="61166"/>
                      <a:pt x="256129" y="61166"/>
                      <a:pt x="256475" y="60792"/>
                    </a:cubicBezTo>
                    <a:cubicBezTo>
                      <a:pt x="257168" y="59672"/>
                      <a:pt x="258207" y="59298"/>
                      <a:pt x="258554" y="59298"/>
                    </a:cubicBezTo>
                    <a:cubicBezTo>
                      <a:pt x="258900" y="59672"/>
                      <a:pt x="258900" y="59298"/>
                      <a:pt x="259246" y="58925"/>
                    </a:cubicBezTo>
                    <a:cubicBezTo>
                      <a:pt x="259939" y="58925"/>
                      <a:pt x="259593" y="58551"/>
                      <a:pt x="260285" y="58551"/>
                    </a:cubicBezTo>
                    <a:cubicBezTo>
                      <a:pt x="260632" y="58925"/>
                      <a:pt x="260632" y="58551"/>
                      <a:pt x="260978" y="58551"/>
                    </a:cubicBezTo>
                    <a:cubicBezTo>
                      <a:pt x="261324" y="58925"/>
                      <a:pt x="262017" y="58551"/>
                      <a:pt x="262364" y="58551"/>
                    </a:cubicBezTo>
                    <a:cubicBezTo>
                      <a:pt x="262364" y="58551"/>
                      <a:pt x="263749" y="58178"/>
                      <a:pt x="263749" y="58178"/>
                    </a:cubicBezTo>
                    <a:cubicBezTo>
                      <a:pt x="263749" y="58178"/>
                      <a:pt x="264442" y="57804"/>
                      <a:pt x="264442" y="57431"/>
                    </a:cubicBezTo>
                    <a:cubicBezTo>
                      <a:pt x="264788" y="57431"/>
                      <a:pt x="266520" y="56683"/>
                      <a:pt x="266520" y="56683"/>
                    </a:cubicBezTo>
                    <a:cubicBezTo>
                      <a:pt x="266520" y="56683"/>
                      <a:pt x="266866" y="56310"/>
                      <a:pt x="267213" y="56310"/>
                    </a:cubicBezTo>
                    <a:cubicBezTo>
                      <a:pt x="267905" y="55936"/>
                      <a:pt x="268598" y="55936"/>
                      <a:pt x="268944" y="55936"/>
                    </a:cubicBezTo>
                    <a:close/>
                    <a:moveTo>
                      <a:pt x="330672" y="55563"/>
                    </a:moveTo>
                    <a:cubicBezTo>
                      <a:pt x="331017" y="55933"/>
                      <a:pt x="332052" y="56304"/>
                      <a:pt x="332398" y="56304"/>
                    </a:cubicBezTo>
                    <a:cubicBezTo>
                      <a:pt x="333088" y="56674"/>
                      <a:pt x="333778" y="56674"/>
                      <a:pt x="334468" y="57045"/>
                    </a:cubicBezTo>
                    <a:cubicBezTo>
                      <a:pt x="334813" y="57785"/>
                      <a:pt x="336884" y="57045"/>
                      <a:pt x="337229" y="57415"/>
                    </a:cubicBezTo>
                    <a:cubicBezTo>
                      <a:pt x="337229" y="57785"/>
                      <a:pt x="337919" y="57785"/>
                      <a:pt x="337574" y="58526"/>
                    </a:cubicBezTo>
                    <a:cubicBezTo>
                      <a:pt x="337574" y="59267"/>
                      <a:pt x="337919" y="59638"/>
                      <a:pt x="338609" y="59638"/>
                    </a:cubicBezTo>
                    <a:cubicBezTo>
                      <a:pt x="338955" y="59638"/>
                      <a:pt x="338264" y="59267"/>
                      <a:pt x="339300" y="59267"/>
                    </a:cubicBezTo>
                    <a:cubicBezTo>
                      <a:pt x="340680" y="59638"/>
                      <a:pt x="342061" y="59638"/>
                      <a:pt x="342061" y="59638"/>
                    </a:cubicBezTo>
                    <a:cubicBezTo>
                      <a:pt x="342061" y="59638"/>
                      <a:pt x="343096" y="59638"/>
                      <a:pt x="343096" y="60379"/>
                    </a:cubicBezTo>
                    <a:cubicBezTo>
                      <a:pt x="343096" y="61490"/>
                      <a:pt x="343441" y="61490"/>
                      <a:pt x="343441" y="61490"/>
                    </a:cubicBezTo>
                    <a:cubicBezTo>
                      <a:pt x="343441" y="61490"/>
                      <a:pt x="342061" y="62231"/>
                      <a:pt x="342061" y="62601"/>
                    </a:cubicBezTo>
                    <a:cubicBezTo>
                      <a:pt x="342061" y="62972"/>
                      <a:pt x="343096" y="62972"/>
                      <a:pt x="343096" y="63342"/>
                    </a:cubicBezTo>
                    <a:cubicBezTo>
                      <a:pt x="343096" y="64083"/>
                      <a:pt x="343441" y="64453"/>
                      <a:pt x="342751" y="64824"/>
                    </a:cubicBezTo>
                    <a:cubicBezTo>
                      <a:pt x="342061" y="65194"/>
                      <a:pt x="342061" y="65194"/>
                      <a:pt x="341370" y="65565"/>
                    </a:cubicBezTo>
                    <a:cubicBezTo>
                      <a:pt x="340680" y="65565"/>
                      <a:pt x="339990" y="65565"/>
                      <a:pt x="339645" y="65565"/>
                    </a:cubicBezTo>
                    <a:cubicBezTo>
                      <a:pt x="338264" y="65935"/>
                      <a:pt x="338609" y="66676"/>
                      <a:pt x="337574" y="66305"/>
                    </a:cubicBezTo>
                    <a:cubicBezTo>
                      <a:pt x="336539" y="65935"/>
                      <a:pt x="336884" y="65935"/>
                      <a:pt x="336884" y="65935"/>
                    </a:cubicBezTo>
                    <a:cubicBezTo>
                      <a:pt x="336539" y="65935"/>
                      <a:pt x="337229" y="65194"/>
                      <a:pt x="336194" y="65935"/>
                    </a:cubicBezTo>
                    <a:cubicBezTo>
                      <a:pt x="334813" y="66676"/>
                      <a:pt x="335158" y="66305"/>
                      <a:pt x="334813" y="66676"/>
                    </a:cubicBezTo>
                    <a:cubicBezTo>
                      <a:pt x="333778" y="66676"/>
                      <a:pt x="333088" y="66676"/>
                      <a:pt x="333088" y="66305"/>
                    </a:cubicBezTo>
                    <a:cubicBezTo>
                      <a:pt x="332743" y="65565"/>
                      <a:pt x="332398" y="65565"/>
                      <a:pt x="332398" y="65194"/>
                    </a:cubicBezTo>
                    <a:cubicBezTo>
                      <a:pt x="332398" y="64824"/>
                      <a:pt x="332398" y="64083"/>
                      <a:pt x="331707" y="64083"/>
                    </a:cubicBezTo>
                    <a:cubicBezTo>
                      <a:pt x="331017" y="64083"/>
                      <a:pt x="330672" y="63712"/>
                      <a:pt x="330672" y="63712"/>
                    </a:cubicBezTo>
                    <a:cubicBezTo>
                      <a:pt x="333088" y="63342"/>
                      <a:pt x="333778" y="63712"/>
                      <a:pt x="333088" y="63342"/>
                    </a:cubicBezTo>
                    <a:cubicBezTo>
                      <a:pt x="332398" y="62972"/>
                      <a:pt x="332052" y="62231"/>
                      <a:pt x="331362" y="62231"/>
                    </a:cubicBezTo>
                    <a:cubicBezTo>
                      <a:pt x="331017" y="62231"/>
                      <a:pt x="331017" y="62231"/>
                      <a:pt x="329982" y="62231"/>
                    </a:cubicBezTo>
                    <a:cubicBezTo>
                      <a:pt x="329292" y="61860"/>
                      <a:pt x="329637" y="63342"/>
                      <a:pt x="328946" y="61490"/>
                    </a:cubicBezTo>
                    <a:cubicBezTo>
                      <a:pt x="328256" y="59267"/>
                      <a:pt x="328256" y="60008"/>
                      <a:pt x="328256" y="58897"/>
                    </a:cubicBezTo>
                    <a:cubicBezTo>
                      <a:pt x="328256" y="57785"/>
                      <a:pt x="327911" y="57785"/>
                      <a:pt x="327911" y="57045"/>
                    </a:cubicBezTo>
                    <a:cubicBezTo>
                      <a:pt x="327911" y="56674"/>
                      <a:pt x="327566" y="55933"/>
                      <a:pt x="328256" y="55933"/>
                    </a:cubicBezTo>
                    <a:cubicBezTo>
                      <a:pt x="328946" y="55933"/>
                      <a:pt x="330327" y="55563"/>
                      <a:pt x="330672" y="55563"/>
                    </a:cubicBezTo>
                    <a:close/>
                    <a:moveTo>
                      <a:pt x="1282447" y="49989"/>
                    </a:moveTo>
                    <a:cubicBezTo>
                      <a:pt x="1283919" y="50377"/>
                      <a:pt x="1284287" y="50377"/>
                      <a:pt x="1284287" y="50765"/>
                    </a:cubicBezTo>
                    <a:cubicBezTo>
                      <a:pt x="1284655" y="51929"/>
                      <a:pt x="1284287" y="51929"/>
                      <a:pt x="1284287" y="52705"/>
                    </a:cubicBezTo>
                    <a:cubicBezTo>
                      <a:pt x="1283919" y="53482"/>
                      <a:pt x="1283551" y="53482"/>
                      <a:pt x="1283183" y="53870"/>
                    </a:cubicBezTo>
                    <a:cubicBezTo>
                      <a:pt x="1282815" y="54646"/>
                      <a:pt x="1282080" y="54646"/>
                      <a:pt x="1282447" y="55034"/>
                    </a:cubicBezTo>
                    <a:cubicBezTo>
                      <a:pt x="1282447" y="55034"/>
                      <a:pt x="1282447" y="55034"/>
                      <a:pt x="1283183" y="55810"/>
                    </a:cubicBezTo>
                    <a:cubicBezTo>
                      <a:pt x="1283183" y="55810"/>
                      <a:pt x="1283183" y="55810"/>
                      <a:pt x="1284287" y="55034"/>
                    </a:cubicBezTo>
                    <a:cubicBezTo>
                      <a:pt x="1284287" y="55034"/>
                      <a:pt x="1284287" y="55034"/>
                      <a:pt x="1285022" y="54258"/>
                    </a:cubicBezTo>
                    <a:cubicBezTo>
                      <a:pt x="1285022" y="54258"/>
                      <a:pt x="1285758" y="53870"/>
                      <a:pt x="1286494" y="53482"/>
                    </a:cubicBezTo>
                    <a:cubicBezTo>
                      <a:pt x="1287597" y="53094"/>
                      <a:pt x="1287965" y="53094"/>
                      <a:pt x="1287965" y="53094"/>
                    </a:cubicBezTo>
                    <a:cubicBezTo>
                      <a:pt x="1287965" y="53094"/>
                      <a:pt x="1289804" y="53482"/>
                      <a:pt x="1289804" y="53870"/>
                    </a:cubicBezTo>
                    <a:cubicBezTo>
                      <a:pt x="1290172" y="54258"/>
                      <a:pt x="1290908" y="54258"/>
                      <a:pt x="1291276" y="54646"/>
                    </a:cubicBezTo>
                    <a:cubicBezTo>
                      <a:pt x="1291276" y="55034"/>
                      <a:pt x="1292379" y="55422"/>
                      <a:pt x="1292379" y="55422"/>
                    </a:cubicBezTo>
                    <a:cubicBezTo>
                      <a:pt x="1292379" y="55422"/>
                      <a:pt x="1292379" y="55422"/>
                      <a:pt x="1293483" y="56974"/>
                    </a:cubicBezTo>
                    <a:cubicBezTo>
                      <a:pt x="1293483" y="56974"/>
                      <a:pt x="1293483" y="56974"/>
                      <a:pt x="1294586" y="56974"/>
                    </a:cubicBezTo>
                    <a:cubicBezTo>
                      <a:pt x="1295690" y="57362"/>
                      <a:pt x="1296058" y="56974"/>
                      <a:pt x="1296425" y="57750"/>
                    </a:cubicBezTo>
                    <a:cubicBezTo>
                      <a:pt x="1296425" y="57750"/>
                      <a:pt x="1297161" y="58915"/>
                      <a:pt x="1297161" y="59691"/>
                    </a:cubicBezTo>
                    <a:cubicBezTo>
                      <a:pt x="1297161" y="60079"/>
                      <a:pt x="1297529" y="60079"/>
                      <a:pt x="1296793" y="60467"/>
                    </a:cubicBezTo>
                    <a:cubicBezTo>
                      <a:pt x="1296425" y="60855"/>
                      <a:pt x="1295690" y="61243"/>
                      <a:pt x="1295322" y="61243"/>
                    </a:cubicBezTo>
                    <a:cubicBezTo>
                      <a:pt x="1294954" y="61631"/>
                      <a:pt x="1294586" y="61631"/>
                      <a:pt x="1294218" y="62019"/>
                    </a:cubicBezTo>
                    <a:cubicBezTo>
                      <a:pt x="1293851" y="62019"/>
                      <a:pt x="1293483" y="62019"/>
                      <a:pt x="1292747" y="62019"/>
                    </a:cubicBezTo>
                    <a:cubicBezTo>
                      <a:pt x="1292379" y="62407"/>
                      <a:pt x="1291644" y="62407"/>
                      <a:pt x="1291644" y="62407"/>
                    </a:cubicBezTo>
                    <a:cubicBezTo>
                      <a:pt x="1291276" y="62407"/>
                      <a:pt x="1290908" y="62407"/>
                      <a:pt x="1290540" y="62795"/>
                    </a:cubicBezTo>
                    <a:cubicBezTo>
                      <a:pt x="1290172" y="62795"/>
                      <a:pt x="1289804" y="62795"/>
                      <a:pt x="1289436" y="62795"/>
                    </a:cubicBezTo>
                    <a:cubicBezTo>
                      <a:pt x="1289069" y="62795"/>
                      <a:pt x="1288701" y="62795"/>
                      <a:pt x="1287965" y="62795"/>
                    </a:cubicBezTo>
                    <a:cubicBezTo>
                      <a:pt x="1287597" y="63183"/>
                      <a:pt x="1286862" y="63183"/>
                      <a:pt x="1286494" y="63183"/>
                    </a:cubicBezTo>
                    <a:cubicBezTo>
                      <a:pt x="1286126" y="63183"/>
                      <a:pt x="1286126" y="63183"/>
                      <a:pt x="1285758" y="63183"/>
                    </a:cubicBezTo>
                    <a:cubicBezTo>
                      <a:pt x="1285022" y="63571"/>
                      <a:pt x="1285022" y="63183"/>
                      <a:pt x="1284287" y="63183"/>
                    </a:cubicBezTo>
                    <a:cubicBezTo>
                      <a:pt x="1283919" y="63571"/>
                      <a:pt x="1283551" y="63571"/>
                      <a:pt x="1282815" y="63571"/>
                    </a:cubicBezTo>
                    <a:cubicBezTo>
                      <a:pt x="1282447" y="63571"/>
                      <a:pt x="1282447" y="63183"/>
                      <a:pt x="1281712" y="63571"/>
                    </a:cubicBezTo>
                    <a:cubicBezTo>
                      <a:pt x="1280976" y="63959"/>
                      <a:pt x="1281344" y="63183"/>
                      <a:pt x="1280240" y="63183"/>
                    </a:cubicBezTo>
                    <a:cubicBezTo>
                      <a:pt x="1279137" y="63571"/>
                      <a:pt x="1279137" y="63571"/>
                      <a:pt x="1278033" y="63571"/>
                    </a:cubicBezTo>
                    <a:cubicBezTo>
                      <a:pt x="1277298" y="63959"/>
                      <a:pt x="1277666" y="63183"/>
                      <a:pt x="1276930" y="63571"/>
                    </a:cubicBezTo>
                    <a:cubicBezTo>
                      <a:pt x="1276194" y="63959"/>
                      <a:pt x="1275826" y="63959"/>
                      <a:pt x="1275459" y="64347"/>
                    </a:cubicBezTo>
                    <a:cubicBezTo>
                      <a:pt x="1275091" y="64736"/>
                      <a:pt x="1274723" y="64736"/>
                      <a:pt x="1274355" y="65124"/>
                    </a:cubicBezTo>
                    <a:cubicBezTo>
                      <a:pt x="1273987" y="65512"/>
                      <a:pt x="1273987" y="65124"/>
                      <a:pt x="1273619" y="65512"/>
                    </a:cubicBezTo>
                    <a:cubicBezTo>
                      <a:pt x="1273251" y="65512"/>
                      <a:pt x="1273251" y="65124"/>
                      <a:pt x="1272884" y="65512"/>
                    </a:cubicBezTo>
                    <a:cubicBezTo>
                      <a:pt x="1272148" y="66288"/>
                      <a:pt x="1271044" y="66288"/>
                      <a:pt x="1270677" y="66288"/>
                    </a:cubicBezTo>
                    <a:cubicBezTo>
                      <a:pt x="1270677" y="66288"/>
                      <a:pt x="1270309" y="66288"/>
                      <a:pt x="1269941" y="66288"/>
                    </a:cubicBezTo>
                    <a:cubicBezTo>
                      <a:pt x="1269573" y="66676"/>
                      <a:pt x="1269205" y="66676"/>
                      <a:pt x="1268837" y="66676"/>
                    </a:cubicBezTo>
                    <a:cubicBezTo>
                      <a:pt x="1268470" y="66676"/>
                      <a:pt x="1267734" y="66288"/>
                      <a:pt x="1267734" y="65900"/>
                    </a:cubicBezTo>
                    <a:cubicBezTo>
                      <a:pt x="1267734" y="65512"/>
                      <a:pt x="1267366" y="64347"/>
                      <a:pt x="1268102" y="64347"/>
                    </a:cubicBezTo>
                    <a:cubicBezTo>
                      <a:pt x="1268470" y="64347"/>
                      <a:pt x="1268837" y="63183"/>
                      <a:pt x="1269205" y="62795"/>
                    </a:cubicBezTo>
                    <a:cubicBezTo>
                      <a:pt x="1269573" y="62795"/>
                      <a:pt x="1269941" y="61631"/>
                      <a:pt x="1269941" y="61631"/>
                    </a:cubicBezTo>
                    <a:cubicBezTo>
                      <a:pt x="1269941" y="61631"/>
                      <a:pt x="1271044" y="60855"/>
                      <a:pt x="1271044" y="60467"/>
                    </a:cubicBezTo>
                    <a:cubicBezTo>
                      <a:pt x="1271412" y="60079"/>
                      <a:pt x="1271412" y="59691"/>
                      <a:pt x="1272148" y="58915"/>
                    </a:cubicBezTo>
                    <a:cubicBezTo>
                      <a:pt x="1272516" y="58915"/>
                      <a:pt x="1272516" y="58915"/>
                      <a:pt x="1272516" y="58915"/>
                    </a:cubicBezTo>
                    <a:cubicBezTo>
                      <a:pt x="1272516" y="58526"/>
                      <a:pt x="1272516" y="58138"/>
                      <a:pt x="1272516" y="58138"/>
                    </a:cubicBezTo>
                    <a:cubicBezTo>
                      <a:pt x="1272516" y="58138"/>
                      <a:pt x="1273251" y="57362"/>
                      <a:pt x="1273619" y="57362"/>
                    </a:cubicBezTo>
                    <a:cubicBezTo>
                      <a:pt x="1273619" y="57362"/>
                      <a:pt x="1273619" y="57362"/>
                      <a:pt x="1274355" y="55810"/>
                    </a:cubicBezTo>
                    <a:cubicBezTo>
                      <a:pt x="1274723" y="55034"/>
                      <a:pt x="1275459" y="54646"/>
                      <a:pt x="1275459" y="54646"/>
                    </a:cubicBezTo>
                    <a:cubicBezTo>
                      <a:pt x="1276194" y="53482"/>
                      <a:pt x="1275826" y="53094"/>
                      <a:pt x="1276562" y="52705"/>
                    </a:cubicBezTo>
                    <a:cubicBezTo>
                      <a:pt x="1277298" y="51929"/>
                      <a:pt x="1277298" y="51541"/>
                      <a:pt x="1278033" y="51153"/>
                    </a:cubicBezTo>
                    <a:cubicBezTo>
                      <a:pt x="1278401" y="50765"/>
                      <a:pt x="1278401" y="49213"/>
                      <a:pt x="1279137" y="50377"/>
                    </a:cubicBezTo>
                    <a:cubicBezTo>
                      <a:pt x="1279873" y="51541"/>
                      <a:pt x="1279137" y="51541"/>
                      <a:pt x="1279873" y="51541"/>
                    </a:cubicBezTo>
                    <a:cubicBezTo>
                      <a:pt x="1280240" y="51929"/>
                      <a:pt x="1280976" y="51153"/>
                      <a:pt x="1280976" y="51153"/>
                    </a:cubicBezTo>
                    <a:cubicBezTo>
                      <a:pt x="1280976" y="51153"/>
                      <a:pt x="1280608" y="49213"/>
                      <a:pt x="1282447" y="49989"/>
                    </a:cubicBezTo>
                    <a:close/>
                    <a:moveTo>
                      <a:pt x="298801" y="49584"/>
                    </a:moveTo>
                    <a:cubicBezTo>
                      <a:pt x="299526" y="49584"/>
                      <a:pt x="299888" y="49956"/>
                      <a:pt x="300613" y="49956"/>
                    </a:cubicBezTo>
                    <a:cubicBezTo>
                      <a:pt x="301338" y="49584"/>
                      <a:pt x="301338" y="49956"/>
                      <a:pt x="302063" y="49584"/>
                    </a:cubicBezTo>
                    <a:cubicBezTo>
                      <a:pt x="302787" y="49213"/>
                      <a:pt x="302787" y="49584"/>
                      <a:pt x="303150" y="49584"/>
                    </a:cubicBezTo>
                    <a:cubicBezTo>
                      <a:pt x="303874" y="49956"/>
                      <a:pt x="303874" y="49956"/>
                      <a:pt x="304962" y="50328"/>
                    </a:cubicBezTo>
                    <a:cubicBezTo>
                      <a:pt x="304962" y="50328"/>
                      <a:pt x="306049" y="50699"/>
                      <a:pt x="306411" y="50699"/>
                    </a:cubicBezTo>
                    <a:cubicBezTo>
                      <a:pt x="306773" y="51071"/>
                      <a:pt x="307136" y="51442"/>
                      <a:pt x="307136" y="51442"/>
                    </a:cubicBezTo>
                    <a:cubicBezTo>
                      <a:pt x="307136" y="51442"/>
                      <a:pt x="307136" y="52185"/>
                      <a:pt x="307136" y="53672"/>
                    </a:cubicBezTo>
                    <a:cubicBezTo>
                      <a:pt x="307136" y="55158"/>
                      <a:pt x="307498" y="54786"/>
                      <a:pt x="308223" y="53672"/>
                    </a:cubicBezTo>
                    <a:cubicBezTo>
                      <a:pt x="308585" y="53300"/>
                      <a:pt x="309310" y="53300"/>
                      <a:pt x="310035" y="52557"/>
                    </a:cubicBezTo>
                    <a:cubicBezTo>
                      <a:pt x="310397" y="51814"/>
                      <a:pt x="310759" y="52928"/>
                      <a:pt x="311122" y="52557"/>
                    </a:cubicBezTo>
                    <a:cubicBezTo>
                      <a:pt x="311484" y="52557"/>
                      <a:pt x="311847" y="52928"/>
                      <a:pt x="312934" y="52928"/>
                    </a:cubicBezTo>
                    <a:cubicBezTo>
                      <a:pt x="314021" y="52928"/>
                      <a:pt x="313296" y="53300"/>
                      <a:pt x="314021" y="53300"/>
                    </a:cubicBezTo>
                    <a:cubicBezTo>
                      <a:pt x="314746" y="53300"/>
                      <a:pt x="314383" y="54043"/>
                      <a:pt x="314746" y="54043"/>
                    </a:cubicBezTo>
                    <a:cubicBezTo>
                      <a:pt x="315470" y="54415"/>
                      <a:pt x="315470" y="54786"/>
                      <a:pt x="316195" y="55901"/>
                    </a:cubicBezTo>
                    <a:cubicBezTo>
                      <a:pt x="316557" y="55901"/>
                      <a:pt x="316557" y="55901"/>
                      <a:pt x="317645" y="55158"/>
                    </a:cubicBezTo>
                    <a:cubicBezTo>
                      <a:pt x="318007" y="54786"/>
                      <a:pt x="318732" y="55529"/>
                      <a:pt x="319456" y="55158"/>
                    </a:cubicBezTo>
                    <a:cubicBezTo>
                      <a:pt x="320181" y="55158"/>
                      <a:pt x="320181" y="55901"/>
                      <a:pt x="320181" y="56272"/>
                    </a:cubicBezTo>
                    <a:cubicBezTo>
                      <a:pt x="319819" y="56644"/>
                      <a:pt x="319819" y="56644"/>
                      <a:pt x="320906" y="57759"/>
                    </a:cubicBezTo>
                    <a:cubicBezTo>
                      <a:pt x="320906" y="57759"/>
                      <a:pt x="321993" y="57015"/>
                      <a:pt x="322355" y="57759"/>
                    </a:cubicBezTo>
                    <a:cubicBezTo>
                      <a:pt x="323080" y="58502"/>
                      <a:pt x="322355" y="58502"/>
                      <a:pt x="322355" y="58502"/>
                    </a:cubicBezTo>
                    <a:cubicBezTo>
                      <a:pt x="322355" y="58502"/>
                      <a:pt x="321993" y="59245"/>
                      <a:pt x="321631" y="59616"/>
                    </a:cubicBezTo>
                    <a:cubicBezTo>
                      <a:pt x="321631" y="59988"/>
                      <a:pt x="321993" y="59988"/>
                      <a:pt x="322718" y="61474"/>
                    </a:cubicBezTo>
                    <a:cubicBezTo>
                      <a:pt x="322718" y="61474"/>
                      <a:pt x="322718" y="61474"/>
                      <a:pt x="323805" y="61846"/>
                    </a:cubicBezTo>
                    <a:cubicBezTo>
                      <a:pt x="323805" y="61846"/>
                      <a:pt x="324530" y="62589"/>
                      <a:pt x="324530" y="62589"/>
                    </a:cubicBezTo>
                    <a:cubicBezTo>
                      <a:pt x="324892" y="62589"/>
                      <a:pt x="324892" y="62960"/>
                      <a:pt x="324892" y="64075"/>
                    </a:cubicBezTo>
                    <a:cubicBezTo>
                      <a:pt x="324892" y="65190"/>
                      <a:pt x="325254" y="65190"/>
                      <a:pt x="325254" y="65190"/>
                    </a:cubicBezTo>
                    <a:cubicBezTo>
                      <a:pt x="325979" y="65190"/>
                      <a:pt x="324530" y="66304"/>
                      <a:pt x="324167" y="66676"/>
                    </a:cubicBezTo>
                    <a:cubicBezTo>
                      <a:pt x="323442" y="66676"/>
                      <a:pt x="322355" y="66676"/>
                      <a:pt x="321268" y="66304"/>
                    </a:cubicBezTo>
                    <a:cubicBezTo>
                      <a:pt x="321268" y="66304"/>
                      <a:pt x="320181" y="66304"/>
                      <a:pt x="319819" y="66304"/>
                    </a:cubicBezTo>
                    <a:cubicBezTo>
                      <a:pt x="319456" y="66304"/>
                      <a:pt x="318369" y="66676"/>
                      <a:pt x="316920" y="65561"/>
                    </a:cubicBezTo>
                    <a:cubicBezTo>
                      <a:pt x="316920" y="65190"/>
                      <a:pt x="316195" y="65190"/>
                      <a:pt x="316195" y="65190"/>
                    </a:cubicBezTo>
                    <a:cubicBezTo>
                      <a:pt x="316195" y="65190"/>
                      <a:pt x="315833" y="64447"/>
                      <a:pt x="315470" y="64075"/>
                    </a:cubicBezTo>
                    <a:cubicBezTo>
                      <a:pt x="315470" y="63332"/>
                      <a:pt x="315108" y="63332"/>
                      <a:pt x="315108" y="63332"/>
                    </a:cubicBezTo>
                    <a:cubicBezTo>
                      <a:pt x="315108" y="63332"/>
                      <a:pt x="315108" y="63332"/>
                      <a:pt x="314746" y="63332"/>
                    </a:cubicBezTo>
                    <a:cubicBezTo>
                      <a:pt x="314746" y="62960"/>
                      <a:pt x="314746" y="62589"/>
                      <a:pt x="313296" y="62589"/>
                    </a:cubicBezTo>
                    <a:cubicBezTo>
                      <a:pt x="311847" y="62589"/>
                      <a:pt x="313296" y="62589"/>
                      <a:pt x="312209" y="62589"/>
                    </a:cubicBezTo>
                    <a:cubicBezTo>
                      <a:pt x="312209" y="62589"/>
                      <a:pt x="312209" y="62589"/>
                      <a:pt x="311122" y="62589"/>
                    </a:cubicBezTo>
                    <a:cubicBezTo>
                      <a:pt x="311122" y="62589"/>
                      <a:pt x="311484" y="61846"/>
                      <a:pt x="311122" y="61846"/>
                    </a:cubicBezTo>
                    <a:cubicBezTo>
                      <a:pt x="310759" y="61474"/>
                      <a:pt x="310035" y="61103"/>
                      <a:pt x="310035" y="61103"/>
                    </a:cubicBezTo>
                    <a:cubicBezTo>
                      <a:pt x="308948" y="61103"/>
                      <a:pt x="309310" y="61474"/>
                      <a:pt x="308585" y="61474"/>
                    </a:cubicBezTo>
                    <a:cubicBezTo>
                      <a:pt x="308223" y="61474"/>
                      <a:pt x="308223" y="61103"/>
                      <a:pt x="307498" y="61103"/>
                    </a:cubicBezTo>
                    <a:cubicBezTo>
                      <a:pt x="307136" y="61103"/>
                      <a:pt x="307136" y="61474"/>
                      <a:pt x="306773" y="61103"/>
                    </a:cubicBezTo>
                    <a:cubicBezTo>
                      <a:pt x="306773" y="60731"/>
                      <a:pt x="306773" y="60359"/>
                      <a:pt x="306411" y="60359"/>
                    </a:cubicBezTo>
                    <a:cubicBezTo>
                      <a:pt x="306411" y="59988"/>
                      <a:pt x="305686" y="61103"/>
                      <a:pt x="304962" y="60731"/>
                    </a:cubicBezTo>
                    <a:cubicBezTo>
                      <a:pt x="304237" y="60359"/>
                      <a:pt x="303874" y="61103"/>
                      <a:pt x="303874" y="61103"/>
                    </a:cubicBezTo>
                    <a:cubicBezTo>
                      <a:pt x="303512" y="61103"/>
                      <a:pt x="302787" y="61846"/>
                      <a:pt x="302787" y="61846"/>
                    </a:cubicBezTo>
                    <a:cubicBezTo>
                      <a:pt x="302787" y="61846"/>
                      <a:pt x="302063" y="61474"/>
                      <a:pt x="301700" y="61474"/>
                    </a:cubicBezTo>
                    <a:cubicBezTo>
                      <a:pt x="301338" y="61474"/>
                      <a:pt x="300613" y="61846"/>
                      <a:pt x="299888" y="61846"/>
                    </a:cubicBezTo>
                    <a:cubicBezTo>
                      <a:pt x="299164" y="61846"/>
                      <a:pt x="299526" y="61846"/>
                      <a:pt x="299164" y="61474"/>
                    </a:cubicBezTo>
                    <a:cubicBezTo>
                      <a:pt x="298439" y="61103"/>
                      <a:pt x="298077" y="61103"/>
                      <a:pt x="298077" y="61103"/>
                    </a:cubicBezTo>
                    <a:cubicBezTo>
                      <a:pt x="297714" y="60731"/>
                      <a:pt x="296989" y="60731"/>
                      <a:pt x="296265" y="59988"/>
                    </a:cubicBezTo>
                    <a:cubicBezTo>
                      <a:pt x="295178" y="59245"/>
                      <a:pt x="296265" y="58873"/>
                      <a:pt x="296627" y="58130"/>
                    </a:cubicBezTo>
                    <a:cubicBezTo>
                      <a:pt x="296989" y="57387"/>
                      <a:pt x="297352" y="58130"/>
                      <a:pt x="298077" y="57759"/>
                    </a:cubicBezTo>
                    <a:cubicBezTo>
                      <a:pt x="298801" y="57387"/>
                      <a:pt x="299164" y="57759"/>
                      <a:pt x="299526" y="57387"/>
                    </a:cubicBezTo>
                    <a:cubicBezTo>
                      <a:pt x="300251" y="56644"/>
                      <a:pt x="300613" y="58130"/>
                      <a:pt x="300613" y="58130"/>
                    </a:cubicBezTo>
                    <a:cubicBezTo>
                      <a:pt x="300975" y="58130"/>
                      <a:pt x="301338" y="58502"/>
                      <a:pt x="301700" y="58502"/>
                    </a:cubicBezTo>
                    <a:cubicBezTo>
                      <a:pt x="302063" y="58130"/>
                      <a:pt x="302425" y="58502"/>
                      <a:pt x="302787" y="58502"/>
                    </a:cubicBezTo>
                    <a:cubicBezTo>
                      <a:pt x="303150" y="58130"/>
                      <a:pt x="302787" y="57387"/>
                      <a:pt x="302787" y="57387"/>
                    </a:cubicBezTo>
                    <a:cubicBezTo>
                      <a:pt x="302425" y="57387"/>
                      <a:pt x="301700" y="57387"/>
                      <a:pt x="301700" y="57387"/>
                    </a:cubicBezTo>
                    <a:cubicBezTo>
                      <a:pt x="301700" y="57015"/>
                      <a:pt x="302063" y="57387"/>
                      <a:pt x="302787" y="57015"/>
                    </a:cubicBezTo>
                    <a:cubicBezTo>
                      <a:pt x="303512" y="56644"/>
                      <a:pt x="303874" y="57387"/>
                      <a:pt x="303874" y="57387"/>
                    </a:cubicBezTo>
                    <a:cubicBezTo>
                      <a:pt x="303874" y="57387"/>
                      <a:pt x="303874" y="57015"/>
                      <a:pt x="303150" y="55901"/>
                    </a:cubicBezTo>
                    <a:cubicBezTo>
                      <a:pt x="303150" y="55529"/>
                      <a:pt x="301338" y="55901"/>
                      <a:pt x="301338" y="55901"/>
                    </a:cubicBezTo>
                    <a:cubicBezTo>
                      <a:pt x="301338" y="55529"/>
                      <a:pt x="300975" y="55529"/>
                      <a:pt x="300975" y="54786"/>
                    </a:cubicBezTo>
                    <a:cubicBezTo>
                      <a:pt x="300975" y="54415"/>
                      <a:pt x="301338" y="54786"/>
                      <a:pt x="301338" y="54043"/>
                    </a:cubicBezTo>
                    <a:cubicBezTo>
                      <a:pt x="301338" y="53672"/>
                      <a:pt x="300251" y="54043"/>
                      <a:pt x="300251" y="54043"/>
                    </a:cubicBezTo>
                    <a:cubicBezTo>
                      <a:pt x="299888" y="53672"/>
                      <a:pt x="299164" y="54043"/>
                      <a:pt x="299164" y="54043"/>
                    </a:cubicBezTo>
                    <a:cubicBezTo>
                      <a:pt x="299164" y="54043"/>
                      <a:pt x="299164" y="54043"/>
                      <a:pt x="298801" y="55158"/>
                    </a:cubicBezTo>
                    <a:cubicBezTo>
                      <a:pt x="298801" y="55158"/>
                      <a:pt x="298077" y="55529"/>
                      <a:pt x="297352" y="55158"/>
                    </a:cubicBezTo>
                    <a:cubicBezTo>
                      <a:pt x="296265" y="55158"/>
                      <a:pt x="296989" y="55158"/>
                      <a:pt x="296627" y="54786"/>
                    </a:cubicBezTo>
                    <a:cubicBezTo>
                      <a:pt x="295902" y="54043"/>
                      <a:pt x="296627" y="54786"/>
                      <a:pt x="296989" y="54043"/>
                    </a:cubicBezTo>
                    <a:cubicBezTo>
                      <a:pt x="297352" y="53300"/>
                      <a:pt x="296989" y="53672"/>
                      <a:pt x="296265" y="53300"/>
                    </a:cubicBezTo>
                    <a:cubicBezTo>
                      <a:pt x="295902" y="52928"/>
                      <a:pt x="295540" y="53300"/>
                      <a:pt x="294815" y="52928"/>
                    </a:cubicBezTo>
                    <a:cubicBezTo>
                      <a:pt x="293728" y="52928"/>
                      <a:pt x="293728" y="53300"/>
                      <a:pt x="293003" y="52185"/>
                    </a:cubicBezTo>
                    <a:cubicBezTo>
                      <a:pt x="292641" y="51814"/>
                      <a:pt x="293003" y="51442"/>
                      <a:pt x="293366" y="50699"/>
                    </a:cubicBezTo>
                    <a:cubicBezTo>
                      <a:pt x="293728" y="50328"/>
                      <a:pt x="294453" y="49956"/>
                      <a:pt x="294815" y="49956"/>
                    </a:cubicBezTo>
                    <a:cubicBezTo>
                      <a:pt x="295178" y="49956"/>
                      <a:pt x="295902" y="49956"/>
                      <a:pt x="296627" y="49956"/>
                    </a:cubicBezTo>
                    <a:cubicBezTo>
                      <a:pt x="296989" y="49956"/>
                      <a:pt x="297714" y="49956"/>
                      <a:pt x="298801" y="49584"/>
                    </a:cubicBezTo>
                    <a:close/>
                    <a:moveTo>
                      <a:pt x="1079194" y="43260"/>
                    </a:moveTo>
                    <a:cubicBezTo>
                      <a:pt x="1079618" y="43260"/>
                      <a:pt x="1080041" y="43260"/>
                      <a:pt x="1080041" y="44847"/>
                    </a:cubicBezTo>
                    <a:cubicBezTo>
                      <a:pt x="1079618" y="46038"/>
                      <a:pt x="1079194" y="45641"/>
                      <a:pt x="1077924" y="45641"/>
                    </a:cubicBezTo>
                    <a:cubicBezTo>
                      <a:pt x="1076231" y="45641"/>
                      <a:pt x="1076231" y="45244"/>
                      <a:pt x="1074961" y="44450"/>
                    </a:cubicBezTo>
                    <a:cubicBezTo>
                      <a:pt x="1073691" y="43657"/>
                      <a:pt x="1077501" y="43657"/>
                      <a:pt x="1075384" y="43657"/>
                    </a:cubicBezTo>
                    <a:cubicBezTo>
                      <a:pt x="1075384" y="43657"/>
                      <a:pt x="1078348" y="42863"/>
                      <a:pt x="1079194" y="43260"/>
                    </a:cubicBezTo>
                    <a:close/>
                    <a:moveTo>
                      <a:pt x="1038661" y="43260"/>
                    </a:moveTo>
                    <a:cubicBezTo>
                      <a:pt x="1039507" y="42863"/>
                      <a:pt x="1039507" y="43260"/>
                      <a:pt x="1039931" y="43657"/>
                    </a:cubicBezTo>
                    <a:cubicBezTo>
                      <a:pt x="1040354" y="44053"/>
                      <a:pt x="1040354" y="45244"/>
                      <a:pt x="1040354" y="45641"/>
                    </a:cubicBezTo>
                    <a:cubicBezTo>
                      <a:pt x="1040354" y="45641"/>
                      <a:pt x="1039507" y="45641"/>
                      <a:pt x="1039084" y="45641"/>
                    </a:cubicBezTo>
                    <a:cubicBezTo>
                      <a:pt x="1038661" y="45641"/>
                      <a:pt x="1037814" y="46038"/>
                      <a:pt x="1037391" y="45641"/>
                    </a:cubicBezTo>
                    <a:cubicBezTo>
                      <a:pt x="1036544" y="45641"/>
                      <a:pt x="1036544" y="45641"/>
                      <a:pt x="1035697" y="45244"/>
                    </a:cubicBezTo>
                    <a:cubicBezTo>
                      <a:pt x="1035274" y="45244"/>
                      <a:pt x="1034851" y="45244"/>
                      <a:pt x="1034427" y="44847"/>
                    </a:cubicBezTo>
                    <a:cubicBezTo>
                      <a:pt x="1034004" y="44847"/>
                      <a:pt x="1034427" y="44847"/>
                      <a:pt x="1035274" y="44450"/>
                    </a:cubicBezTo>
                    <a:cubicBezTo>
                      <a:pt x="1035697" y="44450"/>
                      <a:pt x="1036544" y="44450"/>
                      <a:pt x="1036544" y="44053"/>
                    </a:cubicBezTo>
                    <a:cubicBezTo>
                      <a:pt x="1036544" y="43657"/>
                      <a:pt x="1037814" y="43657"/>
                      <a:pt x="1038661" y="43260"/>
                    </a:cubicBezTo>
                    <a:close/>
                    <a:moveTo>
                      <a:pt x="872765" y="43229"/>
                    </a:moveTo>
                    <a:cubicBezTo>
                      <a:pt x="873126" y="42863"/>
                      <a:pt x="873846" y="43229"/>
                      <a:pt x="874206" y="43229"/>
                    </a:cubicBezTo>
                    <a:cubicBezTo>
                      <a:pt x="874206" y="43229"/>
                      <a:pt x="874567" y="43596"/>
                      <a:pt x="874927" y="43596"/>
                    </a:cubicBezTo>
                    <a:cubicBezTo>
                      <a:pt x="875287" y="43962"/>
                      <a:pt x="875287" y="44328"/>
                      <a:pt x="875287" y="44328"/>
                    </a:cubicBezTo>
                    <a:cubicBezTo>
                      <a:pt x="875287" y="44328"/>
                      <a:pt x="876008" y="44328"/>
                      <a:pt x="876368" y="43962"/>
                    </a:cubicBezTo>
                    <a:cubicBezTo>
                      <a:pt x="876728" y="43962"/>
                      <a:pt x="877449" y="43962"/>
                      <a:pt x="877809" y="43962"/>
                    </a:cubicBezTo>
                    <a:cubicBezTo>
                      <a:pt x="877809" y="43962"/>
                      <a:pt x="879250" y="44695"/>
                      <a:pt x="879611" y="44695"/>
                    </a:cubicBezTo>
                    <a:cubicBezTo>
                      <a:pt x="879971" y="45061"/>
                      <a:pt x="881412" y="46526"/>
                      <a:pt x="881772" y="46893"/>
                    </a:cubicBezTo>
                    <a:cubicBezTo>
                      <a:pt x="882133" y="47259"/>
                      <a:pt x="882133" y="47625"/>
                      <a:pt x="882133" y="47625"/>
                    </a:cubicBezTo>
                    <a:cubicBezTo>
                      <a:pt x="882133" y="47992"/>
                      <a:pt x="881772" y="48358"/>
                      <a:pt x="881412" y="48724"/>
                    </a:cubicBezTo>
                    <a:cubicBezTo>
                      <a:pt x="881412" y="49091"/>
                      <a:pt x="881412" y="49091"/>
                      <a:pt x="881052" y="49457"/>
                    </a:cubicBezTo>
                    <a:cubicBezTo>
                      <a:pt x="881052" y="49823"/>
                      <a:pt x="881052" y="49823"/>
                      <a:pt x="881052" y="50190"/>
                    </a:cubicBezTo>
                    <a:cubicBezTo>
                      <a:pt x="881052" y="50922"/>
                      <a:pt x="881772" y="50922"/>
                      <a:pt x="882133" y="50556"/>
                    </a:cubicBezTo>
                    <a:cubicBezTo>
                      <a:pt x="882493" y="50190"/>
                      <a:pt x="882133" y="50556"/>
                      <a:pt x="882133" y="50190"/>
                    </a:cubicBezTo>
                    <a:cubicBezTo>
                      <a:pt x="882493" y="49823"/>
                      <a:pt x="882493" y="49457"/>
                      <a:pt x="882493" y="49091"/>
                    </a:cubicBezTo>
                    <a:cubicBezTo>
                      <a:pt x="882853" y="48724"/>
                      <a:pt x="882853" y="48724"/>
                      <a:pt x="883574" y="48358"/>
                    </a:cubicBezTo>
                    <a:cubicBezTo>
                      <a:pt x="883934" y="47992"/>
                      <a:pt x="883934" y="48358"/>
                      <a:pt x="884294" y="48358"/>
                    </a:cubicBezTo>
                    <a:cubicBezTo>
                      <a:pt x="884655" y="48358"/>
                      <a:pt x="885015" y="48724"/>
                      <a:pt x="885015" y="48724"/>
                    </a:cubicBezTo>
                    <a:cubicBezTo>
                      <a:pt x="885375" y="48724"/>
                      <a:pt x="885375" y="49457"/>
                      <a:pt x="885736" y="49457"/>
                    </a:cubicBezTo>
                    <a:cubicBezTo>
                      <a:pt x="886096" y="49457"/>
                      <a:pt x="886096" y="49823"/>
                      <a:pt x="886096" y="50190"/>
                    </a:cubicBezTo>
                    <a:cubicBezTo>
                      <a:pt x="886456" y="50190"/>
                      <a:pt x="886456" y="50556"/>
                      <a:pt x="886096" y="50922"/>
                    </a:cubicBezTo>
                    <a:cubicBezTo>
                      <a:pt x="886096" y="50922"/>
                      <a:pt x="886096" y="51289"/>
                      <a:pt x="886096" y="51655"/>
                    </a:cubicBezTo>
                    <a:cubicBezTo>
                      <a:pt x="886096" y="52022"/>
                      <a:pt x="886096" y="52022"/>
                      <a:pt x="886096" y="52388"/>
                    </a:cubicBezTo>
                    <a:cubicBezTo>
                      <a:pt x="885736" y="52388"/>
                      <a:pt x="886096" y="52754"/>
                      <a:pt x="886456" y="52754"/>
                    </a:cubicBezTo>
                    <a:cubicBezTo>
                      <a:pt x="886456" y="52754"/>
                      <a:pt x="886096" y="53487"/>
                      <a:pt x="886816" y="53121"/>
                    </a:cubicBezTo>
                    <a:cubicBezTo>
                      <a:pt x="887177" y="53121"/>
                      <a:pt x="887177" y="53487"/>
                      <a:pt x="887537" y="53487"/>
                    </a:cubicBezTo>
                    <a:cubicBezTo>
                      <a:pt x="887537" y="53487"/>
                      <a:pt x="887897" y="53487"/>
                      <a:pt x="888618" y="53121"/>
                    </a:cubicBezTo>
                    <a:cubicBezTo>
                      <a:pt x="889338" y="52754"/>
                      <a:pt x="888618" y="53121"/>
                      <a:pt x="889699" y="53121"/>
                    </a:cubicBezTo>
                    <a:cubicBezTo>
                      <a:pt x="890419" y="53121"/>
                      <a:pt x="890059" y="53121"/>
                      <a:pt x="890419" y="53487"/>
                    </a:cubicBezTo>
                    <a:cubicBezTo>
                      <a:pt x="890419" y="53487"/>
                      <a:pt x="890419" y="53487"/>
                      <a:pt x="890779" y="53487"/>
                    </a:cubicBezTo>
                    <a:cubicBezTo>
                      <a:pt x="890779" y="53853"/>
                      <a:pt x="890779" y="53853"/>
                      <a:pt x="891140" y="54220"/>
                    </a:cubicBezTo>
                    <a:cubicBezTo>
                      <a:pt x="891500" y="54220"/>
                      <a:pt x="891500" y="54586"/>
                      <a:pt x="891860" y="54586"/>
                    </a:cubicBezTo>
                    <a:cubicBezTo>
                      <a:pt x="891860" y="54586"/>
                      <a:pt x="892221" y="54586"/>
                      <a:pt x="892581" y="54220"/>
                    </a:cubicBezTo>
                    <a:cubicBezTo>
                      <a:pt x="892581" y="54220"/>
                      <a:pt x="892581" y="54220"/>
                      <a:pt x="893301" y="53853"/>
                    </a:cubicBezTo>
                    <a:cubicBezTo>
                      <a:pt x="894022" y="53487"/>
                      <a:pt x="893662" y="54220"/>
                      <a:pt x="894022" y="54220"/>
                    </a:cubicBezTo>
                    <a:cubicBezTo>
                      <a:pt x="894382" y="54586"/>
                      <a:pt x="894382" y="54586"/>
                      <a:pt x="894382" y="54952"/>
                    </a:cubicBezTo>
                    <a:cubicBezTo>
                      <a:pt x="894382" y="54952"/>
                      <a:pt x="894022" y="55319"/>
                      <a:pt x="894022" y="55319"/>
                    </a:cubicBezTo>
                    <a:cubicBezTo>
                      <a:pt x="894022" y="55685"/>
                      <a:pt x="894743" y="55685"/>
                      <a:pt x="894743" y="56051"/>
                    </a:cubicBezTo>
                    <a:cubicBezTo>
                      <a:pt x="894743" y="56051"/>
                      <a:pt x="895103" y="56051"/>
                      <a:pt x="896184" y="56051"/>
                    </a:cubicBezTo>
                    <a:cubicBezTo>
                      <a:pt x="896904" y="56418"/>
                      <a:pt x="897265" y="56051"/>
                      <a:pt x="897985" y="56418"/>
                    </a:cubicBezTo>
                    <a:cubicBezTo>
                      <a:pt x="898345" y="56418"/>
                      <a:pt x="898345" y="56784"/>
                      <a:pt x="898345" y="56418"/>
                    </a:cubicBezTo>
                    <a:cubicBezTo>
                      <a:pt x="898706" y="56418"/>
                      <a:pt x="898706" y="57150"/>
                      <a:pt x="899066" y="57517"/>
                    </a:cubicBezTo>
                    <a:cubicBezTo>
                      <a:pt x="899066" y="57517"/>
                      <a:pt x="899066" y="57883"/>
                      <a:pt x="898706" y="58249"/>
                    </a:cubicBezTo>
                    <a:cubicBezTo>
                      <a:pt x="898345" y="58982"/>
                      <a:pt x="897985" y="58616"/>
                      <a:pt x="897985" y="58616"/>
                    </a:cubicBezTo>
                    <a:cubicBezTo>
                      <a:pt x="897625" y="58616"/>
                      <a:pt x="897265" y="58616"/>
                      <a:pt x="896544" y="58616"/>
                    </a:cubicBezTo>
                    <a:cubicBezTo>
                      <a:pt x="895823" y="58616"/>
                      <a:pt x="896184" y="58616"/>
                      <a:pt x="896184" y="58616"/>
                    </a:cubicBezTo>
                    <a:cubicBezTo>
                      <a:pt x="895823" y="58616"/>
                      <a:pt x="895463" y="58982"/>
                      <a:pt x="895103" y="58982"/>
                    </a:cubicBezTo>
                    <a:cubicBezTo>
                      <a:pt x="895103" y="58616"/>
                      <a:pt x="894743" y="58982"/>
                      <a:pt x="894382" y="59348"/>
                    </a:cubicBezTo>
                    <a:cubicBezTo>
                      <a:pt x="894382" y="59348"/>
                      <a:pt x="894022" y="59348"/>
                      <a:pt x="893662" y="59348"/>
                    </a:cubicBezTo>
                    <a:cubicBezTo>
                      <a:pt x="893301" y="59715"/>
                      <a:pt x="891860" y="59715"/>
                      <a:pt x="891500" y="59715"/>
                    </a:cubicBezTo>
                    <a:cubicBezTo>
                      <a:pt x="890779" y="59715"/>
                      <a:pt x="890779" y="59715"/>
                      <a:pt x="890779" y="59715"/>
                    </a:cubicBezTo>
                    <a:cubicBezTo>
                      <a:pt x="890419" y="60081"/>
                      <a:pt x="890419" y="60081"/>
                      <a:pt x="890059" y="60081"/>
                    </a:cubicBezTo>
                    <a:cubicBezTo>
                      <a:pt x="890059" y="60081"/>
                      <a:pt x="889699" y="60447"/>
                      <a:pt x="889699" y="60447"/>
                    </a:cubicBezTo>
                    <a:cubicBezTo>
                      <a:pt x="889338" y="60814"/>
                      <a:pt x="889338" y="60814"/>
                      <a:pt x="888257" y="60814"/>
                    </a:cubicBezTo>
                    <a:cubicBezTo>
                      <a:pt x="887177" y="61180"/>
                      <a:pt x="887897" y="61180"/>
                      <a:pt x="887537" y="61547"/>
                    </a:cubicBezTo>
                    <a:cubicBezTo>
                      <a:pt x="887177" y="61913"/>
                      <a:pt x="887537" y="62279"/>
                      <a:pt x="887537" y="62646"/>
                    </a:cubicBezTo>
                    <a:cubicBezTo>
                      <a:pt x="887537" y="63012"/>
                      <a:pt x="887177" y="64111"/>
                      <a:pt x="887177" y="64111"/>
                    </a:cubicBezTo>
                    <a:cubicBezTo>
                      <a:pt x="887177" y="64111"/>
                      <a:pt x="886816" y="65210"/>
                      <a:pt x="886816" y="65210"/>
                    </a:cubicBezTo>
                    <a:cubicBezTo>
                      <a:pt x="886816" y="65210"/>
                      <a:pt x="886456" y="65576"/>
                      <a:pt x="885015" y="65943"/>
                    </a:cubicBezTo>
                    <a:cubicBezTo>
                      <a:pt x="883574" y="66309"/>
                      <a:pt x="885015" y="65943"/>
                      <a:pt x="884655" y="66675"/>
                    </a:cubicBezTo>
                    <a:cubicBezTo>
                      <a:pt x="884294" y="67408"/>
                      <a:pt x="884655" y="67042"/>
                      <a:pt x="884655" y="67408"/>
                    </a:cubicBezTo>
                    <a:cubicBezTo>
                      <a:pt x="884655" y="67408"/>
                      <a:pt x="884655" y="67774"/>
                      <a:pt x="884655" y="68141"/>
                    </a:cubicBezTo>
                    <a:cubicBezTo>
                      <a:pt x="884655" y="68507"/>
                      <a:pt x="884655" y="68873"/>
                      <a:pt x="884655" y="68873"/>
                    </a:cubicBezTo>
                    <a:cubicBezTo>
                      <a:pt x="885015" y="69240"/>
                      <a:pt x="884294" y="69606"/>
                      <a:pt x="884294" y="69972"/>
                    </a:cubicBezTo>
                    <a:cubicBezTo>
                      <a:pt x="884294" y="70339"/>
                      <a:pt x="883934" y="70339"/>
                      <a:pt x="883934" y="70705"/>
                    </a:cubicBezTo>
                    <a:cubicBezTo>
                      <a:pt x="883574" y="70705"/>
                      <a:pt x="883214" y="70705"/>
                      <a:pt x="883214" y="70705"/>
                    </a:cubicBezTo>
                    <a:cubicBezTo>
                      <a:pt x="882853" y="71072"/>
                      <a:pt x="882493" y="71072"/>
                      <a:pt x="882133" y="71072"/>
                    </a:cubicBezTo>
                    <a:cubicBezTo>
                      <a:pt x="881772" y="71072"/>
                      <a:pt x="881772" y="71072"/>
                      <a:pt x="881772" y="71438"/>
                    </a:cubicBezTo>
                    <a:cubicBezTo>
                      <a:pt x="881412" y="71438"/>
                      <a:pt x="881052" y="71804"/>
                      <a:pt x="881052" y="71804"/>
                    </a:cubicBezTo>
                    <a:cubicBezTo>
                      <a:pt x="881052" y="72171"/>
                      <a:pt x="880692" y="72537"/>
                      <a:pt x="880692" y="72903"/>
                    </a:cubicBezTo>
                    <a:cubicBezTo>
                      <a:pt x="880692" y="73270"/>
                      <a:pt x="880331" y="74002"/>
                      <a:pt x="880331" y="74002"/>
                    </a:cubicBezTo>
                    <a:cubicBezTo>
                      <a:pt x="879971" y="74369"/>
                      <a:pt x="879971" y="74735"/>
                      <a:pt x="879611" y="74735"/>
                    </a:cubicBezTo>
                    <a:cubicBezTo>
                      <a:pt x="879611" y="75101"/>
                      <a:pt x="878890" y="75834"/>
                      <a:pt x="878530" y="76567"/>
                    </a:cubicBezTo>
                    <a:cubicBezTo>
                      <a:pt x="878170" y="77299"/>
                      <a:pt x="878170" y="76933"/>
                      <a:pt x="877809" y="78032"/>
                    </a:cubicBezTo>
                    <a:cubicBezTo>
                      <a:pt x="877449" y="79497"/>
                      <a:pt x="877809" y="78398"/>
                      <a:pt x="877809" y="79131"/>
                    </a:cubicBezTo>
                    <a:cubicBezTo>
                      <a:pt x="877809" y="79497"/>
                      <a:pt x="877809" y="79864"/>
                      <a:pt x="877809" y="80230"/>
                    </a:cubicBezTo>
                    <a:cubicBezTo>
                      <a:pt x="877809" y="80230"/>
                      <a:pt x="877449" y="80597"/>
                      <a:pt x="877089" y="80597"/>
                    </a:cubicBezTo>
                    <a:cubicBezTo>
                      <a:pt x="876728" y="80963"/>
                      <a:pt x="876368" y="80963"/>
                      <a:pt x="876008" y="80963"/>
                    </a:cubicBezTo>
                    <a:cubicBezTo>
                      <a:pt x="876008" y="80597"/>
                      <a:pt x="875648" y="80963"/>
                      <a:pt x="875287" y="80597"/>
                    </a:cubicBezTo>
                    <a:cubicBezTo>
                      <a:pt x="875287" y="80597"/>
                      <a:pt x="874567" y="80597"/>
                      <a:pt x="874567" y="80597"/>
                    </a:cubicBezTo>
                    <a:cubicBezTo>
                      <a:pt x="874206" y="80597"/>
                      <a:pt x="874206" y="80597"/>
                      <a:pt x="873846" y="80230"/>
                    </a:cubicBezTo>
                    <a:cubicBezTo>
                      <a:pt x="873846" y="79864"/>
                      <a:pt x="873846" y="79864"/>
                      <a:pt x="873486" y="79497"/>
                    </a:cubicBezTo>
                    <a:cubicBezTo>
                      <a:pt x="873486" y="79131"/>
                      <a:pt x="873126" y="79497"/>
                      <a:pt x="872405" y="78765"/>
                    </a:cubicBezTo>
                    <a:cubicBezTo>
                      <a:pt x="872045" y="78032"/>
                      <a:pt x="872405" y="78398"/>
                      <a:pt x="872045" y="78032"/>
                    </a:cubicBezTo>
                    <a:cubicBezTo>
                      <a:pt x="872045" y="78032"/>
                      <a:pt x="871684" y="78032"/>
                      <a:pt x="871324" y="78032"/>
                    </a:cubicBezTo>
                    <a:cubicBezTo>
                      <a:pt x="870604" y="78032"/>
                      <a:pt x="870964" y="78032"/>
                      <a:pt x="870604" y="78032"/>
                    </a:cubicBezTo>
                    <a:cubicBezTo>
                      <a:pt x="870243" y="77666"/>
                      <a:pt x="869883" y="77299"/>
                      <a:pt x="869883" y="77299"/>
                    </a:cubicBezTo>
                    <a:cubicBezTo>
                      <a:pt x="869883" y="76933"/>
                      <a:pt x="869883" y="76933"/>
                      <a:pt x="870243" y="76567"/>
                    </a:cubicBezTo>
                    <a:cubicBezTo>
                      <a:pt x="870243" y="76200"/>
                      <a:pt x="870243" y="76567"/>
                      <a:pt x="870604" y="76567"/>
                    </a:cubicBezTo>
                    <a:cubicBezTo>
                      <a:pt x="870604" y="76200"/>
                      <a:pt x="871684" y="76567"/>
                      <a:pt x="871684" y="76567"/>
                    </a:cubicBezTo>
                    <a:cubicBezTo>
                      <a:pt x="871684" y="76567"/>
                      <a:pt x="872405" y="76567"/>
                      <a:pt x="872765" y="76567"/>
                    </a:cubicBezTo>
                    <a:cubicBezTo>
                      <a:pt x="873126" y="76200"/>
                      <a:pt x="873846" y="76200"/>
                      <a:pt x="873846" y="75834"/>
                    </a:cubicBezTo>
                    <a:cubicBezTo>
                      <a:pt x="873846" y="75834"/>
                      <a:pt x="873486" y="75834"/>
                      <a:pt x="873486" y="75834"/>
                    </a:cubicBezTo>
                    <a:cubicBezTo>
                      <a:pt x="873486" y="75834"/>
                      <a:pt x="872405" y="75468"/>
                      <a:pt x="872405" y="75468"/>
                    </a:cubicBezTo>
                    <a:cubicBezTo>
                      <a:pt x="872045" y="75468"/>
                      <a:pt x="871684" y="75468"/>
                      <a:pt x="871684" y="75468"/>
                    </a:cubicBezTo>
                    <a:cubicBezTo>
                      <a:pt x="871684" y="75468"/>
                      <a:pt x="871684" y="75468"/>
                      <a:pt x="871324" y="75468"/>
                    </a:cubicBezTo>
                    <a:cubicBezTo>
                      <a:pt x="871324" y="75468"/>
                      <a:pt x="870604" y="75834"/>
                      <a:pt x="870243" y="75834"/>
                    </a:cubicBezTo>
                    <a:cubicBezTo>
                      <a:pt x="870243" y="75468"/>
                      <a:pt x="869883" y="75834"/>
                      <a:pt x="869523" y="75834"/>
                    </a:cubicBezTo>
                    <a:cubicBezTo>
                      <a:pt x="869523" y="75834"/>
                      <a:pt x="869162" y="75834"/>
                      <a:pt x="868442" y="75834"/>
                    </a:cubicBezTo>
                    <a:cubicBezTo>
                      <a:pt x="868082" y="75468"/>
                      <a:pt x="867721" y="75468"/>
                      <a:pt x="867721" y="75101"/>
                    </a:cubicBezTo>
                    <a:cubicBezTo>
                      <a:pt x="867361" y="75101"/>
                      <a:pt x="867361" y="75101"/>
                      <a:pt x="867361" y="75101"/>
                    </a:cubicBezTo>
                    <a:cubicBezTo>
                      <a:pt x="867001" y="74735"/>
                      <a:pt x="867001" y="74735"/>
                      <a:pt x="866640" y="74369"/>
                    </a:cubicBezTo>
                    <a:cubicBezTo>
                      <a:pt x="865920" y="74369"/>
                      <a:pt x="865560" y="74369"/>
                      <a:pt x="865560" y="74369"/>
                    </a:cubicBezTo>
                    <a:cubicBezTo>
                      <a:pt x="865560" y="74369"/>
                      <a:pt x="864839" y="74369"/>
                      <a:pt x="864839" y="74369"/>
                    </a:cubicBezTo>
                    <a:cubicBezTo>
                      <a:pt x="864839" y="74369"/>
                      <a:pt x="864118" y="74002"/>
                      <a:pt x="864118" y="73636"/>
                    </a:cubicBezTo>
                    <a:cubicBezTo>
                      <a:pt x="864118" y="73270"/>
                      <a:pt x="863758" y="73270"/>
                      <a:pt x="863398" y="72903"/>
                    </a:cubicBezTo>
                    <a:cubicBezTo>
                      <a:pt x="863038" y="72537"/>
                      <a:pt x="862677" y="72903"/>
                      <a:pt x="862317" y="72537"/>
                    </a:cubicBezTo>
                    <a:cubicBezTo>
                      <a:pt x="861957" y="72171"/>
                      <a:pt x="861957" y="72171"/>
                      <a:pt x="861957" y="71438"/>
                    </a:cubicBezTo>
                    <a:cubicBezTo>
                      <a:pt x="861957" y="71072"/>
                      <a:pt x="861957" y="71072"/>
                      <a:pt x="862317" y="70705"/>
                    </a:cubicBezTo>
                    <a:cubicBezTo>
                      <a:pt x="862677" y="70339"/>
                      <a:pt x="862677" y="70705"/>
                      <a:pt x="862677" y="70339"/>
                    </a:cubicBezTo>
                    <a:cubicBezTo>
                      <a:pt x="863038" y="70339"/>
                      <a:pt x="863038" y="70339"/>
                      <a:pt x="863758" y="69972"/>
                    </a:cubicBezTo>
                    <a:cubicBezTo>
                      <a:pt x="864118" y="69606"/>
                      <a:pt x="864479" y="69972"/>
                      <a:pt x="864118" y="70339"/>
                    </a:cubicBezTo>
                    <a:cubicBezTo>
                      <a:pt x="864479" y="69972"/>
                      <a:pt x="864479" y="69972"/>
                      <a:pt x="864479" y="69972"/>
                    </a:cubicBezTo>
                    <a:cubicBezTo>
                      <a:pt x="864839" y="69972"/>
                      <a:pt x="865199" y="70339"/>
                      <a:pt x="865199" y="70339"/>
                    </a:cubicBezTo>
                    <a:cubicBezTo>
                      <a:pt x="865560" y="70339"/>
                      <a:pt x="865560" y="70705"/>
                      <a:pt x="865920" y="70705"/>
                    </a:cubicBezTo>
                    <a:cubicBezTo>
                      <a:pt x="866280" y="71072"/>
                      <a:pt x="866280" y="70705"/>
                      <a:pt x="866640" y="70705"/>
                    </a:cubicBezTo>
                    <a:cubicBezTo>
                      <a:pt x="866640" y="70705"/>
                      <a:pt x="867721" y="70705"/>
                      <a:pt x="867721" y="70705"/>
                    </a:cubicBezTo>
                    <a:cubicBezTo>
                      <a:pt x="867721" y="70705"/>
                      <a:pt x="867721" y="70339"/>
                      <a:pt x="867361" y="70339"/>
                    </a:cubicBezTo>
                    <a:cubicBezTo>
                      <a:pt x="867361" y="70339"/>
                      <a:pt x="867361" y="69972"/>
                      <a:pt x="867361" y="69606"/>
                    </a:cubicBezTo>
                    <a:cubicBezTo>
                      <a:pt x="867361" y="69240"/>
                      <a:pt x="867361" y="69240"/>
                      <a:pt x="867721" y="68873"/>
                    </a:cubicBezTo>
                    <a:cubicBezTo>
                      <a:pt x="868082" y="68873"/>
                      <a:pt x="868442" y="68873"/>
                      <a:pt x="868802" y="68507"/>
                    </a:cubicBezTo>
                    <a:cubicBezTo>
                      <a:pt x="869523" y="68507"/>
                      <a:pt x="869523" y="68507"/>
                      <a:pt x="870604" y="68873"/>
                    </a:cubicBezTo>
                    <a:cubicBezTo>
                      <a:pt x="872045" y="68873"/>
                      <a:pt x="871324" y="68873"/>
                      <a:pt x="871684" y="68141"/>
                    </a:cubicBezTo>
                    <a:cubicBezTo>
                      <a:pt x="872045" y="67774"/>
                      <a:pt x="872045" y="68507"/>
                      <a:pt x="872405" y="68141"/>
                    </a:cubicBezTo>
                    <a:cubicBezTo>
                      <a:pt x="873126" y="67774"/>
                      <a:pt x="872765" y="68141"/>
                      <a:pt x="873846" y="67774"/>
                    </a:cubicBezTo>
                    <a:cubicBezTo>
                      <a:pt x="874927" y="67774"/>
                      <a:pt x="874567" y="68141"/>
                      <a:pt x="874567" y="68141"/>
                    </a:cubicBezTo>
                    <a:cubicBezTo>
                      <a:pt x="874567" y="68141"/>
                      <a:pt x="875287" y="67774"/>
                      <a:pt x="875287" y="67408"/>
                    </a:cubicBezTo>
                    <a:cubicBezTo>
                      <a:pt x="875287" y="67042"/>
                      <a:pt x="874206" y="67774"/>
                      <a:pt x="874206" y="67774"/>
                    </a:cubicBezTo>
                    <a:cubicBezTo>
                      <a:pt x="874206" y="67774"/>
                      <a:pt x="873486" y="67774"/>
                      <a:pt x="873126" y="67408"/>
                    </a:cubicBezTo>
                    <a:cubicBezTo>
                      <a:pt x="872765" y="67408"/>
                      <a:pt x="872405" y="67774"/>
                      <a:pt x="872045" y="67774"/>
                    </a:cubicBezTo>
                    <a:cubicBezTo>
                      <a:pt x="871684" y="67774"/>
                      <a:pt x="871684" y="67774"/>
                      <a:pt x="871324" y="67774"/>
                    </a:cubicBezTo>
                    <a:cubicBezTo>
                      <a:pt x="871324" y="67774"/>
                      <a:pt x="871324" y="67774"/>
                      <a:pt x="870964" y="67774"/>
                    </a:cubicBezTo>
                    <a:cubicBezTo>
                      <a:pt x="870604" y="67408"/>
                      <a:pt x="870604" y="67774"/>
                      <a:pt x="870604" y="67408"/>
                    </a:cubicBezTo>
                    <a:cubicBezTo>
                      <a:pt x="870243" y="67408"/>
                      <a:pt x="869883" y="67408"/>
                      <a:pt x="869523" y="67408"/>
                    </a:cubicBezTo>
                    <a:cubicBezTo>
                      <a:pt x="869162" y="67408"/>
                      <a:pt x="869162" y="67774"/>
                      <a:pt x="868802" y="67774"/>
                    </a:cubicBezTo>
                    <a:cubicBezTo>
                      <a:pt x="868082" y="68141"/>
                      <a:pt x="868802" y="67774"/>
                      <a:pt x="868442" y="68141"/>
                    </a:cubicBezTo>
                    <a:cubicBezTo>
                      <a:pt x="867721" y="68141"/>
                      <a:pt x="867361" y="68141"/>
                      <a:pt x="867361" y="68141"/>
                    </a:cubicBezTo>
                    <a:cubicBezTo>
                      <a:pt x="867361" y="68141"/>
                      <a:pt x="866640" y="68141"/>
                      <a:pt x="866640" y="68141"/>
                    </a:cubicBezTo>
                    <a:cubicBezTo>
                      <a:pt x="866640" y="68141"/>
                      <a:pt x="865560" y="68141"/>
                      <a:pt x="865199" y="68141"/>
                    </a:cubicBezTo>
                    <a:cubicBezTo>
                      <a:pt x="864839" y="68141"/>
                      <a:pt x="864118" y="68141"/>
                      <a:pt x="864118" y="68141"/>
                    </a:cubicBezTo>
                    <a:cubicBezTo>
                      <a:pt x="863758" y="68507"/>
                      <a:pt x="863398" y="68873"/>
                      <a:pt x="863038" y="68873"/>
                    </a:cubicBezTo>
                    <a:cubicBezTo>
                      <a:pt x="862677" y="69240"/>
                      <a:pt x="862317" y="69240"/>
                      <a:pt x="861596" y="68507"/>
                    </a:cubicBezTo>
                    <a:cubicBezTo>
                      <a:pt x="860876" y="68141"/>
                      <a:pt x="861236" y="67408"/>
                      <a:pt x="861236" y="66309"/>
                    </a:cubicBezTo>
                    <a:cubicBezTo>
                      <a:pt x="861596" y="65210"/>
                      <a:pt x="861236" y="65576"/>
                      <a:pt x="861596" y="65210"/>
                    </a:cubicBezTo>
                    <a:cubicBezTo>
                      <a:pt x="861957" y="64844"/>
                      <a:pt x="862317" y="64844"/>
                      <a:pt x="862317" y="64844"/>
                    </a:cubicBezTo>
                    <a:cubicBezTo>
                      <a:pt x="862677" y="64477"/>
                      <a:pt x="862677" y="64844"/>
                      <a:pt x="863398" y="64844"/>
                    </a:cubicBezTo>
                    <a:cubicBezTo>
                      <a:pt x="863758" y="65210"/>
                      <a:pt x="863758" y="65210"/>
                      <a:pt x="863758" y="64844"/>
                    </a:cubicBezTo>
                    <a:cubicBezTo>
                      <a:pt x="864118" y="64844"/>
                      <a:pt x="864479" y="64844"/>
                      <a:pt x="864839" y="64844"/>
                    </a:cubicBezTo>
                    <a:cubicBezTo>
                      <a:pt x="865199" y="64477"/>
                      <a:pt x="865560" y="64477"/>
                      <a:pt x="865920" y="64477"/>
                    </a:cubicBezTo>
                    <a:cubicBezTo>
                      <a:pt x="866280" y="64477"/>
                      <a:pt x="866640" y="64844"/>
                      <a:pt x="867001" y="64844"/>
                    </a:cubicBezTo>
                    <a:cubicBezTo>
                      <a:pt x="867361" y="64844"/>
                      <a:pt x="867361" y="64477"/>
                      <a:pt x="867721" y="64111"/>
                    </a:cubicBezTo>
                    <a:cubicBezTo>
                      <a:pt x="868082" y="63745"/>
                      <a:pt x="868442" y="63745"/>
                      <a:pt x="868802" y="63745"/>
                    </a:cubicBezTo>
                    <a:cubicBezTo>
                      <a:pt x="869162" y="63378"/>
                      <a:pt x="869162" y="63745"/>
                      <a:pt x="869523" y="63745"/>
                    </a:cubicBezTo>
                    <a:cubicBezTo>
                      <a:pt x="869883" y="63745"/>
                      <a:pt x="870243" y="63378"/>
                      <a:pt x="870604" y="63378"/>
                    </a:cubicBezTo>
                    <a:cubicBezTo>
                      <a:pt x="871324" y="63012"/>
                      <a:pt x="870604" y="63012"/>
                      <a:pt x="871324" y="62279"/>
                    </a:cubicBezTo>
                    <a:cubicBezTo>
                      <a:pt x="871684" y="61547"/>
                      <a:pt x="871324" y="62279"/>
                      <a:pt x="871684" y="62279"/>
                    </a:cubicBezTo>
                    <a:cubicBezTo>
                      <a:pt x="872045" y="61913"/>
                      <a:pt x="872045" y="61913"/>
                      <a:pt x="873126" y="61913"/>
                    </a:cubicBezTo>
                    <a:cubicBezTo>
                      <a:pt x="873846" y="61547"/>
                      <a:pt x="873486" y="61913"/>
                      <a:pt x="873846" y="61913"/>
                    </a:cubicBezTo>
                    <a:cubicBezTo>
                      <a:pt x="874206" y="61547"/>
                      <a:pt x="874206" y="61547"/>
                      <a:pt x="874567" y="61180"/>
                    </a:cubicBezTo>
                    <a:cubicBezTo>
                      <a:pt x="874567" y="60814"/>
                      <a:pt x="874567" y="60814"/>
                      <a:pt x="874567" y="60081"/>
                    </a:cubicBezTo>
                    <a:cubicBezTo>
                      <a:pt x="874567" y="59715"/>
                      <a:pt x="874567" y="60081"/>
                      <a:pt x="874927" y="60081"/>
                    </a:cubicBezTo>
                    <a:cubicBezTo>
                      <a:pt x="875287" y="60081"/>
                      <a:pt x="875287" y="59715"/>
                      <a:pt x="875287" y="59348"/>
                    </a:cubicBezTo>
                    <a:cubicBezTo>
                      <a:pt x="875287" y="58982"/>
                      <a:pt x="874927" y="58982"/>
                      <a:pt x="874927" y="58982"/>
                    </a:cubicBezTo>
                    <a:cubicBezTo>
                      <a:pt x="874567" y="59348"/>
                      <a:pt x="874567" y="59348"/>
                      <a:pt x="874206" y="59715"/>
                    </a:cubicBezTo>
                    <a:cubicBezTo>
                      <a:pt x="873846" y="60081"/>
                      <a:pt x="873846" y="60081"/>
                      <a:pt x="873846" y="60081"/>
                    </a:cubicBezTo>
                    <a:cubicBezTo>
                      <a:pt x="873846" y="60081"/>
                      <a:pt x="873126" y="60814"/>
                      <a:pt x="873126" y="60814"/>
                    </a:cubicBezTo>
                    <a:cubicBezTo>
                      <a:pt x="873126" y="60814"/>
                      <a:pt x="872765" y="61180"/>
                      <a:pt x="872405" y="61180"/>
                    </a:cubicBezTo>
                    <a:cubicBezTo>
                      <a:pt x="872045" y="61547"/>
                      <a:pt x="871684" y="61547"/>
                      <a:pt x="871684" y="61547"/>
                    </a:cubicBezTo>
                    <a:cubicBezTo>
                      <a:pt x="871324" y="61547"/>
                      <a:pt x="870964" y="61547"/>
                      <a:pt x="870604" y="61547"/>
                    </a:cubicBezTo>
                    <a:cubicBezTo>
                      <a:pt x="870604" y="61547"/>
                      <a:pt x="869883" y="61547"/>
                      <a:pt x="869523" y="61180"/>
                    </a:cubicBezTo>
                    <a:cubicBezTo>
                      <a:pt x="869162" y="61180"/>
                      <a:pt x="868802" y="61180"/>
                      <a:pt x="868802" y="60814"/>
                    </a:cubicBezTo>
                    <a:cubicBezTo>
                      <a:pt x="868442" y="60447"/>
                      <a:pt x="868442" y="60081"/>
                      <a:pt x="868442" y="59715"/>
                    </a:cubicBezTo>
                    <a:cubicBezTo>
                      <a:pt x="868802" y="59348"/>
                      <a:pt x="868802" y="59348"/>
                      <a:pt x="869162" y="59348"/>
                    </a:cubicBezTo>
                    <a:cubicBezTo>
                      <a:pt x="869162" y="59348"/>
                      <a:pt x="869523" y="59348"/>
                      <a:pt x="869883" y="58982"/>
                    </a:cubicBezTo>
                    <a:cubicBezTo>
                      <a:pt x="870243" y="58616"/>
                      <a:pt x="869883" y="57883"/>
                      <a:pt x="869883" y="57883"/>
                    </a:cubicBezTo>
                    <a:cubicBezTo>
                      <a:pt x="869523" y="57517"/>
                      <a:pt x="869162" y="58249"/>
                      <a:pt x="869162" y="58249"/>
                    </a:cubicBezTo>
                    <a:cubicBezTo>
                      <a:pt x="869162" y="58249"/>
                      <a:pt x="868802" y="58982"/>
                      <a:pt x="868442" y="58982"/>
                    </a:cubicBezTo>
                    <a:cubicBezTo>
                      <a:pt x="868082" y="58982"/>
                      <a:pt x="867721" y="59348"/>
                      <a:pt x="867361" y="59348"/>
                    </a:cubicBezTo>
                    <a:cubicBezTo>
                      <a:pt x="867001" y="59348"/>
                      <a:pt x="866280" y="58982"/>
                      <a:pt x="866280" y="58616"/>
                    </a:cubicBezTo>
                    <a:cubicBezTo>
                      <a:pt x="865920" y="58249"/>
                      <a:pt x="865920" y="58616"/>
                      <a:pt x="865560" y="58982"/>
                    </a:cubicBezTo>
                    <a:cubicBezTo>
                      <a:pt x="865560" y="58982"/>
                      <a:pt x="865560" y="59348"/>
                      <a:pt x="865560" y="60081"/>
                    </a:cubicBezTo>
                    <a:cubicBezTo>
                      <a:pt x="865560" y="60814"/>
                      <a:pt x="865560" y="60814"/>
                      <a:pt x="865560" y="61180"/>
                    </a:cubicBezTo>
                    <a:cubicBezTo>
                      <a:pt x="865560" y="61547"/>
                      <a:pt x="865560" y="61547"/>
                      <a:pt x="865560" y="61913"/>
                    </a:cubicBezTo>
                    <a:cubicBezTo>
                      <a:pt x="865560" y="62279"/>
                      <a:pt x="865199" y="62279"/>
                      <a:pt x="864839" y="62279"/>
                    </a:cubicBezTo>
                    <a:cubicBezTo>
                      <a:pt x="864839" y="62279"/>
                      <a:pt x="864479" y="62279"/>
                      <a:pt x="864479" y="62646"/>
                    </a:cubicBezTo>
                    <a:cubicBezTo>
                      <a:pt x="864118" y="62646"/>
                      <a:pt x="864118" y="63012"/>
                      <a:pt x="864118" y="63012"/>
                    </a:cubicBezTo>
                    <a:cubicBezTo>
                      <a:pt x="864118" y="63012"/>
                      <a:pt x="863398" y="63378"/>
                      <a:pt x="863038" y="63378"/>
                    </a:cubicBezTo>
                    <a:cubicBezTo>
                      <a:pt x="862677" y="63745"/>
                      <a:pt x="862677" y="63745"/>
                      <a:pt x="862317" y="63745"/>
                    </a:cubicBezTo>
                    <a:cubicBezTo>
                      <a:pt x="861957" y="63745"/>
                      <a:pt x="861957" y="63745"/>
                      <a:pt x="861596" y="64111"/>
                    </a:cubicBezTo>
                    <a:cubicBezTo>
                      <a:pt x="861236" y="64111"/>
                      <a:pt x="860516" y="64111"/>
                      <a:pt x="860516" y="64111"/>
                    </a:cubicBezTo>
                    <a:cubicBezTo>
                      <a:pt x="860516" y="64111"/>
                      <a:pt x="859795" y="64111"/>
                      <a:pt x="859795" y="64111"/>
                    </a:cubicBezTo>
                    <a:cubicBezTo>
                      <a:pt x="859435" y="63745"/>
                      <a:pt x="859075" y="63745"/>
                      <a:pt x="859075" y="63745"/>
                    </a:cubicBezTo>
                    <a:cubicBezTo>
                      <a:pt x="859075" y="63745"/>
                      <a:pt x="859075" y="63745"/>
                      <a:pt x="857633" y="63745"/>
                    </a:cubicBezTo>
                    <a:cubicBezTo>
                      <a:pt x="857633" y="63745"/>
                      <a:pt x="857633" y="63745"/>
                      <a:pt x="857273" y="63745"/>
                    </a:cubicBezTo>
                    <a:cubicBezTo>
                      <a:pt x="857273" y="63745"/>
                      <a:pt x="856913" y="63012"/>
                      <a:pt x="856913" y="62279"/>
                    </a:cubicBezTo>
                    <a:cubicBezTo>
                      <a:pt x="856913" y="61913"/>
                      <a:pt x="856553" y="62279"/>
                      <a:pt x="856553" y="61913"/>
                    </a:cubicBezTo>
                    <a:cubicBezTo>
                      <a:pt x="856192" y="61913"/>
                      <a:pt x="855472" y="61913"/>
                      <a:pt x="855472" y="61913"/>
                    </a:cubicBezTo>
                    <a:cubicBezTo>
                      <a:pt x="855111" y="61547"/>
                      <a:pt x="855111" y="61180"/>
                      <a:pt x="855111" y="60814"/>
                    </a:cubicBezTo>
                    <a:cubicBezTo>
                      <a:pt x="854751" y="60081"/>
                      <a:pt x="855472" y="60447"/>
                      <a:pt x="855472" y="60081"/>
                    </a:cubicBezTo>
                    <a:cubicBezTo>
                      <a:pt x="855111" y="60081"/>
                      <a:pt x="854751" y="60081"/>
                      <a:pt x="854751" y="59715"/>
                    </a:cubicBezTo>
                    <a:cubicBezTo>
                      <a:pt x="854391" y="59715"/>
                      <a:pt x="854031" y="59715"/>
                      <a:pt x="854031" y="59715"/>
                    </a:cubicBezTo>
                    <a:cubicBezTo>
                      <a:pt x="854031" y="59715"/>
                      <a:pt x="853310" y="59715"/>
                      <a:pt x="852950" y="59715"/>
                    </a:cubicBezTo>
                    <a:cubicBezTo>
                      <a:pt x="852950" y="59715"/>
                      <a:pt x="852229" y="59348"/>
                      <a:pt x="852229" y="58982"/>
                    </a:cubicBezTo>
                    <a:cubicBezTo>
                      <a:pt x="851869" y="58982"/>
                      <a:pt x="851869" y="58616"/>
                      <a:pt x="851869" y="58249"/>
                    </a:cubicBezTo>
                    <a:cubicBezTo>
                      <a:pt x="851509" y="57883"/>
                      <a:pt x="851869" y="57883"/>
                      <a:pt x="851869" y="57517"/>
                    </a:cubicBezTo>
                    <a:cubicBezTo>
                      <a:pt x="851869" y="57150"/>
                      <a:pt x="851869" y="56784"/>
                      <a:pt x="851869" y="56784"/>
                    </a:cubicBezTo>
                    <a:cubicBezTo>
                      <a:pt x="851869" y="56418"/>
                      <a:pt x="851148" y="56418"/>
                      <a:pt x="850788" y="56051"/>
                    </a:cubicBezTo>
                    <a:cubicBezTo>
                      <a:pt x="850428" y="56051"/>
                      <a:pt x="849707" y="55685"/>
                      <a:pt x="850067" y="55319"/>
                    </a:cubicBezTo>
                    <a:cubicBezTo>
                      <a:pt x="850067" y="54952"/>
                      <a:pt x="850067" y="55319"/>
                      <a:pt x="850428" y="55319"/>
                    </a:cubicBezTo>
                    <a:cubicBezTo>
                      <a:pt x="850788" y="55319"/>
                      <a:pt x="851148" y="55319"/>
                      <a:pt x="851148" y="54952"/>
                    </a:cubicBezTo>
                    <a:cubicBezTo>
                      <a:pt x="851509" y="54952"/>
                      <a:pt x="851869" y="55319"/>
                      <a:pt x="851869" y="55319"/>
                    </a:cubicBezTo>
                    <a:cubicBezTo>
                      <a:pt x="851869" y="55319"/>
                      <a:pt x="852229" y="55685"/>
                      <a:pt x="852229" y="55685"/>
                    </a:cubicBezTo>
                    <a:cubicBezTo>
                      <a:pt x="852589" y="55685"/>
                      <a:pt x="852950" y="56051"/>
                      <a:pt x="853310" y="56418"/>
                    </a:cubicBezTo>
                    <a:cubicBezTo>
                      <a:pt x="853310" y="56418"/>
                      <a:pt x="854031" y="56784"/>
                      <a:pt x="854391" y="56418"/>
                    </a:cubicBezTo>
                    <a:cubicBezTo>
                      <a:pt x="854751" y="56051"/>
                      <a:pt x="854031" y="55685"/>
                      <a:pt x="854031" y="55319"/>
                    </a:cubicBezTo>
                    <a:cubicBezTo>
                      <a:pt x="853670" y="55319"/>
                      <a:pt x="852950" y="55319"/>
                      <a:pt x="852589" y="55319"/>
                    </a:cubicBezTo>
                    <a:cubicBezTo>
                      <a:pt x="852229" y="54952"/>
                      <a:pt x="852589" y="54952"/>
                      <a:pt x="852950" y="54586"/>
                    </a:cubicBezTo>
                    <a:cubicBezTo>
                      <a:pt x="852950" y="53853"/>
                      <a:pt x="852950" y="53853"/>
                      <a:pt x="852950" y="53853"/>
                    </a:cubicBezTo>
                    <a:cubicBezTo>
                      <a:pt x="852589" y="53487"/>
                      <a:pt x="853310" y="53487"/>
                      <a:pt x="853670" y="53487"/>
                    </a:cubicBezTo>
                    <a:cubicBezTo>
                      <a:pt x="853670" y="53121"/>
                      <a:pt x="854031" y="52754"/>
                      <a:pt x="854031" y="52388"/>
                    </a:cubicBezTo>
                    <a:cubicBezTo>
                      <a:pt x="853670" y="52022"/>
                      <a:pt x="852950" y="52388"/>
                      <a:pt x="852950" y="52388"/>
                    </a:cubicBezTo>
                    <a:cubicBezTo>
                      <a:pt x="852950" y="52388"/>
                      <a:pt x="852589" y="52754"/>
                      <a:pt x="852589" y="52754"/>
                    </a:cubicBezTo>
                    <a:cubicBezTo>
                      <a:pt x="852589" y="52754"/>
                      <a:pt x="852589" y="53121"/>
                      <a:pt x="852589" y="53487"/>
                    </a:cubicBezTo>
                    <a:cubicBezTo>
                      <a:pt x="852589" y="53487"/>
                      <a:pt x="851869" y="53853"/>
                      <a:pt x="851869" y="53853"/>
                    </a:cubicBezTo>
                    <a:cubicBezTo>
                      <a:pt x="851509" y="54220"/>
                      <a:pt x="851148" y="54220"/>
                      <a:pt x="851148" y="54220"/>
                    </a:cubicBezTo>
                    <a:cubicBezTo>
                      <a:pt x="850788" y="54220"/>
                      <a:pt x="850428" y="54220"/>
                      <a:pt x="850428" y="53853"/>
                    </a:cubicBezTo>
                    <a:cubicBezTo>
                      <a:pt x="850067" y="53853"/>
                      <a:pt x="850067" y="53487"/>
                      <a:pt x="850067" y="53487"/>
                    </a:cubicBezTo>
                    <a:cubicBezTo>
                      <a:pt x="849347" y="52754"/>
                      <a:pt x="850788" y="53121"/>
                      <a:pt x="850067" y="52388"/>
                    </a:cubicBezTo>
                    <a:cubicBezTo>
                      <a:pt x="849707" y="51655"/>
                      <a:pt x="849347" y="50922"/>
                      <a:pt x="849347" y="50922"/>
                    </a:cubicBezTo>
                    <a:cubicBezTo>
                      <a:pt x="849347" y="50922"/>
                      <a:pt x="849347" y="49823"/>
                      <a:pt x="848626" y="49091"/>
                    </a:cubicBezTo>
                    <a:cubicBezTo>
                      <a:pt x="848266" y="48724"/>
                      <a:pt x="848987" y="47625"/>
                      <a:pt x="848987" y="47625"/>
                    </a:cubicBezTo>
                    <a:cubicBezTo>
                      <a:pt x="848987" y="47625"/>
                      <a:pt x="848987" y="47625"/>
                      <a:pt x="849707" y="49091"/>
                    </a:cubicBezTo>
                    <a:cubicBezTo>
                      <a:pt x="850067" y="49091"/>
                      <a:pt x="850428" y="48358"/>
                      <a:pt x="851509" y="46526"/>
                    </a:cubicBezTo>
                    <a:cubicBezTo>
                      <a:pt x="852229" y="45794"/>
                      <a:pt x="852229" y="46526"/>
                      <a:pt x="853670" y="46160"/>
                    </a:cubicBezTo>
                    <a:cubicBezTo>
                      <a:pt x="854751" y="45427"/>
                      <a:pt x="854031" y="46526"/>
                      <a:pt x="854031" y="47992"/>
                    </a:cubicBezTo>
                    <a:cubicBezTo>
                      <a:pt x="854031" y="47992"/>
                      <a:pt x="854031" y="47992"/>
                      <a:pt x="856192" y="46893"/>
                    </a:cubicBezTo>
                    <a:cubicBezTo>
                      <a:pt x="856192" y="46893"/>
                      <a:pt x="857273" y="46893"/>
                      <a:pt x="857994" y="46893"/>
                    </a:cubicBezTo>
                    <a:cubicBezTo>
                      <a:pt x="858714" y="46893"/>
                      <a:pt x="858714" y="46526"/>
                      <a:pt x="859795" y="46526"/>
                    </a:cubicBezTo>
                    <a:cubicBezTo>
                      <a:pt x="860876" y="46526"/>
                      <a:pt x="861957" y="45794"/>
                      <a:pt x="863038" y="45427"/>
                    </a:cubicBezTo>
                    <a:cubicBezTo>
                      <a:pt x="864118" y="45061"/>
                      <a:pt x="863398" y="46893"/>
                      <a:pt x="863398" y="46893"/>
                    </a:cubicBezTo>
                    <a:cubicBezTo>
                      <a:pt x="863398" y="46893"/>
                      <a:pt x="862317" y="47992"/>
                      <a:pt x="861236" y="47992"/>
                    </a:cubicBezTo>
                    <a:cubicBezTo>
                      <a:pt x="860155" y="47992"/>
                      <a:pt x="859795" y="48358"/>
                      <a:pt x="858714" y="48724"/>
                    </a:cubicBezTo>
                    <a:cubicBezTo>
                      <a:pt x="857633" y="49091"/>
                      <a:pt x="860155" y="49091"/>
                      <a:pt x="860155" y="49091"/>
                    </a:cubicBezTo>
                    <a:cubicBezTo>
                      <a:pt x="860155" y="49091"/>
                      <a:pt x="860155" y="49091"/>
                      <a:pt x="859795" y="50190"/>
                    </a:cubicBezTo>
                    <a:cubicBezTo>
                      <a:pt x="859795" y="50190"/>
                      <a:pt x="859795" y="50190"/>
                      <a:pt x="861236" y="50190"/>
                    </a:cubicBezTo>
                    <a:cubicBezTo>
                      <a:pt x="861236" y="50190"/>
                      <a:pt x="862317" y="50556"/>
                      <a:pt x="863038" y="51289"/>
                    </a:cubicBezTo>
                    <a:cubicBezTo>
                      <a:pt x="863758" y="52022"/>
                      <a:pt x="864479" y="53121"/>
                      <a:pt x="864839" y="52754"/>
                    </a:cubicBezTo>
                    <a:cubicBezTo>
                      <a:pt x="865199" y="52022"/>
                      <a:pt x="864479" y="50922"/>
                      <a:pt x="863758" y="50190"/>
                    </a:cubicBezTo>
                    <a:cubicBezTo>
                      <a:pt x="863038" y="49091"/>
                      <a:pt x="864479" y="49091"/>
                      <a:pt x="864839" y="47992"/>
                    </a:cubicBezTo>
                    <a:cubicBezTo>
                      <a:pt x="865199" y="46893"/>
                      <a:pt x="865560" y="47259"/>
                      <a:pt x="867001" y="46160"/>
                    </a:cubicBezTo>
                    <a:cubicBezTo>
                      <a:pt x="868442" y="45427"/>
                      <a:pt x="868082" y="46160"/>
                      <a:pt x="869162" y="47625"/>
                    </a:cubicBezTo>
                    <a:cubicBezTo>
                      <a:pt x="869883" y="49091"/>
                      <a:pt x="874206" y="54586"/>
                      <a:pt x="874206" y="54586"/>
                    </a:cubicBezTo>
                    <a:cubicBezTo>
                      <a:pt x="874567" y="54586"/>
                      <a:pt x="874567" y="54220"/>
                      <a:pt x="874567" y="53853"/>
                    </a:cubicBezTo>
                    <a:cubicBezTo>
                      <a:pt x="874567" y="53487"/>
                      <a:pt x="874567" y="53487"/>
                      <a:pt x="874206" y="52754"/>
                    </a:cubicBezTo>
                    <a:cubicBezTo>
                      <a:pt x="874206" y="52754"/>
                      <a:pt x="873846" y="52022"/>
                      <a:pt x="873486" y="52022"/>
                    </a:cubicBezTo>
                    <a:cubicBezTo>
                      <a:pt x="873486" y="51655"/>
                      <a:pt x="873126" y="51655"/>
                      <a:pt x="873126" y="51289"/>
                    </a:cubicBezTo>
                    <a:cubicBezTo>
                      <a:pt x="873126" y="51289"/>
                      <a:pt x="873126" y="50556"/>
                      <a:pt x="873486" y="50190"/>
                    </a:cubicBezTo>
                    <a:cubicBezTo>
                      <a:pt x="873846" y="49823"/>
                      <a:pt x="873126" y="49457"/>
                      <a:pt x="872765" y="49091"/>
                    </a:cubicBezTo>
                    <a:cubicBezTo>
                      <a:pt x="872765" y="48724"/>
                      <a:pt x="872405" y="48724"/>
                      <a:pt x="872045" y="47992"/>
                    </a:cubicBezTo>
                    <a:cubicBezTo>
                      <a:pt x="872045" y="47625"/>
                      <a:pt x="872045" y="47625"/>
                      <a:pt x="872045" y="46893"/>
                    </a:cubicBezTo>
                    <a:cubicBezTo>
                      <a:pt x="872045" y="46160"/>
                      <a:pt x="872045" y="46526"/>
                      <a:pt x="872045" y="46160"/>
                    </a:cubicBezTo>
                    <a:cubicBezTo>
                      <a:pt x="872405" y="46160"/>
                      <a:pt x="872405" y="46160"/>
                      <a:pt x="873126" y="46160"/>
                    </a:cubicBezTo>
                    <a:cubicBezTo>
                      <a:pt x="873486" y="45794"/>
                      <a:pt x="873126" y="45794"/>
                      <a:pt x="873126" y="45427"/>
                    </a:cubicBezTo>
                    <a:cubicBezTo>
                      <a:pt x="873126" y="45427"/>
                      <a:pt x="873126" y="45061"/>
                      <a:pt x="872765" y="44695"/>
                    </a:cubicBezTo>
                    <a:cubicBezTo>
                      <a:pt x="872765" y="44695"/>
                      <a:pt x="872405" y="44328"/>
                      <a:pt x="872405" y="43962"/>
                    </a:cubicBezTo>
                    <a:cubicBezTo>
                      <a:pt x="872405" y="43229"/>
                      <a:pt x="872405" y="43596"/>
                      <a:pt x="872765" y="43229"/>
                    </a:cubicBezTo>
                    <a:close/>
                    <a:moveTo>
                      <a:pt x="1257995" y="41653"/>
                    </a:moveTo>
                    <a:cubicBezTo>
                      <a:pt x="1258354" y="41275"/>
                      <a:pt x="1258354" y="41275"/>
                      <a:pt x="1259788" y="42031"/>
                    </a:cubicBezTo>
                    <a:cubicBezTo>
                      <a:pt x="1260505" y="42409"/>
                      <a:pt x="1260863" y="42787"/>
                      <a:pt x="1260863" y="43543"/>
                    </a:cubicBezTo>
                    <a:cubicBezTo>
                      <a:pt x="1260863" y="44299"/>
                      <a:pt x="1260863" y="43543"/>
                      <a:pt x="1260146" y="44299"/>
                    </a:cubicBezTo>
                    <a:cubicBezTo>
                      <a:pt x="1259788" y="45055"/>
                      <a:pt x="1259788" y="45433"/>
                      <a:pt x="1259429" y="45811"/>
                    </a:cubicBezTo>
                    <a:cubicBezTo>
                      <a:pt x="1259071" y="46189"/>
                      <a:pt x="1259429" y="45811"/>
                      <a:pt x="1260146" y="45055"/>
                    </a:cubicBezTo>
                    <a:cubicBezTo>
                      <a:pt x="1261222" y="44677"/>
                      <a:pt x="1260863" y="45055"/>
                      <a:pt x="1261580" y="45055"/>
                    </a:cubicBezTo>
                    <a:cubicBezTo>
                      <a:pt x="1261939" y="45433"/>
                      <a:pt x="1261580" y="45055"/>
                      <a:pt x="1262656" y="45055"/>
                    </a:cubicBezTo>
                    <a:cubicBezTo>
                      <a:pt x="1263014" y="45055"/>
                      <a:pt x="1263014" y="44677"/>
                      <a:pt x="1264448" y="43165"/>
                    </a:cubicBezTo>
                    <a:cubicBezTo>
                      <a:pt x="1265165" y="42787"/>
                      <a:pt x="1264448" y="43165"/>
                      <a:pt x="1265165" y="42787"/>
                    </a:cubicBezTo>
                    <a:cubicBezTo>
                      <a:pt x="1265882" y="42409"/>
                      <a:pt x="1266240" y="42787"/>
                      <a:pt x="1267316" y="43165"/>
                    </a:cubicBezTo>
                    <a:cubicBezTo>
                      <a:pt x="1268391" y="43165"/>
                      <a:pt x="1267316" y="43165"/>
                      <a:pt x="1268750" y="43543"/>
                    </a:cubicBezTo>
                    <a:cubicBezTo>
                      <a:pt x="1270184" y="44299"/>
                      <a:pt x="1269108" y="44299"/>
                      <a:pt x="1269825" y="44677"/>
                    </a:cubicBezTo>
                    <a:cubicBezTo>
                      <a:pt x="1270542" y="45433"/>
                      <a:pt x="1270184" y="45055"/>
                      <a:pt x="1270542" y="45433"/>
                    </a:cubicBezTo>
                    <a:cubicBezTo>
                      <a:pt x="1270542" y="46189"/>
                      <a:pt x="1270542" y="46567"/>
                      <a:pt x="1270184" y="47322"/>
                    </a:cubicBezTo>
                    <a:cubicBezTo>
                      <a:pt x="1269825" y="48456"/>
                      <a:pt x="1269467" y="47700"/>
                      <a:pt x="1269108" y="48456"/>
                    </a:cubicBezTo>
                    <a:cubicBezTo>
                      <a:pt x="1268750" y="49590"/>
                      <a:pt x="1269108" y="49968"/>
                      <a:pt x="1269108" y="49968"/>
                    </a:cubicBezTo>
                    <a:cubicBezTo>
                      <a:pt x="1269108" y="50346"/>
                      <a:pt x="1269108" y="50724"/>
                      <a:pt x="1268750" y="51102"/>
                    </a:cubicBezTo>
                    <a:cubicBezTo>
                      <a:pt x="1268750" y="51480"/>
                      <a:pt x="1268750" y="51480"/>
                      <a:pt x="1268391" y="51480"/>
                    </a:cubicBezTo>
                    <a:cubicBezTo>
                      <a:pt x="1268033" y="51858"/>
                      <a:pt x="1267674" y="51858"/>
                      <a:pt x="1267674" y="51858"/>
                    </a:cubicBezTo>
                    <a:cubicBezTo>
                      <a:pt x="1267674" y="51858"/>
                      <a:pt x="1268033" y="52236"/>
                      <a:pt x="1268391" y="52614"/>
                    </a:cubicBezTo>
                    <a:cubicBezTo>
                      <a:pt x="1269108" y="52614"/>
                      <a:pt x="1269108" y="52992"/>
                      <a:pt x="1269108" y="53370"/>
                    </a:cubicBezTo>
                    <a:cubicBezTo>
                      <a:pt x="1269108" y="54126"/>
                      <a:pt x="1269467" y="54126"/>
                      <a:pt x="1269825" y="55260"/>
                    </a:cubicBezTo>
                    <a:cubicBezTo>
                      <a:pt x="1269825" y="55260"/>
                      <a:pt x="1269467" y="55638"/>
                      <a:pt x="1269467" y="55638"/>
                    </a:cubicBezTo>
                    <a:cubicBezTo>
                      <a:pt x="1269108" y="56016"/>
                      <a:pt x="1268750" y="56394"/>
                      <a:pt x="1268750" y="56394"/>
                    </a:cubicBezTo>
                    <a:cubicBezTo>
                      <a:pt x="1268750" y="56394"/>
                      <a:pt x="1267674" y="56394"/>
                      <a:pt x="1267316" y="56394"/>
                    </a:cubicBezTo>
                    <a:cubicBezTo>
                      <a:pt x="1266599" y="56772"/>
                      <a:pt x="1266240" y="56772"/>
                      <a:pt x="1265165" y="56772"/>
                    </a:cubicBezTo>
                    <a:cubicBezTo>
                      <a:pt x="1263731" y="56772"/>
                      <a:pt x="1261580" y="57150"/>
                      <a:pt x="1260863" y="57150"/>
                    </a:cubicBezTo>
                    <a:cubicBezTo>
                      <a:pt x="1260505" y="56772"/>
                      <a:pt x="1259788" y="57150"/>
                      <a:pt x="1258712" y="56772"/>
                    </a:cubicBezTo>
                    <a:cubicBezTo>
                      <a:pt x="1258712" y="56772"/>
                      <a:pt x="1257995" y="56772"/>
                      <a:pt x="1257637" y="56394"/>
                    </a:cubicBezTo>
                    <a:cubicBezTo>
                      <a:pt x="1257637" y="56394"/>
                      <a:pt x="1256920" y="56394"/>
                      <a:pt x="1256920" y="56016"/>
                    </a:cubicBezTo>
                    <a:cubicBezTo>
                      <a:pt x="1256920" y="56016"/>
                      <a:pt x="1255845" y="55638"/>
                      <a:pt x="1255845" y="55638"/>
                    </a:cubicBezTo>
                    <a:cubicBezTo>
                      <a:pt x="1255845" y="55638"/>
                      <a:pt x="1255486" y="55260"/>
                      <a:pt x="1255128" y="54882"/>
                    </a:cubicBezTo>
                    <a:cubicBezTo>
                      <a:pt x="1254769" y="54882"/>
                      <a:pt x="1254052" y="54882"/>
                      <a:pt x="1254052" y="54504"/>
                    </a:cubicBezTo>
                    <a:cubicBezTo>
                      <a:pt x="1254052" y="54504"/>
                      <a:pt x="1252977" y="54504"/>
                      <a:pt x="1252977" y="54504"/>
                    </a:cubicBezTo>
                    <a:cubicBezTo>
                      <a:pt x="1252977" y="54504"/>
                      <a:pt x="1252977" y="54504"/>
                      <a:pt x="1251184" y="54882"/>
                    </a:cubicBezTo>
                    <a:cubicBezTo>
                      <a:pt x="1251184" y="54882"/>
                      <a:pt x="1250468" y="54882"/>
                      <a:pt x="1250468" y="54504"/>
                    </a:cubicBezTo>
                    <a:cubicBezTo>
                      <a:pt x="1250109" y="54126"/>
                      <a:pt x="1249751" y="54504"/>
                      <a:pt x="1249392" y="54504"/>
                    </a:cubicBezTo>
                    <a:cubicBezTo>
                      <a:pt x="1249034" y="54504"/>
                      <a:pt x="1248317" y="54504"/>
                      <a:pt x="1248317" y="54126"/>
                    </a:cubicBezTo>
                    <a:cubicBezTo>
                      <a:pt x="1248317" y="53748"/>
                      <a:pt x="1247241" y="54126"/>
                      <a:pt x="1247241" y="54126"/>
                    </a:cubicBezTo>
                    <a:cubicBezTo>
                      <a:pt x="1247241" y="54126"/>
                      <a:pt x="1247241" y="54126"/>
                      <a:pt x="1246166" y="53370"/>
                    </a:cubicBezTo>
                    <a:cubicBezTo>
                      <a:pt x="1246166" y="53370"/>
                      <a:pt x="1246166" y="53370"/>
                      <a:pt x="1245449" y="52992"/>
                    </a:cubicBezTo>
                    <a:cubicBezTo>
                      <a:pt x="1245449" y="52992"/>
                      <a:pt x="1244732" y="52614"/>
                      <a:pt x="1244373" y="52236"/>
                    </a:cubicBezTo>
                    <a:cubicBezTo>
                      <a:pt x="1244373" y="52236"/>
                      <a:pt x="1244015" y="51858"/>
                      <a:pt x="1244015" y="51480"/>
                    </a:cubicBezTo>
                    <a:cubicBezTo>
                      <a:pt x="1244015" y="50724"/>
                      <a:pt x="1243657" y="50724"/>
                      <a:pt x="1242940" y="49968"/>
                    </a:cubicBezTo>
                    <a:cubicBezTo>
                      <a:pt x="1242223" y="49590"/>
                      <a:pt x="1241864" y="49968"/>
                      <a:pt x="1241506" y="49968"/>
                    </a:cubicBezTo>
                    <a:cubicBezTo>
                      <a:pt x="1241147" y="49968"/>
                      <a:pt x="1241147" y="49968"/>
                      <a:pt x="1240789" y="49590"/>
                    </a:cubicBezTo>
                    <a:cubicBezTo>
                      <a:pt x="1240430" y="49590"/>
                      <a:pt x="1240072" y="50346"/>
                      <a:pt x="1239713" y="50346"/>
                    </a:cubicBezTo>
                    <a:cubicBezTo>
                      <a:pt x="1239355" y="50346"/>
                      <a:pt x="1238638" y="50346"/>
                      <a:pt x="1238638" y="50346"/>
                    </a:cubicBezTo>
                    <a:cubicBezTo>
                      <a:pt x="1238638" y="50346"/>
                      <a:pt x="1238279" y="49590"/>
                      <a:pt x="1238638" y="49590"/>
                    </a:cubicBezTo>
                    <a:cubicBezTo>
                      <a:pt x="1238638" y="49212"/>
                      <a:pt x="1238279" y="48834"/>
                      <a:pt x="1237562" y="48078"/>
                    </a:cubicBezTo>
                    <a:cubicBezTo>
                      <a:pt x="1237204" y="47700"/>
                      <a:pt x="1238638" y="48078"/>
                      <a:pt x="1238996" y="48078"/>
                    </a:cubicBezTo>
                    <a:cubicBezTo>
                      <a:pt x="1239355" y="48078"/>
                      <a:pt x="1239713" y="48456"/>
                      <a:pt x="1240072" y="48456"/>
                    </a:cubicBezTo>
                    <a:cubicBezTo>
                      <a:pt x="1240072" y="48078"/>
                      <a:pt x="1240789" y="48078"/>
                      <a:pt x="1240789" y="47700"/>
                    </a:cubicBezTo>
                    <a:cubicBezTo>
                      <a:pt x="1240789" y="47322"/>
                      <a:pt x="1240789" y="47700"/>
                      <a:pt x="1241147" y="46945"/>
                    </a:cubicBezTo>
                    <a:cubicBezTo>
                      <a:pt x="1241147" y="46189"/>
                      <a:pt x="1241506" y="46945"/>
                      <a:pt x="1241864" y="46567"/>
                    </a:cubicBezTo>
                    <a:cubicBezTo>
                      <a:pt x="1242223" y="46189"/>
                      <a:pt x="1241864" y="46189"/>
                      <a:pt x="1242581" y="45811"/>
                    </a:cubicBezTo>
                    <a:cubicBezTo>
                      <a:pt x="1242940" y="45433"/>
                      <a:pt x="1242940" y="45433"/>
                      <a:pt x="1242940" y="45433"/>
                    </a:cubicBezTo>
                    <a:cubicBezTo>
                      <a:pt x="1242940" y="45433"/>
                      <a:pt x="1243298" y="45433"/>
                      <a:pt x="1243298" y="45433"/>
                    </a:cubicBezTo>
                    <a:cubicBezTo>
                      <a:pt x="1244015" y="45055"/>
                      <a:pt x="1244373" y="45055"/>
                      <a:pt x="1244373" y="45055"/>
                    </a:cubicBezTo>
                    <a:cubicBezTo>
                      <a:pt x="1244373" y="45055"/>
                      <a:pt x="1244373" y="45055"/>
                      <a:pt x="1245090" y="43921"/>
                    </a:cubicBezTo>
                    <a:cubicBezTo>
                      <a:pt x="1245807" y="43543"/>
                      <a:pt x="1245090" y="43921"/>
                      <a:pt x="1245807" y="43543"/>
                    </a:cubicBezTo>
                    <a:cubicBezTo>
                      <a:pt x="1246524" y="43165"/>
                      <a:pt x="1245807" y="43543"/>
                      <a:pt x="1246524" y="43165"/>
                    </a:cubicBezTo>
                    <a:cubicBezTo>
                      <a:pt x="1247600" y="43165"/>
                      <a:pt x="1247600" y="43543"/>
                      <a:pt x="1247958" y="43543"/>
                    </a:cubicBezTo>
                    <a:cubicBezTo>
                      <a:pt x="1248317" y="43165"/>
                      <a:pt x="1248317" y="43165"/>
                      <a:pt x="1249034" y="42409"/>
                    </a:cubicBezTo>
                    <a:cubicBezTo>
                      <a:pt x="1249751" y="42031"/>
                      <a:pt x="1249392" y="42409"/>
                      <a:pt x="1250109" y="42409"/>
                    </a:cubicBezTo>
                    <a:cubicBezTo>
                      <a:pt x="1250826" y="42031"/>
                      <a:pt x="1251184" y="42409"/>
                      <a:pt x="1251543" y="42409"/>
                    </a:cubicBezTo>
                    <a:cubicBezTo>
                      <a:pt x="1252260" y="42031"/>
                      <a:pt x="1252618" y="42409"/>
                      <a:pt x="1252977" y="42409"/>
                    </a:cubicBezTo>
                    <a:cubicBezTo>
                      <a:pt x="1253335" y="42031"/>
                      <a:pt x="1254052" y="42409"/>
                      <a:pt x="1254411" y="42409"/>
                    </a:cubicBezTo>
                    <a:cubicBezTo>
                      <a:pt x="1254769" y="42409"/>
                      <a:pt x="1255486" y="42787"/>
                      <a:pt x="1255845" y="42409"/>
                    </a:cubicBezTo>
                    <a:cubicBezTo>
                      <a:pt x="1256203" y="42031"/>
                      <a:pt x="1257637" y="41653"/>
                      <a:pt x="1257995" y="41653"/>
                    </a:cubicBezTo>
                    <a:close/>
                    <a:moveTo>
                      <a:pt x="1032813" y="41275"/>
                    </a:moveTo>
                    <a:cubicBezTo>
                      <a:pt x="1033210" y="41275"/>
                      <a:pt x="1033409" y="41728"/>
                      <a:pt x="1033805" y="41728"/>
                    </a:cubicBezTo>
                    <a:cubicBezTo>
                      <a:pt x="1034004" y="41728"/>
                      <a:pt x="1034004" y="42182"/>
                      <a:pt x="1034004" y="42182"/>
                    </a:cubicBezTo>
                    <a:cubicBezTo>
                      <a:pt x="1034004" y="42182"/>
                      <a:pt x="1033805" y="42636"/>
                      <a:pt x="1033607" y="43543"/>
                    </a:cubicBezTo>
                    <a:cubicBezTo>
                      <a:pt x="1033409" y="44450"/>
                      <a:pt x="1033011" y="43996"/>
                      <a:pt x="1032615" y="43996"/>
                    </a:cubicBezTo>
                    <a:cubicBezTo>
                      <a:pt x="1032416" y="43996"/>
                      <a:pt x="1032416" y="43543"/>
                      <a:pt x="1032416" y="42636"/>
                    </a:cubicBezTo>
                    <a:cubicBezTo>
                      <a:pt x="1032416" y="42182"/>
                      <a:pt x="1032813" y="41728"/>
                      <a:pt x="1032813" y="41275"/>
                    </a:cubicBezTo>
                    <a:close/>
                    <a:moveTo>
                      <a:pt x="319931" y="41275"/>
                    </a:moveTo>
                    <a:cubicBezTo>
                      <a:pt x="319931" y="41275"/>
                      <a:pt x="320687" y="41275"/>
                      <a:pt x="321065" y="41275"/>
                    </a:cubicBezTo>
                    <a:cubicBezTo>
                      <a:pt x="321443" y="41275"/>
                      <a:pt x="321821" y="41615"/>
                      <a:pt x="322199" y="41615"/>
                    </a:cubicBezTo>
                    <a:cubicBezTo>
                      <a:pt x="322577" y="41275"/>
                      <a:pt x="323333" y="41955"/>
                      <a:pt x="323711" y="41615"/>
                    </a:cubicBezTo>
                    <a:cubicBezTo>
                      <a:pt x="324089" y="41275"/>
                      <a:pt x="325601" y="42636"/>
                      <a:pt x="325601" y="42636"/>
                    </a:cubicBezTo>
                    <a:cubicBezTo>
                      <a:pt x="325979" y="42296"/>
                      <a:pt x="325979" y="43997"/>
                      <a:pt x="325979" y="43997"/>
                    </a:cubicBezTo>
                    <a:cubicBezTo>
                      <a:pt x="325979" y="44337"/>
                      <a:pt x="325979" y="45017"/>
                      <a:pt x="325223" y="45698"/>
                    </a:cubicBezTo>
                    <a:cubicBezTo>
                      <a:pt x="324845" y="46038"/>
                      <a:pt x="324467" y="45698"/>
                      <a:pt x="322955" y="45698"/>
                    </a:cubicBezTo>
                    <a:cubicBezTo>
                      <a:pt x="322577" y="45357"/>
                      <a:pt x="322199" y="45017"/>
                      <a:pt x="321443" y="44677"/>
                    </a:cubicBezTo>
                    <a:cubicBezTo>
                      <a:pt x="320687" y="44337"/>
                      <a:pt x="320687" y="44677"/>
                      <a:pt x="319931" y="44677"/>
                    </a:cubicBezTo>
                    <a:cubicBezTo>
                      <a:pt x="319175" y="45017"/>
                      <a:pt x="319175" y="43997"/>
                      <a:pt x="318419" y="43316"/>
                    </a:cubicBezTo>
                    <a:cubicBezTo>
                      <a:pt x="318041" y="42636"/>
                      <a:pt x="319175" y="41955"/>
                      <a:pt x="319931" y="41275"/>
                    </a:cubicBezTo>
                    <a:close/>
                    <a:moveTo>
                      <a:pt x="1066260" y="40482"/>
                    </a:moveTo>
                    <a:cubicBezTo>
                      <a:pt x="1066981" y="40482"/>
                      <a:pt x="1066981" y="41276"/>
                      <a:pt x="1066981" y="42069"/>
                    </a:cubicBezTo>
                    <a:cubicBezTo>
                      <a:pt x="1067342" y="42863"/>
                      <a:pt x="1067342" y="42466"/>
                      <a:pt x="1066620" y="43260"/>
                    </a:cubicBezTo>
                    <a:cubicBezTo>
                      <a:pt x="1066260" y="44054"/>
                      <a:pt x="1066260" y="44054"/>
                      <a:pt x="1064816" y="44054"/>
                    </a:cubicBezTo>
                    <a:cubicBezTo>
                      <a:pt x="1063012" y="44451"/>
                      <a:pt x="1063734" y="44054"/>
                      <a:pt x="1062651" y="44054"/>
                    </a:cubicBezTo>
                    <a:cubicBezTo>
                      <a:pt x="1061208" y="43657"/>
                      <a:pt x="1061930" y="44451"/>
                      <a:pt x="1060847" y="43657"/>
                    </a:cubicBezTo>
                    <a:cubicBezTo>
                      <a:pt x="1059404" y="42863"/>
                      <a:pt x="1061208" y="42863"/>
                      <a:pt x="1061569" y="42069"/>
                    </a:cubicBezTo>
                    <a:cubicBezTo>
                      <a:pt x="1061930" y="41276"/>
                      <a:pt x="1061930" y="40879"/>
                      <a:pt x="1062291" y="40879"/>
                    </a:cubicBezTo>
                    <a:cubicBezTo>
                      <a:pt x="1063373" y="39688"/>
                      <a:pt x="1065538" y="40482"/>
                      <a:pt x="1066260" y="40482"/>
                    </a:cubicBezTo>
                    <a:close/>
                    <a:moveTo>
                      <a:pt x="1020246" y="40393"/>
                    </a:moveTo>
                    <a:cubicBezTo>
                      <a:pt x="1021304" y="42157"/>
                      <a:pt x="1020951" y="42863"/>
                      <a:pt x="1019893" y="42510"/>
                    </a:cubicBezTo>
                    <a:cubicBezTo>
                      <a:pt x="1019187" y="41805"/>
                      <a:pt x="1018129" y="41452"/>
                      <a:pt x="1018129" y="41452"/>
                    </a:cubicBezTo>
                    <a:cubicBezTo>
                      <a:pt x="1018835" y="40746"/>
                      <a:pt x="1019893" y="39688"/>
                      <a:pt x="1020246" y="40393"/>
                    </a:cubicBezTo>
                    <a:close/>
                    <a:moveTo>
                      <a:pt x="1048926" y="39688"/>
                    </a:moveTo>
                    <a:cubicBezTo>
                      <a:pt x="1049561" y="40005"/>
                      <a:pt x="1049879" y="40005"/>
                      <a:pt x="1049879" y="40323"/>
                    </a:cubicBezTo>
                    <a:cubicBezTo>
                      <a:pt x="1050196" y="40323"/>
                      <a:pt x="1050513" y="40640"/>
                      <a:pt x="1050513" y="40958"/>
                    </a:cubicBezTo>
                    <a:cubicBezTo>
                      <a:pt x="1050831" y="41275"/>
                      <a:pt x="1051149" y="41275"/>
                      <a:pt x="1050831" y="41593"/>
                    </a:cubicBezTo>
                    <a:cubicBezTo>
                      <a:pt x="1050831" y="41910"/>
                      <a:pt x="1051466" y="42545"/>
                      <a:pt x="1049879" y="42545"/>
                    </a:cubicBezTo>
                    <a:cubicBezTo>
                      <a:pt x="1048291" y="42545"/>
                      <a:pt x="1047021" y="42863"/>
                      <a:pt x="1047021" y="42545"/>
                    </a:cubicBezTo>
                    <a:cubicBezTo>
                      <a:pt x="1047021" y="42545"/>
                      <a:pt x="1047656" y="42228"/>
                      <a:pt x="1047021" y="42228"/>
                    </a:cubicBezTo>
                    <a:cubicBezTo>
                      <a:pt x="1046069" y="42228"/>
                      <a:pt x="1045433" y="42228"/>
                      <a:pt x="1045116" y="41593"/>
                    </a:cubicBezTo>
                    <a:cubicBezTo>
                      <a:pt x="1045116" y="41275"/>
                      <a:pt x="1046386" y="40640"/>
                      <a:pt x="1046703" y="40323"/>
                    </a:cubicBezTo>
                    <a:cubicBezTo>
                      <a:pt x="1047339" y="40005"/>
                      <a:pt x="1047339" y="40005"/>
                      <a:pt x="1047656" y="40005"/>
                    </a:cubicBezTo>
                    <a:cubicBezTo>
                      <a:pt x="1047973" y="39688"/>
                      <a:pt x="1048291" y="39688"/>
                      <a:pt x="1048926" y="39688"/>
                    </a:cubicBezTo>
                    <a:close/>
                    <a:moveTo>
                      <a:pt x="889554" y="38469"/>
                    </a:moveTo>
                    <a:cubicBezTo>
                      <a:pt x="889916" y="38100"/>
                      <a:pt x="890277" y="39207"/>
                      <a:pt x="890277" y="38838"/>
                    </a:cubicBezTo>
                    <a:cubicBezTo>
                      <a:pt x="890639" y="38469"/>
                      <a:pt x="891361" y="39207"/>
                      <a:pt x="891723" y="39207"/>
                    </a:cubicBezTo>
                    <a:cubicBezTo>
                      <a:pt x="892084" y="39207"/>
                      <a:pt x="892807" y="39577"/>
                      <a:pt x="892807" y="39577"/>
                    </a:cubicBezTo>
                    <a:cubicBezTo>
                      <a:pt x="893168" y="39577"/>
                      <a:pt x="893891" y="39946"/>
                      <a:pt x="894252" y="39946"/>
                    </a:cubicBezTo>
                    <a:cubicBezTo>
                      <a:pt x="894614" y="39946"/>
                      <a:pt x="895337" y="41053"/>
                      <a:pt x="896059" y="41423"/>
                    </a:cubicBezTo>
                    <a:cubicBezTo>
                      <a:pt x="896782" y="41423"/>
                      <a:pt x="896782" y="41792"/>
                      <a:pt x="897143" y="41792"/>
                    </a:cubicBezTo>
                    <a:cubicBezTo>
                      <a:pt x="897505" y="41423"/>
                      <a:pt x="897143" y="41792"/>
                      <a:pt x="897866" y="41053"/>
                    </a:cubicBezTo>
                    <a:cubicBezTo>
                      <a:pt x="898950" y="40315"/>
                      <a:pt x="898950" y="40684"/>
                      <a:pt x="899312" y="41053"/>
                    </a:cubicBezTo>
                    <a:cubicBezTo>
                      <a:pt x="899673" y="41053"/>
                      <a:pt x="899673" y="41053"/>
                      <a:pt x="900034" y="41423"/>
                    </a:cubicBezTo>
                    <a:cubicBezTo>
                      <a:pt x="900396" y="41792"/>
                      <a:pt x="899673" y="42161"/>
                      <a:pt x="900034" y="42161"/>
                    </a:cubicBezTo>
                    <a:cubicBezTo>
                      <a:pt x="900396" y="42530"/>
                      <a:pt x="901119" y="42899"/>
                      <a:pt x="901480" y="43268"/>
                    </a:cubicBezTo>
                    <a:cubicBezTo>
                      <a:pt x="901480" y="43268"/>
                      <a:pt x="902203" y="44007"/>
                      <a:pt x="902564" y="44007"/>
                    </a:cubicBezTo>
                    <a:cubicBezTo>
                      <a:pt x="902926" y="43638"/>
                      <a:pt x="902564" y="43268"/>
                      <a:pt x="902926" y="42530"/>
                    </a:cubicBezTo>
                    <a:cubicBezTo>
                      <a:pt x="902926" y="41792"/>
                      <a:pt x="903287" y="42161"/>
                      <a:pt x="903287" y="41423"/>
                    </a:cubicBezTo>
                    <a:cubicBezTo>
                      <a:pt x="903648" y="40684"/>
                      <a:pt x="903648" y="40684"/>
                      <a:pt x="904010" y="39577"/>
                    </a:cubicBezTo>
                    <a:cubicBezTo>
                      <a:pt x="904371" y="38838"/>
                      <a:pt x="905094" y="39207"/>
                      <a:pt x="905817" y="38838"/>
                    </a:cubicBezTo>
                    <a:cubicBezTo>
                      <a:pt x="906539" y="38469"/>
                      <a:pt x="906539" y="38838"/>
                      <a:pt x="906539" y="38838"/>
                    </a:cubicBezTo>
                    <a:cubicBezTo>
                      <a:pt x="906539" y="38838"/>
                      <a:pt x="907262" y="39207"/>
                      <a:pt x="907262" y="39577"/>
                    </a:cubicBezTo>
                    <a:cubicBezTo>
                      <a:pt x="907624" y="39946"/>
                      <a:pt x="907262" y="40684"/>
                      <a:pt x="906901" y="41053"/>
                    </a:cubicBezTo>
                    <a:cubicBezTo>
                      <a:pt x="906539" y="41423"/>
                      <a:pt x="906539" y="41792"/>
                      <a:pt x="906539" y="42161"/>
                    </a:cubicBezTo>
                    <a:cubicBezTo>
                      <a:pt x="906178" y="42899"/>
                      <a:pt x="906539" y="42161"/>
                      <a:pt x="907624" y="42161"/>
                    </a:cubicBezTo>
                    <a:cubicBezTo>
                      <a:pt x="909069" y="42161"/>
                      <a:pt x="908346" y="42530"/>
                      <a:pt x="909069" y="41792"/>
                    </a:cubicBezTo>
                    <a:cubicBezTo>
                      <a:pt x="910153" y="41053"/>
                      <a:pt x="909430" y="41053"/>
                      <a:pt x="910153" y="40684"/>
                    </a:cubicBezTo>
                    <a:cubicBezTo>
                      <a:pt x="910876" y="39946"/>
                      <a:pt x="910515" y="40684"/>
                      <a:pt x="911237" y="40315"/>
                    </a:cubicBezTo>
                    <a:cubicBezTo>
                      <a:pt x="911960" y="39946"/>
                      <a:pt x="911960" y="39946"/>
                      <a:pt x="912321" y="39946"/>
                    </a:cubicBezTo>
                    <a:cubicBezTo>
                      <a:pt x="913044" y="39577"/>
                      <a:pt x="913767" y="40315"/>
                      <a:pt x="914490" y="40315"/>
                    </a:cubicBezTo>
                    <a:cubicBezTo>
                      <a:pt x="914851" y="40315"/>
                      <a:pt x="914851" y="40684"/>
                      <a:pt x="915574" y="40684"/>
                    </a:cubicBezTo>
                    <a:cubicBezTo>
                      <a:pt x="916297" y="40684"/>
                      <a:pt x="916297" y="41053"/>
                      <a:pt x="917019" y="41053"/>
                    </a:cubicBezTo>
                    <a:cubicBezTo>
                      <a:pt x="917381" y="41053"/>
                      <a:pt x="917742" y="41792"/>
                      <a:pt x="918465" y="41792"/>
                    </a:cubicBezTo>
                    <a:cubicBezTo>
                      <a:pt x="919188" y="41792"/>
                      <a:pt x="919549" y="42161"/>
                      <a:pt x="920272" y="42161"/>
                    </a:cubicBezTo>
                    <a:cubicBezTo>
                      <a:pt x="921356" y="41792"/>
                      <a:pt x="922079" y="42530"/>
                      <a:pt x="922802" y="42161"/>
                    </a:cubicBezTo>
                    <a:cubicBezTo>
                      <a:pt x="923524" y="42161"/>
                      <a:pt x="923886" y="42530"/>
                      <a:pt x="924608" y="42530"/>
                    </a:cubicBezTo>
                    <a:cubicBezTo>
                      <a:pt x="924970" y="42530"/>
                      <a:pt x="924970" y="42530"/>
                      <a:pt x="925331" y="42899"/>
                    </a:cubicBezTo>
                    <a:cubicBezTo>
                      <a:pt x="926054" y="43268"/>
                      <a:pt x="925331" y="44007"/>
                      <a:pt x="925693" y="44376"/>
                    </a:cubicBezTo>
                    <a:cubicBezTo>
                      <a:pt x="926054" y="44376"/>
                      <a:pt x="926054" y="45114"/>
                      <a:pt x="926054" y="45484"/>
                    </a:cubicBezTo>
                    <a:cubicBezTo>
                      <a:pt x="926054" y="45853"/>
                      <a:pt x="925693" y="46222"/>
                      <a:pt x="925693" y="46222"/>
                    </a:cubicBezTo>
                    <a:cubicBezTo>
                      <a:pt x="925693" y="46222"/>
                      <a:pt x="924970" y="46591"/>
                      <a:pt x="924608" y="46591"/>
                    </a:cubicBezTo>
                    <a:cubicBezTo>
                      <a:pt x="924608" y="46960"/>
                      <a:pt x="923886" y="47330"/>
                      <a:pt x="923886" y="47699"/>
                    </a:cubicBezTo>
                    <a:cubicBezTo>
                      <a:pt x="923524" y="47699"/>
                      <a:pt x="922802" y="48437"/>
                      <a:pt x="922802" y="48437"/>
                    </a:cubicBezTo>
                    <a:cubicBezTo>
                      <a:pt x="922802" y="48437"/>
                      <a:pt x="921717" y="48437"/>
                      <a:pt x="921717" y="48806"/>
                    </a:cubicBezTo>
                    <a:cubicBezTo>
                      <a:pt x="921356" y="48806"/>
                      <a:pt x="920633" y="49175"/>
                      <a:pt x="920272" y="49914"/>
                    </a:cubicBezTo>
                    <a:cubicBezTo>
                      <a:pt x="919549" y="50283"/>
                      <a:pt x="919911" y="50283"/>
                      <a:pt x="919911" y="50652"/>
                    </a:cubicBezTo>
                    <a:cubicBezTo>
                      <a:pt x="919911" y="51021"/>
                      <a:pt x="918465" y="51760"/>
                      <a:pt x="918465" y="51760"/>
                    </a:cubicBezTo>
                    <a:cubicBezTo>
                      <a:pt x="918465" y="52129"/>
                      <a:pt x="917019" y="52129"/>
                      <a:pt x="915935" y="52129"/>
                    </a:cubicBezTo>
                    <a:cubicBezTo>
                      <a:pt x="915935" y="52129"/>
                      <a:pt x="914490" y="52498"/>
                      <a:pt x="914128" y="52498"/>
                    </a:cubicBezTo>
                    <a:cubicBezTo>
                      <a:pt x="914128" y="52129"/>
                      <a:pt x="913044" y="53237"/>
                      <a:pt x="913044" y="53237"/>
                    </a:cubicBezTo>
                    <a:cubicBezTo>
                      <a:pt x="913044" y="53237"/>
                      <a:pt x="912321" y="53237"/>
                      <a:pt x="911960" y="53237"/>
                    </a:cubicBezTo>
                    <a:cubicBezTo>
                      <a:pt x="911599" y="53606"/>
                      <a:pt x="911237" y="53606"/>
                      <a:pt x="909430" y="53606"/>
                    </a:cubicBezTo>
                    <a:cubicBezTo>
                      <a:pt x="907624" y="53975"/>
                      <a:pt x="907985" y="53606"/>
                      <a:pt x="907985" y="53606"/>
                    </a:cubicBezTo>
                    <a:cubicBezTo>
                      <a:pt x="907985" y="53606"/>
                      <a:pt x="907262" y="53606"/>
                      <a:pt x="907262" y="53606"/>
                    </a:cubicBezTo>
                    <a:cubicBezTo>
                      <a:pt x="906901" y="53606"/>
                      <a:pt x="905817" y="53237"/>
                      <a:pt x="905817" y="53237"/>
                    </a:cubicBezTo>
                    <a:cubicBezTo>
                      <a:pt x="905455" y="52867"/>
                      <a:pt x="905094" y="52498"/>
                      <a:pt x="904732" y="52498"/>
                    </a:cubicBezTo>
                    <a:cubicBezTo>
                      <a:pt x="904371" y="52498"/>
                      <a:pt x="903648" y="51760"/>
                      <a:pt x="903648" y="51760"/>
                    </a:cubicBezTo>
                    <a:cubicBezTo>
                      <a:pt x="903287" y="51391"/>
                      <a:pt x="902926" y="51760"/>
                      <a:pt x="902564" y="51760"/>
                    </a:cubicBezTo>
                    <a:cubicBezTo>
                      <a:pt x="902203" y="51760"/>
                      <a:pt x="901119" y="51760"/>
                      <a:pt x="901119" y="51760"/>
                    </a:cubicBezTo>
                    <a:cubicBezTo>
                      <a:pt x="901119" y="51760"/>
                      <a:pt x="901119" y="51760"/>
                      <a:pt x="899673" y="51760"/>
                    </a:cubicBezTo>
                    <a:cubicBezTo>
                      <a:pt x="899673" y="51760"/>
                      <a:pt x="899673" y="51760"/>
                      <a:pt x="898589" y="51391"/>
                    </a:cubicBezTo>
                    <a:cubicBezTo>
                      <a:pt x="898589" y="51391"/>
                      <a:pt x="897143" y="51760"/>
                      <a:pt x="896782" y="51760"/>
                    </a:cubicBezTo>
                    <a:cubicBezTo>
                      <a:pt x="896421" y="51760"/>
                      <a:pt x="896421" y="51021"/>
                      <a:pt x="896421" y="51021"/>
                    </a:cubicBezTo>
                    <a:cubicBezTo>
                      <a:pt x="896421" y="51021"/>
                      <a:pt x="895337" y="51021"/>
                      <a:pt x="894975" y="51021"/>
                    </a:cubicBezTo>
                    <a:cubicBezTo>
                      <a:pt x="894252" y="50652"/>
                      <a:pt x="893891" y="50652"/>
                      <a:pt x="893530" y="50652"/>
                    </a:cubicBezTo>
                    <a:cubicBezTo>
                      <a:pt x="893168" y="50652"/>
                      <a:pt x="892807" y="50283"/>
                      <a:pt x="892445" y="49914"/>
                    </a:cubicBezTo>
                    <a:cubicBezTo>
                      <a:pt x="892084" y="49914"/>
                      <a:pt x="891361" y="49914"/>
                      <a:pt x="891000" y="49914"/>
                    </a:cubicBezTo>
                    <a:cubicBezTo>
                      <a:pt x="890639" y="49545"/>
                      <a:pt x="889916" y="49914"/>
                      <a:pt x="890277" y="49175"/>
                    </a:cubicBezTo>
                    <a:cubicBezTo>
                      <a:pt x="890639" y="48806"/>
                      <a:pt x="890277" y="49175"/>
                      <a:pt x="890639" y="49175"/>
                    </a:cubicBezTo>
                    <a:cubicBezTo>
                      <a:pt x="891361" y="48806"/>
                      <a:pt x="891723" y="49175"/>
                      <a:pt x="892084" y="49175"/>
                    </a:cubicBezTo>
                    <a:cubicBezTo>
                      <a:pt x="892807" y="48806"/>
                      <a:pt x="893168" y="49175"/>
                      <a:pt x="893891" y="48806"/>
                    </a:cubicBezTo>
                    <a:cubicBezTo>
                      <a:pt x="894614" y="48437"/>
                      <a:pt x="894614" y="48806"/>
                      <a:pt x="894975" y="48437"/>
                    </a:cubicBezTo>
                    <a:cubicBezTo>
                      <a:pt x="894975" y="47699"/>
                      <a:pt x="894975" y="48437"/>
                      <a:pt x="895698" y="47699"/>
                    </a:cubicBezTo>
                    <a:cubicBezTo>
                      <a:pt x="896421" y="47330"/>
                      <a:pt x="896059" y="48068"/>
                      <a:pt x="896421" y="47699"/>
                    </a:cubicBezTo>
                    <a:cubicBezTo>
                      <a:pt x="896782" y="47699"/>
                      <a:pt x="897505" y="47699"/>
                      <a:pt x="898228" y="47330"/>
                    </a:cubicBezTo>
                    <a:cubicBezTo>
                      <a:pt x="898589" y="47330"/>
                      <a:pt x="898950" y="47699"/>
                      <a:pt x="899673" y="47699"/>
                    </a:cubicBezTo>
                    <a:cubicBezTo>
                      <a:pt x="900757" y="47699"/>
                      <a:pt x="901119" y="47699"/>
                      <a:pt x="900396" y="46591"/>
                    </a:cubicBezTo>
                    <a:cubicBezTo>
                      <a:pt x="899673" y="45484"/>
                      <a:pt x="898950" y="46591"/>
                      <a:pt x="898228" y="46222"/>
                    </a:cubicBezTo>
                    <a:cubicBezTo>
                      <a:pt x="897505" y="46222"/>
                      <a:pt x="897866" y="46591"/>
                      <a:pt x="897505" y="46591"/>
                    </a:cubicBezTo>
                    <a:cubicBezTo>
                      <a:pt x="897143" y="46591"/>
                      <a:pt x="895698" y="46960"/>
                      <a:pt x="895337" y="46960"/>
                    </a:cubicBezTo>
                    <a:cubicBezTo>
                      <a:pt x="895337" y="47330"/>
                      <a:pt x="894614" y="47330"/>
                      <a:pt x="894614" y="47330"/>
                    </a:cubicBezTo>
                    <a:cubicBezTo>
                      <a:pt x="894614" y="47330"/>
                      <a:pt x="894614" y="47330"/>
                      <a:pt x="892807" y="47699"/>
                    </a:cubicBezTo>
                    <a:cubicBezTo>
                      <a:pt x="892807" y="47699"/>
                      <a:pt x="892807" y="47699"/>
                      <a:pt x="891361" y="47699"/>
                    </a:cubicBezTo>
                    <a:cubicBezTo>
                      <a:pt x="891361" y="47699"/>
                      <a:pt x="890277" y="48068"/>
                      <a:pt x="889916" y="47699"/>
                    </a:cubicBezTo>
                    <a:cubicBezTo>
                      <a:pt x="889554" y="47699"/>
                      <a:pt x="889193" y="48068"/>
                      <a:pt x="888832" y="48068"/>
                    </a:cubicBezTo>
                    <a:cubicBezTo>
                      <a:pt x="888470" y="48068"/>
                      <a:pt x="887747" y="48068"/>
                      <a:pt x="887025" y="48068"/>
                    </a:cubicBezTo>
                    <a:cubicBezTo>
                      <a:pt x="886302" y="48437"/>
                      <a:pt x="887025" y="48068"/>
                      <a:pt x="887025" y="47699"/>
                    </a:cubicBezTo>
                    <a:cubicBezTo>
                      <a:pt x="886663" y="47699"/>
                      <a:pt x="886302" y="47330"/>
                      <a:pt x="886302" y="46960"/>
                    </a:cubicBezTo>
                    <a:cubicBezTo>
                      <a:pt x="886302" y="46960"/>
                      <a:pt x="885579" y="46960"/>
                      <a:pt x="884134" y="46591"/>
                    </a:cubicBezTo>
                    <a:cubicBezTo>
                      <a:pt x="884134" y="46591"/>
                      <a:pt x="884134" y="45853"/>
                      <a:pt x="883772" y="45484"/>
                    </a:cubicBezTo>
                    <a:cubicBezTo>
                      <a:pt x="883772" y="45484"/>
                      <a:pt x="883411" y="44745"/>
                      <a:pt x="882688" y="44376"/>
                    </a:cubicBezTo>
                    <a:cubicBezTo>
                      <a:pt x="882688" y="44007"/>
                      <a:pt x="883411" y="44376"/>
                      <a:pt x="884134" y="44376"/>
                    </a:cubicBezTo>
                    <a:cubicBezTo>
                      <a:pt x="884856" y="44376"/>
                      <a:pt x="885579" y="43638"/>
                      <a:pt x="885579" y="43638"/>
                    </a:cubicBezTo>
                    <a:cubicBezTo>
                      <a:pt x="885579" y="43268"/>
                      <a:pt x="884134" y="43268"/>
                      <a:pt x="883772" y="43268"/>
                    </a:cubicBezTo>
                    <a:cubicBezTo>
                      <a:pt x="883050" y="43638"/>
                      <a:pt x="883050" y="43268"/>
                      <a:pt x="882688" y="43268"/>
                    </a:cubicBezTo>
                    <a:cubicBezTo>
                      <a:pt x="881965" y="43268"/>
                      <a:pt x="881604" y="42530"/>
                      <a:pt x="881604" y="42530"/>
                    </a:cubicBezTo>
                    <a:cubicBezTo>
                      <a:pt x="881604" y="42530"/>
                      <a:pt x="881604" y="42161"/>
                      <a:pt x="881965" y="41792"/>
                    </a:cubicBezTo>
                    <a:cubicBezTo>
                      <a:pt x="881965" y="41423"/>
                      <a:pt x="881965" y="41792"/>
                      <a:pt x="882688" y="41792"/>
                    </a:cubicBezTo>
                    <a:cubicBezTo>
                      <a:pt x="883050" y="41792"/>
                      <a:pt x="882688" y="41053"/>
                      <a:pt x="882688" y="40684"/>
                    </a:cubicBezTo>
                    <a:cubicBezTo>
                      <a:pt x="882688" y="40315"/>
                      <a:pt x="882688" y="40315"/>
                      <a:pt x="883411" y="39946"/>
                    </a:cubicBezTo>
                    <a:cubicBezTo>
                      <a:pt x="883772" y="39207"/>
                      <a:pt x="884134" y="39946"/>
                      <a:pt x="884856" y="40315"/>
                    </a:cubicBezTo>
                    <a:cubicBezTo>
                      <a:pt x="884856" y="40315"/>
                      <a:pt x="885218" y="41053"/>
                      <a:pt x="886302" y="42161"/>
                    </a:cubicBezTo>
                    <a:cubicBezTo>
                      <a:pt x="886302" y="42161"/>
                      <a:pt x="887025" y="42530"/>
                      <a:pt x="887386" y="42899"/>
                    </a:cubicBezTo>
                    <a:cubicBezTo>
                      <a:pt x="887747" y="43268"/>
                      <a:pt x="888470" y="42899"/>
                      <a:pt x="888470" y="42161"/>
                    </a:cubicBezTo>
                    <a:cubicBezTo>
                      <a:pt x="888470" y="41792"/>
                      <a:pt x="887747" y="41792"/>
                      <a:pt x="887386" y="41423"/>
                    </a:cubicBezTo>
                    <a:cubicBezTo>
                      <a:pt x="887025" y="41053"/>
                      <a:pt x="886663" y="41053"/>
                      <a:pt x="887025" y="40315"/>
                    </a:cubicBezTo>
                    <a:cubicBezTo>
                      <a:pt x="887025" y="39946"/>
                      <a:pt x="887025" y="40315"/>
                      <a:pt x="887386" y="40684"/>
                    </a:cubicBezTo>
                    <a:cubicBezTo>
                      <a:pt x="888109" y="40684"/>
                      <a:pt x="888109" y="41053"/>
                      <a:pt x="888832" y="41053"/>
                    </a:cubicBezTo>
                    <a:cubicBezTo>
                      <a:pt x="889916" y="41053"/>
                      <a:pt x="889193" y="41792"/>
                      <a:pt x="889554" y="41792"/>
                    </a:cubicBezTo>
                    <a:cubicBezTo>
                      <a:pt x="889916" y="42161"/>
                      <a:pt x="890277" y="41423"/>
                      <a:pt x="890277" y="41053"/>
                    </a:cubicBezTo>
                    <a:cubicBezTo>
                      <a:pt x="890639" y="40315"/>
                      <a:pt x="890277" y="40684"/>
                      <a:pt x="889916" y="39946"/>
                    </a:cubicBezTo>
                    <a:cubicBezTo>
                      <a:pt x="889554" y="39207"/>
                      <a:pt x="889554" y="39207"/>
                      <a:pt x="888832" y="38838"/>
                    </a:cubicBezTo>
                    <a:cubicBezTo>
                      <a:pt x="888109" y="38469"/>
                      <a:pt x="889193" y="38469"/>
                      <a:pt x="889554" y="38469"/>
                    </a:cubicBezTo>
                    <a:close/>
                    <a:moveTo>
                      <a:pt x="1069586" y="38440"/>
                    </a:moveTo>
                    <a:cubicBezTo>
                      <a:pt x="1071502" y="38100"/>
                      <a:pt x="1071885" y="38440"/>
                      <a:pt x="1072652" y="38780"/>
                    </a:cubicBezTo>
                    <a:cubicBezTo>
                      <a:pt x="1073418" y="38780"/>
                      <a:pt x="1075717" y="38780"/>
                      <a:pt x="1076484" y="39121"/>
                    </a:cubicBezTo>
                    <a:cubicBezTo>
                      <a:pt x="1076867" y="39461"/>
                      <a:pt x="1076484" y="39801"/>
                      <a:pt x="1075717" y="39801"/>
                    </a:cubicBezTo>
                    <a:cubicBezTo>
                      <a:pt x="1074951" y="39801"/>
                      <a:pt x="1073035" y="40481"/>
                      <a:pt x="1071885" y="41162"/>
                    </a:cubicBezTo>
                    <a:cubicBezTo>
                      <a:pt x="1071119" y="41842"/>
                      <a:pt x="1071502" y="41842"/>
                      <a:pt x="1070352" y="42523"/>
                    </a:cubicBezTo>
                    <a:cubicBezTo>
                      <a:pt x="1069203" y="42863"/>
                      <a:pt x="1069586" y="42523"/>
                      <a:pt x="1068820" y="42523"/>
                    </a:cubicBezTo>
                    <a:cubicBezTo>
                      <a:pt x="1067670" y="42523"/>
                      <a:pt x="1068053" y="41842"/>
                      <a:pt x="1068053" y="40141"/>
                    </a:cubicBezTo>
                    <a:cubicBezTo>
                      <a:pt x="1067670" y="38780"/>
                      <a:pt x="1067287" y="39121"/>
                      <a:pt x="1066520" y="38780"/>
                    </a:cubicBezTo>
                    <a:cubicBezTo>
                      <a:pt x="1065754" y="38440"/>
                      <a:pt x="1068053" y="38780"/>
                      <a:pt x="1069586" y="38440"/>
                    </a:cubicBezTo>
                    <a:close/>
                    <a:moveTo>
                      <a:pt x="1052172" y="38365"/>
                    </a:moveTo>
                    <a:cubicBezTo>
                      <a:pt x="1052524" y="38100"/>
                      <a:pt x="1054641" y="38894"/>
                      <a:pt x="1054288" y="39159"/>
                    </a:cubicBezTo>
                    <a:cubicBezTo>
                      <a:pt x="1054288" y="39688"/>
                      <a:pt x="1052877" y="39688"/>
                      <a:pt x="1052172" y="39423"/>
                    </a:cubicBezTo>
                    <a:cubicBezTo>
                      <a:pt x="1051466" y="39159"/>
                      <a:pt x="1051819" y="38894"/>
                      <a:pt x="1052172" y="38365"/>
                    </a:cubicBezTo>
                    <a:close/>
                    <a:moveTo>
                      <a:pt x="1018273" y="36195"/>
                    </a:moveTo>
                    <a:cubicBezTo>
                      <a:pt x="1018947" y="35560"/>
                      <a:pt x="1019957" y="34925"/>
                      <a:pt x="1020967" y="36195"/>
                    </a:cubicBezTo>
                    <a:cubicBezTo>
                      <a:pt x="1021304" y="36513"/>
                      <a:pt x="1019283" y="37465"/>
                      <a:pt x="1017936" y="37465"/>
                    </a:cubicBezTo>
                    <a:cubicBezTo>
                      <a:pt x="1016926" y="37465"/>
                      <a:pt x="1016926" y="37783"/>
                      <a:pt x="1015579" y="38735"/>
                    </a:cubicBezTo>
                    <a:cubicBezTo>
                      <a:pt x="1014569" y="39688"/>
                      <a:pt x="1015579" y="38735"/>
                      <a:pt x="1014569" y="39053"/>
                    </a:cubicBezTo>
                    <a:cubicBezTo>
                      <a:pt x="1013222" y="39370"/>
                      <a:pt x="1013895" y="38735"/>
                      <a:pt x="1012885" y="38100"/>
                    </a:cubicBezTo>
                    <a:cubicBezTo>
                      <a:pt x="1012212" y="37465"/>
                      <a:pt x="1010528" y="38418"/>
                      <a:pt x="1010191" y="37783"/>
                    </a:cubicBezTo>
                    <a:cubicBezTo>
                      <a:pt x="1010191" y="36513"/>
                      <a:pt x="1012885" y="36830"/>
                      <a:pt x="1013895" y="36830"/>
                    </a:cubicBezTo>
                    <a:cubicBezTo>
                      <a:pt x="1014569" y="36513"/>
                      <a:pt x="1014569" y="37148"/>
                      <a:pt x="1015916" y="36830"/>
                    </a:cubicBezTo>
                    <a:cubicBezTo>
                      <a:pt x="1016926" y="36830"/>
                      <a:pt x="1017936" y="36513"/>
                      <a:pt x="1018273" y="36195"/>
                    </a:cubicBezTo>
                    <a:close/>
                    <a:moveTo>
                      <a:pt x="1037356" y="33338"/>
                    </a:moveTo>
                    <a:cubicBezTo>
                      <a:pt x="1038502" y="33749"/>
                      <a:pt x="1038885" y="34161"/>
                      <a:pt x="1038885" y="34573"/>
                    </a:cubicBezTo>
                    <a:cubicBezTo>
                      <a:pt x="1038885" y="34573"/>
                      <a:pt x="1039267" y="34573"/>
                      <a:pt x="1039649" y="34984"/>
                    </a:cubicBezTo>
                    <a:cubicBezTo>
                      <a:pt x="1040031" y="35396"/>
                      <a:pt x="1040413" y="35807"/>
                      <a:pt x="1040795" y="35807"/>
                    </a:cubicBezTo>
                    <a:cubicBezTo>
                      <a:pt x="1041178" y="35807"/>
                      <a:pt x="1041942" y="35396"/>
                      <a:pt x="1041942" y="36219"/>
                    </a:cubicBezTo>
                    <a:cubicBezTo>
                      <a:pt x="1041560" y="36631"/>
                      <a:pt x="1040795" y="37454"/>
                      <a:pt x="1040031" y="37865"/>
                    </a:cubicBezTo>
                    <a:cubicBezTo>
                      <a:pt x="1039267" y="38277"/>
                      <a:pt x="1038502" y="37865"/>
                      <a:pt x="1038120" y="38277"/>
                    </a:cubicBezTo>
                    <a:cubicBezTo>
                      <a:pt x="1038120" y="38277"/>
                      <a:pt x="1036974" y="38689"/>
                      <a:pt x="1036209" y="38689"/>
                    </a:cubicBezTo>
                    <a:cubicBezTo>
                      <a:pt x="1035827" y="38689"/>
                      <a:pt x="1034680" y="38689"/>
                      <a:pt x="1034298" y="38689"/>
                    </a:cubicBezTo>
                    <a:cubicBezTo>
                      <a:pt x="1033916" y="39100"/>
                      <a:pt x="1033916" y="38689"/>
                      <a:pt x="1033152" y="39512"/>
                    </a:cubicBezTo>
                    <a:cubicBezTo>
                      <a:pt x="1032770" y="40335"/>
                      <a:pt x="1033534" y="40747"/>
                      <a:pt x="1032387" y="40335"/>
                    </a:cubicBezTo>
                    <a:cubicBezTo>
                      <a:pt x="1030859" y="40335"/>
                      <a:pt x="1029712" y="39923"/>
                      <a:pt x="1028948" y="40335"/>
                    </a:cubicBezTo>
                    <a:cubicBezTo>
                      <a:pt x="1028566" y="40335"/>
                      <a:pt x="1027801" y="39923"/>
                      <a:pt x="1028183" y="41158"/>
                    </a:cubicBezTo>
                    <a:cubicBezTo>
                      <a:pt x="1028183" y="41981"/>
                      <a:pt x="1028566" y="42393"/>
                      <a:pt x="1028183" y="42805"/>
                    </a:cubicBezTo>
                    <a:cubicBezTo>
                      <a:pt x="1027419" y="43216"/>
                      <a:pt x="1027037" y="43628"/>
                      <a:pt x="1026272" y="43628"/>
                    </a:cubicBezTo>
                    <a:cubicBezTo>
                      <a:pt x="1025890" y="43628"/>
                      <a:pt x="1025508" y="43628"/>
                      <a:pt x="1024744" y="44039"/>
                    </a:cubicBezTo>
                    <a:cubicBezTo>
                      <a:pt x="1023979" y="44039"/>
                      <a:pt x="1023215" y="44451"/>
                      <a:pt x="1022833" y="44039"/>
                    </a:cubicBezTo>
                    <a:cubicBezTo>
                      <a:pt x="1022068" y="43628"/>
                      <a:pt x="1021686" y="43216"/>
                      <a:pt x="1021686" y="43216"/>
                    </a:cubicBezTo>
                    <a:cubicBezTo>
                      <a:pt x="1021686" y="42805"/>
                      <a:pt x="1021686" y="42393"/>
                      <a:pt x="1021686" y="41981"/>
                    </a:cubicBezTo>
                    <a:cubicBezTo>
                      <a:pt x="1021686" y="41570"/>
                      <a:pt x="1021304" y="41981"/>
                      <a:pt x="1022068" y="41570"/>
                    </a:cubicBezTo>
                    <a:cubicBezTo>
                      <a:pt x="1022451" y="41158"/>
                      <a:pt x="1023215" y="39923"/>
                      <a:pt x="1023215" y="39923"/>
                    </a:cubicBezTo>
                    <a:cubicBezTo>
                      <a:pt x="1022833" y="39923"/>
                      <a:pt x="1022068" y="39923"/>
                      <a:pt x="1021686" y="39512"/>
                    </a:cubicBezTo>
                    <a:cubicBezTo>
                      <a:pt x="1021304" y="39512"/>
                      <a:pt x="1021304" y="39100"/>
                      <a:pt x="1021686" y="38689"/>
                    </a:cubicBezTo>
                    <a:cubicBezTo>
                      <a:pt x="1022068" y="38689"/>
                      <a:pt x="1022833" y="38277"/>
                      <a:pt x="1023215" y="38277"/>
                    </a:cubicBezTo>
                    <a:cubicBezTo>
                      <a:pt x="1023597" y="38277"/>
                      <a:pt x="1024361" y="37865"/>
                      <a:pt x="1024361" y="37865"/>
                    </a:cubicBezTo>
                    <a:cubicBezTo>
                      <a:pt x="1024361" y="37454"/>
                      <a:pt x="1024361" y="37454"/>
                      <a:pt x="1023979" y="37042"/>
                    </a:cubicBezTo>
                    <a:cubicBezTo>
                      <a:pt x="1023597" y="37042"/>
                      <a:pt x="1023597" y="37454"/>
                      <a:pt x="1023215" y="36631"/>
                    </a:cubicBezTo>
                    <a:cubicBezTo>
                      <a:pt x="1023215" y="35807"/>
                      <a:pt x="1022451" y="35807"/>
                      <a:pt x="1022833" y="35396"/>
                    </a:cubicBezTo>
                    <a:cubicBezTo>
                      <a:pt x="1023597" y="34984"/>
                      <a:pt x="1023979" y="34984"/>
                      <a:pt x="1024744" y="34984"/>
                    </a:cubicBezTo>
                    <a:cubicBezTo>
                      <a:pt x="1025126" y="34984"/>
                      <a:pt x="1026655" y="34573"/>
                      <a:pt x="1026655" y="35807"/>
                    </a:cubicBezTo>
                    <a:cubicBezTo>
                      <a:pt x="1026655" y="36631"/>
                      <a:pt x="1027419" y="36631"/>
                      <a:pt x="1027037" y="37042"/>
                    </a:cubicBezTo>
                    <a:cubicBezTo>
                      <a:pt x="1026655" y="37865"/>
                      <a:pt x="1025508" y="37865"/>
                      <a:pt x="1026655" y="38277"/>
                    </a:cubicBezTo>
                    <a:cubicBezTo>
                      <a:pt x="1027419" y="38277"/>
                      <a:pt x="1027419" y="38277"/>
                      <a:pt x="1028183" y="38277"/>
                    </a:cubicBezTo>
                    <a:cubicBezTo>
                      <a:pt x="1028948" y="38277"/>
                      <a:pt x="1029330" y="38277"/>
                      <a:pt x="1029330" y="37865"/>
                    </a:cubicBezTo>
                    <a:cubicBezTo>
                      <a:pt x="1029712" y="37454"/>
                      <a:pt x="1030094" y="37042"/>
                      <a:pt x="1030094" y="36631"/>
                    </a:cubicBezTo>
                    <a:cubicBezTo>
                      <a:pt x="1030094" y="36219"/>
                      <a:pt x="1029330" y="37042"/>
                      <a:pt x="1029712" y="35807"/>
                    </a:cubicBezTo>
                    <a:cubicBezTo>
                      <a:pt x="1030094" y="34573"/>
                      <a:pt x="1030476" y="34573"/>
                      <a:pt x="1030859" y="34161"/>
                    </a:cubicBezTo>
                    <a:cubicBezTo>
                      <a:pt x="1031623" y="33749"/>
                      <a:pt x="1034680" y="33749"/>
                      <a:pt x="1035063" y="33749"/>
                    </a:cubicBezTo>
                    <a:cubicBezTo>
                      <a:pt x="1035827" y="33749"/>
                      <a:pt x="1035827" y="34573"/>
                      <a:pt x="1036591" y="34161"/>
                    </a:cubicBezTo>
                    <a:cubicBezTo>
                      <a:pt x="1036974" y="33749"/>
                      <a:pt x="1036591" y="33338"/>
                      <a:pt x="1037356" y="33338"/>
                    </a:cubicBezTo>
                    <a:close/>
                    <a:moveTo>
                      <a:pt x="1071427" y="32808"/>
                    </a:moveTo>
                    <a:cubicBezTo>
                      <a:pt x="1071777" y="31750"/>
                      <a:pt x="1072477" y="32808"/>
                      <a:pt x="1073178" y="32808"/>
                    </a:cubicBezTo>
                    <a:cubicBezTo>
                      <a:pt x="1074228" y="33161"/>
                      <a:pt x="1073528" y="33514"/>
                      <a:pt x="1073878" y="34219"/>
                    </a:cubicBezTo>
                    <a:cubicBezTo>
                      <a:pt x="1074228" y="34572"/>
                      <a:pt x="1074929" y="34572"/>
                      <a:pt x="1074929" y="34925"/>
                    </a:cubicBezTo>
                    <a:cubicBezTo>
                      <a:pt x="1074929" y="35630"/>
                      <a:pt x="1075279" y="35983"/>
                      <a:pt x="1074228" y="36689"/>
                    </a:cubicBezTo>
                    <a:cubicBezTo>
                      <a:pt x="1073528" y="37042"/>
                      <a:pt x="1072477" y="36689"/>
                      <a:pt x="1071777" y="36336"/>
                    </a:cubicBezTo>
                    <a:cubicBezTo>
                      <a:pt x="1071427" y="35983"/>
                      <a:pt x="1070727" y="35983"/>
                      <a:pt x="1070376" y="35630"/>
                    </a:cubicBezTo>
                    <a:cubicBezTo>
                      <a:pt x="1070026" y="35278"/>
                      <a:pt x="1069676" y="35278"/>
                      <a:pt x="1068976" y="36336"/>
                    </a:cubicBezTo>
                    <a:cubicBezTo>
                      <a:pt x="1068275" y="37042"/>
                      <a:pt x="1068625" y="37042"/>
                      <a:pt x="1067925" y="37394"/>
                    </a:cubicBezTo>
                    <a:cubicBezTo>
                      <a:pt x="1067225" y="37747"/>
                      <a:pt x="1066524" y="37394"/>
                      <a:pt x="1066174" y="37747"/>
                    </a:cubicBezTo>
                    <a:cubicBezTo>
                      <a:pt x="1065474" y="37747"/>
                      <a:pt x="1065123" y="37747"/>
                      <a:pt x="1064073" y="37747"/>
                    </a:cubicBezTo>
                    <a:cubicBezTo>
                      <a:pt x="1063022" y="38100"/>
                      <a:pt x="1062672" y="38100"/>
                      <a:pt x="1061622" y="38100"/>
                    </a:cubicBezTo>
                    <a:cubicBezTo>
                      <a:pt x="1060221" y="38100"/>
                      <a:pt x="1059871" y="38100"/>
                      <a:pt x="1059520" y="37747"/>
                    </a:cubicBezTo>
                    <a:cubicBezTo>
                      <a:pt x="1059170" y="37042"/>
                      <a:pt x="1060221" y="37042"/>
                      <a:pt x="1059871" y="36689"/>
                    </a:cubicBezTo>
                    <a:cubicBezTo>
                      <a:pt x="1059170" y="35983"/>
                      <a:pt x="1059170" y="36336"/>
                      <a:pt x="1057419" y="36689"/>
                    </a:cubicBezTo>
                    <a:cubicBezTo>
                      <a:pt x="1056018" y="36689"/>
                      <a:pt x="1056018" y="36689"/>
                      <a:pt x="1054968" y="36689"/>
                    </a:cubicBezTo>
                    <a:cubicBezTo>
                      <a:pt x="1053917" y="36689"/>
                      <a:pt x="1051466" y="36689"/>
                      <a:pt x="1051816" y="35630"/>
                    </a:cubicBezTo>
                    <a:cubicBezTo>
                      <a:pt x="1052517" y="34572"/>
                      <a:pt x="1057419" y="35278"/>
                      <a:pt x="1057069" y="34572"/>
                    </a:cubicBezTo>
                    <a:cubicBezTo>
                      <a:pt x="1056719" y="33867"/>
                      <a:pt x="1054968" y="34925"/>
                      <a:pt x="1054268" y="34219"/>
                    </a:cubicBezTo>
                    <a:cubicBezTo>
                      <a:pt x="1053217" y="33514"/>
                      <a:pt x="1054268" y="34219"/>
                      <a:pt x="1054968" y="33161"/>
                    </a:cubicBezTo>
                    <a:cubicBezTo>
                      <a:pt x="1055668" y="32103"/>
                      <a:pt x="1055668" y="32808"/>
                      <a:pt x="1056369" y="33161"/>
                    </a:cubicBezTo>
                    <a:cubicBezTo>
                      <a:pt x="1057419" y="33161"/>
                      <a:pt x="1057769" y="33867"/>
                      <a:pt x="1057769" y="33514"/>
                    </a:cubicBezTo>
                    <a:cubicBezTo>
                      <a:pt x="1057769" y="33161"/>
                      <a:pt x="1059520" y="33161"/>
                      <a:pt x="1059871" y="33161"/>
                    </a:cubicBezTo>
                    <a:cubicBezTo>
                      <a:pt x="1060571" y="33161"/>
                      <a:pt x="1061972" y="33514"/>
                      <a:pt x="1063022" y="33867"/>
                    </a:cubicBezTo>
                    <a:cubicBezTo>
                      <a:pt x="1063723" y="33867"/>
                      <a:pt x="1064073" y="34219"/>
                      <a:pt x="1064423" y="34925"/>
                    </a:cubicBezTo>
                    <a:cubicBezTo>
                      <a:pt x="1064773" y="35278"/>
                      <a:pt x="1066524" y="35278"/>
                      <a:pt x="1066174" y="34572"/>
                    </a:cubicBezTo>
                    <a:cubicBezTo>
                      <a:pt x="1065824" y="33867"/>
                      <a:pt x="1065474" y="34219"/>
                      <a:pt x="1065123" y="33161"/>
                    </a:cubicBezTo>
                    <a:cubicBezTo>
                      <a:pt x="1064773" y="32455"/>
                      <a:pt x="1066874" y="33161"/>
                      <a:pt x="1067925" y="33514"/>
                    </a:cubicBezTo>
                    <a:cubicBezTo>
                      <a:pt x="1068976" y="33514"/>
                      <a:pt x="1069326" y="34219"/>
                      <a:pt x="1070026" y="34219"/>
                    </a:cubicBezTo>
                    <a:cubicBezTo>
                      <a:pt x="1070727" y="33867"/>
                      <a:pt x="1070727" y="33514"/>
                      <a:pt x="1071427" y="32808"/>
                    </a:cubicBezTo>
                    <a:close/>
                    <a:moveTo>
                      <a:pt x="1037035" y="31750"/>
                    </a:moveTo>
                    <a:cubicBezTo>
                      <a:pt x="1037901" y="31750"/>
                      <a:pt x="1038767" y="32385"/>
                      <a:pt x="1037901" y="32385"/>
                    </a:cubicBezTo>
                    <a:cubicBezTo>
                      <a:pt x="1037468" y="32385"/>
                      <a:pt x="1036602" y="32385"/>
                      <a:pt x="1036169" y="32385"/>
                    </a:cubicBezTo>
                    <a:cubicBezTo>
                      <a:pt x="1036169" y="32703"/>
                      <a:pt x="1035303" y="33338"/>
                      <a:pt x="1034870" y="33338"/>
                    </a:cubicBezTo>
                    <a:cubicBezTo>
                      <a:pt x="1034004" y="33338"/>
                      <a:pt x="1034004" y="32067"/>
                      <a:pt x="1034437" y="32067"/>
                    </a:cubicBezTo>
                    <a:cubicBezTo>
                      <a:pt x="1034870" y="31750"/>
                      <a:pt x="1036602" y="31750"/>
                      <a:pt x="1037035" y="31750"/>
                    </a:cubicBezTo>
                    <a:close/>
                    <a:moveTo>
                      <a:pt x="1087344" y="31462"/>
                    </a:moveTo>
                    <a:cubicBezTo>
                      <a:pt x="1087979" y="32328"/>
                      <a:pt x="1087344" y="32761"/>
                      <a:pt x="1087027" y="33627"/>
                    </a:cubicBezTo>
                    <a:lnTo>
                      <a:pt x="1084981" y="34185"/>
                    </a:lnTo>
                    <a:lnTo>
                      <a:pt x="1086266" y="34185"/>
                    </a:lnTo>
                    <a:cubicBezTo>
                      <a:pt x="1087018" y="34185"/>
                      <a:pt x="1088146" y="33761"/>
                      <a:pt x="1088898" y="33338"/>
                    </a:cubicBezTo>
                    <a:cubicBezTo>
                      <a:pt x="1089274" y="33338"/>
                      <a:pt x="1090778" y="33338"/>
                      <a:pt x="1090778" y="34608"/>
                    </a:cubicBezTo>
                    <a:cubicBezTo>
                      <a:pt x="1091154" y="35455"/>
                      <a:pt x="1091154" y="36301"/>
                      <a:pt x="1090402" y="36725"/>
                    </a:cubicBezTo>
                    <a:cubicBezTo>
                      <a:pt x="1089650" y="37571"/>
                      <a:pt x="1088898" y="37995"/>
                      <a:pt x="1087770" y="38841"/>
                    </a:cubicBezTo>
                    <a:cubicBezTo>
                      <a:pt x="1086642" y="39688"/>
                      <a:pt x="1086642" y="39265"/>
                      <a:pt x="1085514" y="39265"/>
                    </a:cubicBezTo>
                    <a:cubicBezTo>
                      <a:pt x="1084386" y="39688"/>
                      <a:pt x="1083634" y="39265"/>
                      <a:pt x="1082506" y="39265"/>
                    </a:cubicBezTo>
                    <a:cubicBezTo>
                      <a:pt x="1081754" y="39265"/>
                      <a:pt x="1080626" y="39688"/>
                      <a:pt x="1079498" y="39688"/>
                    </a:cubicBezTo>
                    <a:cubicBezTo>
                      <a:pt x="1077994" y="39265"/>
                      <a:pt x="1076866" y="38841"/>
                      <a:pt x="1076866" y="37995"/>
                    </a:cubicBezTo>
                    <a:cubicBezTo>
                      <a:pt x="1076866" y="36725"/>
                      <a:pt x="1077242" y="36725"/>
                      <a:pt x="1077994" y="35455"/>
                    </a:cubicBezTo>
                    <a:cubicBezTo>
                      <a:pt x="1078746" y="34185"/>
                      <a:pt x="1079874" y="34185"/>
                      <a:pt x="1080250" y="34185"/>
                    </a:cubicBezTo>
                    <a:cubicBezTo>
                      <a:pt x="1080626" y="34185"/>
                      <a:pt x="1081378" y="33761"/>
                      <a:pt x="1082506" y="34185"/>
                    </a:cubicBezTo>
                    <a:lnTo>
                      <a:pt x="1083286" y="34185"/>
                    </a:lnTo>
                    <a:lnTo>
                      <a:pt x="1082264" y="33627"/>
                    </a:lnTo>
                    <a:cubicBezTo>
                      <a:pt x="1082899" y="32328"/>
                      <a:pt x="1082899" y="31462"/>
                      <a:pt x="1083851" y="31895"/>
                    </a:cubicBezTo>
                    <a:cubicBezTo>
                      <a:pt x="1084804" y="32328"/>
                      <a:pt x="1086391" y="30163"/>
                      <a:pt x="1087344" y="31462"/>
                    </a:cubicBezTo>
                    <a:close/>
                    <a:moveTo>
                      <a:pt x="1102847" y="30536"/>
                    </a:moveTo>
                    <a:cubicBezTo>
                      <a:pt x="1104241" y="30163"/>
                      <a:pt x="1104938" y="30910"/>
                      <a:pt x="1105984" y="31657"/>
                    </a:cubicBezTo>
                    <a:cubicBezTo>
                      <a:pt x="1107029" y="32404"/>
                      <a:pt x="1106332" y="32778"/>
                      <a:pt x="1105635" y="33898"/>
                    </a:cubicBezTo>
                    <a:cubicBezTo>
                      <a:pt x="1105287" y="34645"/>
                      <a:pt x="1104938" y="34645"/>
                      <a:pt x="1104241" y="35019"/>
                    </a:cubicBezTo>
                    <a:cubicBezTo>
                      <a:pt x="1103893" y="35392"/>
                      <a:pt x="1103196" y="36139"/>
                      <a:pt x="1102499" y="36139"/>
                    </a:cubicBezTo>
                    <a:cubicBezTo>
                      <a:pt x="1101802" y="36139"/>
                      <a:pt x="1101105" y="36139"/>
                      <a:pt x="1100408" y="35766"/>
                    </a:cubicBezTo>
                    <a:cubicBezTo>
                      <a:pt x="1099362" y="35392"/>
                      <a:pt x="1097271" y="36513"/>
                      <a:pt x="1096574" y="36513"/>
                    </a:cubicBezTo>
                    <a:cubicBezTo>
                      <a:pt x="1095877" y="36513"/>
                      <a:pt x="1095877" y="36513"/>
                      <a:pt x="1095529" y="36139"/>
                    </a:cubicBezTo>
                    <a:cubicBezTo>
                      <a:pt x="1095180" y="35766"/>
                      <a:pt x="1094483" y="35766"/>
                      <a:pt x="1093438" y="35392"/>
                    </a:cubicBezTo>
                    <a:cubicBezTo>
                      <a:pt x="1092741" y="35392"/>
                      <a:pt x="1093089" y="35019"/>
                      <a:pt x="1093786" y="34272"/>
                    </a:cubicBezTo>
                    <a:cubicBezTo>
                      <a:pt x="1094483" y="33525"/>
                      <a:pt x="1095180" y="33525"/>
                      <a:pt x="1095877" y="33151"/>
                    </a:cubicBezTo>
                    <a:cubicBezTo>
                      <a:pt x="1096574" y="32778"/>
                      <a:pt x="1099014" y="34272"/>
                      <a:pt x="1099711" y="33151"/>
                    </a:cubicBezTo>
                    <a:cubicBezTo>
                      <a:pt x="1100059" y="32778"/>
                      <a:pt x="1100408" y="32778"/>
                      <a:pt x="1100756" y="31283"/>
                    </a:cubicBezTo>
                    <a:cubicBezTo>
                      <a:pt x="1101105" y="30163"/>
                      <a:pt x="1101105" y="31283"/>
                      <a:pt x="1102847" y="30536"/>
                    </a:cubicBezTo>
                    <a:close/>
                    <a:moveTo>
                      <a:pt x="1248749" y="30505"/>
                    </a:moveTo>
                    <a:cubicBezTo>
                      <a:pt x="1249110" y="30505"/>
                      <a:pt x="1249831" y="30505"/>
                      <a:pt x="1249831" y="30505"/>
                    </a:cubicBezTo>
                    <a:cubicBezTo>
                      <a:pt x="1249831" y="30505"/>
                      <a:pt x="1249831" y="30505"/>
                      <a:pt x="1250553" y="30505"/>
                    </a:cubicBezTo>
                    <a:cubicBezTo>
                      <a:pt x="1250553" y="30505"/>
                      <a:pt x="1250914" y="30163"/>
                      <a:pt x="1251635" y="30505"/>
                    </a:cubicBezTo>
                    <a:cubicBezTo>
                      <a:pt x="1252357" y="30848"/>
                      <a:pt x="1252357" y="31190"/>
                      <a:pt x="1252357" y="31533"/>
                    </a:cubicBezTo>
                    <a:cubicBezTo>
                      <a:pt x="1252718" y="31533"/>
                      <a:pt x="1253079" y="31533"/>
                      <a:pt x="1253439" y="31875"/>
                    </a:cubicBezTo>
                    <a:cubicBezTo>
                      <a:pt x="1253800" y="32217"/>
                      <a:pt x="1254522" y="32560"/>
                      <a:pt x="1254882" y="32560"/>
                    </a:cubicBezTo>
                    <a:cubicBezTo>
                      <a:pt x="1254882" y="32902"/>
                      <a:pt x="1255243" y="33245"/>
                      <a:pt x="1255604" y="33587"/>
                    </a:cubicBezTo>
                    <a:cubicBezTo>
                      <a:pt x="1256326" y="34272"/>
                      <a:pt x="1257408" y="34272"/>
                      <a:pt x="1257769" y="34614"/>
                    </a:cubicBezTo>
                    <a:cubicBezTo>
                      <a:pt x="1258130" y="34957"/>
                      <a:pt x="1258490" y="34957"/>
                      <a:pt x="1258851" y="35299"/>
                    </a:cubicBezTo>
                    <a:cubicBezTo>
                      <a:pt x="1259212" y="35641"/>
                      <a:pt x="1259934" y="35299"/>
                      <a:pt x="1259934" y="35641"/>
                    </a:cubicBezTo>
                    <a:cubicBezTo>
                      <a:pt x="1261016" y="36326"/>
                      <a:pt x="1261016" y="36669"/>
                      <a:pt x="1261016" y="36669"/>
                    </a:cubicBezTo>
                    <a:cubicBezTo>
                      <a:pt x="1260655" y="37011"/>
                      <a:pt x="1260655" y="37011"/>
                      <a:pt x="1259934" y="37011"/>
                    </a:cubicBezTo>
                    <a:cubicBezTo>
                      <a:pt x="1258851" y="37011"/>
                      <a:pt x="1259212" y="36669"/>
                      <a:pt x="1258490" y="36669"/>
                    </a:cubicBezTo>
                    <a:cubicBezTo>
                      <a:pt x="1257769" y="37011"/>
                      <a:pt x="1258490" y="35984"/>
                      <a:pt x="1257769" y="37011"/>
                    </a:cubicBezTo>
                    <a:cubicBezTo>
                      <a:pt x="1257047" y="37696"/>
                      <a:pt x="1256686" y="37011"/>
                      <a:pt x="1257047" y="37696"/>
                    </a:cubicBezTo>
                    <a:cubicBezTo>
                      <a:pt x="1257769" y="38381"/>
                      <a:pt x="1257769" y="38723"/>
                      <a:pt x="1258130" y="39066"/>
                    </a:cubicBezTo>
                    <a:cubicBezTo>
                      <a:pt x="1258130" y="39408"/>
                      <a:pt x="1258490" y="39750"/>
                      <a:pt x="1258490" y="40093"/>
                    </a:cubicBezTo>
                    <a:cubicBezTo>
                      <a:pt x="1258490" y="40435"/>
                      <a:pt x="1258851" y="40435"/>
                      <a:pt x="1258490" y="40778"/>
                    </a:cubicBezTo>
                    <a:cubicBezTo>
                      <a:pt x="1258130" y="41120"/>
                      <a:pt x="1257047" y="41462"/>
                      <a:pt x="1257047" y="41462"/>
                    </a:cubicBezTo>
                    <a:cubicBezTo>
                      <a:pt x="1257047" y="41462"/>
                      <a:pt x="1256326" y="41462"/>
                      <a:pt x="1256326" y="41462"/>
                    </a:cubicBezTo>
                    <a:cubicBezTo>
                      <a:pt x="1255965" y="41462"/>
                      <a:pt x="1254522" y="41462"/>
                      <a:pt x="1254161" y="41462"/>
                    </a:cubicBezTo>
                    <a:cubicBezTo>
                      <a:pt x="1253800" y="41462"/>
                      <a:pt x="1253800" y="41462"/>
                      <a:pt x="1253079" y="41462"/>
                    </a:cubicBezTo>
                    <a:cubicBezTo>
                      <a:pt x="1252357" y="41805"/>
                      <a:pt x="1251275" y="41805"/>
                      <a:pt x="1250914" y="41805"/>
                    </a:cubicBezTo>
                    <a:cubicBezTo>
                      <a:pt x="1250192" y="41805"/>
                      <a:pt x="1249831" y="41805"/>
                      <a:pt x="1249471" y="41805"/>
                    </a:cubicBezTo>
                    <a:cubicBezTo>
                      <a:pt x="1248749" y="41805"/>
                      <a:pt x="1248749" y="41462"/>
                      <a:pt x="1248027" y="41805"/>
                    </a:cubicBezTo>
                    <a:cubicBezTo>
                      <a:pt x="1247306" y="42490"/>
                      <a:pt x="1246223" y="42147"/>
                      <a:pt x="1246223" y="42490"/>
                    </a:cubicBezTo>
                    <a:cubicBezTo>
                      <a:pt x="1244780" y="43175"/>
                      <a:pt x="1243337" y="43517"/>
                      <a:pt x="1243337" y="43517"/>
                    </a:cubicBezTo>
                    <a:cubicBezTo>
                      <a:pt x="1243337" y="43517"/>
                      <a:pt x="1243337" y="43175"/>
                      <a:pt x="1242615" y="43517"/>
                    </a:cubicBezTo>
                    <a:cubicBezTo>
                      <a:pt x="1242255" y="43859"/>
                      <a:pt x="1241172" y="44202"/>
                      <a:pt x="1241172" y="44202"/>
                    </a:cubicBezTo>
                    <a:cubicBezTo>
                      <a:pt x="1241172" y="44202"/>
                      <a:pt x="1241172" y="44202"/>
                      <a:pt x="1240811" y="44887"/>
                    </a:cubicBezTo>
                    <a:cubicBezTo>
                      <a:pt x="1240811" y="45571"/>
                      <a:pt x="1240451" y="45229"/>
                      <a:pt x="1240090" y="45571"/>
                    </a:cubicBezTo>
                    <a:cubicBezTo>
                      <a:pt x="1239729" y="45914"/>
                      <a:pt x="1239729" y="45914"/>
                      <a:pt x="1239007" y="46256"/>
                    </a:cubicBezTo>
                    <a:cubicBezTo>
                      <a:pt x="1238647" y="46599"/>
                      <a:pt x="1239368" y="45914"/>
                      <a:pt x="1238647" y="46599"/>
                    </a:cubicBezTo>
                    <a:cubicBezTo>
                      <a:pt x="1237925" y="47283"/>
                      <a:pt x="1238647" y="46941"/>
                      <a:pt x="1237925" y="47283"/>
                    </a:cubicBezTo>
                    <a:cubicBezTo>
                      <a:pt x="1237203" y="47626"/>
                      <a:pt x="1237203" y="46941"/>
                      <a:pt x="1236482" y="47283"/>
                    </a:cubicBezTo>
                    <a:cubicBezTo>
                      <a:pt x="1235760" y="47283"/>
                      <a:pt x="1235039" y="46941"/>
                      <a:pt x="1234678" y="46941"/>
                    </a:cubicBezTo>
                    <a:cubicBezTo>
                      <a:pt x="1234317" y="46941"/>
                      <a:pt x="1233956" y="47283"/>
                      <a:pt x="1233956" y="46941"/>
                    </a:cubicBezTo>
                    <a:cubicBezTo>
                      <a:pt x="1233596" y="46599"/>
                      <a:pt x="1234678" y="46599"/>
                      <a:pt x="1233596" y="46256"/>
                    </a:cubicBezTo>
                    <a:cubicBezTo>
                      <a:pt x="1232874" y="45914"/>
                      <a:pt x="1232152" y="45914"/>
                      <a:pt x="1232152" y="45914"/>
                    </a:cubicBezTo>
                    <a:cubicBezTo>
                      <a:pt x="1232152" y="45914"/>
                      <a:pt x="1231431" y="45571"/>
                      <a:pt x="1230709" y="45571"/>
                    </a:cubicBezTo>
                    <a:cubicBezTo>
                      <a:pt x="1230348" y="45914"/>
                      <a:pt x="1229988" y="45229"/>
                      <a:pt x="1229988" y="45229"/>
                    </a:cubicBezTo>
                    <a:cubicBezTo>
                      <a:pt x="1229988" y="45229"/>
                      <a:pt x="1230348" y="44544"/>
                      <a:pt x="1229627" y="43859"/>
                    </a:cubicBezTo>
                    <a:cubicBezTo>
                      <a:pt x="1229266" y="43517"/>
                      <a:pt x="1229627" y="43175"/>
                      <a:pt x="1229988" y="43175"/>
                    </a:cubicBezTo>
                    <a:cubicBezTo>
                      <a:pt x="1230709" y="43517"/>
                      <a:pt x="1232513" y="43517"/>
                      <a:pt x="1232874" y="43517"/>
                    </a:cubicBezTo>
                    <a:cubicBezTo>
                      <a:pt x="1233235" y="43859"/>
                      <a:pt x="1233956" y="43517"/>
                      <a:pt x="1234317" y="43517"/>
                    </a:cubicBezTo>
                    <a:cubicBezTo>
                      <a:pt x="1235039" y="43517"/>
                      <a:pt x="1235760" y="43175"/>
                      <a:pt x="1236121" y="43175"/>
                    </a:cubicBezTo>
                    <a:cubicBezTo>
                      <a:pt x="1237203" y="43175"/>
                      <a:pt x="1237203" y="42490"/>
                      <a:pt x="1236843" y="42490"/>
                    </a:cubicBezTo>
                    <a:cubicBezTo>
                      <a:pt x="1236121" y="42490"/>
                      <a:pt x="1235039" y="41805"/>
                      <a:pt x="1235039" y="41805"/>
                    </a:cubicBezTo>
                    <a:cubicBezTo>
                      <a:pt x="1236121" y="40435"/>
                      <a:pt x="1236482" y="39750"/>
                      <a:pt x="1235760" y="39750"/>
                    </a:cubicBezTo>
                    <a:cubicBezTo>
                      <a:pt x="1235400" y="40093"/>
                      <a:pt x="1234678" y="39408"/>
                      <a:pt x="1233956" y="40093"/>
                    </a:cubicBezTo>
                    <a:cubicBezTo>
                      <a:pt x="1233235" y="40778"/>
                      <a:pt x="1232513" y="40778"/>
                      <a:pt x="1232513" y="40093"/>
                    </a:cubicBezTo>
                    <a:cubicBezTo>
                      <a:pt x="1232513" y="39408"/>
                      <a:pt x="1231792" y="39066"/>
                      <a:pt x="1232513" y="38723"/>
                    </a:cubicBezTo>
                    <a:cubicBezTo>
                      <a:pt x="1232874" y="38381"/>
                      <a:pt x="1233235" y="38381"/>
                      <a:pt x="1233956" y="38381"/>
                    </a:cubicBezTo>
                    <a:cubicBezTo>
                      <a:pt x="1234678" y="38038"/>
                      <a:pt x="1235760" y="38381"/>
                      <a:pt x="1235760" y="38381"/>
                    </a:cubicBezTo>
                    <a:cubicBezTo>
                      <a:pt x="1235760" y="38381"/>
                      <a:pt x="1235760" y="38381"/>
                      <a:pt x="1237203" y="36669"/>
                    </a:cubicBezTo>
                    <a:cubicBezTo>
                      <a:pt x="1237203" y="36669"/>
                      <a:pt x="1237203" y="36669"/>
                      <a:pt x="1236482" y="35984"/>
                    </a:cubicBezTo>
                    <a:cubicBezTo>
                      <a:pt x="1236843" y="34614"/>
                      <a:pt x="1236121" y="35299"/>
                      <a:pt x="1236843" y="34614"/>
                    </a:cubicBezTo>
                    <a:cubicBezTo>
                      <a:pt x="1236843" y="34614"/>
                      <a:pt x="1238647" y="33929"/>
                      <a:pt x="1239007" y="33587"/>
                    </a:cubicBezTo>
                    <a:cubicBezTo>
                      <a:pt x="1239007" y="33587"/>
                      <a:pt x="1241172" y="32902"/>
                      <a:pt x="1242255" y="32560"/>
                    </a:cubicBezTo>
                    <a:cubicBezTo>
                      <a:pt x="1242255" y="32560"/>
                      <a:pt x="1244059" y="33245"/>
                      <a:pt x="1244419" y="33245"/>
                    </a:cubicBezTo>
                    <a:cubicBezTo>
                      <a:pt x="1244780" y="33245"/>
                      <a:pt x="1245502" y="32902"/>
                      <a:pt x="1245863" y="32560"/>
                    </a:cubicBezTo>
                    <a:cubicBezTo>
                      <a:pt x="1246223" y="32217"/>
                      <a:pt x="1246584" y="32217"/>
                      <a:pt x="1246945" y="31875"/>
                    </a:cubicBezTo>
                    <a:cubicBezTo>
                      <a:pt x="1246945" y="31875"/>
                      <a:pt x="1246584" y="31533"/>
                      <a:pt x="1247306" y="31190"/>
                    </a:cubicBezTo>
                    <a:cubicBezTo>
                      <a:pt x="1248027" y="30848"/>
                      <a:pt x="1248027" y="30848"/>
                      <a:pt x="1248749" y="30505"/>
                    </a:cubicBezTo>
                    <a:close/>
                    <a:moveTo>
                      <a:pt x="1074882" y="29104"/>
                    </a:moveTo>
                    <a:cubicBezTo>
                      <a:pt x="1075279" y="28575"/>
                      <a:pt x="1076866" y="28575"/>
                      <a:pt x="1077660" y="29104"/>
                    </a:cubicBezTo>
                    <a:cubicBezTo>
                      <a:pt x="1078454" y="29634"/>
                      <a:pt x="1077660" y="29634"/>
                      <a:pt x="1077263" y="29898"/>
                    </a:cubicBezTo>
                    <a:cubicBezTo>
                      <a:pt x="1076866" y="30163"/>
                      <a:pt x="1075279" y="30163"/>
                      <a:pt x="1074882" y="30163"/>
                    </a:cubicBezTo>
                    <a:cubicBezTo>
                      <a:pt x="1074088" y="30163"/>
                      <a:pt x="1073691" y="30163"/>
                      <a:pt x="1073691" y="29634"/>
                    </a:cubicBezTo>
                    <a:cubicBezTo>
                      <a:pt x="1073691" y="29104"/>
                      <a:pt x="1074882" y="29104"/>
                      <a:pt x="1074882" y="29104"/>
                    </a:cubicBezTo>
                    <a:close/>
                    <a:moveTo>
                      <a:pt x="1059509" y="29028"/>
                    </a:moveTo>
                    <a:cubicBezTo>
                      <a:pt x="1059933" y="28575"/>
                      <a:pt x="1061626" y="29482"/>
                      <a:pt x="1062473" y="29482"/>
                    </a:cubicBezTo>
                    <a:cubicBezTo>
                      <a:pt x="1063743" y="29482"/>
                      <a:pt x="1064166" y="30389"/>
                      <a:pt x="1063743" y="30389"/>
                    </a:cubicBezTo>
                    <a:cubicBezTo>
                      <a:pt x="1063319" y="30843"/>
                      <a:pt x="1062896" y="30843"/>
                      <a:pt x="1062049" y="31296"/>
                    </a:cubicBezTo>
                    <a:cubicBezTo>
                      <a:pt x="1061203" y="31296"/>
                      <a:pt x="1060779" y="31296"/>
                      <a:pt x="1059086" y="31296"/>
                    </a:cubicBezTo>
                    <a:cubicBezTo>
                      <a:pt x="1057816" y="31750"/>
                      <a:pt x="1058663" y="30389"/>
                      <a:pt x="1059086" y="29482"/>
                    </a:cubicBezTo>
                    <a:cubicBezTo>
                      <a:pt x="1059086" y="29482"/>
                      <a:pt x="1059086" y="29482"/>
                      <a:pt x="1059509" y="29028"/>
                    </a:cubicBezTo>
                    <a:close/>
                    <a:moveTo>
                      <a:pt x="1067976" y="26988"/>
                    </a:moveTo>
                    <a:cubicBezTo>
                      <a:pt x="1068929" y="26988"/>
                      <a:pt x="1069563" y="26988"/>
                      <a:pt x="1070833" y="26988"/>
                    </a:cubicBezTo>
                    <a:cubicBezTo>
                      <a:pt x="1072103" y="26988"/>
                      <a:pt x="1072421" y="27668"/>
                      <a:pt x="1072739" y="28009"/>
                    </a:cubicBezTo>
                    <a:cubicBezTo>
                      <a:pt x="1073056" y="28349"/>
                      <a:pt x="1073691" y="29369"/>
                      <a:pt x="1072421" y="29369"/>
                    </a:cubicBezTo>
                    <a:cubicBezTo>
                      <a:pt x="1071469" y="29029"/>
                      <a:pt x="1070516" y="27668"/>
                      <a:pt x="1070516" y="29029"/>
                    </a:cubicBezTo>
                    <a:cubicBezTo>
                      <a:pt x="1070199" y="30390"/>
                      <a:pt x="1070833" y="30050"/>
                      <a:pt x="1070516" y="30730"/>
                    </a:cubicBezTo>
                    <a:cubicBezTo>
                      <a:pt x="1070516" y="31411"/>
                      <a:pt x="1069881" y="31751"/>
                      <a:pt x="1069246" y="31751"/>
                    </a:cubicBezTo>
                    <a:cubicBezTo>
                      <a:pt x="1068611" y="31751"/>
                      <a:pt x="1067976" y="31751"/>
                      <a:pt x="1067341" y="31411"/>
                    </a:cubicBezTo>
                    <a:cubicBezTo>
                      <a:pt x="1066389" y="31070"/>
                      <a:pt x="1065753" y="30730"/>
                      <a:pt x="1065436" y="30730"/>
                    </a:cubicBezTo>
                    <a:cubicBezTo>
                      <a:pt x="1065119" y="30390"/>
                      <a:pt x="1064166" y="29710"/>
                      <a:pt x="1064483" y="29369"/>
                    </a:cubicBezTo>
                    <a:cubicBezTo>
                      <a:pt x="1064483" y="29029"/>
                      <a:pt x="1065436" y="29369"/>
                      <a:pt x="1065753" y="29369"/>
                    </a:cubicBezTo>
                    <a:cubicBezTo>
                      <a:pt x="1066389" y="29710"/>
                      <a:pt x="1067659" y="29369"/>
                      <a:pt x="1067976" y="29369"/>
                    </a:cubicBezTo>
                    <a:cubicBezTo>
                      <a:pt x="1068611" y="29369"/>
                      <a:pt x="1067976" y="28689"/>
                      <a:pt x="1067341" y="28349"/>
                    </a:cubicBezTo>
                    <a:cubicBezTo>
                      <a:pt x="1067023" y="28009"/>
                      <a:pt x="1067023" y="27328"/>
                      <a:pt x="1067976" y="26988"/>
                    </a:cubicBezTo>
                    <a:close/>
                    <a:moveTo>
                      <a:pt x="350491" y="26988"/>
                    </a:moveTo>
                    <a:cubicBezTo>
                      <a:pt x="350857" y="26988"/>
                      <a:pt x="351222" y="26988"/>
                      <a:pt x="351954" y="27361"/>
                    </a:cubicBezTo>
                    <a:cubicBezTo>
                      <a:pt x="352685" y="27361"/>
                      <a:pt x="353050" y="27735"/>
                      <a:pt x="353781" y="27735"/>
                    </a:cubicBezTo>
                    <a:cubicBezTo>
                      <a:pt x="354512" y="28108"/>
                      <a:pt x="354878" y="28108"/>
                      <a:pt x="355975" y="28108"/>
                    </a:cubicBezTo>
                    <a:cubicBezTo>
                      <a:pt x="356706" y="28108"/>
                      <a:pt x="356706" y="28856"/>
                      <a:pt x="357071" y="29229"/>
                    </a:cubicBezTo>
                    <a:cubicBezTo>
                      <a:pt x="357802" y="29229"/>
                      <a:pt x="358168" y="29603"/>
                      <a:pt x="358533" y="29603"/>
                    </a:cubicBezTo>
                    <a:cubicBezTo>
                      <a:pt x="358533" y="29603"/>
                      <a:pt x="359264" y="30350"/>
                      <a:pt x="359996" y="31470"/>
                    </a:cubicBezTo>
                    <a:cubicBezTo>
                      <a:pt x="361092" y="32217"/>
                      <a:pt x="360727" y="32217"/>
                      <a:pt x="361458" y="32591"/>
                    </a:cubicBezTo>
                    <a:cubicBezTo>
                      <a:pt x="362189" y="32964"/>
                      <a:pt x="361823" y="33338"/>
                      <a:pt x="362920" y="33338"/>
                    </a:cubicBezTo>
                    <a:cubicBezTo>
                      <a:pt x="364017" y="33338"/>
                      <a:pt x="363651" y="34832"/>
                      <a:pt x="364382" y="34832"/>
                    </a:cubicBezTo>
                    <a:cubicBezTo>
                      <a:pt x="364748" y="35206"/>
                      <a:pt x="364748" y="36326"/>
                      <a:pt x="364748" y="36326"/>
                    </a:cubicBezTo>
                    <a:cubicBezTo>
                      <a:pt x="364748" y="36326"/>
                      <a:pt x="366575" y="36700"/>
                      <a:pt x="367672" y="36700"/>
                    </a:cubicBezTo>
                    <a:cubicBezTo>
                      <a:pt x="369134" y="36326"/>
                      <a:pt x="368769" y="36700"/>
                      <a:pt x="369865" y="37073"/>
                    </a:cubicBezTo>
                    <a:cubicBezTo>
                      <a:pt x="370596" y="37073"/>
                      <a:pt x="370596" y="37447"/>
                      <a:pt x="371328" y="37447"/>
                    </a:cubicBezTo>
                    <a:cubicBezTo>
                      <a:pt x="372059" y="37447"/>
                      <a:pt x="371328" y="38194"/>
                      <a:pt x="371693" y="38567"/>
                    </a:cubicBezTo>
                    <a:cubicBezTo>
                      <a:pt x="371693" y="39314"/>
                      <a:pt x="371693" y="39688"/>
                      <a:pt x="371693" y="40061"/>
                    </a:cubicBezTo>
                    <a:cubicBezTo>
                      <a:pt x="371693" y="40808"/>
                      <a:pt x="372059" y="41182"/>
                      <a:pt x="372424" y="41182"/>
                    </a:cubicBezTo>
                    <a:cubicBezTo>
                      <a:pt x="372790" y="41182"/>
                      <a:pt x="373886" y="41929"/>
                      <a:pt x="374252" y="41929"/>
                    </a:cubicBezTo>
                    <a:cubicBezTo>
                      <a:pt x="374983" y="42303"/>
                      <a:pt x="374983" y="41556"/>
                      <a:pt x="374983" y="41182"/>
                    </a:cubicBezTo>
                    <a:cubicBezTo>
                      <a:pt x="374983" y="40435"/>
                      <a:pt x="374252" y="40435"/>
                      <a:pt x="373886" y="39688"/>
                    </a:cubicBezTo>
                    <a:cubicBezTo>
                      <a:pt x="373521" y="39314"/>
                      <a:pt x="373886" y="38941"/>
                      <a:pt x="373886" y="38567"/>
                    </a:cubicBezTo>
                    <a:cubicBezTo>
                      <a:pt x="374252" y="38194"/>
                      <a:pt x="374983" y="37820"/>
                      <a:pt x="374983" y="37820"/>
                    </a:cubicBezTo>
                    <a:cubicBezTo>
                      <a:pt x="375349" y="37820"/>
                      <a:pt x="378273" y="38567"/>
                      <a:pt x="378273" y="38941"/>
                    </a:cubicBezTo>
                    <a:cubicBezTo>
                      <a:pt x="378638" y="39314"/>
                      <a:pt x="379004" y="39688"/>
                      <a:pt x="379004" y="39688"/>
                    </a:cubicBezTo>
                    <a:cubicBezTo>
                      <a:pt x="379370" y="40061"/>
                      <a:pt x="379370" y="40808"/>
                      <a:pt x="379370" y="40808"/>
                    </a:cubicBezTo>
                    <a:cubicBezTo>
                      <a:pt x="379370" y="40808"/>
                      <a:pt x="377176" y="41556"/>
                      <a:pt x="376445" y="41929"/>
                    </a:cubicBezTo>
                    <a:cubicBezTo>
                      <a:pt x="376811" y="41929"/>
                      <a:pt x="377176" y="41929"/>
                      <a:pt x="378273" y="41556"/>
                    </a:cubicBezTo>
                    <a:cubicBezTo>
                      <a:pt x="378638" y="41556"/>
                      <a:pt x="380466" y="43050"/>
                      <a:pt x="380466" y="43050"/>
                    </a:cubicBezTo>
                    <a:cubicBezTo>
                      <a:pt x="380466" y="43050"/>
                      <a:pt x="381197" y="43423"/>
                      <a:pt x="381563" y="43423"/>
                    </a:cubicBezTo>
                    <a:cubicBezTo>
                      <a:pt x="381928" y="43423"/>
                      <a:pt x="380466" y="44917"/>
                      <a:pt x="380466" y="44917"/>
                    </a:cubicBezTo>
                    <a:cubicBezTo>
                      <a:pt x="380466" y="44917"/>
                      <a:pt x="381197" y="45291"/>
                      <a:pt x="381563" y="44917"/>
                    </a:cubicBezTo>
                    <a:cubicBezTo>
                      <a:pt x="381928" y="44917"/>
                      <a:pt x="381928" y="45664"/>
                      <a:pt x="382294" y="45664"/>
                    </a:cubicBezTo>
                    <a:cubicBezTo>
                      <a:pt x="382294" y="45664"/>
                      <a:pt x="381928" y="46411"/>
                      <a:pt x="381563" y="46785"/>
                    </a:cubicBezTo>
                    <a:cubicBezTo>
                      <a:pt x="381563" y="46785"/>
                      <a:pt x="381928" y="47906"/>
                      <a:pt x="381928" y="47906"/>
                    </a:cubicBezTo>
                    <a:cubicBezTo>
                      <a:pt x="381928" y="47906"/>
                      <a:pt x="383025" y="47532"/>
                      <a:pt x="383391" y="47158"/>
                    </a:cubicBezTo>
                    <a:cubicBezTo>
                      <a:pt x="383756" y="46785"/>
                      <a:pt x="384487" y="47158"/>
                      <a:pt x="384853" y="47158"/>
                    </a:cubicBezTo>
                    <a:cubicBezTo>
                      <a:pt x="385584" y="47158"/>
                      <a:pt x="385949" y="47532"/>
                      <a:pt x="385949" y="47906"/>
                    </a:cubicBezTo>
                    <a:cubicBezTo>
                      <a:pt x="385949" y="47906"/>
                      <a:pt x="386315" y="48279"/>
                      <a:pt x="386680" y="48653"/>
                    </a:cubicBezTo>
                    <a:cubicBezTo>
                      <a:pt x="387046" y="48653"/>
                      <a:pt x="387046" y="48279"/>
                      <a:pt x="387412" y="47532"/>
                    </a:cubicBezTo>
                    <a:cubicBezTo>
                      <a:pt x="387777" y="46785"/>
                      <a:pt x="388143" y="47906"/>
                      <a:pt x="388508" y="47532"/>
                    </a:cubicBezTo>
                    <a:cubicBezTo>
                      <a:pt x="388874" y="47532"/>
                      <a:pt x="389239" y="47906"/>
                      <a:pt x="389239" y="48279"/>
                    </a:cubicBezTo>
                    <a:cubicBezTo>
                      <a:pt x="389605" y="48653"/>
                      <a:pt x="389605" y="49026"/>
                      <a:pt x="389970" y="49400"/>
                    </a:cubicBezTo>
                    <a:cubicBezTo>
                      <a:pt x="390336" y="49773"/>
                      <a:pt x="390336" y="50147"/>
                      <a:pt x="390336" y="50147"/>
                    </a:cubicBezTo>
                    <a:cubicBezTo>
                      <a:pt x="390336" y="50147"/>
                      <a:pt x="390701" y="50894"/>
                      <a:pt x="391067" y="50894"/>
                    </a:cubicBezTo>
                    <a:cubicBezTo>
                      <a:pt x="391067" y="51267"/>
                      <a:pt x="389970" y="52014"/>
                      <a:pt x="389970" y="52014"/>
                    </a:cubicBezTo>
                    <a:cubicBezTo>
                      <a:pt x="389970" y="52014"/>
                      <a:pt x="389970" y="52014"/>
                      <a:pt x="390701" y="52014"/>
                    </a:cubicBezTo>
                    <a:cubicBezTo>
                      <a:pt x="390701" y="52014"/>
                      <a:pt x="389970" y="52388"/>
                      <a:pt x="389239" y="52761"/>
                    </a:cubicBezTo>
                    <a:cubicBezTo>
                      <a:pt x="388874" y="53135"/>
                      <a:pt x="388143" y="53135"/>
                      <a:pt x="387777" y="53135"/>
                    </a:cubicBezTo>
                    <a:cubicBezTo>
                      <a:pt x="387046" y="53135"/>
                      <a:pt x="387412" y="53508"/>
                      <a:pt x="384122" y="54629"/>
                    </a:cubicBezTo>
                    <a:cubicBezTo>
                      <a:pt x="380832" y="55750"/>
                      <a:pt x="383756" y="54629"/>
                      <a:pt x="381928" y="55750"/>
                    </a:cubicBezTo>
                    <a:cubicBezTo>
                      <a:pt x="380101" y="56870"/>
                      <a:pt x="381197" y="56497"/>
                      <a:pt x="380832" y="56497"/>
                    </a:cubicBezTo>
                    <a:cubicBezTo>
                      <a:pt x="380466" y="56870"/>
                      <a:pt x="380466" y="56870"/>
                      <a:pt x="379004" y="57617"/>
                    </a:cubicBezTo>
                    <a:cubicBezTo>
                      <a:pt x="377542" y="58738"/>
                      <a:pt x="378273" y="57991"/>
                      <a:pt x="377907" y="57991"/>
                    </a:cubicBezTo>
                    <a:cubicBezTo>
                      <a:pt x="377176" y="57991"/>
                      <a:pt x="377542" y="57244"/>
                      <a:pt x="377176" y="56497"/>
                    </a:cubicBezTo>
                    <a:cubicBezTo>
                      <a:pt x="376811" y="55750"/>
                      <a:pt x="377542" y="55750"/>
                      <a:pt x="378273" y="55003"/>
                    </a:cubicBezTo>
                    <a:cubicBezTo>
                      <a:pt x="378638" y="54256"/>
                      <a:pt x="377542" y="54629"/>
                      <a:pt x="376811" y="54629"/>
                    </a:cubicBezTo>
                    <a:cubicBezTo>
                      <a:pt x="376445" y="54256"/>
                      <a:pt x="376445" y="54629"/>
                      <a:pt x="376080" y="55750"/>
                    </a:cubicBezTo>
                    <a:cubicBezTo>
                      <a:pt x="375714" y="56497"/>
                      <a:pt x="376080" y="56497"/>
                      <a:pt x="376080" y="57244"/>
                    </a:cubicBezTo>
                    <a:cubicBezTo>
                      <a:pt x="376445" y="57991"/>
                      <a:pt x="376811" y="57991"/>
                      <a:pt x="377176" y="58364"/>
                    </a:cubicBezTo>
                    <a:cubicBezTo>
                      <a:pt x="377542" y="58364"/>
                      <a:pt x="377542" y="59111"/>
                      <a:pt x="377542" y="59485"/>
                    </a:cubicBezTo>
                    <a:cubicBezTo>
                      <a:pt x="377907" y="59485"/>
                      <a:pt x="376811" y="60979"/>
                      <a:pt x="376811" y="60606"/>
                    </a:cubicBezTo>
                    <a:cubicBezTo>
                      <a:pt x="376445" y="60232"/>
                      <a:pt x="376811" y="60606"/>
                      <a:pt x="376811" y="59858"/>
                    </a:cubicBezTo>
                    <a:cubicBezTo>
                      <a:pt x="376811" y="59111"/>
                      <a:pt x="376445" y="59485"/>
                      <a:pt x="374983" y="59485"/>
                    </a:cubicBezTo>
                    <a:cubicBezTo>
                      <a:pt x="373155" y="59858"/>
                      <a:pt x="374617" y="60606"/>
                      <a:pt x="374617" y="60606"/>
                    </a:cubicBezTo>
                    <a:cubicBezTo>
                      <a:pt x="374617" y="60606"/>
                      <a:pt x="374617" y="61726"/>
                      <a:pt x="374252" y="62473"/>
                    </a:cubicBezTo>
                    <a:cubicBezTo>
                      <a:pt x="374252" y="63220"/>
                      <a:pt x="373521" y="63220"/>
                      <a:pt x="373155" y="63220"/>
                    </a:cubicBezTo>
                    <a:cubicBezTo>
                      <a:pt x="373155" y="63220"/>
                      <a:pt x="372424" y="62847"/>
                      <a:pt x="371328" y="62100"/>
                    </a:cubicBezTo>
                    <a:cubicBezTo>
                      <a:pt x="370596" y="61353"/>
                      <a:pt x="370231" y="61726"/>
                      <a:pt x="370231" y="61353"/>
                    </a:cubicBezTo>
                    <a:cubicBezTo>
                      <a:pt x="369865" y="60979"/>
                      <a:pt x="370231" y="62100"/>
                      <a:pt x="370231" y="62473"/>
                    </a:cubicBezTo>
                    <a:cubicBezTo>
                      <a:pt x="370596" y="62847"/>
                      <a:pt x="370231" y="62847"/>
                      <a:pt x="369865" y="63220"/>
                    </a:cubicBezTo>
                    <a:cubicBezTo>
                      <a:pt x="369134" y="63220"/>
                      <a:pt x="369134" y="63220"/>
                      <a:pt x="369134" y="62473"/>
                    </a:cubicBezTo>
                    <a:cubicBezTo>
                      <a:pt x="369134" y="61726"/>
                      <a:pt x="368403" y="61726"/>
                      <a:pt x="367672" y="60979"/>
                    </a:cubicBezTo>
                    <a:cubicBezTo>
                      <a:pt x="367307" y="60979"/>
                      <a:pt x="366575" y="60979"/>
                      <a:pt x="365844" y="61353"/>
                    </a:cubicBezTo>
                    <a:cubicBezTo>
                      <a:pt x="365479" y="61726"/>
                      <a:pt x="365844" y="61726"/>
                      <a:pt x="366210" y="63220"/>
                    </a:cubicBezTo>
                    <a:cubicBezTo>
                      <a:pt x="366941" y="65088"/>
                      <a:pt x="365479" y="63220"/>
                      <a:pt x="364382" y="63220"/>
                    </a:cubicBezTo>
                    <a:cubicBezTo>
                      <a:pt x="363285" y="62847"/>
                      <a:pt x="363285" y="63220"/>
                      <a:pt x="362554" y="63594"/>
                    </a:cubicBezTo>
                    <a:cubicBezTo>
                      <a:pt x="361458" y="63594"/>
                      <a:pt x="361823" y="63967"/>
                      <a:pt x="360727" y="63967"/>
                    </a:cubicBezTo>
                    <a:cubicBezTo>
                      <a:pt x="359630" y="63967"/>
                      <a:pt x="359996" y="63594"/>
                      <a:pt x="359264" y="62847"/>
                    </a:cubicBezTo>
                    <a:cubicBezTo>
                      <a:pt x="358899" y="62473"/>
                      <a:pt x="358899" y="62847"/>
                      <a:pt x="357802" y="62473"/>
                    </a:cubicBezTo>
                    <a:cubicBezTo>
                      <a:pt x="356340" y="62100"/>
                      <a:pt x="355975" y="62100"/>
                      <a:pt x="355609" y="61726"/>
                    </a:cubicBezTo>
                    <a:cubicBezTo>
                      <a:pt x="354878" y="61353"/>
                      <a:pt x="353416" y="60606"/>
                      <a:pt x="353781" y="59485"/>
                    </a:cubicBezTo>
                    <a:cubicBezTo>
                      <a:pt x="354147" y="59111"/>
                      <a:pt x="354878" y="59858"/>
                      <a:pt x="355609" y="59858"/>
                    </a:cubicBezTo>
                    <a:cubicBezTo>
                      <a:pt x="355975" y="59858"/>
                      <a:pt x="358533" y="59111"/>
                      <a:pt x="358533" y="59111"/>
                    </a:cubicBezTo>
                    <a:cubicBezTo>
                      <a:pt x="358168" y="58738"/>
                      <a:pt x="357071" y="58738"/>
                      <a:pt x="356706" y="58364"/>
                    </a:cubicBezTo>
                    <a:cubicBezTo>
                      <a:pt x="356340" y="57991"/>
                      <a:pt x="355609" y="58738"/>
                      <a:pt x="355609" y="58364"/>
                    </a:cubicBezTo>
                    <a:cubicBezTo>
                      <a:pt x="355243" y="58364"/>
                      <a:pt x="354147" y="58738"/>
                      <a:pt x="353781" y="58738"/>
                    </a:cubicBezTo>
                    <a:cubicBezTo>
                      <a:pt x="353050" y="58738"/>
                      <a:pt x="352685" y="58738"/>
                      <a:pt x="352685" y="58364"/>
                    </a:cubicBezTo>
                    <a:cubicBezTo>
                      <a:pt x="352685" y="57991"/>
                      <a:pt x="352685" y="57991"/>
                      <a:pt x="352319" y="56870"/>
                    </a:cubicBezTo>
                    <a:cubicBezTo>
                      <a:pt x="351954" y="56123"/>
                      <a:pt x="351588" y="57244"/>
                      <a:pt x="350857" y="56870"/>
                    </a:cubicBezTo>
                    <a:cubicBezTo>
                      <a:pt x="350126" y="56870"/>
                      <a:pt x="350126" y="56497"/>
                      <a:pt x="349395" y="56497"/>
                    </a:cubicBezTo>
                    <a:cubicBezTo>
                      <a:pt x="349029" y="56123"/>
                      <a:pt x="347933" y="55376"/>
                      <a:pt x="346836" y="53882"/>
                    </a:cubicBezTo>
                    <a:cubicBezTo>
                      <a:pt x="345739" y="52388"/>
                      <a:pt x="346836" y="53882"/>
                      <a:pt x="347933" y="53508"/>
                    </a:cubicBezTo>
                    <a:cubicBezTo>
                      <a:pt x="349029" y="53135"/>
                      <a:pt x="349029" y="54256"/>
                      <a:pt x="349760" y="53508"/>
                    </a:cubicBezTo>
                    <a:cubicBezTo>
                      <a:pt x="350491" y="52388"/>
                      <a:pt x="349760" y="53508"/>
                      <a:pt x="350857" y="53135"/>
                    </a:cubicBezTo>
                    <a:cubicBezTo>
                      <a:pt x="351588" y="52761"/>
                      <a:pt x="351954" y="53135"/>
                      <a:pt x="352685" y="52761"/>
                    </a:cubicBezTo>
                    <a:cubicBezTo>
                      <a:pt x="353781" y="52761"/>
                      <a:pt x="354147" y="52761"/>
                      <a:pt x="354878" y="52761"/>
                    </a:cubicBezTo>
                    <a:cubicBezTo>
                      <a:pt x="355609" y="52761"/>
                      <a:pt x="358168" y="52761"/>
                      <a:pt x="358533" y="52761"/>
                    </a:cubicBezTo>
                    <a:cubicBezTo>
                      <a:pt x="358899" y="52761"/>
                      <a:pt x="361823" y="51641"/>
                      <a:pt x="361092" y="51641"/>
                    </a:cubicBezTo>
                    <a:cubicBezTo>
                      <a:pt x="359996" y="51641"/>
                      <a:pt x="360361" y="51641"/>
                      <a:pt x="359996" y="51641"/>
                    </a:cubicBezTo>
                    <a:cubicBezTo>
                      <a:pt x="359630" y="51641"/>
                      <a:pt x="358533" y="52014"/>
                      <a:pt x="356340" y="52014"/>
                    </a:cubicBezTo>
                    <a:cubicBezTo>
                      <a:pt x="354512" y="52388"/>
                      <a:pt x="355243" y="52388"/>
                      <a:pt x="354512" y="51267"/>
                    </a:cubicBezTo>
                    <a:cubicBezTo>
                      <a:pt x="354147" y="50520"/>
                      <a:pt x="355243" y="51641"/>
                      <a:pt x="355609" y="51267"/>
                    </a:cubicBezTo>
                    <a:cubicBezTo>
                      <a:pt x="355975" y="51267"/>
                      <a:pt x="357071" y="51267"/>
                      <a:pt x="357802" y="50894"/>
                    </a:cubicBezTo>
                    <a:cubicBezTo>
                      <a:pt x="358533" y="50894"/>
                      <a:pt x="358899" y="50520"/>
                      <a:pt x="358533" y="50147"/>
                    </a:cubicBezTo>
                    <a:cubicBezTo>
                      <a:pt x="358533" y="50147"/>
                      <a:pt x="357437" y="50520"/>
                      <a:pt x="356706" y="50520"/>
                    </a:cubicBezTo>
                    <a:cubicBezTo>
                      <a:pt x="355975" y="50894"/>
                      <a:pt x="355609" y="50520"/>
                      <a:pt x="355975" y="50147"/>
                    </a:cubicBezTo>
                    <a:cubicBezTo>
                      <a:pt x="355975" y="49400"/>
                      <a:pt x="355609" y="49773"/>
                      <a:pt x="354147" y="49026"/>
                    </a:cubicBezTo>
                    <a:cubicBezTo>
                      <a:pt x="352319" y="48653"/>
                      <a:pt x="353781" y="49026"/>
                      <a:pt x="352685" y="49400"/>
                    </a:cubicBezTo>
                    <a:cubicBezTo>
                      <a:pt x="351954" y="49773"/>
                      <a:pt x="351954" y="49773"/>
                      <a:pt x="351222" y="50147"/>
                    </a:cubicBezTo>
                    <a:cubicBezTo>
                      <a:pt x="350857" y="50147"/>
                      <a:pt x="350126" y="50520"/>
                      <a:pt x="350126" y="50520"/>
                    </a:cubicBezTo>
                    <a:cubicBezTo>
                      <a:pt x="350126" y="50520"/>
                      <a:pt x="348664" y="51267"/>
                      <a:pt x="347933" y="51641"/>
                    </a:cubicBezTo>
                    <a:cubicBezTo>
                      <a:pt x="347201" y="51641"/>
                      <a:pt x="347933" y="51641"/>
                      <a:pt x="347933" y="50147"/>
                    </a:cubicBezTo>
                    <a:cubicBezTo>
                      <a:pt x="347567" y="49026"/>
                      <a:pt x="347933" y="50147"/>
                      <a:pt x="347201" y="50147"/>
                    </a:cubicBezTo>
                    <a:cubicBezTo>
                      <a:pt x="346470" y="50147"/>
                      <a:pt x="346470" y="50520"/>
                      <a:pt x="346105" y="50520"/>
                    </a:cubicBezTo>
                    <a:cubicBezTo>
                      <a:pt x="345739" y="50894"/>
                      <a:pt x="345374" y="51267"/>
                      <a:pt x="345008" y="51641"/>
                    </a:cubicBezTo>
                    <a:cubicBezTo>
                      <a:pt x="344277" y="51641"/>
                      <a:pt x="343912" y="51267"/>
                      <a:pt x="343912" y="51267"/>
                    </a:cubicBezTo>
                    <a:cubicBezTo>
                      <a:pt x="343912" y="51267"/>
                      <a:pt x="342449" y="50894"/>
                      <a:pt x="341718" y="50147"/>
                    </a:cubicBezTo>
                    <a:cubicBezTo>
                      <a:pt x="341353" y="49400"/>
                      <a:pt x="340256" y="49026"/>
                      <a:pt x="340622" y="47906"/>
                    </a:cubicBezTo>
                    <a:cubicBezTo>
                      <a:pt x="340987" y="46411"/>
                      <a:pt x="341718" y="47906"/>
                      <a:pt x="342449" y="47532"/>
                    </a:cubicBezTo>
                    <a:cubicBezTo>
                      <a:pt x="343180" y="46785"/>
                      <a:pt x="344277" y="47532"/>
                      <a:pt x="345739" y="47158"/>
                    </a:cubicBezTo>
                    <a:cubicBezTo>
                      <a:pt x="346836" y="46785"/>
                      <a:pt x="346105" y="46411"/>
                      <a:pt x="345739" y="46038"/>
                    </a:cubicBezTo>
                    <a:cubicBezTo>
                      <a:pt x="345739" y="45664"/>
                      <a:pt x="345008" y="46411"/>
                      <a:pt x="344277" y="46411"/>
                    </a:cubicBezTo>
                    <a:cubicBezTo>
                      <a:pt x="343546" y="46411"/>
                      <a:pt x="342815" y="46785"/>
                      <a:pt x="342449" y="46785"/>
                    </a:cubicBezTo>
                    <a:cubicBezTo>
                      <a:pt x="342449" y="46785"/>
                      <a:pt x="340987" y="47532"/>
                      <a:pt x="339891" y="47158"/>
                    </a:cubicBezTo>
                    <a:cubicBezTo>
                      <a:pt x="338794" y="47158"/>
                      <a:pt x="338794" y="47158"/>
                      <a:pt x="338794" y="46785"/>
                    </a:cubicBezTo>
                    <a:cubicBezTo>
                      <a:pt x="338794" y="46411"/>
                      <a:pt x="338063" y="46411"/>
                      <a:pt x="337697" y="45291"/>
                    </a:cubicBezTo>
                    <a:cubicBezTo>
                      <a:pt x="337332" y="44544"/>
                      <a:pt x="336235" y="43797"/>
                      <a:pt x="335870" y="42676"/>
                    </a:cubicBezTo>
                    <a:cubicBezTo>
                      <a:pt x="335504" y="41556"/>
                      <a:pt x="335870" y="41556"/>
                      <a:pt x="335870" y="41556"/>
                    </a:cubicBezTo>
                    <a:cubicBezTo>
                      <a:pt x="335870" y="41556"/>
                      <a:pt x="336966" y="41182"/>
                      <a:pt x="338063" y="41556"/>
                    </a:cubicBezTo>
                    <a:cubicBezTo>
                      <a:pt x="338794" y="42303"/>
                      <a:pt x="338063" y="42303"/>
                      <a:pt x="339159" y="42303"/>
                    </a:cubicBezTo>
                    <a:cubicBezTo>
                      <a:pt x="340256" y="42676"/>
                      <a:pt x="340256" y="43050"/>
                      <a:pt x="340987" y="42676"/>
                    </a:cubicBezTo>
                    <a:cubicBezTo>
                      <a:pt x="341718" y="42303"/>
                      <a:pt x="342815" y="42676"/>
                      <a:pt x="344277" y="42676"/>
                    </a:cubicBezTo>
                    <a:cubicBezTo>
                      <a:pt x="345739" y="42303"/>
                      <a:pt x="346105" y="41929"/>
                      <a:pt x="347201" y="40808"/>
                    </a:cubicBezTo>
                    <a:cubicBezTo>
                      <a:pt x="347933" y="39688"/>
                      <a:pt x="345739" y="41182"/>
                      <a:pt x="345739" y="41556"/>
                    </a:cubicBezTo>
                    <a:cubicBezTo>
                      <a:pt x="345374" y="41929"/>
                      <a:pt x="343912" y="41182"/>
                      <a:pt x="342815" y="41182"/>
                    </a:cubicBezTo>
                    <a:cubicBezTo>
                      <a:pt x="341718" y="41556"/>
                      <a:pt x="342084" y="41556"/>
                      <a:pt x="341353" y="40808"/>
                    </a:cubicBezTo>
                    <a:cubicBezTo>
                      <a:pt x="340987" y="40435"/>
                      <a:pt x="340622" y="40808"/>
                      <a:pt x="339891" y="40808"/>
                    </a:cubicBezTo>
                    <a:cubicBezTo>
                      <a:pt x="339159" y="40808"/>
                      <a:pt x="338428" y="40435"/>
                      <a:pt x="336966" y="40808"/>
                    </a:cubicBezTo>
                    <a:cubicBezTo>
                      <a:pt x="335504" y="40808"/>
                      <a:pt x="336601" y="40061"/>
                      <a:pt x="336601" y="39314"/>
                    </a:cubicBezTo>
                    <a:cubicBezTo>
                      <a:pt x="336601" y="38567"/>
                      <a:pt x="336601" y="39314"/>
                      <a:pt x="336966" y="38941"/>
                    </a:cubicBezTo>
                    <a:cubicBezTo>
                      <a:pt x="337332" y="38567"/>
                      <a:pt x="339525" y="39314"/>
                      <a:pt x="339525" y="38941"/>
                    </a:cubicBezTo>
                    <a:cubicBezTo>
                      <a:pt x="339525" y="38194"/>
                      <a:pt x="338428" y="37820"/>
                      <a:pt x="338428" y="37820"/>
                    </a:cubicBezTo>
                    <a:cubicBezTo>
                      <a:pt x="338428" y="37820"/>
                      <a:pt x="339525" y="37073"/>
                      <a:pt x="339525" y="36326"/>
                    </a:cubicBezTo>
                    <a:cubicBezTo>
                      <a:pt x="339891" y="35953"/>
                      <a:pt x="338794" y="35579"/>
                      <a:pt x="338794" y="35579"/>
                    </a:cubicBezTo>
                    <a:cubicBezTo>
                      <a:pt x="339159" y="35206"/>
                      <a:pt x="339159" y="35953"/>
                      <a:pt x="340256" y="35579"/>
                    </a:cubicBezTo>
                    <a:cubicBezTo>
                      <a:pt x="340987" y="34832"/>
                      <a:pt x="341353" y="35579"/>
                      <a:pt x="341718" y="35206"/>
                    </a:cubicBezTo>
                    <a:cubicBezTo>
                      <a:pt x="342084" y="34832"/>
                      <a:pt x="343180" y="35206"/>
                      <a:pt x="343546" y="35206"/>
                    </a:cubicBezTo>
                    <a:cubicBezTo>
                      <a:pt x="343912" y="35206"/>
                      <a:pt x="344277" y="35953"/>
                      <a:pt x="344277" y="36326"/>
                    </a:cubicBezTo>
                    <a:cubicBezTo>
                      <a:pt x="344643" y="36700"/>
                      <a:pt x="345374" y="36326"/>
                      <a:pt x="345739" y="36326"/>
                    </a:cubicBezTo>
                    <a:cubicBezTo>
                      <a:pt x="346105" y="36326"/>
                      <a:pt x="346836" y="35579"/>
                      <a:pt x="346836" y="35579"/>
                    </a:cubicBezTo>
                    <a:cubicBezTo>
                      <a:pt x="346836" y="35579"/>
                      <a:pt x="346836" y="35206"/>
                      <a:pt x="346470" y="34832"/>
                    </a:cubicBezTo>
                    <a:cubicBezTo>
                      <a:pt x="345739" y="34458"/>
                      <a:pt x="345374" y="34832"/>
                      <a:pt x="344643" y="34832"/>
                    </a:cubicBezTo>
                    <a:cubicBezTo>
                      <a:pt x="344277" y="34458"/>
                      <a:pt x="343546" y="34458"/>
                      <a:pt x="342815" y="34458"/>
                    </a:cubicBezTo>
                    <a:cubicBezTo>
                      <a:pt x="341718" y="34085"/>
                      <a:pt x="341718" y="34085"/>
                      <a:pt x="341353" y="33711"/>
                    </a:cubicBezTo>
                    <a:cubicBezTo>
                      <a:pt x="340987" y="32964"/>
                      <a:pt x="341353" y="32591"/>
                      <a:pt x="341353" y="32217"/>
                    </a:cubicBezTo>
                    <a:cubicBezTo>
                      <a:pt x="341718" y="31470"/>
                      <a:pt x="342449" y="31470"/>
                      <a:pt x="342815" y="31097"/>
                    </a:cubicBezTo>
                    <a:cubicBezTo>
                      <a:pt x="343180" y="31097"/>
                      <a:pt x="344643" y="31097"/>
                      <a:pt x="345739" y="31844"/>
                    </a:cubicBezTo>
                    <a:cubicBezTo>
                      <a:pt x="345739" y="31844"/>
                      <a:pt x="345739" y="31844"/>
                      <a:pt x="346470" y="32217"/>
                    </a:cubicBezTo>
                    <a:cubicBezTo>
                      <a:pt x="346470" y="32217"/>
                      <a:pt x="347201" y="31470"/>
                      <a:pt x="347201" y="30723"/>
                    </a:cubicBezTo>
                    <a:cubicBezTo>
                      <a:pt x="346836" y="30350"/>
                      <a:pt x="347567" y="30723"/>
                      <a:pt x="347933" y="30723"/>
                    </a:cubicBezTo>
                    <a:cubicBezTo>
                      <a:pt x="348298" y="31097"/>
                      <a:pt x="349760" y="30723"/>
                      <a:pt x="350491" y="30723"/>
                    </a:cubicBezTo>
                    <a:cubicBezTo>
                      <a:pt x="351222" y="30723"/>
                      <a:pt x="352685" y="31097"/>
                      <a:pt x="353050" y="30723"/>
                    </a:cubicBezTo>
                    <a:cubicBezTo>
                      <a:pt x="353416" y="30723"/>
                      <a:pt x="352319" y="29976"/>
                      <a:pt x="351954" y="29976"/>
                    </a:cubicBezTo>
                    <a:cubicBezTo>
                      <a:pt x="351588" y="29603"/>
                      <a:pt x="350857" y="29976"/>
                      <a:pt x="349760" y="29976"/>
                    </a:cubicBezTo>
                    <a:cubicBezTo>
                      <a:pt x="349029" y="29976"/>
                      <a:pt x="348298" y="29603"/>
                      <a:pt x="347201" y="29603"/>
                    </a:cubicBezTo>
                    <a:cubicBezTo>
                      <a:pt x="346105" y="29603"/>
                      <a:pt x="346470" y="28856"/>
                      <a:pt x="346836" y="27735"/>
                    </a:cubicBezTo>
                    <a:cubicBezTo>
                      <a:pt x="346836" y="27735"/>
                      <a:pt x="348298" y="27361"/>
                      <a:pt x="348664" y="27361"/>
                    </a:cubicBezTo>
                    <a:cubicBezTo>
                      <a:pt x="348664" y="26988"/>
                      <a:pt x="349760" y="26988"/>
                      <a:pt x="350491" y="26988"/>
                    </a:cubicBezTo>
                    <a:close/>
                    <a:moveTo>
                      <a:pt x="1089919" y="25797"/>
                    </a:moveTo>
                    <a:cubicBezTo>
                      <a:pt x="1089919" y="25797"/>
                      <a:pt x="1091330" y="25400"/>
                      <a:pt x="1092035" y="26194"/>
                    </a:cubicBezTo>
                    <a:cubicBezTo>
                      <a:pt x="1092741" y="26988"/>
                      <a:pt x="1091330" y="26988"/>
                      <a:pt x="1090624" y="26988"/>
                    </a:cubicBezTo>
                    <a:cubicBezTo>
                      <a:pt x="1089566" y="26988"/>
                      <a:pt x="1089566" y="26194"/>
                      <a:pt x="1089919" y="25797"/>
                    </a:cubicBezTo>
                    <a:close/>
                    <a:moveTo>
                      <a:pt x="1091515" y="25400"/>
                    </a:moveTo>
                    <a:cubicBezTo>
                      <a:pt x="1092597" y="23813"/>
                      <a:pt x="1097288" y="25003"/>
                      <a:pt x="1098010" y="25400"/>
                    </a:cubicBezTo>
                    <a:cubicBezTo>
                      <a:pt x="1099092" y="25400"/>
                      <a:pt x="1097288" y="26591"/>
                      <a:pt x="1096205" y="26988"/>
                    </a:cubicBezTo>
                    <a:cubicBezTo>
                      <a:pt x="1094762" y="26988"/>
                      <a:pt x="1094041" y="26591"/>
                      <a:pt x="1093319" y="26194"/>
                    </a:cubicBezTo>
                    <a:cubicBezTo>
                      <a:pt x="1092597" y="26194"/>
                      <a:pt x="1091154" y="25797"/>
                      <a:pt x="1091515" y="25400"/>
                    </a:cubicBezTo>
                    <a:close/>
                    <a:moveTo>
                      <a:pt x="1075003" y="23813"/>
                    </a:moveTo>
                    <a:cubicBezTo>
                      <a:pt x="1075693" y="23813"/>
                      <a:pt x="1077073" y="23813"/>
                      <a:pt x="1077764" y="24130"/>
                    </a:cubicBezTo>
                    <a:cubicBezTo>
                      <a:pt x="1078454" y="24130"/>
                      <a:pt x="1077419" y="24766"/>
                      <a:pt x="1077073" y="24766"/>
                    </a:cubicBezTo>
                    <a:cubicBezTo>
                      <a:pt x="1076383" y="25083"/>
                      <a:pt x="1075693" y="25401"/>
                      <a:pt x="1074658" y="25083"/>
                    </a:cubicBezTo>
                    <a:cubicBezTo>
                      <a:pt x="1073967" y="25083"/>
                      <a:pt x="1073622" y="25083"/>
                      <a:pt x="1072932" y="25083"/>
                    </a:cubicBezTo>
                    <a:cubicBezTo>
                      <a:pt x="1072242" y="24766"/>
                      <a:pt x="1070516" y="25083"/>
                      <a:pt x="1071206" y="24448"/>
                    </a:cubicBezTo>
                    <a:cubicBezTo>
                      <a:pt x="1071897" y="24130"/>
                      <a:pt x="1072587" y="24130"/>
                      <a:pt x="1073277" y="24130"/>
                    </a:cubicBezTo>
                    <a:cubicBezTo>
                      <a:pt x="1073967" y="23813"/>
                      <a:pt x="1074312" y="23813"/>
                      <a:pt x="1075003" y="23813"/>
                    </a:cubicBezTo>
                    <a:close/>
                    <a:moveTo>
                      <a:pt x="459185" y="7938"/>
                    </a:moveTo>
                    <a:cubicBezTo>
                      <a:pt x="459548" y="7938"/>
                      <a:pt x="459912" y="8295"/>
                      <a:pt x="460276" y="8295"/>
                    </a:cubicBezTo>
                    <a:cubicBezTo>
                      <a:pt x="460639" y="7938"/>
                      <a:pt x="461003" y="8295"/>
                      <a:pt x="461003" y="8295"/>
                    </a:cubicBezTo>
                    <a:cubicBezTo>
                      <a:pt x="461003" y="8295"/>
                      <a:pt x="461730" y="8652"/>
                      <a:pt x="461730" y="8652"/>
                    </a:cubicBezTo>
                    <a:cubicBezTo>
                      <a:pt x="461730" y="8652"/>
                      <a:pt x="463185" y="9009"/>
                      <a:pt x="463548" y="9009"/>
                    </a:cubicBezTo>
                    <a:cubicBezTo>
                      <a:pt x="464276" y="9009"/>
                      <a:pt x="464639" y="9366"/>
                      <a:pt x="464639" y="9009"/>
                    </a:cubicBezTo>
                    <a:cubicBezTo>
                      <a:pt x="464639" y="9009"/>
                      <a:pt x="465003" y="9366"/>
                      <a:pt x="465730" y="9366"/>
                    </a:cubicBezTo>
                    <a:cubicBezTo>
                      <a:pt x="466094" y="9366"/>
                      <a:pt x="466821" y="9723"/>
                      <a:pt x="467185" y="9723"/>
                    </a:cubicBezTo>
                    <a:cubicBezTo>
                      <a:pt x="467548" y="9723"/>
                      <a:pt x="467548" y="10080"/>
                      <a:pt x="467548" y="10080"/>
                    </a:cubicBezTo>
                    <a:cubicBezTo>
                      <a:pt x="467912" y="10080"/>
                      <a:pt x="468639" y="9723"/>
                      <a:pt x="469003" y="9723"/>
                    </a:cubicBezTo>
                    <a:cubicBezTo>
                      <a:pt x="469367" y="9366"/>
                      <a:pt x="469730" y="9723"/>
                      <a:pt x="470094" y="9366"/>
                    </a:cubicBezTo>
                    <a:cubicBezTo>
                      <a:pt x="470821" y="9366"/>
                      <a:pt x="471548" y="9723"/>
                      <a:pt x="471912" y="10080"/>
                    </a:cubicBezTo>
                    <a:cubicBezTo>
                      <a:pt x="472276" y="10080"/>
                      <a:pt x="472276" y="10437"/>
                      <a:pt x="472276" y="10080"/>
                    </a:cubicBezTo>
                    <a:cubicBezTo>
                      <a:pt x="472639" y="10080"/>
                      <a:pt x="473003" y="10437"/>
                      <a:pt x="473367" y="10437"/>
                    </a:cubicBezTo>
                    <a:cubicBezTo>
                      <a:pt x="473730" y="10794"/>
                      <a:pt x="475548" y="10794"/>
                      <a:pt x="475912" y="10794"/>
                    </a:cubicBezTo>
                    <a:cubicBezTo>
                      <a:pt x="476276" y="10794"/>
                      <a:pt x="477003" y="10437"/>
                      <a:pt x="477003" y="10437"/>
                    </a:cubicBezTo>
                    <a:cubicBezTo>
                      <a:pt x="477003" y="10437"/>
                      <a:pt x="477367" y="10437"/>
                      <a:pt x="477367" y="10437"/>
                    </a:cubicBezTo>
                    <a:cubicBezTo>
                      <a:pt x="477367" y="10437"/>
                      <a:pt x="478821" y="10437"/>
                      <a:pt x="479185" y="10437"/>
                    </a:cubicBezTo>
                    <a:cubicBezTo>
                      <a:pt x="479549" y="10794"/>
                      <a:pt x="479185" y="10794"/>
                      <a:pt x="478821" y="11151"/>
                    </a:cubicBezTo>
                    <a:cubicBezTo>
                      <a:pt x="478821" y="11151"/>
                      <a:pt x="478094" y="11508"/>
                      <a:pt x="478094" y="11508"/>
                    </a:cubicBezTo>
                    <a:cubicBezTo>
                      <a:pt x="477003" y="12222"/>
                      <a:pt x="476639" y="12222"/>
                      <a:pt x="475548" y="12579"/>
                    </a:cubicBezTo>
                    <a:cubicBezTo>
                      <a:pt x="474094" y="12579"/>
                      <a:pt x="474458" y="12579"/>
                      <a:pt x="472639" y="12579"/>
                    </a:cubicBezTo>
                    <a:cubicBezTo>
                      <a:pt x="470821" y="12936"/>
                      <a:pt x="467912" y="14721"/>
                      <a:pt x="467912" y="14721"/>
                    </a:cubicBezTo>
                    <a:cubicBezTo>
                      <a:pt x="467912" y="14721"/>
                      <a:pt x="469003" y="14364"/>
                      <a:pt x="469730" y="14007"/>
                    </a:cubicBezTo>
                    <a:cubicBezTo>
                      <a:pt x="470821" y="13650"/>
                      <a:pt x="471912" y="13650"/>
                      <a:pt x="471912" y="13650"/>
                    </a:cubicBezTo>
                    <a:cubicBezTo>
                      <a:pt x="471912" y="13650"/>
                      <a:pt x="471912" y="13650"/>
                      <a:pt x="473367" y="14007"/>
                    </a:cubicBezTo>
                    <a:cubicBezTo>
                      <a:pt x="473367" y="14007"/>
                      <a:pt x="475185" y="13650"/>
                      <a:pt x="476639" y="13293"/>
                    </a:cubicBezTo>
                    <a:cubicBezTo>
                      <a:pt x="477003" y="12936"/>
                      <a:pt x="478094" y="13293"/>
                      <a:pt x="478458" y="12579"/>
                    </a:cubicBezTo>
                    <a:cubicBezTo>
                      <a:pt x="478821" y="11865"/>
                      <a:pt x="479549" y="12222"/>
                      <a:pt x="480276" y="11865"/>
                    </a:cubicBezTo>
                    <a:cubicBezTo>
                      <a:pt x="480639" y="11151"/>
                      <a:pt x="482094" y="12222"/>
                      <a:pt x="482094" y="12222"/>
                    </a:cubicBezTo>
                    <a:cubicBezTo>
                      <a:pt x="482094" y="12222"/>
                      <a:pt x="482821" y="12222"/>
                      <a:pt x="483549" y="12222"/>
                    </a:cubicBezTo>
                    <a:cubicBezTo>
                      <a:pt x="483912" y="11865"/>
                      <a:pt x="484639" y="11151"/>
                      <a:pt x="484276" y="10794"/>
                    </a:cubicBezTo>
                    <a:cubicBezTo>
                      <a:pt x="484276" y="10080"/>
                      <a:pt x="485367" y="10794"/>
                      <a:pt x="487185" y="11508"/>
                    </a:cubicBezTo>
                    <a:cubicBezTo>
                      <a:pt x="487185" y="11508"/>
                      <a:pt x="489003" y="12222"/>
                      <a:pt x="490458" y="11151"/>
                    </a:cubicBezTo>
                    <a:cubicBezTo>
                      <a:pt x="491185" y="10437"/>
                      <a:pt x="491912" y="11508"/>
                      <a:pt x="493367" y="11508"/>
                    </a:cubicBezTo>
                    <a:cubicBezTo>
                      <a:pt x="494458" y="11151"/>
                      <a:pt x="494458" y="11865"/>
                      <a:pt x="492276" y="13293"/>
                    </a:cubicBezTo>
                    <a:cubicBezTo>
                      <a:pt x="492276" y="13293"/>
                      <a:pt x="493731" y="13650"/>
                      <a:pt x="495185" y="15435"/>
                    </a:cubicBezTo>
                    <a:cubicBezTo>
                      <a:pt x="496276" y="16863"/>
                      <a:pt x="497731" y="15435"/>
                      <a:pt x="497731" y="15435"/>
                    </a:cubicBezTo>
                    <a:cubicBezTo>
                      <a:pt x="497731" y="15435"/>
                      <a:pt x="498458" y="15435"/>
                      <a:pt x="500276" y="15435"/>
                    </a:cubicBezTo>
                    <a:cubicBezTo>
                      <a:pt x="502094" y="15078"/>
                      <a:pt x="502094" y="15435"/>
                      <a:pt x="503185" y="16149"/>
                    </a:cubicBezTo>
                    <a:cubicBezTo>
                      <a:pt x="504640" y="17220"/>
                      <a:pt x="503549" y="17934"/>
                      <a:pt x="504640" y="17577"/>
                    </a:cubicBezTo>
                    <a:cubicBezTo>
                      <a:pt x="505003" y="17577"/>
                      <a:pt x="505367" y="18291"/>
                      <a:pt x="504640" y="18648"/>
                    </a:cubicBezTo>
                    <a:cubicBezTo>
                      <a:pt x="503912" y="19005"/>
                      <a:pt x="503912" y="19362"/>
                      <a:pt x="503549" y="19005"/>
                    </a:cubicBezTo>
                    <a:cubicBezTo>
                      <a:pt x="502822" y="19005"/>
                      <a:pt x="502822" y="19362"/>
                      <a:pt x="502822" y="19362"/>
                    </a:cubicBezTo>
                    <a:cubicBezTo>
                      <a:pt x="502822" y="19362"/>
                      <a:pt x="502094" y="20076"/>
                      <a:pt x="502094" y="20076"/>
                    </a:cubicBezTo>
                    <a:cubicBezTo>
                      <a:pt x="502094" y="20076"/>
                      <a:pt x="502094" y="20076"/>
                      <a:pt x="501367" y="20790"/>
                    </a:cubicBezTo>
                    <a:cubicBezTo>
                      <a:pt x="501367" y="20790"/>
                      <a:pt x="500276" y="20790"/>
                      <a:pt x="499912" y="20790"/>
                    </a:cubicBezTo>
                    <a:cubicBezTo>
                      <a:pt x="499912" y="20790"/>
                      <a:pt x="498094" y="21504"/>
                      <a:pt x="497731" y="21861"/>
                    </a:cubicBezTo>
                    <a:cubicBezTo>
                      <a:pt x="497731" y="21861"/>
                      <a:pt x="497003" y="22218"/>
                      <a:pt x="496640" y="22575"/>
                    </a:cubicBezTo>
                    <a:cubicBezTo>
                      <a:pt x="496276" y="22575"/>
                      <a:pt x="495549" y="22575"/>
                      <a:pt x="494458" y="22932"/>
                    </a:cubicBezTo>
                    <a:cubicBezTo>
                      <a:pt x="493731" y="22932"/>
                      <a:pt x="494094" y="23289"/>
                      <a:pt x="493731" y="22932"/>
                    </a:cubicBezTo>
                    <a:cubicBezTo>
                      <a:pt x="493367" y="22932"/>
                      <a:pt x="493367" y="23289"/>
                      <a:pt x="493003" y="23289"/>
                    </a:cubicBezTo>
                    <a:cubicBezTo>
                      <a:pt x="492640" y="22932"/>
                      <a:pt x="492276" y="23289"/>
                      <a:pt x="491912" y="23289"/>
                    </a:cubicBezTo>
                    <a:cubicBezTo>
                      <a:pt x="491549" y="23289"/>
                      <a:pt x="490821" y="23646"/>
                      <a:pt x="490458" y="23646"/>
                    </a:cubicBezTo>
                    <a:cubicBezTo>
                      <a:pt x="489730" y="23646"/>
                      <a:pt x="489730" y="24003"/>
                      <a:pt x="489730" y="24003"/>
                    </a:cubicBezTo>
                    <a:cubicBezTo>
                      <a:pt x="489367" y="24003"/>
                      <a:pt x="488640" y="24360"/>
                      <a:pt x="487549" y="24717"/>
                    </a:cubicBezTo>
                    <a:cubicBezTo>
                      <a:pt x="486458" y="25074"/>
                      <a:pt x="486821" y="25074"/>
                      <a:pt x="485730" y="25074"/>
                    </a:cubicBezTo>
                    <a:cubicBezTo>
                      <a:pt x="484639" y="25074"/>
                      <a:pt x="484276" y="25431"/>
                      <a:pt x="481367" y="25788"/>
                    </a:cubicBezTo>
                    <a:cubicBezTo>
                      <a:pt x="478821" y="26502"/>
                      <a:pt x="480276" y="26145"/>
                      <a:pt x="479912" y="26502"/>
                    </a:cubicBezTo>
                    <a:cubicBezTo>
                      <a:pt x="479185" y="26502"/>
                      <a:pt x="478458" y="26859"/>
                      <a:pt x="477367" y="27216"/>
                    </a:cubicBezTo>
                    <a:cubicBezTo>
                      <a:pt x="476639" y="27216"/>
                      <a:pt x="476276" y="27573"/>
                      <a:pt x="476639" y="27573"/>
                    </a:cubicBezTo>
                    <a:cubicBezTo>
                      <a:pt x="476639" y="27573"/>
                      <a:pt x="477730" y="28287"/>
                      <a:pt x="478094" y="27930"/>
                    </a:cubicBezTo>
                    <a:cubicBezTo>
                      <a:pt x="478458" y="27930"/>
                      <a:pt x="479549" y="27573"/>
                      <a:pt x="480276" y="27216"/>
                    </a:cubicBezTo>
                    <a:cubicBezTo>
                      <a:pt x="480639" y="27216"/>
                      <a:pt x="481367" y="27216"/>
                      <a:pt x="481730" y="26859"/>
                    </a:cubicBezTo>
                    <a:cubicBezTo>
                      <a:pt x="482094" y="26859"/>
                      <a:pt x="483185" y="26859"/>
                      <a:pt x="483185" y="26859"/>
                    </a:cubicBezTo>
                    <a:cubicBezTo>
                      <a:pt x="483185" y="26859"/>
                      <a:pt x="483185" y="26859"/>
                      <a:pt x="486094" y="26145"/>
                    </a:cubicBezTo>
                    <a:cubicBezTo>
                      <a:pt x="486094" y="26145"/>
                      <a:pt x="487549" y="25788"/>
                      <a:pt x="488276" y="25788"/>
                    </a:cubicBezTo>
                    <a:cubicBezTo>
                      <a:pt x="489003" y="25788"/>
                      <a:pt x="489367" y="26145"/>
                      <a:pt x="489730" y="26145"/>
                    </a:cubicBezTo>
                    <a:cubicBezTo>
                      <a:pt x="489730" y="26145"/>
                      <a:pt x="489367" y="26502"/>
                      <a:pt x="489367" y="26502"/>
                    </a:cubicBezTo>
                    <a:cubicBezTo>
                      <a:pt x="489003" y="26502"/>
                      <a:pt x="489367" y="26859"/>
                      <a:pt x="489367" y="26859"/>
                    </a:cubicBezTo>
                    <a:cubicBezTo>
                      <a:pt x="489367" y="26859"/>
                      <a:pt x="483185" y="29358"/>
                      <a:pt x="482094" y="29715"/>
                    </a:cubicBezTo>
                    <a:cubicBezTo>
                      <a:pt x="481003" y="30429"/>
                      <a:pt x="481367" y="30072"/>
                      <a:pt x="481003" y="30429"/>
                    </a:cubicBezTo>
                    <a:cubicBezTo>
                      <a:pt x="480639" y="30429"/>
                      <a:pt x="479912" y="30786"/>
                      <a:pt x="479912" y="30786"/>
                    </a:cubicBezTo>
                    <a:cubicBezTo>
                      <a:pt x="479912" y="30786"/>
                      <a:pt x="478821" y="31500"/>
                      <a:pt x="478458" y="31857"/>
                    </a:cubicBezTo>
                    <a:cubicBezTo>
                      <a:pt x="478094" y="31857"/>
                      <a:pt x="477367" y="32214"/>
                      <a:pt x="477367" y="32214"/>
                    </a:cubicBezTo>
                    <a:cubicBezTo>
                      <a:pt x="477003" y="32214"/>
                      <a:pt x="476276" y="32571"/>
                      <a:pt x="475548" y="32571"/>
                    </a:cubicBezTo>
                    <a:cubicBezTo>
                      <a:pt x="475185" y="32571"/>
                      <a:pt x="474094" y="33285"/>
                      <a:pt x="474094" y="33285"/>
                    </a:cubicBezTo>
                    <a:cubicBezTo>
                      <a:pt x="474094" y="33642"/>
                      <a:pt x="472639" y="33642"/>
                      <a:pt x="472276" y="33285"/>
                    </a:cubicBezTo>
                    <a:cubicBezTo>
                      <a:pt x="472276" y="33285"/>
                      <a:pt x="468276" y="36855"/>
                      <a:pt x="468276" y="36855"/>
                    </a:cubicBezTo>
                    <a:cubicBezTo>
                      <a:pt x="468276" y="36855"/>
                      <a:pt x="468276" y="36855"/>
                      <a:pt x="466094" y="38283"/>
                    </a:cubicBezTo>
                    <a:cubicBezTo>
                      <a:pt x="466094" y="38283"/>
                      <a:pt x="465003" y="38640"/>
                      <a:pt x="464639" y="38640"/>
                    </a:cubicBezTo>
                    <a:cubicBezTo>
                      <a:pt x="464276" y="38640"/>
                      <a:pt x="463548" y="38997"/>
                      <a:pt x="463548" y="38997"/>
                    </a:cubicBezTo>
                    <a:cubicBezTo>
                      <a:pt x="463185" y="38997"/>
                      <a:pt x="462094" y="38997"/>
                      <a:pt x="461730" y="38997"/>
                    </a:cubicBezTo>
                    <a:cubicBezTo>
                      <a:pt x="461367" y="38997"/>
                      <a:pt x="460639" y="38997"/>
                      <a:pt x="460639" y="38997"/>
                    </a:cubicBezTo>
                    <a:cubicBezTo>
                      <a:pt x="461003" y="39354"/>
                      <a:pt x="461367" y="40068"/>
                      <a:pt x="461367" y="40068"/>
                    </a:cubicBezTo>
                    <a:cubicBezTo>
                      <a:pt x="461367" y="40068"/>
                      <a:pt x="461367" y="40425"/>
                      <a:pt x="461367" y="40425"/>
                    </a:cubicBezTo>
                    <a:cubicBezTo>
                      <a:pt x="461367" y="40782"/>
                      <a:pt x="461003" y="40782"/>
                      <a:pt x="460639" y="40782"/>
                    </a:cubicBezTo>
                    <a:cubicBezTo>
                      <a:pt x="460639" y="41139"/>
                      <a:pt x="459185" y="41139"/>
                      <a:pt x="459185" y="41139"/>
                    </a:cubicBezTo>
                    <a:cubicBezTo>
                      <a:pt x="459185" y="41139"/>
                      <a:pt x="456276" y="41496"/>
                      <a:pt x="455548" y="41496"/>
                    </a:cubicBezTo>
                    <a:cubicBezTo>
                      <a:pt x="454821" y="41853"/>
                      <a:pt x="455548" y="41853"/>
                      <a:pt x="456276" y="41853"/>
                    </a:cubicBezTo>
                    <a:cubicBezTo>
                      <a:pt x="457003" y="41853"/>
                      <a:pt x="456276" y="41853"/>
                      <a:pt x="457366" y="41496"/>
                    </a:cubicBezTo>
                    <a:cubicBezTo>
                      <a:pt x="458457" y="41496"/>
                      <a:pt x="458457" y="41853"/>
                      <a:pt x="459185" y="41853"/>
                    </a:cubicBezTo>
                    <a:cubicBezTo>
                      <a:pt x="459912" y="41853"/>
                      <a:pt x="459548" y="42210"/>
                      <a:pt x="459548" y="42210"/>
                    </a:cubicBezTo>
                    <a:cubicBezTo>
                      <a:pt x="459548" y="42567"/>
                      <a:pt x="457730" y="42210"/>
                      <a:pt x="457366" y="42567"/>
                    </a:cubicBezTo>
                    <a:cubicBezTo>
                      <a:pt x="457366" y="42567"/>
                      <a:pt x="457730" y="42924"/>
                      <a:pt x="457730" y="43281"/>
                    </a:cubicBezTo>
                    <a:cubicBezTo>
                      <a:pt x="457730" y="43281"/>
                      <a:pt x="457730" y="43638"/>
                      <a:pt x="458094" y="43638"/>
                    </a:cubicBezTo>
                    <a:cubicBezTo>
                      <a:pt x="458094" y="43995"/>
                      <a:pt x="458094" y="44352"/>
                      <a:pt x="457730" y="44352"/>
                    </a:cubicBezTo>
                    <a:cubicBezTo>
                      <a:pt x="457730" y="44709"/>
                      <a:pt x="456276" y="45780"/>
                      <a:pt x="456276" y="45780"/>
                    </a:cubicBezTo>
                    <a:cubicBezTo>
                      <a:pt x="456276" y="45780"/>
                      <a:pt x="455185" y="46494"/>
                      <a:pt x="454821" y="46494"/>
                    </a:cubicBezTo>
                    <a:cubicBezTo>
                      <a:pt x="454457" y="46494"/>
                      <a:pt x="454094" y="46851"/>
                      <a:pt x="453730" y="46851"/>
                    </a:cubicBezTo>
                    <a:cubicBezTo>
                      <a:pt x="453730" y="46851"/>
                      <a:pt x="453003" y="46851"/>
                      <a:pt x="452639" y="46851"/>
                    </a:cubicBezTo>
                    <a:cubicBezTo>
                      <a:pt x="452639" y="46494"/>
                      <a:pt x="451548" y="46851"/>
                      <a:pt x="451548" y="46494"/>
                    </a:cubicBezTo>
                    <a:cubicBezTo>
                      <a:pt x="451548" y="46494"/>
                      <a:pt x="449730" y="46494"/>
                      <a:pt x="449366" y="46494"/>
                    </a:cubicBezTo>
                    <a:cubicBezTo>
                      <a:pt x="449366" y="46494"/>
                      <a:pt x="448639" y="46494"/>
                      <a:pt x="448275" y="46494"/>
                    </a:cubicBezTo>
                    <a:cubicBezTo>
                      <a:pt x="447912" y="46137"/>
                      <a:pt x="447548" y="46137"/>
                      <a:pt x="447548" y="45780"/>
                    </a:cubicBezTo>
                    <a:cubicBezTo>
                      <a:pt x="447185" y="45780"/>
                      <a:pt x="446821" y="45780"/>
                      <a:pt x="446457" y="45780"/>
                    </a:cubicBezTo>
                    <a:cubicBezTo>
                      <a:pt x="446457" y="45423"/>
                      <a:pt x="445003" y="45423"/>
                      <a:pt x="445003" y="45423"/>
                    </a:cubicBezTo>
                    <a:cubicBezTo>
                      <a:pt x="444639" y="45423"/>
                      <a:pt x="445730" y="45780"/>
                      <a:pt x="445730" y="45780"/>
                    </a:cubicBezTo>
                    <a:cubicBezTo>
                      <a:pt x="446094" y="46137"/>
                      <a:pt x="446094" y="46494"/>
                      <a:pt x="446457" y="46494"/>
                    </a:cubicBezTo>
                    <a:cubicBezTo>
                      <a:pt x="446821" y="46851"/>
                      <a:pt x="447185" y="47208"/>
                      <a:pt x="447185" y="47565"/>
                    </a:cubicBezTo>
                    <a:cubicBezTo>
                      <a:pt x="447548" y="47922"/>
                      <a:pt x="447185" y="47922"/>
                      <a:pt x="447185" y="48279"/>
                    </a:cubicBezTo>
                    <a:cubicBezTo>
                      <a:pt x="446821" y="48636"/>
                      <a:pt x="446457" y="48636"/>
                      <a:pt x="446094" y="48636"/>
                    </a:cubicBezTo>
                    <a:cubicBezTo>
                      <a:pt x="445730" y="48279"/>
                      <a:pt x="445366" y="48636"/>
                      <a:pt x="445003" y="48636"/>
                    </a:cubicBezTo>
                    <a:cubicBezTo>
                      <a:pt x="445003" y="48636"/>
                      <a:pt x="443912" y="48993"/>
                      <a:pt x="443912" y="48993"/>
                    </a:cubicBezTo>
                    <a:cubicBezTo>
                      <a:pt x="443548" y="49350"/>
                      <a:pt x="442457" y="49350"/>
                      <a:pt x="442457" y="49350"/>
                    </a:cubicBezTo>
                    <a:cubicBezTo>
                      <a:pt x="442457" y="49350"/>
                      <a:pt x="441730" y="49350"/>
                      <a:pt x="441366" y="49350"/>
                    </a:cubicBezTo>
                    <a:cubicBezTo>
                      <a:pt x="441003" y="49350"/>
                      <a:pt x="440639" y="49350"/>
                      <a:pt x="440639" y="49350"/>
                    </a:cubicBezTo>
                    <a:cubicBezTo>
                      <a:pt x="440639" y="49350"/>
                      <a:pt x="440639" y="49350"/>
                      <a:pt x="438821" y="50064"/>
                    </a:cubicBezTo>
                    <a:cubicBezTo>
                      <a:pt x="438821" y="50064"/>
                      <a:pt x="438821" y="50064"/>
                      <a:pt x="437366" y="50064"/>
                    </a:cubicBezTo>
                    <a:cubicBezTo>
                      <a:pt x="437366" y="50064"/>
                      <a:pt x="436275" y="50064"/>
                      <a:pt x="436275" y="50064"/>
                    </a:cubicBezTo>
                    <a:cubicBezTo>
                      <a:pt x="435912" y="50064"/>
                      <a:pt x="435184" y="50064"/>
                      <a:pt x="434821" y="50064"/>
                    </a:cubicBezTo>
                    <a:cubicBezTo>
                      <a:pt x="434821" y="49707"/>
                      <a:pt x="434093" y="49707"/>
                      <a:pt x="433730" y="49707"/>
                    </a:cubicBezTo>
                    <a:cubicBezTo>
                      <a:pt x="433366" y="49350"/>
                      <a:pt x="433366" y="49350"/>
                      <a:pt x="433003" y="48993"/>
                    </a:cubicBezTo>
                    <a:cubicBezTo>
                      <a:pt x="433003" y="48993"/>
                      <a:pt x="432275" y="48993"/>
                      <a:pt x="431912" y="48993"/>
                    </a:cubicBezTo>
                    <a:cubicBezTo>
                      <a:pt x="431912" y="48993"/>
                      <a:pt x="431912" y="48993"/>
                      <a:pt x="431548" y="48993"/>
                    </a:cubicBezTo>
                    <a:cubicBezTo>
                      <a:pt x="431548" y="48993"/>
                      <a:pt x="431184" y="49350"/>
                      <a:pt x="431548" y="49350"/>
                    </a:cubicBezTo>
                    <a:cubicBezTo>
                      <a:pt x="432275" y="49707"/>
                      <a:pt x="431548" y="49707"/>
                      <a:pt x="431548" y="50064"/>
                    </a:cubicBezTo>
                    <a:cubicBezTo>
                      <a:pt x="431548" y="50421"/>
                      <a:pt x="431912" y="50421"/>
                      <a:pt x="432639" y="50421"/>
                    </a:cubicBezTo>
                    <a:cubicBezTo>
                      <a:pt x="433003" y="50064"/>
                      <a:pt x="433366" y="50421"/>
                      <a:pt x="433366" y="50421"/>
                    </a:cubicBezTo>
                    <a:cubicBezTo>
                      <a:pt x="433730" y="50421"/>
                      <a:pt x="434093" y="50778"/>
                      <a:pt x="434457" y="50778"/>
                    </a:cubicBezTo>
                    <a:cubicBezTo>
                      <a:pt x="435184" y="50778"/>
                      <a:pt x="434821" y="51135"/>
                      <a:pt x="435184" y="50778"/>
                    </a:cubicBezTo>
                    <a:cubicBezTo>
                      <a:pt x="435912" y="50421"/>
                      <a:pt x="436275" y="50778"/>
                      <a:pt x="437003" y="50778"/>
                    </a:cubicBezTo>
                    <a:cubicBezTo>
                      <a:pt x="438094" y="50778"/>
                      <a:pt x="438457" y="50778"/>
                      <a:pt x="438821" y="50778"/>
                    </a:cubicBezTo>
                    <a:cubicBezTo>
                      <a:pt x="439184" y="50778"/>
                      <a:pt x="439548" y="51492"/>
                      <a:pt x="439912" y="51492"/>
                    </a:cubicBezTo>
                    <a:cubicBezTo>
                      <a:pt x="440275" y="51492"/>
                      <a:pt x="440275" y="52206"/>
                      <a:pt x="440275" y="52206"/>
                    </a:cubicBezTo>
                    <a:cubicBezTo>
                      <a:pt x="440275" y="52206"/>
                      <a:pt x="440639" y="53991"/>
                      <a:pt x="440275" y="53991"/>
                    </a:cubicBezTo>
                    <a:cubicBezTo>
                      <a:pt x="439912" y="53991"/>
                      <a:pt x="439184" y="53991"/>
                      <a:pt x="438821" y="53991"/>
                    </a:cubicBezTo>
                    <a:cubicBezTo>
                      <a:pt x="438821" y="53991"/>
                      <a:pt x="437730" y="53634"/>
                      <a:pt x="437366" y="53634"/>
                    </a:cubicBezTo>
                    <a:lnTo>
                      <a:pt x="435352" y="53963"/>
                    </a:lnTo>
                    <a:lnTo>
                      <a:pt x="434457" y="53634"/>
                    </a:lnTo>
                    <a:cubicBezTo>
                      <a:pt x="434457" y="53634"/>
                      <a:pt x="435184" y="53991"/>
                      <a:pt x="435184" y="53991"/>
                    </a:cubicBezTo>
                    <a:lnTo>
                      <a:pt x="435352" y="53963"/>
                    </a:lnTo>
                    <a:lnTo>
                      <a:pt x="437366" y="54705"/>
                    </a:lnTo>
                    <a:cubicBezTo>
                      <a:pt x="437730" y="54705"/>
                      <a:pt x="437730" y="55062"/>
                      <a:pt x="438457" y="55419"/>
                    </a:cubicBezTo>
                    <a:cubicBezTo>
                      <a:pt x="439184" y="55419"/>
                      <a:pt x="438821" y="55776"/>
                      <a:pt x="439184" y="56133"/>
                    </a:cubicBezTo>
                    <a:cubicBezTo>
                      <a:pt x="439548" y="56133"/>
                      <a:pt x="441003" y="56490"/>
                      <a:pt x="441003" y="56490"/>
                    </a:cubicBezTo>
                    <a:cubicBezTo>
                      <a:pt x="441366" y="56847"/>
                      <a:pt x="440275" y="56847"/>
                      <a:pt x="440275" y="56847"/>
                    </a:cubicBezTo>
                    <a:cubicBezTo>
                      <a:pt x="440275" y="56847"/>
                      <a:pt x="439548" y="57204"/>
                      <a:pt x="439548" y="57204"/>
                    </a:cubicBezTo>
                    <a:cubicBezTo>
                      <a:pt x="439548" y="57204"/>
                      <a:pt x="439548" y="57561"/>
                      <a:pt x="439548" y="57918"/>
                    </a:cubicBezTo>
                    <a:cubicBezTo>
                      <a:pt x="439548" y="57918"/>
                      <a:pt x="439548" y="58275"/>
                      <a:pt x="439548" y="58275"/>
                    </a:cubicBezTo>
                    <a:cubicBezTo>
                      <a:pt x="439548" y="58275"/>
                      <a:pt x="439184" y="58632"/>
                      <a:pt x="438821" y="58632"/>
                    </a:cubicBezTo>
                    <a:cubicBezTo>
                      <a:pt x="438457" y="58632"/>
                      <a:pt x="438094" y="58632"/>
                      <a:pt x="437730" y="58632"/>
                    </a:cubicBezTo>
                    <a:cubicBezTo>
                      <a:pt x="437366" y="58632"/>
                      <a:pt x="437003" y="58632"/>
                      <a:pt x="436275" y="58632"/>
                    </a:cubicBezTo>
                    <a:cubicBezTo>
                      <a:pt x="435548" y="58632"/>
                      <a:pt x="435548" y="58632"/>
                      <a:pt x="435184" y="58989"/>
                    </a:cubicBezTo>
                    <a:cubicBezTo>
                      <a:pt x="434821" y="58989"/>
                      <a:pt x="434821" y="59346"/>
                      <a:pt x="435184" y="59346"/>
                    </a:cubicBezTo>
                    <a:cubicBezTo>
                      <a:pt x="435912" y="59346"/>
                      <a:pt x="435912" y="59703"/>
                      <a:pt x="436275" y="59703"/>
                    </a:cubicBezTo>
                    <a:cubicBezTo>
                      <a:pt x="436275" y="59703"/>
                      <a:pt x="437730" y="60417"/>
                      <a:pt x="437366" y="60774"/>
                    </a:cubicBezTo>
                    <a:cubicBezTo>
                      <a:pt x="437003" y="61131"/>
                      <a:pt x="436639" y="61131"/>
                      <a:pt x="436639" y="61488"/>
                    </a:cubicBezTo>
                    <a:cubicBezTo>
                      <a:pt x="436275" y="61488"/>
                      <a:pt x="435912" y="61845"/>
                      <a:pt x="435548" y="61845"/>
                    </a:cubicBezTo>
                    <a:cubicBezTo>
                      <a:pt x="435184" y="62202"/>
                      <a:pt x="435548" y="62559"/>
                      <a:pt x="435548" y="62916"/>
                    </a:cubicBezTo>
                    <a:cubicBezTo>
                      <a:pt x="435912" y="62916"/>
                      <a:pt x="435548" y="63630"/>
                      <a:pt x="435548" y="63630"/>
                    </a:cubicBezTo>
                    <a:cubicBezTo>
                      <a:pt x="435548" y="63987"/>
                      <a:pt x="434821" y="64344"/>
                      <a:pt x="434821" y="64344"/>
                    </a:cubicBezTo>
                    <a:cubicBezTo>
                      <a:pt x="434821" y="64344"/>
                      <a:pt x="433366" y="64344"/>
                      <a:pt x="433366" y="64344"/>
                    </a:cubicBezTo>
                    <a:cubicBezTo>
                      <a:pt x="433003" y="64344"/>
                      <a:pt x="432639" y="64701"/>
                      <a:pt x="432639" y="64701"/>
                    </a:cubicBezTo>
                    <a:cubicBezTo>
                      <a:pt x="432275" y="64701"/>
                      <a:pt x="431548" y="65058"/>
                      <a:pt x="431548" y="65058"/>
                    </a:cubicBezTo>
                    <a:cubicBezTo>
                      <a:pt x="431184" y="65058"/>
                      <a:pt x="430457" y="65058"/>
                      <a:pt x="429730" y="65058"/>
                    </a:cubicBezTo>
                    <a:cubicBezTo>
                      <a:pt x="429003" y="65058"/>
                      <a:pt x="429003" y="65058"/>
                      <a:pt x="429003" y="65058"/>
                    </a:cubicBezTo>
                    <a:cubicBezTo>
                      <a:pt x="429003" y="64701"/>
                      <a:pt x="428275" y="65058"/>
                      <a:pt x="427912" y="65058"/>
                    </a:cubicBezTo>
                    <a:cubicBezTo>
                      <a:pt x="427184" y="65058"/>
                      <a:pt x="426821" y="65058"/>
                      <a:pt x="426457" y="65058"/>
                    </a:cubicBezTo>
                    <a:cubicBezTo>
                      <a:pt x="426093" y="65058"/>
                      <a:pt x="425730" y="65058"/>
                      <a:pt x="425730" y="65058"/>
                    </a:cubicBezTo>
                    <a:cubicBezTo>
                      <a:pt x="425366" y="64701"/>
                      <a:pt x="424639" y="64701"/>
                      <a:pt x="424639" y="64701"/>
                    </a:cubicBezTo>
                    <a:cubicBezTo>
                      <a:pt x="424639" y="64344"/>
                      <a:pt x="423184" y="65058"/>
                      <a:pt x="423184" y="65058"/>
                    </a:cubicBezTo>
                    <a:cubicBezTo>
                      <a:pt x="422821" y="65058"/>
                      <a:pt x="423184" y="65415"/>
                      <a:pt x="423184" y="65772"/>
                    </a:cubicBezTo>
                    <a:cubicBezTo>
                      <a:pt x="423548" y="66129"/>
                      <a:pt x="423548" y="66129"/>
                      <a:pt x="424275" y="67557"/>
                    </a:cubicBezTo>
                    <a:cubicBezTo>
                      <a:pt x="425366" y="68985"/>
                      <a:pt x="424639" y="68271"/>
                      <a:pt x="424639" y="68271"/>
                    </a:cubicBezTo>
                    <a:cubicBezTo>
                      <a:pt x="424639" y="68628"/>
                      <a:pt x="424275" y="68985"/>
                      <a:pt x="424275" y="68985"/>
                    </a:cubicBezTo>
                    <a:cubicBezTo>
                      <a:pt x="424275" y="68985"/>
                      <a:pt x="422457" y="70413"/>
                      <a:pt x="422093" y="70770"/>
                    </a:cubicBezTo>
                    <a:cubicBezTo>
                      <a:pt x="421730" y="71127"/>
                      <a:pt x="421366" y="71127"/>
                      <a:pt x="420639" y="70770"/>
                    </a:cubicBezTo>
                    <a:cubicBezTo>
                      <a:pt x="419912" y="70770"/>
                      <a:pt x="420639" y="70770"/>
                      <a:pt x="419912" y="71127"/>
                    </a:cubicBezTo>
                    <a:cubicBezTo>
                      <a:pt x="419548" y="71127"/>
                      <a:pt x="419548" y="71127"/>
                      <a:pt x="419184" y="71127"/>
                    </a:cubicBezTo>
                    <a:cubicBezTo>
                      <a:pt x="418821" y="71484"/>
                      <a:pt x="418457" y="71841"/>
                      <a:pt x="418457" y="72198"/>
                    </a:cubicBezTo>
                    <a:cubicBezTo>
                      <a:pt x="418457" y="72198"/>
                      <a:pt x="418457" y="72555"/>
                      <a:pt x="418457" y="72555"/>
                    </a:cubicBezTo>
                    <a:cubicBezTo>
                      <a:pt x="418821" y="72912"/>
                      <a:pt x="418457" y="72912"/>
                      <a:pt x="418457" y="73269"/>
                    </a:cubicBezTo>
                    <a:cubicBezTo>
                      <a:pt x="418457" y="73626"/>
                      <a:pt x="418093" y="73626"/>
                      <a:pt x="417730" y="73983"/>
                    </a:cubicBezTo>
                    <a:cubicBezTo>
                      <a:pt x="417002" y="74340"/>
                      <a:pt x="417730" y="74340"/>
                      <a:pt x="417730" y="74340"/>
                    </a:cubicBezTo>
                    <a:cubicBezTo>
                      <a:pt x="418093" y="74340"/>
                      <a:pt x="418457" y="74340"/>
                      <a:pt x="419548" y="75054"/>
                    </a:cubicBezTo>
                    <a:cubicBezTo>
                      <a:pt x="419912" y="75054"/>
                      <a:pt x="420639" y="75411"/>
                      <a:pt x="420639" y="75411"/>
                    </a:cubicBezTo>
                    <a:cubicBezTo>
                      <a:pt x="421002" y="75411"/>
                      <a:pt x="421002" y="75054"/>
                      <a:pt x="421366" y="74697"/>
                    </a:cubicBezTo>
                    <a:cubicBezTo>
                      <a:pt x="421730" y="74340"/>
                      <a:pt x="422093" y="73983"/>
                      <a:pt x="422457" y="73626"/>
                    </a:cubicBezTo>
                    <a:cubicBezTo>
                      <a:pt x="422821" y="73626"/>
                      <a:pt x="422821" y="73626"/>
                      <a:pt x="422821" y="73626"/>
                    </a:cubicBezTo>
                    <a:cubicBezTo>
                      <a:pt x="422821" y="73626"/>
                      <a:pt x="422821" y="73626"/>
                      <a:pt x="423184" y="73626"/>
                    </a:cubicBezTo>
                    <a:cubicBezTo>
                      <a:pt x="423184" y="73626"/>
                      <a:pt x="424639" y="75411"/>
                      <a:pt x="425002" y="75768"/>
                    </a:cubicBezTo>
                    <a:cubicBezTo>
                      <a:pt x="425366" y="76482"/>
                      <a:pt x="425366" y="76482"/>
                      <a:pt x="425366" y="76482"/>
                    </a:cubicBezTo>
                    <a:cubicBezTo>
                      <a:pt x="425366" y="76482"/>
                      <a:pt x="425002" y="77196"/>
                      <a:pt x="425002" y="77553"/>
                    </a:cubicBezTo>
                    <a:cubicBezTo>
                      <a:pt x="424639" y="77910"/>
                      <a:pt x="424639" y="77910"/>
                      <a:pt x="424639" y="78267"/>
                    </a:cubicBezTo>
                    <a:cubicBezTo>
                      <a:pt x="424275" y="78267"/>
                      <a:pt x="421730" y="79695"/>
                      <a:pt x="421730" y="79695"/>
                    </a:cubicBezTo>
                    <a:cubicBezTo>
                      <a:pt x="421730" y="79338"/>
                      <a:pt x="421366" y="79338"/>
                      <a:pt x="421366" y="78981"/>
                    </a:cubicBezTo>
                    <a:cubicBezTo>
                      <a:pt x="421366" y="78624"/>
                      <a:pt x="421366" y="78624"/>
                      <a:pt x="421002" y="78267"/>
                    </a:cubicBezTo>
                    <a:cubicBezTo>
                      <a:pt x="420639" y="78267"/>
                      <a:pt x="420639" y="78267"/>
                      <a:pt x="420275" y="78624"/>
                    </a:cubicBezTo>
                    <a:cubicBezTo>
                      <a:pt x="419912" y="78624"/>
                      <a:pt x="420275" y="78981"/>
                      <a:pt x="420275" y="79338"/>
                    </a:cubicBezTo>
                    <a:cubicBezTo>
                      <a:pt x="420275" y="79338"/>
                      <a:pt x="419548" y="79695"/>
                      <a:pt x="419548" y="79695"/>
                    </a:cubicBezTo>
                    <a:cubicBezTo>
                      <a:pt x="419184" y="79695"/>
                      <a:pt x="418457" y="80409"/>
                      <a:pt x="418457" y="80409"/>
                    </a:cubicBezTo>
                    <a:cubicBezTo>
                      <a:pt x="418093" y="80409"/>
                      <a:pt x="417366" y="80766"/>
                      <a:pt x="416639" y="80766"/>
                    </a:cubicBezTo>
                    <a:cubicBezTo>
                      <a:pt x="415911" y="81123"/>
                      <a:pt x="415911" y="81123"/>
                      <a:pt x="415911" y="81123"/>
                    </a:cubicBezTo>
                    <a:cubicBezTo>
                      <a:pt x="415548" y="81123"/>
                      <a:pt x="415184" y="81123"/>
                      <a:pt x="415184" y="81123"/>
                    </a:cubicBezTo>
                    <a:cubicBezTo>
                      <a:pt x="414821" y="81123"/>
                      <a:pt x="414457" y="81123"/>
                      <a:pt x="414093" y="81480"/>
                    </a:cubicBezTo>
                    <a:cubicBezTo>
                      <a:pt x="414093" y="81480"/>
                      <a:pt x="413730" y="81480"/>
                      <a:pt x="413366" y="81837"/>
                    </a:cubicBezTo>
                    <a:cubicBezTo>
                      <a:pt x="413366" y="81837"/>
                      <a:pt x="412639" y="82194"/>
                      <a:pt x="412639" y="82194"/>
                    </a:cubicBezTo>
                    <a:cubicBezTo>
                      <a:pt x="412639" y="82194"/>
                      <a:pt x="411548" y="82551"/>
                      <a:pt x="411548" y="82551"/>
                    </a:cubicBezTo>
                    <a:cubicBezTo>
                      <a:pt x="411548" y="82551"/>
                      <a:pt x="410457" y="82551"/>
                      <a:pt x="410093" y="82194"/>
                    </a:cubicBezTo>
                    <a:cubicBezTo>
                      <a:pt x="409730" y="82194"/>
                      <a:pt x="409730" y="81837"/>
                      <a:pt x="409730" y="81480"/>
                    </a:cubicBezTo>
                    <a:cubicBezTo>
                      <a:pt x="409730" y="81480"/>
                      <a:pt x="409730" y="81480"/>
                      <a:pt x="410093" y="81123"/>
                    </a:cubicBezTo>
                    <a:cubicBezTo>
                      <a:pt x="410457" y="80766"/>
                      <a:pt x="410457" y="80052"/>
                      <a:pt x="410820" y="80052"/>
                    </a:cubicBezTo>
                    <a:cubicBezTo>
                      <a:pt x="410820" y="79695"/>
                      <a:pt x="410093" y="79338"/>
                      <a:pt x="410093" y="79338"/>
                    </a:cubicBezTo>
                    <a:cubicBezTo>
                      <a:pt x="409730" y="79338"/>
                      <a:pt x="409366" y="79338"/>
                      <a:pt x="409002" y="79338"/>
                    </a:cubicBezTo>
                    <a:cubicBezTo>
                      <a:pt x="409002" y="79338"/>
                      <a:pt x="408639" y="79338"/>
                      <a:pt x="408275" y="79338"/>
                    </a:cubicBezTo>
                    <a:cubicBezTo>
                      <a:pt x="407548" y="79338"/>
                      <a:pt x="407911" y="79338"/>
                      <a:pt x="407548" y="79338"/>
                    </a:cubicBezTo>
                    <a:cubicBezTo>
                      <a:pt x="407548" y="79338"/>
                      <a:pt x="407184" y="79338"/>
                      <a:pt x="406820" y="78981"/>
                    </a:cubicBezTo>
                    <a:cubicBezTo>
                      <a:pt x="406820" y="78981"/>
                      <a:pt x="406093" y="78981"/>
                      <a:pt x="406093" y="78981"/>
                    </a:cubicBezTo>
                    <a:cubicBezTo>
                      <a:pt x="406093" y="78981"/>
                      <a:pt x="405730" y="78267"/>
                      <a:pt x="405366" y="77910"/>
                    </a:cubicBezTo>
                    <a:cubicBezTo>
                      <a:pt x="405366" y="77553"/>
                      <a:pt x="404639" y="77553"/>
                      <a:pt x="404275" y="77196"/>
                    </a:cubicBezTo>
                    <a:cubicBezTo>
                      <a:pt x="404275" y="77196"/>
                      <a:pt x="403911" y="77196"/>
                      <a:pt x="403911" y="77910"/>
                    </a:cubicBezTo>
                    <a:cubicBezTo>
                      <a:pt x="403911" y="78267"/>
                      <a:pt x="403911" y="77910"/>
                      <a:pt x="404275" y="78267"/>
                    </a:cubicBezTo>
                    <a:cubicBezTo>
                      <a:pt x="404639" y="78624"/>
                      <a:pt x="405002" y="78624"/>
                      <a:pt x="405002" y="78624"/>
                    </a:cubicBezTo>
                    <a:cubicBezTo>
                      <a:pt x="405366" y="78624"/>
                      <a:pt x="405730" y="79338"/>
                      <a:pt x="405730" y="79338"/>
                    </a:cubicBezTo>
                    <a:cubicBezTo>
                      <a:pt x="406093" y="79695"/>
                      <a:pt x="405730" y="79695"/>
                      <a:pt x="405730" y="80052"/>
                    </a:cubicBezTo>
                    <a:cubicBezTo>
                      <a:pt x="405730" y="80052"/>
                      <a:pt x="405366" y="81123"/>
                      <a:pt x="405002" y="81123"/>
                    </a:cubicBezTo>
                    <a:cubicBezTo>
                      <a:pt x="405002" y="81123"/>
                      <a:pt x="404639" y="81480"/>
                      <a:pt x="404275" y="81480"/>
                    </a:cubicBezTo>
                    <a:cubicBezTo>
                      <a:pt x="404275" y="81480"/>
                      <a:pt x="403911" y="81837"/>
                      <a:pt x="403911" y="81837"/>
                    </a:cubicBezTo>
                    <a:cubicBezTo>
                      <a:pt x="403911" y="81837"/>
                      <a:pt x="403184" y="81837"/>
                      <a:pt x="403184" y="81837"/>
                    </a:cubicBezTo>
                    <a:cubicBezTo>
                      <a:pt x="403184" y="81837"/>
                      <a:pt x="402457" y="81837"/>
                      <a:pt x="402093" y="81480"/>
                    </a:cubicBezTo>
                    <a:cubicBezTo>
                      <a:pt x="401729" y="81480"/>
                      <a:pt x="401729" y="81480"/>
                      <a:pt x="401729" y="81123"/>
                    </a:cubicBezTo>
                    <a:cubicBezTo>
                      <a:pt x="401366" y="81123"/>
                      <a:pt x="401366" y="81123"/>
                      <a:pt x="400639" y="80766"/>
                    </a:cubicBezTo>
                    <a:cubicBezTo>
                      <a:pt x="400275" y="80052"/>
                      <a:pt x="400639" y="80766"/>
                      <a:pt x="400639" y="80409"/>
                    </a:cubicBezTo>
                    <a:cubicBezTo>
                      <a:pt x="400275" y="80052"/>
                      <a:pt x="400275" y="80052"/>
                      <a:pt x="400275" y="80052"/>
                    </a:cubicBezTo>
                    <a:cubicBezTo>
                      <a:pt x="399911" y="79695"/>
                      <a:pt x="399911" y="79695"/>
                      <a:pt x="399548" y="79695"/>
                    </a:cubicBezTo>
                    <a:cubicBezTo>
                      <a:pt x="399548" y="79338"/>
                      <a:pt x="398820" y="79338"/>
                      <a:pt x="398820" y="79338"/>
                    </a:cubicBezTo>
                    <a:cubicBezTo>
                      <a:pt x="398457" y="78981"/>
                      <a:pt x="398457" y="79338"/>
                      <a:pt x="398457" y="79338"/>
                    </a:cubicBezTo>
                    <a:cubicBezTo>
                      <a:pt x="398457" y="79338"/>
                      <a:pt x="398093" y="79695"/>
                      <a:pt x="398093" y="79695"/>
                    </a:cubicBezTo>
                    <a:cubicBezTo>
                      <a:pt x="398093" y="79695"/>
                      <a:pt x="397002" y="79695"/>
                      <a:pt x="397002" y="79695"/>
                    </a:cubicBezTo>
                    <a:cubicBezTo>
                      <a:pt x="396639" y="79338"/>
                      <a:pt x="397002" y="80052"/>
                      <a:pt x="395911" y="79338"/>
                    </a:cubicBezTo>
                    <a:cubicBezTo>
                      <a:pt x="394457" y="78267"/>
                      <a:pt x="395548" y="78981"/>
                      <a:pt x="395548" y="78981"/>
                    </a:cubicBezTo>
                    <a:cubicBezTo>
                      <a:pt x="395548" y="78624"/>
                      <a:pt x="395184" y="78267"/>
                      <a:pt x="395184" y="77910"/>
                    </a:cubicBezTo>
                    <a:cubicBezTo>
                      <a:pt x="394820" y="77910"/>
                      <a:pt x="394457" y="78267"/>
                      <a:pt x="394457" y="78267"/>
                    </a:cubicBezTo>
                    <a:cubicBezTo>
                      <a:pt x="394457" y="78267"/>
                      <a:pt x="394457" y="79338"/>
                      <a:pt x="394457" y="79338"/>
                    </a:cubicBezTo>
                    <a:cubicBezTo>
                      <a:pt x="394457" y="79338"/>
                      <a:pt x="394093" y="79695"/>
                      <a:pt x="394093" y="79695"/>
                    </a:cubicBezTo>
                    <a:cubicBezTo>
                      <a:pt x="394093" y="80052"/>
                      <a:pt x="393729" y="80052"/>
                      <a:pt x="393366" y="80052"/>
                    </a:cubicBezTo>
                    <a:cubicBezTo>
                      <a:pt x="393366" y="79695"/>
                      <a:pt x="393002" y="80052"/>
                      <a:pt x="392638" y="79695"/>
                    </a:cubicBezTo>
                    <a:cubicBezTo>
                      <a:pt x="392638" y="79338"/>
                      <a:pt x="392275" y="79695"/>
                      <a:pt x="392275" y="79695"/>
                    </a:cubicBezTo>
                    <a:cubicBezTo>
                      <a:pt x="391911" y="79338"/>
                      <a:pt x="391548" y="79338"/>
                      <a:pt x="391548" y="79338"/>
                    </a:cubicBezTo>
                    <a:cubicBezTo>
                      <a:pt x="391184" y="78981"/>
                      <a:pt x="391184" y="79338"/>
                      <a:pt x="391184" y="79338"/>
                    </a:cubicBezTo>
                    <a:cubicBezTo>
                      <a:pt x="391184" y="79695"/>
                      <a:pt x="391184" y="79695"/>
                      <a:pt x="391184" y="80052"/>
                    </a:cubicBezTo>
                    <a:cubicBezTo>
                      <a:pt x="391548" y="80409"/>
                      <a:pt x="391548" y="80409"/>
                      <a:pt x="391548" y="80409"/>
                    </a:cubicBezTo>
                    <a:cubicBezTo>
                      <a:pt x="391548" y="80409"/>
                      <a:pt x="391184" y="80766"/>
                      <a:pt x="391184" y="80766"/>
                    </a:cubicBezTo>
                    <a:cubicBezTo>
                      <a:pt x="391184" y="80766"/>
                      <a:pt x="390820" y="81123"/>
                      <a:pt x="390457" y="81123"/>
                    </a:cubicBezTo>
                    <a:cubicBezTo>
                      <a:pt x="390457" y="80766"/>
                      <a:pt x="390093" y="81123"/>
                      <a:pt x="389729" y="80766"/>
                    </a:cubicBezTo>
                    <a:cubicBezTo>
                      <a:pt x="389729" y="80766"/>
                      <a:pt x="389366" y="80766"/>
                      <a:pt x="389002" y="80766"/>
                    </a:cubicBezTo>
                    <a:cubicBezTo>
                      <a:pt x="389002" y="80766"/>
                      <a:pt x="387911" y="81123"/>
                      <a:pt x="387911" y="81123"/>
                    </a:cubicBezTo>
                    <a:cubicBezTo>
                      <a:pt x="387911" y="80766"/>
                      <a:pt x="387548" y="80766"/>
                      <a:pt x="387548" y="80409"/>
                    </a:cubicBezTo>
                    <a:cubicBezTo>
                      <a:pt x="387184" y="80409"/>
                      <a:pt x="387184" y="80409"/>
                      <a:pt x="386820" y="80409"/>
                    </a:cubicBezTo>
                    <a:cubicBezTo>
                      <a:pt x="386820" y="80409"/>
                      <a:pt x="385729" y="80409"/>
                      <a:pt x="385729" y="80409"/>
                    </a:cubicBezTo>
                    <a:cubicBezTo>
                      <a:pt x="385002" y="80409"/>
                      <a:pt x="384638" y="80052"/>
                      <a:pt x="384638" y="80052"/>
                    </a:cubicBezTo>
                    <a:cubicBezTo>
                      <a:pt x="384638" y="79695"/>
                      <a:pt x="384638" y="79338"/>
                      <a:pt x="384638" y="79338"/>
                    </a:cubicBezTo>
                    <a:cubicBezTo>
                      <a:pt x="384638" y="78981"/>
                      <a:pt x="384275" y="78624"/>
                      <a:pt x="383911" y="78981"/>
                    </a:cubicBezTo>
                    <a:cubicBezTo>
                      <a:pt x="383547" y="79338"/>
                      <a:pt x="383547" y="80052"/>
                      <a:pt x="383184" y="80052"/>
                    </a:cubicBezTo>
                    <a:cubicBezTo>
                      <a:pt x="383184" y="80409"/>
                      <a:pt x="380638" y="80409"/>
                      <a:pt x="380638" y="80052"/>
                    </a:cubicBezTo>
                    <a:cubicBezTo>
                      <a:pt x="380638" y="80052"/>
                      <a:pt x="379911" y="80409"/>
                      <a:pt x="379547" y="80052"/>
                    </a:cubicBezTo>
                    <a:cubicBezTo>
                      <a:pt x="379184" y="80052"/>
                      <a:pt x="379184" y="80052"/>
                      <a:pt x="379184" y="79695"/>
                    </a:cubicBezTo>
                    <a:cubicBezTo>
                      <a:pt x="378820" y="79338"/>
                      <a:pt x="378457" y="79338"/>
                      <a:pt x="378093" y="78981"/>
                    </a:cubicBezTo>
                    <a:cubicBezTo>
                      <a:pt x="377729" y="78624"/>
                      <a:pt x="377729" y="79338"/>
                      <a:pt x="377366" y="79338"/>
                    </a:cubicBezTo>
                    <a:cubicBezTo>
                      <a:pt x="377366" y="79338"/>
                      <a:pt x="377366" y="79695"/>
                      <a:pt x="377002" y="80052"/>
                    </a:cubicBezTo>
                    <a:cubicBezTo>
                      <a:pt x="376638" y="80052"/>
                      <a:pt x="376638" y="80052"/>
                      <a:pt x="376275" y="80409"/>
                    </a:cubicBezTo>
                    <a:cubicBezTo>
                      <a:pt x="375911" y="80409"/>
                      <a:pt x="375547" y="80409"/>
                      <a:pt x="375184" y="80409"/>
                    </a:cubicBezTo>
                    <a:cubicBezTo>
                      <a:pt x="374456" y="80052"/>
                      <a:pt x="374093" y="80052"/>
                      <a:pt x="373729" y="79338"/>
                    </a:cubicBezTo>
                    <a:cubicBezTo>
                      <a:pt x="373729" y="78624"/>
                      <a:pt x="373729" y="78981"/>
                      <a:pt x="373729" y="78624"/>
                    </a:cubicBezTo>
                    <a:cubicBezTo>
                      <a:pt x="373729" y="77910"/>
                      <a:pt x="374093" y="77553"/>
                      <a:pt x="374093" y="77553"/>
                    </a:cubicBezTo>
                    <a:cubicBezTo>
                      <a:pt x="374093" y="77553"/>
                      <a:pt x="373366" y="77196"/>
                      <a:pt x="373366" y="77196"/>
                    </a:cubicBezTo>
                    <a:cubicBezTo>
                      <a:pt x="373366" y="77553"/>
                      <a:pt x="373002" y="78624"/>
                      <a:pt x="373002" y="78981"/>
                    </a:cubicBezTo>
                    <a:cubicBezTo>
                      <a:pt x="373002" y="78981"/>
                      <a:pt x="372275" y="79695"/>
                      <a:pt x="372275" y="79695"/>
                    </a:cubicBezTo>
                    <a:cubicBezTo>
                      <a:pt x="371911" y="80052"/>
                      <a:pt x="371184" y="80052"/>
                      <a:pt x="370820" y="79695"/>
                    </a:cubicBezTo>
                    <a:cubicBezTo>
                      <a:pt x="370456" y="79695"/>
                      <a:pt x="370456" y="79695"/>
                      <a:pt x="369365" y="78267"/>
                    </a:cubicBezTo>
                    <a:cubicBezTo>
                      <a:pt x="368638" y="77196"/>
                      <a:pt x="369365" y="76839"/>
                      <a:pt x="369002" y="76125"/>
                    </a:cubicBezTo>
                    <a:cubicBezTo>
                      <a:pt x="369002" y="75411"/>
                      <a:pt x="369002" y="75768"/>
                      <a:pt x="369729" y="75411"/>
                    </a:cubicBezTo>
                    <a:cubicBezTo>
                      <a:pt x="370456" y="75054"/>
                      <a:pt x="370820" y="75054"/>
                      <a:pt x="371547" y="74340"/>
                    </a:cubicBezTo>
                    <a:cubicBezTo>
                      <a:pt x="372275" y="73983"/>
                      <a:pt x="371911" y="73983"/>
                      <a:pt x="373366" y="73626"/>
                    </a:cubicBezTo>
                    <a:cubicBezTo>
                      <a:pt x="374456" y="72912"/>
                      <a:pt x="373729" y="73269"/>
                      <a:pt x="374093" y="72912"/>
                    </a:cubicBezTo>
                    <a:cubicBezTo>
                      <a:pt x="374456" y="72912"/>
                      <a:pt x="375184" y="72912"/>
                      <a:pt x="375911" y="72555"/>
                    </a:cubicBezTo>
                    <a:cubicBezTo>
                      <a:pt x="376638" y="72555"/>
                      <a:pt x="378093" y="72555"/>
                      <a:pt x="378457" y="72912"/>
                    </a:cubicBezTo>
                    <a:cubicBezTo>
                      <a:pt x="379184" y="72912"/>
                      <a:pt x="380638" y="72912"/>
                      <a:pt x="380638" y="72912"/>
                    </a:cubicBezTo>
                    <a:cubicBezTo>
                      <a:pt x="381002" y="72555"/>
                      <a:pt x="381002" y="71841"/>
                      <a:pt x="381002" y="71484"/>
                    </a:cubicBezTo>
                    <a:cubicBezTo>
                      <a:pt x="380638" y="71484"/>
                      <a:pt x="379911" y="71127"/>
                      <a:pt x="379184" y="71127"/>
                    </a:cubicBezTo>
                    <a:cubicBezTo>
                      <a:pt x="378457" y="70770"/>
                      <a:pt x="378093" y="71127"/>
                      <a:pt x="378093" y="70770"/>
                    </a:cubicBezTo>
                    <a:cubicBezTo>
                      <a:pt x="377729" y="70770"/>
                      <a:pt x="377729" y="70413"/>
                      <a:pt x="377366" y="70056"/>
                    </a:cubicBezTo>
                    <a:cubicBezTo>
                      <a:pt x="377366" y="69342"/>
                      <a:pt x="377366" y="69342"/>
                      <a:pt x="377002" y="68985"/>
                    </a:cubicBezTo>
                    <a:cubicBezTo>
                      <a:pt x="376638" y="68628"/>
                      <a:pt x="376638" y="68628"/>
                      <a:pt x="376275" y="68271"/>
                    </a:cubicBezTo>
                    <a:cubicBezTo>
                      <a:pt x="375911" y="68271"/>
                      <a:pt x="375547" y="67557"/>
                      <a:pt x="375911" y="66843"/>
                    </a:cubicBezTo>
                    <a:cubicBezTo>
                      <a:pt x="376275" y="65772"/>
                      <a:pt x="376275" y="66486"/>
                      <a:pt x="376638" y="66129"/>
                    </a:cubicBezTo>
                    <a:cubicBezTo>
                      <a:pt x="377002" y="65772"/>
                      <a:pt x="377366" y="65772"/>
                      <a:pt x="377729" y="65415"/>
                    </a:cubicBezTo>
                    <a:cubicBezTo>
                      <a:pt x="378093" y="65058"/>
                      <a:pt x="378457" y="65415"/>
                      <a:pt x="379184" y="65415"/>
                    </a:cubicBezTo>
                    <a:cubicBezTo>
                      <a:pt x="379911" y="65058"/>
                      <a:pt x="380275" y="65415"/>
                      <a:pt x="381366" y="65415"/>
                    </a:cubicBezTo>
                    <a:cubicBezTo>
                      <a:pt x="382457" y="65415"/>
                      <a:pt x="382093" y="65415"/>
                      <a:pt x="382457" y="65415"/>
                    </a:cubicBezTo>
                    <a:cubicBezTo>
                      <a:pt x="382820" y="65415"/>
                      <a:pt x="383184" y="65772"/>
                      <a:pt x="383184" y="66129"/>
                    </a:cubicBezTo>
                    <a:cubicBezTo>
                      <a:pt x="383184" y="66129"/>
                      <a:pt x="384638" y="66843"/>
                      <a:pt x="386457" y="67557"/>
                    </a:cubicBezTo>
                    <a:cubicBezTo>
                      <a:pt x="387911" y="68271"/>
                      <a:pt x="388275" y="69699"/>
                      <a:pt x="389002" y="69699"/>
                    </a:cubicBezTo>
                    <a:cubicBezTo>
                      <a:pt x="389366" y="70056"/>
                      <a:pt x="389366" y="70413"/>
                      <a:pt x="390093" y="70413"/>
                    </a:cubicBezTo>
                    <a:cubicBezTo>
                      <a:pt x="391184" y="70770"/>
                      <a:pt x="391548" y="70770"/>
                      <a:pt x="391548" y="70770"/>
                    </a:cubicBezTo>
                    <a:cubicBezTo>
                      <a:pt x="391548" y="70770"/>
                      <a:pt x="392275" y="70770"/>
                      <a:pt x="393002" y="70413"/>
                    </a:cubicBezTo>
                    <a:cubicBezTo>
                      <a:pt x="394093" y="70413"/>
                      <a:pt x="394820" y="70413"/>
                      <a:pt x="395911" y="70413"/>
                    </a:cubicBezTo>
                    <a:cubicBezTo>
                      <a:pt x="396639" y="70056"/>
                      <a:pt x="397366" y="70056"/>
                      <a:pt x="398457" y="69342"/>
                    </a:cubicBezTo>
                    <a:cubicBezTo>
                      <a:pt x="399184" y="68985"/>
                      <a:pt x="398820" y="68985"/>
                      <a:pt x="399548" y="68628"/>
                    </a:cubicBezTo>
                    <a:cubicBezTo>
                      <a:pt x="400275" y="67914"/>
                      <a:pt x="399911" y="67914"/>
                      <a:pt x="400275" y="67557"/>
                    </a:cubicBezTo>
                    <a:cubicBezTo>
                      <a:pt x="400275" y="67200"/>
                      <a:pt x="402457" y="65058"/>
                      <a:pt x="402457" y="65058"/>
                    </a:cubicBezTo>
                    <a:cubicBezTo>
                      <a:pt x="402820" y="64701"/>
                      <a:pt x="402457" y="64344"/>
                      <a:pt x="402457" y="64344"/>
                    </a:cubicBezTo>
                    <a:cubicBezTo>
                      <a:pt x="402093" y="64344"/>
                      <a:pt x="401366" y="64344"/>
                      <a:pt x="400639" y="64701"/>
                    </a:cubicBezTo>
                    <a:cubicBezTo>
                      <a:pt x="399911" y="65058"/>
                      <a:pt x="400275" y="65415"/>
                      <a:pt x="400275" y="65415"/>
                    </a:cubicBezTo>
                    <a:cubicBezTo>
                      <a:pt x="400275" y="65415"/>
                      <a:pt x="399548" y="66129"/>
                      <a:pt x="399184" y="66843"/>
                    </a:cubicBezTo>
                    <a:cubicBezTo>
                      <a:pt x="398820" y="67557"/>
                      <a:pt x="398820" y="67200"/>
                      <a:pt x="398457" y="67914"/>
                    </a:cubicBezTo>
                    <a:cubicBezTo>
                      <a:pt x="398093" y="68628"/>
                      <a:pt x="397729" y="68628"/>
                      <a:pt x="397366" y="68628"/>
                    </a:cubicBezTo>
                    <a:cubicBezTo>
                      <a:pt x="397366" y="68628"/>
                      <a:pt x="393366" y="68985"/>
                      <a:pt x="393002" y="68628"/>
                    </a:cubicBezTo>
                    <a:cubicBezTo>
                      <a:pt x="392638" y="68271"/>
                      <a:pt x="392275" y="68271"/>
                      <a:pt x="391911" y="68271"/>
                    </a:cubicBezTo>
                    <a:cubicBezTo>
                      <a:pt x="391548" y="68271"/>
                      <a:pt x="389729" y="68628"/>
                      <a:pt x="389729" y="67914"/>
                    </a:cubicBezTo>
                    <a:cubicBezTo>
                      <a:pt x="389366" y="67557"/>
                      <a:pt x="389729" y="67914"/>
                      <a:pt x="389729" y="67557"/>
                    </a:cubicBezTo>
                    <a:cubicBezTo>
                      <a:pt x="389729" y="67200"/>
                      <a:pt x="390093" y="67200"/>
                      <a:pt x="390457" y="66843"/>
                    </a:cubicBezTo>
                    <a:cubicBezTo>
                      <a:pt x="391184" y="66129"/>
                      <a:pt x="390820" y="66129"/>
                      <a:pt x="390820" y="65772"/>
                    </a:cubicBezTo>
                    <a:cubicBezTo>
                      <a:pt x="391184" y="65772"/>
                      <a:pt x="390820" y="65415"/>
                      <a:pt x="390457" y="65058"/>
                    </a:cubicBezTo>
                    <a:cubicBezTo>
                      <a:pt x="389729" y="65058"/>
                      <a:pt x="389729" y="65415"/>
                      <a:pt x="389366" y="65415"/>
                    </a:cubicBezTo>
                    <a:cubicBezTo>
                      <a:pt x="389002" y="65415"/>
                      <a:pt x="387548" y="65058"/>
                      <a:pt x="388275" y="64701"/>
                    </a:cubicBezTo>
                    <a:cubicBezTo>
                      <a:pt x="388638" y="64344"/>
                      <a:pt x="388638" y="64344"/>
                      <a:pt x="389366" y="63987"/>
                    </a:cubicBezTo>
                    <a:cubicBezTo>
                      <a:pt x="390457" y="63273"/>
                      <a:pt x="390457" y="63630"/>
                      <a:pt x="390820" y="63273"/>
                    </a:cubicBezTo>
                    <a:cubicBezTo>
                      <a:pt x="391184" y="63273"/>
                      <a:pt x="391548" y="63273"/>
                      <a:pt x="393002" y="63273"/>
                    </a:cubicBezTo>
                    <a:cubicBezTo>
                      <a:pt x="394820" y="62916"/>
                      <a:pt x="394093" y="62916"/>
                      <a:pt x="394093" y="62559"/>
                    </a:cubicBezTo>
                    <a:cubicBezTo>
                      <a:pt x="394093" y="62202"/>
                      <a:pt x="393729" y="62202"/>
                      <a:pt x="392638" y="61845"/>
                    </a:cubicBezTo>
                    <a:cubicBezTo>
                      <a:pt x="391911" y="61488"/>
                      <a:pt x="391911" y="61131"/>
                      <a:pt x="391911" y="60774"/>
                    </a:cubicBezTo>
                    <a:cubicBezTo>
                      <a:pt x="391911" y="60060"/>
                      <a:pt x="391911" y="59703"/>
                      <a:pt x="392275" y="59346"/>
                    </a:cubicBezTo>
                    <a:cubicBezTo>
                      <a:pt x="392275" y="58989"/>
                      <a:pt x="391548" y="59346"/>
                      <a:pt x="391184" y="59346"/>
                    </a:cubicBezTo>
                    <a:cubicBezTo>
                      <a:pt x="390820" y="59346"/>
                      <a:pt x="390820" y="59703"/>
                      <a:pt x="390820" y="60060"/>
                    </a:cubicBezTo>
                    <a:cubicBezTo>
                      <a:pt x="390820" y="60417"/>
                      <a:pt x="390457" y="61131"/>
                      <a:pt x="390457" y="61488"/>
                    </a:cubicBezTo>
                    <a:cubicBezTo>
                      <a:pt x="390093" y="61845"/>
                      <a:pt x="390457" y="61845"/>
                      <a:pt x="390457" y="61845"/>
                    </a:cubicBezTo>
                    <a:cubicBezTo>
                      <a:pt x="390457" y="61845"/>
                      <a:pt x="388638" y="63273"/>
                      <a:pt x="388638" y="63273"/>
                    </a:cubicBezTo>
                    <a:cubicBezTo>
                      <a:pt x="388275" y="63273"/>
                      <a:pt x="387548" y="63273"/>
                      <a:pt x="387184" y="63630"/>
                    </a:cubicBezTo>
                    <a:cubicBezTo>
                      <a:pt x="386820" y="63630"/>
                      <a:pt x="386457" y="63630"/>
                      <a:pt x="385729" y="63273"/>
                    </a:cubicBezTo>
                    <a:cubicBezTo>
                      <a:pt x="385366" y="63273"/>
                      <a:pt x="385002" y="63273"/>
                      <a:pt x="385002" y="62559"/>
                    </a:cubicBezTo>
                    <a:cubicBezTo>
                      <a:pt x="385002" y="61488"/>
                      <a:pt x="385002" y="61845"/>
                      <a:pt x="384638" y="61845"/>
                    </a:cubicBezTo>
                    <a:cubicBezTo>
                      <a:pt x="384275" y="61488"/>
                      <a:pt x="383911" y="62202"/>
                      <a:pt x="383547" y="62202"/>
                    </a:cubicBezTo>
                    <a:cubicBezTo>
                      <a:pt x="383547" y="62202"/>
                      <a:pt x="382820" y="62916"/>
                      <a:pt x="382820" y="62916"/>
                    </a:cubicBezTo>
                    <a:cubicBezTo>
                      <a:pt x="382457" y="63273"/>
                      <a:pt x="381366" y="63273"/>
                      <a:pt x="381366" y="63273"/>
                    </a:cubicBezTo>
                    <a:cubicBezTo>
                      <a:pt x="381002" y="63273"/>
                      <a:pt x="380638" y="62916"/>
                      <a:pt x="380638" y="62559"/>
                    </a:cubicBezTo>
                    <a:cubicBezTo>
                      <a:pt x="381002" y="62559"/>
                      <a:pt x="379911" y="62202"/>
                      <a:pt x="379911" y="62202"/>
                    </a:cubicBezTo>
                    <a:cubicBezTo>
                      <a:pt x="379547" y="62202"/>
                      <a:pt x="378820" y="61845"/>
                      <a:pt x="378820" y="61488"/>
                    </a:cubicBezTo>
                    <a:cubicBezTo>
                      <a:pt x="378820" y="61488"/>
                      <a:pt x="378820" y="60774"/>
                      <a:pt x="378820" y="60060"/>
                    </a:cubicBezTo>
                    <a:cubicBezTo>
                      <a:pt x="379184" y="59703"/>
                      <a:pt x="379184" y="59346"/>
                      <a:pt x="379547" y="58632"/>
                    </a:cubicBezTo>
                    <a:cubicBezTo>
                      <a:pt x="380275" y="58275"/>
                      <a:pt x="380638" y="57561"/>
                      <a:pt x="381002" y="57204"/>
                    </a:cubicBezTo>
                    <a:cubicBezTo>
                      <a:pt x="381729" y="56847"/>
                      <a:pt x="381729" y="56490"/>
                      <a:pt x="383547" y="56133"/>
                    </a:cubicBezTo>
                    <a:cubicBezTo>
                      <a:pt x="385002" y="55419"/>
                      <a:pt x="383911" y="56133"/>
                      <a:pt x="385002" y="55776"/>
                    </a:cubicBezTo>
                    <a:cubicBezTo>
                      <a:pt x="386093" y="55776"/>
                      <a:pt x="385729" y="55776"/>
                      <a:pt x="386457" y="55419"/>
                    </a:cubicBezTo>
                    <a:cubicBezTo>
                      <a:pt x="387184" y="55062"/>
                      <a:pt x="388275" y="55062"/>
                      <a:pt x="389002" y="55062"/>
                    </a:cubicBezTo>
                    <a:lnTo>
                      <a:pt x="389729" y="55062"/>
                    </a:lnTo>
                    <a:cubicBezTo>
                      <a:pt x="390457" y="55062"/>
                      <a:pt x="390820" y="55062"/>
                      <a:pt x="391548" y="55062"/>
                    </a:cubicBezTo>
                    <a:cubicBezTo>
                      <a:pt x="392275" y="55062"/>
                      <a:pt x="393366" y="55419"/>
                      <a:pt x="393729" y="55419"/>
                    </a:cubicBezTo>
                    <a:cubicBezTo>
                      <a:pt x="394093" y="55419"/>
                      <a:pt x="395911" y="55776"/>
                      <a:pt x="397002" y="55776"/>
                    </a:cubicBezTo>
                    <a:cubicBezTo>
                      <a:pt x="397729" y="55776"/>
                      <a:pt x="397002" y="55776"/>
                      <a:pt x="397729" y="55776"/>
                    </a:cubicBezTo>
                    <a:cubicBezTo>
                      <a:pt x="398457" y="56133"/>
                      <a:pt x="398457" y="56490"/>
                      <a:pt x="399184" y="56847"/>
                    </a:cubicBezTo>
                    <a:cubicBezTo>
                      <a:pt x="399911" y="57204"/>
                      <a:pt x="400275" y="57561"/>
                      <a:pt x="400639" y="57918"/>
                    </a:cubicBezTo>
                    <a:cubicBezTo>
                      <a:pt x="401002" y="57918"/>
                      <a:pt x="402093" y="58275"/>
                      <a:pt x="402093" y="58275"/>
                    </a:cubicBezTo>
                    <a:cubicBezTo>
                      <a:pt x="402093" y="58275"/>
                      <a:pt x="402457" y="58275"/>
                      <a:pt x="402820" y="58275"/>
                    </a:cubicBezTo>
                    <a:cubicBezTo>
                      <a:pt x="403184" y="58275"/>
                      <a:pt x="403548" y="57918"/>
                      <a:pt x="403548" y="57561"/>
                    </a:cubicBezTo>
                    <a:cubicBezTo>
                      <a:pt x="403911" y="57561"/>
                      <a:pt x="403548" y="57204"/>
                      <a:pt x="403184" y="56847"/>
                    </a:cubicBezTo>
                    <a:cubicBezTo>
                      <a:pt x="403184" y="56490"/>
                      <a:pt x="402820" y="56490"/>
                      <a:pt x="402093" y="56133"/>
                    </a:cubicBezTo>
                    <a:cubicBezTo>
                      <a:pt x="401729" y="55776"/>
                      <a:pt x="401002" y="56133"/>
                      <a:pt x="401002" y="55776"/>
                    </a:cubicBezTo>
                    <a:cubicBezTo>
                      <a:pt x="401366" y="55776"/>
                      <a:pt x="402820" y="55776"/>
                      <a:pt x="403184" y="55776"/>
                    </a:cubicBezTo>
                    <a:cubicBezTo>
                      <a:pt x="403184" y="55776"/>
                      <a:pt x="405002" y="55062"/>
                      <a:pt x="405730" y="55062"/>
                    </a:cubicBezTo>
                    <a:cubicBezTo>
                      <a:pt x="406457" y="54705"/>
                      <a:pt x="406457" y="54705"/>
                      <a:pt x="406820" y="53991"/>
                    </a:cubicBezTo>
                    <a:cubicBezTo>
                      <a:pt x="406820" y="53634"/>
                      <a:pt x="406820" y="53991"/>
                      <a:pt x="406457" y="53991"/>
                    </a:cubicBezTo>
                    <a:cubicBezTo>
                      <a:pt x="406093" y="53634"/>
                      <a:pt x="405366" y="53991"/>
                      <a:pt x="405366" y="53991"/>
                    </a:cubicBezTo>
                    <a:cubicBezTo>
                      <a:pt x="405366" y="53991"/>
                      <a:pt x="404275" y="54348"/>
                      <a:pt x="404275" y="54348"/>
                    </a:cubicBezTo>
                    <a:cubicBezTo>
                      <a:pt x="403911" y="54348"/>
                      <a:pt x="403184" y="54348"/>
                      <a:pt x="402457" y="54348"/>
                    </a:cubicBezTo>
                    <a:cubicBezTo>
                      <a:pt x="402093" y="54348"/>
                      <a:pt x="402093" y="54705"/>
                      <a:pt x="401729" y="54705"/>
                    </a:cubicBezTo>
                    <a:cubicBezTo>
                      <a:pt x="401366" y="54705"/>
                      <a:pt x="401002" y="54705"/>
                      <a:pt x="401002" y="54705"/>
                    </a:cubicBezTo>
                    <a:cubicBezTo>
                      <a:pt x="401002" y="54705"/>
                      <a:pt x="400639" y="54348"/>
                      <a:pt x="400275" y="54348"/>
                    </a:cubicBezTo>
                    <a:cubicBezTo>
                      <a:pt x="399911" y="54348"/>
                      <a:pt x="399548" y="54348"/>
                      <a:pt x="399184" y="53991"/>
                    </a:cubicBezTo>
                    <a:cubicBezTo>
                      <a:pt x="398820" y="53991"/>
                      <a:pt x="398457" y="53991"/>
                      <a:pt x="398457" y="53991"/>
                    </a:cubicBezTo>
                    <a:cubicBezTo>
                      <a:pt x="398093" y="53634"/>
                      <a:pt x="397729" y="53277"/>
                      <a:pt x="397366" y="53277"/>
                    </a:cubicBezTo>
                    <a:cubicBezTo>
                      <a:pt x="397366" y="53277"/>
                      <a:pt x="395184" y="51492"/>
                      <a:pt x="394820" y="51135"/>
                    </a:cubicBezTo>
                    <a:cubicBezTo>
                      <a:pt x="394093" y="50778"/>
                      <a:pt x="394457" y="50778"/>
                      <a:pt x="393729" y="50778"/>
                    </a:cubicBezTo>
                    <a:cubicBezTo>
                      <a:pt x="393366" y="50421"/>
                      <a:pt x="393002" y="50064"/>
                      <a:pt x="393002" y="50064"/>
                    </a:cubicBezTo>
                    <a:cubicBezTo>
                      <a:pt x="392638" y="49707"/>
                      <a:pt x="392275" y="49350"/>
                      <a:pt x="391911" y="49350"/>
                    </a:cubicBezTo>
                    <a:cubicBezTo>
                      <a:pt x="391548" y="48993"/>
                      <a:pt x="391548" y="48279"/>
                      <a:pt x="390820" y="47922"/>
                    </a:cubicBezTo>
                    <a:cubicBezTo>
                      <a:pt x="390093" y="47565"/>
                      <a:pt x="387911" y="46851"/>
                      <a:pt x="387184" y="46851"/>
                    </a:cubicBezTo>
                    <a:cubicBezTo>
                      <a:pt x="386457" y="46851"/>
                      <a:pt x="386093" y="46137"/>
                      <a:pt x="385366" y="46137"/>
                    </a:cubicBezTo>
                    <a:cubicBezTo>
                      <a:pt x="385002" y="45780"/>
                      <a:pt x="384638" y="45780"/>
                      <a:pt x="384275" y="45423"/>
                    </a:cubicBezTo>
                    <a:cubicBezTo>
                      <a:pt x="383911" y="45423"/>
                      <a:pt x="383911" y="45066"/>
                      <a:pt x="383911" y="44709"/>
                    </a:cubicBezTo>
                    <a:cubicBezTo>
                      <a:pt x="384275" y="44352"/>
                      <a:pt x="384275" y="44352"/>
                      <a:pt x="384275" y="44352"/>
                    </a:cubicBezTo>
                    <a:cubicBezTo>
                      <a:pt x="384275" y="43995"/>
                      <a:pt x="383911" y="43995"/>
                      <a:pt x="383547" y="43638"/>
                    </a:cubicBezTo>
                    <a:cubicBezTo>
                      <a:pt x="383184" y="43281"/>
                      <a:pt x="383184" y="43281"/>
                      <a:pt x="382820" y="42924"/>
                    </a:cubicBezTo>
                    <a:cubicBezTo>
                      <a:pt x="382457" y="42210"/>
                      <a:pt x="382093" y="42210"/>
                      <a:pt x="382457" y="41496"/>
                    </a:cubicBezTo>
                    <a:cubicBezTo>
                      <a:pt x="382457" y="40782"/>
                      <a:pt x="382457" y="41139"/>
                      <a:pt x="383184" y="40425"/>
                    </a:cubicBezTo>
                    <a:cubicBezTo>
                      <a:pt x="383911" y="39711"/>
                      <a:pt x="383547" y="40068"/>
                      <a:pt x="384275" y="39711"/>
                    </a:cubicBezTo>
                    <a:cubicBezTo>
                      <a:pt x="385366" y="39711"/>
                      <a:pt x="385729" y="39711"/>
                      <a:pt x="386457" y="39711"/>
                    </a:cubicBezTo>
                    <a:cubicBezTo>
                      <a:pt x="387184" y="39711"/>
                      <a:pt x="387184" y="40068"/>
                      <a:pt x="387548" y="40068"/>
                    </a:cubicBezTo>
                    <a:cubicBezTo>
                      <a:pt x="387911" y="40068"/>
                      <a:pt x="388638" y="40425"/>
                      <a:pt x="389002" y="40425"/>
                    </a:cubicBezTo>
                    <a:cubicBezTo>
                      <a:pt x="389002" y="40425"/>
                      <a:pt x="388638" y="40425"/>
                      <a:pt x="390093" y="40068"/>
                    </a:cubicBezTo>
                    <a:cubicBezTo>
                      <a:pt x="391548" y="40068"/>
                      <a:pt x="391184" y="40425"/>
                      <a:pt x="391548" y="40068"/>
                    </a:cubicBezTo>
                    <a:cubicBezTo>
                      <a:pt x="392275" y="40068"/>
                      <a:pt x="393002" y="40425"/>
                      <a:pt x="393366" y="40425"/>
                    </a:cubicBezTo>
                    <a:cubicBezTo>
                      <a:pt x="394093" y="40425"/>
                      <a:pt x="394093" y="40425"/>
                      <a:pt x="394457" y="40425"/>
                    </a:cubicBezTo>
                    <a:cubicBezTo>
                      <a:pt x="394820" y="40425"/>
                      <a:pt x="395548" y="40782"/>
                      <a:pt x="396275" y="40782"/>
                    </a:cubicBezTo>
                    <a:cubicBezTo>
                      <a:pt x="396639" y="40782"/>
                      <a:pt x="396639" y="41139"/>
                      <a:pt x="397366" y="41139"/>
                    </a:cubicBezTo>
                    <a:cubicBezTo>
                      <a:pt x="397729" y="41496"/>
                      <a:pt x="397729" y="41853"/>
                      <a:pt x="398093" y="41853"/>
                    </a:cubicBezTo>
                    <a:cubicBezTo>
                      <a:pt x="398820" y="41853"/>
                      <a:pt x="398820" y="42210"/>
                      <a:pt x="399911" y="42567"/>
                    </a:cubicBezTo>
                    <a:cubicBezTo>
                      <a:pt x="401002" y="42924"/>
                      <a:pt x="400639" y="42924"/>
                      <a:pt x="401002" y="42924"/>
                    </a:cubicBezTo>
                    <a:cubicBezTo>
                      <a:pt x="401366" y="43281"/>
                      <a:pt x="401002" y="43638"/>
                      <a:pt x="401366" y="43638"/>
                    </a:cubicBezTo>
                    <a:cubicBezTo>
                      <a:pt x="401729" y="43638"/>
                      <a:pt x="403184" y="43995"/>
                      <a:pt x="403548" y="43995"/>
                    </a:cubicBezTo>
                    <a:cubicBezTo>
                      <a:pt x="403911" y="43995"/>
                      <a:pt x="403548" y="44352"/>
                      <a:pt x="404639" y="45780"/>
                    </a:cubicBezTo>
                    <a:cubicBezTo>
                      <a:pt x="405730" y="46851"/>
                      <a:pt x="405366" y="46494"/>
                      <a:pt x="406093" y="46851"/>
                    </a:cubicBezTo>
                    <a:cubicBezTo>
                      <a:pt x="406457" y="47208"/>
                      <a:pt x="406820" y="47208"/>
                      <a:pt x="407548" y="46851"/>
                    </a:cubicBezTo>
                    <a:cubicBezTo>
                      <a:pt x="408275" y="46851"/>
                      <a:pt x="409002" y="47208"/>
                      <a:pt x="409002" y="47208"/>
                    </a:cubicBezTo>
                    <a:cubicBezTo>
                      <a:pt x="409366" y="47208"/>
                      <a:pt x="411548" y="47208"/>
                      <a:pt x="412275" y="47208"/>
                    </a:cubicBezTo>
                    <a:cubicBezTo>
                      <a:pt x="413002" y="47208"/>
                      <a:pt x="414821" y="46851"/>
                      <a:pt x="414821" y="46851"/>
                    </a:cubicBezTo>
                    <a:cubicBezTo>
                      <a:pt x="415184" y="46851"/>
                      <a:pt x="414093" y="46494"/>
                      <a:pt x="412639" y="46494"/>
                    </a:cubicBezTo>
                    <a:cubicBezTo>
                      <a:pt x="411184" y="46494"/>
                      <a:pt x="410820" y="46494"/>
                      <a:pt x="410820" y="46494"/>
                    </a:cubicBezTo>
                    <a:cubicBezTo>
                      <a:pt x="410457" y="46494"/>
                      <a:pt x="409002" y="46494"/>
                      <a:pt x="409002" y="46494"/>
                    </a:cubicBezTo>
                    <a:cubicBezTo>
                      <a:pt x="408639" y="46494"/>
                      <a:pt x="407911" y="46494"/>
                      <a:pt x="407548" y="46494"/>
                    </a:cubicBezTo>
                    <a:cubicBezTo>
                      <a:pt x="406820" y="46494"/>
                      <a:pt x="406820" y="46137"/>
                      <a:pt x="406820" y="46137"/>
                    </a:cubicBezTo>
                    <a:cubicBezTo>
                      <a:pt x="406820" y="45780"/>
                      <a:pt x="407184" y="45423"/>
                      <a:pt x="407548" y="45066"/>
                    </a:cubicBezTo>
                    <a:cubicBezTo>
                      <a:pt x="407548" y="44709"/>
                      <a:pt x="406820" y="44709"/>
                      <a:pt x="406457" y="44709"/>
                    </a:cubicBezTo>
                    <a:cubicBezTo>
                      <a:pt x="406093" y="44352"/>
                      <a:pt x="404275" y="43638"/>
                      <a:pt x="403911" y="43281"/>
                    </a:cubicBezTo>
                    <a:cubicBezTo>
                      <a:pt x="403548" y="43281"/>
                      <a:pt x="403184" y="42924"/>
                      <a:pt x="402820" y="42567"/>
                    </a:cubicBezTo>
                    <a:cubicBezTo>
                      <a:pt x="402457" y="42210"/>
                      <a:pt x="401729" y="42210"/>
                      <a:pt x="401366" y="41853"/>
                    </a:cubicBezTo>
                    <a:cubicBezTo>
                      <a:pt x="401366" y="41853"/>
                      <a:pt x="400639" y="40782"/>
                      <a:pt x="400639" y="40425"/>
                    </a:cubicBezTo>
                    <a:cubicBezTo>
                      <a:pt x="400275" y="39711"/>
                      <a:pt x="400275" y="40068"/>
                      <a:pt x="401002" y="39711"/>
                    </a:cubicBezTo>
                    <a:cubicBezTo>
                      <a:pt x="401366" y="39354"/>
                      <a:pt x="401729" y="39354"/>
                      <a:pt x="402093" y="39354"/>
                    </a:cubicBezTo>
                    <a:cubicBezTo>
                      <a:pt x="402820" y="38997"/>
                      <a:pt x="402820" y="38997"/>
                      <a:pt x="403184" y="38997"/>
                    </a:cubicBezTo>
                    <a:cubicBezTo>
                      <a:pt x="403911" y="38997"/>
                      <a:pt x="404275" y="39354"/>
                      <a:pt x="405002" y="38997"/>
                    </a:cubicBezTo>
                    <a:cubicBezTo>
                      <a:pt x="405366" y="38997"/>
                      <a:pt x="406457" y="39354"/>
                      <a:pt x="406820" y="39354"/>
                    </a:cubicBezTo>
                    <a:cubicBezTo>
                      <a:pt x="407184" y="39354"/>
                      <a:pt x="408275" y="38997"/>
                      <a:pt x="409730" y="38640"/>
                    </a:cubicBezTo>
                    <a:cubicBezTo>
                      <a:pt x="411184" y="38640"/>
                      <a:pt x="410457" y="38997"/>
                      <a:pt x="410820" y="38640"/>
                    </a:cubicBezTo>
                    <a:cubicBezTo>
                      <a:pt x="411548" y="38640"/>
                      <a:pt x="411548" y="38640"/>
                      <a:pt x="412639" y="38283"/>
                    </a:cubicBezTo>
                    <a:cubicBezTo>
                      <a:pt x="413366" y="37926"/>
                      <a:pt x="413002" y="38283"/>
                      <a:pt x="413730" y="37926"/>
                    </a:cubicBezTo>
                    <a:cubicBezTo>
                      <a:pt x="414457" y="37569"/>
                      <a:pt x="414093" y="37569"/>
                      <a:pt x="415184" y="36855"/>
                    </a:cubicBezTo>
                    <a:cubicBezTo>
                      <a:pt x="416275" y="35784"/>
                      <a:pt x="415548" y="36498"/>
                      <a:pt x="416275" y="36498"/>
                    </a:cubicBezTo>
                    <a:cubicBezTo>
                      <a:pt x="416639" y="36141"/>
                      <a:pt x="417002" y="36141"/>
                      <a:pt x="417730" y="35784"/>
                    </a:cubicBezTo>
                    <a:cubicBezTo>
                      <a:pt x="418457" y="35427"/>
                      <a:pt x="418457" y="35427"/>
                      <a:pt x="418821" y="35427"/>
                    </a:cubicBezTo>
                    <a:cubicBezTo>
                      <a:pt x="419184" y="35070"/>
                      <a:pt x="419548" y="35070"/>
                      <a:pt x="420275" y="35070"/>
                    </a:cubicBezTo>
                    <a:cubicBezTo>
                      <a:pt x="421002" y="34713"/>
                      <a:pt x="421002" y="34713"/>
                      <a:pt x="422093" y="34713"/>
                    </a:cubicBezTo>
                    <a:cubicBezTo>
                      <a:pt x="422821" y="34356"/>
                      <a:pt x="422457" y="34713"/>
                      <a:pt x="423548" y="34713"/>
                    </a:cubicBezTo>
                    <a:cubicBezTo>
                      <a:pt x="424275" y="34713"/>
                      <a:pt x="424275" y="34356"/>
                      <a:pt x="425002" y="34356"/>
                    </a:cubicBezTo>
                    <a:cubicBezTo>
                      <a:pt x="425730" y="34356"/>
                      <a:pt x="426093" y="34356"/>
                      <a:pt x="427548" y="34356"/>
                    </a:cubicBezTo>
                    <a:cubicBezTo>
                      <a:pt x="429003" y="34356"/>
                      <a:pt x="428275" y="34356"/>
                      <a:pt x="427184" y="33999"/>
                    </a:cubicBezTo>
                    <a:cubicBezTo>
                      <a:pt x="426093" y="33642"/>
                      <a:pt x="425366" y="33999"/>
                      <a:pt x="425002" y="33999"/>
                    </a:cubicBezTo>
                    <a:cubicBezTo>
                      <a:pt x="424275" y="33999"/>
                      <a:pt x="424275" y="33999"/>
                      <a:pt x="423548" y="33999"/>
                    </a:cubicBezTo>
                    <a:cubicBezTo>
                      <a:pt x="423184" y="33999"/>
                      <a:pt x="423184" y="33999"/>
                      <a:pt x="422457" y="33999"/>
                    </a:cubicBezTo>
                    <a:cubicBezTo>
                      <a:pt x="421730" y="34356"/>
                      <a:pt x="421366" y="33999"/>
                      <a:pt x="421002" y="33999"/>
                    </a:cubicBezTo>
                    <a:cubicBezTo>
                      <a:pt x="420639" y="33999"/>
                      <a:pt x="419912" y="33999"/>
                      <a:pt x="419912" y="33642"/>
                    </a:cubicBezTo>
                    <a:cubicBezTo>
                      <a:pt x="419912" y="33285"/>
                      <a:pt x="419912" y="33285"/>
                      <a:pt x="419912" y="32928"/>
                    </a:cubicBezTo>
                    <a:cubicBezTo>
                      <a:pt x="420275" y="32928"/>
                      <a:pt x="420639" y="32571"/>
                      <a:pt x="421366" y="31857"/>
                    </a:cubicBezTo>
                    <a:cubicBezTo>
                      <a:pt x="422093" y="30786"/>
                      <a:pt x="422093" y="31143"/>
                      <a:pt x="422821" y="30786"/>
                    </a:cubicBezTo>
                    <a:cubicBezTo>
                      <a:pt x="423548" y="30072"/>
                      <a:pt x="426821" y="28644"/>
                      <a:pt x="428275" y="28287"/>
                    </a:cubicBezTo>
                    <a:cubicBezTo>
                      <a:pt x="429366" y="27930"/>
                      <a:pt x="426093" y="28287"/>
                      <a:pt x="423912" y="29358"/>
                    </a:cubicBezTo>
                    <a:cubicBezTo>
                      <a:pt x="421730" y="30072"/>
                      <a:pt x="423184" y="29358"/>
                      <a:pt x="422457" y="29715"/>
                    </a:cubicBezTo>
                    <a:cubicBezTo>
                      <a:pt x="422093" y="30072"/>
                      <a:pt x="422093" y="30072"/>
                      <a:pt x="421730" y="30786"/>
                    </a:cubicBezTo>
                    <a:cubicBezTo>
                      <a:pt x="421366" y="31143"/>
                      <a:pt x="421366" y="30786"/>
                      <a:pt x="421002" y="31143"/>
                    </a:cubicBezTo>
                    <a:cubicBezTo>
                      <a:pt x="420639" y="31500"/>
                      <a:pt x="419912" y="31500"/>
                      <a:pt x="419548" y="31500"/>
                    </a:cubicBezTo>
                    <a:cubicBezTo>
                      <a:pt x="418821" y="31500"/>
                      <a:pt x="419184" y="31500"/>
                      <a:pt x="418093" y="32571"/>
                    </a:cubicBezTo>
                    <a:cubicBezTo>
                      <a:pt x="417002" y="33999"/>
                      <a:pt x="417730" y="33285"/>
                      <a:pt x="417730" y="33285"/>
                    </a:cubicBezTo>
                    <a:cubicBezTo>
                      <a:pt x="417730" y="33285"/>
                      <a:pt x="417730" y="33642"/>
                      <a:pt x="417366" y="33999"/>
                    </a:cubicBezTo>
                    <a:cubicBezTo>
                      <a:pt x="417002" y="33999"/>
                      <a:pt x="416639" y="34356"/>
                      <a:pt x="416275" y="34356"/>
                    </a:cubicBezTo>
                    <a:cubicBezTo>
                      <a:pt x="415911" y="34713"/>
                      <a:pt x="415184" y="34713"/>
                      <a:pt x="414457" y="35070"/>
                    </a:cubicBezTo>
                    <a:cubicBezTo>
                      <a:pt x="414093" y="35070"/>
                      <a:pt x="411184" y="35427"/>
                      <a:pt x="410457" y="35784"/>
                    </a:cubicBezTo>
                    <a:cubicBezTo>
                      <a:pt x="409730" y="36141"/>
                      <a:pt x="408639" y="36498"/>
                      <a:pt x="408639" y="36498"/>
                    </a:cubicBezTo>
                    <a:cubicBezTo>
                      <a:pt x="408639" y="36498"/>
                      <a:pt x="408639" y="36498"/>
                      <a:pt x="407548" y="36855"/>
                    </a:cubicBezTo>
                    <a:cubicBezTo>
                      <a:pt x="407548" y="36855"/>
                      <a:pt x="407184" y="37212"/>
                      <a:pt x="406820" y="37212"/>
                    </a:cubicBezTo>
                    <a:cubicBezTo>
                      <a:pt x="406820" y="37212"/>
                      <a:pt x="405366" y="37569"/>
                      <a:pt x="405002" y="37569"/>
                    </a:cubicBezTo>
                    <a:cubicBezTo>
                      <a:pt x="404275" y="37569"/>
                      <a:pt x="403548" y="37569"/>
                      <a:pt x="402820" y="37569"/>
                    </a:cubicBezTo>
                    <a:cubicBezTo>
                      <a:pt x="402093" y="37212"/>
                      <a:pt x="399548" y="37569"/>
                      <a:pt x="399184" y="37569"/>
                    </a:cubicBezTo>
                    <a:cubicBezTo>
                      <a:pt x="398820" y="37212"/>
                      <a:pt x="399184" y="37569"/>
                      <a:pt x="398820" y="36855"/>
                    </a:cubicBezTo>
                    <a:cubicBezTo>
                      <a:pt x="398457" y="36498"/>
                      <a:pt x="398457" y="36855"/>
                      <a:pt x="398820" y="35427"/>
                    </a:cubicBezTo>
                    <a:cubicBezTo>
                      <a:pt x="399184" y="34356"/>
                      <a:pt x="398457" y="35070"/>
                      <a:pt x="398093" y="35070"/>
                    </a:cubicBezTo>
                    <a:cubicBezTo>
                      <a:pt x="398093" y="34713"/>
                      <a:pt x="397366" y="35070"/>
                      <a:pt x="397366" y="35427"/>
                    </a:cubicBezTo>
                    <a:cubicBezTo>
                      <a:pt x="397366" y="35784"/>
                      <a:pt x="396639" y="36498"/>
                      <a:pt x="396275" y="36855"/>
                    </a:cubicBezTo>
                    <a:cubicBezTo>
                      <a:pt x="395911" y="37212"/>
                      <a:pt x="396275" y="37212"/>
                      <a:pt x="395911" y="37569"/>
                    </a:cubicBezTo>
                    <a:cubicBezTo>
                      <a:pt x="395911" y="37569"/>
                      <a:pt x="395548" y="37569"/>
                      <a:pt x="395184" y="37926"/>
                    </a:cubicBezTo>
                    <a:cubicBezTo>
                      <a:pt x="395184" y="37926"/>
                      <a:pt x="394457" y="37926"/>
                      <a:pt x="394093" y="37926"/>
                    </a:cubicBezTo>
                    <a:cubicBezTo>
                      <a:pt x="394093" y="37926"/>
                      <a:pt x="393002" y="37926"/>
                      <a:pt x="392275" y="37926"/>
                    </a:cubicBezTo>
                    <a:cubicBezTo>
                      <a:pt x="391548" y="38283"/>
                      <a:pt x="391911" y="38283"/>
                      <a:pt x="391184" y="37926"/>
                    </a:cubicBezTo>
                    <a:cubicBezTo>
                      <a:pt x="390457" y="37926"/>
                      <a:pt x="390457" y="38283"/>
                      <a:pt x="390093" y="37926"/>
                    </a:cubicBezTo>
                    <a:cubicBezTo>
                      <a:pt x="389366" y="37926"/>
                      <a:pt x="389366" y="37926"/>
                      <a:pt x="389002" y="37926"/>
                    </a:cubicBezTo>
                    <a:cubicBezTo>
                      <a:pt x="389002" y="37926"/>
                      <a:pt x="385729" y="37569"/>
                      <a:pt x="384638" y="37569"/>
                    </a:cubicBezTo>
                    <a:cubicBezTo>
                      <a:pt x="383547" y="37569"/>
                      <a:pt x="384275" y="37569"/>
                      <a:pt x="383184" y="37569"/>
                    </a:cubicBezTo>
                    <a:cubicBezTo>
                      <a:pt x="382093" y="37212"/>
                      <a:pt x="382457" y="37212"/>
                      <a:pt x="383184" y="36141"/>
                    </a:cubicBezTo>
                    <a:cubicBezTo>
                      <a:pt x="383547" y="35070"/>
                      <a:pt x="383184" y="35784"/>
                      <a:pt x="383547" y="35427"/>
                    </a:cubicBezTo>
                    <a:cubicBezTo>
                      <a:pt x="383911" y="35070"/>
                      <a:pt x="383911" y="35070"/>
                      <a:pt x="384275" y="35070"/>
                    </a:cubicBezTo>
                    <a:cubicBezTo>
                      <a:pt x="384638" y="34713"/>
                      <a:pt x="385366" y="34713"/>
                      <a:pt x="385366" y="34356"/>
                    </a:cubicBezTo>
                    <a:cubicBezTo>
                      <a:pt x="385729" y="34356"/>
                      <a:pt x="386093" y="33642"/>
                      <a:pt x="387184" y="32928"/>
                    </a:cubicBezTo>
                    <a:cubicBezTo>
                      <a:pt x="388275" y="32214"/>
                      <a:pt x="387184" y="32571"/>
                      <a:pt x="386820" y="32571"/>
                    </a:cubicBezTo>
                    <a:cubicBezTo>
                      <a:pt x="386820" y="32571"/>
                      <a:pt x="386093" y="32928"/>
                      <a:pt x="386093" y="32928"/>
                    </a:cubicBezTo>
                    <a:cubicBezTo>
                      <a:pt x="385729" y="32928"/>
                      <a:pt x="384275" y="32928"/>
                      <a:pt x="383547" y="33285"/>
                    </a:cubicBezTo>
                    <a:cubicBezTo>
                      <a:pt x="382820" y="33999"/>
                      <a:pt x="383184" y="33642"/>
                      <a:pt x="382820" y="33999"/>
                    </a:cubicBezTo>
                    <a:cubicBezTo>
                      <a:pt x="382457" y="34356"/>
                      <a:pt x="382457" y="34356"/>
                      <a:pt x="382093" y="34713"/>
                    </a:cubicBezTo>
                    <a:cubicBezTo>
                      <a:pt x="382093" y="34713"/>
                      <a:pt x="381002" y="35784"/>
                      <a:pt x="381002" y="35784"/>
                    </a:cubicBezTo>
                    <a:cubicBezTo>
                      <a:pt x="381002" y="35784"/>
                      <a:pt x="380638" y="36498"/>
                      <a:pt x="380638" y="36498"/>
                    </a:cubicBezTo>
                    <a:cubicBezTo>
                      <a:pt x="380638" y="36498"/>
                      <a:pt x="378093" y="36855"/>
                      <a:pt x="377729" y="36855"/>
                    </a:cubicBezTo>
                    <a:cubicBezTo>
                      <a:pt x="377366" y="36855"/>
                      <a:pt x="377002" y="36855"/>
                      <a:pt x="376275" y="36498"/>
                    </a:cubicBezTo>
                    <a:cubicBezTo>
                      <a:pt x="375911" y="36141"/>
                      <a:pt x="375547" y="35784"/>
                      <a:pt x="375547" y="35784"/>
                    </a:cubicBezTo>
                    <a:cubicBezTo>
                      <a:pt x="375184" y="35784"/>
                      <a:pt x="371911" y="35070"/>
                      <a:pt x="371911" y="35070"/>
                    </a:cubicBezTo>
                    <a:cubicBezTo>
                      <a:pt x="371911" y="35070"/>
                      <a:pt x="370820" y="34356"/>
                      <a:pt x="370456" y="34356"/>
                    </a:cubicBezTo>
                    <a:cubicBezTo>
                      <a:pt x="370093" y="34356"/>
                      <a:pt x="369729" y="33999"/>
                      <a:pt x="369729" y="33285"/>
                    </a:cubicBezTo>
                    <a:cubicBezTo>
                      <a:pt x="369729" y="32928"/>
                      <a:pt x="370093" y="32928"/>
                      <a:pt x="370093" y="32571"/>
                    </a:cubicBezTo>
                    <a:cubicBezTo>
                      <a:pt x="369729" y="32214"/>
                      <a:pt x="369365" y="32571"/>
                      <a:pt x="368638" y="32571"/>
                    </a:cubicBezTo>
                    <a:cubicBezTo>
                      <a:pt x="368275" y="32571"/>
                      <a:pt x="368275" y="32571"/>
                      <a:pt x="367547" y="32571"/>
                    </a:cubicBezTo>
                    <a:cubicBezTo>
                      <a:pt x="367184" y="32928"/>
                      <a:pt x="366820" y="32571"/>
                      <a:pt x="366093" y="32214"/>
                    </a:cubicBezTo>
                    <a:cubicBezTo>
                      <a:pt x="365365" y="32214"/>
                      <a:pt x="365729" y="32214"/>
                      <a:pt x="365365" y="31857"/>
                    </a:cubicBezTo>
                    <a:cubicBezTo>
                      <a:pt x="364638" y="31500"/>
                      <a:pt x="364638" y="30786"/>
                      <a:pt x="365002" y="30786"/>
                    </a:cubicBezTo>
                    <a:cubicBezTo>
                      <a:pt x="365365" y="30429"/>
                      <a:pt x="365365" y="30429"/>
                      <a:pt x="365729" y="30072"/>
                    </a:cubicBezTo>
                    <a:cubicBezTo>
                      <a:pt x="366093" y="29715"/>
                      <a:pt x="366093" y="29715"/>
                      <a:pt x="366820" y="29001"/>
                    </a:cubicBezTo>
                    <a:cubicBezTo>
                      <a:pt x="367547" y="28644"/>
                      <a:pt x="367184" y="29001"/>
                      <a:pt x="367911" y="28287"/>
                    </a:cubicBezTo>
                    <a:cubicBezTo>
                      <a:pt x="368638" y="27573"/>
                      <a:pt x="368275" y="28287"/>
                      <a:pt x="369729" y="27573"/>
                    </a:cubicBezTo>
                    <a:cubicBezTo>
                      <a:pt x="371547" y="27216"/>
                      <a:pt x="371547" y="27216"/>
                      <a:pt x="371911" y="26859"/>
                    </a:cubicBezTo>
                    <a:cubicBezTo>
                      <a:pt x="371911" y="26859"/>
                      <a:pt x="371184" y="26859"/>
                      <a:pt x="371184" y="26502"/>
                    </a:cubicBezTo>
                    <a:cubicBezTo>
                      <a:pt x="370820" y="26502"/>
                      <a:pt x="369729" y="26859"/>
                      <a:pt x="369729" y="26859"/>
                    </a:cubicBezTo>
                    <a:cubicBezTo>
                      <a:pt x="369365" y="27216"/>
                      <a:pt x="368275" y="27573"/>
                      <a:pt x="367911" y="27573"/>
                    </a:cubicBezTo>
                    <a:cubicBezTo>
                      <a:pt x="367547" y="27573"/>
                      <a:pt x="366820" y="28287"/>
                      <a:pt x="366456" y="28287"/>
                    </a:cubicBezTo>
                    <a:cubicBezTo>
                      <a:pt x="366093" y="28287"/>
                      <a:pt x="366093" y="28287"/>
                      <a:pt x="364638" y="28287"/>
                    </a:cubicBezTo>
                    <a:cubicBezTo>
                      <a:pt x="363547" y="28644"/>
                      <a:pt x="363184" y="27930"/>
                      <a:pt x="362820" y="27573"/>
                    </a:cubicBezTo>
                    <a:cubicBezTo>
                      <a:pt x="362456" y="27573"/>
                      <a:pt x="363184" y="27573"/>
                      <a:pt x="363184" y="26859"/>
                    </a:cubicBezTo>
                    <a:cubicBezTo>
                      <a:pt x="363547" y="26502"/>
                      <a:pt x="363911" y="26502"/>
                      <a:pt x="365365" y="26145"/>
                    </a:cubicBezTo>
                    <a:cubicBezTo>
                      <a:pt x="366456" y="25431"/>
                      <a:pt x="366456" y="25788"/>
                      <a:pt x="367184" y="25788"/>
                    </a:cubicBezTo>
                    <a:cubicBezTo>
                      <a:pt x="367547" y="25431"/>
                      <a:pt x="367184" y="25431"/>
                      <a:pt x="367547" y="25074"/>
                    </a:cubicBezTo>
                    <a:cubicBezTo>
                      <a:pt x="367911" y="24717"/>
                      <a:pt x="367184" y="25074"/>
                      <a:pt x="366820" y="25074"/>
                    </a:cubicBezTo>
                    <a:cubicBezTo>
                      <a:pt x="366456" y="25074"/>
                      <a:pt x="364638" y="25074"/>
                      <a:pt x="364275" y="25074"/>
                    </a:cubicBezTo>
                    <a:cubicBezTo>
                      <a:pt x="364275" y="25074"/>
                      <a:pt x="362820" y="25431"/>
                      <a:pt x="362820" y="25788"/>
                    </a:cubicBezTo>
                    <a:cubicBezTo>
                      <a:pt x="362456" y="25788"/>
                      <a:pt x="362456" y="25788"/>
                      <a:pt x="361729" y="26502"/>
                    </a:cubicBezTo>
                    <a:cubicBezTo>
                      <a:pt x="361002" y="27216"/>
                      <a:pt x="361002" y="26502"/>
                      <a:pt x="360274" y="26502"/>
                    </a:cubicBezTo>
                    <a:cubicBezTo>
                      <a:pt x="359547" y="26502"/>
                      <a:pt x="359547" y="26145"/>
                      <a:pt x="358456" y="26145"/>
                    </a:cubicBezTo>
                    <a:cubicBezTo>
                      <a:pt x="357729" y="25788"/>
                      <a:pt x="357729" y="25788"/>
                      <a:pt x="357729" y="25431"/>
                    </a:cubicBezTo>
                    <a:cubicBezTo>
                      <a:pt x="357729" y="25074"/>
                      <a:pt x="357729" y="25074"/>
                      <a:pt x="358456" y="24717"/>
                    </a:cubicBezTo>
                    <a:cubicBezTo>
                      <a:pt x="358820" y="24360"/>
                      <a:pt x="358820" y="24717"/>
                      <a:pt x="359184" y="24360"/>
                    </a:cubicBezTo>
                    <a:cubicBezTo>
                      <a:pt x="359911" y="24003"/>
                      <a:pt x="360274" y="24360"/>
                      <a:pt x="360638" y="24003"/>
                    </a:cubicBezTo>
                    <a:cubicBezTo>
                      <a:pt x="361002" y="23646"/>
                      <a:pt x="361002" y="23646"/>
                      <a:pt x="361729" y="23289"/>
                    </a:cubicBezTo>
                    <a:cubicBezTo>
                      <a:pt x="362456" y="22932"/>
                      <a:pt x="362456" y="22932"/>
                      <a:pt x="362820" y="22932"/>
                    </a:cubicBezTo>
                    <a:cubicBezTo>
                      <a:pt x="363547" y="22575"/>
                      <a:pt x="363911" y="22575"/>
                      <a:pt x="364275" y="22575"/>
                    </a:cubicBezTo>
                    <a:cubicBezTo>
                      <a:pt x="365002" y="22218"/>
                      <a:pt x="365729" y="22218"/>
                      <a:pt x="365729" y="22218"/>
                    </a:cubicBezTo>
                    <a:cubicBezTo>
                      <a:pt x="365729" y="22218"/>
                      <a:pt x="366820" y="22218"/>
                      <a:pt x="367547" y="22218"/>
                    </a:cubicBezTo>
                    <a:cubicBezTo>
                      <a:pt x="368638" y="22218"/>
                      <a:pt x="368275" y="22575"/>
                      <a:pt x="368275" y="22575"/>
                    </a:cubicBezTo>
                    <a:cubicBezTo>
                      <a:pt x="368638" y="22575"/>
                      <a:pt x="369002" y="23289"/>
                      <a:pt x="369729" y="22932"/>
                    </a:cubicBezTo>
                    <a:cubicBezTo>
                      <a:pt x="370093" y="22575"/>
                      <a:pt x="370093" y="22932"/>
                      <a:pt x="370456" y="22575"/>
                    </a:cubicBezTo>
                    <a:cubicBezTo>
                      <a:pt x="370820" y="22218"/>
                      <a:pt x="370456" y="22575"/>
                      <a:pt x="371184" y="21861"/>
                    </a:cubicBezTo>
                    <a:cubicBezTo>
                      <a:pt x="371911" y="21147"/>
                      <a:pt x="372275" y="21147"/>
                      <a:pt x="373002" y="20433"/>
                    </a:cubicBezTo>
                    <a:cubicBezTo>
                      <a:pt x="373729" y="20076"/>
                      <a:pt x="373729" y="20433"/>
                      <a:pt x="375184" y="20076"/>
                    </a:cubicBezTo>
                    <a:cubicBezTo>
                      <a:pt x="376275" y="19719"/>
                      <a:pt x="376638" y="20076"/>
                      <a:pt x="377002" y="20433"/>
                    </a:cubicBezTo>
                    <a:cubicBezTo>
                      <a:pt x="377366" y="20433"/>
                      <a:pt x="377729" y="20433"/>
                      <a:pt x="379184" y="20433"/>
                    </a:cubicBezTo>
                    <a:cubicBezTo>
                      <a:pt x="380275" y="20433"/>
                      <a:pt x="379547" y="20790"/>
                      <a:pt x="379547" y="21147"/>
                    </a:cubicBezTo>
                    <a:cubicBezTo>
                      <a:pt x="379911" y="21504"/>
                      <a:pt x="379911" y="21504"/>
                      <a:pt x="380638" y="21861"/>
                    </a:cubicBezTo>
                    <a:cubicBezTo>
                      <a:pt x="381002" y="21861"/>
                      <a:pt x="381002" y="22218"/>
                      <a:pt x="381729" y="21861"/>
                    </a:cubicBezTo>
                    <a:cubicBezTo>
                      <a:pt x="382093" y="21504"/>
                      <a:pt x="381729" y="21147"/>
                      <a:pt x="382457" y="20433"/>
                    </a:cubicBezTo>
                    <a:cubicBezTo>
                      <a:pt x="382820" y="20076"/>
                      <a:pt x="383547" y="20433"/>
                      <a:pt x="383547" y="20433"/>
                    </a:cubicBezTo>
                    <a:cubicBezTo>
                      <a:pt x="383911" y="20433"/>
                      <a:pt x="385002" y="20790"/>
                      <a:pt x="386093" y="20790"/>
                    </a:cubicBezTo>
                    <a:cubicBezTo>
                      <a:pt x="387548" y="21147"/>
                      <a:pt x="386820" y="21147"/>
                      <a:pt x="387184" y="21504"/>
                    </a:cubicBezTo>
                    <a:cubicBezTo>
                      <a:pt x="387548" y="21504"/>
                      <a:pt x="388638" y="22575"/>
                      <a:pt x="389002" y="22575"/>
                    </a:cubicBezTo>
                    <a:cubicBezTo>
                      <a:pt x="389366" y="22575"/>
                      <a:pt x="390093" y="22575"/>
                      <a:pt x="391184" y="22218"/>
                    </a:cubicBezTo>
                    <a:cubicBezTo>
                      <a:pt x="391911" y="21504"/>
                      <a:pt x="390820" y="21861"/>
                      <a:pt x="390820" y="21147"/>
                    </a:cubicBezTo>
                    <a:cubicBezTo>
                      <a:pt x="390820" y="20790"/>
                      <a:pt x="390093" y="20790"/>
                      <a:pt x="389002" y="20433"/>
                    </a:cubicBezTo>
                    <a:cubicBezTo>
                      <a:pt x="387911" y="20076"/>
                      <a:pt x="388275" y="20076"/>
                      <a:pt x="387911" y="20076"/>
                    </a:cubicBezTo>
                    <a:cubicBezTo>
                      <a:pt x="387184" y="19719"/>
                      <a:pt x="385729" y="20076"/>
                      <a:pt x="385366" y="20076"/>
                    </a:cubicBezTo>
                    <a:cubicBezTo>
                      <a:pt x="384638" y="20076"/>
                      <a:pt x="383547" y="19719"/>
                      <a:pt x="382457" y="19362"/>
                    </a:cubicBezTo>
                    <a:cubicBezTo>
                      <a:pt x="381002" y="19362"/>
                      <a:pt x="381729" y="19362"/>
                      <a:pt x="382093" y="19005"/>
                    </a:cubicBezTo>
                    <a:cubicBezTo>
                      <a:pt x="382093" y="18648"/>
                      <a:pt x="382457" y="18648"/>
                      <a:pt x="383547" y="18291"/>
                    </a:cubicBezTo>
                    <a:cubicBezTo>
                      <a:pt x="384275" y="17934"/>
                      <a:pt x="384275" y="18291"/>
                      <a:pt x="385002" y="18291"/>
                    </a:cubicBezTo>
                    <a:cubicBezTo>
                      <a:pt x="386093" y="17934"/>
                      <a:pt x="386093" y="18291"/>
                      <a:pt x="386457" y="18291"/>
                    </a:cubicBezTo>
                    <a:cubicBezTo>
                      <a:pt x="386820" y="18291"/>
                      <a:pt x="387911" y="18648"/>
                      <a:pt x="388275" y="18648"/>
                    </a:cubicBezTo>
                    <a:cubicBezTo>
                      <a:pt x="388638" y="18291"/>
                      <a:pt x="387911" y="17934"/>
                      <a:pt x="387548" y="17577"/>
                    </a:cubicBezTo>
                    <a:cubicBezTo>
                      <a:pt x="387184" y="16863"/>
                      <a:pt x="387548" y="16863"/>
                      <a:pt x="388275" y="16149"/>
                    </a:cubicBezTo>
                    <a:cubicBezTo>
                      <a:pt x="388638" y="15792"/>
                      <a:pt x="387548" y="15792"/>
                      <a:pt x="388275" y="15435"/>
                    </a:cubicBezTo>
                    <a:cubicBezTo>
                      <a:pt x="388638" y="15435"/>
                      <a:pt x="389729" y="15792"/>
                      <a:pt x="390093" y="15792"/>
                    </a:cubicBezTo>
                    <a:cubicBezTo>
                      <a:pt x="390820" y="15792"/>
                      <a:pt x="391184" y="16149"/>
                      <a:pt x="391911" y="16506"/>
                    </a:cubicBezTo>
                    <a:cubicBezTo>
                      <a:pt x="392638" y="17220"/>
                      <a:pt x="392275" y="16863"/>
                      <a:pt x="393002" y="16863"/>
                    </a:cubicBezTo>
                    <a:cubicBezTo>
                      <a:pt x="393366" y="16506"/>
                      <a:pt x="394093" y="16863"/>
                      <a:pt x="394457" y="16863"/>
                    </a:cubicBezTo>
                    <a:cubicBezTo>
                      <a:pt x="394820" y="16863"/>
                      <a:pt x="395548" y="16863"/>
                      <a:pt x="395911" y="17220"/>
                    </a:cubicBezTo>
                    <a:cubicBezTo>
                      <a:pt x="396275" y="17220"/>
                      <a:pt x="397366" y="17577"/>
                      <a:pt x="397729" y="17577"/>
                    </a:cubicBezTo>
                    <a:cubicBezTo>
                      <a:pt x="398093" y="17577"/>
                      <a:pt x="397729" y="17577"/>
                      <a:pt x="399548" y="19005"/>
                    </a:cubicBezTo>
                    <a:cubicBezTo>
                      <a:pt x="401002" y="20433"/>
                      <a:pt x="400275" y="19719"/>
                      <a:pt x="400275" y="19719"/>
                    </a:cubicBezTo>
                    <a:cubicBezTo>
                      <a:pt x="400639" y="19719"/>
                      <a:pt x="401366" y="20433"/>
                      <a:pt x="402093" y="20433"/>
                    </a:cubicBezTo>
                    <a:cubicBezTo>
                      <a:pt x="402457" y="20790"/>
                      <a:pt x="402820" y="20790"/>
                      <a:pt x="403548" y="20433"/>
                    </a:cubicBezTo>
                    <a:cubicBezTo>
                      <a:pt x="404275" y="20076"/>
                      <a:pt x="403548" y="20433"/>
                      <a:pt x="403184" y="20076"/>
                    </a:cubicBezTo>
                    <a:cubicBezTo>
                      <a:pt x="402820" y="19719"/>
                      <a:pt x="402457" y="19719"/>
                      <a:pt x="401366" y="19005"/>
                    </a:cubicBezTo>
                    <a:cubicBezTo>
                      <a:pt x="400639" y="18648"/>
                      <a:pt x="400639" y="18648"/>
                      <a:pt x="401002" y="18291"/>
                    </a:cubicBezTo>
                    <a:cubicBezTo>
                      <a:pt x="401002" y="17934"/>
                      <a:pt x="401366" y="18291"/>
                      <a:pt x="401729" y="18291"/>
                    </a:cubicBezTo>
                    <a:cubicBezTo>
                      <a:pt x="402093" y="17934"/>
                      <a:pt x="402457" y="18291"/>
                      <a:pt x="403184" y="18648"/>
                    </a:cubicBezTo>
                    <a:cubicBezTo>
                      <a:pt x="403911" y="18648"/>
                      <a:pt x="403911" y="19005"/>
                      <a:pt x="404639" y="19005"/>
                    </a:cubicBezTo>
                    <a:cubicBezTo>
                      <a:pt x="405366" y="19362"/>
                      <a:pt x="405730" y="19362"/>
                      <a:pt x="406093" y="19719"/>
                    </a:cubicBezTo>
                    <a:cubicBezTo>
                      <a:pt x="406820" y="19719"/>
                      <a:pt x="408275" y="20076"/>
                      <a:pt x="409002" y="20076"/>
                    </a:cubicBezTo>
                    <a:cubicBezTo>
                      <a:pt x="409366" y="20433"/>
                      <a:pt x="409366" y="20433"/>
                      <a:pt x="409730" y="20790"/>
                    </a:cubicBezTo>
                    <a:cubicBezTo>
                      <a:pt x="409730" y="20790"/>
                      <a:pt x="410820" y="21147"/>
                      <a:pt x="412639" y="20790"/>
                    </a:cubicBezTo>
                    <a:cubicBezTo>
                      <a:pt x="414093" y="20790"/>
                      <a:pt x="413366" y="21147"/>
                      <a:pt x="413730" y="21504"/>
                    </a:cubicBezTo>
                    <a:cubicBezTo>
                      <a:pt x="414457" y="21861"/>
                      <a:pt x="414821" y="22218"/>
                      <a:pt x="415184" y="22575"/>
                    </a:cubicBezTo>
                    <a:cubicBezTo>
                      <a:pt x="415911" y="22932"/>
                      <a:pt x="416639" y="23289"/>
                      <a:pt x="417002" y="23289"/>
                    </a:cubicBezTo>
                    <a:cubicBezTo>
                      <a:pt x="417730" y="23289"/>
                      <a:pt x="417366" y="22932"/>
                      <a:pt x="417002" y="22575"/>
                    </a:cubicBezTo>
                    <a:cubicBezTo>
                      <a:pt x="417002" y="21861"/>
                      <a:pt x="416639" y="21861"/>
                      <a:pt x="415911" y="21147"/>
                    </a:cubicBezTo>
                    <a:cubicBezTo>
                      <a:pt x="415184" y="20790"/>
                      <a:pt x="415184" y="20790"/>
                      <a:pt x="414457" y="20790"/>
                    </a:cubicBezTo>
                    <a:cubicBezTo>
                      <a:pt x="414093" y="20790"/>
                      <a:pt x="413366" y="20790"/>
                      <a:pt x="413002" y="20790"/>
                    </a:cubicBezTo>
                    <a:cubicBezTo>
                      <a:pt x="412639" y="20790"/>
                      <a:pt x="411911" y="20076"/>
                      <a:pt x="411548" y="20076"/>
                    </a:cubicBezTo>
                    <a:cubicBezTo>
                      <a:pt x="411184" y="20076"/>
                      <a:pt x="410093" y="19719"/>
                      <a:pt x="409730" y="19719"/>
                    </a:cubicBezTo>
                    <a:cubicBezTo>
                      <a:pt x="409730" y="19719"/>
                      <a:pt x="407184" y="18648"/>
                      <a:pt x="406093" y="18648"/>
                    </a:cubicBezTo>
                    <a:cubicBezTo>
                      <a:pt x="405366" y="18648"/>
                      <a:pt x="405002" y="18291"/>
                      <a:pt x="404639" y="18291"/>
                    </a:cubicBezTo>
                    <a:cubicBezTo>
                      <a:pt x="404275" y="18291"/>
                      <a:pt x="403911" y="18291"/>
                      <a:pt x="403911" y="18291"/>
                    </a:cubicBezTo>
                    <a:cubicBezTo>
                      <a:pt x="403911" y="18291"/>
                      <a:pt x="403184" y="17934"/>
                      <a:pt x="402820" y="17934"/>
                    </a:cubicBezTo>
                    <a:cubicBezTo>
                      <a:pt x="402457" y="17577"/>
                      <a:pt x="402093" y="17577"/>
                      <a:pt x="402093" y="17220"/>
                    </a:cubicBezTo>
                    <a:cubicBezTo>
                      <a:pt x="401729" y="16863"/>
                      <a:pt x="401729" y="16506"/>
                      <a:pt x="402093" y="16149"/>
                    </a:cubicBezTo>
                    <a:cubicBezTo>
                      <a:pt x="402093" y="16149"/>
                      <a:pt x="402457" y="16149"/>
                      <a:pt x="402820" y="16149"/>
                    </a:cubicBezTo>
                    <a:cubicBezTo>
                      <a:pt x="403548" y="15792"/>
                      <a:pt x="403911" y="16149"/>
                      <a:pt x="404275" y="15792"/>
                    </a:cubicBezTo>
                    <a:cubicBezTo>
                      <a:pt x="404639" y="15435"/>
                      <a:pt x="404275" y="15792"/>
                      <a:pt x="404275" y="15078"/>
                    </a:cubicBezTo>
                    <a:cubicBezTo>
                      <a:pt x="403911" y="14721"/>
                      <a:pt x="403911" y="15078"/>
                      <a:pt x="403911" y="14721"/>
                    </a:cubicBezTo>
                    <a:cubicBezTo>
                      <a:pt x="403548" y="14364"/>
                      <a:pt x="405002" y="14007"/>
                      <a:pt x="405366" y="14007"/>
                    </a:cubicBezTo>
                    <a:cubicBezTo>
                      <a:pt x="406093" y="13650"/>
                      <a:pt x="406457" y="14007"/>
                      <a:pt x="407184" y="14007"/>
                    </a:cubicBezTo>
                    <a:cubicBezTo>
                      <a:pt x="407911" y="14007"/>
                      <a:pt x="407911" y="14007"/>
                      <a:pt x="408275" y="14364"/>
                    </a:cubicBezTo>
                    <a:cubicBezTo>
                      <a:pt x="409002" y="14364"/>
                      <a:pt x="409002" y="14721"/>
                      <a:pt x="409366" y="14721"/>
                    </a:cubicBezTo>
                    <a:cubicBezTo>
                      <a:pt x="409366" y="14721"/>
                      <a:pt x="410457" y="14721"/>
                      <a:pt x="410457" y="14721"/>
                    </a:cubicBezTo>
                    <a:cubicBezTo>
                      <a:pt x="410457" y="14721"/>
                      <a:pt x="410093" y="14364"/>
                      <a:pt x="409366" y="14364"/>
                    </a:cubicBezTo>
                    <a:cubicBezTo>
                      <a:pt x="409002" y="14007"/>
                      <a:pt x="408639" y="13650"/>
                      <a:pt x="407911" y="12936"/>
                    </a:cubicBezTo>
                    <a:cubicBezTo>
                      <a:pt x="406820" y="12222"/>
                      <a:pt x="407184" y="12579"/>
                      <a:pt x="407184" y="12222"/>
                    </a:cubicBezTo>
                    <a:cubicBezTo>
                      <a:pt x="406820" y="11865"/>
                      <a:pt x="407548" y="12222"/>
                      <a:pt x="408275" y="11865"/>
                    </a:cubicBezTo>
                    <a:cubicBezTo>
                      <a:pt x="408639" y="11508"/>
                      <a:pt x="409366" y="11865"/>
                      <a:pt x="409730" y="11865"/>
                    </a:cubicBezTo>
                    <a:cubicBezTo>
                      <a:pt x="410093" y="11865"/>
                      <a:pt x="411184" y="12222"/>
                      <a:pt x="411548" y="11865"/>
                    </a:cubicBezTo>
                    <a:cubicBezTo>
                      <a:pt x="412275" y="11508"/>
                      <a:pt x="411911" y="11865"/>
                      <a:pt x="412275" y="11865"/>
                    </a:cubicBezTo>
                    <a:cubicBezTo>
                      <a:pt x="412639" y="11865"/>
                      <a:pt x="413002" y="12579"/>
                      <a:pt x="413730" y="12579"/>
                    </a:cubicBezTo>
                    <a:cubicBezTo>
                      <a:pt x="414093" y="12579"/>
                      <a:pt x="413730" y="12936"/>
                      <a:pt x="414457" y="12936"/>
                    </a:cubicBezTo>
                    <a:cubicBezTo>
                      <a:pt x="415184" y="12936"/>
                      <a:pt x="416275" y="13293"/>
                      <a:pt x="416275" y="13293"/>
                    </a:cubicBezTo>
                    <a:cubicBezTo>
                      <a:pt x="416275" y="13293"/>
                      <a:pt x="415548" y="12579"/>
                      <a:pt x="415184" y="12579"/>
                    </a:cubicBezTo>
                    <a:cubicBezTo>
                      <a:pt x="415184" y="12579"/>
                      <a:pt x="414457" y="12222"/>
                      <a:pt x="414093" y="12222"/>
                    </a:cubicBezTo>
                    <a:cubicBezTo>
                      <a:pt x="413730" y="11865"/>
                      <a:pt x="413366" y="11508"/>
                      <a:pt x="413730" y="10794"/>
                    </a:cubicBezTo>
                    <a:cubicBezTo>
                      <a:pt x="413730" y="10437"/>
                      <a:pt x="413730" y="10794"/>
                      <a:pt x="413730" y="10437"/>
                    </a:cubicBezTo>
                    <a:cubicBezTo>
                      <a:pt x="414093" y="10437"/>
                      <a:pt x="414093" y="10437"/>
                      <a:pt x="414457" y="10437"/>
                    </a:cubicBezTo>
                    <a:cubicBezTo>
                      <a:pt x="415184" y="10080"/>
                      <a:pt x="415184" y="10080"/>
                      <a:pt x="416639" y="9723"/>
                    </a:cubicBezTo>
                    <a:cubicBezTo>
                      <a:pt x="418093" y="9723"/>
                      <a:pt x="417730" y="10080"/>
                      <a:pt x="418093" y="10080"/>
                    </a:cubicBezTo>
                    <a:cubicBezTo>
                      <a:pt x="418457" y="10080"/>
                      <a:pt x="418457" y="10437"/>
                      <a:pt x="418821" y="10437"/>
                    </a:cubicBezTo>
                    <a:cubicBezTo>
                      <a:pt x="419184" y="10437"/>
                      <a:pt x="419548" y="10437"/>
                      <a:pt x="419912" y="10437"/>
                    </a:cubicBezTo>
                    <a:cubicBezTo>
                      <a:pt x="420639" y="10437"/>
                      <a:pt x="420639" y="10794"/>
                      <a:pt x="421002" y="10794"/>
                    </a:cubicBezTo>
                    <a:cubicBezTo>
                      <a:pt x="421366" y="10794"/>
                      <a:pt x="422093" y="11151"/>
                      <a:pt x="422457" y="11151"/>
                    </a:cubicBezTo>
                    <a:cubicBezTo>
                      <a:pt x="422821" y="11151"/>
                      <a:pt x="423184" y="10794"/>
                      <a:pt x="423548" y="10794"/>
                    </a:cubicBezTo>
                    <a:cubicBezTo>
                      <a:pt x="423548" y="10437"/>
                      <a:pt x="424639" y="10794"/>
                      <a:pt x="425002" y="10794"/>
                    </a:cubicBezTo>
                    <a:cubicBezTo>
                      <a:pt x="425366" y="10794"/>
                      <a:pt x="425730" y="10794"/>
                      <a:pt x="426821" y="10794"/>
                    </a:cubicBezTo>
                    <a:cubicBezTo>
                      <a:pt x="427548" y="10794"/>
                      <a:pt x="427184" y="11508"/>
                      <a:pt x="427548" y="11508"/>
                    </a:cubicBezTo>
                    <a:cubicBezTo>
                      <a:pt x="427548" y="11508"/>
                      <a:pt x="427912" y="12222"/>
                      <a:pt x="428275" y="12579"/>
                    </a:cubicBezTo>
                    <a:cubicBezTo>
                      <a:pt x="428639" y="12936"/>
                      <a:pt x="428639" y="12936"/>
                      <a:pt x="428639" y="12936"/>
                    </a:cubicBezTo>
                    <a:cubicBezTo>
                      <a:pt x="428639" y="13293"/>
                      <a:pt x="429730" y="13293"/>
                      <a:pt x="430093" y="13293"/>
                    </a:cubicBezTo>
                    <a:cubicBezTo>
                      <a:pt x="430821" y="13293"/>
                      <a:pt x="430821" y="13650"/>
                      <a:pt x="431184" y="13650"/>
                    </a:cubicBezTo>
                    <a:cubicBezTo>
                      <a:pt x="431548" y="13650"/>
                      <a:pt x="431548" y="14007"/>
                      <a:pt x="431912" y="14364"/>
                    </a:cubicBezTo>
                    <a:cubicBezTo>
                      <a:pt x="432275" y="14721"/>
                      <a:pt x="432275" y="15078"/>
                      <a:pt x="432639" y="15078"/>
                    </a:cubicBezTo>
                    <a:cubicBezTo>
                      <a:pt x="433003" y="15078"/>
                      <a:pt x="433003" y="15435"/>
                      <a:pt x="433730" y="15435"/>
                    </a:cubicBezTo>
                    <a:cubicBezTo>
                      <a:pt x="434093" y="15435"/>
                      <a:pt x="434093" y="15078"/>
                      <a:pt x="433366" y="14007"/>
                    </a:cubicBezTo>
                    <a:cubicBezTo>
                      <a:pt x="433003" y="12936"/>
                      <a:pt x="432639" y="14007"/>
                      <a:pt x="432639" y="13650"/>
                    </a:cubicBezTo>
                    <a:cubicBezTo>
                      <a:pt x="432275" y="13293"/>
                      <a:pt x="432275" y="13293"/>
                      <a:pt x="431912" y="13293"/>
                    </a:cubicBezTo>
                    <a:cubicBezTo>
                      <a:pt x="431912" y="12936"/>
                      <a:pt x="431548" y="12579"/>
                      <a:pt x="431184" y="12222"/>
                    </a:cubicBezTo>
                    <a:cubicBezTo>
                      <a:pt x="430821" y="12222"/>
                      <a:pt x="430093" y="12222"/>
                      <a:pt x="430093" y="12222"/>
                    </a:cubicBezTo>
                    <a:cubicBezTo>
                      <a:pt x="430093" y="12222"/>
                      <a:pt x="429366" y="11865"/>
                      <a:pt x="429003" y="11508"/>
                    </a:cubicBezTo>
                    <a:cubicBezTo>
                      <a:pt x="428639" y="11508"/>
                      <a:pt x="428639" y="11508"/>
                      <a:pt x="427912" y="10794"/>
                    </a:cubicBezTo>
                    <a:cubicBezTo>
                      <a:pt x="427548" y="10437"/>
                      <a:pt x="427184" y="10080"/>
                      <a:pt x="427184" y="9723"/>
                    </a:cubicBezTo>
                    <a:cubicBezTo>
                      <a:pt x="426821" y="9366"/>
                      <a:pt x="426821" y="9723"/>
                      <a:pt x="427184" y="9366"/>
                    </a:cubicBezTo>
                    <a:cubicBezTo>
                      <a:pt x="427184" y="9366"/>
                      <a:pt x="427912" y="9009"/>
                      <a:pt x="429003" y="8652"/>
                    </a:cubicBezTo>
                    <a:cubicBezTo>
                      <a:pt x="429730" y="8652"/>
                      <a:pt x="432275" y="9009"/>
                      <a:pt x="433003" y="9009"/>
                    </a:cubicBezTo>
                    <a:cubicBezTo>
                      <a:pt x="433730" y="9009"/>
                      <a:pt x="434457" y="9009"/>
                      <a:pt x="435184" y="9009"/>
                    </a:cubicBezTo>
                    <a:cubicBezTo>
                      <a:pt x="435912" y="9009"/>
                      <a:pt x="435912" y="9009"/>
                      <a:pt x="436275" y="9009"/>
                    </a:cubicBezTo>
                    <a:cubicBezTo>
                      <a:pt x="437003" y="9009"/>
                      <a:pt x="437730" y="9366"/>
                      <a:pt x="438094" y="9366"/>
                    </a:cubicBezTo>
                    <a:cubicBezTo>
                      <a:pt x="438094" y="9366"/>
                      <a:pt x="439912" y="9366"/>
                      <a:pt x="441003" y="9009"/>
                    </a:cubicBezTo>
                    <a:cubicBezTo>
                      <a:pt x="442094" y="8652"/>
                      <a:pt x="441366" y="9366"/>
                      <a:pt x="442094" y="9723"/>
                    </a:cubicBezTo>
                    <a:cubicBezTo>
                      <a:pt x="442457" y="10080"/>
                      <a:pt x="442457" y="10437"/>
                      <a:pt x="442821" y="10794"/>
                    </a:cubicBezTo>
                    <a:cubicBezTo>
                      <a:pt x="442821" y="11151"/>
                      <a:pt x="443548" y="11508"/>
                      <a:pt x="443912" y="11508"/>
                    </a:cubicBezTo>
                    <a:cubicBezTo>
                      <a:pt x="443912" y="11865"/>
                      <a:pt x="444275" y="11865"/>
                      <a:pt x="445003" y="11865"/>
                    </a:cubicBezTo>
                    <a:cubicBezTo>
                      <a:pt x="445366" y="11865"/>
                      <a:pt x="446821" y="12222"/>
                      <a:pt x="446457" y="11865"/>
                    </a:cubicBezTo>
                    <a:cubicBezTo>
                      <a:pt x="446457" y="11865"/>
                      <a:pt x="446094" y="11508"/>
                      <a:pt x="445730" y="11508"/>
                    </a:cubicBezTo>
                    <a:cubicBezTo>
                      <a:pt x="445366" y="11151"/>
                      <a:pt x="445366" y="10794"/>
                      <a:pt x="445003" y="10437"/>
                    </a:cubicBezTo>
                    <a:cubicBezTo>
                      <a:pt x="444275" y="10080"/>
                      <a:pt x="444639" y="10437"/>
                      <a:pt x="445003" y="10080"/>
                    </a:cubicBezTo>
                    <a:cubicBezTo>
                      <a:pt x="445003" y="10080"/>
                      <a:pt x="445366" y="9723"/>
                      <a:pt x="445730" y="9723"/>
                    </a:cubicBezTo>
                    <a:cubicBezTo>
                      <a:pt x="445730" y="9723"/>
                      <a:pt x="445730" y="9366"/>
                      <a:pt x="446094" y="9009"/>
                    </a:cubicBezTo>
                    <a:cubicBezTo>
                      <a:pt x="446094" y="8652"/>
                      <a:pt x="446821" y="8652"/>
                      <a:pt x="447185" y="8295"/>
                    </a:cubicBezTo>
                    <a:cubicBezTo>
                      <a:pt x="447912" y="8295"/>
                      <a:pt x="448639" y="8652"/>
                      <a:pt x="448639" y="8652"/>
                    </a:cubicBezTo>
                    <a:cubicBezTo>
                      <a:pt x="448639" y="8652"/>
                      <a:pt x="451912" y="8652"/>
                      <a:pt x="452275" y="8652"/>
                    </a:cubicBezTo>
                    <a:cubicBezTo>
                      <a:pt x="452639" y="8652"/>
                      <a:pt x="452639" y="9009"/>
                      <a:pt x="453366" y="8652"/>
                    </a:cubicBezTo>
                    <a:cubicBezTo>
                      <a:pt x="453730" y="8295"/>
                      <a:pt x="453366" y="8652"/>
                      <a:pt x="454094" y="9009"/>
                    </a:cubicBezTo>
                    <a:cubicBezTo>
                      <a:pt x="454821" y="9009"/>
                      <a:pt x="454457" y="9366"/>
                      <a:pt x="454457" y="9366"/>
                    </a:cubicBezTo>
                    <a:cubicBezTo>
                      <a:pt x="454457" y="9723"/>
                      <a:pt x="454457" y="10080"/>
                      <a:pt x="454457" y="10080"/>
                    </a:cubicBezTo>
                    <a:cubicBezTo>
                      <a:pt x="454821" y="10080"/>
                      <a:pt x="455548" y="10437"/>
                      <a:pt x="455912" y="10794"/>
                    </a:cubicBezTo>
                    <a:cubicBezTo>
                      <a:pt x="456276" y="10794"/>
                      <a:pt x="457003" y="10794"/>
                      <a:pt x="457366" y="10794"/>
                    </a:cubicBezTo>
                    <a:cubicBezTo>
                      <a:pt x="457730" y="10437"/>
                      <a:pt x="457730" y="10437"/>
                      <a:pt x="457366" y="10080"/>
                    </a:cubicBezTo>
                    <a:cubicBezTo>
                      <a:pt x="457003" y="10080"/>
                      <a:pt x="456639" y="9723"/>
                      <a:pt x="455912" y="9723"/>
                    </a:cubicBezTo>
                    <a:cubicBezTo>
                      <a:pt x="455548" y="9366"/>
                      <a:pt x="455548" y="9366"/>
                      <a:pt x="455548" y="9009"/>
                    </a:cubicBezTo>
                    <a:cubicBezTo>
                      <a:pt x="455548" y="9009"/>
                      <a:pt x="455912" y="9009"/>
                      <a:pt x="456639" y="8652"/>
                    </a:cubicBezTo>
                    <a:cubicBezTo>
                      <a:pt x="457003" y="8295"/>
                      <a:pt x="457003" y="8295"/>
                      <a:pt x="457366" y="8295"/>
                    </a:cubicBezTo>
                    <a:cubicBezTo>
                      <a:pt x="458094" y="7938"/>
                      <a:pt x="458821" y="7938"/>
                      <a:pt x="459185" y="7938"/>
                    </a:cubicBezTo>
                    <a:close/>
                    <a:moveTo>
                      <a:pt x="637225" y="0"/>
                    </a:moveTo>
                    <a:cubicBezTo>
                      <a:pt x="637587" y="0"/>
                      <a:pt x="638675" y="0"/>
                      <a:pt x="638675" y="0"/>
                    </a:cubicBezTo>
                    <a:cubicBezTo>
                      <a:pt x="638675" y="0"/>
                      <a:pt x="645925" y="0"/>
                      <a:pt x="646287" y="362"/>
                    </a:cubicBezTo>
                    <a:cubicBezTo>
                      <a:pt x="646650" y="724"/>
                      <a:pt x="646287" y="0"/>
                      <a:pt x="647013" y="362"/>
                    </a:cubicBezTo>
                    <a:cubicBezTo>
                      <a:pt x="647738" y="724"/>
                      <a:pt x="647738" y="362"/>
                      <a:pt x="648463" y="724"/>
                    </a:cubicBezTo>
                    <a:cubicBezTo>
                      <a:pt x="649188" y="1449"/>
                      <a:pt x="649550" y="1449"/>
                      <a:pt x="649913" y="1811"/>
                    </a:cubicBezTo>
                    <a:cubicBezTo>
                      <a:pt x="650275" y="1811"/>
                      <a:pt x="650638" y="1811"/>
                      <a:pt x="651000" y="1811"/>
                    </a:cubicBezTo>
                    <a:cubicBezTo>
                      <a:pt x="651363" y="1811"/>
                      <a:pt x="653538" y="1811"/>
                      <a:pt x="653900" y="1811"/>
                    </a:cubicBezTo>
                    <a:cubicBezTo>
                      <a:pt x="653900" y="1449"/>
                      <a:pt x="654263" y="1449"/>
                      <a:pt x="654263" y="1449"/>
                    </a:cubicBezTo>
                    <a:cubicBezTo>
                      <a:pt x="654625" y="1087"/>
                      <a:pt x="654625" y="1087"/>
                      <a:pt x="654988" y="1087"/>
                    </a:cubicBezTo>
                    <a:cubicBezTo>
                      <a:pt x="654988" y="724"/>
                      <a:pt x="656075" y="1087"/>
                      <a:pt x="656800" y="1087"/>
                    </a:cubicBezTo>
                    <a:cubicBezTo>
                      <a:pt x="657163" y="1449"/>
                      <a:pt x="658251" y="1811"/>
                      <a:pt x="658251" y="1811"/>
                    </a:cubicBezTo>
                    <a:cubicBezTo>
                      <a:pt x="658613" y="1811"/>
                      <a:pt x="659338" y="2173"/>
                      <a:pt x="659338" y="2173"/>
                    </a:cubicBezTo>
                    <a:cubicBezTo>
                      <a:pt x="659701" y="2173"/>
                      <a:pt x="660426" y="2173"/>
                      <a:pt x="660426" y="2173"/>
                    </a:cubicBezTo>
                    <a:cubicBezTo>
                      <a:pt x="660426" y="2173"/>
                      <a:pt x="664776" y="2898"/>
                      <a:pt x="665138" y="2536"/>
                    </a:cubicBezTo>
                    <a:cubicBezTo>
                      <a:pt x="665501" y="2536"/>
                      <a:pt x="666226" y="2173"/>
                      <a:pt x="666951" y="2173"/>
                    </a:cubicBezTo>
                    <a:cubicBezTo>
                      <a:pt x="667676" y="2173"/>
                      <a:pt x="668401" y="2536"/>
                      <a:pt x="668763" y="2898"/>
                    </a:cubicBezTo>
                    <a:cubicBezTo>
                      <a:pt x="669126" y="2898"/>
                      <a:pt x="670214" y="3260"/>
                      <a:pt x="670214" y="3260"/>
                    </a:cubicBezTo>
                    <a:cubicBezTo>
                      <a:pt x="670576" y="3260"/>
                      <a:pt x="670576" y="3260"/>
                      <a:pt x="670939" y="3260"/>
                    </a:cubicBezTo>
                    <a:cubicBezTo>
                      <a:pt x="671301" y="3260"/>
                      <a:pt x="671664" y="3260"/>
                      <a:pt x="672026" y="3260"/>
                    </a:cubicBezTo>
                    <a:cubicBezTo>
                      <a:pt x="672026" y="3622"/>
                      <a:pt x="671301" y="2898"/>
                      <a:pt x="672389" y="3622"/>
                    </a:cubicBezTo>
                    <a:cubicBezTo>
                      <a:pt x="673839" y="4347"/>
                      <a:pt x="674564" y="3622"/>
                      <a:pt x="673476" y="4347"/>
                    </a:cubicBezTo>
                    <a:cubicBezTo>
                      <a:pt x="672751" y="5071"/>
                      <a:pt x="672751" y="4709"/>
                      <a:pt x="672026" y="5071"/>
                    </a:cubicBezTo>
                    <a:cubicBezTo>
                      <a:pt x="671664" y="5434"/>
                      <a:pt x="670576" y="5434"/>
                      <a:pt x="669851" y="5796"/>
                    </a:cubicBezTo>
                    <a:cubicBezTo>
                      <a:pt x="669126" y="6158"/>
                      <a:pt x="667313" y="6158"/>
                      <a:pt x="666588" y="6520"/>
                    </a:cubicBezTo>
                    <a:cubicBezTo>
                      <a:pt x="665863" y="6520"/>
                      <a:pt x="664776" y="6520"/>
                      <a:pt x="664413" y="6883"/>
                    </a:cubicBezTo>
                    <a:cubicBezTo>
                      <a:pt x="663688" y="6883"/>
                      <a:pt x="664051" y="6520"/>
                      <a:pt x="663326" y="6520"/>
                    </a:cubicBezTo>
                    <a:cubicBezTo>
                      <a:pt x="662238" y="6520"/>
                      <a:pt x="664413" y="5796"/>
                      <a:pt x="661513" y="6520"/>
                    </a:cubicBezTo>
                    <a:cubicBezTo>
                      <a:pt x="658976" y="7245"/>
                      <a:pt x="660063" y="7245"/>
                      <a:pt x="660426" y="7245"/>
                    </a:cubicBezTo>
                    <a:cubicBezTo>
                      <a:pt x="660788" y="6883"/>
                      <a:pt x="660788" y="6883"/>
                      <a:pt x="661513" y="7245"/>
                    </a:cubicBezTo>
                    <a:cubicBezTo>
                      <a:pt x="662601" y="7245"/>
                      <a:pt x="662963" y="7245"/>
                      <a:pt x="663326" y="7245"/>
                    </a:cubicBezTo>
                    <a:cubicBezTo>
                      <a:pt x="663326" y="7607"/>
                      <a:pt x="662601" y="7607"/>
                      <a:pt x="663688" y="7607"/>
                    </a:cubicBezTo>
                    <a:cubicBezTo>
                      <a:pt x="664776" y="7607"/>
                      <a:pt x="663688" y="7607"/>
                      <a:pt x="665501" y="7607"/>
                    </a:cubicBezTo>
                    <a:cubicBezTo>
                      <a:pt x="667676" y="7245"/>
                      <a:pt x="667676" y="6883"/>
                      <a:pt x="668038" y="7245"/>
                    </a:cubicBezTo>
                    <a:cubicBezTo>
                      <a:pt x="668763" y="7245"/>
                      <a:pt x="669851" y="6883"/>
                      <a:pt x="669851" y="6883"/>
                    </a:cubicBezTo>
                    <a:cubicBezTo>
                      <a:pt x="669851" y="6883"/>
                      <a:pt x="670214" y="6883"/>
                      <a:pt x="670214" y="6883"/>
                    </a:cubicBezTo>
                    <a:cubicBezTo>
                      <a:pt x="670214" y="6883"/>
                      <a:pt x="672389" y="6158"/>
                      <a:pt x="672389" y="6158"/>
                    </a:cubicBezTo>
                    <a:cubicBezTo>
                      <a:pt x="672389" y="5796"/>
                      <a:pt x="672026" y="6158"/>
                      <a:pt x="672751" y="5796"/>
                    </a:cubicBezTo>
                    <a:cubicBezTo>
                      <a:pt x="673476" y="5796"/>
                      <a:pt x="673476" y="5796"/>
                      <a:pt x="673839" y="5796"/>
                    </a:cubicBezTo>
                    <a:cubicBezTo>
                      <a:pt x="673839" y="5796"/>
                      <a:pt x="675289" y="5796"/>
                      <a:pt x="675289" y="5796"/>
                    </a:cubicBezTo>
                    <a:cubicBezTo>
                      <a:pt x="675651" y="5796"/>
                      <a:pt x="676376" y="5796"/>
                      <a:pt x="676376" y="5796"/>
                    </a:cubicBezTo>
                    <a:cubicBezTo>
                      <a:pt x="676739" y="5796"/>
                      <a:pt x="677101" y="5796"/>
                      <a:pt x="677464" y="6158"/>
                    </a:cubicBezTo>
                    <a:cubicBezTo>
                      <a:pt x="677464" y="6158"/>
                      <a:pt x="677826" y="6520"/>
                      <a:pt x="678189" y="6520"/>
                    </a:cubicBezTo>
                    <a:cubicBezTo>
                      <a:pt x="678189" y="6883"/>
                      <a:pt x="678551" y="7607"/>
                      <a:pt x="678551" y="7607"/>
                    </a:cubicBezTo>
                    <a:cubicBezTo>
                      <a:pt x="678189" y="7607"/>
                      <a:pt x="678189" y="8332"/>
                      <a:pt x="677826" y="8332"/>
                    </a:cubicBezTo>
                    <a:cubicBezTo>
                      <a:pt x="677826" y="8332"/>
                      <a:pt x="677101" y="8694"/>
                      <a:pt x="677101" y="9056"/>
                    </a:cubicBezTo>
                    <a:cubicBezTo>
                      <a:pt x="676739" y="9056"/>
                      <a:pt x="676376" y="9418"/>
                      <a:pt x="676376" y="9418"/>
                    </a:cubicBezTo>
                    <a:cubicBezTo>
                      <a:pt x="676014" y="9418"/>
                      <a:pt x="674926" y="10505"/>
                      <a:pt x="674926" y="10505"/>
                    </a:cubicBezTo>
                    <a:cubicBezTo>
                      <a:pt x="674926" y="10505"/>
                      <a:pt x="675289" y="10867"/>
                      <a:pt x="676376" y="10143"/>
                    </a:cubicBezTo>
                    <a:cubicBezTo>
                      <a:pt x="677826" y="9781"/>
                      <a:pt x="678551" y="9418"/>
                      <a:pt x="678551" y="9418"/>
                    </a:cubicBezTo>
                    <a:cubicBezTo>
                      <a:pt x="678914" y="9418"/>
                      <a:pt x="679639" y="9056"/>
                      <a:pt x="679639" y="9418"/>
                    </a:cubicBezTo>
                    <a:cubicBezTo>
                      <a:pt x="680001" y="9418"/>
                      <a:pt x="682177" y="9418"/>
                      <a:pt x="682177" y="9781"/>
                    </a:cubicBezTo>
                    <a:cubicBezTo>
                      <a:pt x="682177" y="9781"/>
                      <a:pt x="682177" y="9781"/>
                      <a:pt x="682539" y="10143"/>
                    </a:cubicBezTo>
                    <a:cubicBezTo>
                      <a:pt x="682902" y="10505"/>
                      <a:pt x="683627" y="10143"/>
                      <a:pt x="683989" y="10143"/>
                    </a:cubicBezTo>
                    <a:cubicBezTo>
                      <a:pt x="684352" y="10143"/>
                      <a:pt x="684714" y="9781"/>
                      <a:pt x="685077" y="9781"/>
                    </a:cubicBezTo>
                    <a:cubicBezTo>
                      <a:pt x="685077" y="9781"/>
                      <a:pt x="685802" y="10143"/>
                      <a:pt x="685802" y="10143"/>
                    </a:cubicBezTo>
                    <a:cubicBezTo>
                      <a:pt x="685802" y="9781"/>
                      <a:pt x="686889" y="10143"/>
                      <a:pt x="686889" y="10143"/>
                    </a:cubicBezTo>
                    <a:cubicBezTo>
                      <a:pt x="686889" y="10143"/>
                      <a:pt x="686889" y="10143"/>
                      <a:pt x="687977" y="10505"/>
                    </a:cubicBezTo>
                    <a:cubicBezTo>
                      <a:pt x="687977" y="10505"/>
                      <a:pt x="689064" y="10505"/>
                      <a:pt x="689789" y="10505"/>
                    </a:cubicBezTo>
                    <a:cubicBezTo>
                      <a:pt x="690514" y="10505"/>
                      <a:pt x="690877" y="10143"/>
                      <a:pt x="690877" y="10505"/>
                    </a:cubicBezTo>
                    <a:cubicBezTo>
                      <a:pt x="690877" y="10505"/>
                      <a:pt x="690877" y="10867"/>
                      <a:pt x="691239" y="10867"/>
                    </a:cubicBezTo>
                    <a:cubicBezTo>
                      <a:pt x="691602" y="11230"/>
                      <a:pt x="692327" y="11592"/>
                      <a:pt x="692327" y="11592"/>
                    </a:cubicBezTo>
                    <a:cubicBezTo>
                      <a:pt x="692327" y="11592"/>
                      <a:pt x="693052" y="11954"/>
                      <a:pt x="693415" y="11954"/>
                    </a:cubicBezTo>
                    <a:cubicBezTo>
                      <a:pt x="693415" y="11954"/>
                      <a:pt x="693777" y="11954"/>
                      <a:pt x="693777" y="12316"/>
                    </a:cubicBezTo>
                    <a:cubicBezTo>
                      <a:pt x="694140" y="12316"/>
                      <a:pt x="694140" y="11954"/>
                      <a:pt x="694140" y="12679"/>
                    </a:cubicBezTo>
                    <a:cubicBezTo>
                      <a:pt x="693777" y="13403"/>
                      <a:pt x="693052" y="13765"/>
                      <a:pt x="692690" y="14128"/>
                    </a:cubicBezTo>
                    <a:cubicBezTo>
                      <a:pt x="692327" y="14128"/>
                      <a:pt x="691602" y="14490"/>
                      <a:pt x="691602" y="14490"/>
                    </a:cubicBezTo>
                    <a:cubicBezTo>
                      <a:pt x="691602" y="14490"/>
                      <a:pt x="691964" y="14128"/>
                      <a:pt x="690877" y="14490"/>
                    </a:cubicBezTo>
                    <a:cubicBezTo>
                      <a:pt x="690152" y="15214"/>
                      <a:pt x="690152" y="14852"/>
                      <a:pt x="689789" y="15214"/>
                    </a:cubicBezTo>
                    <a:cubicBezTo>
                      <a:pt x="689064" y="15939"/>
                      <a:pt x="683989" y="16663"/>
                      <a:pt x="683627" y="16663"/>
                    </a:cubicBezTo>
                    <a:cubicBezTo>
                      <a:pt x="683264" y="16663"/>
                      <a:pt x="681814" y="17026"/>
                      <a:pt x="681452" y="17026"/>
                    </a:cubicBezTo>
                    <a:cubicBezTo>
                      <a:pt x="681452" y="17388"/>
                      <a:pt x="680726" y="17388"/>
                      <a:pt x="680364" y="17388"/>
                    </a:cubicBezTo>
                    <a:cubicBezTo>
                      <a:pt x="680364" y="17388"/>
                      <a:pt x="679639" y="17750"/>
                      <a:pt x="679639" y="17750"/>
                    </a:cubicBezTo>
                    <a:cubicBezTo>
                      <a:pt x="679639" y="17750"/>
                      <a:pt x="675289" y="17750"/>
                      <a:pt x="674926" y="18112"/>
                    </a:cubicBezTo>
                    <a:cubicBezTo>
                      <a:pt x="674926" y="18112"/>
                      <a:pt x="674564" y="17750"/>
                      <a:pt x="674201" y="17750"/>
                    </a:cubicBezTo>
                    <a:cubicBezTo>
                      <a:pt x="674201" y="18112"/>
                      <a:pt x="673476" y="18112"/>
                      <a:pt x="673114" y="18112"/>
                    </a:cubicBezTo>
                    <a:cubicBezTo>
                      <a:pt x="673114" y="18112"/>
                      <a:pt x="672026" y="17750"/>
                      <a:pt x="671301" y="18112"/>
                    </a:cubicBezTo>
                    <a:cubicBezTo>
                      <a:pt x="670214" y="18475"/>
                      <a:pt x="669126" y="18475"/>
                      <a:pt x="668401" y="18475"/>
                    </a:cubicBezTo>
                    <a:cubicBezTo>
                      <a:pt x="667676" y="18837"/>
                      <a:pt x="664051" y="18112"/>
                      <a:pt x="664051" y="18112"/>
                    </a:cubicBezTo>
                    <a:cubicBezTo>
                      <a:pt x="664051" y="18112"/>
                      <a:pt x="662963" y="18112"/>
                      <a:pt x="662601" y="18112"/>
                    </a:cubicBezTo>
                    <a:cubicBezTo>
                      <a:pt x="662238" y="18112"/>
                      <a:pt x="660788" y="18112"/>
                      <a:pt x="660788" y="18112"/>
                    </a:cubicBezTo>
                    <a:cubicBezTo>
                      <a:pt x="660788" y="18112"/>
                      <a:pt x="660063" y="18112"/>
                      <a:pt x="659701" y="18112"/>
                    </a:cubicBezTo>
                    <a:cubicBezTo>
                      <a:pt x="659338" y="18112"/>
                      <a:pt x="659338" y="17750"/>
                      <a:pt x="658251" y="18112"/>
                    </a:cubicBezTo>
                    <a:cubicBezTo>
                      <a:pt x="657163" y="18475"/>
                      <a:pt x="656800" y="18112"/>
                      <a:pt x="656075" y="18475"/>
                    </a:cubicBezTo>
                    <a:cubicBezTo>
                      <a:pt x="655350" y="18837"/>
                      <a:pt x="654625" y="18475"/>
                      <a:pt x="654263" y="18837"/>
                    </a:cubicBezTo>
                    <a:cubicBezTo>
                      <a:pt x="654263" y="18837"/>
                      <a:pt x="653900" y="18475"/>
                      <a:pt x="653175" y="18837"/>
                    </a:cubicBezTo>
                    <a:cubicBezTo>
                      <a:pt x="652813" y="19199"/>
                      <a:pt x="652088" y="18837"/>
                      <a:pt x="651363" y="19561"/>
                    </a:cubicBezTo>
                    <a:cubicBezTo>
                      <a:pt x="650638" y="20286"/>
                      <a:pt x="649913" y="19924"/>
                      <a:pt x="649550" y="19924"/>
                    </a:cubicBezTo>
                    <a:cubicBezTo>
                      <a:pt x="649550" y="19924"/>
                      <a:pt x="648825" y="19924"/>
                      <a:pt x="648463" y="19924"/>
                    </a:cubicBezTo>
                    <a:cubicBezTo>
                      <a:pt x="648100" y="19924"/>
                      <a:pt x="647013" y="20286"/>
                      <a:pt x="647013" y="20286"/>
                    </a:cubicBezTo>
                    <a:cubicBezTo>
                      <a:pt x="646650" y="20286"/>
                      <a:pt x="645562" y="20286"/>
                      <a:pt x="645200" y="20648"/>
                    </a:cubicBezTo>
                    <a:cubicBezTo>
                      <a:pt x="644837" y="21010"/>
                      <a:pt x="644112" y="21010"/>
                      <a:pt x="643750" y="21010"/>
                    </a:cubicBezTo>
                    <a:cubicBezTo>
                      <a:pt x="643750" y="21010"/>
                      <a:pt x="643025" y="21735"/>
                      <a:pt x="643025" y="21735"/>
                    </a:cubicBezTo>
                    <a:cubicBezTo>
                      <a:pt x="643025" y="21735"/>
                      <a:pt x="641937" y="21373"/>
                      <a:pt x="641937" y="21373"/>
                    </a:cubicBezTo>
                    <a:cubicBezTo>
                      <a:pt x="641575" y="21373"/>
                      <a:pt x="640850" y="21735"/>
                      <a:pt x="640850" y="21735"/>
                    </a:cubicBezTo>
                    <a:cubicBezTo>
                      <a:pt x="640850" y="21735"/>
                      <a:pt x="640487" y="21373"/>
                      <a:pt x="640487" y="22097"/>
                    </a:cubicBezTo>
                    <a:cubicBezTo>
                      <a:pt x="640125" y="22459"/>
                      <a:pt x="640850" y="22822"/>
                      <a:pt x="640850" y="22822"/>
                    </a:cubicBezTo>
                    <a:cubicBezTo>
                      <a:pt x="641212" y="22822"/>
                      <a:pt x="642300" y="22459"/>
                      <a:pt x="642662" y="22459"/>
                    </a:cubicBezTo>
                    <a:cubicBezTo>
                      <a:pt x="643025" y="22097"/>
                      <a:pt x="643387" y="22097"/>
                      <a:pt x="643750" y="22097"/>
                    </a:cubicBezTo>
                    <a:cubicBezTo>
                      <a:pt x="643750" y="22097"/>
                      <a:pt x="644112" y="21373"/>
                      <a:pt x="644112" y="21735"/>
                    </a:cubicBezTo>
                    <a:cubicBezTo>
                      <a:pt x="644475" y="21735"/>
                      <a:pt x="644837" y="21373"/>
                      <a:pt x="645200" y="21373"/>
                    </a:cubicBezTo>
                    <a:cubicBezTo>
                      <a:pt x="645200" y="21373"/>
                      <a:pt x="646287" y="21373"/>
                      <a:pt x="646287" y="21373"/>
                    </a:cubicBezTo>
                    <a:cubicBezTo>
                      <a:pt x="646650" y="21373"/>
                      <a:pt x="647013" y="21010"/>
                      <a:pt x="647375" y="21373"/>
                    </a:cubicBezTo>
                    <a:cubicBezTo>
                      <a:pt x="647738" y="21373"/>
                      <a:pt x="648463" y="21010"/>
                      <a:pt x="649188" y="21010"/>
                    </a:cubicBezTo>
                    <a:cubicBezTo>
                      <a:pt x="649550" y="21010"/>
                      <a:pt x="650275" y="21010"/>
                      <a:pt x="650638" y="20648"/>
                    </a:cubicBezTo>
                    <a:cubicBezTo>
                      <a:pt x="650638" y="20648"/>
                      <a:pt x="651000" y="20286"/>
                      <a:pt x="651363" y="20648"/>
                    </a:cubicBezTo>
                    <a:cubicBezTo>
                      <a:pt x="651725" y="20648"/>
                      <a:pt x="653900" y="20286"/>
                      <a:pt x="654263" y="20286"/>
                    </a:cubicBezTo>
                    <a:cubicBezTo>
                      <a:pt x="654263" y="20286"/>
                      <a:pt x="654625" y="19924"/>
                      <a:pt x="654988" y="19924"/>
                    </a:cubicBezTo>
                    <a:cubicBezTo>
                      <a:pt x="654988" y="19924"/>
                      <a:pt x="655713" y="20286"/>
                      <a:pt x="655713" y="20286"/>
                    </a:cubicBezTo>
                    <a:cubicBezTo>
                      <a:pt x="655713" y="20286"/>
                      <a:pt x="655713" y="20286"/>
                      <a:pt x="656075" y="20286"/>
                    </a:cubicBezTo>
                    <a:cubicBezTo>
                      <a:pt x="656438" y="19924"/>
                      <a:pt x="657525" y="19561"/>
                      <a:pt x="657525" y="19561"/>
                    </a:cubicBezTo>
                    <a:cubicBezTo>
                      <a:pt x="657888" y="19561"/>
                      <a:pt x="657888" y="18837"/>
                      <a:pt x="658251" y="19199"/>
                    </a:cubicBezTo>
                    <a:cubicBezTo>
                      <a:pt x="658613" y="19199"/>
                      <a:pt x="658976" y="19199"/>
                      <a:pt x="659338" y="19199"/>
                    </a:cubicBezTo>
                    <a:cubicBezTo>
                      <a:pt x="659701" y="19561"/>
                      <a:pt x="661151" y="19199"/>
                      <a:pt x="661876" y="19199"/>
                    </a:cubicBezTo>
                    <a:cubicBezTo>
                      <a:pt x="662238" y="19561"/>
                      <a:pt x="662963" y="19199"/>
                      <a:pt x="663326" y="19199"/>
                    </a:cubicBezTo>
                    <a:cubicBezTo>
                      <a:pt x="664051" y="19561"/>
                      <a:pt x="666951" y="19561"/>
                      <a:pt x="667313" y="19561"/>
                    </a:cubicBezTo>
                    <a:cubicBezTo>
                      <a:pt x="667313" y="19561"/>
                      <a:pt x="668763" y="19561"/>
                      <a:pt x="669126" y="19561"/>
                    </a:cubicBezTo>
                    <a:cubicBezTo>
                      <a:pt x="669126" y="19561"/>
                      <a:pt x="669851" y="19199"/>
                      <a:pt x="670214" y="19199"/>
                    </a:cubicBezTo>
                    <a:cubicBezTo>
                      <a:pt x="670576" y="19199"/>
                      <a:pt x="670214" y="19199"/>
                      <a:pt x="671301" y="19199"/>
                    </a:cubicBezTo>
                    <a:cubicBezTo>
                      <a:pt x="672026" y="19199"/>
                      <a:pt x="672026" y="18837"/>
                      <a:pt x="673114" y="18837"/>
                    </a:cubicBezTo>
                    <a:cubicBezTo>
                      <a:pt x="674201" y="19199"/>
                      <a:pt x="674926" y="19199"/>
                      <a:pt x="674926" y="19199"/>
                    </a:cubicBezTo>
                    <a:cubicBezTo>
                      <a:pt x="674926" y="19199"/>
                      <a:pt x="674926" y="18837"/>
                      <a:pt x="675289" y="19199"/>
                    </a:cubicBezTo>
                    <a:cubicBezTo>
                      <a:pt x="675651" y="19924"/>
                      <a:pt x="676376" y="19924"/>
                      <a:pt x="676376" y="20286"/>
                    </a:cubicBezTo>
                    <a:cubicBezTo>
                      <a:pt x="676376" y="20648"/>
                      <a:pt x="676739" y="21373"/>
                      <a:pt x="676376" y="21373"/>
                    </a:cubicBezTo>
                    <a:cubicBezTo>
                      <a:pt x="676376" y="21735"/>
                      <a:pt x="675651" y="21735"/>
                      <a:pt x="675651" y="22097"/>
                    </a:cubicBezTo>
                    <a:cubicBezTo>
                      <a:pt x="675289" y="22459"/>
                      <a:pt x="674926" y="22459"/>
                      <a:pt x="674564" y="22822"/>
                    </a:cubicBezTo>
                    <a:cubicBezTo>
                      <a:pt x="673839" y="23184"/>
                      <a:pt x="673476" y="23184"/>
                      <a:pt x="673114" y="23546"/>
                    </a:cubicBezTo>
                    <a:cubicBezTo>
                      <a:pt x="672389" y="23908"/>
                      <a:pt x="672026" y="23908"/>
                      <a:pt x="671301" y="24271"/>
                    </a:cubicBezTo>
                    <a:cubicBezTo>
                      <a:pt x="670576" y="24633"/>
                      <a:pt x="669126" y="24995"/>
                      <a:pt x="668763" y="24995"/>
                    </a:cubicBezTo>
                    <a:cubicBezTo>
                      <a:pt x="668401" y="24995"/>
                      <a:pt x="667676" y="25357"/>
                      <a:pt x="667313" y="25357"/>
                    </a:cubicBezTo>
                    <a:cubicBezTo>
                      <a:pt x="667313" y="25357"/>
                      <a:pt x="667313" y="24995"/>
                      <a:pt x="666588" y="25720"/>
                    </a:cubicBezTo>
                    <a:cubicBezTo>
                      <a:pt x="666226" y="26806"/>
                      <a:pt x="666588" y="26806"/>
                      <a:pt x="666951" y="26444"/>
                    </a:cubicBezTo>
                    <a:cubicBezTo>
                      <a:pt x="666951" y="26444"/>
                      <a:pt x="667313" y="26082"/>
                      <a:pt x="667676" y="26444"/>
                    </a:cubicBezTo>
                    <a:cubicBezTo>
                      <a:pt x="668038" y="26444"/>
                      <a:pt x="667313" y="26444"/>
                      <a:pt x="668401" y="26082"/>
                    </a:cubicBezTo>
                    <a:cubicBezTo>
                      <a:pt x="669851" y="25720"/>
                      <a:pt x="669851" y="25720"/>
                      <a:pt x="670214" y="25720"/>
                    </a:cubicBezTo>
                    <a:cubicBezTo>
                      <a:pt x="670939" y="25357"/>
                      <a:pt x="671664" y="24995"/>
                      <a:pt x="671664" y="24995"/>
                    </a:cubicBezTo>
                    <a:cubicBezTo>
                      <a:pt x="671664" y="24995"/>
                      <a:pt x="672026" y="24633"/>
                      <a:pt x="672389" y="24633"/>
                    </a:cubicBezTo>
                    <a:cubicBezTo>
                      <a:pt x="672389" y="24633"/>
                      <a:pt x="673476" y="24271"/>
                      <a:pt x="673476" y="24271"/>
                    </a:cubicBezTo>
                    <a:cubicBezTo>
                      <a:pt x="673476" y="24271"/>
                      <a:pt x="673476" y="24271"/>
                      <a:pt x="674926" y="23546"/>
                    </a:cubicBezTo>
                    <a:cubicBezTo>
                      <a:pt x="674926" y="23546"/>
                      <a:pt x="676014" y="23184"/>
                      <a:pt x="676376" y="23546"/>
                    </a:cubicBezTo>
                    <a:cubicBezTo>
                      <a:pt x="676376" y="23546"/>
                      <a:pt x="677101" y="23546"/>
                      <a:pt x="677101" y="23546"/>
                    </a:cubicBezTo>
                    <a:cubicBezTo>
                      <a:pt x="677101" y="23546"/>
                      <a:pt x="677826" y="23184"/>
                      <a:pt x="677826" y="23184"/>
                    </a:cubicBezTo>
                    <a:cubicBezTo>
                      <a:pt x="678189" y="23184"/>
                      <a:pt x="678551" y="22822"/>
                      <a:pt x="678551" y="22822"/>
                    </a:cubicBezTo>
                    <a:cubicBezTo>
                      <a:pt x="678914" y="23184"/>
                      <a:pt x="678551" y="22822"/>
                      <a:pt x="679276" y="22822"/>
                    </a:cubicBezTo>
                    <a:cubicBezTo>
                      <a:pt x="679639" y="22822"/>
                      <a:pt x="680726" y="22822"/>
                      <a:pt x="680726" y="22822"/>
                    </a:cubicBezTo>
                    <a:cubicBezTo>
                      <a:pt x="680726" y="22822"/>
                      <a:pt x="681452" y="22459"/>
                      <a:pt x="681452" y="22459"/>
                    </a:cubicBezTo>
                    <a:cubicBezTo>
                      <a:pt x="681452" y="22097"/>
                      <a:pt x="681452" y="21373"/>
                      <a:pt x="681452" y="21373"/>
                    </a:cubicBezTo>
                    <a:cubicBezTo>
                      <a:pt x="681452" y="21010"/>
                      <a:pt x="681452" y="20648"/>
                      <a:pt x="681452" y="20286"/>
                    </a:cubicBezTo>
                    <a:cubicBezTo>
                      <a:pt x="681452" y="19924"/>
                      <a:pt x="681814" y="19924"/>
                      <a:pt x="682539" y="19924"/>
                    </a:cubicBezTo>
                    <a:cubicBezTo>
                      <a:pt x="682902" y="19924"/>
                      <a:pt x="683627" y="19561"/>
                      <a:pt x="683989" y="19561"/>
                    </a:cubicBezTo>
                    <a:cubicBezTo>
                      <a:pt x="684352" y="19199"/>
                      <a:pt x="686164" y="19199"/>
                      <a:pt x="686164" y="19199"/>
                    </a:cubicBezTo>
                    <a:cubicBezTo>
                      <a:pt x="686164" y="19199"/>
                      <a:pt x="686527" y="19199"/>
                      <a:pt x="687252" y="18837"/>
                    </a:cubicBezTo>
                    <a:cubicBezTo>
                      <a:pt x="687614" y="18837"/>
                      <a:pt x="687977" y="18837"/>
                      <a:pt x="688339" y="18837"/>
                    </a:cubicBezTo>
                    <a:cubicBezTo>
                      <a:pt x="689064" y="18837"/>
                      <a:pt x="688702" y="18475"/>
                      <a:pt x="689789" y="18837"/>
                    </a:cubicBezTo>
                    <a:cubicBezTo>
                      <a:pt x="690877" y="18837"/>
                      <a:pt x="691239" y="18475"/>
                      <a:pt x="691239" y="19199"/>
                    </a:cubicBezTo>
                    <a:cubicBezTo>
                      <a:pt x="691602" y="19561"/>
                      <a:pt x="691964" y="19924"/>
                      <a:pt x="691964" y="20648"/>
                    </a:cubicBezTo>
                    <a:cubicBezTo>
                      <a:pt x="691964" y="21010"/>
                      <a:pt x="691964" y="21373"/>
                      <a:pt x="691964" y="21735"/>
                    </a:cubicBezTo>
                    <a:cubicBezTo>
                      <a:pt x="692327" y="22097"/>
                      <a:pt x="692690" y="21010"/>
                      <a:pt x="692327" y="22822"/>
                    </a:cubicBezTo>
                    <a:cubicBezTo>
                      <a:pt x="691602" y="24633"/>
                      <a:pt x="688702" y="27893"/>
                      <a:pt x="688702" y="27893"/>
                    </a:cubicBezTo>
                    <a:cubicBezTo>
                      <a:pt x="688339" y="28255"/>
                      <a:pt x="688339" y="28255"/>
                      <a:pt x="687977" y="28617"/>
                    </a:cubicBezTo>
                    <a:cubicBezTo>
                      <a:pt x="687614" y="28980"/>
                      <a:pt x="686889" y="29342"/>
                      <a:pt x="686889" y="29342"/>
                    </a:cubicBezTo>
                    <a:cubicBezTo>
                      <a:pt x="686889" y="29342"/>
                      <a:pt x="685802" y="30066"/>
                      <a:pt x="685802" y="30429"/>
                    </a:cubicBezTo>
                    <a:cubicBezTo>
                      <a:pt x="685802" y="30429"/>
                      <a:pt x="686164" y="29704"/>
                      <a:pt x="685439" y="30791"/>
                    </a:cubicBezTo>
                    <a:cubicBezTo>
                      <a:pt x="684714" y="31515"/>
                      <a:pt x="683264" y="32240"/>
                      <a:pt x="683264" y="32240"/>
                    </a:cubicBezTo>
                    <a:cubicBezTo>
                      <a:pt x="683264" y="32602"/>
                      <a:pt x="682902" y="32602"/>
                      <a:pt x="682902" y="32964"/>
                    </a:cubicBezTo>
                    <a:cubicBezTo>
                      <a:pt x="682902" y="32964"/>
                      <a:pt x="682902" y="33327"/>
                      <a:pt x="682902" y="33327"/>
                    </a:cubicBezTo>
                    <a:cubicBezTo>
                      <a:pt x="682902" y="33689"/>
                      <a:pt x="682902" y="33689"/>
                      <a:pt x="682539" y="34051"/>
                    </a:cubicBezTo>
                    <a:cubicBezTo>
                      <a:pt x="682177" y="34413"/>
                      <a:pt x="682177" y="34413"/>
                      <a:pt x="682177" y="34776"/>
                    </a:cubicBezTo>
                    <a:cubicBezTo>
                      <a:pt x="682177" y="34776"/>
                      <a:pt x="683264" y="34051"/>
                      <a:pt x="683264" y="34051"/>
                    </a:cubicBezTo>
                    <a:cubicBezTo>
                      <a:pt x="683264" y="34051"/>
                      <a:pt x="683627" y="33327"/>
                      <a:pt x="683989" y="33327"/>
                    </a:cubicBezTo>
                    <a:cubicBezTo>
                      <a:pt x="683989" y="33327"/>
                      <a:pt x="683989" y="32964"/>
                      <a:pt x="684352" y="32602"/>
                    </a:cubicBezTo>
                    <a:cubicBezTo>
                      <a:pt x="684714" y="32240"/>
                      <a:pt x="683989" y="32602"/>
                      <a:pt x="684714" y="32240"/>
                    </a:cubicBezTo>
                    <a:cubicBezTo>
                      <a:pt x="685439" y="31878"/>
                      <a:pt x="687614" y="30791"/>
                      <a:pt x="687614" y="30791"/>
                    </a:cubicBezTo>
                    <a:cubicBezTo>
                      <a:pt x="687614" y="30429"/>
                      <a:pt x="689064" y="30066"/>
                      <a:pt x="689064" y="30066"/>
                    </a:cubicBezTo>
                    <a:cubicBezTo>
                      <a:pt x="689064" y="29704"/>
                      <a:pt x="690152" y="28980"/>
                      <a:pt x="690514" y="28980"/>
                    </a:cubicBezTo>
                    <a:cubicBezTo>
                      <a:pt x="690514" y="28980"/>
                      <a:pt x="690877" y="28617"/>
                      <a:pt x="691239" y="28617"/>
                    </a:cubicBezTo>
                    <a:cubicBezTo>
                      <a:pt x="691239" y="28617"/>
                      <a:pt x="691239" y="28255"/>
                      <a:pt x="691602" y="28255"/>
                    </a:cubicBezTo>
                    <a:cubicBezTo>
                      <a:pt x="692327" y="27893"/>
                      <a:pt x="693052" y="27531"/>
                      <a:pt x="693052" y="27531"/>
                    </a:cubicBezTo>
                    <a:cubicBezTo>
                      <a:pt x="693052" y="27531"/>
                      <a:pt x="696315" y="25720"/>
                      <a:pt x="696315" y="25357"/>
                    </a:cubicBezTo>
                    <a:cubicBezTo>
                      <a:pt x="696315" y="25357"/>
                      <a:pt x="696677" y="24995"/>
                      <a:pt x="697040" y="24995"/>
                    </a:cubicBezTo>
                    <a:cubicBezTo>
                      <a:pt x="697040" y="24995"/>
                      <a:pt x="697040" y="24633"/>
                      <a:pt x="697402" y="24271"/>
                    </a:cubicBezTo>
                    <a:cubicBezTo>
                      <a:pt x="697765" y="24271"/>
                      <a:pt x="698127" y="23908"/>
                      <a:pt x="698490" y="23908"/>
                    </a:cubicBezTo>
                    <a:cubicBezTo>
                      <a:pt x="698490" y="23908"/>
                      <a:pt x="698852" y="23908"/>
                      <a:pt x="698852" y="23908"/>
                    </a:cubicBezTo>
                    <a:cubicBezTo>
                      <a:pt x="699215" y="23546"/>
                      <a:pt x="699577" y="23546"/>
                      <a:pt x="699940" y="23546"/>
                    </a:cubicBezTo>
                    <a:cubicBezTo>
                      <a:pt x="700302" y="23546"/>
                      <a:pt x="700665" y="23546"/>
                      <a:pt x="701027" y="23546"/>
                    </a:cubicBezTo>
                    <a:cubicBezTo>
                      <a:pt x="701027" y="23908"/>
                      <a:pt x="701390" y="23908"/>
                      <a:pt x="701027" y="24271"/>
                    </a:cubicBezTo>
                    <a:cubicBezTo>
                      <a:pt x="701027" y="24995"/>
                      <a:pt x="700665" y="25357"/>
                      <a:pt x="700665" y="25357"/>
                    </a:cubicBezTo>
                    <a:cubicBezTo>
                      <a:pt x="700302" y="25720"/>
                      <a:pt x="700302" y="26082"/>
                      <a:pt x="700302" y="26082"/>
                    </a:cubicBezTo>
                    <a:cubicBezTo>
                      <a:pt x="700665" y="26082"/>
                      <a:pt x="701390" y="25720"/>
                      <a:pt x="701390" y="25720"/>
                    </a:cubicBezTo>
                    <a:cubicBezTo>
                      <a:pt x="701390" y="25720"/>
                      <a:pt x="702115" y="24995"/>
                      <a:pt x="702115" y="24995"/>
                    </a:cubicBezTo>
                    <a:cubicBezTo>
                      <a:pt x="702477" y="24995"/>
                      <a:pt x="702840" y="24633"/>
                      <a:pt x="702840" y="24633"/>
                    </a:cubicBezTo>
                    <a:cubicBezTo>
                      <a:pt x="702840" y="24633"/>
                      <a:pt x="703202" y="24633"/>
                      <a:pt x="703565" y="24633"/>
                    </a:cubicBezTo>
                    <a:cubicBezTo>
                      <a:pt x="703927" y="24633"/>
                      <a:pt x="706465" y="24633"/>
                      <a:pt x="706828" y="24633"/>
                    </a:cubicBezTo>
                    <a:cubicBezTo>
                      <a:pt x="706828" y="24633"/>
                      <a:pt x="707190" y="24995"/>
                      <a:pt x="707190" y="24995"/>
                    </a:cubicBezTo>
                    <a:cubicBezTo>
                      <a:pt x="707553" y="25357"/>
                      <a:pt x="707915" y="25357"/>
                      <a:pt x="708278" y="25357"/>
                    </a:cubicBezTo>
                    <a:cubicBezTo>
                      <a:pt x="708278" y="25357"/>
                      <a:pt x="708640" y="25357"/>
                      <a:pt x="709003" y="25357"/>
                    </a:cubicBezTo>
                    <a:cubicBezTo>
                      <a:pt x="709365" y="25720"/>
                      <a:pt x="710090" y="25720"/>
                      <a:pt x="710090" y="25720"/>
                    </a:cubicBezTo>
                    <a:cubicBezTo>
                      <a:pt x="710453" y="25720"/>
                      <a:pt x="710815" y="25357"/>
                      <a:pt x="710815" y="24995"/>
                    </a:cubicBezTo>
                    <a:cubicBezTo>
                      <a:pt x="710815" y="24995"/>
                      <a:pt x="711540" y="24271"/>
                      <a:pt x="711540" y="23908"/>
                    </a:cubicBezTo>
                    <a:cubicBezTo>
                      <a:pt x="711903" y="23908"/>
                      <a:pt x="712265" y="23546"/>
                      <a:pt x="712628" y="23184"/>
                    </a:cubicBezTo>
                    <a:cubicBezTo>
                      <a:pt x="712628" y="23184"/>
                      <a:pt x="712990" y="22822"/>
                      <a:pt x="713353" y="22459"/>
                    </a:cubicBezTo>
                    <a:cubicBezTo>
                      <a:pt x="713715" y="21735"/>
                      <a:pt x="716253" y="21010"/>
                      <a:pt x="716253" y="21010"/>
                    </a:cubicBezTo>
                    <a:cubicBezTo>
                      <a:pt x="716616" y="20648"/>
                      <a:pt x="717341" y="20648"/>
                      <a:pt x="717341" y="20648"/>
                    </a:cubicBezTo>
                    <a:cubicBezTo>
                      <a:pt x="717341" y="20286"/>
                      <a:pt x="717703" y="19924"/>
                      <a:pt x="718066" y="19924"/>
                    </a:cubicBezTo>
                    <a:cubicBezTo>
                      <a:pt x="718428" y="19924"/>
                      <a:pt x="719153" y="20286"/>
                      <a:pt x="719516" y="19924"/>
                    </a:cubicBezTo>
                    <a:cubicBezTo>
                      <a:pt x="720241" y="19924"/>
                      <a:pt x="723141" y="20286"/>
                      <a:pt x="723503" y="20286"/>
                    </a:cubicBezTo>
                    <a:cubicBezTo>
                      <a:pt x="723503" y="19924"/>
                      <a:pt x="724591" y="19924"/>
                      <a:pt x="724591" y="19924"/>
                    </a:cubicBezTo>
                    <a:cubicBezTo>
                      <a:pt x="724953" y="19924"/>
                      <a:pt x="725678" y="19561"/>
                      <a:pt x="726041" y="19561"/>
                    </a:cubicBezTo>
                    <a:cubicBezTo>
                      <a:pt x="726041" y="19924"/>
                      <a:pt x="726041" y="19561"/>
                      <a:pt x="727129" y="19924"/>
                    </a:cubicBezTo>
                    <a:cubicBezTo>
                      <a:pt x="727854" y="20648"/>
                      <a:pt x="731116" y="21373"/>
                      <a:pt x="731479" y="21373"/>
                    </a:cubicBezTo>
                    <a:cubicBezTo>
                      <a:pt x="731479" y="21373"/>
                      <a:pt x="732566" y="21735"/>
                      <a:pt x="732566" y="21373"/>
                    </a:cubicBezTo>
                    <a:cubicBezTo>
                      <a:pt x="732929" y="21373"/>
                      <a:pt x="733291" y="21735"/>
                      <a:pt x="734016" y="21735"/>
                    </a:cubicBezTo>
                    <a:cubicBezTo>
                      <a:pt x="734379" y="21735"/>
                      <a:pt x="734741" y="21373"/>
                      <a:pt x="735466" y="21735"/>
                    </a:cubicBezTo>
                    <a:cubicBezTo>
                      <a:pt x="736191" y="22097"/>
                      <a:pt x="736554" y="22459"/>
                      <a:pt x="736554" y="22822"/>
                    </a:cubicBezTo>
                    <a:cubicBezTo>
                      <a:pt x="736916" y="22822"/>
                      <a:pt x="736916" y="22822"/>
                      <a:pt x="737641" y="23184"/>
                    </a:cubicBezTo>
                    <a:cubicBezTo>
                      <a:pt x="738004" y="23546"/>
                      <a:pt x="738729" y="23908"/>
                      <a:pt x="738366" y="23908"/>
                    </a:cubicBezTo>
                    <a:cubicBezTo>
                      <a:pt x="738366" y="23908"/>
                      <a:pt x="738729" y="24271"/>
                      <a:pt x="738004" y="24633"/>
                    </a:cubicBezTo>
                    <a:cubicBezTo>
                      <a:pt x="737641" y="24995"/>
                      <a:pt x="734379" y="27893"/>
                      <a:pt x="734379" y="27893"/>
                    </a:cubicBezTo>
                    <a:cubicBezTo>
                      <a:pt x="734379" y="27893"/>
                      <a:pt x="733291" y="28617"/>
                      <a:pt x="733291" y="28617"/>
                    </a:cubicBezTo>
                    <a:cubicBezTo>
                      <a:pt x="732929" y="28617"/>
                      <a:pt x="731479" y="28980"/>
                      <a:pt x="731116" y="29342"/>
                    </a:cubicBezTo>
                    <a:cubicBezTo>
                      <a:pt x="730754" y="29704"/>
                      <a:pt x="730754" y="29704"/>
                      <a:pt x="730391" y="29704"/>
                    </a:cubicBezTo>
                    <a:cubicBezTo>
                      <a:pt x="730029" y="29704"/>
                      <a:pt x="729666" y="29704"/>
                      <a:pt x="729304" y="29704"/>
                    </a:cubicBezTo>
                    <a:cubicBezTo>
                      <a:pt x="729304" y="29704"/>
                      <a:pt x="728579" y="29704"/>
                      <a:pt x="728216" y="29704"/>
                    </a:cubicBezTo>
                    <a:cubicBezTo>
                      <a:pt x="727854" y="29704"/>
                      <a:pt x="727491" y="29704"/>
                      <a:pt x="727129" y="29704"/>
                    </a:cubicBezTo>
                    <a:cubicBezTo>
                      <a:pt x="726766" y="29704"/>
                      <a:pt x="726766" y="29704"/>
                      <a:pt x="726403" y="29704"/>
                    </a:cubicBezTo>
                    <a:cubicBezTo>
                      <a:pt x="726403" y="30066"/>
                      <a:pt x="726403" y="30066"/>
                      <a:pt x="726403" y="30429"/>
                    </a:cubicBezTo>
                    <a:cubicBezTo>
                      <a:pt x="726403" y="30791"/>
                      <a:pt x="726766" y="30791"/>
                      <a:pt x="726766" y="31153"/>
                    </a:cubicBezTo>
                    <a:cubicBezTo>
                      <a:pt x="726766" y="31153"/>
                      <a:pt x="727129" y="31515"/>
                      <a:pt x="727129" y="31878"/>
                    </a:cubicBezTo>
                    <a:cubicBezTo>
                      <a:pt x="726766" y="32240"/>
                      <a:pt x="725678" y="32602"/>
                      <a:pt x="725316" y="32964"/>
                    </a:cubicBezTo>
                    <a:cubicBezTo>
                      <a:pt x="724953" y="32964"/>
                      <a:pt x="723866" y="32964"/>
                      <a:pt x="723866" y="32964"/>
                    </a:cubicBezTo>
                    <a:cubicBezTo>
                      <a:pt x="723866" y="32964"/>
                      <a:pt x="723866" y="32964"/>
                      <a:pt x="723141" y="32964"/>
                    </a:cubicBezTo>
                    <a:cubicBezTo>
                      <a:pt x="723141" y="32964"/>
                      <a:pt x="723141" y="32964"/>
                      <a:pt x="721691" y="33327"/>
                    </a:cubicBezTo>
                    <a:cubicBezTo>
                      <a:pt x="721691" y="33327"/>
                      <a:pt x="721328" y="33327"/>
                      <a:pt x="720966" y="33689"/>
                    </a:cubicBezTo>
                    <a:cubicBezTo>
                      <a:pt x="720603" y="33689"/>
                      <a:pt x="720241" y="34051"/>
                      <a:pt x="720241" y="34051"/>
                    </a:cubicBezTo>
                    <a:cubicBezTo>
                      <a:pt x="719878" y="34051"/>
                      <a:pt x="718791" y="34051"/>
                      <a:pt x="718428" y="34051"/>
                    </a:cubicBezTo>
                    <a:cubicBezTo>
                      <a:pt x="718066" y="34413"/>
                      <a:pt x="718066" y="34051"/>
                      <a:pt x="717703" y="34413"/>
                    </a:cubicBezTo>
                    <a:cubicBezTo>
                      <a:pt x="717341" y="34413"/>
                      <a:pt x="718066" y="34051"/>
                      <a:pt x="718066" y="34051"/>
                    </a:cubicBezTo>
                    <a:cubicBezTo>
                      <a:pt x="718066" y="34051"/>
                      <a:pt x="718066" y="34051"/>
                      <a:pt x="714440" y="34051"/>
                    </a:cubicBezTo>
                    <a:cubicBezTo>
                      <a:pt x="714440" y="34051"/>
                      <a:pt x="713353" y="34413"/>
                      <a:pt x="712990" y="34413"/>
                    </a:cubicBezTo>
                    <a:cubicBezTo>
                      <a:pt x="712990" y="34413"/>
                      <a:pt x="712628" y="34051"/>
                      <a:pt x="712265" y="34051"/>
                    </a:cubicBezTo>
                    <a:cubicBezTo>
                      <a:pt x="712265" y="34051"/>
                      <a:pt x="712265" y="33689"/>
                      <a:pt x="711903" y="34051"/>
                    </a:cubicBezTo>
                    <a:cubicBezTo>
                      <a:pt x="711540" y="34051"/>
                      <a:pt x="711178" y="34051"/>
                      <a:pt x="711178" y="34051"/>
                    </a:cubicBezTo>
                    <a:cubicBezTo>
                      <a:pt x="711178" y="34051"/>
                      <a:pt x="711178" y="34051"/>
                      <a:pt x="709365" y="35138"/>
                    </a:cubicBezTo>
                    <a:cubicBezTo>
                      <a:pt x="709365" y="35138"/>
                      <a:pt x="709365" y="35138"/>
                      <a:pt x="709003" y="35138"/>
                    </a:cubicBezTo>
                    <a:cubicBezTo>
                      <a:pt x="709003" y="35138"/>
                      <a:pt x="709365" y="35862"/>
                      <a:pt x="709728" y="35862"/>
                    </a:cubicBezTo>
                    <a:cubicBezTo>
                      <a:pt x="709728" y="35862"/>
                      <a:pt x="711178" y="35500"/>
                      <a:pt x="711178" y="35500"/>
                    </a:cubicBezTo>
                    <a:cubicBezTo>
                      <a:pt x="711178" y="35500"/>
                      <a:pt x="711903" y="35500"/>
                      <a:pt x="711903" y="35500"/>
                    </a:cubicBezTo>
                    <a:cubicBezTo>
                      <a:pt x="711903" y="35138"/>
                      <a:pt x="712628" y="34776"/>
                      <a:pt x="712628" y="34776"/>
                    </a:cubicBezTo>
                    <a:cubicBezTo>
                      <a:pt x="712628" y="34776"/>
                      <a:pt x="712628" y="34776"/>
                      <a:pt x="712990" y="34776"/>
                    </a:cubicBezTo>
                    <a:cubicBezTo>
                      <a:pt x="713353" y="35138"/>
                      <a:pt x="714803" y="35138"/>
                      <a:pt x="714803" y="35138"/>
                    </a:cubicBezTo>
                    <a:cubicBezTo>
                      <a:pt x="715165" y="35138"/>
                      <a:pt x="715528" y="35138"/>
                      <a:pt x="715528" y="35138"/>
                    </a:cubicBezTo>
                    <a:cubicBezTo>
                      <a:pt x="715891" y="35138"/>
                      <a:pt x="715891" y="35500"/>
                      <a:pt x="715891" y="35500"/>
                    </a:cubicBezTo>
                    <a:cubicBezTo>
                      <a:pt x="715891" y="35862"/>
                      <a:pt x="718066" y="35862"/>
                      <a:pt x="718428" y="35500"/>
                    </a:cubicBezTo>
                    <a:cubicBezTo>
                      <a:pt x="718428" y="35500"/>
                      <a:pt x="718428" y="35138"/>
                      <a:pt x="718791" y="35500"/>
                    </a:cubicBezTo>
                    <a:cubicBezTo>
                      <a:pt x="719516" y="35862"/>
                      <a:pt x="719878" y="35138"/>
                      <a:pt x="719516" y="36225"/>
                    </a:cubicBezTo>
                    <a:cubicBezTo>
                      <a:pt x="719153" y="36949"/>
                      <a:pt x="719153" y="37311"/>
                      <a:pt x="718428" y="37311"/>
                    </a:cubicBezTo>
                    <a:cubicBezTo>
                      <a:pt x="718066" y="37674"/>
                      <a:pt x="717703" y="37674"/>
                      <a:pt x="717341" y="38036"/>
                    </a:cubicBezTo>
                    <a:cubicBezTo>
                      <a:pt x="716978" y="38398"/>
                      <a:pt x="716616" y="38760"/>
                      <a:pt x="716253" y="38760"/>
                    </a:cubicBezTo>
                    <a:cubicBezTo>
                      <a:pt x="716253" y="38760"/>
                      <a:pt x="713353" y="39847"/>
                      <a:pt x="712990" y="39847"/>
                    </a:cubicBezTo>
                    <a:cubicBezTo>
                      <a:pt x="712628" y="39847"/>
                      <a:pt x="711903" y="39847"/>
                      <a:pt x="711903" y="39847"/>
                    </a:cubicBezTo>
                    <a:cubicBezTo>
                      <a:pt x="711903" y="39847"/>
                      <a:pt x="710453" y="39847"/>
                      <a:pt x="710453" y="39847"/>
                    </a:cubicBezTo>
                    <a:cubicBezTo>
                      <a:pt x="710453" y="39847"/>
                      <a:pt x="710090" y="39847"/>
                      <a:pt x="709728" y="39847"/>
                    </a:cubicBezTo>
                    <a:cubicBezTo>
                      <a:pt x="709365" y="39847"/>
                      <a:pt x="708640" y="39485"/>
                      <a:pt x="708278" y="39485"/>
                    </a:cubicBezTo>
                    <a:cubicBezTo>
                      <a:pt x="707915" y="39485"/>
                      <a:pt x="707190" y="39485"/>
                      <a:pt x="706828" y="39485"/>
                    </a:cubicBezTo>
                    <a:cubicBezTo>
                      <a:pt x="706103" y="39485"/>
                      <a:pt x="706103" y="39485"/>
                      <a:pt x="705740" y="39485"/>
                    </a:cubicBezTo>
                    <a:cubicBezTo>
                      <a:pt x="705378" y="39847"/>
                      <a:pt x="705015" y="39485"/>
                      <a:pt x="705015" y="39485"/>
                    </a:cubicBezTo>
                    <a:cubicBezTo>
                      <a:pt x="704653" y="39847"/>
                      <a:pt x="704653" y="39485"/>
                      <a:pt x="704290" y="39485"/>
                    </a:cubicBezTo>
                    <a:cubicBezTo>
                      <a:pt x="704290" y="39485"/>
                      <a:pt x="703565" y="39123"/>
                      <a:pt x="703202" y="39485"/>
                    </a:cubicBezTo>
                    <a:cubicBezTo>
                      <a:pt x="702840" y="39485"/>
                      <a:pt x="702477" y="39485"/>
                      <a:pt x="702477" y="39847"/>
                    </a:cubicBezTo>
                    <a:cubicBezTo>
                      <a:pt x="702115" y="39847"/>
                      <a:pt x="702115" y="39485"/>
                      <a:pt x="701752" y="39485"/>
                    </a:cubicBezTo>
                    <a:cubicBezTo>
                      <a:pt x="701752" y="39485"/>
                      <a:pt x="699940" y="40934"/>
                      <a:pt x="699940" y="40934"/>
                    </a:cubicBezTo>
                    <a:cubicBezTo>
                      <a:pt x="699940" y="40934"/>
                      <a:pt x="699940" y="40934"/>
                      <a:pt x="699577" y="41296"/>
                    </a:cubicBezTo>
                    <a:cubicBezTo>
                      <a:pt x="699577" y="41296"/>
                      <a:pt x="698852" y="42021"/>
                      <a:pt x="698490" y="42021"/>
                    </a:cubicBezTo>
                    <a:cubicBezTo>
                      <a:pt x="698490" y="42383"/>
                      <a:pt x="698490" y="42383"/>
                      <a:pt x="698490" y="43107"/>
                    </a:cubicBezTo>
                    <a:cubicBezTo>
                      <a:pt x="698490" y="43470"/>
                      <a:pt x="698852" y="43832"/>
                      <a:pt x="699215" y="43832"/>
                    </a:cubicBezTo>
                    <a:cubicBezTo>
                      <a:pt x="699577" y="43832"/>
                      <a:pt x="699940" y="43832"/>
                      <a:pt x="699940" y="43832"/>
                    </a:cubicBezTo>
                    <a:cubicBezTo>
                      <a:pt x="700302" y="43470"/>
                      <a:pt x="699940" y="43470"/>
                      <a:pt x="700302" y="43107"/>
                    </a:cubicBezTo>
                    <a:cubicBezTo>
                      <a:pt x="700665" y="43107"/>
                      <a:pt x="701027" y="42383"/>
                      <a:pt x="701027" y="42383"/>
                    </a:cubicBezTo>
                    <a:cubicBezTo>
                      <a:pt x="701027" y="42021"/>
                      <a:pt x="701390" y="41658"/>
                      <a:pt x="701390" y="41658"/>
                    </a:cubicBezTo>
                    <a:cubicBezTo>
                      <a:pt x="701390" y="41296"/>
                      <a:pt x="701390" y="40934"/>
                      <a:pt x="701390" y="40934"/>
                    </a:cubicBezTo>
                    <a:cubicBezTo>
                      <a:pt x="701390" y="40934"/>
                      <a:pt x="701027" y="40572"/>
                      <a:pt x="701752" y="40209"/>
                    </a:cubicBezTo>
                    <a:cubicBezTo>
                      <a:pt x="702115" y="40209"/>
                      <a:pt x="701752" y="40209"/>
                      <a:pt x="702477" y="40209"/>
                    </a:cubicBezTo>
                    <a:cubicBezTo>
                      <a:pt x="702840" y="39847"/>
                      <a:pt x="703202" y="39847"/>
                      <a:pt x="703565" y="39847"/>
                    </a:cubicBezTo>
                    <a:cubicBezTo>
                      <a:pt x="703565" y="39847"/>
                      <a:pt x="704290" y="39847"/>
                      <a:pt x="704653" y="39847"/>
                    </a:cubicBezTo>
                    <a:cubicBezTo>
                      <a:pt x="704653" y="40209"/>
                      <a:pt x="705015" y="40209"/>
                      <a:pt x="705015" y="40572"/>
                    </a:cubicBezTo>
                    <a:cubicBezTo>
                      <a:pt x="705015" y="40572"/>
                      <a:pt x="705015" y="40572"/>
                      <a:pt x="705378" y="40934"/>
                    </a:cubicBezTo>
                    <a:cubicBezTo>
                      <a:pt x="705378" y="40934"/>
                      <a:pt x="705378" y="40572"/>
                      <a:pt x="706103" y="40572"/>
                    </a:cubicBezTo>
                    <a:cubicBezTo>
                      <a:pt x="706465" y="40572"/>
                      <a:pt x="706828" y="40572"/>
                      <a:pt x="707190" y="40572"/>
                    </a:cubicBezTo>
                    <a:cubicBezTo>
                      <a:pt x="707190" y="40572"/>
                      <a:pt x="707915" y="40572"/>
                      <a:pt x="707915" y="40572"/>
                    </a:cubicBezTo>
                    <a:cubicBezTo>
                      <a:pt x="707915" y="40572"/>
                      <a:pt x="708278" y="40572"/>
                      <a:pt x="708278" y="40572"/>
                    </a:cubicBezTo>
                    <a:cubicBezTo>
                      <a:pt x="708640" y="40572"/>
                      <a:pt x="708640" y="40572"/>
                      <a:pt x="709365" y="40572"/>
                    </a:cubicBezTo>
                    <a:cubicBezTo>
                      <a:pt x="709728" y="40572"/>
                      <a:pt x="710453" y="40572"/>
                      <a:pt x="710453" y="40572"/>
                    </a:cubicBezTo>
                    <a:cubicBezTo>
                      <a:pt x="710453" y="40572"/>
                      <a:pt x="710815" y="40572"/>
                      <a:pt x="710815" y="40572"/>
                    </a:cubicBezTo>
                    <a:cubicBezTo>
                      <a:pt x="710815" y="40572"/>
                      <a:pt x="711178" y="40572"/>
                      <a:pt x="711540" y="40572"/>
                    </a:cubicBezTo>
                    <a:cubicBezTo>
                      <a:pt x="711540" y="40934"/>
                      <a:pt x="712265" y="40572"/>
                      <a:pt x="712265" y="40934"/>
                    </a:cubicBezTo>
                    <a:cubicBezTo>
                      <a:pt x="712265" y="40934"/>
                      <a:pt x="712628" y="40572"/>
                      <a:pt x="712628" y="40934"/>
                    </a:cubicBezTo>
                    <a:cubicBezTo>
                      <a:pt x="712628" y="41296"/>
                      <a:pt x="712990" y="41296"/>
                      <a:pt x="712990" y="41296"/>
                    </a:cubicBezTo>
                    <a:cubicBezTo>
                      <a:pt x="712990" y="41658"/>
                      <a:pt x="712990" y="42021"/>
                      <a:pt x="712628" y="42745"/>
                    </a:cubicBezTo>
                    <a:cubicBezTo>
                      <a:pt x="712265" y="43107"/>
                      <a:pt x="711903" y="43107"/>
                      <a:pt x="711178" y="43470"/>
                    </a:cubicBezTo>
                    <a:cubicBezTo>
                      <a:pt x="710815" y="43832"/>
                      <a:pt x="710815" y="43470"/>
                      <a:pt x="710090" y="44194"/>
                    </a:cubicBezTo>
                    <a:cubicBezTo>
                      <a:pt x="709728" y="44556"/>
                      <a:pt x="709728" y="44919"/>
                      <a:pt x="709365" y="44919"/>
                    </a:cubicBezTo>
                    <a:cubicBezTo>
                      <a:pt x="709003" y="45281"/>
                      <a:pt x="709003" y="44919"/>
                      <a:pt x="708640" y="44919"/>
                    </a:cubicBezTo>
                    <a:cubicBezTo>
                      <a:pt x="707915" y="45281"/>
                      <a:pt x="707190" y="44919"/>
                      <a:pt x="706828" y="45281"/>
                    </a:cubicBezTo>
                    <a:cubicBezTo>
                      <a:pt x="706465" y="45281"/>
                      <a:pt x="706465" y="44919"/>
                      <a:pt x="706103" y="44919"/>
                    </a:cubicBezTo>
                    <a:cubicBezTo>
                      <a:pt x="705740" y="44919"/>
                      <a:pt x="705740" y="44556"/>
                      <a:pt x="705015" y="44556"/>
                    </a:cubicBezTo>
                    <a:cubicBezTo>
                      <a:pt x="704653" y="44556"/>
                      <a:pt x="704290" y="44556"/>
                      <a:pt x="703927" y="44919"/>
                    </a:cubicBezTo>
                    <a:cubicBezTo>
                      <a:pt x="703565" y="45281"/>
                      <a:pt x="703565" y="45281"/>
                      <a:pt x="703202" y="46005"/>
                    </a:cubicBezTo>
                    <a:cubicBezTo>
                      <a:pt x="703202" y="46368"/>
                      <a:pt x="702840" y="46005"/>
                      <a:pt x="702840" y="46730"/>
                    </a:cubicBezTo>
                    <a:cubicBezTo>
                      <a:pt x="702840" y="47454"/>
                      <a:pt x="703202" y="48179"/>
                      <a:pt x="703202" y="48179"/>
                    </a:cubicBezTo>
                    <a:cubicBezTo>
                      <a:pt x="703202" y="48179"/>
                      <a:pt x="703927" y="48541"/>
                      <a:pt x="703927" y="48541"/>
                    </a:cubicBezTo>
                    <a:cubicBezTo>
                      <a:pt x="703927" y="48541"/>
                      <a:pt x="703927" y="48541"/>
                      <a:pt x="703565" y="48903"/>
                    </a:cubicBezTo>
                    <a:cubicBezTo>
                      <a:pt x="703565" y="48903"/>
                      <a:pt x="703565" y="48903"/>
                      <a:pt x="705378" y="49266"/>
                    </a:cubicBezTo>
                    <a:cubicBezTo>
                      <a:pt x="705378" y="49266"/>
                      <a:pt x="705740" y="49990"/>
                      <a:pt x="705740" y="49990"/>
                    </a:cubicBezTo>
                    <a:cubicBezTo>
                      <a:pt x="705740" y="49990"/>
                      <a:pt x="705015" y="50352"/>
                      <a:pt x="705015" y="50352"/>
                    </a:cubicBezTo>
                    <a:cubicBezTo>
                      <a:pt x="704653" y="50715"/>
                      <a:pt x="703927" y="50715"/>
                      <a:pt x="703565" y="51077"/>
                    </a:cubicBezTo>
                    <a:cubicBezTo>
                      <a:pt x="703202" y="51077"/>
                      <a:pt x="702840" y="51439"/>
                      <a:pt x="702477" y="51801"/>
                    </a:cubicBezTo>
                    <a:cubicBezTo>
                      <a:pt x="702115" y="52164"/>
                      <a:pt x="701752" y="52164"/>
                      <a:pt x="701390" y="52526"/>
                    </a:cubicBezTo>
                    <a:cubicBezTo>
                      <a:pt x="701027" y="52888"/>
                      <a:pt x="702115" y="53250"/>
                      <a:pt x="701752" y="53250"/>
                    </a:cubicBezTo>
                    <a:cubicBezTo>
                      <a:pt x="701390" y="53250"/>
                      <a:pt x="701390" y="53613"/>
                      <a:pt x="701027" y="53975"/>
                    </a:cubicBezTo>
                    <a:cubicBezTo>
                      <a:pt x="700665" y="53975"/>
                      <a:pt x="700302" y="53975"/>
                      <a:pt x="699940" y="54337"/>
                    </a:cubicBezTo>
                    <a:cubicBezTo>
                      <a:pt x="699940" y="54337"/>
                      <a:pt x="698852" y="54337"/>
                      <a:pt x="698490" y="54337"/>
                    </a:cubicBezTo>
                    <a:cubicBezTo>
                      <a:pt x="698490" y="54337"/>
                      <a:pt x="698490" y="54337"/>
                      <a:pt x="698127" y="54337"/>
                    </a:cubicBezTo>
                    <a:cubicBezTo>
                      <a:pt x="697765" y="54699"/>
                      <a:pt x="697402" y="54337"/>
                      <a:pt x="697040" y="55062"/>
                    </a:cubicBezTo>
                    <a:cubicBezTo>
                      <a:pt x="696315" y="55424"/>
                      <a:pt x="696315" y="55062"/>
                      <a:pt x="695952" y="55786"/>
                    </a:cubicBezTo>
                    <a:cubicBezTo>
                      <a:pt x="695952" y="56148"/>
                      <a:pt x="695952" y="56873"/>
                      <a:pt x="695952" y="56873"/>
                    </a:cubicBezTo>
                    <a:cubicBezTo>
                      <a:pt x="696315" y="56873"/>
                      <a:pt x="696315" y="57235"/>
                      <a:pt x="696315" y="57597"/>
                    </a:cubicBezTo>
                    <a:cubicBezTo>
                      <a:pt x="696315" y="57960"/>
                      <a:pt x="696315" y="57960"/>
                      <a:pt x="696315" y="58322"/>
                    </a:cubicBezTo>
                    <a:cubicBezTo>
                      <a:pt x="695952" y="58684"/>
                      <a:pt x="695952" y="58684"/>
                      <a:pt x="695590" y="58684"/>
                    </a:cubicBezTo>
                    <a:cubicBezTo>
                      <a:pt x="695227" y="59046"/>
                      <a:pt x="694502" y="60858"/>
                      <a:pt x="694502" y="61220"/>
                    </a:cubicBezTo>
                    <a:cubicBezTo>
                      <a:pt x="694502" y="61220"/>
                      <a:pt x="694865" y="61220"/>
                      <a:pt x="694865" y="61582"/>
                    </a:cubicBezTo>
                    <a:cubicBezTo>
                      <a:pt x="694865" y="61582"/>
                      <a:pt x="694502" y="62307"/>
                      <a:pt x="694502" y="62307"/>
                    </a:cubicBezTo>
                    <a:cubicBezTo>
                      <a:pt x="694140" y="62669"/>
                      <a:pt x="694502" y="63031"/>
                      <a:pt x="693777" y="63393"/>
                    </a:cubicBezTo>
                    <a:cubicBezTo>
                      <a:pt x="693415" y="63756"/>
                      <a:pt x="693415" y="63756"/>
                      <a:pt x="693052" y="64118"/>
                    </a:cubicBezTo>
                    <a:cubicBezTo>
                      <a:pt x="693052" y="64118"/>
                      <a:pt x="693052" y="63756"/>
                      <a:pt x="692690" y="64480"/>
                    </a:cubicBezTo>
                    <a:cubicBezTo>
                      <a:pt x="692690" y="64842"/>
                      <a:pt x="692690" y="65205"/>
                      <a:pt x="692690" y="65567"/>
                    </a:cubicBezTo>
                    <a:cubicBezTo>
                      <a:pt x="692690" y="65929"/>
                      <a:pt x="692690" y="65929"/>
                      <a:pt x="692690" y="66291"/>
                    </a:cubicBezTo>
                    <a:cubicBezTo>
                      <a:pt x="692690" y="66291"/>
                      <a:pt x="693415" y="66654"/>
                      <a:pt x="693415" y="66654"/>
                    </a:cubicBezTo>
                    <a:cubicBezTo>
                      <a:pt x="693415" y="66654"/>
                      <a:pt x="693777" y="65929"/>
                      <a:pt x="694502" y="65567"/>
                    </a:cubicBezTo>
                    <a:cubicBezTo>
                      <a:pt x="694865" y="64842"/>
                      <a:pt x="694865" y="64480"/>
                      <a:pt x="695227" y="64480"/>
                    </a:cubicBezTo>
                    <a:cubicBezTo>
                      <a:pt x="695227" y="64118"/>
                      <a:pt x="695952" y="63756"/>
                      <a:pt x="695952" y="63756"/>
                    </a:cubicBezTo>
                    <a:cubicBezTo>
                      <a:pt x="695952" y="63756"/>
                      <a:pt x="696677" y="63393"/>
                      <a:pt x="696677" y="63756"/>
                    </a:cubicBezTo>
                    <a:cubicBezTo>
                      <a:pt x="697040" y="63756"/>
                      <a:pt x="696677" y="63393"/>
                      <a:pt x="697402" y="63393"/>
                    </a:cubicBezTo>
                    <a:cubicBezTo>
                      <a:pt x="697765" y="63756"/>
                      <a:pt x="698127" y="63393"/>
                      <a:pt x="698490" y="63756"/>
                    </a:cubicBezTo>
                    <a:cubicBezTo>
                      <a:pt x="698852" y="64118"/>
                      <a:pt x="699577" y="64118"/>
                      <a:pt x="699940" y="64118"/>
                    </a:cubicBezTo>
                    <a:cubicBezTo>
                      <a:pt x="699940" y="64118"/>
                      <a:pt x="700302" y="64480"/>
                      <a:pt x="700302" y="64480"/>
                    </a:cubicBezTo>
                    <a:cubicBezTo>
                      <a:pt x="700302" y="64480"/>
                      <a:pt x="700665" y="64480"/>
                      <a:pt x="701027" y="64480"/>
                    </a:cubicBezTo>
                    <a:cubicBezTo>
                      <a:pt x="701390" y="64480"/>
                      <a:pt x="702115" y="64480"/>
                      <a:pt x="702115" y="64480"/>
                    </a:cubicBezTo>
                    <a:cubicBezTo>
                      <a:pt x="702115" y="64480"/>
                      <a:pt x="702840" y="64480"/>
                      <a:pt x="702840" y="64480"/>
                    </a:cubicBezTo>
                    <a:cubicBezTo>
                      <a:pt x="703202" y="64480"/>
                      <a:pt x="703565" y="64842"/>
                      <a:pt x="703565" y="64842"/>
                    </a:cubicBezTo>
                    <a:cubicBezTo>
                      <a:pt x="703565" y="64842"/>
                      <a:pt x="703927" y="65205"/>
                      <a:pt x="704290" y="65205"/>
                    </a:cubicBezTo>
                    <a:cubicBezTo>
                      <a:pt x="704290" y="65205"/>
                      <a:pt x="705015" y="65567"/>
                      <a:pt x="705015" y="65567"/>
                    </a:cubicBezTo>
                    <a:cubicBezTo>
                      <a:pt x="705015" y="65567"/>
                      <a:pt x="705015" y="65567"/>
                      <a:pt x="705378" y="65929"/>
                    </a:cubicBezTo>
                    <a:cubicBezTo>
                      <a:pt x="705378" y="65929"/>
                      <a:pt x="705378" y="65929"/>
                      <a:pt x="706465" y="66654"/>
                    </a:cubicBezTo>
                    <a:cubicBezTo>
                      <a:pt x="706465" y="66654"/>
                      <a:pt x="706465" y="67016"/>
                      <a:pt x="706465" y="67016"/>
                    </a:cubicBezTo>
                    <a:cubicBezTo>
                      <a:pt x="706465" y="67016"/>
                      <a:pt x="705378" y="67378"/>
                      <a:pt x="705378" y="67378"/>
                    </a:cubicBezTo>
                    <a:cubicBezTo>
                      <a:pt x="705378" y="67378"/>
                      <a:pt x="705378" y="67378"/>
                      <a:pt x="705015" y="67378"/>
                    </a:cubicBezTo>
                    <a:cubicBezTo>
                      <a:pt x="705015" y="67378"/>
                      <a:pt x="705015" y="67378"/>
                      <a:pt x="704290" y="67378"/>
                    </a:cubicBezTo>
                    <a:cubicBezTo>
                      <a:pt x="704290" y="67378"/>
                      <a:pt x="703565" y="67378"/>
                      <a:pt x="703565" y="67378"/>
                    </a:cubicBezTo>
                    <a:cubicBezTo>
                      <a:pt x="703202" y="67378"/>
                      <a:pt x="702840" y="67378"/>
                      <a:pt x="702477" y="67016"/>
                    </a:cubicBezTo>
                    <a:cubicBezTo>
                      <a:pt x="702477" y="67016"/>
                      <a:pt x="702115" y="66654"/>
                      <a:pt x="701752" y="66654"/>
                    </a:cubicBezTo>
                    <a:cubicBezTo>
                      <a:pt x="701752" y="66291"/>
                      <a:pt x="701390" y="66291"/>
                      <a:pt x="701027" y="65929"/>
                    </a:cubicBezTo>
                    <a:cubicBezTo>
                      <a:pt x="700665" y="65929"/>
                      <a:pt x="701027" y="65929"/>
                      <a:pt x="700302" y="65929"/>
                    </a:cubicBezTo>
                    <a:cubicBezTo>
                      <a:pt x="699577" y="65929"/>
                      <a:pt x="699215" y="66291"/>
                      <a:pt x="699215" y="66291"/>
                    </a:cubicBezTo>
                    <a:cubicBezTo>
                      <a:pt x="698852" y="66291"/>
                      <a:pt x="698852" y="65929"/>
                      <a:pt x="698490" y="66291"/>
                    </a:cubicBezTo>
                    <a:cubicBezTo>
                      <a:pt x="698127" y="66654"/>
                      <a:pt x="698490" y="67016"/>
                      <a:pt x="698852" y="67378"/>
                    </a:cubicBezTo>
                    <a:cubicBezTo>
                      <a:pt x="698852" y="67378"/>
                      <a:pt x="698852" y="67740"/>
                      <a:pt x="699215" y="67740"/>
                    </a:cubicBezTo>
                    <a:cubicBezTo>
                      <a:pt x="699215" y="67740"/>
                      <a:pt x="699577" y="67740"/>
                      <a:pt x="699577" y="68103"/>
                    </a:cubicBezTo>
                    <a:cubicBezTo>
                      <a:pt x="699940" y="68465"/>
                      <a:pt x="699577" y="68465"/>
                      <a:pt x="699940" y="68465"/>
                    </a:cubicBezTo>
                    <a:cubicBezTo>
                      <a:pt x="699940" y="68827"/>
                      <a:pt x="701027" y="68827"/>
                      <a:pt x="701027" y="68827"/>
                    </a:cubicBezTo>
                    <a:cubicBezTo>
                      <a:pt x="701027" y="68827"/>
                      <a:pt x="701752" y="68827"/>
                      <a:pt x="701752" y="68827"/>
                    </a:cubicBezTo>
                    <a:cubicBezTo>
                      <a:pt x="702115" y="68827"/>
                      <a:pt x="702477" y="68827"/>
                      <a:pt x="702477" y="69189"/>
                    </a:cubicBezTo>
                    <a:cubicBezTo>
                      <a:pt x="702840" y="69189"/>
                      <a:pt x="703202" y="69552"/>
                      <a:pt x="703565" y="69552"/>
                    </a:cubicBezTo>
                    <a:cubicBezTo>
                      <a:pt x="703565" y="69914"/>
                      <a:pt x="703565" y="69552"/>
                      <a:pt x="703927" y="69914"/>
                    </a:cubicBezTo>
                    <a:cubicBezTo>
                      <a:pt x="704290" y="70276"/>
                      <a:pt x="705015" y="69914"/>
                      <a:pt x="705015" y="69914"/>
                    </a:cubicBezTo>
                    <a:cubicBezTo>
                      <a:pt x="705015" y="69914"/>
                      <a:pt x="705015" y="69914"/>
                      <a:pt x="706103" y="69552"/>
                    </a:cubicBezTo>
                    <a:cubicBezTo>
                      <a:pt x="706103" y="69552"/>
                      <a:pt x="707190" y="69552"/>
                      <a:pt x="707190" y="69552"/>
                    </a:cubicBezTo>
                    <a:cubicBezTo>
                      <a:pt x="707553" y="69552"/>
                      <a:pt x="709365" y="70638"/>
                      <a:pt x="709365" y="70638"/>
                    </a:cubicBezTo>
                    <a:cubicBezTo>
                      <a:pt x="709365" y="70638"/>
                      <a:pt x="709365" y="70276"/>
                      <a:pt x="709728" y="70276"/>
                    </a:cubicBezTo>
                    <a:cubicBezTo>
                      <a:pt x="709728" y="70276"/>
                      <a:pt x="710090" y="71363"/>
                      <a:pt x="710090" y="71363"/>
                    </a:cubicBezTo>
                    <a:cubicBezTo>
                      <a:pt x="710090" y="71363"/>
                      <a:pt x="710453" y="72450"/>
                      <a:pt x="710453" y="72450"/>
                    </a:cubicBezTo>
                    <a:cubicBezTo>
                      <a:pt x="710453" y="72812"/>
                      <a:pt x="710453" y="73536"/>
                      <a:pt x="710453" y="73536"/>
                    </a:cubicBezTo>
                    <a:cubicBezTo>
                      <a:pt x="710453" y="73899"/>
                      <a:pt x="710815" y="73899"/>
                      <a:pt x="710090" y="74623"/>
                    </a:cubicBezTo>
                    <a:cubicBezTo>
                      <a:pt x="709728" y="74985"/>
                      <a:pt x="710090" y="74985"/>
                      <a:pt x="709728" y="75348"/>
                    </a:cubicBezTo>
                    <a:cubicBezTo>
                      <a:pt x="709365" y="75348"/>
                      <a:pt x="709728" y="74985"/>
                      <a:pt x="709003" y="75348"/>
                    </a:cubicBezTo>
                    <a:cubicBezTo>
                      <a:pt x="707915" y="75710"/>
                      <a:pt x="707915" y="75710"/>
                      <a:pt x="707553" y="75710"/>
                    </a:cubicBezTo>
                    <a:cubicBezTo>
                      <a:pt x="707190" y="75348"/>
                      <a:pt x="706828" y="75348"/>
                      <a:pt x="706828" y="75348"/>
                    </a:cubicBezTo>
                    <a:cubicBezTo>
                      <a:pt x="706465" y="75348"/>
                      <a:pt x="705378" y="75348"/>
                      <a:pt x="705015" y="75348"/>
                    </a:cubicBezTo>
                    <a:cubicBezTo>
                      <a:pt x="705015" y="75348"/>
                      <a:pt x="704290" y="74985"/>
                      <a:pt x="704290" y="74985"/>
                    </a:cubicBezTo>
                    <a:cubicBezTo>
                      <a:pt x="703927" y="74985"/>
                      <a:pt x="703927" y="74623"/>
                      <a:pt x="703202" y="74623"/>
                    </a:cubicBezTo>
                    <a:cubicBezTo>
                      <a:pt x="702477" y="74623"/>
                      <a:pt x="702115" y="74623"/>
                      <a:pt x="702115" y="74623"/>
                    </a:cubicBezTo>
                    <a:cubicBezTo>
                      <a:pt x="701752" y="74623"/>
                      <a:pt x="701390" y="74261"/>
                      <a:pt x="701390" y="74261"/>
                    </a:cubicBezTo>
                    <a:cubicBezTo>
                      <a:pt x="701027" y="74261"/>
                      <a:pt x="700665" y="74261"/>
                      <a:pt x="700302" y="74623"/>
                    </a:cubicBezTo>
                    <a:cubicBezTo>
                      <a:pt x="700302" y="74623"/>
                      <a:pt x="700302" y="74623"/>
                      <a:pt x="699940" y="74623"/>
                    </a:cubicBezTo>
                    <a:cubicBezTo>
                      <a:pt x="699215" y="74985"/>
                      <a:pt x="698490" y="74985"/>
                      <a:pt x="698490" y="74985"/>
                    </a:cubicBezTo>
                    <a:cubicBezTo>
                      <a:pt x="698127" y="74985"/>
                      <a:pt x="697765" y="74985"/>
                      <a:pt x="697402" y="74985"/>
                    </a:cubicBezTo>
                    <a:cubicBezTo>
                      <a:pt x="697040" y="74985"/>
                      <a:pt x="696315" y="75348"/>
                      <a:pt x="696315" y="75348"/>
                    </a:cubicBezTo>
                    <a:cubicBezTo>
                      <a:pt x="695952" y="75710"/>
                      <a:pt x="695227" y="76072"/>
                      <a:pt x="694502" y="76434"/>
                    </a:cubicBezTo>
                    <a:cubicBezTo>
                      <a:pt x="694140" y="76797"/>
                      <a:pt x="693777" y="76797"/>
                      <a:pt x="693777" y="76797"/>
                    </a:cubicBezTo>
                    <a:cubicBezTo>
                      <a:pt x="693415" y="77159"/>
                      <a:pt x="693415" y="77159"/>
                      <a:pt x="693052" y="77159"/>
                    </a:cubicBezTo>
                    <a:cubicBezTo>
                      <a:pt x="692690" y="76797"/>
                      <a:pt x="692690" y="76797"/>
                      <a:pt x="692327" y="76434"/>
                    </a:cubicBezTo>
                    <a:cubicBezTo>
                      <a:pt x="691964" y="76072"/>
                      <a:pt x="691964" y="75710"/>
                      <a:pt x="691602" y="75710"/>
                    </a:cubicBezTo>
                    <a:cubicBezTo>
                      <a:pt x="691602" y="75348"/>
                      <a:pt x="691239" y="74985"/>
                      <a:pt x="691239" y="75348"/>
                    </a:cubicBezTo>
                    <a:cubicBezTo>
                      <a:pt x="690877" y="75348"/>
                      <a:pt x="690514" y="74985"/>
                      <a:pt x="690152" y="75348"/>
                    </a:cubicBezTo>
                    <a:cubicBezTo>
                      <a:pt x="689789" y="75348"/>
                      <a:pt x="689789" y="75348"/>
                      <a:pt x="689789" y="75710"/>
                    </a:cubicBezTo>
                    <a:cubicBezTo>
                      <a:pt x="689427" y="76072"/>
                      <a:pt x="689427" y="76434"/>
                      <a:pt x="689789" y="76797"/>
                    </a:cubicBezTo>
                    <a:cubicBezTo>
                      <a:pt x="689789" y="76797"/>
                      <a:pt x="690152" y="77159"/>
                      <a:pt x="690514" y="77159"/>
                    </a:cubicBezTo>
                    <a:cubicBezTo>
                      <a:pt x="690514" y="77521"/>
                      <a:pt x="690877" y="77159"/>
                      <a:pt x="690877" y="77159"/>
                    </a:cubicBezTo>
                    <a:cubicBezTo>
                      <a:pt x="691239" y="77159"/>
                      <a:pt x="691239" y="77159"/>
                      <a:pt x="691602" y="77521"/>
                    </a:cubicBezTo>
                    <a:cubicBezTo>
                      <a:pt x="691964" y="77521"/>
                      <a:pt x="693052" y="78246"/>
                      <a:pt x="692690" y="78246"/>
                    </a:cubicBezTo>
                    <a:cubicBezTo>
                      <a:pt x="692690" y="78246"/>
                      <a:pt x="693415" y="79695"/>
                      <a:pt x="693415" y="79695"/>
                    </a:cubicBezTo>
                    <a:cubicBezTo>
                      <a:pt x="693415" y="79695"/>
                      <a:pt x="693415" y="79695"/>
                      <a:pt x="693777" y="80057"/>
                    </a:cubicBezTo>
                    <a:cubicBezTo>
                      <a:pt x="694140" y="80057"/>
                      <a:pt x="694865" y="80057"/>
                      <a:pt x="694865" y="80057"/>
                    </a:cubicBezTo>
                    <a:cubicBezTo>
                      <a:pt x="694865" y="80057"/>
                      <a:pt x="695590" y="80057"/>
                      <a:pt x="695590" y="80057"/>
                    </a:cubicBezTo>
                    <a:cubicBezTo>
                      <a:pt x="695952" y="80057"/>
                      <a:pt x="695952" y="80057"/>
                      <a:pt x="696315" y="80057"/>
                    </a:cubicBezTo>
                    <a:cubicBezTo>
                      <a:pt x="696677" y="80419"/>
                      <a:pt x="698852" y="80419"/>
                      <a:pt x="698852" y="80419"/>
                    </a:cubicBezTo>
                    <a:cubicBezTo>
                      <a:pt x="698852" y="80057"/>
                      <a:pt x="699577" y="80419"/>
                      <a:pt x="699577" y="80419"/>
                    </a:cubicBezTo>
                    <a:cubicBezTo>
                      <a:pt x="699577" y="80419"/>
                      <a:pt x="700665" y="80419"/>
                      <a:pt x="700665" y="80419"/>
                    </a:cubicBezTo>
                    <a:cubicBezTo>
                      <a:pt x="701027" y="80419"/>
                      <a:pt x="701390" y="80419"/>
                      <a:pt x="701390" y="80419"/>
                    </a:cubicBezTo>
                    <a:cubicBezTo>
                      <a:pt x="701752" y="80419"/>
                      <a:pt x="701752" y="80419"/>
                      <a:pt x="702115" y="80781"/>
                    </a:cubicBezTo>
                    <a:cubicBezTo>
                      <a:pt x="702115" y="80781"/>
                      <a:pt x="702477" y="81143"/>
                      <a:pt x="702477" y="81506"/>
                    </a:cubicBezTo>
                    <a:cubicBezTo>
                      <a:pt x="702477" y="81868"/>
                      <a:pt x="702840" y="82230"/>
                      <a:pt x="702840" y="82230"/>
                    </a:cubicBezTo>
                    <a:cubicBezTo>
                      <a:pt x="702840" y="82230"/>
                      <a:pt x="703202" y="82592"/>
                      <a:pt x="703565" y="82592"/>
                    </a:cubicBezTo>
                    <a:cubicBezTo>
                      <a:pt x="703927" y="82592"/>
                      <a:pt x="704653" y="82955"/>
                      <a:pt x="704653" y="82955"/>
                    </a:cubicBezTo>
                    <a:cubicBezTo>
                      <a:pt x="704653" y="82955"/>
                      <a:pt x="706103" y="85490"/>
                      <a:pt x="706103" y="85853"/>
                    </a:cubicBezTo>
                    <a:cubicBezTo>
                      <a:pt x="706103" y="85853"/>
                      <a:pt x="706103" y="86215"/>
                      <a:pt x="706103" y="86215"/>
                    </a:cubicBezTo>
                    <a:cubicBezTo>
                      <a:pt x="706103" y="86215"/>
                      <a:pt x="706103" y="86939"/>
                      <a:pt x="706103" y="86939"/>
                    </a:cubicBezTo>
                    <a:cubicBezTo>
                      <a:pt x="705740" y="86939"/>
                      <a:pt x="706103" y="86939"/>
                      <a:pt x="705740" y="87302"/>
                    </a:cubicBezTo>
                    <a:cubicBezTo>
                      <a:pt x="705378" y="87664"/>
                      <a:pt x="705015" y="87664"/>
                      <a:pt x="704653" y="88026"/>
                    </a:cubicBezTo>
                    <a:cubicBezTo>
                      <a:pt x="704653" y="88388"/>
                      <a:pt x="704653" y="88388"/>
                      <a:pt x="704290" y="88751"/>
                    </a:cubicBezTo>
                    <a:cubicBezTo>
                      <a:pt x="704290" y="89475"/>
                      <a:pt x="704653" y="89475"/>
                      <a:pt x="704290" y="89837"/>
                    </a:cubicBezTo>
                    <a:cubicBezTo>
                      <a:pt x="703927" y="90562"/>
                      <a:pt x="704290" y="90562"/>
                      <a:pt x="703927" y="90924"/>
                    </a:cubicBezTo>
                    <a:cubicBezTo>
                      <a:pt x="703565" y="90924"/>
                      <a:pt x="703565" y="91286"/>
                      <a:pt x="703202" y="91286"/>
                    </a:cubicBezTo>
                    <a:cubicBezTo>
                      <a:pt x="702477" y="91286"/>
                      <a:pt x="702477" y="91649"/>
                      <a:pt x="702115" y="91286"/>
                    </a:cubicBezTo>
                    <a:cubicBezTo>
                      <a:pt x="701752" y="91286"/>
                      <a:pt x="701752" y="90924"/>
                      <a:pt x="701027" y="90924"/>
                    </a:cubicBezTo>
                    <a:cubicBezTo>
                      <a:pt x="700665" y="90924"/>
                      <a:pt x="700665" y="90562"/>
                      <a:pt x="700302" y="90562"/>
                    </a:cubicBezTo>
                    <a:cubicBezTo>
                      <a:pt x="700302" y="90200"/>
                      <a:pt x="700302" y="89837"/>
                      <a:pt x="699940" y="89837"/>
                    </a:cubicBezTo>
                    <a:cubicBezTo>
                      <a:pt x="699940" y="89837"/>
                      <a:pt x="699577" y="89837"/>
                      <a:pt x="699577" y="89837"/>
                    </a:cubicBezTo>
                    <a:cubicBezTo>
                      <a:pt x="699215" y="89837"/>
                      <a:pt x="698852" y="89837"/>
                      <a:pt x="698490" y="90200"/>
                    </a:cubicBezTo>
                    <a:cubicBezTo>
                      <a:pt x="698490" y="90924"/>
                      <a:pt x="698852" y="90924"/>
                      <a:pt x="698490" y="91286"/>
                    </a:cubicBezTo>
                    <a:cubicBezTo>
                      <a:pt x="698490" y="91649"/>
                      <a:pt x="698852" y="92011"/>
                      <a:pt x="698852" y="92011"/>
                    </a:cubicBezTo>
                    <a:cubicBezTo>
                      <a:pt x="698852" y="92373"/>
                      <a:pt x="699215" y="92373"/>
                      <a:pt x="699577" y="92373"/>
                    </a:cubicBezTo>
                    <a:cubicBezTo>
                      <a:pt x="699577" y="92735"/>
                      <a:pt x="700302" y="92735"/>
                      <a:pt x="700302" y="92735"/>
                    </a:cubicBezTo>
                    <a:cubicBezTo>
                      <a:pt x="700302" y="92735"/>
                      <a:pt x="702840" y="93822"/>
                      <a:pt x="702840" y="93822"/>
                    </a:cubicBezTo>
                    <a:cubicBezTo>
                      <a:pt x="702840" y="93822"/>
                      <a:pt x="703202" y="94547"/>
                      <a:pt x="703202" y="94547"/>
                    </a:cubicBezTo>
                    <a:cubicBezTo>
                      <a:pt x="703202" y="94547"/>
                      <a:pt x="702840" y="94547"/>
                      <a:pt x="702477" y="94909"/>
                    </a:cubicBezTo>
                    <a:cubicBezTo>
                      <a:pt x="702115" y="95271"/>
                      <a:pt x="702115" y="94909"/>
                      <a:pt x="701752" y="95271"/>
                    </a:cubicBezTo>
                    <a:cubicBezTo>
                      <a:pt x="701390" y="95633"/>
                      <a:pt x="701752" y="95996"/>
                      <a:pt x="702115" y="95996"/>
                    </a:cubicBezTo>
                    <a:cubicBezTo>
                      <a:pt x="702115" y="96358"/>
                      <a:pt x="702840" y="96358"/>
                      <a:pt x="702840" y="96358"/>
                    </a:cubicBezTo>
                    <a:cubicBezTo>
                      <a:pt x="703202" y="96358"/>
                      <a:pt x="703565" y="95996"/>
                      <a:pt x="703565" y="95996"/>
                    </a:cubicBezTo>
                    <a:cubicBezTo>
                      <a:pt x="703927" y="95633"/>
                      <a:pt x="703927" y="95633"/>
                      <a:pt x="704290" y="95633"/>
                    </a:cubicBezTo>
                    <a:cubicBezTo>
                      <a:pt x="704290" y="95996"/>
                      <a:pt x="704290" y="95633"/>
                      <a:pt x="704653" y="95996"/>
                    </a:cubicBezTo>
                    <a:cubicBezTo>
                      <a:pt x="704653" y="96358"/>
                      <a:pt x="704653" y="95996"/>
                      <a:pt x="705015" y="96358"/>
                    </a:cubicBezTo>
                    <a:cubicBezTo>
                      <a:pt x="705015" y="96720"/>
                      <a:pt x="705015" y="96720"/>
                      <a:pt x="705378" y="96720"/>
                    </a:cubicBezTo>
                    <a:cubicBezTo>
                      <a:pt x="705740" y="96720"/>
                      <a:pt x="706103" y="96358"/>
                      <a:pt x="706465" y="96358"/>
                    </a:cubicBezTo>
                    <a:cubicBezTo>
                      <a:pt x="706465" y="96358"/>
                      <a:pt x="706828" y="96358"/>
                      <a:pt x="707190" y="96358"/>
                    </a:cubicBezTo>
                    <a:cubicBezTo>
                      <a:pt x="707190" y="96358"/>
                      <a:pt x="707553" y="96358"/>
                      <a:pt x="707553" y="97082"/>
                    </a:cubicBezTo>
                    <a:cubicBezTo>
                      <a:pt x="707190" y="97445"/>
                      <a:pt x="706103" y="98169"/>
                      <a:pt x="706103" y="98169"/>
                    </a:cubicBezTo>
                    <a:cubicBezTo>
                      <a:pt x="706103" y="98169"/>
                      <a:pt x="704653" y="98531"/>
                      <a:pt x="704290" y="99256"/>
                    </a:cubicBezTo>
                    <a:cubicBezTo>
                      <a:pt x="703927" y="99980"/>
                      <a:pt x="703927" y="99980"/>
                      <a:pt x="703565" y="99980"/>
                    </a:cubicBezTo>
                    <a:cubicBezTo>
                      <a:pt x="703202" y="100343"/>
                      <a:pt x="703202" y="100343"/>
                      <a:pt x="702477" y="99980"/>
                    </a:cubicBezTo>
                    <a:cubicBezTo>
                      <a:pt x="701752" y="99980"/>
                      <a:pt x="701027" y="100343"/>
                      <a:pt x="701027" y="99980"/>
                    </a:cubicBezTo>
                    <a:cubicBezTo>
                      <a:pt x="701027" y="99980"/>
                      <a:pt x="700665" y="99980"/>
                      <a:pt x="700665" y="99980"/>
                    </a:cubicBezTo>
                    <a:cubicBezTo>
                      <a:pt x="700302" y="100343"/>
                      <a:pt x="699577" y="100705"/>
                      <a:pt x="699577" y="100705"/>
                    </a:cubicBezTo>
                    <a:cubicBezTo>
                      <a:pt x="699577" y="100705"/>
                      <a:pt x="698852" y="101067"/>
                      <a:pt x="698852" y="101067"/>
                    </a:cubicBezTo>
                    <a:cubicBezTo>
                      <a:pt x="698490" y="101429"/>
                      <a:pt x="697765" y="101429"/>
                      <a:pt x="697765" y="101429"/>
                    </a:cubicBezTo>
                    <a:cubicBezTo>
                      <a:pt x="697402" y="101429"/>
                      <a:pt x="697040" y="101067"/>
                      <a:pt x="696677" y="101067"/>
                    </a:cubicBezTo>
                    <a:cubicBezTo>
                      <a:pt x="696315" y="101429"/>
                      <a:pt x="695590" y="101792"/>
                      <a:pt x="695590" y="101792"/>
                    </a:cubicBezTo>
                    <a:cubicBezTo>
                      <a:pt x="695227" y="101792"/>
                      <a:pt x="694865" y="101429"/>
                      <a:pt x="694502" y="101429"/>
                    </a:cubicBezTo>
                    <a:cubicBezTo>
                      <a:pt x="694502" y="101429"/>
                      <a:pt x="693777" y="100705"/>
                      <a:pt x="693777" y="100705"/>
                    </a:cubicBezTo>
                    <a:cubicBezTo>
                      <a:pt x="693415" y="100705"/>
                      <a:pt x="692327" y="100705"/>
                      <a:pt x="692327" y="100705"/>
                    </a:cubicBezTo>
                    <a:cubicBezTo>
                      <a:pt x="692327" y="100705"/>
                      <a:pt x="691964" y="100343"/>
                      <a:pt x="691602" y="100705"/>
                    </a:cubicBezTo>
                    <a:cubicBezTo>
                      <a:pt x="690877" y="101067"/>
                      <a:pt x="690877" y="101067"/>
                      <a:pt x="690514" y="101429"/>
                    </a:cubicBezTo>
                    <a:cubicBezTo>
                      <a:pt x="690514" y="101429"/>
                      <a:pt x="690514" y="101792"/>
                      <a:pt x="690514" y="102154"/>
                    </a:cubicBezTo>
                    <a:cubicBezTo>
                      <a:pt x="690877" y="102154"/>
                      <a:pt x="691239" y="102516"/>
                      <a:pt x="691602" y="102516"/>
                    </a:cubicBezTo>
                    <a:cubicBezTo>
                      <a:pt x="691964" y="102516"/>
                      <a:pt x="692327" y="102154"/>
                      <a:pt x="692327" y="102154"/>
                    </a:cubicBezTo>
                    <a:cubicBezTo>
                      <a:pt x="692690" y="102154"/>
                      <a:pt x="692690" y="101792"/>
                      <a:pt x="693052" y="102154"/>
                    </a:cubicBezTo>
                    <a:cubicBezTo>
                      <a:pt x="693415" y="102154"/>
                      <a:pt x="694140" y="102154"/>
                      <a:pt x="694140" y="102154"/>
                    </a:cubicBezTo>
                    <a:cubicBezTo>
                      <a:pt x="694140" y="102154"/>
                      <a:pt x="694140" y="102154"/>
                      <a:pt x="694502" y="102516"/>
                    </a:cubicBezTo>
                    <a:cubicBezTo>
                      <a:pt x="694865" y="102878"/>
                      <a:pt x="695227" y="102878"/>
                      <a:pt x="695590" y="102878"/>
                    </a:cubicBezTo>
                    <a:cubicBezTo>
                      <a:pt x="696315" y="103241"/>
                      <a:pt x="695590" y="103241"/>
                      <a:pt x="696677" y="103241"/>
                    </a:cubicBezTo>
                    <a:cubicBezTo>
                      <a:pt x="697765" y="102878"/>
                      <a:pt x="697402" y="102154"/>
                      <a:pt x="698127" y="102878"/>
                    </a:cubicBezTo>
                    <a:cubicBezTo>
                      <a:pt x="698852" y="103603"/>
                      <a:pt x="699215" y="103241"/>
                      <a:pt x="699215" y="103603"/>
                    </a:cubicBezTo>
                    <a:cubicBezTo>
                      <a:pt x="699577" y="103965"/>
                      <a:pt x="699577" y="103241"/>
                      <a:pt x="699577" y="103965"/>
                    </a:cubicBezTo>
                    <a:cubicBezTo>
                      <a:pt x="699215" y="104690"/>
                      <a:pt x="698852" y="105052"/>
                      <a:pt x="699215" y="105414"/>
                    </a:cubicBezTo>
                    <a:cubicBezTo>
                      <a:pt x="699215" y="105776"/>
                      <a:pt x="699215" y="106139"/>
                      <a:pt x="699215" y="106501"/>
                    </a:cubicBezTo>
                    <a:cubicBezTo>
                      <a:pt x="698852" y="106863"/>
                      <a:pt x="698127" y="107225"/>
                      <a:pt x="698127" y="107225"/>
                    </a:cubicBezTo>
                    <a:cubicBezTo>
                      <a:pt x="698127" y="107225"/>
                      <a:pt x="697765" y="106863"/>
                      <a:pt x="697765" y="106863"/>
                    </a:cubicBezTo>
                    <a:cubicBezTo>
                      <a:pt x="697402" y="107225"/>
                      <a:pt x="696677" y="107225"/>
                      <a:pt x="695590" y="107225"/>
                    </a:cubicBezTo>
                    <a:cubicBezTo>
                      <a:pt x="694865" y="107225"/>
                      <a:pt x="693777" y="107950"/>
                      <a:pt x="693777" y="107950"/>
                    </a:cubicBezTo>
                    <a:cubicBezTo>
                      <a:pt x="693777" y="107950"/>
                      <a:pt x="693777" y="107950"/>
                      <a:pt x="693415" y="107950"/>
                    </a:cubicBezTo>
                    <a:cubicBezTo>
                      <a:pt x="693052" y="108312"/>
                      <a:pt x="692327" y="108674"/>
                      <a:pt x="691964" y="108674"/>
                    </a:cubicBezTo>
                    <a:cubicBezTo>
                      <a:pt x="691239" y="109037"/>
                      <a:pt x="690514" y="109399"/>
                      <a:pt x="690152" y="109399"/>
                    </a:cubicBezTo>
                    <a:cubicBezTo>
                      <a:pt x="689789" y="109399"/>
                      <a:pt x="687977" y="109761"/>
                      <a:pt x="687614" y="109761"/>
                    </a:cubicBezTo>
                    <a:cubicBezTo>
                      <a:pt x="687614" y="109761"/>
                      <a:pt x="686889" y="108674"/>
                      <a:pt x="686527" y="108312"/>
                    </a:cubicBezTo>
                    <a:cubicBezTo>
                      <a:pt x="686164" y="108312"/>
                      <a:pt x="685077" y="108312"/>
                      <a:pt x="684714" y="108312"/>
                    </a:cubicBezTo>
                    <a:cubicBezTo>
                      <a:pt x="683989" y="107950"/>
                      <a:pt x="683627" y="107588"/>
                      <a:pt x="683627" y="107588"/>
                    </a:cubicBezTo>
                    <a:cubicBezTo>
                      <a:pt x="683264" y="107588"/>
                      <a:pt x="683264" y="107225"/>
                      <a:pt x="682539" y="106863"/>
                    </a:cubicBezTo>
                    <a:cubicBezTo>
                      <a:pt x="682539" y="106863"/>
                      <a:pt x="682539" y="106863"/>
                      <a:pt x="682539" y="105776"/>
                    </a:cubicBezTo>
                    <a:cubicBezTo>
                      <a:pt x="682539" y="105776"/>
                      <a:pt x="682539" y="105052"/>
                      <a:pt x="682902" y="105052"/>
                    </a:cubicBezTo>
                    <a:cubicBezTo>
                      <a:pt x="682902" y="105052"/>
                      <a:pt x="683627" y="105414"/>
                      <a:pt x="683989" y="105414"/>
                    </a:cubicBezTo>
                    <a:cubicBezTo>
                      <a:pt x="684352" y="105414"/>
                      <a:pt x="685077" y="104327"/>
                      <a:pt x="685802" y="105052"/>
                    </a:cubicBezTo>
                    <a:cubicBezTo>
                      <a:pt x="686164" y="106139"/>
                      <a:pt x="686527" y="105776"/>
                      <a:pt x="686889" y="105776"/>
                    </a:cubicBezTo>
                    <a:cubicBezTo>
                      <a:pt x="687252" y="106139"/>
                      <a:pt x="687614" y="105776"/>
                      <a:pt x="687977" y="106139"/>
                    </a:cubicBezTo>
                    <a:cubicBezTo>
                      <a:pt x="687977" y="106139"/>
                      <a:pt x="687252" y="105414"/>
                      <a:pt x="686889" y="105414"/>
                    </a:cubicBezTo>
                    <a:cubicBezTo>
                      <a:pt x="686889" y="105414"/>
                      <a:pt x="686527" y="105052"/>
                      <a:pt x="686164" y="104690"/>
                    </a:cubicBezTo>
                    <a:cubicBezTo>
                      <a:pt x="685802" y="104690"/>
                      <a:pt x="685439" y="104327"/>
                      <a:pt x="685077" y="104327"/>
                    </a:cubicBezTo>
                    <a:cubicBezTo>
                      <a:pt x="685077" y="104327"/>
                      <a:pt x="684352" y="103965"/>
                      <a:pt x="683989" y="104327"/>
                    </a:cubicBezTo>
                    <a:cubicBezTo>
                      <a:pt x="683627" y="104690"/>
                      <a:pt x="682539" y="104327"/>
                      <a:pt x="682539" y="104327"/>
                    </a:cubicBezTo>
                    <a:cubicBezTo>
                      <a:pt x="682539" y="104327"/>
                      <a:pt x="682539" y="104327"/>
                      <a:pt x="681814" y="104327"/>
                    </a:cubicBezTo>
                    <a:cubicBezTo>
                      <a:pt x="680726" y="104690"/>
                      <a:pt x="680364" y="105414"/>
                      <a:pt x="680364" y="105414"/>
                    </a:cubicBezTo>
                    <a:cubicBezTo>
                      <a:pt x="679639" y="105776"/>
                      <a:pt x="679276" y="106139"/>
                      <a:pt x="679276" y="106139"/>
                    </a:cubicBezTo>
                    <a:cubicBezTo>
                      <a:pt x="679276" y="106139"/>
                      <a:pt x="678914" y="105776"/>
                      <a:pt x="678551" y="106139"/>
                    </a:cubicBezTo>
                    <a:cubicBezTo>
                      <a:pt x="678551" y="106139"/>
                      <a:pt x="678551" y="106139"/>
                      <a:pt x="677464" y="105414"/>
                    </a:cubicBezTo>
                    <a:cubicBezTo>
                      <a:pt x="677464" y="105414"/>
                      <a:pt x="677464" y="105414"/>
                      <a:pt x="677101" y="105776"/>
                    </a:cubicBezTo>
                    <a:cubicBezTo>
                      <a:pt x="677101" y="105776"/>
                      <a:pt x="676376" y="105776"/>
                      <a:pt x="676376" y="106139"/>
                    </a:cubicBezTo>
                    <a:cubicBezTo>
                      <a:pt x="676376" y="106501"/>
                      <a:pt x="676739" y="106863"/>
                      <a:pt x="677101" y="106863"/>
                    </a:cubicBezTo>
                    <a:cubicBezTo>
                      <a:pt x="677101" y="106501"/>
                      <a:pt x="677826" y="106501"/>
                      <a:pt x="678551" y="106139"/>
                    </a:cubicBezTo>
                    <a:cubicBezTo>
                      <a:pt x="679276" y="105776"/>
                      <a:pt x="679639" y="106863"/>
                      <a:pt x="678914" y="106863"/>
                    </a:cubicBezTo>
                    <a:cubicBezTo>
                      <a:pt x="678551" y="106863"/>
                      <a:pt x="679276" y="107225"/>
                      <a:pt x="679639" y="107225"/>
                    </a:cubicBezTo>
                    <a:cubicBezTo>
                      <a:pt x="680001" y="106863"/>
                      <a:pt x="680726" y="107588"/>
                      <a:pt x="682177" y="107950"/>
                    </a:cubicBezTo>
                    <a:cubicBezTo>
                      <a:pt x="683264" y="107950"/>
                      <a:pt x="683264" y="108312"/>
                      <a:pt x="683627" y="109399"/>
                    </a:cubicBezTo>
                    <a:cubicBezTo>
                      <a:pt x="684352" y="110486"/>
                      <a:pt x="682902" y="109399"/>
                      <a:pt x="681814" y="109399"/>
                    </a:cubicBezTo>
                    <a:cubicBezTo>
                      <a:pt x="680364" y="109399"/>
                      <a:pt x="680726" y="108674"/>
                      <a:pt x="680001" y="108674"/>
                    </a:cubicBezTo>
                    <a:cubicBezTo>
                      <a:pt x="678914" y="108312"/>
                      <a:pt x="678551" y="109037"/>
                      <a:pt x="677464" y="108674"/>
                    </a:cubicBezTo>
                    <a:cubicBezTo>
                      <a:pt x="676014" y="108312"/>
                      <a:pt x="677101" y="108312"/>
                      <a:pt x="677101" y="107225"/>
                    </a:cubicBezTo>
                    <a:cubicBezTo>
                      <a:pt x="676739" y="107588"/>
                      <a:pt x="676739" y="107588"/>
                      <a:pt x="676376" y="107588"/>
                    </a:cubicBezTo>
                    <a:cubicBezTo>
                      <a:pt x="676376" y="107588"/>
                      <a:pt x="676014" y="107225"/>
                      <a:pt x="675651" y="107588"/>
                    </a:cubicBezTo>
                    <a:cubicBezTo>
                      <a:pt x="675289" y="107588"/>
                      <a:pt x="674926" y="107588"/>
                      <a:pt x="674926" y="107950"/>
                    </a:cubicBezTo>
                    <a:cubicBezTo>
                      <a:pt x="674564" y="108312"/>
                      <a:pt x="674926" y="108312"/>
                      <a:pt x="674564" y="108674"/>
                    </a:cubicBezTo>
                    <a:cubicBezTo>
                      <a:pt x="673839" y="109037"/>
                      <a:pt x="673114" y="109037"/>
                      <a:pt x="673114" y="109037"/>
                    </a:cubicBezTo>
                    <a:cubicBezTo>
                      <a:pt x="672389" y="109037"/>
                      <a:pt x="672389" y="108674"/>
                      <a:pt x="672026" y="108674"/>
                    </a:cubicBezTo>
                    <a:cubicBezTo>
                      <a:pt x="671301" y="108674"/>
                      <a:pt x="671301" y="108312"/>
                      <a:pt x="670939" y="108674"/>
                    </a:cubicBezTo>
                    <a:cubicBezTo>
                      <a:pt x="670576" y="108674"/>
                      <a:pt x="670576" y="107950"/>
                      <a:pt x="670214" y="108312"/>
                    </a:cubicBezTo>
                    <a:cubicBezTo>
                      <a:pt x="669851" y="108674"/>
                      <a:pt x="669851" y="108312"/>
                      <a:pt x="669489" y="108312"/>
                    </a:cubicBezTo>
                    <a:cubicBezTo>
                      <a:pt x="669126" y="108312"/>
                      <a:pt x="669126" y="107950"/>
                      <a:pt x="668763" y="107950"/>
                    </a:cubicBezTo>
                    <a:cubicBezTo>
                      <a:pt x="668401" y="108312"/>
                      <a:pt x="668763" y="109037"/>
                      <a:pt x="669126" y="109037"/>
                    </a:cubicBezTo>
                    <a:cubicBezTo>
                      <a:pt x="669489" y="109399"/>
                      <a:pt x="669851" y="109399"/>
                      <a:pt x="669851" y="109399"/>
                    </a:cubicBezTo>
                    <a:cubicBezTo>
                      <a:pt x="669851" y="109399"/>
                      <a:pt x="670939" y="109761"/>
                      <a:pt x="671301" y="109761"/>
                    </a:cubicBezTo>
                    <a:cubicBezTo>
                      <a:pt x="671301" y="109399"/>
                      <a:pt x="672026" y="109399"/>
                      <a:pt x="672389" y="109399"/>
                    </a:cubicBezTo>
                    <a:cubicBezTo>
                      <a:pt x="673114" y="109399"/>
                      <a:pt x="674201" y="109399"/>
                      <a:pt x="674201" y="109399"/>
                    </a:cubicBezTo>
                    <a:cubicBezTo>
                      <a:pt x="674201" y="109399"/>
                      <a:pt x="674926" y="109761"/>
                      <a:pt x="675289" y="110123"/>
                    </a:cubicBezTo>
                    <a:cubicBezTo>
                      <a:pt x="675651" y="110123"/>
                      <a:pt x="676014" y="110123"/>
                      <a:pt x="676376" y="110123"/>
                    </a:cubicBezTo>
                    <a:cubicBezTo>
                      <a:pt x="676376" y="110486"/>
                      <a:pt x="677464" y="109761"/>
                      <a:pt x="677101" y="110486"/>
                    </a:cubicBezTo>
                    <a:cubicBezTo>
                      <a:pt x="676739" y="111210"/>
                      <a:pt x="677464" y="111210"/>
                      <a:pt x="677101" y="111572"/>
                    </a:cubicBezTo>
                    <a:cubicBezTo>
                      <a:pt x="677101" y="111935"/>
                      <a:pt x="676739" y="111935"/>
                      <a:pt x="676376" y="112297"/>
                    </a:cubicBezTo>
                    <a:cubicBezTo>
                      <a:pt x="676014" y="112659"/>
                      <a:pt x="677101" y="112297"/>
                      <a:pt x="677464" y="112659"/>
                    </a:cubicBezTo>
                    <a:cubicBezTo>
                      <a:pt x="677826" y="112659"/>
                      <a:pt x="678551" y="113021"/>
                      <a:pt x="678189" y="113384"/>
                    </a:cubicBezTo>
                    <a:cubicBezTo>
                      <a:pt x="677826" y="113746"/>
                      <a:pt x="678189" y="114108"/>
                      <a:pt x="678189" y="114108"/>
                    </a:cubicBezTo>
                    <a:cubicBezTo>
                      <a:pt x="678189" y="114108"/>
                      <a:pt x="678914" y="114470"/>
                      <a:pt x="678914" y="114833"/>
                    </a:cubicBezTo>
                    <a:cubicBezTo>
                      <a:pt x="678914" y="115195"/>
                      <a:pt x="678551" y="116282"/>
                      <a:pt x="678551" y="116282"/>
                    </a:cubicBezTo>
                    <a:cubicBezTo>
                      <a:pt x="678551" y="116282"/>
                      <a:pt x="678551" y="116282"/>
                      <a:pt x="678914" y="116644"/>
                    </a:cubicBezTo>
                    <a:cubicBezTo>
                      <a:pt x="678914" y="116644"/>
                      <a:pt x="678914" y="116644"/>
                      <a:pt x="680364" y="116644"/>
                    </a:cubicBezTo>
                    <a:cubicBezTo>
                      <a:pt x="680364" y="116644"/>
                      <a:pt x="681089" y="117368"/>
                      <a:pt x="681452" y="117731"/>
                    </a:cubicBezTo>
                    <a:cubicBezTo>
                      <a:pt x="681814" y="118093"/>
                      <a:pt x="682539" y="118093"/>
                      <a:pt x="682539" y="118093"/>
                    </a:cubicBezTo>
                    <a:cubicBezTo>
                      <a:pt x="682539" y="118093"/>
                      <a:pt x="682539" y="118093"/>
                      <a:pt x="684352" y="119180"/>
                    </a:cubicBezTo>
                    <a:cubicBezTo>
                      <a:pt x="684352" y="119180"/>
                      <a:pt x="684352" y="119180"/>
                      <a:pt x="685077" y="119542"/>
                    </a:cubicBezTo>
                    <a:cubicBezTo>
                      <a:pt x="685077" y="119542"/>
                      <a:pt x="686164" y="119542"/>
                      <a:pt x="685802" y="119904"/>
                    </a:cubicBezTo>
                    <a:cubicBezTo>
                      <a:pt x="685802" y="120266"/>
                      <a:pt x="686527" y="120629"/>
                      <a:pt x="686527" y="120629"/>
                    </a:cubicBezTo>
                    <a:cubicBezTo>
                      <a:pt x="686527" y="120991"/>
                      <a:pt x="687252" y="121353"/>
                      <a:pt x="687252" y="121353"/>
                    </a:cubicBezTo>
                    <a:cubicBezTo>
                      <a:pt x="687252" y="121353"/>
                      <a:pt x="688339" y="121715"/>
                      <a:pt x="688339" y="122078"/>
                    </a:cubicBezTo>
                    <a:cubicBezTo>
                      <a:pt x="688339" y="122078"/>
                      <a:pt x="689064" y="122078"/>
                      <a:pt x="688702" y="122440"/>
                    </a:cubicBezTo>
                    <a:cubicBezTo>
                      <a:pt x="688702" y="122802"/>
                      <a:pt x="689064" y="122802"/>
                      <a:pt x="688702" y="123164"/>
                    </a:cubicBezTo>
                    <a:cubicBezTo>
                      <a:pt x="688339" y="123527"/>
                      <a:pt x="689427" y="123164"/>
                      <a:pt x="689427" y="123527"/>
                    </a:cubicBezTo>
                    <a:cubicBezTo>
                      <a:pt x="689427" y="123889"/>
                      <a:pt x="690152" y="124251"/>
                      <a:pt x="689789" y="124613"/>
                    </a:cubicBezTo>
                    <a:cubicBezTo>
                      <a:pt x="689427" y="125338"/>
                      <a:pt x="689789" y="125700"/>
                      <a:pt x="689789" y="125700"/>
                    </a:cubicBezTo>
                    <a:cubicBezTo>
                      <a:pt x="689789" y="125700"/>
                      <a:pt x="689789" y="125700"/>
                      <a:pt x="691239" y="124976"/>
                    </a:cubicBezTo>
                    <a:cubicBezTo>
                      <a:pt x="691964" y="124976"/>
                      <a:pt x="693415" y="126062"/>
                      <a:pt x="693415" y="126062"/>
                    </a:cubicBezTo>
                    <a:cubicBezTo>
                      <a:pt x="693415" y="126062"/>
                      <a:pt x="694140" y="126787"/>
                      <a:pt x="694140" y="127149"/>
                    </a:cubicBezTo>
                    <a:cubicBezTo>
                      <a:pt x="694140" y="127149"/>
                      <a:pt x="693777" y="127874"/>
                      <a:pt x="693777" y="127874"/>
                    </a:cubicBezTo>
                    <a:cubicBezTo>
                      <a:pt x="693777" y="127874"/>
                      <a:pt x="693777" y="127874"/>
                      <a:pt x="692690" y="128598"/>
                    </a:cubicBezTo>
                    <a:cubicBezTo>
                      <a:pt x="692690" y="128598"/>
                      <a:pt x="692690" y="128598"/>
                      <a:pt x="692327" y="129323"/>
                    </a:cubicBezTo>
                    <a:cubicBezTo>
                      <a:pt x="692327" y="129323"/>
                      <a:pt x="691239" y="128960"/>
                      <a:pt x="691239" y="129323"/>
                    </a:cubicBezTo>
                    <a:cubicBezTo>
                      <a:pt x="690877" y="129323"/>
                      <a:pt x="691239" y="129323"/>
                      <a:pt x="691602" y="129685"/>
                    </a:cubicBezTo>
                    <a:cubicBezTo>
                      <a:pt x="691602" y="130047"/>
                      <a:pt x="692690" y="130047"/>
                      <a:pt x="692690" y="130047"/>
                    </a:cubicBezTo>
                    <a:cubicBezTo>
                      <a:pt x="692690" y="130409"/>
                      <a:pt x="693415" y="130409"/>
                      <a:pt x="693415" y="131134"/>
                    </a:cubicBezTo>
                    <a:cubicBezTo>
                      <a:pt x="693415" y="131496"/>
                      <a:pt x="693052" y="132221"/>
                      <a:pt x="693052" y="132221"/>
                    </a:cubicBezTo>
                    <a:cubicBezTo>
                      <a:pt x="692690" y="132945"/>
                      <a:pt x="692327" y="133307"/>
                      <a:pt x="691964" y="133669"/>
                    </a:cubicBezTo>
                    <a:cubicBezTo>
                      <a:pt x="691602" y="134032"/>
                      <a:pt x="690514" y="134032"/>
                      <a:pt x="690514" y="134032"/>
                    </a:cubicBezTo>
                    <a:cubicBezTo>
                      <a:pt x="690514" y="134032"/>
                      <a:pt x="689789" y="133669"/>
                      <a:pt x="689427" y="133669"/>
                    </a:cubicBezTo>
                    <a:cubicBezTo>
                      <a:pt x="689064" y="133669"/>
                      <a:pt x="689064" y="132583"/>
                      <a:pt x="689064" y="132583"/>
                    </a:cubicBezTo>
                    <a:cubicBezTo>
                      <a:pt x="689064" y="132583"/>
                      <a:pt x="689064" y="132583"/>
                      <a:pt x="689064" y="131858"/>
                    </a:cubicBezTo>
                    <a:cubicBezTo>
                      <a:pt x="689064" y="131858"/>
                      <a:pt x="688339" y="131496"/>
                      <a:pt x="687977" y="131858"/>
                    </a:cubicBezTo>
                    <a:cubicBezTo>
                      <a:pt x="687977" y="132583"/>
                      <a:pt x="687614" y="131858"/>
                      <a:pt x="687977" y="132583"/>
                    </a:cubicBezTo>
                    <a:cubicBezTo>
                      <a:pt x="687977" y="132945"/>
                      <a:pt x="688339" y="133669"/>
                      <a:pt x="687977" y="133669"/>
                    </a:cubicBezTo>
                    <a:cubicBezTo>
                      <a:pt x="687977" y="134032"/>
                      <a:pt x="687252" y="134032"/>
                      <a:pt x="687252" y="134032"/>
                    </a:cubicBezTo>
                    <a:cubicBezTo>
                      <a:pt x="687252" y="134032"/>
                      <a:pt x="686527" y="133669"/>
                      <a:pt x="685802" y="133669"/>
                    </a:cubicBezTo>
                    <a:cubicBezTo>
                      <a:pt x="684714" y="133669"/>
                      <a:pt x="684352" y="133307"/>
                      <a:pt x="683989" y="132945"/>
                    </a:cubicBezTo>
                    <a:cubicBezTo>
                      <a:pt x="683627" y="132945"/>
                      <a:pt x="683627" y="132221"/>
                      <a:pt x="683264" y="132583"/>
                    </a:cubicBezTo>
                    <a:cubicBezTo>
                      <a:pt x="682539" y="132945"/>
                      <a:pt x="682177" y="132583"/>
                      <a:pt x="681814" y="132583"/>
                    </a:cubicBezTo>
                    <a:cubicBezTo>
                      <a:pt x="681452" y="132221"/>
                      <a:pt x="681089" y="130772"/>
                      <a:pt x="681089" y="130772"/>
                    </a:cubicBezTo>
                    <a:cubicBezTo>
                      <a:pt x="681089" y="130772"/>
                      <a:pt x="681089" y="130772"/>
                      <a:pt x="681089" y="130047"/>
                    </a:cubicBezTo>
                    <a:cubicBezTo>
                      <a:pt x="681089" y="130047"/>
                      <a:pt x="680726" y="128598"/>
                      <a:pt x="680001" y="128598"/>
                    </a:cubicBezTo>
                    <a:cubicBezTo>
                      <a:pt x="679639" y="128598"/>
                      <a:pt x="679639" y="127874"/>
                      <a:pt x="679276" y="127874"/>
                    </a:cubicBezTo>
                    <a:cubicBezTo>
                      <a:pt x="678551" y="127874"/>
                      <a:pt x="678189" y="127511"/>
                      <a:pt x="678189" y="127511"/>
                    </a:cubicBezTo>
                    <a:cubicBezTo>
                      <a:pt x="677464" y="127149"/>
                      <a:pt x="677826" y="126787"/>
                      <a:pt x="676376" y="126062"/>
                    </a:cubicBezTo>
                    <a:cubicBezTo>
                      <a:pt x="676376" y="126062"/>
                      <a:pt x="674926" y="125338"/>
                      <a:pt x="674926" y="125338"/>
                    </a:cubicBezTo>
                    <a:cubicBezTo>
                      <a:pt x="674564" y="125338"/>
                      <a:pt x="674201" y="124976"/>
                      <a:pt x="673839" y="124976"/>
                    </a:cubicBezTo>
                    <a:cubicBezTo>
                      <a:pt x="673476" y="124976"/>
                      <a:pt x="673114" y="124251"/>
                      <a:pt x="672751" y="124251"/>
                    </a:cubicBezTo>
                    <a:cubicBezTo>
                      <a:pt x="672026" y="124251"/>
                      <a:pt x="672026" y="124251"/>
                      <a:pt x="671664" y="123889"/>
                    </a:cubicBezTo>
                    <a:cubicBezTo>
                      <a:pt x="670939" y="123889"/>
                      <a:pt x="670939" y="123527"/>
                      <a:pt x="670576" y="123527"/>
                    </a:cubicBezTo>
                    <a:cubicBezTo>
                      <a:pt x="670214" y="123527"/>
                      <a:pt x="670214" y="123527"/>
                      <a:pt x="669489" y="123527"/>
                    </a:cubicBezTo>
                    <a:cubicBezTo>
                      <a:pt x="669489" y="123527"/>
                      <a:pt x="668401" y="123889"/>
                      <a:pt x="668401" y="123527"/>
                    </a:cubicBezTo>
                    <a:cubicBezTo>
                      <a:pt x="668038" y="123527"/>
                      <a:pt x="667313" y="123889"/>
                      <a:pt x="667676" y="123889"/>
                    </a:cubicBezTo>
                    <a:cubicBezTo>
                      <a:pt x="667676" y="124251"/>
                      <a:pt x="668038" y="124251"/>
                      <a:pt x="668401" y="124613"/>
                    </a:cubicBezTo>
                    <a:cubicBezTo>
                      <a:pt x="668401" y="124613"/>
                      <a:pt x="669126" y="124613"/>
                      <a:pt x="669126" y="124613"/>
                    </a:cubicBezTo>
                    <a:cubicBezTo>
                      <a:pt x="669126" y="124613"/>
                      <a:pt x="669126" y="124613"/>
                      <a:pt x="670214" y="124613"/>
                    </a:cubicBezTo>
                    <a:cubicBezTo>
                      <a:pt x="670214" y="124613"/>
                      <a:pt x="671301" y="124613"/>
                      <a:pt x="671301" y="124613"/>
                    </a:cubicBezTo>
                    <a:cubicBezTo>
                      <a:pt x="671301" y="124976"/>
                      <a:pt x="675289" y="126062"/>
                      <a:pt x="675289" y="126425"/>
                    </a:cubicBezTo>
                    <a:cubicBezTo>
                      <a:pt x="675289" y="126425"/>
                      <a:pt x="675289" y="127149"/>
                      <a:pt x="675289" y="127149"/>
                    </a:cubicBezTo>
                    <a:cubicBezTo>
                      <a:pt x="675289" y="127149"/>
                      <a:pt x="675289" y="127149"/>
                      <a:pt x="674926" y="127511"/>
                    </a:cubicBezTo>
                    <a:cubicBezTo>
                      <a:pt x="674201" y="127874"/>
                      <a:pt x="673839" y="127874"/>
                      <a:pt x="673476" y="128236"/>
                    </a:cubicBezTo>
                    <a:cubicBezTo>
                      <a:pt x="673476" y="128236"/>
                      <a:pt x="672026" y="128598"/>
                      <a:pt x="671664" y="128598"/>
                    </a:cubicBezTo>
                    <a:cubicBezTo>
                      <a:pt x="671301" y="128960"/>
                      <a:pt x="670576" y="128598"/>
                      <a:pt x="669851" y="128960"/>
                    </a:cubicBezTo>
                    <a:cubicBezTo>
                      <a:pt x="669489" y="128960"/>
                      <a:pt x="671301" y="128960"/>
                      <a:pt x="669126" y="128960"/>
                    </a:cubicBezTo>
                    <a:cubicBezTo>
                      <a:pt x="666588" y="128960"/>
                      <a:pt x="665501" y="128960"/>
                      <a:pt x="664776" y="129323"/>
                    </a:cubicBezTo>
                    <a:cubicBezTo>
                      <a:pt x="664051" y="129685"/>
                      <a:pt x="663326" y="129685"/>
                      <a:pt x="663326" y="130047"/>
                    </a:cubicBezTo>
                    <a:cubicBezTo>
                      <a:pt x="663326" y="130409"/>
                      <a:pt x="662601" y="131496"/>
                      <a:pt x="662601" y="131858"/>
                    </a:cubicBezTo>
                    <a:cubicBezTo>
                      <a:pt x="662601" y="131858"/>
                      <a:pt x="661876" y="132221"/>
                      <a:pt x="661876" y="132221"/>
                    </a:cubicBezTo>
                    <a:cubicBezTo>
                      <a:pt x="661513" y="132583"/>
                      <a:pt x="660788" y="132583"/>
                      <a:pt x="660426" y="132945"/>
                    </a:cubicBezTo>
                    <a:cubicBezTo>
                      <a:pt x="660063" y="133307"/>
                      <a:pt x="660063" y="133307"/>
                      <a:pt x="659701" y="133669"/>
                    </a:cubicBezTo>
                    <a:cubicBezTo>
                      <a:pt x="659701" y="133669"/>
                      <a:pt x="659701" y="133669"/>
                      <a:pt x="660426" y="133669"/>
                    </a:cubicBezTo>
                    <a:cubicBezTo>
                      <a:pt x="660788" y="133669"/>
                      <a:pt x="661151" y="133669"/>
                      <a:pt x="661151" y="133669"/>
                    </a:cubicBezTo>
                    <a:cubicBezTo>
                      <a:pt x="661151" y="133669"/>
                      <a:pt x="661876" y="133307"/>
                      <a:pt x="661876" y="133669"/>
                    </a:cubicBezTo>
                    <a:cubicBezTo>
                      <a:pt x="662238" y="134032"/>
                      <a:pt x="662238" y="134032"/>
                      <a:pt x="662601" y="134394"/>
                    </a:cubicBezTo>
                    <a:cubicBezTo>
                      <a:pt x="662963" y="134394"/>
                      <a:pt x="663326" y="134394"/>
                      <a:pt x="663688" y="134394"/>
                    </a:cubicBezTo>
                    <a:cubicBezTo>
                      <a:pt x="664051" y="134394"/>
                      <a:pt x="664051" y="134032"/>
                      <a:pt x="664051" y="134032"/>
                    </a:cubicBezTo>
                    <a:cubicBezTo>
                      <a:pt x="664051" y="134032"/>
                      <a:pt x="662601" y="133307"/>
                      <a:pt x="663326" y="133307"/>
                    </a:cubicBezTo>
                    <a:cubicBezTo>
                      <a:pt x="663688" y="133307"/>
                      <a:pt x="664776" y="132221"/>
                      <a:pt x="665138" y="131858"/>
                    </a:cubicBezTo>
                    <a:cubicBezTo>
                      <a:pt x="665501" y="131496"/>
                      <a:pt x="665138" y="131496"/>
                      <a:pt x="665863" y="131134"/>
                    </a:cubicBezTo>
                    <a:cubicBezTo>
                      <a:pt x="666588" y="130772"/>
                      <a:pt x="667313" y="130409"/>
                      <a:pt x="667313" y="130409"/>
                    </a:cubicBezTo>
                    <a:cubicBezTo>
                      <a:pt x="667313" y="130047"/>
                      <a:pt x="666951" y="130047"/>
                      <a:pt x="667676" y="130047"/>
                    </a:cubicBezTo>
                    <a:cubicBezTo>
                      <a:pt x="668401" y="130047"/>
                      <a:pt x="670576" y="129323"/>
                      <a:pt x="670939" y="129323"/>
                    </a:cubicBezTo>
                    <a:cubicBezTo>
                      <a:pt x="671301" y="129323"/>
                      <a:pt x="670576" y="128960"/>
                      <a:pt x="672389" y="129323"/>
                    </a:cubicBezTo>
                    <a:cubicBezTo>
                      <a:pt x="673839" y="129323"/>
                      <a:pt x="674564" y="129323"/>
                      <a:pt x="674926" y="129323"/>
                    </a:cubicBezTo>
                    <a:cubicBezTo>
                      <a:pt x="674926" y="129323"/>
                      <a:pt x="675651" y="130047"/>
                      <a:pt x="675651" y="130409"/>
                    </a:cubicBezTo>
                    <a:cubicBezTo>
                      <a:pt x="676014" y="130409"/>
                      <a:pt x="676739" y="130409"/>
                      <a:pt x="676014" y="131134"/>
                    </a:cubicBezTo>
                    <a:cubicBezTo>
                      <a:pt x="675289" y="131858"/>
                      <a:pt x="675289" y="131858"/>
                      <a:pt x="674926" y="132221"/>
                    </a:cubicBezTo>
                    <a:cubicBezTo>
                      <a:pt x="674564" y="132221"/>
                      <a:pt x="672389" y="133307"/>
                      <a:pt x="672389" y="133307"/>
                    </a:cubicBezTo>
                    <a:cubicBezTo>
                      <a:pt x="672389" y="133307"/>
                      <a:pt x="670939" y="133307"/>
                      <a:pt x="670939" y="133307"/>
                    </a:cubicBezTo>
                    <a:cubicBezTo>
                      <a:pt x="670939" y="133307"/>
                      <a:pt x="670939" y="133669"/>
                      <a:pt x="670576" y="134394"/>
                    </a:cubicBezTo>
                    <a:cubicBezTo>
                      <a:pt x="670214" y="135118"/>
                      <a:pt x="670214" y="135481"/>
                      <a:pt x="669489" y="135481"/>
                    </a:cubicBezTo>
                    <a:cubicBezTo>
                      <a:pt x="669126" y="135481"/>
                      <a:pt x="668401" y="135118"/>
                      <a:pt x="668038" y="135118"/>
                    </a:cubicBezTo>
                    <a:cubicBezTo>
                      <a:pt x="667676" y="135118"/>
                      <a:pt x="666951" y="135118"/>
                      <a:pt x="666951" y="135481"/>
                    </a:cubicBezTo>
                    <a:cubicBezTo>
                      <a:pt x="666588" y="135843"/>
                      <a:pt x="666588" y="135481"/>
                      <a:pt x="666226" y="136205"/>
                    </a:cubicBezTo>
                    <a:cubicBezTo>
                      <a:pt x="666226" y="136930"/>
                      <a:pt x="665501" y="136205"/>
                      <a:pt x="664776" y="136567"/>
                    </a:cubicBezTo>
                    <a:cubicBezTo>
                      <a:pt x="664413" y="136930"/>
                      <a:pt x="663326" y="136567"/>
                      <a:pt x="663326" y="136930"/>
                    </a:cubicBezTo>
                    <a:cubicBezTo>
                      <a:pt x="663326" y="137292"/>
                      <a:pt x="662963" y="136567"/>
                      <a:pt x="662238" y="136930"/>
                    </a:cubicBezTo>
                    <a:cubicBezTo>
                      <a:pt x="661876" y="136930"/>
                      <a:pt x="661513" y="136930"/>
                      <a:pt x="661876" y="136930"/>
                    </a:cubicBezTo>
                    <a:cubicBezTo>
                      <a:pt x="662238" y="137292"/>
                      <a:pt x="662601" y="137292"/>
                      <a:pt x="663688" y="137292"/>
                    </a:cubicBezTo>
                    <a:cubicBezTo>
                      <a:pt x="664413" y="137654"/>
                      <a:pt x="664413" y="136930"/>
                      <a:pt x="664776" y="137292"/>
                    </a:cubicBezTo>
                    <a:cubicBezTo>
                      <a:pt x="665138" y="137654"/>
                      <a:pt x="666951" y="137292"/>
                      <a:pt x="666951" y="136930"/>
                    </a:cubicBezTo>
                    <a:cubicBezTo>
                      <a:pt x="666951" y="136930"/>
                      <a:pt x="667313" y="136567"/>
                      <a:pt x="667676" y="136205"/>
                    </a:cubicBezTo>
                    <a:cubicBezTo>
                      <a:pt x="667676" y="136205"/>
                      <a:pt x="668038" y="135843"/>
                      <a:pt x="668401" y="135843"/>
                    </a:cubicBezTo>
                    <a:cubicBezTo>
                      <a:pt x="668763" y="136205"/>
                      <a:pt x="669489" y="135843"/>
                      <a:pt x="669489" y="135843"/>
                    </a:cubicBezTo>
                    <a:cubicBezTo>
                      <a:pt x="669851" y="135843"/>
                      <a:pt x="670576" y="135843"/>
                      <a:pt x="670939" y="135843"/>
                    </a:cubicBezTo>
                    <a:cubicBezTo>
                      <a:pt x="671301" y="135481"/>
                      <a:pt x="674201" y="134756"/>
                      <a:pt x="674201" y="134756"/>
                    </a:cubicBezTo>
                    <a:cubicBezTo>
                      <a:pt x="674201" y="134756"/>
                      <a:pt x="674926" y="134394"/>
                      <a:pt x="674926" y="134394"/>
                    </a:cubicBezTo>
                    <a:cubicBezTo>
                      <a:pt x="675289" y="134394"/>
                      <a:pt x="676376" y="134394"/>
                      <a:pt x="676376" y="134394"/>
                    </a:cubicBezTo>
                    <a:cubicBezTo>
                      <a:pt x="676739" y="134756"/>
                      <a:pt x="677826" y="134756"/>
                      <a:pt x="677826" y="135118"/>
                    </a:cubicBezTo>
                    <a:cubicBezTo>
                      <a:pt x="677826" y="135118"/>
                      <a:pt x="678914" y="135118"/>
                      <a:pt x="679276" y="135481"/>
                    </a:cubicBezTo>
                    <a:cubicBezTo>
                      <a:pt x="679639" y="135481"/>
                      <a:pt x="679639" y="135481"/>
                      <a:pt x="680726" y="135481"/>
                    </a:cubicBezTo>
                    <a:cubicBezTo>
                      <a:pt x="681452" y="135481"/>
                      <a:pt x="681814" y="135481"/>
                      <a:pt x="682177" y="135843"/>
                    </a:cubicBezTo>
                    <a:cubicBezTo>
                      <a:pt x="682902" y="135843"/>
                      <a:pt x="683627" y="136930"/>
                      <a:pt x="683989" y="136930"/>
                    </a:cubicBezTo>
                    <a:cubicBezTo>
                      <a:pt x="684714" y="137292"/>
                      <a:pt x="685077" y="136930"/>
                      <a:pt x="685439" y="136930"/>
                    </a:cubicBezTo>
                    <a:cubicBezTo>
                      <a:pt x="685802" y="137292"/>
                      <a:pt x="687252" y="136567"/>
                      <a:pt x="687614" y="136567"/>
                    </a:cubicBezTo>
                    <a:cubicBezTo>
                      <a:pt x="687977" y="136567"/>
                      <a:pt x="688702" y="136205"/>
                      <a:pt x="689427" y="136205"/>
                    </a:cubicBezTo>
                    <a:cubicBezTo>
                      <a:pt x="690152" y="136567"/>
                      <a:pt x="690152" y="135843"/>
                      <a:pt x="690152" y="136567"/>
                    </a:cubicBezTo>
                    <a:cubicBezTo>
                      <a:pt x="690514" y="136930"/>
                      <a:pt x="690152" y="137292"/>
                      <a:pt x="690514" y="137292"/>
                    </a:cubicBezTo>
                    <a:cubicBezTo>
                      <a:pt x="690514" y="137654"/>
                      <a:pt x="689427" y="138379"/>
                      <a:pt x="688702" y="138379"/>
                    </a:cubicBezTo>
                    <a:cubicBezTo>
                      <a:pt x="687977" y="138741"/>
                      <a:pt x="686889" y="138741"/>
                      <a:pt x="686527" y="139103"/>
                    </a:cubicBezTo>
                    <a:cubicBezTo>
                      <a:pt x="686527" y="139465"/>
                      <a:pt x="685439" y="139828"/>
                      <a:pt x="685077" y="140190"/>
                    </a:cubicBezTo>
                    <a:cubicBezTo>
                      <a:pt x="684714" y="140552"/>
                      <a:pt x="684352" y="139828"/>
                      <a:pt x="683989" y="140190"/>
                    </a:cubicBezTo>
                    <a:cubicBezTo>
                      <a:pt x="683627" y="140552"/>
                      <a:pt x="679639" y="143450"/>
                      <a:pt x="679276" y="143450"/>
                    </a:cubicBezTo>
                    <a:cubicBezTo>
                      <a:pt x="678914" y="143812"/>
                      <a:pt x="678189" y="143812"/>
                      <a:pt x="677826" y="144537"/>
                    </a:cubicBezTo>
                    <a:cubicBezTo>
                      <a:pt x="677464" y="145261"/>
                      <a:pt x="676739" y="145624"/>
                      <a:pt x="676376" y="145986"/>
                    </a:cubicBezTo>
                    <a:cubicBezTo>
                      <a:pt x="676014" y="145986"/>
                      <a:pt x="676014" y="145261"/>
                      <a:pt x="674926" y="146348"/>
                    </a:cubicBezTo>
                    <a:cubicBezTo>
                      <a:pt x="673839" y="147435"/>
                      <a:pt x="674201" y="146710"/>
                      <a:pt x="673476" y="147073"/>
                    </a:cubicBezTo>
                    <a:cubicBezTo>
                      <a:pt x="673114" y="147797"/>
                      <a:pt x="673476" y="147797"/>
                      <a:pt x="672751" y="147797"/>
                    </a:cubicBezTo>
                    <a:cubicBezTo>
                      <a:pt x="672389" y="148159"/>
                      <a:pt x="672389" y="148159"/>
                      <a:pt x="672026" y="148159"/>
                    </a:cubicBezTo>
                    <a:cubicBezTo>
                      <a:pt x="672026" y="148522"/>
                      <a:pt x="671664" y="147797"/>
                      <a:pt x="670939" y="148522"/>
                    </a:cubicBezTo>
                    <a:cubicBezTo>
                      <a:pt x="670576" y="148884"/>
                      <a:pt x="670214" y="148884"/>
                      <a:pt x="669851" y="148884"/>
                    </a:cubicBezTo>
                    <a:cubicBezTo>
                      <a:pt x="669126" y="148522"/>
                      <a:pt x="668763" y="148159"/>
                      <a:pt x="668038" y="148884"/>
                    </a:cubicBezTo>
                    <a:cubicBezTo>
                      <a:pt x="667676" y="149246"/>
                      <a:pt x="667313" y="149246"/>
                      <a:pt x="666951" y="149608"/>
                    </a:cubicBezTo>
                    <a:cubicBezTo>
                      <a:pt x="666951" y="149971"/>
                      <a:pt x="664051" y="150695"/>
                      <a:pt x="663688" y="150695"/>
                    </a:cubicBezTo>
                    <a:cubicBezTo>
                      <a:pt x="663688" y="150695"/>
                      <a:pt x="663326" y="150333"/>
                      <a:pt x="662963" y="150695"/>
                    </a:cubicBezTo>
                    <a:cubicBezTo>
                      <a:pt x="662601" y="150695"/>
                      <a:pt x="662601" y="149971"/>
                      <a:pt x="661876" y="150695"/>
                    </a:cubicBezTo>
                    <a:cubicBezTo>
                      <a:pt x="661151" y="151420"/>
                      <a:pt x="660063" y="151057"/>
                      <a:pt x="659701" y="151782"/>
                    </a:cubicBezTo>
                    <a:cubicBezTo>
                      <a:pt x="659338" y="152144"/>
                      <a:pt x="657888" y="151057"/>
                      <a:pt x="657525" y="151420"/>
                    </a:cubicBezTo>
                    <a:cubicBezTo>
                      <a:pt x="657163" y="152144"/>
                      <a:pt x="656075" y="152506"/>
                      <a:pt x="655713" y="152869"/>
                    </a:cubicBezTo>
                    <a:cubicBezTo>
                      <a:pt x="655713" y="152869"/>
                      <a:pt x="655350" y="152506"/>
                      <a:pt x="655350" y="152506"/>
                    </a:cubicBezTo>
                    <a:cubicBezTo>
                      <a:pt x="654988" y="152506"/>
                      <a:pt x="653900" y="151057"/>
                      <a:pt x="653900" y="151420"/>
                    </a:cubicBezTo>
                    <a:cubicBezTo>
                      <a:pt x="653538" y="151782"/>
                      <a:pt x="653175" y="151420"/>
                      <a:pt x="652813" y="151782"/>
                    </a:cubicBezTo>
                    <a:cubicBezTo>
                      <a:pt x="652813" y="151782"/>
                      <a:pt x="652813" y="152506"/>
                      <a:pt x="653175" y="152506"/>
                    </a:cubicBezTo>
                    <a:cubicBezTo>
                      <a:pt x="653538" y="152506"/>
                      <a:pt x="653900" y="152506"/>
                      <a:pt x="653900" y="152506"/>
                    </a:cubicBezTo>
                    <a:cubicBezTo>
                      <a:pt x="654263" y="152506"/>
                      <a:pt x="653900" y="152869"/>
                      <a:pt x="653900" y="153231"/>
                    </a:cubicBezTo>
                    <a:cubicBezTo>
                      <a:pt x="653538" y="153231"/>
                      <a:pt x="652088" y="153593"/>
                      <a:pt x="652088" y="153593"/>
                    </a:cubicBezTo>
                    <a:cubicBezTo>
                      <a:pt x="651725" y="153593"/>
                      <a:pt x="651363" y="152869"/>
                      <a:pt x="651000" y="152869"/>
                    </a:cubicBezTo>
                    <a:cubicBezTo>
                      <a:pt x="650638" y="152869"/>
                      <a:pt x="650275" y="152506"/>
                      <a:pt x="650275" y="152869"/>
                    </a:cubicBezTo>
                    <a:cubicBezTo>
                      <a:pt x="650275" y="153231"/>
                      <a:pt x="650275" y="153593"/>
                      <a:pt x="649550" y="153593"/>
                    </a:cubicBezTo>
                    <a:cubicBezTo>
                      <a:pt x="649188" y="153955"/>
                      <a:pt x="647738" y="154318"/>
                      <a:pt x="647375" y="153955"/>
                    </a:cubicBezTo>
                    <a:cubicBezTo>
                      <a:pt x="647013" y="153593"/>
                      <a:pt x="647013" y="152869"/>
                      <a:pt x="645925" y="152506"/>
                    </a:cubicBezTo>
                    <a:cubicBezTo>
                      <a:pt x="645200" y="152144"/>
                      <a:pt x="644837" y="151782"/>
                      <a:pt x="644475" y="151782"/>
                    </a:cubicBezTo>
                    <a:cubicBezTo>
                      <a:pt x="643750" y="151782"/>
                      <a:pt x="643387" y="150695"/>
                      <a:pt x="643025" y="150695"/>
                    </a:cubicBezTo>
                    <a:cubicBezTo>
                      <a:pt x="642662" y="150695"/>
                      <a:pt x="641937" y="150333"/>
                      <a:pt x="641937" y="151057"/>
                    </a:cubicBezTo>
                    <a:cubicBezTo>
                      <a:pt x="642300" y="151782"/>
                      <a:pt x="642300" y="151782"/>
                      <a:pt x="642662" y="152144"/>
                    </a:cubicBezTo>
                    <a:cubicBezTo>
                      <a:pt x="643025" y="152144"/>
                      <a:pt x="643025" y="153231"/>
                      <a:pt x="643387" y="153231"/>
                    </a:cubicBezTo>
                    <a:cubicBezTo>
                      <a:pt x="643387" y="153593"/>
                      <a:pt x="644475" y="153593"/>
                      <a:pt x="644112" y="154318"/>
                    </a:cubicBezTo>
                    <a:cubicBezTo>
                      <a:pt x="643750" y="155042"/>
                      <a:pt x="643750" y="155042"/>
                      <a:pt x="643387" y="155404"/>
                    </a:cubicBezTo>
                    <a:cubicBezTo>
                      <a:pt x="643025" y="155404"/>
                      <a:pt x="642300" y="155404"/>
                      <a:pt x="641937" y="155767"/>
                    </a:cubicBezTo>
                    <a:cubicBezTo>
                      <a:pt x="641937" y="155767"/>
                      <a:pt x="640487" y="156129"/>
                      <a:pt x="640487" y="156491"/>
                    </a:cubicBezTo>
                    <a:cubicBezTo>
                      <a:pt x="640125" y="156491"/>
                      <a:pt x="639400" y="157216"/>
                      <a:pt x="639400" y="157216"/>
                    </a:cubicBezTo>
                    <a:cubicBezTo>
                      <a:pt x="639037" y="157578"/>
                      <a:pt x="638675" y="157578"/>
                      <a:pt x="638312" y="157940"/>
                    </a:cubicBezTo>
                    <a:cubicBezTo>
                      <a:pt x="637950" y="158302"/>
                      <a:pt x="637587" y="158302"/>
                      <a:pt x="637225" y="158665"/>
                    </a:cubicBezTo>
                    <a:cubicBezTo>
                      <a:pt x="636862" y="159389"/>
                      <a:pt x="636500" y="160114"/>
                      <a:pt x="636500" y="160476"/>
                    </a:cubicBezTo>
                    <a:cubicBezTo>
                      <a:pt x="636862" y="160838"/>
                      <a:pt x="636862" y="160838"/>
                      <a:pt x="636500" y="161200"/>
                    </a:cubicBezTo>
                    <a:cubicBezTo>
                      <a:pt x="636500" y="161925"/>
                      <a:pt x="635775" y="161925"/>
                      <a:pt x="635412" y="162287"/>
                    </a:cubicBezTo>
                    <a:cubicBezTo>
                      <a:pt x="635050" y="162649"/>
                      <a:pt x="634687" y="163012"/>
                      <a:pt x="634687" y="163012"/>
                    </a:cubicBezTo>
                    <a:cubicBezTo>
                      <a:pt x="634324" y="163374"/>
                      <a:pt x="634687" y="163012"/>
                      <a:pt x="634324" y="163736"/>
                    </a:cubicBezTo>
                    <a:cubicBezTo>
                      <a:pt x="633962" y="164461"/>
                      <a:pt x="633962" y="164823"/>
                      <a:pt x="633599" y="165185"/>
                    </a:cubicBezTo>
                    <a:cubicBezTo>
                      <a:pt x="633599" y="165547"/>
                      <a:pt x="632874" y="165910"/>
                      <a:pt x="632874" y="165910"/>
                    </a:cubicBezTo>
                    <a:cubicBezTo>
                      <a:pt x="632512" y="165547"/>
                      <a:pt x="632149" y="164823"/>
                      <a:pt x="632149" y="165185"/>
                    </a:cubicBezTo>
                    <a:cubicBezTo>
                      <a:pt x="631787" y="165547"/>
                      <a:pt x="631787" y="166634"/>
                      <a:pt x="631787" y="166996"/>
                    </a:cubicBezTo>
                    <a:cubicBezTo>
                      <a:pt x="631787" y="167721"/>
                      <a:pt x="631787" y="167721"/>
                      <a:pt x="631424" y="168083"/>
                    </a:cubicBezTo>
                    <a:cubicBezTo>
                      <a:pt x="631062" y="168445"/>
                      <a:pt x="629612" y="168808"/>
                      <a:pt x="629249" y="168808"/>
                    </a:cubicBezTo>
                    <a:cubicBezTo>
                      <a:pt x="628887" y="168808"/>
                      <a:pt x="628162" y="168808"/>
                      <a:pt x="627799" y="168808"/>
                    </a:cubicBezTo>
                    <a:cubicBezTo>
                      <a:pt x="627437" y="168445"/>
                      <a:pt x="627799" y="168445"/>
                      <a:pt x="627074" y="168445"/>
                    </a:cubicBezTo>
                    <a:cubicBezTo>
                      <a:pt x="626349" y="168445"/>
                      <a:pt x="626349" y="169170"/>
                      <a:pt x="626349" y="169532"/>
                    </a:cubicBezTo>
                    <a:cubicBezTo>
                      <a:pt x="625987" y="169532"/>
                      <a:pt x="625987" y="169894"/>
                      <a:pt x="625624" y="170257"/>
                    </a:cubicBezTo>
                    <a:cubicBezTo>
                      <a:pt x="625262" y="170257"/>
                      <a:pt x="624899" y="169894"/>
                      <a:pt x="624899" y="170257"/>
                    </a:cubicBezTo>
                    <a:cubicBezTo>
                      <a:pt x="624899" y="170619"/>
                      <a:pt x="624899" y="171343"/>
                      <a:pt x="624537" y="171343"/>
                    </a:cubicBezTo>
                    <a:cubicBezTo>
                      <a:pt x="624174" y="171343"/>
                      <a:pt x="622724" y="170619"/>
                      <a:pt x="622724" y="170257"/>
                    </a:cubicBezTo>
                    <a:cubicBezTo>
                      <a:pt x="622724" y="170257"/>
                      <a:pt x="622724" y="169894"/>
                      <a:pt x="622724" y="169894"/>
                    </a:cubicBezTo>
                    <a:cubicBezTo>
                      <a:pt x="622361" y="170257"/>
                      <a:pt x="621636" y="170257"/>
                      <a:pt x="621636" y="170619"/>
                    </a:cubicBezTo>
                    <a:cubicBezTo>
                      <a:pt x="621636" y="170981"/>
                      <a:pt x="621274" y="170619"/>
                      <a:pt x="621636" y="171343"/>
                    </a:cubicBezTo>
                    <a:cubicBezTo>
                      <a:pt x="621636" y="171706"/>
                      <a:pt x="621999" y="172068"/>
                      <a:pt x="621636" y="172068"/>
                    </a:cubicBezTo>
                    <a:cubicBezTo>
                      <a:pt x="621274" y="172068"/>
                      <a:pt x="620549" y="170981"/>
                      <a:pt x="620549" y="170981"/>
                    </a:cubicBezTo>
                    <a:cubicBezTo>
                      <a:pt x="619824" y="171343"/>
                      <a:pt x="619461" y="171343"/>
                      <a:pt x="619461" y="171706"/>
                    </a:cubicBezTo>
                    <a:cubicBezTo>
                      <a:pt x="619099" y="171706"/>
                      <a:pt x="619099" y="171706"/>
                      <a:pt x="618736" y="172068"/>
                    </a:cubicBezTo>
                    <a:cubicBezTo>
                      <a:pt x="618736" y="172430"/>
                      <a:pt x="618736" y="172068"/>
                      <a:pt x="618374" y="172068"/>
                    </a:cubicBezTo>
                    <a:cubicBezTo>
                      <a:pt x="618374" y="172068"/>
                      <a:pt x="617649" y="171343"/>
                      <a:pt x="617649" y="171343"/>
                    </a:cubicBezTo>
                    <a:cubicBezTo>
                      <a:pt x="617286" y="172068"/>
                      <a:pt x="617286" y="171706"/>
                      <a:pt x="617286" y="172430"/>
                    </a:cubicBezTo>
                    <a:cubicBezTo>
                      <a:pt x="617286" y="172792"/>
                      <a:pt x="617286" y="172792"/>
                      <a:pt x="617286" y="173155"/>
                    </a:cubicBezTo>
                    <a:cubicBezTo>
                      <a:pt x="616924" y="173517"/>
                      <a:pt x="615836" y="173879"/>
                      <a:pt x="615474" y="173517"/>
                    </a:cubicBezTo>
                    <a:cubicBezTo>
                      <a:pt x="615474" y="173517"/>
                      <a:pt x="615111" y="172068"/>
                      <a:pt x="615111" y="172068"/>
                    </a:cubicBezTo>
                    <a:cubicBezTo>
                      <a:pt x="615474" y="172068"/>
                      <a:pt x="615836" y="171343"/>
                      <a:pt x="616199" y="171343"/>
                    </a:cubicBezTo>
                    <a:cubicBezTo>
                      <a:pt x="616199" y="170981"/>
                      <a:pt x="616561" y="170619"/>
                      <a:pt x="616561" y="170257"/>
                    </a:cubicBezTo>
                    <a:cubicBezTo>
                      <a:pt x="616561" y="170257"/>
                      <a:pt x="616561" y="169532"/>
                      <a:pt x="616924" y="169532"/>
                    </a:cubicBezTo>
                    <a:cubicBezTo>
                      <a:pt x="616924" y="169532"/>
                      <a:pt x="617286" y="169170"/>
                      <a:pt x="617649" y="168808"/>
                    </a:cubicBezTo>
                    <a:cubicBezTo>
                      <a:pt x="618011" y="168445"/>
                      <a:pt x="618011" y="168445"/>
                      <a:pt x="618011" y="168445"/>
                    </a:cubicBezTo>
                    <a:cubicBezTo>
                      <a:pt x="617649" y="168083"/>
                      <a:pt x="616924" y="168083"/>
                      <a:pt x="616924" y="168083"/>
                    </a:cubicBezTo>
                    <a:cubicBezTo>
                      <a:pt x="616924" y="168083"/>
                      <a:pt x="616561" y="168083"/>
                      <a:pt x="616199" y="168445"/>
                    </a:cubicBezTo>
                    <a:cubicBezTo>
                      <a:pt x="616199" y="168445"/>
                      <a:pt x="615836" y="168808"/>
                      <a:pt x="615836" y="169170"/>
                    </a:cubicBezTo>
                    <a:cubicBezTo>
                      <a:pt x="615836" y="169170"/>
                      <a:pt x="615474" y="169170"/>
                      <a:pt x="615836" y="169532"/>
                    </a:cubicBezTo>
                    <a:cubicBezTo>
                      <a:pt x="615836" y="170257"/>
                      <a:pt x="615474" y="170619"/>
                      <a:pt x="615474" y="170981"/>
                    </a:cubicBezTo>
                    <a:cubicBezTo>
                      <a:pt x="615111" y="171343"/>
                      <a:pt x="615111" y="170981"/>
                      <a:pt x="614749" y="170981"/>
                    </a:cubicBezTo>
                    <a:cubicBezTo>
                      <a:pt x="614386" y="171343"/>
                      <a:pt x="614386" y="170981"/>
                      <a:pt x="614386" y="171706"/>
                    </a:cubicBezTo>
                    <a:cubicBezTo>
                      <a:pt x="614024" y="172430"/>
                      <a:pt x="614024" y="172792"/>
                      <a:pt x="613299" y="173155"/>
                    </a:cubicBezTo>
                    <a:cubicBezTo>
                      <a:pt x="612574" y="173517"/>
                      <a:pt x="611486" y="173879"/>
                      <a:pt x="610761" y="173879"/>
                    </a:cubicBezTo>
                    <a:cubicBezTo>
                      <a:pt x="610036" y="173879"/>
                      <a:pt x="609311" y="174241"/>
                      <a:pt x="609311" y="173879"/>
                    </a:cubicBezTo>
                    <a:cubicBezTo>
                      <a:pt x="608948" y="173517"/>
                      <a:pt x="607861" y="173517"/>
                      <a:pt x="607861" y="173517"/>
                    </a:cubicBezTo>
                    <a:cubicBezTo>
                      <a:pt x="607498" y="173879"/>
                      <a:pt x="607498" y="173155"/>
                      <a:pt x="606411" y="173879"/>
                    </a:cubicBezTo>
                    <a:cubicBezTo>
                      <a:pt x="605686" y="174966"/>
                      <a:pt x="605686" y="174604"/>
                      <a:pt x="606048" y="174966"/>
                    </a:cubicBezTo>
                    <a:cubicBezTo>
                      <a:pt x="606411" y="175328"/>
                      <a:pt x="606411" y="175328"/>
                      <a:pt x="606773" y="175328"/>
                    </a:cubicBezTo>
                    <a:cubicBezTo>
                      <a:pt x="607498" y="175690"/>
                      <a:pt x="607861" y="175328"/>
                      <a:pt x="607861" y="175690"/>
                    </a:cubicBezTo>
                    <a:cubicBezTo>
                      <a:pt x="607861" y="176053"/>
                      <a:pt x="607861" y="176053"/>
                      <a:pt x="607498" y="176415"/>
                    </a:cubicBezTo>
                    <a:cubicBezTo>
                      <a:pt x="607136" y="176777"/>
                      <a:pt x="606773" y="176053"/>
                      <a:pt x="606411" y="176777"/>
                    </a:cubicBezTo>
                    <a:cubicBezTo>
                      <a:pt x="606048" y="177139"/>
                      <a:pt x="606411" y="176777"/>
                      <a:pt x="606048" y="177502"/>
                    </a:cubicBezTo>
                    <a:cubicBezTo>
                      <a:pt x="605686" y="177864"/>
                      <a:pt x="604961" y="177864"/>
                      <a:pt x="604598" y="178226"/>
                    </a:cubicBezTo>
                    <a:cubicBezTo>
                      <a:pt x="604236" y="178588"/>
                      <a:pt x="603873" y="177502"/>
                      <a:pt x="603511" y="177502"/>
                    </a:cubicBezTo>
                    <a:cubicBezTo>
                      <a:pt x="602786" y="177502"/>
                      <a:pt x="602786" y="176777"/>
                      <a:pt x="602423" y="177502"/>
                    </a:cubicBezTo>
                    <a:cubicBezTo>
                      <a:pt x="602061" y="177864"/>
                      <a:pt x="600973" y="177139"/>
                      <a:pt x="600973" y="177864"/>
                    </a:cubicBezTo>
                    <a:cubicBezTo>
                      <a:pt x="600973" y="178588"/>
                      <a:pt x="600973" y="178951"/>
                      <a:pt x="600973" y="179313"/>
                    </a:cubicBezTo>
                    <a:cubicBezTo>
                      <a:pt x="601336" y="179313"/>
                      <a:pt x="601698" y="179313"/>
                      <a:pt x="602423" y="179313"/>
                    </a:cubicBezTo>
                    <a:cubicBezTo>
                      <a:pt x="602786" y="179675"/>
                      <a:pt x="603511" y="179313"/>
                      <a:pt x="603511" y="179675"/>
                    </a:cubicBezTo>
                    <a:cubicBezTo>
                      <a:pt x="603873" y="180400"/>
                      <a:pt x="603873" y="180037"/>
                      <a:pt x="604236" y="180762"/>
                    </a:cubicBezTo>
                    <a:cubicBezTo>
                      <a:pt x="604598" y="181849"/>
                      <a:pt x="604961" y="181486"/>
                      <a:pt x="604961" y="182211"/>
                    </a:cubicBezTo>
                    <a:cubicBezTo>
                      <a:pt x="604598" y="182573"/>
                      <a:pt x="604598" y="182935"/>
                      <a:pt x="603873" y="183298"/>
                    </a:cubicBezTo>
                    <a:cubicBezTo>
                      <a:pt x="603148" y="183660"/>
                      <a:pt x="602786" y="183298"/>
                      <a:pt x="602423" y="183298"/>
                    </a:cubicBezTo>
                    <a:cubicBezTo>
                      <a:pt x="602061" y="183298"/>
                      <a:pt x="602786" y="182573"/>
                      <a:pt x="600973" y="183660"/>
                    </a:cubicBezTo>
                    <a:cubicBezTo>
                      <a:pt x="599160" y="184384"/>
                      <a:pt x="599160" y="184022"/>
                      <a:pt x="599523" y="184022"/>
                    </a:cubicBezTo>
                    <a:cubicBezTo>
                      <a:pt x="599523" y="184384"/>
                      <a:pt x="600248" y="184384"/>
                      <a:pt x="600248" y="184384"/>
                    </a:cubicBezTo>
                    <a:cubicBezTo>
                      <a:pt x="600248" y="184384"/>
                      <a:pt x="602061" y="184384"/>
                      <a:pt x="602423" y="184747"/>
                    </a:cubicBezTo>
                    <a:cubicBezTo>
                      <a:pt x="602786" y="185109"/>
                      <a:pt x="603148" y="185109"/>
                      <a:pt x="603148" y="185471"/>
                    </a:cubicBezTo>
                    <a:cubicBezTo>
                      <a:pt x="603148" y="185833"/>
                      <a:pt x="603148" y="185833"/>
                      <a:pt x="603511" y="186558"/>
                    </a:cubicBezTo>
                    <a:cubicBezTo>
                      <a:pt x="603511" y="186920"/>
                      <a:pt x="602786" y="188369"/>
                      <a:pt x="602786" y="188369"/>
                    </a:cubicBezTo>
                    <a:cubicBezTo>
                      <a:pt x="602786" y="188369"/>
                      <a:pt x="602423" y="188731"/>
                      <a:pt x="602061" y="189093"/>
                    </a:cubicBezTo>
                    <a:cubicBezTo>
                      <a:pt x="602061" y="189093"/>
                      <a:pt x="601698" y="187282"/>
                      <a:pt x="600973" y="188369"/>
                    </a:cubicBezTo>
                    <a:cubicBezTo>
                      <a:pt x="600611" y="189093"/>
                      <a:pt x="599523" y="188369"/>
                      <a:pt x="599523" y="188731"/>
                    </a:cubicBezTo>
                    <a:cubicBezTo>
                      <a:pt x="599523" y="189093"/>
                      <a:pt x="599885" y="189818"/>
                      <a:pt x="599885" y="189818"/>
                    </a:cubicBezTo>
                    <a:cubicBezTo>
                      <a:pt x="599885" y="189818"/>
                      <a:pt x="600973" y="189818"/>
                      <a:pt x="600973" y="190180"/>
                    </a:cubicBezTo>
                    <a:cubicBezTo>
                      <a:pt x="600973" y="190542"/>
                      <a:pt x="600973" y="190542"/>
                      <a:pt x="600611" y="190905"/>
                    </a:cubicBezTo>
                    <a:cubicBezTo>
                      <a:pt x="600611" y="190905"/>
                      <a:pt x="599885" y="191267"/>
                      <a:pt x="599523" y="191629"/>
                    </a:cubicBezTo>
                    <a:cubicBezTo>
                      <a:pt x="599160" y="191991"/>
                      <a:pt x="599160" y="191991"/>
                      <a:pt x="598798" y="192354"/>
                    </a:cubicBezTo>
                    <a:cubicBezTo>
                      <a:pt x="598435" y="192716"/>
                      <a:pt x="598073" y="192716"/>
                      <a:pt x="598073" y="193078"/>
                    </a:cubicBezTo>
                    <a:cubicBezTo>
                      <a:pt x="597710" y="193440"/>
                      <a:pt x="598435" y="192716"/>
                      <a:pt x="597710" y="194165"/>
                    </a:cubicBezTo>
                    <a:cubicBezTo>
                      <a:pt x="597348" y="195252"/>
                      <a:pt x="596623" y="195252"/>
                      <a:pt x="596260" y="195252"/>
                    </a:cubicBezTo>
                    <a:cubicBezTo>
                      <a:pt x="595898" y="195252"/>
                      <a:pt x="594810" y="195252"/>
                      <a:pt x="594810" y="195252"/>
                    </a:cubicBezTo>
                    <a:cubicBezTo>
                      <a:pt x="594810" y="195252"/>
                      <a:pt x="594448" y="194889"/>
                      <a:pt x="594085" y="194889"/>
                    </a:cubicBezTo>
                    <a:cubicBezTo>
                      <a:pt x="593723" y="194889"/>
                      <a:pt x="593360" y="194889"/>
                      <a:pt x="592998" y="195252"/>
                    </a:cubicBezTo>
                    <a:cubicBezTo>
                      <a:pt x="592273" y="195976"/>
                      <a:pt x="592273" y="195614"/>
                      <a:pt x="592273" y="195976"/>
                    </a:cubicBezTo>
                    <a:cubicBezTo>
                      <a:pt x="592273" y="196701"/>
                      <a:pt x="592998" y="196701"/>
                      <a:pt x="593723" y="197063"/>
                    </a:cubicBezTo>
                    <a:cubicBezTo>
                      <a:pt x="594448" y="197425"/>
                      <a:pt x="594448" y="197063"/>
                      <a:pt x="594448" y="197425"/>
                    </a:cubicBezTo>
                    <a:cubicBezTo>
                      <a:pt x="594810" y="197788"/>
                      <a:pt x="595535" y="198150"/>
                      <a:pt x="595535" y="198512"/>
                    </a:cubicBezTo>
                    <a:cubicBezTo>
                      <a:pt x="595535" y="198874"/>
                      <a:pt x="595535" y="199599"/>
                      <a:pt x="595173" y="199961"/>
                    </a:cubicBezTo>
                    <a:cubicBezTo>
                      <a:pt x="595173" y="199961"/>
                      <a:pt x="595173" y="199961"/>
                      <a:pt x="595173" y="200323"/>
                    </a:cubicBezTo>
                    <a:cubicBezTo>
                      <a:pt x="595173" y="200686"/>
                      <a:pt x="595173" y="201772"/>
                      <a:pt x="595173" y="201772"/>
                    </a:cubicBezTo>
                    <a:cubicBezTo>
                      <a:pt x="595173" y="201772"/>
                      <a:pt x="594810" y="203221"/>
                      <a:pt x="594448" y="203221"/>
                    </a:cubicBezTo>
                    <a:cubicBezTo>
                      <a:pt x="594448" y="203584"/>
                      <a:pt x="593723" y="203584"/>
                      <a:pt x="593723" y="203584"/>
                    </a:cubicBezTo>
                    <a:cubicBezTo>
                      <a:pt x="593723" y="203946"/>
                      <a:pt x="592998" y="203584"/>
                      <a:pt x="593360" y="204308"/>
                    </a:cubicBezTo>
                    <a:cubicBezTo>
                      <a:pt x="593723" y="204670"/>
                      <a:pt x="594085" y="204670"/>
                      <a:pt x="594085" y="205033"/>
                    </a:cubicBezTo>
                    <a:cubicBezTo>
                      <a:pt x="594448" y="205757"/>
                      <a:pt x="594085" y="205757"/>
                      <a:pt x="593723" y="206119"/>
                    </a:cubicBezTo>
                    <a:cubicBezTo>
                      <a:pt x="593360" y="206482"/>
                      <a:pt x="592998" y="206119"/>
                      <a:pt x="592635" y="206482"/>
                    </a:cubicBezTo>
                    <a:cubicBezTo>
                      <a:pt x="592635" y="206844"/>
                      <a:pt x="592635" y="206844"/>
                      <a:pt x="592635" y="207931"/>
                    </a:cubicBezTo>
                    <a:cubicBezTo>
                      <a:pt x="592635" y="209017"/>
                      <a:pt x="592998" y="208655"/>
                      <a:pt x="592998" y="209380"/>
                    </a:cubicBezTo>
                    <a:cubicBezTo>
                      <a:pt x="592635" y="210104"/>
                      <a:pt x="592998" y="209380"/>
                      <a:pt x="592273" y="210104"/>
                    </a:cubicBezTo>
                    <a:cubicBezTo>
                      <a:pt x="591548" y="210466"/>
                      <a:pt x="591185" y="210104"/>
                      <a:pt x="591185" y="210829"/>
                    </a:cubicBezTo>
                    <a:cubicBezTo>
                      <a:pt x="591185" y="211553"/>
                      <a:pt x="591548" y="210829"/>
                      <a:pt x="591185" y="211553"/>
                    </a:cubicBezTo>
                    <a:cubicBezTo>
                      <a:pt x="590823" y="211915"/>
                      <a:pt x="590098" y="211553"/>
                      <a:pt x="589373" y="211553"/>
                    </a:cubicBezTo>
                    <a:cubicBezTo>
                      <a:pt x="588647" y="211915"/>
                      <a:pt x="587922" y="211191"/>
                      <a:pt x="588285" y="211915"/>
                    </a:cubicBezTo>
                    <a:cubicBezTo>
                      <a:pt x="589010" y="212640"/>
                      <a:pt x="589373" y="212640"/>
                      <a:pt x="589735" y="213002"/>
                    </a:cubicBezTo>
                    <a:cubicBezTo>
                      <a:pt x="590098" y="213364"/>
                      <a:pt x="590460" y="213002"/>
                      <a:pt x="590460" y="213364"/>
                    </a:cubicBezTo>
                    <a:cubicBezTo>
                      <a:pt x="590460" y="214089"/>
                      <a:pt x="589735" y="214451"/>
                      <a:pt x="589735" y="214451"/>
                    </a:cubicBezTo>
                    <a:cubicBezTo>
                      <a:pt x="589373" y="214813"/>
                      <a:pt x="589010" y="214089"/>
                      <a:pt x="588647" y="214451"/>
                    </a:cubicBezTo>
                    <a:cubicBezTo>
                      <a:pt x="588285" y="214813"/>
                      <a:pt x="587922" y="214451"/>
                      <a:pt x="588285" y="215176"/>
                    </a:cubicBezTo>
                    <a:cubicBezTo>
                      <a:pt x="588285" y="215538"/>
                      <a:pt x="587197" y="215900"/>
                      <a:pt x="587197" y="215900"/>
                    </a:cubicBezTo>
                    <a:cubicBezTo>
                      <a:pt x="587197" y="215900"/>
                      <a:pt x="587197" y="214813"/>
                      <a:pt x="587197" y="214813"/>
                    </a:cubicBezTo>
                    <a:cubicBezTo>
                      <a:pt x="587197" y="214813"/>
                      <a:pt x="586110" y="214451"/>
                      <a:pt x="585747" y="214451"/>
                    </a:cubicBezTo>
                    <a:cubicBezTo>
                      <a:pt x="585747" y="214451"/>
                      <a:pt x="585747" y="213727"/>
                      <a:pt x="585385" y="214089"/>
                    </a:cubicBezTo>
                    <a:cubicBezTo>
                      <a:pt x="584660" y="214089"/>
                      <a:pt x="583935" y="214451"/>
                      <a:pt x="583572" y="214813"/>
                    </a:cubicBezTo>
                    <a:cubicBezTo>
                      <a:pt x="583210" y="215176"/>
                      <a:pt x="582847" y="214451"/>
                      <a:pt x="582847" y="214089"/>
                    </a:cubicBezTo>
                    <a:cubicBezTo>
                      <a:pt x="582847" y="213727"/>
                      <a:pt x="582847" y="213002"/>
                      <a:pt x="583210" y="213002"/>
                    </a:cubicBezTo>
                    <a:cubicBezTo>
                      <a:pt x="583210" y="213002"/>
                      <a:pt x="583572" y="212278"/>
                      <a:pt x="583210" y="212278"/>
                    </a:cubicBezTo>
                    <a:cubicBezTo>
                      <a:pt x="582485" y="212640"/>
                      <a:pt x="582122" y="213002"/>
                      <a:pt x="582122" y="212278"/>
                    </a:cubicBezTo>
                    <a:cubicBezTo>
                      <a:pt x="581760" y="211915"/>
                      <a:pt x="582122" y="211191"/>
                      <a:pt x="582122" y="211191"/>
                    </a:cubicBezTo>
                    <a:cubicBezTo>
                      <a:pt x="582122" y="211191"/>
                      <a:pt x="581035" y="211191"/>
                      <a:pt x="580310" y="211553"/>
                    </a:cubicBezTo>
                    <a:cubicBezTo>
                      <a:pt x="579947" y="211553"/>
                      <a:pt x="578860" y="211191"/>
                      <a:pt x="578860" y="210829"/>
                    </a:cubicBezTo>
                    <a:cubicBezTo>
                      <a:pt x="578860" y="210466"/>
                      <a:pt x="579222" y="210104"/>
                      <a:pt x="579222" y="209742"/>
                    </a:cubicBezTo>
                    <a:cubicBezTo>
                      <a:pt x="579585" y="209742"/>
                      <a:pt x="579947" y="209380"/>
                      <a:pt x="579947" y="209380"/>
                    </a:cubicBezTo>
                    <a:cubicBezTo>
                      <a:pt x="580310" y="209380"/>
                      <a:pt x="580672" y="208293"/>
                      <a:pt x="580672" y="208293"/>
                    </a:cubicBezTo>
                    <a:cubicBezTo>
                      <a:pt x="580672" y="208293"/>
                      <a:pt x="580672" y="208293"/>
                      <a:pt x="580310" y="206844"/>
                    </a:cubicBezTo>
                    <a:cubicBezTo>
                      <a:pt x="580310" y="206844"/>
                      <a:pt x="579222" y="207931"/>
                      <a:pt x="578860" y="207931"/>
                    </a:cubicBezTo>
                    <a:cubicBezTo>
                      <a:pt x="578860" y="208293"/>
                      <a:pt x="578135" y="207568"/>
                      <a:pt x="578135" y="207568"/>
                    </a:cubicBezTo>
                    <a:cubicBezTo>
                      <a:pt x="578135" y="207568"/>
                      <a:pt x="578135" y="207206"/>
                      <a:pt x="578135" y="206844"/>
                    </a:cubicBezTo>
                    <a:cubicBezTo>
                      <a:pt x="578135" y="206844"/>
                      <a:pt x="578135" y="205757"/>
                      <a:pt x="577410" y="206844"/>
                    </a:cubicBezTo>
                    <a:cubicBezTo>
                      <a:pt x="577047" y="207568"/>
                      <a:pt x="577047" y="207206"/>
                      <a:pt x="577047" y="207931"/>
                    </a:cubicBezTo>
                    <a:cubicBezTo>
                      <a:pt x="577047" y="208655"/>
                      <a:pt x="575959" y="208655"/>
                      <a:pt x="575597" y="208655"/>
                    </a:cubicBezTo>
                    <a:cubicBezTo>
                      <a:pt x="575597" y="208655"/>
                      <a:pt x="575234" y="208655"/>
                      <a:pt x="574872" y="209017"/>
                    </a:cubicBezTo>
                    <a:cubicBezTo>
                      <a:pt x="574872" y="209017"/>
                      <a:pt x="573784" y="209742"/>
                      <a:pt x="573422" y="209742"/>
                    </a:cubicBezTo>
                    <a:cubicBezTo>
                      <a:pt x="573422" y="209742"/>
                      <a:pt x="572334" y="209742"/>
                      <a:pt x="571972" y="209380"/>
                    </a:cubicBezTo>
                    <a:cubicBezTo>
                      <a:pt x="571972" y="209380"/>
                      <a:pt x="572334" y="208655"/>
                      <a:pt x="571972" y="208655"/>
                    </a:cubicBezTo>
                    <a:cubicBezTo>
                      <a:pt x="571609" y="208655"/>
                      <a:pt x="571247" y="208655"/>
                      <a:pt x="570884" y="209017"/>
                    </a:cubicBezTo>
                    <a:cubicBezTo>
                      <a:pt x="570522" y="209017"/>
                      <a:pt x="570522" y="209742"/>
                      <a:pt x="570159" y="210104"/>
                    </a:cubicBezTo>
                    <a:cubicBezTo>
                      <a:pt x="569797" y="210104"/>
                      <a:pt x="570159" y="210104"/>
                      <a:pt x="569434" y="210466"/>
                    </a:cubicBezTo>
                    <a:cubicBezTo>
                      <a:pt x="569072" y="210829"/>
                      <a:pt x="569434" y="210829"/>
                      <a:pt x="568709" y="210466"/>
                    </a:cubicBezTo>
                    <a:cubicBezTo>
                      <a:pt x="567622" y="210104"/>
                      <a:pt x="567622" y="210104"/>
                      <a:pt x="567622" y="210104"/>
                    </a:cubicBezTo>
                    <a:cubicBezTo>
                      <a:pt x="567622" y="210104"/>
                      <a:pt x="567622" y="210104"/>
                      <a:pt x="567259" y="207568"/>
                    </a:cubicBezTo>
                    <a:cubicBezTo>
                      <a:pt x="567259" y="207568"/>
                      <a:pt x="567259" y="207568"/>
                      <a:pt x="567984" y="207568"/>
                    </a:cubicBezTo>
                    <a:cubicBezTo>
                      <a:pt x="567984" y="207568"/>
                      <a:pt x="567984" y="207568"/>
                      <a:pt x="568347" y="207206"/>
                    </a:cubicBezTo>
                    <a:cubicBezTo>
                      <a:pt x="568347" y="207206"/>
                      <a:pt x="568347" y="206844"/>
                      <a:pt x="567984" y="206844"/>
                    </a:cubicBezTo>
                    <a:cubicBezTo>
                      <a:pt x="567984" y="206844"/>
                      <a:pt x="567984" y="206844"/>
                      <a:pt x="567622" y="206844"/>
                    </a:cubicBezTo>
                    <a:cubicBezTo>
                      <a:pt x="567622" y="206844"/>
                      <a:pt x="567622" y="206844"/>
                      <a:pt x="567622" y="206119"/>
                    </a:cubicBezTo>
                    <a:cubicBezTo>
                      <a:pt x="567622" y="206119"/>
                      <a:pt x="567259" y="205757"/>
                      <a:pt x="567259" y="205757"/>
                    </a:cubicBezTo>
                    <a:cubicBezTo>
                      <a:pt x="567259" y="205757"/>
                      <a:pt x="566897" y="206119"/>
                      <a:pt x="566897" y="206119"/>
                    </a:cubicBezTo>
                    <a:cubicBezTo>
                      <a:pt x="566897" y="206119"/>
                      <a:pt x="566897" y="206119"/>
                      <a:pt x="566534" y="206482"/>
                    </a:cubicBezTo>
                    <a:cubicBezTo>
                      <a:pt x="566534" y="206482"/>
                      <a:pt x="565809" y="206844"/>
                      <a:pt x="565809" y="206844"/>
                    </a:cubicBezTo>
                    <a:cubicBezTo>
                      <a:pt x="565809" y="206844"/>
                      <a:pt x="565447" y="206482"/>
                      <a:pt x="565447" y="206482"/>
                    </a:cubicBezTo>
                    <a:cubicBezTo>
                      <a:pt x="565084" y="206482"/>
                      <a:pt x="565084" y="206119"/>
                      <a:pt x="565084" y="206119"/>
                    </a:cubicBezTo>
                    <a:cubicBezTo>
                      <a:pt x="565084" y="206119"/>
                      <a:pt x="565084" y="205757"/>
                      <a:pt x="565084" y="205757"/>
                    </a:cubicBezTo>
                    <a:cubicBezTo>
                      <a:pt x="565084" y="205757"/>
                      <a:pt x="565447" y="205395"/>
                      <a:pt x="565447" y="205395"/>
                    </a:cubicBezTo>
                    <a:cubicBezTo>
                      <a:pt x="565447" y="205395"/>
                      <a:pt x="565447" y="205033"/>
                      <a:pt x="565447" y="205033"/>
                    </a:cubicBezTo>
                    <a:cubicBezTo>
                      <a:pt x="565084" y="204670"/>
                      <a:pt x="565084" y="204308"/>
                      <a:pt x="564721" y="204308"/>
                    </a:cubicBezTo>
                    <a:cubicBezTo>
                      <a:pt x="564721" y="204308"/>
                      <a:pt x="564359" y="203946"/>
                      <a:pt x="564359" y="203946"/>
                    </a:cubicBezTo>
                    <a:cubicBezTo>
                      <a:pt x="563996" y="203946"/>
                      <a:pt x="563996" y="203946"/>
                      <a:pt x="563634" y="203946"/>
                    </a:cubicBezTo>
                    <a:cubicBezTo>
                      <a:pt x="563634" y="203946"/>
                      <a:pt x="563634" y="203946"/>
                      <a:pt x="563271" y="203946"/>
                    </a:cubicBezTo>
                    <a:cubicBezTo>
                      <a:pt x="563271" y="203584"/>
                      <a:pt x="563271" y="203584"/>
                      <a:pt x="563271" y="203221"/>
                    </a:cubicBezTo>
                    <a:cubicBezTo>
                      <a:pt x="563271" y="203221"/>
                      <a:pt x="563634" y="203221"/>
                      <a:pt x="563634" y="202859"/>
                    </a:cubicBezTo>
                    <a:cubicBezTo>
                      <a:pt x="563634" y="202859"/>
                      <a:pt x="563634" y="202497"/>
                      <a:pt x="563271" y="202497"/>
                    </a:cubicBezTo>
                    <a:cubicBezTo>
                      <a:pt x="563271" y="202497"/>
                      <a:pt x="562909" y="202497"/>
                      <a:pt x="562909" y="202135"/>
                    </a:cubicBezTo>
                    <a:cubicBezTo>
                      <a:pt x="562909" y="202135"/>
                      <a:pt x="562546" y="202135"/>
                      <a:pt x="562909" y="201772"/>
                    </a:cubicBezTo>
                    <a:cubicBezTo>
                      <a:pt x="563271" y="201772"/>
                      <a:pt x="562909" y="201772"/>
                      <a:pt x="563271" y="201772"/>
                    </a:cubicBezTo>
                    <a:cubicBezTo>
                      <a:pt x="563271" y="201772"/>
                      <a:pt x="563634" y="201410"/>
                      <a:pt x="563634" y="201410"/>
                    </a:cubicBezTo>
                    <a:cubicBezTo>
                      <a:pt x="563634" y="201410"/>
                      <a:pt x="563996" y="201048"/>
                      <a:pt x="563634" y="201048"/>
                    </a:cubicBezTo>
                    <a:cubicBezTo>
                      <a:pt x="563271" y="201048"/>
                      <a:pt x="563271" y="200686"/>
                      <a:pt x="562909" y="200686"/>
                    </a:cubicBezTo>
                    <a:cubicBezTo>
                      <a:pt x="562909" y="200686"/>
                      <a:pt x="562546" y="200686"/>
                      <a:pt x="562546" y="200323"/>
                    </a:cubicBezTo>
                    <a:cubicBezTo>
                      <a:pt x="562546" y="200323"/>
                      <a:pt x="563634" y="199599"/>
                      <a:pt x="562546" y="199961"/>
                    </a:cubicBezTo>
                    <a:cubicBezTo>
                      <a:pt x="561821" y="200323"/>
                      <a:pt x="561459" y="200686"/>
                      <a:pt x="561459" y="200686"/>
                    </a:cubicBezTo>
                    <a:cubicBezTo>
                      <a:pt x="561459" y="200686"/>
                      <a:pt x="561096" y="200686"/>
                      <a:pt x="561096" y="200686"/>
                    </a:cubicBezTo>
                    <a:cubicBezTo>
                      <a:pt x="561096" y="200686"/>
                      <a:pt x="560371" y="200323"/>
                      <a:pt x="560371" y="200323"/>
                    </a:cubicBezTo>
                    <a:cubicBezTo>
                      <a:pt x="560371" y="200323"/>
                      <a:pt x="560009" y="199961"/>
                      <a:pt x="560009" y="199961"/>
                    </a:cubicBezTo>
                    <a:cubicBezTo>
                      <a:pt x="560009" y="199961"/>
                      <a:pt x="560009" y="199599"/>
                      <a:pt x="560009" y="199599"/>
                    </a:cubicBezTo>
                    <a:cubicBezTo>
                      <a:pt x="560009" y="199237"/>
                      <a:pt x="560009" y="198874"/>
                      <a:pt x="560009" y="198874"/>
                    </a:cubicBezTo>
                    <a:cubicBezTo>
                      <a:pt x="560009" y="198874"/>
                      <a:pt x="560009" y="198512"/>
                      <a:pt x="560009" y="198512"/>
                    </a:cubicBezTo>
                    <a:cubicBezTo>
                      <a:pt x="560009" y="198512"/>
                      <a:pt x="559646" y="198512"/>
                      <a:pt x="559646" y="198512"/>
                    </a:cubicBezTo>
                    <a:cubicBezTo>
                      <a:pt x="559646" y="198512"/>
                      <a:pt x="559646" y="198512"/>
                      <a:pt x="559284" y="198512"/>
                    </a:cubicBezTo>
                    <a:cubicBezTo>
                      <a:pt x="559284" y="198512"/>
                      <a:pt x="559284" y="198150"/>
                      <a:pt x="558921" y="198150"/>
                    </a:cubicBezTo>
                    <a:cubicBezTo>
                      <a:pt x="558559" y="198150"/>
                      <a:pt x="558559" y="198150"/>
                      <a:pt x="558559" y="198150"/>
                    </a:cubicBezTo>
                    <a:cubicBezTo>
                      <a:pt x="558196" y="198150"/>
                      <a:pt x="558196" y="198150"/>
                      <a:pt x="557834" y="198150"/>
                    </a:cubicBezTo>
                    <a:cubicBezTo>
                      <a:pt x="557834" y="197788"/>
                      <a:pt x="557471" y="197788"/>
                      <a:pt x="557471" y="197788"/>
                    </a:cubicBezTo>
                    <a:cubicBezTo>
                      <a:pt x="557471" y="197425"/>
                      <a:pt x="557471" y="197425"/>
                      <a:pt x="557471" y="197063"/>
                    </a:cubicBezTo>
                    <a:cubicBezTo>
                      <a:pt x="557471" y="196701"/>
                      <a:pt x="557471" y="196338"/>
                      <a:pt x="557471" y="196338"/>
                    </a:cubicBezTo>
                    <a:cubicBezTo>
                      <a:pt x="557471" y="196338"/>
                      <a:pt x="557471" y="196338"/>
                      <a:pt x="557834" y="195976"/>
                    </a:cubicBezTo>
                    <a:cubicBezTo>
                      <a:pt x="557834" y="195976"/>
                      <a:pt x="558559" y="195614"/>
                      <a:pt x="558559" y="195614"/>
                    </a:cubicBezTo>
                    <a:cubicBezTo>
                      <a:pt x="558559" y="195614"/>
                      <a:pt x="558559" y="194889"/>
                      <a:pt x="558559" y="194889"/>
                    </a:cubicBezTo>
                    <a:cubicBezTo>
                      <a:pt x="558559" y="194889"/>
                      <a:pt x="558196" y="194527"/>
                      <a:pt x="558196" y="194527"/>
                    </a:cubicBezTo>
                    <a:cubicBezTo>
                      <a:pt x="558196" y="194527"/>
                      <a:pt x="558196" y="194165"/>
                      <a:pt x="558196" y="194165"/>
                    </a:cubicBezTo>
                    <a:cubicBezTo>
                      <a:pt x="558196" y="193803"/>
                      <a:pt x="558559" y="193803"/>
                      <a:pt x="558559" y="193440"/>
                    </a:cubicBezTo>
                    <a:cubicBezTo>
                      <a:pt x="558559" y="193440"/>
                      <a:pt x="558559" y="193078"/>
                      <a:pt x="558559" y="193078"/>
                    </a:cubicBezTo>
                    <a:cubicBezTo>
                      <a:pt x="558559" y="193078"/>
                      <a:pt x="557834" y="193078"/>
                      <a:pt x="557834" y="193078"/>
                    </a:cubicBezTo>
                    <a:cubicBezTo>
                      <a:pt x="557471" y="193440"/>
                      <a:pt x="557109" y="193440"/>
                      <a:pt x="556384" y="193078"/>
                    </a:cubicBezTo>
                    <a:cubicBezTo>
                      <a:pt x="556021" y="192716"/>
                      <a:pt x="554934" y="191991"/>
                      <a:pt x="554934" y="191991"/>
                    </a:cubicBezTo>
                    <a:cubicBezTo>
                      <a:pt x="554934" y="191991"/>
                      <a:pt x="554934" y="191991"/>
                      <a:pt x="556021" y="191629"/>
                    </a:cubicBezTo>
                    <a:cubicBezTo>
                      <a:pt x="556021" y="191629"/>
                      <a:pt x="555659" y="191629"/>
                      <a:pt x="555659" y="191629"/>
                    </a:cubicBezTo>
                    <a:cubicBezTo>
                      <a:pt x="555296" y="191629"/>
                      <a:pt x="554571" y="191267"/>
                      <a:pt x="554571" y="191267"/>
                    </a:cubicBezTo>
                    <a:cubicBezTo>
                      <a:pt x="554209" y="191267"/>
                      <a:pt x="553846" y="191267"/>
                      <a:pt x="553846" y="191267"/>
                    </a:cubicBezTo>
                    <a:cubicBezTo>
                      <a:pt x="553846" y="190905"/>
                      <a:pt x="554571" y="190180"/>
                      <a:pt x="554571" y="190180"/>
                    </a:cubicBezTo>
                    <a:cubicBezTo>
                      <a:pt x="554571" y="190180"/>
                      <a:pt x="553846" y="189818"/>
                      <a:pt x="553846" y="189818"/>
                    </a:cubicBezTo>
                    <a:cubicBezTo>
                      <a:pt x="553846" y="189818"/>
                      <a:pt x="553846" y="189818"/>
                      <a:pt x="554209" y="189093"/>
                    </a:cubicBezTo>
                    <a:cubicBezTo>
                      <a:pt x="554209" y="189093"/>
                      <a:pt x="554571" y="188731"/>
                      <a:pt x="554209" y="188731"/>
                    </a:cubicBezTo>
                    <a:cubicBezTo>
                      <a:pt x="554209" y="188731"/>
                      <a:pt x="554209" y="188369"/>
                      <a:pt x="553846" y="188369"/>
                    </a:cubicBezTo>
                    <a:cubicBezTo>
                      <a:pt x="553483" y="188369"/>
                      <a:pt x="553483" y="188007"/>
                      <a:pt x="553121" y="188369"/>
                    </a:cubicBezTo>
                    <a:cubicBezTo>
                      <a:pt x="552758" y="188369"/>
                      <a:pt x="552033" y="188731"/>
                      <a:pt x="552033" y="188731"/>
                    </a:cubicBezTo>
                    <a:cubicBezTo>
                      <a:pt x="552033" y="188731"/>
                      <a:pt x="552033" y="188369"/>
                      <a:pt x="551671" y="188369"/>
                    </a:cubicBezTo>
                    <a:cubicBezTo>
                      <a:pt x="551671" y="188007"/>
                      <a:pt x="552396" y="186920"/>
                      <a:pt x="552396" y="186920"/>
                    </a:cubicBezTo>
                    <a:cubicBezTo>
                      <a:pt x="552396" y="186920"/>
                      <a:pt x="552396" y="186558"/>
                      <a:pt x="552396" y="186558"/>
                    </a:cubicBezTo>
                    <a:cubicBezTo>
                      <a:pt x="552396" y="186558"/>
                      <a:pt x="552396" y="186558"/>
                      <a:pt x="552396" y="186196"/>
                    </a:cubicBezTo>
                    <a:cubicBezTo>
                      <a:pt x="552396" y="186196"/>
                      <a:pt x="553121" y="186196"/>
                      <a:pt x="553121" y="186196"/>
                    </a:cubicBezTo>
                    <a:cubicBezTo>
                      <a:pt x="553483" y="186196"/>
                      <a:pt x="553483" y="186196"/>
                      <a:pt x="553483" y="186196"/>
                    </a:cubicBezTo>
                    <a:cubicBezTo>
                      <a:pt x="553483" y="186196"/>
                      <a:pt x="553846" y="185833"/>
                      <a:pt x="553846" y="185833"/>
                    </a:cubicBezTo>
                    <a:cubicBezTo>
                      <a:pt x="553846" y="185833"/>
                      <a:pt x="554209" y="185109"/>
                      <a:pt x="554209" y="185109"/>
                    </a:cubicBezTo>
                    <a:cubicBezTo>
                      <a:pt x="554209" y="185109"/>
                      <a:pt x="554209" y="185109"/>
                      <a:pt x="554934" y="184747"/>
                    </a:cubicBezTo>
                    <a:cubicBezTo>
                      <a:pt x="554934" y="184747"/>
                      <a:pt x="555659" y="184747"/>
                      <a:pt x="556021" y="184747"/>
                    </a:cubicBezTo>
                    <a:cubicBezTo>
                      <a:pt x="556021" y="184747"/>
                      <a:pt x="556384" y="184747"/>
                      <a:pt x="556384" y="184747"/>
                    </a:cubicBezTo>
                    <a:cubicBezTo>
                      <a:pt x="556384" y="184747"/>
                      <a:pt x="556384" y="183660"/>
                      <a:pt x="556384" y="183660"/>
                    </a:cubicBezTo>
                    <a:cubicBezTo>
                      <a:pt x="556384" y="183298"/>
                      <a:pt x="556746" y="183298"/>
                      <a:pt x="556746" y="183298"/>
                    </a:cubicBezTo>
                    <a:cubicBezTo>
                      <a:pt x="556746" y="183298"/>
                      <a:pt x="556746" y="182573"/>
                      <a:pt x="557109" y="182935"/>
                    </a:cubicBezTo>
                    <a:cubicBezTo>
                      <a:pt x="557471" y="182935"/>
                      <a:pt x="558196" y="183298"/>
                      <a:pt x="558196" y="183298"/>
                    </a:cubicBezTo>
                    <a:cubicBezTo>
                      <a:pt x="558196" y="183298"/>
                      <a:pt x="558559" y="183298"/>
                      <a:pt x="558921" y="183298"/>
                    </a:cubicBezTo>
                    <a:cubicBezTo>
                      <a:pt x="559284" y="183660"/>
                      <a:pt x="559646" y="183660"/>
                      <a:pt x="559646" y="183298"/>
                    </a:cubicBezTo>
                    <a:cubicBezTo>
                      <a:pt x="559646" y="183298"/>
                      <a:pt x="559646" y="182935"/>
                      <a:pt x="559646" y="182935"/>
                    </a:cubicBezTo>
                    <a:cubicBezTo>
                      <a:pt x="559646" y="182935"/>
                      <a:pt x="558921" y="182211"/>
                      <a:pt x="558559" y="182211"/>
                    </a:cubicBezTo>
                    <a:cubicBezTo>
                      <a:pt x="558559" y="181849"/>
                      <a:pt x="558196" y="181486"/>
                      <a:pt x="558196" y="181486"/>
                    </a:cubicBezTo>
                    <a:cubicBezTo>
                      <a:pt x="558196" y="181124"/>
                      <a:pt x="558559" y="180400"/>
                      <a:pt x="558559" y="180400"/>
                    </a:cubicBezTo>
                    <a:cubicBezTo>
                      <a:pt x="558559" y="180400"/>
                      <a:pt x="557834" y="179675"/>
                      <a:pt x="557834" y="179675"/>
                    </a:cubicBezTo>
                    <a:cubicBezTo>
                      <a:pt x="557834" y="179675"/>
                      <a:pt x="557471" y="179313"/>
                      <a:pt x="557471" y="179313"/>
                    </a:cubicBezTo>
                    <a:cubicBezTo>
                      <a:pt x="557109" y="179313"/>
                      <a:pt x="556384" y="179313"/>
                      <a:pt x="556384" y="179313"/>
                    </a:cubicBezTo>
                    <a:cubicBezTo>
                      <a:pt x="556384" y="179313"/>
                      <a:pt x="555296" y="178951"/>
                      <a:pt x="555296" y="178951"/>
                    </a:cubicBezTo>
                    <a:cubicBezTo>
                      <a:pt x="555296" y="178951"/>
                      <a:pt x="554934" y="177864"/>
                      <a:pt x="554571" y="177502"/>
                    </a:cubicBezTo>
                    <a:cubicBezTo>
                      <a:pt x="554209" y="177502"/>
                      <a:pt x="554209" y="176777"/>
                      <a:pt x="554209" y="176777"/>
                    </a:cubicBezTo>
                    <a:cubicBezTo>
                      <a:pt x="553846" y="177139"/>
                      <a:pt x="554209" y="177864"/>
                      <a:pt x="554209" y="177864"/>
                    </a:cubicBezTo>
                    <a:cubicBezTo>
                      <a:pt x="554209" y="178226"/>
                      <a:pt x="554209" y="179313"/>
                      <a:pt x="554209" y="179313"/>
                    </a:cubicBezTo>
                    <a:cubicBezTo>
                      <a:pt x="554209" y="179313"/>
                      <a:pt x="553846" y="180037"/>
                      <a:pt x="553846" y="180037"/>
                    </a:cubicBezTo>
                    <a:cubicBezTo>
                      <a:pt x="553846" y="180037"/>
                      <a:pt x="553121" y="179675"/>
                      <a:pt x="552758" y="179675"/>
                    </a:cubicBezTo>
                    <a:cubicBezTo>
                      <a:pt x="552758" y="179675"/>
                      <a:pt x="552396" y="180037"/>
                      <a:pt x="552396" y="180037"/>
                    </a:cubicBezTo>
                    <a:cubicBezTo>
                      <a:pt x="552396" y="180037"/>
                      <a:pt x="552033" y="180400"/>
                      <a:pt x="551671" y="180400"/>
                    </a:cubicBezTo>
                    <a:cubicBezTo>
                      <a:pt x="551671" y="180400"/>
                      <a:pt x="551671" y="180762"/>
                      <a:pt x="551671" y="181124"/>
                    </a:cubicBezTo>
                    <a:cubicBezTo>
                      <a:pt x="551671" y="181486"/>
                      <a:pt x="551308" y="181486"/>
                      <a:pt x="551308" y="181486"/>
                    </a:cubicBezTo>
                    <a:cubicBezTo>
                      <a:pt x="550946" y="181486"/>
                      <a:pt x="550946" y="181849"/>
                      <a:pt x="550583" y="181849"/>
                    </a:cubicBezTo>
                    <a:cubicBezTo>
                      <a:pt x="550583" y="182211"/>
                      <a:pt x="550583" y="182211"/>
                      <a:pt x="550221" y="182573"/>
                    </a:cubicBezTo>
                    <a:cubicBezTo>
                      <a:pt x="550221" y="182573"/>
                      <a:pt x="550221" y="182935"/>
                      <a:pt x="550221" y="182935"/>
                    </a:cubicBezTo>
                    <a:cubicBezTo>
                      <a:pt x="549858" y="183298"/>
                      <a:pt x="549858" y="183298"/>
                      <a:pt x="549858" y="183660"/>
                    </a:cubicBezTo>
                    <a:cubicBezTo>
                      <a:pt x="549496" y="184022"/>
                      <a:pt x="549133" y="184022"/>
                      <a:pt x="549133" y="184022"/>
                    </a:cubicBezTo>
                    <a:cubicBezTo>
                      <a:pt x="549133" y="184022"/>
                      <a:pt x="548771" y="183298"/>
                      <a:pt x="548408" y="182935"/>
                    </a:cubicBezTo>
                    <a:cubicBezTo>
                      <a:pt x="548408" y="182935"/>
                      <a:pt x="548408" y="182211"/>
                      <a:pt x="548408" y="182211"/>
                    </a:cubicBezTo>
                    <a:cubicBezTo>
                      <a:pt x="548408" y="182211"/>
                      <a:pt x="548408" y="181849"/>
                      <a:pt x="548408" y="181849"/>
                    </a:cubicBezTo>
                    <a:cubicBezTo>
                      <a:pt x="548408" y="181849"/>
                      <a:pt x="548408" y="181486"/>
                      <a:pt x="548408" y="181124"/>
                    </a:cubicBezTo>
                    <a:cubicBezTo>
                      <a:pt x="548408" y="181124"/>
                      <a:pt x="548771" y="180762"/>
                      <a:pt x="548771" y="180762"/>
                    </a:cubicBezTo>
                    <a:cubicBezTo>
                      <a:pt x="548771" y="180762"/>
                      <a:pt x="549133" y="180400"/>
                      <a:pt x="549133" y="180400"/>
                    </a:cubicBezTo>
                    <a:cubicBezTo>
                      <a:pt x="549133" y="180400"/>
                      <a:pt x="549858" y="180037"/>
                      <a:pt x="549858" y="180037"/>
                    </a:cubicBezTo>
                    <a:cubicBezTo>
                      <a:pt x="549858" y="180037"/>
                      <a:pt x="550583" y="179675"/>
                      <a:pt x="550583" y="179675"/>
                    </a:cubicBezTo>
                    <a:cubicBezTo>
                      <a:pt x="550583" y="179675"/>
                      <a:pt x="551308" y="179675"/>
                      <a:pt x="551308" y="179675"/>
                    </a:cubicBezTo>
                    <a:cubicBezTo>
                      <a:pt x="551308" y="179675"/>
                      <a:pt x="551671" y="179313"/>
                      <a:pt x="551671" y="179313"/>
                    </a:cubicBezTo>
                    <a:cubicBezTo>
                      <a:pt x="551308" y="178951"/>
                      <a:pt x="552396" y="178951"/>
                      <a:pt x="551308" y="178588"/>
                    </a:cubicBezTo>
                    <a:cubicBezTo>
                      <a:pt x="549858" y="178588"/>
                      <a:pt x="549858" y="178588"/>
                      <a:pt x="549496" y="178588"/>
                    </a:cubicBezTo>
                    <a:cubicBezTo>
                      <a:pt x="549133" y="178951"/>
                      <a:pt x="549133" y="179313"/>
                      <a:pt x="548771" y="179313"/>
                    </a:cubicBezTo>
                    <a:cubicBezTo>
                      <a:pt x="548771" y="179675"/>
                      <a:pt x="548771" y="179313"/>
                      <a:pt x="548408" y="179313"/>
                    </a:cubicBezTo>
                    <a:cubicBezTo>
                      <a:pt x="548408" y="179675"/>
                      <a:pt x="548046" y="178951"/>
                      <a:pt x="548046" y="178951"/>
                    </a:cubicBezTo>
                    <a:cubicBezTo>
                      <a:pt x="548046" y="178588"/>
                      <a:pt x="548408" y="175690"/>
                      <a:pt x="548408" y="175690"/>
                    </a:cubicBezTo>
                    <a:cubicBezTo>
                      <a:pt x="548408" y="175690"/>
                      <a:pt x="548408" y="174966"/>
                      <a:pt x="548408" y="174966"/>
                    </a:cubicBezTo>
                    <a:cubicBezTo>
                      <a:pt x="548408" y="174966"/>
                      <a:pt x="548046" y="174966"/>
                      <a:pt x="548771" y="174604"/>
                    </a:cubicBezTo>
                    <a:cubicBezTo>
                      <a:pt x="549133" y="174241"/>
                      <a:pt x="549496" y="173879"/>
                      <a:pt x="549496" y="173879"/>
                    </a:cubicBezTo>
                    <a:cubicBezTo>
                      <a:pt x="549496" y="173879"/>
                      <a:pt x="549858" y="173517"/>
                      <a:pt x="549858" y="173517"/>
                    </a:cubicBezTo>
                    <a:cubicBezTo>
                      <a:pt x="549858" y="173517"/>
                      <a:pt x="550221" y="173155"/>
                      <a:pt x="550221" y="173155"/>
                    </a:cubicBezTo>
                    <a:cubicBezTo>
                      <a:pt x="550221" y="173155"/>
                      <a:pt x="550583" y="172792"/>
                      <a:pt x="550946" y="172792"/>
                    </a:cubicBezTo>
                    <a:cubicBezTo>
                      <a:pt x="550946" y="172792"/>
                      <a:pt x="550946" y="172792"/>
                      <a:pt x="551308" y="172792"/>
                    </a:cubicBezTo>
                    <a:cubicBezTo>
                      <a:pt x="551671" y="172792"/>
                      <a:pt x="552033" y="172430"/>
                      <a:pt x="552396" y="172792"/>
                    </a:cubicBezTo>
                    <a:cubicBezTo>
                      <a:pt x="552396" y="172792"/>
                      <a:pt x="552758" y="173155"/>
                      <a:pt x="552758" y="173155"/>
                    </a:cubicBezTo>
                    <a:cubicBezTo>
                      <a:pt x="552758" y="173155"/>
                      <a:pt x="553121" y="173155"/>
                      <a:pt x="553121" y="173155"/>
                    </a:cubicBezTo>
                    <a:cubicBezTo>
                      <a:pt x="553483" y="173155"/>
                      <a:pt x="553483" y="172792"/>
                      <a:pt x="553483" y="172792"/>
                    </a:cubicBezTo>
                    <a:cubicBezTo>
                      <a:pt x="553846" y="172792"/>
                      <a:pt x="553483" y="172430"/>
                      <a:pt x="553483" y="172430"/>
                    </a:cubicBezTo>
                    <a:cubicBezTo>
                      <a:pt x="553483" y="172430"/>
                      <a:pt x="552033" y="172430"/>
                      <a:pt x="552033" y="172430"/>
                    </a:cubicBezTo>
                    <a:cubicBezTo>
                      <a:pt x="552033" y="172430"/>
                      <a:pt x="551671" y="172068"/>
                      <a:pt x="551308" y="172068"/>
                    </a:cubicBezTo>
                    <a:cubicBezTo>
                      <a:pt x="550946" y="172430"/>
                      <a:pt x="550583" y="172430"/>
                      <a:pt x="550583" y="172430"/>
                    </a:cubicBezTo>
                    <a:cubicBezTo>
                      <a:pt x="550583" y="172430"/>
                      <a:pt x="549133" y="173155"/>
                      <a:pt x="549133" y="173517"/>
                    </a:cubicBezTo>
                    <a:cubicBezTo>
                      <a:pt x="548771" y="173879"/>
                      <a:pt x="548771" y="173517"/>
                      <a:pt x="548408" y="173879"/>
                    </a:cubicBezTo>
                    <a:cubicBezTo>
                      <a:pt x="548408" y="173879"/>
                      <a:pt x="548046" y="174241"/>
                      <a:pt x="548046" y="174604"/>
                    </a:cubicBezTo>
                    <a:cubicBezTo>
                      <a:pt x="547683" y="174604"/>
                      <a:pt x="547321" y="174604"/>
                      <a:pt x="546958" y="174604"/>
                    </a:cubicBezTo>
                    <a:cubicBezTo>
                      <a:pt x="546958" y="174604"/>
                      <a:pt x="546596" y="174241"/>
                      <a:pt x="546596" y="174241"/>
                    </a:cubicBezTo>
                    <a:cubicBezTo>
                      <a:pt x="546233" y="173879"/>
                      <a:pt x="545871" y="173879"/>
                      <a:pt x="545871" y="173879"/>
                    </a:cubicBezTo>
                    <a:cubicBezTo>
                      <a:pt x="545508" y="173879"/>
                      <a:pt x="545146" y="173517"/>
                      <a:pt x="545146" y="173517"/>
                    </a:cubicBezTo>
                    <a:cubicBezTo>
                      <a:pt x="545146" y="173517"/>
                      <a:pt x="545146" y="173517"/>
                      <a:pt x="544421" y="173155"/>
                    </a:cubicBezTo>
                    <a:cubicBezTo>
                      <a:pt x="544421" y="173155"/>
                      <a:pt x="544421" y="173155"/>
                      <a:pt x="544421" y="172430"/>
                    </a:cubicBezTo>
                    <a:cubicBezTo>
                      <a:pt x="544421" y="172430"/>
                      <a:pt x="544421" y="172430"/>
                      <a:pt x="544421" y="172068"/>
                    </a:cubicBezTo>
                    <a:cubicBezTo>
                      <a:pt x="544421" y="172068"/>
                      <a:pt x="545146" y="171343"/>
                      <a:pt x="545146" y="171343"/>
                    </a:cubicBezTo>
                    <a:cubicBezTo>
                      <a:pt x="545146" y="171343"/>
                      <a:pt x="546233" y="171343"/>
                      <a:pt x="546233" y="171343"/>
                    </a:cubicBezTo>
                    <a:cubicBezTo>
                      <a:pt x="546233" y="171343"/>
                      <a:pt x="546958" y="171343"/>
                      <a:pt x="546958" y="171343"/>
                    </a:cubicBezTo>
                    <a:cubicBezTo>
                      <a:pt x="547321" y="171343"/>
                      <a:pt x="547683" y="171343"/>
                      <a:pt x="547683" y="170981"/>
                    </a:cubicBezTo>
                    <a:cubicBezTo>
                      <a:pt x="548046" y="170981"/>
                      <a:pt x="548771" y="170619"/>
                      <a:pt x="548771" y="170619"/>
                    </a:cubicBezTo>
                    <a:cubicBezTo>
                      <a:pt x="548771" y="170619"/>
                      <a:pt x="549133" y="170257"/>
                      <a:pt x="549133" y="170257"/>
                    </a:cubicBezTo>
                    <a:cubicBezTo>
                      <a:pt x="549133" y="170257"/>
                      <a:pt x="549133" y="170257"/>
                      <a:pt x="548771" y="170257"/>
                    </a:cubicBezTo>
                    <a:cubicBezTo>
                      <a:pt x="548408" y="170257"/>
                      <a:pt x="547321" y="170257"/>
                      <a:pt x="546958" y="170257"/>
                    </a:cubicBezTo>
                    <a:cubicBezTo>
                      <a:pt x="546958" y="170619"/>
                      <a:pt x="546596" y="170619"/>
                      <a:pt x="546233" y="170619"/>
                    </a:cubicBezTo>
                    <a:cubicBezTo>
                      <a:pt x="546233" y="170619"/>
                      <a:pt x="544783" y="170981"/>
                      <a:pt x="544421" y="170981"/>
                    </a:cubicBezTo>
                    <a:cubicBezTo>
                      <a:pt x="544421" y="170981"/>
                      <a:pt x="544058" y="170981"/>
                      <a:pt x="544058" y="170981"/>
                    </a:cubicBezTo>
                    <a:cubicBezTo>
                      <a:pt x="544058" y="170981"/>
                      <a:pt x="543696" y="170619"/>
                      <a:pt x="543696" y="170619"/>
                    </a:cubicBezTo>
                    <a:cubicBezTo>
                      <a:pt x="543696" y="170619"/>
                      <a:pt x="543696" y="170619"/>
                      <a:pt x="543696" y="169894"/>
                    </a:cubicBezTo>
                    <a:cubicBezTo>
                      <a:pt x="543696" y="169894"/>
                      <a:pt x="543333" y="169532"/>
                      <a:pt x="543696" y="169532"/>
                    </a:cubicBezTo>
                    <a:cubicBezTo>
                      <a:pt x="543696" y="169532"/>
                      <a:pt x="544421" y="169170"/>
                      <a:pt x="544421" y="168808"/>
                    </a:cubicBezTo>
                    <a:cubicBezTo>
                      <a:pt x="544783" y="168808"/>
                      <a:pt x="545508" y="168445"/>
                      <a:pt x="545508" y="168445"/>
                    </a:cubicBezTo>
                    <a:cubicBezTo>
                      <a:pt x="545871" y="168445"/>
                      <a:pt x="546596" y="167721"/>
                      <a:pt x="546596" y="167721"/>
                    </a:cubicBezTo>
                    <a:cubicBezTo>
                      <a:pt x="546596" y="167721"/>
                      <a:pt x="547683" y="166634"/>
                      <a:pt x="547683" y="166634"/>
                    </a:cubicBezTo>
                    <a:cubicBezTo>
                      <a:pt x="547683" y="166634"/>
                      <a:pt x="547683" y="166634"/>
                      <a:pt x="548408" y="165910"/>
                    </a:cubicBezTo>
                    <a:cubicBezTo>
                      <a:pt x="548408" y="165910"/>
                      <a:pt x="549133" y="165185"/>
                      <a:pt x="549858" y="165185"/>
                    </a:cubicBezTo>
                    <a:cubicBezTo>
                      <a:pt x="550583" y="164823"/>
                      <a:pt x="552396" y="164098"/>
                      <a:pt x="552396" y="164098"/>
                    </a:cubicBezTo>
                    <a:cubicBezTo>
                      <a:pt x="552396" y="164098"/>
                      <a:pt x="553121" y="163736"/>
                      <a:pt x="553121" y="163736"/>
                    </a:cubicBezTo>
                    <a:cubicBezTo>
                      <a:pt x="553483" y="163736"/>
                      <a:pt x="553846" y="163736"/>
                      <a:pt x="553846" y="163736"/>
                    </a:cubicBezTo>
                    <a:cubicBezTo>
                      <a:pt x="554209" y="163736"/>
                      <a:pt x="554571" y="163736"/>
                      <a:pt x="554934" y="163374"/>
                    </a:cubicBezTo>
                    <a:cubicBezTo>
                      <a:pt x="554934" y="163374"/>
                      <a:pt x="555659" y="163012"/>
                      <a:pt x="555296" y="163012"/>
                    </a:cubicBezTo>
                    <a:cubicBezTo>
                      <a:pt x="555296" y="163012"/>
                      <a:pt x="554934" y="162649"/>
                      <a:pt x="554934" y="162649"/>
                    </a:cubicBezTo>
                    <a:cubicBezTo>
                      <a:pt x="554934" y="162649"/>
                      <a:pt x="553483" y="163012"/>
                      <a:pt x="552758" y="163374"/>
                    </a:cubicBezTo>
                    <a:cubicBezTo>
                      <a:pt x="552033" y="163736"/>
                      <a:pt x="551671" y="163736"/>
                      <a:pt x="551671" y="163736"/>
                    </a:cubicBezTo>
                    <a:cubicBezTo>
                      <a:pt x="551671" y="163736"/>
                      <a:pt x="551308" y="164098"/>
                      <a:pt x="550946" y="164098"/>
                    </a:cubicBezTo>
                    <a:cubicBezTo>
                      <a:pt x="550221" y="164461"/>
                      <a:pt x="549496" y="164823"/>
                      <a:pt x="549496" y="164823"/>
                    </a:cubicBezTo>
                    <a:cubicBezTo>
                      <a:pt x="549496" y="164823"/>
                      <a:pt x="549496" y="164823"/>
                      <a:pt x="547683" y="166272"/>
                    </a:cubicBezTo>
                    <a:cubicBezTo>
                      <a:pt x="547683" y="166272"/>
                      <a:pt x="547321" y="166272"/>
                      <a:pt x="546958" y="166634"/>
                    </a:cubicBezTo>
                    <a:cubicBezTo>
                      <a:pt x="546596" y="166996"/>
                      <a:pt x="545871" y="167721"/>
                      <a:pt x="545508" y="168083"/>
                    </a:cubicBezTo>
                    <a:cubicBezTo>
                      <a:pt x="545508" y="168083"/>
                      <a:pt x="543333" y="168808"/>
                      <a:pt x="543333" y="168808"/>
                    </a:cubicBezTo>
                    <a:cubicBezTo>
                      <a:pt x="543333" y="168808"/>
                      <a:pt x="542971" y="168445"/>
                      <a:pt x="542608" y="168808"/>
                    </a:cubicBezTo>
                    <a:cubicBezTo>
                      <a:pt x="542608" y="168808"/>
                      <a:pt x="542245" y="168445"/>
                      <a:pt x="542245" y="168445"/>
                    </a:cubicBezTo>
                    <a:cubicBezTo>
                      <a:pt x="542245" y="168445"/>
                      <a:pt x="541883" y="168445"/>
                      <a:pt x="541883" y="168083"/>
                    </a:cubicBezTo>
                    <a:cubicBezTo>
                      <a:pt x="541883" y="167721"/>
                      <a:pt x="541883" y="167359"/>
                      <a:pt x="541883" y="166996"/>
                    </a:cubicBezTo>
                    <a:cubicBezTo>
                      <a:pt x="542245" y="166634"/>
                      <a:pt x="542245" y="166272"/>
                      <a:pt x="542608" y="165910"/>
                    </a:cubicBezTo>
                    <a:cubicBezTo>
                      <a:pt x="542971" y="165547"/>
                      <a:pt x="542971" y="165185"/>
                      <a:pt x="543333" y="165185"/>
                    </a:cubicBezTo>
                    <a:cubicBezTo>
                      <a:pt x="543333" y="165185"/>
                      <a:pt x="544058" y="165185"/>
                      <a:pt x="544058" y="165185"/>
                    </a:cubicBezTo>
                    <a:cubicBezTo>
                      <a:pt x="544058" y="165185"/>
                      <a:pt x="544421" y="164823"/>
                      <a:pt x="544783" y="164823"/>
                    </a:cubicBezTo>
                    <a:cubicBezTo>
                      <a:pt x="545146" y="165185"/>
                      <a:pt x="545508" y="164823"/>
                      <a:pt x="545871" y="164823"/>
                    </a:cubicBezTo>
                    <a:cubicBezTo>
                      <a:pt x="546233" y="164461"/>
                      <a:pt x="546958" y="164098"/>
                      <a:pt x="547321" y="163736"/>
                    </a:cubicBezTo>
                    <a:cubicBezTo>
                      <a:pt x="547321" y="163736"/>
                      <a:pt x="547683" y="163012"/>
                      <a:pt x="547321" y="163012"/>
                    </a:cubicBezTo>
                    <a:cubicBezTo>
                      <a:pt x="546958" y="163012"/>
                      <a:pt x="546958" y="162649"/>
                      <a:pt x="546233" y="162649"/>
                    </a:cubicBezTo>
                    <a:cubicBezTo>
                      <a:pt x="545871" y="162649"/>
                      <a:pt x="544421" y="163012"/>
                      <a:pt x="544058" y="163012"/>
                    </a:cubicBezTo>
                    <a:cubicBezTo>
                      <a:pt x="544058" y="163012"/>
                      <a:pt x="543333" y="163012"/>
                      <a:pt x="543333" y="163012"/>
                    </a:cubicBezTo>
                    <a:cubicBezTo>
                      <a:pt x="542971" y="163012"/>
                      <a:pt x="542608" y="162649"/>
                      <a:pt x="542245" y="162649"/>
                    </a:cubicBezTo>
                    <a:cubicBezTo>
                      <a:pt x="541883" y="162649"/>
                      <a:pt x="541883" y="162287"/>
                      <a:pt x="541520" y="162287"/>
                    </a:cubicBezTo>
                    <a:cubicBezTo>
                      <a:pt x="541520" y="161925"/>
                      <a:pt x="541158" y="161563"/>
                      <a:pt x="541158" y="161563"/>
                    </a:cubicBezTo>
                    <a:cubicBezTo>
                      <a:pt x="541158" y="161200"/>
                      <a:pt x="541520" y="160838"/>
                      <a:pt x="541520" y="160838"/>
                    </a:cubicBezTo>
                    <a:cubicBezTo>
                      <a:pt x="541883" y="160838"/>
                      <a:pt x="542245" y="160476"/>
                      <a:pt x="542245" y="160476"/>
                    </a:cubicBezTo>
                    <a:cubicBezTo>
                      <a:pt x="542608" y="160476"/>
                      <a:pt x="543333" y="160476"/>
                      <a:pt x="543696" y="160476"/>
                    </a:cubicBezTo>
                    <a:cubicBezTo>
                      <a:pt x="543696" y="160476"/>
                      <a:pt x="544058" y="160476"/>
                      <a:pt x="544421" y="160476"/>
                    </a:cubicBezTo>
                    <a:cubicBezTo>
                      <a:pt x="544783" y="160838"/>
                      <a:pt x="545508" y="160476"/>
                      <a:pt x="545508" y="160476"/>
                    </a:cubicBezTo>
                    <a:cubicBezTo>
                      <a:pt x="545508" y="160476"/>
                      <a:pt x="546233" y="160476"/>
                      <a:pt x="546233" y="160476"/>
                    </a:cubicBezTo>
                    <a:cubicBezTo>
                      <a:pt x="546233" y="160476"/>
                      <a:pt x="546596" y="160114"/>
                      <a:pt x="546596" y="160114"/>
                    </a:cubicBezTo>
                    <a:cubicBezTo>
                      <a:pt x="546958" y="160114"/>
                      <a:pt x="547321" y="160114"/>
                      <a:pt x="547321" y="160114"/>
                    </a:cubicBezTo>
                    <a:cubicBezTo>
                      <a:pt x="547321" y="160114"/>
                      <a:pt x="547683" y="159751"/>
                      <a:pt x="548046" y="159751"/>
                    </a:cubicBezTo>
                    <a:cubicBezTo>
                      <a:pt x="548408" y="160114"/>
                      <a:pt x="549133" y="160114"/>
                      <a:pt x="549133" y="160114"/>
                    </a:cubicBezTo>
                    <a:cubicBezTo>
                      <a:pt x="549496" y="160114"/>
                      <a:pt x="549858" y="159751"/>
                      <a:pt x="549858" y="160114"/>
                    </a:cubicBezTo>
                    <a:cubicBezTo>
                      <a:pt x="550221" y="160476"/>
                      <a:pt x="550946" y="159751"/>
                      <a:pt x="551308" y="160114"/>
                    </a:cubicBezTo>
                    <a:cubicBezTo>
                      <a:pt x="551308" y="160476"/>
                      <a:pt x="550221" y="160114"/>
                      <a:pt x="551308" y="160838"/>
                    </a:cubicBezTo>
                    <a:cubicBezTo>
                      <a:pt x="552396" y="161563"/>
                      <a:pt x="552758" y="161563"/>
                      <a:pt x="552758" y="161563"/>
                    </a:cubicBezTo>
                    <a:cubicBezTo>
                      <a:pt x="552758" y="161563"/>
                      <a:pt x="552758" y="161925"/>
                      <a:pt x="552758" y="161925"/>
                    </a:cubicBezTo>
                    <a:cubicBezTo>
                      <a:pt x="553121" y="161925"/>
                      <a:pt x="553121" y="161563"/>
                      <a:pt x="553483" y="161563"/>
                    </a:cubicBezTo>
                    <a:cubicBezTo>
                      <a:pt x="553483" y="161925"/>
                      <a:pt x="553846" y="161563"/>
                      <a:pt x="553846" y="161563"/>
                    </a:cubicBezTo>
                    <a:cubicBezTo>
                      <a:pt x="553846" y="161563"/>
                      <a:pt x="553846" y="161563"/>
                      <a:pt x="554209" y="161563"/>
                    </a:cubicBezTo>
                    <a:cubicBezTo>
                      <a:pt x="554209" y="161563"/>
                      <a:pt x="554571" y="161563"/>
                      <a:pt x="554571" y="161563"/>
                    </a:cubicBezTo>
                    <a:cubicBezTo>
                      <a:pt x="554571" y="161563"/>
                      <a:pt x="555296" y="161200"/>
                      <a:pt x="556021" y="161200"/>
                    </a:cubicBezTo>
                    <a:cubicBezTo>
                      <a:pt x="556384" y="161200"/>
                      <a:pt x="556021" y="161200"/>
                      <a:pt x="556384" y="161200"/>
                    </a:cubicBezTo>
                    <a:cubicBezTo>
                      <a:pt x="556384" y="161200"/>
                      <a:pt x="556746" y="160476"/>
                      <a:pt x="556384" y="160476"/>
                    </a:cubicBezTo>
                    <a:cubicBezTo>
                      <a:pt x="556384" y="160476"/>
                      <a:pt x="555296" y="160838"/>
                      <a:pt x="554934" y="160838"/>
                    </a:cubicBezTo>
                    <a:cubicBezTo>
                      <a:pt x="554571" y="160838"/>
                      <a:pt x="554209" y="160476"/>
                      <a:pt x="553846" y="160838"/>
                    </a:cubicBezTo>
                    <a:cubicBezTo>
                      <a:pt x="553121" y="160838"/>
                      <a:pt x="552758" y="160838"/>
                      <a:pt x="552758" y="160838"/>
                    </a:cubicBezTo>
                    <a:cubicBezTo>
                      <a:pt x="552758" y="160838"/>
                      <a:pt x="552758" y="160838"/>
                      <a:pt x="552396" y="160838"/>
                    </a:cubicBezTo>
                    <a:cubicBezTo>
                      <a:pt x="552033" y="160838"/>
                      <a:pt x="551671" y="160838"/>
                      <a:pt x="551671" y="160838"/>
                    </a:cubicBezTo>
                    <a:cubicBezTo>
                      <a:pt x="551671" y="160838"/>
                      <a:pt x="551671" y="160838"/>
                      <a:pt x="551671" y="160476"/>
                    </a:cubicBezTo>
                    <a:cubicBezTo>
                      <a:pt x="551671" y="160476"/>
                      <a:pt x="551671" y="160476"/>
                      <a:pt x="552033" y="160114"/>
                    </a:cubicBezTo>
                    <a:cubicBezTo>
                      <a:pt x="552033" y="160114"/>
                      <a:pt x="551671" y="159751"/>
                      <a:pt x="551671" y="159751"/>
                    </a:cubicBezTo>
                    <a:cubicBezTo>
                      <a:pt x="551671" y="159751"/>
                      <a:pt x="551308" y="159389"/>
                      <a:pt x="551308" y="159751"/>
                    </a:cubicBezTo>
                    <a:cubicBezTo>
                      <a:pt x="550946" y="159751"/>
                      <a:pt x="550946" y="159389"/>
                      <a:pt x="550583" y="159389"/>
                    </a:cubicBezTo>
                    <a:cubicBezTo>
                      <a:pt x="550221" y="159751"/>
                      <a:pt x="549496" y="159751"/>
                      <a:pt x="549496" y="159751"/>
                    </a:cubicBezTo>
                    <a:cubicBezTo>
                      <a:pt x="549496" y="159751"/>
                      <a:pt x="549133" y="159751"/>
                      <a:pt x="549133" y="159751"/>
                    </a:cubicBezTo>
                    <a:cubicBezTo>
                      <a:pt x="549133" y="159751"/>
                      <a:pt x="549133" y="159389"/>
                      <a:pt x="548771" y="159389"/>
                    </a:cubicBezTo>
                    <a:cubicBezTo>
                      <a:pt x="548771" y="159751"/>
                      <a:pt x="548408" y="159389"/>
                      <a:pt x="548046" y="159389"/>
                    </a:cubicBezTo>
                    <a:cubicBezTo>
                      <a:pt x="548046" y="159389"/>
                      <a:pt x="546233" y="159751"/>
                      <a:pt x="546233" y="159751"/>
                    </a:cubicBezTo>
                    <a:cubicBezTo>
                      <a:pt x="546233" y="159751"/>
                      <a:pt x="546233" y="159751"/>
                      <a:pt x="545508" y="159751"/>
                    </a:cubicBezTo>
                    <a:cubicBezTo>
                      <a:pt x="545508" y="159751"/>
                      <a:pt x="545508" y="159751"/>
                      <a:pt x="545146" y="159751"/>
                    </a:cubicBezTo>
                    <a:cubicBezTo>
                      <a:pt x="544783" y="159751"/>
                      <a:pt x="544421" y="159751"/>
                      <a:pt x="544058" y="159751"/>
                    </a:cubicBezTo>
                    <a:cubicBezTo>
                      <a:pt x="544058" y="159751"/>
                      <a:pt x="543696" y="159751"/>
                      <a:pt x="543333" y="159751"/>
                    </a:cubicBezTo>
                    <a:cubicBezTo>
                      <a:pt x="542971" y="160114"/>
                      <a:pt x="542608" y="160114"/>
                      <a:pt x="542608" y="160114"/>
                    </a:cubicBezTo>
                    <a:cubicBezTo>
                      <a:pt x="542245" y="160114"/>
                      <a:pt x="541520" y="160114"/>
                      <a:pt x="541158" y="160114"/>
                    </a:cubicBezTo>
                    <a:cubicBezTo>
                      <a:pt x="541158" y="160476"/>
                      <a:pt x="540433" y="160114"/>
                      <a:pt x="540433" y="160114"/>
                    </a:cubicBezTo>
                    <a:cubicBezTo>
                      <a:pt x="540433" y="159751"/>
                      <a:pt x="539345" y="160114"/>
                      <a:pt x="540795" y="159389"/>
                    </a:cubicBezTo>
                    <a:lnTo>
                      <a:pt x="542523" y="158008"/>
                    </a:lnTo>
                    <a:lnTo>
                      <a:pt x="539803" y="158750"/>
                    </a:lnTo>
                    <a:cubicBezTo>
                      <a:pt x="538704" y="158750"/>
                      <a:pt x="539803" y="158017"/>
                      <a:pt x="540169" y="157284"/>
                    </a:cubicBezTo>
                    <a:cubicBezTo>
                      <a:pt x="540536" y="156185"/>
                      <a:pt x="541635" y="156552"/>
                      <a:pt x="541635" y="155819"/>
                    </a:cubicBezTo>
                    <a:cubicBezTo>
                      <a:pt x="541635" y="155453"/>
                      <a:pt x="543467" y="155086"/>
                      <a:pt x="544199" y="155086"/>
                    </a:cubicBezTo>
                    <a:cubicBezTo>
                      <a:pt x="545298" y="155086"/>
                      <a:pt x="546031" y="153987"/>
                      <a:pt x="545298" y="153621"/>
                    </a:cubicBezTo>
                    <a:cubicBezTo>
                      <a:pt x="544199" y="153621"/>
                      <a:pt x="543467" y="153255"/>
                      <a:pt x="542734" y="152888"/>
                    </a:cubicBezTo>
                    <a:cubicBezTo>
                      <a:pt x="541635" y="152522"/>
                      <a:pt x="543467" y="152522"/>
                      <a:pt x="544932" y="152156"/>
                    </a:cubicBezTo>
                    <a:cubicBezTo>
                      <a:pt x="546031" y="151789"/>
                      <a:pt x="546031" y="152156"/>
                      <a:pt x="545665" y="151057"/>
                    </a:cubicBezTo>
                    <a:cubicBezTo>
                      <a:pt x="545298" y="149958"/>
                      <a:pt x="544566" y="149958"/>
                      <a:pt x="544932" y="149958"/>
                    </a:cubicBezTo>
                    <a:cubicBezTo>
                      <a:pt x="546764" y="149225"/>
                      <a:pt x="548596" y="149958"/>
                      <a:pt x="548962" y="150324"/>
                    </a:cubicBezTo>
                    <a:cubicBezTo>
                      <a:pt x="548962" y="151057"/>
                      <a:pt x="549328" y="151057"/>
                      <a:pt x="550427" y="151057"/>
                    </a:cubicBezTo>
                    <a:cubicBezTo>
                      <a:pt x="551527" y="151057"/>
                      <a:pt x="551160" y="151057"/>
                      <a:pt x="551160" y="152522"/>
                    </a:cubicBezTo>
                    <a:cubicBezTo>
                      <a:pt x="551527" y="153621"/>
                      <a:pt x="551527" y="153621"/>
                      <a:pt x="550427" y="153621"/>
                    </a:cubicBezTo>
                    <a:cubicBezTo>
                      <a:pt x="549328" y="153621"/>
                      <a:pt x="547130" y="154720"/>
                      <a:pt x="547130" y="154720"/>
                    </a:cubicBezTo>
                    <a:cubicBezTo>
                      <a:pt x="547130" y="154720"/>
                      <a:pt x="548596" y="154720"/>
                      <a:pt x="550427" y="155086"/>
                    </a:cubicBezTo>
                    <a:cubicBezTo>
                      <a:pt x="551893" y="155086"/>
                      <a:pt x="551893" y="155086"/>
                      <a:pt x="552626" y="155086"/>
                    </a:cubicBezTo>
                    <a:cubicBezTo>
                      <a:pt x="552992" y="155453"/>
                      <a:pt x="552992" y="156185"/>
                      <a:pt x="552626" y="156552"/>
                    </a:cubicBezTo>
                    <a:lnTo>
                      <a:pt x="550916" y="157578"/>
                    </a:lnTo>
                    <a:lnTo>
                      <a:pt x="551308" y="157578"/>
                    </a:lnTo>
                    <a:cubicBezTo>
                      <a:pt x="551308" y="157578"/>
                      <a:pt x="551671" y="157578"/>
                      <a:pt x="552033" y="157578"/>
                    </a:cubicBezTo>
                    <a:cubicBezTo>
                      <a:pt x="552033" y="157940"/>
                      <a:pt x="552033" y="157216"/>
                      <a:pt x="552396" y="157578"/>
                    </a:cubicBezTo>
                    <a:cubicBezTo>
                      <a:pt x="552396" y="157940"/>
                      <a:pt x="552396" y="157940"/>
                      <a:pt x="552396" y="157940"/>
                    </a:cubicBezTo>
                    <a:cubicBezTo>
                      <a:pt x="552396" y="157940"/>
                      <a:pt x="552758" y="157940"/>
                      <a:pt x="553121" y="157940"/>
                    </a:cubicBezTo>
                    <a:cubicBezTo>
                      <a:pt x="553846" y="158665"/>
                      <a:pt x="554209" y="158665"/>
                      <a:pt x="554209" y="158665"/>
                    </a:cubicBezTo>
                    <a:cubicBezTo>
                      <a:pt x="554209" y="158665"/>
                      <a:pt x="553846" y="158302"/>
                      <a:pt x="554571" y="158665"/>
                    </a:cubicBezTo>
                    <a:cubicBezTo>
                      <a:pt x="555296" y="159027"/>
                      <a:pt x="555659" y="158665"/>
                      <a:pt x="555659" y="158665"/>
                    </a:cubicBezTo>
                    <a:cubicBezTo>
                      <a:pt x="555659" y="158665"/>
                      <a:pt x="555659" y="158302"/>
                      <a:pt x="556021" y="158665"/>
                    </a:cubicBezTo>
                    <a:cubicBezTo>
                      <a:pt x="556384" y="158665"/>
                      <a:pt x="557109" y="158665"/>
                      <a:pt x="557109" y="158302"/>
                    </a:cubicBezTo>
                    <a:cubicBezTo>
                      <a:pt x="557471" y="158302"/>
                      <a:pt x="556384" y="157940"/>
                      <a:pt x="556384" y="158302"/>
                    </a:cubicBezTo>
                    <a:cubicBezTo>
                      <a:pt x="556384" y="158302"/>
                      <a:pt x="555296" y="157940"/>
                      <a:pt x="555659" y="157940"/>
                    </a:cubicBezTo>
                    <a:cubicBezTo>
                      <a:pt x="555659" y="157940"/>
                      <a:pt x="555659" y="157940"/>
                      <a:pt x="555659" y="157578"/>
                    </a:cubicBezTo>
                    <a:cubicBezTo>
                      <a:pt x="555659" y="157578"/>
                      <a:pt x="555659" y="157578"/>
                      <a:pt x="556021" y="157578"/>
                    </a:cubicBezTo>
                    <a:cubicBezTo>
                      <a:pt x="556021" y="157578"/>
                      <a:pt x="556021" y="157578"/>
                      <a:pt x="557109" y="157578"/>
                    </a:cubicBezTo>
                    <a:cubicBezTo>
                      <a:pt x="557109" y="157578"/>
                      <a:pt x="557109" y="157578"/>
                      <a:pt x="557471" y="157216"/>
                    </a:cubicBezTo>
                    <a:cubicBezTo>
                      <a:pt x="557471" y="157216"/>
                      <a:pt x="557471" y="157216"/>
                      <a:pt x="558196" y="157216"/>
                    </a:cubicBezTo>
                    <a:cubicBezTo>
                      <a:pt x="558196" y="157216"/>
                      <a:pt x="558196" y="157216"/>
                      <a:pt x="558196" y="156853"/>
                    </a:cubicBezTo>
                    <a:cubicBezTo>
                      <a:pt x="558196" y="156853"/>
                      <a:pt x="557471" y="156491"/>
                      <a:pt x="557471" y="156491"/>
                    </a:cubicBezTo>
                    <a:cubicBezTo>
                      <a:pt x="557471" y="156491"/>
                      <a:pt x="557109" y="156129"/>
                      <a:pt x="557109" y="156129"/>
                    </a:cubicBezTo>
                    <a:cubicBezTo>
                      <a:pt x="557109" y="156129"/>
                      <a:pt x="557109" y="156129"/>
                      <a:pt x="557471" y="155767"/>
                    </a:cubicBezTo>
                    <a:cubicBezTo>
                      <a:pt x="557471" y="155767"/>
                      <a:pt x="557471" y="155767"/>
                      <a:pt x="557471" y="155404"/>
                    </a:cubicBezTo>
                    <a:cubicBezTo>
                      <a:pt x="557471" y="155404"/>
                      <a:pt x="557471" y="155042"/>
                      <a:pt x="557471" y="155042"/>
                    </a:cubicBezTo>
                    <a:cubicBezTo>
                      <a:pt x="557471" y="154680"/>
                      <a:pt x="557109" y="154318"/>
                      <a:pt x="556746" y="154318"/>
                    </a:cubicBezTo>
                    <a:cubicBezTo>
                      <a:pt x="556746" y="154318"/>
                      <a:pt x="556384" y="154318"/>
                      <a:pt x="556021" y="154680"/>
                    </a:cubicBezTo>
                    <a:cubicBezTo>
                      <a:pt x="556021" y="154680"/>
                      <a:pt x="555659" y="154680"/>
                      <a:pt x="555659" y="154680"/>
                    </a:cubicBezTo>
                    <a:cubicBezTo>
                      <a:pt x="555659" y="154680"/>
                      <a:pt x="555659" y="154680"/>
                      <a:pt x="555296" y="154680"/>
                    </a:cubicBezTo>
                    <a:cubicBezTo>
                      <a:pt x="554934" y="154318"/>
                      <a:pt x="554571" y="153955"/>
                      <a:pt x="554571" y="153955"/>
                    </a:cubicBezTo>
                    <a:cubicBezTo>
                      <a:pt x="554209" y="153955"/>
                      <a:pt x="554209" y="153593"/>
                      <a:pt x="554209" y="153593"/>
                    </a:cubicBezTo>
                    <a:cubicBezTo>
                      <a:pt x="554209" y="153593"/>
                      <a:pt x="554209" y="152869"/>
                      <a:pt x="553846" y="152869"/>
                    </a:cubicBezTo>
                    <a:cubicBezTo>
                      <a:pt x="553483" y="153231"/>
                      <a:pt x="553483" y="152506"/>
                      <a:pt x="553483" y="152869"/>
                    </a:cubicBezTo>
                    <a:cubicBezTo>
                      <a:pt x="553483" y="152869"/>
                      <a:pt x="553483" y="152506"/>
                      <a:pt x="553483" y="152506"/>
                    </a:cubicBezTo>
                    <a:cubicBezTo>
                      <a:pt x="553483" y="152506"/>
                      <a:pt x="553121" y="151782"/>
                      <a:pt x="553121" y="151782"/>
                    </a:cubicBezTo>
                    <a:cubicBezTo>
                      <a:pt x="553121" y="151420"/>
                      <a:pt x="553121" y="151420"/>
                      <a:pt x="553483" y="151420"/>
                    </a:cubicBezTo>
                    <a:cubicBezTo>
                      <a:pt x="553483" y="151420"/>
                      <a:pt x="553846" y="151420"/>
                      <a:pt x="553846" y="151057"/>
                    </a:cubicBezTo>
                    <a:cubicBezTo>
                      <a:pt x="553846" y="151057"/>
                      <a:pt x="554209" y="150695"/>
                      <a:pt x="554209" y="150695"/>
                    </a:cubicBezTo>
                    <a:cubicBezTo>
                      <a:pt x="553846" y="150695"/>
                      <a:pt x="553846" y="150333"/>
                      <a:pt x="553483" y="150333"/>
                    </a:cubicBezTo>
                    <a:cubicBezTo>
                      <a:pt x="553121" y="150333"/>
                      <a:pt x="553121" y="149971"/>
                      <a:pt x="553121" y="149971"/>
                    </a:cubicBezTo>
                    <a:cubicBezTo>
                      <a:pt x="553121" y="149971"/>
                      <a:pt x="552758" y="149246"/>
                      <a:pt x="553121" y="149246"/>
                    </a:cubicBezTo>
                    <a:cubicBezTo>
                      <a:pt x="553483" y="149246"/>
                      <a:pt x="554209" y="148884"/>
                      <a:pt x="554209" y="148884"/>
                    </a:cubicBezTo>
                    <a:cubicBezTo>
                      <a:pt x="554571" y="148884"/>
                      <a:pt x="554571" y="148522"/>
                      <a:pt x="554571" y="148522"/>
                    </a:cubicBezTo>
                    <a:cubicBezTo>
                      <a:pt x="554571" y="148522"/>
                      <a:pt x="554571" y="147797"/>
                      <a:pt x="554209" y="147797"/>
                    </a:cubicBezTo>
                    <a:cubicBezTo>
                      <a:pt x="554209" y="147797"/>
                      <a:pt x="553483" y="147435"/>
                      <a:pt x="553483" y="147435"/>
                    </a:cubicBezTo>
                    <a:cubicBezTo>
                      <a:pt x="553483" y="147435"/>
                      <a:pt x="553483" y="147435"/>
                      <a:pt x="553483" y="146710"/>
                    </a:cubicBezTo>
                    <a:cubicBezTo>
                      <a:pt x="553483" y="146710"/>
                      <a:pt x="553846" y="145986"/>
                      <a:pt x="553846" y="145986"/>
                    </a:cubicBezTo>
                    <a:cubicBezTo>
                      <a:pt x="553846" y="145986"/>
                      <a:pt x="554209" y="145986"/>
                      <a:pt x="554209" y="145986"/>
                    </a:cubicBezTo>
                    <a:cubicBezTo>
                      <a:pt x="554209" y="146348"/>
                      <a:pt x="554571" y="146348"/>
                      <a:pt x="554934" y="146348"/>
                    </a:cubicBezTo>
                    <a:cubicBezTo>
                      <a:pt x="554934" y="146348"/>
                      <a:pt x="555296" y="146348"/>
                      <a:pt x="555296" y="146710"/>
                    </a:cubicBezTo>
                    <a:cubicBezTo>
                      <a:pt x="555659" y="146710"/>
                      <a:pt x="556021" y="146710"/>
                      <a:pt x="556021" y="147073"/>
                    </a:cubicBezTo>
                    <a:cubicBezTo>
                      <a:pt x="556021" y="147073"/>
                      <a:pt x="556746" y="147073"/>
                      <a:pt x="556746" y="147073"/>
                    </a:cubicBezTo>
                    <a:cubicBezTo>
                      <a:pt x="557109" y="147073"/>
                      <a:pt x="557109" y="144899"/>
                      <a:pt x="557109" y="144899"/>
                    </a:cubicBezTo>
                    <a:cubicBezTo>
                      <a:pt x="557109" y="144899"/>
                      <a:pt x="556384" y="145624"/>
                      <a:pt x="556021" y="145624"/>
                    </a:cubicBezTo>
                    <a:cubicBezTo>
                      <a:pt x="556021" y="145624"/>
                      <a:pt x="556021" y="144537"/>
                      <a:pt x="555659" y="144537"/>
                    </a:cubicBezTo>
                    <a:cubicBezTo>
                      <a:pt x="555659" y="144537"/>
                      <a:pt x="555296" y="143812"/>
                      <a:pt x="555296" y="143812"/>
                    </a:cubicBezTo>
                    <a:cubicBezTo>
                      <a:pt x="554934" y="143812"/>
                      <a:pt x="554571" y="143812"/>
                      <a:pt x="554571" y="143812"/>
                    </a:cubicBezTo>
                    <a:cubicBezTo>
                      <a:pt x="554571" y="143450"/>
                      <a:pt x="554571" y="143450"/>
                      <a:pt x="554571" y="143088"/>
                    </a:cubicBezTo>
                    <a:cubicBezTo>
                      <a:pt x="554934" y="142726"/>
                      <a:pt x="554934" y="142726"/>
                      <a:pt x="555296" y="142363"/>
                    </a:cubicBezTo>
                    <a:cubicBezTo>
                      <a:pt x="555659" y="142363"/>
                      <a:pt x="556021" y="142001"/>
                      <a:pt x="556021" y="142001"/>
                    </a:cubicBezTo>
                    <a:cubicBezTo>
                      <a:pt x="556021" y="142001"/>
                      <a:pt x="556021" y="142001"/>
                      <a:pt x="556746" y="141277"/>
                    </a:cubicBezTo>
                    <a:cubicBezTo>
                      <a:pt x="556746" y="141277"/>
                      <a:pt x="556746" y="140914"/>
                      <a:pt x="556746" y="140914"/>
                    </a:cubicBezTo>
                    <a:cubicBezTo>
                      <a:pt x="556746" y="140914"/>
                      <a:pt x="556384" y="140190"/>
                      <a:pt x="556384" y="140190"/>
                    </a:cubicBezTo>
                    <a:cubicBezTo>
                      <a:pt x="556021" y="140190"/>
                      <a:pt x="556746" y="139828"/>
                      <a:pt x="556746" y="139828"/>
                    </a:cubicBezTo>
                    <a:cubicBezTo>
                      <a:pt x="556746" y="139828"/>
                      <a:pt x="557471" y="139828"/>
                      <a:pt x="557471" y="139465"/>
                    </a:cubicBezTo>
                    <a:cubicBezTo>
                      <a:pt x="557471" y="139465"/>
                      <a:pt x="557471" y="138741"/>
                      <a:pt x="557471" y="138741"/>
                    </a:cubicBezTo>
                    <a:cubicBezTo>
                      <a:pt x="557471" y="138741"/>
                      <a:pt x="557109" y="138379"/>
                      <a:pt x="557109" y="138379"/>
                    </a:cubicBezTo>
                    <a:cubicBezTo>
                      <a:pt x="557109" y="138016"/>
                      <a:pt x="557471" y="138016"/>
                      <a:pt x="557471" y="138016"/>
                    </a:cubicBezTo>
                    <a:cubicBezTo>
                      <a:pt x="557471" y="137654"/>
                      <a:pt x="557471" y="137292"/>
                      <a:pt x="557471" y="137292"/>
                    </a:cubicBezTo>
                    <a:cubicBezTo>
                      <a:pt x="557109" y="137292"/>
                      <a:pt x="556746" y="137292"/>
                      <a:pt x="556384" y="137292"/>
                    </a:cubicBezTo>
                    <a:cubicBezTo>
                      <a:pt x="556384" y="137292"/>
                      <a:pt x="555296" y="137654"/>
                      <a:pt x="555296" y="137654"/>
                    </a:cubicBezTo>
                    <a:cubicBezTo>
                      <a:pt x="555296" y="137654"/>
                      <a:pt x="554209" y="137292"/>
                      <a:pt x="554209" y="137654"/>
                    </a:cubicBezTo>
                    <a:cubicBezTo>
                      <a:pt x="554209" y="137654"/>
                      <a:pt x="553121" y="137292"/>
                      <a:pt x="553121" y="137654"/>
                    </a:cubicBezTo>
                    <a:cubicBezTo>
                      <a:pt x="553121" y="137654"/>
                      <a:pt x="552758" y="137292"/>
                      <a:pt x="552758" y="137292"/>
                    </a:cubicBezTo>
                    <a:cubicBezTo>
                      <a:pt x="552758" y="137292"/>
                      <a:pt x="552396" y="137292"/>
                      <a:pt x="552396" y="137292"/>
                    </a:cubicBezTo>
                    <a:cubicBezTo>
                      <a:pt x="552396" y="137292"/>
                      <a:pt x="552033" y="136930"/>
                      <a:pt x="552033" y="137292"/>
                    </a:cubicBezTo>
                    <a:cubicBezTo>
                      <a:pt x="552033" y="137292"/>
                      <a:pt x="551671" y="137654"/>
                      <a:pt x="551671" y="137654"/>
                    </a:cubicBezTo>
                    <a:cubicBezTo>
                      <a:pt x="551308" y="137654"/>
                      <a:pt x="550583" y="137654"/>
                      <a:pt x="550583" y="137654"/>
                    </a:cubicBezTo>
                    <a:cubicBezTo>
                      <a:pt x="550583" y="137654"/>
                      <a:pt x="550583" y="137292"/>
                      <a:pt x="550221" y="137292"/>
                    </a:cubicBezTo>
                    <a:cubicBezTo>
                      <a:pt x="550221" y="137654"/>
                      <a:pt x="549496" y="137292"/>
                      <a:pt x="549133" y="137292"/>
                    </a:cubicBezTo>
                    <a:cubicBezTo>
                      <a:pt x="549133" y="137292"/>
                      <a:pt x="548408" y="137292"/>
                      <a:pt x="548408" y="137292"/>
                    </a:cubicBezTo>
                    <a:cubicBezTo>
                      <a:pt x="548408" y="137292"/>
                      <a:pt x="548408" y="137292"/>
                      <a:pt x="548046" y="137292"/>
                    </a:cubicBezTo>
                    <a:cubicBezTo>
                      <a:pt x="548046" y="137292"/>
                      <a:pt x="547321" y="136930"/>
                      <a:pt x="546958" y="136930"/>
                    </a:cubicBezTo>
                    <a:cubicBezTo>
                      <a:pt x="546958" y="136930"/>
                      <a:pt x="546233" y="136567"/>
                      <a:pt x="546233" y="136567"/>
                    </a:cubicBezTo>
                    <a:cubicBezTo>
                      <a:pt x="546233" y="136567"/>
                      <a:pt x="545871" y="136205"/>
                      <a:pt x="545871" y="135843"/>
                    </a:cubicBezTo>
                    <a:cubicBezTo>
                      <a:pt x="545871" y="135843"/>
                      <a:pt x="545871" y="135481"/>
                      <a:pt x="545508" y="135481"/>
                    </a:cubicBezTo>
                    <a:cubicBezTo>
                      <a:pt x="545508" y="135118"/>
                      <a:pt x="545146" y="134756"/>
                      <a:pt x="545146" y="134756"/>
                    </a:cubicBezTo>
                    <a:cubicBezTo>
                      <a:pt x="544783" y="135118"/>
                      <a:pt x="543333" y="135118"/>
                      <a:pt x="543333" y="134756"/>
                    </a:cubicBezTo>
                    <a:cubicBezTo>
                      <a:pt x="543333" y="134756"/>
                      <a:pt x="542245" y="134394"/>
                      <a:pt x="542245" y="134394"/>
                    </a:cubicBezTo>
                    <a:cubicBezTo>
                      <a:pt x="542245" y="134394"/>
                      <a:pt x="541520" y="134394"/>
                      <a:pt x="541520" y="134394"/>
                    </a:cubicBezTo>
                    <a:cubicBezTo>
                      <a:pt x="541158" y="134394"/>
                      <a:pt x="541158" y="134394"/>
                      <a:pt x="540795" y="134394"/>
                    </a:cubicBezTo>
                    <a:cubicBezTo>
                      <a:pt x="540433" y="134394"/>
                      <a:pt x="540433" y="134394"/>
                      <a:pt x="540070" y="134394"/>
                    </a:cubicBezTo>
                    <a:cubicBezTo>
                      <a:pt x="539708" y="134394"/>
                      <a:pt x="539708" y="134032"/>
                      <a:pt x="539345" y="134032"/>
                    </a:cubicBezTo>
                    <a:cubicBezTo>
                      <a:pt x="538983" y="134032"/>
                      <a:pt x="538983" y="133669"/>
                      <a:pt x="538620" y="133669"/>
                    </a:cubicBezTo>
                    <a:cubicBezTo>
                      <a:pt x="538620" y="133669"/>
                      <a:pt x="537895" y="133307"/>
                      <a:pt x="537895" y="133307"/>
                    </a:cubicBezTo>
                    <a:cubicBezTo>
                      <a:pt x="537895" y="132945"/>
                      <a:pt x="537533" y="132583"/>
                      <a:pt x="537533" y="132583"/>
                    </a:cubicBezTo>
                    <a:cubicBezTo>
                      <a:pt x="537170" y="132221"/>
                      <a:pt x="537170" y="131858"/>
                      <a:pt x="537170" y="131858"/>
                    </a:cubicBezTo>
                    <a:cubicBezTo>
                      <a:pt x="537170" y="131858"/>
                      <a:pt x="537170" y="131496"/>
                      <a:pt x="537533" y="131134"/>
                    </a:cubicBezTo>
                    <a:cubicBezTo>
                      <a:pt x="537895" y="131134"/>
                      <a:pt x="537895" y="131134"/>
                      <a:pt x="538258" y="131134"/>
                    </a:cubicBezTo>
                    <a:cubicBezTo>
                      <a:pt x="538258" y="131134"/>
                      <a:pt x="539345" y="130772"/>
                      <a:pt x="539345" y="131134"/>
                    </a:cubicBezTo>
                    <a:cubicBezTo>
                      <a:pt x="539708" y="131134"/>
                      <a:pt x="541158" y="131134"/>
                      <a:pt x="541520" y="131134"/>
                    </a:cubicBezTo>
                    <a:cubicBezTo>
                      <a:pt x="541883" y="130772"/>
                      <a:pt x="542245" y="130772"/>
                      <a:pt x="542245" y="130772"/>
                    </a:cubicBezTo>
                    <a:cubicBezTo>
                      <a:pt x="542245" y="131134"/>
                      <a:pt x="542608" y="130409"/>
                      <a:pt x="542971" y="130772"/>
                    </a:cubicBezTo>
                    <a:cubicBezTo>
                      <a:pt x="543333" y="130772"/>
                      <a:pt x="544058" y="131134"/>
                      <a:pt x="544421" y="131134"/>
                    </a:cubicBezTo>
                    <a:cubicBezTo>
                      <a:pt x="544783" y="131496"/>
                      <a:pt x="545146" y="131134"/>
                      <a:pt x="545146" y="131134"/>
                    </a:cubicBezTo>
                    <a:cubicBezTo>
                      <a:pt x="545508" y="131496"/>
                      <a:pt x="545871" y="131496"/>
                      <a:pt x="545871" y="131496"/>
                    </a:cubicBezTo>
                    <a:cubicBezTo>
                      <a:pt x="545871" y="131858"/>
                      <a:pt x="546596" y="131858"/>
                      <a:pt x="546596" y="131858"/>
                    </a:cubicBezTo>
                    <a:cubicBezTo>
                      <a:pt x="546958" y="132221"/>
                      <a:pt x="547683" y="132221"/>
                      <a:pt x="547683" y="132583"/>
                    </a:cubicBezTo>
                    <a:cubicBezTo>
                      <a:pt x="548046" y="132583"/>
                      <a:pt x="549133" y="133307"/>
                      <a:pt x="549133" y="133307"/>
                    </a:cubicBezTo>
                    <a:cubicBezTo>
                      <a:pt x="549133" y="133307"/>
                      <a:pt x="549133" y="133307"/>
                      <a:pt x="549858" y="133307"/>
                    </a:cubicBezTo>
                    <a:cubicBezTo>
                      <a:pt x="549858" y="133307"/>
                      <a:pt x="549858" y="133307"/>
                      <a:pt x="550221" y="134032"/>
                    </a:cubicBezTo>
                    <a:cubicBezTo>
                      <a:pt x="550221" y="134032"/>
                      <a:pt x="550221" y="133669"/>
                      <a:pt x="550583" y="134032"/>
                    </a:cubicBezTo>
                    <a:cubicBezTo>
                      <a:pt x="550946" y="134032"/>
                      <a:pt x="551308" y="134032"/>
                      <a:pt x="551308" y="134032"/>
                    </a:cubicBezTo>
                    <a:cubicBezTo>
                      <a:pt x="551671" y="134032"/>
                      <a:pt x="552033" y="134032"/>
                      <a:pt x="552033" y="134032"/>
                    </a:cubicBezTo>
                    <a:cubicBezTo>
                      <a:pt x="552033" y="134394"/>
                      <a:pt x="552758" y="134394"/>
                      <a:pt x="552758" y="134394"/>
                    </a:cubicBezTo>
                    <a:cubicBezTo>
                      <a:pt x="552758" y="134394"/>
                      <a:pt x="553121" y="134394"/>
                      <a:pt x="553121" y="134394"/>
                    </a:cubicBezTo>
                    <a:cubicBezTo>
                      <a:pt x="553121" y="134756"/>
                      <a:pt x="553846" y="134756"/>
                      <a:pt x="553846" y="134756"/>
                    </a:cubicBezTo>
                    <a:cubicBezTo>
                      <a:pt x="553846" y="134756"/>
                      <a:pt x="553846" y="134756"/>
                      <a:pt x="554209" y="134756"/>
                    </a:cubicBezTo>
                    <a:cubicBezTo>
                      <a:pt x="554209" y="134756"/>
                      <a:pt x="554934" y="134394"/>
                      <a:pt x="554934" y="134032"/>
                    </a:cubicBezTo>
                    <a:cubicBezTo>
                      <a:pt x="554934" y="134032"/>
                      <a:pt x="554571" y="133669"/>
                      <a:pt x="554571" y="133669"/>
                    </a:cubicBezTo>
                    <a:cubicBezTo>
                      <a:pt x="554571" y="133669"/>
                      <a:pt x="554571" y="133669"/>
                      <a:pt x="554209" y="132945"/>
                    </a:cubicBezTo>
                    <a:cubicBezTo>
                      <a:pt x="554209" y="132945"/>
                      <a:pt x="554209" y="132945"/>
                      <a:pt x="553846" y="132221"/>
                    </a:cubicBezTo>
                    <a:cubicBezTo>
                      <a:pt x="553846" y="132221"/>
                      <a:pt x="554209" y="131496"/>
                      <a:pt x="554209" y="131496"/>
                    </a:cubicBezTo>
                    <a:cubicBezTo>
                      <a:pt x="554209" y="131134"/>
                      <a:pt x="554209" y="130772"/>
                      <a:pt x="554209" y="130772"/>
                    </a:cubicBezTo>
                    <a:cubicBezTo>
                      <a:pt x="554209" y="130772"/>
                      <a:pt x="553483" y="130409"/>
                      <a:pt x="553483" y="130409"/>
                    </a:cubicBezTo>
                    <a:cubicBezTo>
                      <a:pt x="553483" y="130409"/>
                      <a:pt x="553483" y="130047"/>
                      <a:pt x="553121" y="130047"/>
                    </a:cubicBezTo>
                    <a:cubicBezTo>
                      <a:pt x="552758" y="130047"/>
                      <a:pt x="552396" y="129323"/>
                      <a:pt x="552396" y="129323"/>
                    </a:cubicBezTo>
                    <a:cubicBezTo>
                      <a:pt x="552396" y="129323"/>
                      <a:pt x="552033" y="128598"/>
                      <a:pt x="552033" y="128598"/>
                    </a:cubicBezTo>
                    <a:cubicBezTo>
                      <a:pt x="552033" y="128598"/>
                      <a:pt x="551308" y="127874"/>
                      <a:pt x="550946" y="127874"/>
                    </a:cubicBezTo>
                    <a:cubicBezTo>
                      <a:pt x="550946" y="127874"/>
                      <a:pt x="550221" y="127874"/>
                      <a:pt x="549858" y="127874"/>
                    </a:cubicBezTo>
                    <a:cubicBezTo>
                      <a:pt x="549858" y="127874"/>
                      <a:pt x="549496" y="127874"/>
                      <a:pt x="549496" y="127511"/>
                    </a:cubicBezTo>
                    <a:cubicBezTo>
                      <a:pt x="549496" y="127511"/>
                      <a:pt x="549496" y="127149"/>
                      <a:pt x="549496" y="127149"/>
                    </a:cubicBezTo>
                    <a:cubicBezTo>
                      <a:pt x="549496" y="127149"/>
                      <a:pt x="549496" y="127149"/>
                      <a:pt x="549858" y="126787"/>
                    </a:cubicBezTo>
                    <a:cubicBezTo>
                      <a:pt x="550221" y="126787"/>
                      <a:pt x="550946" y="126425"/>
                      <a:pt x="550946" y="126425"/>
                    </a:cubicBezTo>
                    <a:cubicBezTo>
                      <a:pt x="550946" y="126425"/>
                      <a:pt x="550946" y="126425"/>
                      <a:pt x="550583" y="125700"/>
                    </a:cubicBezTo>
                    <a:cubicBezTo>
                      <a:pt x="550583" y="125700"/>
                      <a:pt x="550946" y="124976"/>
                      <a:pt x="550946" y="124976"/>
                    </a:cubicBezTo>
                    <a:cubicBezTo>
                      <a:pt x="551308" y="124976"/>
                      <a:pt x="551671" y="124976"/>
                      <a:pt x="551671" y="124976"/>
                    </a:cubicBezTo>
                    <a:cubicBezTo>
                      <a:pt x="551671" y="124976"/>
                      <a:pt x="551671" y="123889"/>
                      <a:pt x="550946" y="124251"/>
                    </a:cubicBezTo>
                    <a:cubicBezTo>
                      <a:pt x="550221" y="124251"/>
                      <a:pt x="549858" y="124251"/>
                      <a:pt x="549496" y="124251"/>
                    </a:cubicBezTo>
                    <a:cubicBezTo>
                      <a:pt x="549496" y="124251"/>
                      <a:pt x="549133" y="124613"/>
                      <a:pt x="548771" y="124976"/>
                    </a:cubicBezTo>
                    <a:cubicBezTo>
                      <a:pt x="548771" y="125338"/>
                      <a:pt x="548771" y="124976"/>
                      <a:pt x="548408" y="124976"/>
                    </a:cubicBezTo>
                    <a:cubicBezTo>
                      <a:pt x="548408" y="124976"/>
                      <a:pt x="548046" y="124976"/>
                      <a:pt x="548046" y="124976"/>
                    </a:cubicBezTo>
                    <a:cubicBezTo>
                      <a:pt x="548046" y="124976"/>
                      <a:pt x="547321" y="124613"/>
                      <a:pt x="547321" y="124251"/>
                    </a:cubicBezTo>
                    <a:cubicBezTo>
                      <a:pt x="546958" y="124251"/>
                      <a:pt x="547321" y="123889"/>
                      <a:pt x="547321" y="123889"/>
                    </a:cubicBezTo>
                    <a:cubicBezTo>
                      <a:pt x="547321" y="123889"/>
                      <a:pt x="547683" y="123164"/>
                      <a:pt x="547321" y="123527"/>
                    </a:cubicBezTo>
                    <a:cubicBezTo>
                      <a:pt x="546958" y="123527"/>
                      <a:pt x="546233" y="123527"/>
                      <a:pt x="545871" y="123527"/>
                    </a:cubicBezTo>
                    <a:cubicBezTo>
                      <a:pt x="545871" y="123527"/>
                      <a:pt x="545508" y="123164"/>
                      <a:pt x="545508" y="123164"/>
                    </a:cubicBezTo>
                    <a:cubicBezTo>
                      <a:pt x="545508" y="122802"/>
                      <a:pt x="545508" y="122802"/>
                      <a:pt x="545146" y="123164"/>
                    </a:cubicBezTo>
                    <a:cubicBezTo>
                      <a:pt x="544783" y="123164"/>
                      <a:pt x="544783" y="122802"/>
                      <a:pt x="544783" y="123164"/>
                    </a:cubicBezTo>
                    <a:cubicBezTo>
                      <a:pt x="544421" y="123527"/>
                      <a:pt x="543696" y="123164"/>
                      <a:pt x="543696" y="123164"/>
                    </a:cubicBezTo>
                    <a:cubicBezTo>
                      <a:pt x="543696" y="123164"/>
                      <a:pt x="543696" y="122802"/>
                      <a:pt x="543696" y="122802"/>
                    </a:cubicBezTo>
                    <a:cubicBezTo>
                      <a:pt x="543696" y="122802"/>
                      <a:pt x="543696" y="122078"/>
                      <a:pt x="543696" y="122078"/>
                    </a:cubicBezTo>
                    <a:cubicBezTo>
                      <a:pt x="543696" y="122078"/>
                      <a:pt x="544058" y="121715"/>
                      <a:pt x="544421" y="121353"/>
                    </a:cubicBezTo>
                    <a:cubicBezTo>
                      <a:pt x="544421" y="121353"/>
                      <a:pt x="544783" y="120629"/>
                      <a:pt x="544421" y="120629"/>
                    </a:cubicBezTo>
                    <a:cubicBezTo>
                      <a:pt x="544421" y="120629"/>
                      <a:pt x="544058" y="120629"/>
                      <a:pt x="544058" y="120629"/>
                    </a:cubicBezTo>
                    <a:cubicBezTo>
                      <a:pt x="543696" y="120991"/>
                      <a:pt x="542971" y="121715"/>
                      <a:pt x="542971" y="121353"/>
                    </a:cubicBezTo>
                    <a:cubicBezTo>
                      <a:pt x="542608" y="121353"/>
                      <a:pt x="542245" y="120991"/>
                      <a:pt x="542245" y="120991"/>
                    </a:cubicBezTo>
                    <a:cubicBezTo>
                      <a:pt x="542245" y="120991"/>
                      <a:pt x="541883" y="120266"/>
                      <a:pt x="541883" y="120266"/>
                    </a:cubicBezTo>
                    <a:cubicBezTo>
                      <a:pt x="541520" y="120266"/>
                      <a:pt x="541158" y="119904"/>
                      <a:pt x="540795" y="119542"/>
                    </a:cubicBezTo>
                    <a:cubicBezTo>
                      <a:pt x="540795" y="119180"/>
                      <a:pt x="540433" y="118093"/>
                      <a:pt x="540433" y="118093"/>
                    </a:cubicBezTo>
                    <a:cubicBezTo>
                      <a:pt x="540433" y="117731"/>
                      <a:pt x="540795" y="116644"/>
                      <a:pt x="540433" y="117006"/>
                    </a:cubicBezTo>
                    <a:cubicBezTo>
                      <a:pt x="540070" y="117368"/>
                      <a:pt x="539708" y="117731"/>
                      <a:pt x="540070" y="118093"/>
                    </a:cubicBezTo>
                    <a:cubicBezTo>
                      <a:pt x="540070" y="118093"/>
                      <a:pt x="540070" y="118455"/>
                      <a:pt x="540433" y="118817"/>
                    </a:cubicBezTo>
                    <a:cubicBezTo>
                      <a:pt x="540433" y="118817"/>
                      <a:pt x="540433" y="119180"/>
                      <a:pt x="540795" y="119542"/>
                    </a:cubicBezTo>
                    <a:cubicBezTo>
                      <a:pt x="540795" y="119904"/>
                      <a:pt x="541158" y="120266"/>
                      <a:pt x="541158" y="120266"/>
                    </a:cubicBezTo>
                    <a:cubicBezTo>
                      <a:pt x="541158" y="120266"/>
                      <a:pt x="541158" y="120266"/>
                      <a:pt x="541883" y="121715"/>
                    </a:cubicBezTo>
                    <a:cubicBezTo>
                      <a:pt x="541883" y="121715"/>
                      <a:pt x="541883" y="121715"/>
                      <a:pt x="541158" y="122078"/>
                    </a:cubicBezTo>
                    <a:cubicBezTo>
                      <a:pt x="541158" y="122078"/>
                      <a:pt x="540795" y="122440"/>
                      <a:pt x="540433" y="122802"/>
                    </a:cubicBezTo>
                    <a:cubicBezTo>
                      <a:pt x="540433" y="122802"/>
                      <a:pt x="540433" y="122440"/>
                      <a:pt x="540070" y="122802"/>
                    </a:cubicBezTo>
                    <a:cubicBezTo>
                      <a:pt x="539708" y="123164"/>
                      <a:pt x="540070" y="123164"/>
                      <a:pt x="539708" y="123889"/>
                    </a:cubicBezTo>
                    <a:cubicBezTo>
                      <a:pt x="539708" y="124613"/>
                      <a:pt x="539345" y="124976"/>
                      <a:pt x="539345" y="124976"/>
                    </a:cubicBezTo>
                    <a:cubicBezTo>
                      <a:pt x="538983" y="125338"/>
                      <a:pt x="538620" y="125338"/>
                      <a:pt x="538258" y="125338"/>
                    </a:cubicBezTo>
                    <a:cubicBezTo>
                      <a:pt x="538258" y="125338"/>
                      <a:pt x="535720" y="125338"/>
                      <a:pt x="535720" y="125338"/>
                    </a:cubicBezTo>
                    <a:cubicBezTo>
                      <a:pt x="535720" y="125338"/>
                      <a:pt x="535358" y="124976"/>
                      <a:pt x="535358" y="124976"/>
                    </a:cubicBezTo>
                    <a:cubicBezTo>
                      <a:pt x="534995" y="124976"/>
                      <a:pt x="534633" y="124976"/>
                      <a:pt x="534270" y="124976"/>
                    </a:cubicBezTo>
                    <a:cubicBezTo>
                      <a:pt x="533908" y="124976"/>
                      <a:pt x="533183" y="125338"/>
                      <a:pt x="532820" y="125338"/>
                    </a:cubicBezTo>
                    <a:cubicBezTo>
                      <a:pt x="532820" y="124976"/>
                      <a:pt x="532095" y="124613"/>
                      <a:pt x="532095" y="124613"/>
                    </a:cubicBezTo>
                    <a:cubicBezTo>
                      <a:pt x="531733" y="124613"/>
                      <a:pt x="531733" y="124251"/>
                      <a:pt x="531370" y="123889"/>
                    </a:cubicBezTo>
                    <a:cubicBezTo>
                      <a:pt x="531008" y="123527"/>
                      <a:pt x="531370" y="123164"/>
                      <a:pt x="531370" y="123164"/>
                    </a:cubicBezTo>
                    <a:cubicBezTo>
                      <a:pt x="531370" y="123164"/>
                      <a:pt x="531370" y="122802"/>
                      <a:pt x="531733" y="122802"/>
                    </a:cubicBezTo>
                    <a:cubicBezTo>
                      <a:pt x="531733" y="122802"/>
                      <a:pt x="532458" y="122440"/>
                      <a:pt x="532458" y="122440"/>
                    </a:cubicBezTo>
                    <a:cubicBezTo>
                      <a:pt x="532458" y="122440"/>
                      <a:pt x="533183" y="122440"/>
                      <a:pt x="533183" y="122440"/>
                    </a:cubicBezTo>
                    <a:cubicBezTo>
                      <a:pt x="533183" y="122440"/>
                      <a:pt x="533908" y="122078"/>
                      <a:pt x="533908" y="122078"/>
                    </a:cubicBezTo>
                    <a:cubicBezTo>
                      <a:pt x="533908" y="122078"/>
                      <a:pt x="534995" y="121353"/>
                      <a:pt x="534995" y="121353"/>
                    </a:cubicBezTo>
                    <a:cubicBezTo>
                      <a:pt x="535358" y="121353"/>
                      <a:pt x="535720" y="120991"/>
                      <a:pt x="535720" y="120991"/>
                    </a:cubicBezTo>
                    <a:cubicBezTo>
                      <a:pt x="535720" y="120991"/>
                      <a:pt x="536083" y="120629"/>
                      <a:pt x="536083" y="120266"/>
                    </a:cubicBezTo>
                    <a:cubicBezTo>
                      <a:pt x="536445" y="120266"/>
                      <a:pt x="536445" y="120266"/>
                      <a:pt x="536445" y="119904"/>
                    </a:cubicBezTo>
                    <a:cubicBezTo>
                      <a:pt x="536445" y="119904"/>
                      <a:pt x="536808" y="119542"/>
                      <a:pt x="536445" y="119542"/>
                    </a:cubicBezTo>
                    <a:cubicBezTo>
                      <a:pt x="536445" y="119542"/>
                      <a:pt x="536083" y="119542"/>
                      <a:pt x="535720" y="119904"/>
                    </a:cubicBezTo>
                    <a:cubicBezTo>
                      <a:pt x="535720" y="119904"/>
                      <a:pt x="535720" y="120266"/>
                      <a:pt x="534995" y="120629"/>
                    </a:cubicBezTo>
                    <a:cubicBezTo>
                      <a:pt x="534270" y="121353"/>
                      <a:pt x="534270" y="120991"/>
                      <a:pt x="534270" y="121353"/>
                    </a:cubicBezTo>
                    <a:cubicBezTo>
                      <a:pt x="534270" y="121353"/>
                      <a:pt x="533908" y="120991"/>
                      <a:pt x="533545" y="120991"/>
                    </a:cubicBezTo>
                    <a:cubicBezTo>
                      <a:pt x="533183" y="120991"/>
                      <a:pt x="532820" y="120991"/>
                      <a:pt x="533183" y="120991"/>
                    </a:cubicBezTo>
                    <a:cubicBezTo>
                      <a:pt x="533183" y="120629"/>
                      <a:pt x="533183" y="120629"/>
                      <a:pt x="533908" y="120266"/>
                    </a:cubicBezTo>
                    <a:lnTo>
                      <a:pt x="534181" y="119857"/>
                    </a:lnTo>
                    <a:lnTo>
                      <a:pt x="533941" y="119857"/>
                    </a:lnTo>
                    <a:cubicBezTo>
                      <a:pt x="534338" y="118666"/>
                      <a:pt x="533544" y="119857"/>
                      <a:pt x="532353" y="119857"/>
                    </a:cubicBezTo>
                    <a:cubicBezTo>
                      <a:pt x="530766" y="120254"/>
                      <a:pt x="531957" y="119460"/>
                      <a:pt x="531957" y="118666"/>
                    </a:cubicBezTo>
                    <a:cubicBezTo>
                      <a:pt x="531957" y="117476"/>
                      <a:pt x="533941" y="118666"/>
                      <a:pt x="533941" y="117872"/>
                    </a:cubicBezTo>
                    <a:cubicBezTo>
                      <a:pt x="534338" y="117476"/>
                      <a:pt x="533544" y="117079"/>
                      <a:pt x="532750" y="117079"/>
                    </a:cubicBezTo>
                    <a:cubicBezTo>
                      <a:pt x="531957" y="117079"/>
                      <a:pt x="532750" y="117079"/>
                      <a:pt x="533147" y="116682"/>
                    </a:cubicBezTo>
                    <a:cubicBezTo>
                      <a:pt x="533941" y="115888"/>
                      <a:pt x="535529" y="116682"/>
                      <a:pt x="536322" y="116285"/>
                    </a:cubicBezTo>
                    <a:lnTo>
                      <a:pt x="536322" y="116890"/>
                    </a:lnTo>
                    <a:lnTo>
                      <a:pt x="536445" y="116644"/>
                    </a:lnTo>
                    <a:cubicBezTo>
                      <a:pt x="536808" y="115919"/>
                      <a:pt x="537170" y="116644"/>
                      <a:pt x="537533" y="116644"/>
                    </a:cubicBezTo>
                    <a:cubicBezTo>
                      <a:pt x="537533" y="116644"/>
                      <a:pt x="537895" y="115557"/>
                      <a:pt x="537170" y="115557"/>
                    </a:cubicBezTo>
                    <a:cubicBezTo>
                      <a:pt x="536445" y="115557"/>
                      <a:pt x="536445" y="115195"/>
                      <a:pt x="536083" y="115195"/>
                    </a:cubicBezTo>
                    <a:cubicBezTo>
                      <a:pt x="536083" y="114833"/>
                      <a:pt x="535720" y="114833"/>
                      <a:pt x="535720" y="114470"/>
                    </a:cubicBezTo>
                    <a:cubicBezTo>
                      <a:pt x="535720" y="114108"/>
                      <a:pt x="536083" y="113746"/>
                      <a:pt x="536083" y="113384"/>
                    </a:cubicBezTo>
                    <a:cubicBezTo>
                      <a:pt x="536083" y="113384"/>
                      <a:pt x="536083" y="112659"/>
                      <a:pt x="536083" y="112659"/>
                    </a:cubicBezTo>
                    <a:cubicBezTo>
                      <a:pt x="536083" y="112659"/>
                      <a:pt x="536083" y="111935"/>
                      <a:pt x="536083" y="111935"/>
                    </a:cubicBezTo>
                    <a:cubicBezTo>
                      <a:pt x="535720" y="111935"/>
                      <a:pt x="535720" y="111210"/>
                      <a:pt x="535358" y="111210"/>
                    </a:cubicBezTo>
                    <a:cubicBezTo>
                      <a:pt x="534995" y="111210"/>
                      <a:pt x="534633" y="111210"/>
                      <a:pt x="534633" y="111210"/>
                    </a:cubicBezTo>
                    <a:cubicBezTo>
                      <a:pt x="534633" y="111210"/>
                      <a:pt x="534270" y="111210"/>
                      <a:pt x="533908" y="111210"/>
                    </a:cubicBezTo>
                    <a:cubicBezTo>
                      <a:pt x="533545" y="111210"/>
                      <a:pt x="533183" y="110848"/>
                      <a:pt x="533183" y="110848"/>
                    </a:cubicBezTo>
                    <a:cubicBezTo>
                      <a:pt x="533183" y="110848"/>
                      <a:pt x="532458" y="111210"/>
                      <a:pt x="532458" y="111210"/>
                    </a:cubicBezTo>
                    <a:cubicBezTo>
                      <a:pt x="532458" y="111210"/>
                      <a:pt x="532820" y="109399"/>
                      <a:pt x="533183" y="109037"/>
                    </a:cubicBezTo>
                    <a:cubicBezTo>
                      <a:pt x="533183" y="108674"/>
                      <a:pt x="533545" y="108312"/>
                      <a:pt x="533545" y="108312"/>
                    </a:cubicBezTo>
                    <a:cubicBezTo>
                      <a:pt x="533545" y="107950"/>
                      <a:pt x="533545" y="107588"/>
                      <a:pt x="533183" y="107588"/>
                    </a:cubicBezTo>
                    <a:cubicBezTo>
                      <a:pt x="533183" y="107588"/>
                      <a:pt x="533183" y="106863"/>
                      <a:pt x="532820" y="106863"/>
                    </a:cubicBezTo>
                    <a:cubicBezTo>
                      <a:pt x="532820" y="106863"/>
                      <a:pt x="532095" y="106501"/>
                      <a:pt x="531733" y="106501"/>
                    </a:cubicBezTo>
                    <a:cubicBezTo>
                      <a:pt x="531733" y="106139"/>
                      <a:pt x="531370" y="105776"/>
                      <a:pt x="531370" y="105776"/>
                    </a:cubicBezTo>
                    <a:cubicBezTo>
                      <a:pt x="531370" y="105776"/>
                      <a:pt x="531370" y="105776"/>
                      <a:pt x="531370" y="105052"/>
                    </a:cubicBezTo>
                    <a:cubicBezTo>
                      <a:pt x="531370" y="105052"/>
                      <a:pt x="531008" y="104327"/>
                      <a:pt x="531008" y="103965"/>
                    </a:cubicBezTo>
                    <a:cubicBezTo>
                      <a:pt x="531008" y="103965"/>
                      <a:pt x="530645" y="103241"/>
                      <a:pt x="530645" y="103241"/>
                    </a:cubicBezTo>
                    <a:cubicBezTo>
                      <a:pt x="530645" y="103241"/>
                      <a:pt x="530645" y="102878"/>
                      <a:pt x="530282" y="102878"/>
                    </a:cubicBezTo>
                    <a:cubicBezTo>
                      <a:pt x="529920" y="102516"/>
                      <a:pt x="529557" y="101792"/>
                      <a:pt x="529557" y="101792"/>
                    </a:cubicBezTo>
                    <a:cubicBezTo>
                      <a:pt x="529195" y="101792"/>
                      <a:pt x="529195" y="100705"/>
                      <a:pt x="528832" y="100705"/>
                    </a:cubicBezTo>
                    <a:cubicBezTo>
                      <a:pt x="528470" y="100705"/>
                      <a:pt x="528470" y="99980"/>
                      <a:pt x="528470" y="99618"/>
                    </a:cubicBezTo>
                    <a:cubicBezTo>
                      <a:pt x="528470" y="99256"/>
                      <a:pt x="528107" y="98531"/>
                      <a:pt x="528470" y="98531"/>
                    </a:cubicBezTo>
                    <a:cubicBezTo>
                      <a:pt x="528470" y="98169"/>
                      <a:pt x="528832" y="98169"/>
                      <a:pt x="528832" y="98169"/>
                    </a:cubicBezTo>
                    <a:cubicBezTo>
                      <a:pt x="528832" y="98169"/>
                      <a:pt x="528107" y="97082"/>
                      <a:pt x="528107" y="97082"/>
                    </a:cubicBezTo>
                    <a:cubicBezTo>
                      <a:pt x="528107" y="97082"/>
                      <a:pt x="527745" y="96358"/>
                      <a:pt x="527382" y="96358"/>
                    </a:cubicBezTo>
                    <a:cubicBezTo>
                      <a:pt x="527020" y="96358"/>
                      <a:pt x="526657" y="95996"/>
                      <a:pt x="526657" y="95996"/>
                    </a:cubicBezTo>
                    <a:cubicBezTo>
                      <a:pt x="526295" y="95996"/>
                      <a:pt x="526295" y="95996"/>
                      <a:pt x="526295" y="95996"/>
                    </a:cubicBezTo>
                    <a:cubicBezTo>
                      <a:pt x="525932" y="95996"/>
                      <a:pt x="525570" y="95633"/>
                      <a:pt x="525570" y="95633"/>
                    </a:cubicBezTo>
                    <a:cubicBezTo>
                      <a:pt x="525570" y="95633"/>
                      <a:pt x="525207" y="94909"/>
                      <a:pt x="525207" y="94547"/>
                    </a:cubicBezTo>
                    <a:cubicBezTo>
                      <a:pt x="525207" y="94547"/>
                      <a:pt x="525207" y="94184"/>
                      <a:pt x="524845" y="93822"/>
                    </a:cubicBezTo>
                    <a:cubicBezTo>
                      <a:pt x="524482" y="93822"/>
                      <a:pt x="524845" y="93460"/>
                      <a:pt x="524120" y="93098"/>
                    </a:cubicBezTo>
                    <a:cubicBezTo>
                      <a:pt x="523395" y="93098"/>
                      <a:pt x="523757" y="92735"/>
                      <a:pt x="523395" y="92735"/>
                    </a:cubicBezTo>
                    <a:cubicBezTo>
                      <a:pt x="523032" y="92735"/>
                      <a:pt x="521945" y="92011"/>
                      <a:pt x="521945" y="92373"/>
                    </a:cubicBezTo>
                    <a:cubicBezTo>
                      <a:pt x="521582" y="92373"/>
                      <a:pt x="521220" y="92011"/>
                      <a:pt x="520857" y="92011"/>
                    </a:cubicBezTo>
                    <a:cubicBezTo>
                      <a:pt x="520857" y="92011"/>
                      <a:pt x="520132" y="91649"/>
                      <a:pt x="520132" y="91649"/>
                    </a:cubicBezTo>
                    <a:cubicBezTo>
                      <a:pt x="520132" y="91649"/>
                      <a:pt x="520132" y="91649"/>
                      <a:pt x="519407" y="90924"/>
                    </a:cubicBezTo>
                    <a:cubicBezTo>
                      <a:pt x="519407" y="90924"/>
                      <a:pt x="519044" y="89837"/>
                      <a:pt x="519044" y="89837"/>
                    </a:cubicBezTo>
                    <a:cubicBezTo>
                      <a:pt x="519044" y="89837"/>
                      <a:pt x="518682" y="89113"/>
                      <a:pt x="518682" y="89113"/>
                    </a:cubicBezTo>
                    <a:cubicBezTo>
                      <a:pt x="518682" y="89113"/>
                      <a:pt x="519044" y="88751"/>
                      <a:pt x="519044" y="88751"/>
                    </a:cubicBezTo>
                    <a:cubicBezTo>
                      <a:pt x="519044" y="88751"/>
                      <a:pt x="519407" y="88026"/>
                      <a:pt x="519407" y="88026"/>
                    </a:cubicBezTo>
                    <a:cubicBezTo>
                      <a:pt x="519407" y="87664"/>
                      <a:pt x="519044" y="87664"/>
                      <a:pt x="519044" y="87664"/>
                    </a:cubicBezTo>
                    <a:cubicBezTo>
                      <a:pt x="519044" y="87664"/>
                      <a:pt x="519044" y="87302"/>
                      <a:pt x="518682" y="87302"/>
                    </a:cubicBezTo>
                    <a:cubicBezTo>
                      <a:pt x="518682" y="87302"/>
                      <a:pt x="518319" y="86939"/>
                      <a:pt x="518319" y="86939"/>
                    </a:cubicBezTo>
                    <a:cubicBezTo>
                      <a:pt x="517957" y="86939"/>
                      <a:pt x="517957" y="85853"/>
                      <a:pt x="517957" y="85853"/>
                    </a:cubicBezTo>
                    <a:cubicBezTo>
                      <a:pt x="517957" y="85853"/>
                      <a:pt x="517957" y="85490"/>
                      <a:pt x="517594" y="85490"/>
                    </a:cubicBezTo>
                    <a:cubicBezTo>
                      <a:pt x="517594" y="85490"/>
                      <a:pt x="516869" y="85490"/>
                      <a:pt x="516869" y="85490"/>
                    </a:cubicBezTo>
                    <a:cubicBezTo>
                      <a:pt x="516869" y="85490"/>
                      <a:pt x="515782" y="85128"/>
                      <a:pt x="515782" y="85490"/>
                    </a:cubicBezTo>
                    <a:cubicBezTo>
                      <a:pt x="515782" y="85490"/>
                      <a:pt x="514694" y="85128"/>
                      <a:pt x="514694" y="85128"/>
                    </a:cubicBezTo>
                    <a:cubicBezTo>
                      <a:pt x="514694" y="85128"/>
                      <a:pt x="514694" y="85128"/>
                      <a:pt x="513969" y="84766"/>
                    </a:cubicBezTo>
                    <a:cubicBezTo>
                      <a:pt x="513969" y="84766"/>
                      <a:pt x="513969" y="84404"/>
                      <a:pt x="513969" y="84404"/>
                    </a:cubicBezTo>
                    <a:cubicBezTo>
                      <a:pt x="513607" y="84041"/>
                      <a:pt x="513607" y="83679"/>
                      <a:pt x="513244" y="83679"/>
                    </a:cubicBezTo>
                    <a:cubicBezTo>
                      <a:pt x="513244" y="83679"/>
                      <a:pt x="512519" y="82955"/>
                      <a:pt x="512519" y="82955"/>
                    </a:cubicBezTo>
                    <a:cubicBezTo>
                      <a:pt x="512157" y="83317"/>
                      <a:pt x="511794" y="82592"/>
                      <a:pt x="511432" y="82955"/>
                    </a:cubicBezTo>
                    <a:cubicBezTo>
                      <a:pt x="511069" y="82955"/>
                      <a:pt x="510344" y="82955"/>
                      <a:pt x="509982" y="82955"/>
                    </a:cubicBezTo>
                    <a:cubicBezTo>
                      <a:pt x="509982" y="82955"/>
                      <a:pt x="509257" y="82592"/>
                      <a:pt x="509257" y="82592"/>
                    </a:cubicBezTo>
                    <a:cubicBezTo>
                      <a:pt x="509257" y="82592"/>
                      <a:pt x="509257" y="82592"/>
                      <a:pt x="508894" y="82592"/>
                    </a:cubicBezTo>
                    <a:cubicBezTo>
                      <a:pt x="508894" y="82592"/>
                      <a:pt x="508532" y="82230"/>
                      <a:pt x="508532" y="82230"/>
                    </a:cubicBezTo>
                    <a:cubicBezTo>
                      <a:pt x="508169" y="82230"/>
                      <a:pt x="507807" y="81868"/>
                      <a:pt x="507444" y="81868"/>
                    </a:cubicBezTo>
                    <a:cubicBezTo>
                      <a:pt x="507444" y="81868"/>
                      <a:pt x="507081" y="81506"/>
                      <a:pt x="506719" y="81506"/>
                    </a:cubicBezTo>
                    <a:cubicBezTo>
                      <a:pt x="506356" y="81506"/>
                      <a:pt x="506356" y="81506"/>
                      <a:pt x="505631" y="81506"/>
                    </a:cubicBezTo>
                    <a:cubicBezTo>
                      <a:pt x="504906" y="81143"/>
                      <a:pt x="503819" y="81506"/>
                      <a:pt x="503819" y="81506"/>
                    </a:cubicBezTo>
                    <a:cubicBezTo>
                      <a:pt x="503456" y="81506"/>
                      <a:pt x="503456" y="81143"/>
                      <a:pt x="503094" y="81143"/>
                    </a:cubicBezTo>
                    <a:cubicBezTo>
                      <a:pt x="502731" y="81143"/>
                      <a:pt x="501644" y="81143"/>
                      <a:pt x="501644" y="81143"/>
                    </a:cubicBezTo>
                    <a:cubicBezTo>
                      <a:pt x="501644" y="81143"/>
                      <a:pt x="501281" y="80419"/>
                      <a:pt x="500919" y="80419"/>
                    </a:cubicBezTo>
                    <a:cubicBezTo>
                      <a:pt x="500919" y="80781"/>
                      <a:pt x="500194" y="80419"/>
                      <a:pt x="499831" y="80419"/>
                    </a:cubicBezTo>
                    <a:cubicBezTo>
                      <a:pt x="499831" y="80781"/>
                      <a:pt x="498744" y="80419"/>
                      <a:pt x="498744" y="80419"/>
                    </a:cubicBezTo>
                    <a:cubicBezTo>
                      <a:pt x="498744" y="80419"/>
                      <a:pt x="498019" y="80057"/>
                      <a:pt x="497656" y="80419"/>
                    </a:cubicBezTo>
                    <a:cubicBezTo>
                      <a:pt x="497656" y="80419"/>
                      <a:pt x="496206" y="79695"/>
                      <a:pt x="496206" y="79695"/>
                    </a:cubicBezTo>
                    <a:cubicBezTo>
                      <a:pt x="496206" y="79695"/>
                      <a:pt x="495843" y="78970"/>
                      <a:pt x="495481" y="78970"/>
                    </a:cubicBezTo>
                    <a:cubicBezTo>
                      <a:pt x="495481" y="79332"/>
                      <a:pt x="495118" y="78970"/>
                      <a:pt x="495118" y="78970"/>
                    </a:cubicBezTo>
                    <a:cubicBezTo>
                      <a:pt x="495118" y="79332"/>
                      <a:pt x="494756" y="79695"/>
                      <a:pt x="494756" y="80057"/>
                    </a:cubicBezTo>
                    <a:cubicBezTo>
                      <a:pt x="494393" y="80419"/>
                      <a:pt x="493668" y="80419"/>
                      <a:pt x="493668" y="80419"/>
                    </a:cubicBezTo>
                    <a:cubicBezTo>
                      <a:pt x="493306" y="80781"/>
                      <a:pt x="493306" y="80419"/>
                      <a:pt x="493306" y="80781"/>
                    </a:cubicBezTo>
                    <a:cubicBezTo>
                      <a:pt x="492943" y="81143"/>
                      <a:pt x="492581" y="81143"/>
                      <a:pt x="492581" y="81506"/>
                    </a:cubicBezTo>
                    <a:cubicBezTo>
                      <a:pt x="492218" y="81506"/>
                      <a:pt x="492218" y="81143"/>
                      <a:pt x="491856" y="81143"/>
                    </a:cubicBezTo>
                    <a:cubicBezTo>
                      <a:pt x="491856" y="81143"/>
                      <a:pt x="491493" y="80781"/>
                      <a:pt x="491131" y="80781"/>
                    </a:cubicBezTo>
                    <a:cubicBezTo>
                      <a:pt x="490768" y="80781"/>
                      <a:pt x="490768" y="80057"/>
                      <a:pt x="490406" y="80057"/>
                    </a:cubicBezTo>
                    <a:cubicBezTo>
                      <a:pt x="490406" y="80057"/>
                      <a:pt x="490406" y="80057"/>
                      <a:pt x="490043" y="80057"/>
                    </a:cubicBezTo>
                    <a:cubicBezTo>
                      <a:pt x="490043" y="80057"/>
                      <a:pt x="489681" y="80057"/>
                      <a:pt x="489681" y="80057"/>
                    </a:cubicBezTo>
                    <a:cubicBezTo>
                      <a:pt x="489681" y="80057"/>
                      <a:pt x="489318" y="80057"/>
                      <a:pt x="489318" y="80419"/>
                    </a:cubicBezTo>
                    <a:cubicBezTo>
                      <a:pt x="489318" y="80781"/>
                      <a:pt x="488956" y="80419"/>
                      <a:pt x="488956" y="80781"/>
                    </a:cubicBezTo>
                    <a:cubicBezTo>
                      <a:pt x="488956" y="81143"/>
                      <a:pt x="488593" y="80781"/>
                      <a:pt x="488593" y="80781"/>
                    </a:cubicBezTo>
                    <a:cubicBezTo>
                      <a:pt x="488593" y="81143"/>
                      <a:pt x="488593" y="81143"/>
                      <a:pt x="488593" y="81143"/>
                    </a:cubicBezTo>
                    <a:cubicBezTo>
                      <a:pt x="488593" y="81143"/>
                      <a:pt x="487506" y="81143"/>
                      <a:pt x="487506" y="81506"/>
                    </a:cubicBezTo>
                    <a:cubicBezTo>
                      <a:pt x="487506" y="81506"/>
                      <a:pt x="487143" y="81868"/>
                      <a:pt x="486781" y="81868"/>
                    </a:cubicBezTo>
                    <a:cubicBezTo>
                      <a:pt x="486781" y="82230"/>
                      <a:pt x="486418" y="82230"/>
                      <a:pt x="486418" y="82230"/>
                    </a:cubicBezTo>
                    <a:cubicBezTo>
                      <a:pt x="486418" y="82230"/>
                      <a:pt x="485693" y="82230"/>
                      <a:pt x="485693" y="82230"/>
                    </a:cubicBezTo>
                    <a:cubicBezTo>
                      <a:pt x="485331" y="82592"/>
                      <a:pt x="485331" y="82230"/>
                      <a:pt x="484968" y="82592"/>
                    </a:cubicBezTo>
                    <a:cubicBezTo>
                      <a:pt x="484968" y="82592"/>
                      <a:pt x="483880" y="82230"/>
                      <a:pt x="483518" y="82230"/>
                    </a:cubicBezTo>
                    <a:cubicBezTo>
                      <a:pt x="483518" y="82230"/>
                      <a:pt x="483155" y="81506"/>
                      <a:pt x="483155" y="81506"/>
                    </a:cubicBezTo>
                    <a:cubicBezTo>
                      <a:pt x="483155" y="81506"/>
                      <a:pt x="483155" y="81506"/>
                      <a:pt x="483155" y="80781"/>
                    </a:cubicBezTo>
                    <a:cubicBezTo>
                      <a:pt x="483155" y="80781"/>
                      <a:pt x="482430" y="80781"/>
                      <a:pt x="482430" y="80781"/>
                    </a:cubicBezTo>
                    <a:cubicBezTo>
                      <a:pt x="482430" y="80781"/>
                      <a:pt x="481705" y="80419"/>
                      <a:pt x="481705" y="80419"/>
                    </a:cubicBezTo>
                    <a:cubicBezTo>
                      <a:pt x="481343" y="80781"/>
                      <a:pt x="480980" y="80781"/>
                      <a:pt x="480980" y="80781"/>
                    </a:cubicBezTo>
                    <a:cubicBezTo>
                      <a:pt x="480980" y="81143"/>
                      <a:pt x="480980" y="80419"/>
                      <a:pt x="480618" y="81143"/>
                    </a:cubicBezTo>
                    <a:cubicBezTo>
                      <a:pt x="480618" y="82230"/>
                      <a:pt x="480255" y="82230"/>
                      <a:pt x="480255" y="82230"/>
                    </a:cubicBezTo>
                    <a:cubicBezTo>
                      <a:pt x="480255" y="82230"/>
                      <a:pt x="479893" y="82230"/>
                      <a:pt x="479893" y="82230"/>
                    </a:cubicBezTo>
                    <a:cubicBezTo>
                      <a:pt x="479530" y="82230"/>
                      <a:pt x="479530" y="81868"/>
                      <a:pt x="479168" y="81868"/>
                    </a:cubicBezTo>
                    <a:cubicBezTo>
                      <a:pt x="479168" y="81506"/>
                      <a:pt x="478805" y="80781"/>
                      <a:pt x="478443" y="80781"/>
                    </a:cubicBezTo>
                    <a:cubicBezTo>
                      <a:pt x="478080" y="81143"/>
                      <a:pt x="478080" y="80781"/>
                      <a:pt x="477718" y="80781"/>
                    </a:cubicBezTo>
                    <a:cubicBezTo>
                      <a:pt x="477718" y="80781"/>
                      <a:pt x="477355" y="80419"/>
                      <a:pt x="477355" y="80781"/>
                    </a:cubicBezTo>
                    <a:cubicBezTo>
                      <a:pt x="476993" y="80781"/>
                      <a:pt x="476993" y="81143"/>
                      <a:pt x="476993" y="81506"/>
                    </a:cubicBezTo>
                    <a:cubicBezTo>
                      <a:pt x="477355" y="81506"/>
                      <a:pt x="477718" y="82230"/>
                      <a:pt x="477718" y="82230"/>
                    </a:cubicBezTo>
                    <a:cubicBezTo>
                      <a:pt x="477718" y="82592"/>
                      <a:pt x="478080" y="82592"/>
                      <a:pt x="478080" y="82592"/>
                    </a:cubicBezTo>
                    <a:cubicBezTo>
                      <a:pt x="478080" y="82955"/>
                      <a:pt x="478080" y="82955"/>
                      <a:pt x="477718" y="82955"/>
                    </a:cubicBezTo>
                    <a:cubicBezTo>
                      <a:pt x="477718" y="83317"/>
                      <a:pt x="477355" y="82955"/>
                      <a:pt x="476993" y="82955"/>
                    </a:cubicBezTo>
                    <a:cubicBezTo>
                      <a:pt x="476993" y="83317"/>
                      <a:pt x="476993" y="82955"/>
                      <a:pt x="476630" y="82955"/>
                    </a:cubicBezTo>
                    <a:cubicBezTo>
                      <a:pt x="476268" y="82955"/>
                      <a:pt x="475905" y="82955"/>
                      <a:pt x="475543" y="82955"/>
                    </a:cubicBezTo>
                    <a:cubicBezTo>
                      <a:pt x="474818" y="82955"/>
                      <a:pt x="474455" y="82955"/>
                      <a:pt x="473730" y="82955"/>
                    </a:cubicBezTo>
                    <a:cubicBezTo>
                      <a:pt x="473368" y="83317"/>
                      <a:pt x="473368" y="82955"/>
                      <a:pt x="473005" y="83317"/>
                    </a:cubicBezTo>
                    <a:cubicBezTo>
                      <a:pt x="472642" y="83317"/>
                      <a:pt x="471192" y="82955"/>
                      <a:pt x="471192" y="82955"/>
                    </a:cubicBezTo>
                    <a:cubicBezTo>
                      <a:pt x="471192" y="82955"/>
                      <a:pt x="470830" y="82230"/>
                      <a:pt x="470830" y="82230"/>
                    </a:cubicBezTo>
                    <a:cubicBezTo>
                      <a:pt x="470830" y="82230"/>
                      <a:pt x="469742" y="81868"/>
                      <a:pt x="469742" y="81868"/>
                    </a:cubicBezTo>
                    <a:cubicBezTo>
                      <a:pt x="469380" y="81868"/>
                      <a:pt x="468655" y="81506"/>
                      <a:pt x="468655" y="81506"/>
                    </a:cubicBezTo>
                    <a:cubicBezTo>
                      <a:pt x="468655" y="81506"/>
                      <a:pt x="468292" y="81143"/>
                      <a:pt x="468292" y="81143"/>
                    </a:cubicBezTo>
                    <a:cubicBezTo>
                      <a:pt x="468292" y="81143"/>
                      <a:pt x="467567" y="80781"/>
                      <a:pt x="467567" y="80781"/>
                    </a:cubicBezTo>
                    <a:cubicBezTo>
                      <a:pt x="467205" y="80419"/>
                      <a:pt x="467205" y="79695"/>
                      <a:pt x="466842" y="79695"/>
                    </a:cubicBezTo>
                    <a:cubicBezTo>
                      <a:pt x="466842" y="79695"/>
                      <a:pt x="466842" y="79695"/>
                      <a:pt x="466480" y="79332"/>
                    </a:cubicBezTo>
                    <a:cubicBezTo>
                      <a:pt x="466480" y="79332"/>
                      <a:pt x="466842" y="78970"/>
                      <a:pt x="466842" y="78970"/>
                    </a:cubicBezTo>
                    <a:cubicBezTo>
                      <a:pt x="466842" y="78970"/>
                      <a:pt x="467205" y="78608"/>
                      <a:pt x="467205" y="78608"/>
                    </a:cubicBezTo>
                    <a:cubicBezTo>
                      <a:pt x="467205" y="78608"/>
                      <a:pt x="467567" y="78246"/>
                      <a:pt x="467567" y="78246"/>
                    </a:cubicBezTo>
                    <a:cubicBezTo>
                      <a:pt x="467567" y="78246"/>
                      <a:pt x="468292" y="78246"/>
                      <a:pt x="468292" y="78246"/>
                    </a:cubicBezTo>
                    <a:cubicBezTo>
                      <a:pt x="468655" y="78246"/>
                      <a:pt x="468292" y="78246"/>
                      <a:pt x="468655" y="78246"/>
                    </a:cubicBezTo>
                    <a:cubicBezTo>
                      <a:pt x="469017" y="77883"/>
                      <a:pt x="469017" y="77521"/>
                      <a:pt x="469380" y="77521"/>
                    </a:cubicBezTo>
                    <a:cubicBezTo>
                      <a:pt x="469380" y="77883"/>
                      <a:pt x="469742" y="77521"/>
                      <a:pt x="469742" y="77521"/>
                    </a:cubicBezTo>
                    <a:cubicBezTo>
                      <a:pt x="469742" y="77521"/>
                      <a:pt x="470105" y="77521"/>
                      <a:pt x="470105" y="77521"/>
                    </a:cubicBezTo>
                    <a:cubicBezTo>
                      <a:pt x="470105" y="77521"/>
                      <a:pt x="470830" y="77883"/>
                      <a:pt x="470830" y="77883"/>
                    </a:cubicBezTo>
                    <a:cubicBezTo>
                      <a:pt x="470830" y="77883"/>
                      <a:pt x="471917" y="77521"/>
                      <a:pt x="472280" y="77521"/>
                    </a:cubicBezTo>
                    <a:cubicBezTo>
                      <a:pt x="472280" y="77521"/>
                      <a:pt x="472642" y="77159"/>
                      <a:pt x="472642" y="77159"/>
                    </a:cubicBezTo>
                    <a:cubicBezTo>
                      <a:pt x="472642" y="77159"/>
                      <a:pt x="472280" y="76797"/>
                      <a:pt x="472280" y="76797"/>
                    </a:cubicBezTo>
                    <a:cubicBezTo>
                      <a:pt x="472280" y="76797"/>
                      <a:pt x="471192" y="76434"/>
                      <a:pt x="470830" y="76434"/>
                    </a:cubicBezTo>
                    <a:cubicBezTo>
                      <a:pt x="470467" y="76434"/>
                      <a:pt x="470467" y="76434"/>
                      <a:pt x="470105" y="76434"/>
                    </a:cubicBezTo>
                    <a:cubicBezTo>
                      <a:pt x="470105" y="76434"/>
                      <a:pt x="469017" y="76434"/>
                      <a:pt x="469017" y="76434"/>
                    </a:cubicBezTo>
                    <a:cubicBezTo>
                      <a:pt x="469017" y="76434"/>
                      <a:pt x="468655" y="76072"/>
                      <a:pt x="468655" y="76072"/>
                    </a:cubicBezTo>
                    <a:cubicBezTo>
                      <a:pt x="468655" y="76072"/>
                      <a:pt x="467930" y="76072"/>
                      <a:pt x="467930" y="76072"/>
                    </a:cubicBezTo>
                    <a:cubicBezTo>
                      <a:pt x="467930" y="76072"/>
                      <a:pt x="467205" y="76072"/>
                      <a:pt x="467205" y="76072"/>
                    </a:cubicBezTo>
                    <a:cubicBezTo>
                      <a:pt x="466842" y="76072"/>
                      <a:pt x="466480" y="76072"/>
                      <a:pt x="466117" y="76072"/>
                    </a:cubicBezTo>
                    <a:cubicBezTo>
                      <a:pt x="466117" y="76434"/>
                      <a:pt x="465755" y="76072"/>
                      <a:pt x="465392" y="76072"/>
                    </a:cubicBezTo>
                    <a:cubicBezTo>
                      <a:pt x="465392" y="76072"/>
                      <a:pt x="464667" y="76072"/>
                      <a:pt x="464667" y="76072"/>
                    </a:cubicBezTo>
                    <a:cubicBezTo>
                      <a:pt x="464667" y="76072"/>
                      <a:pt x="463942" y="75710"/>
                      <a:pt x="463942" y="75710"/>
                    </a:cubicBezTo>
                    <a:cubicBezTo>
                      <a:pt x="463942" y="75710"/>
                      <a:pt x="463580" y="75348"/>
                      <a:pt x="463580" y="74985"/>
                    </a:cubicBezTo>
                    <a:cubicBezTo>
                      <a:pt x="463580" y="74985"/>
                      <a:pt x="463217" y="74623"/>
                      <a:pt x="463580" y="74623"/>
                    </a:cubicBezTo>
                    <a:cubicBezTo>
                      <a:pt x="463580" y="74261"/>
                      <a:pt x="463942" y="73899"/>
                      <a:pt x="463942" y="73899"/>
                    </a:cubicBezTo>
                    <a:cubicBezTo>
                      <a:pt x="463942" y="73899"/>
                      <a:pt x="463942" y="73536"/>
                      <a:pt x="463942" y="73536"/>
                    </a:cubicBezTo>
                    <a:cubicBezTo>
                      <a:pt x="463942" y="73536"/>
                      <a:pt x="462855" y="73899"/>
                      <a:pt x="462492" y="74261"/>
                    </a:cubicBezTo>
                    <a:cubicBezTo>
                      <a:pt x="462492" y="74261"/>
                      <a:pt x="462130" y="74261"/>
                      <a:pt x="462130" y="74623"/>
                    </a:cubicBezTo>
                    <a:cubicBezTo>
                      <a:pt x="461767" y="74623"/>
                      <a:pt x="461405" y="74623"/>
                      <a:pt x="461405" y="74623"/>
                    </a:cubicBezTo>
                    <a:cubicBezTo>
                      <a:pt x="461405" y="74623"/>
                      <a:pt x="460679" y="74623"/>
                      <a:pt x="460679" y="74623"/>
                    </a:cubicBezTo>
                    <a:cubicBezTo>
                      <a:pt x="460679" y="74623"/>
                      <a:pt x="459954" y="74623"/>
                      <a:pt x="459954" y="74623"/>
                    </a:cubicBezTo>
                    <a:cubicBezTo>
                      <a:pt x="459954" y="74623"/>
                      <a:pt x="459592" y="74623"/>
                      <a:pt x="459229" y="74261"/>
                    </a:cubicBezTo>
                    <a:cubicBezTo>
                      <a:pt x="459229" y="74261"/>
                      <a:pt x="459229" y="73899"/>
                      <a:pt x="459229" y="73899"/>
                    </a:cubicBezTo>
                    <a:cubicBezTo>
                      <a:pt x="458867" y="73899"/>
                      <a:pt x="458504" y="73536"/>
                      <a:pt x="458504" y="73536"/>
                    </a:cubicBezTo>
                    <a:cubicBezTo>
                      <a:pt x="458142" y="73536"/>
                      <a:pt x="457779" y="73174"/>
                      <a:pt x="457779" y="73174"/>
                    </a:cubicBezTo>
                    <a:cubicBezTo>
                      <a:pt x="457779" y="73174"/>
                      <a:pt x="457054" y="72812"/>
                      <a:pt x="457054" y="72812"/>
                    </a:cubicBezTo>
                    <a:cubicBezTo>
                      <a:pt x="457054" y="72812"/>
                      <a:pt x="457054" y="72087"/>
                      <a:pt x="457417" y="72087"/>
                    </a:cubicBezTo>
                    <a:cubicBezTo>
                      <a:pt x="457779" y="72087"/>
                      <a:pt x="458142" y="71725"/>
                      <a:pt x="458142" y="71725"/>
                    </a:cubicBezTo>
                    <a:cubicBezTo>
                      <a:pt x="458504" y="71363"/>
                      <a:pt x="458867" y="71363"/>
                      <a:pt x="458867" y="71363"/>
                    </a:cubicBezTo>
                    <a:cubicBezTo>
                      <a:pt x="458867" y="71363"/>
                      <a:pt x="459592" y="71363"/>
                      <a:pt x="459954" y="71363"/>
                    </a:cubicBezTo>
                    <a:cubicBezTo>
                      <a:pt x="460317" y="71363"/>
                      <a:pt x="460679" y="71363"/>
                      <a:pt x="461042" y="71363"/>
                    </a:cubicBezTo>
                    <a:cubicBezTo>
                      <a:pt x="461405" y="71363"/>
                      <a:pt x="461767" y="71363"/>
                      <a:pt x="461767" y="71363"/>
                    </a:cubicBezTo>
                    <a:cubicBezTo>
                      <a:pt x="461767" y="71363"/>
                      <a:pt x="462130" y="71001"/>
                      <a:pt x="462492" y="71001"/>
                    </a:cubicBezTo>
                    <a:cubicBezTo>
                      <a:pt x="462855" y="71001"/>
                      <a:pt x="463942" y="71001"/>
                      <a:pt x="463942" y="71001"/>
                    </a:cubicBezTo>
                    <a:cubicBezTo>
                      <a:pt x="463942" y="71001"/>
                      <a:pt x="466842" y="71001"/>
                      <a:pt x="466842" y="71001"/>
                    </a:cubicBezTo>
                    <a:cubicBezTo>
                      <a:pt x="466842" y="71001"/>
                      <a:pt x="467930" y="70638"/>
                      <a:pt x="468292" y="70638"/>
                    </a:cubicBezTo>
                    <a:cubicBezTo>
                      <a:pt x="468292" y="70638"/>
                      <a:pt x="468655" y="70276"/>
                      <a:pt x="468655" y="70276"/>
                    </a:cubicBezTo>
                    <a:cubicBezTo>
                      <a:pt x="468655" y="70276"/>
                      <a:pt x="469017" y="69914"/>
                      <a:pt x="469017" y="69914"/>
                    </a:cubicBezTo>
                    <a:cubicBezTo>
                      <a:pt x="469380" y="69914"/>
                      <a:pt x="469017" y="69914"/>
                      <a:pt x="469742" y="69914"/>
                    </a:cubicBezTo>
                    <a:cubicBezTo>
                      <a:pt x="470105" y="69914"/>
                      <a:pt x="470467" y="69914"/>
                      <a:pt x="470467" y="69914"/>
                    </a:cubicBezTo>
                    <a:cubicBezTo>
                      <a:pt x="470467" y="69914"/>
                      <a:pt x="475543" y="69914"/>
                      <a:pt x="475905" y="69914"/>
                    </a:cubicBezTo>
                    <a:cubicBezTo>
                      <a:pt x="475905" y="69914"/>
                      <a:pt x="476268" y="69552"/>
                      <a:pt x="476630" y="69552"/>
                    </a:cubicBezTo>
                    <a:cubicBezTo>
                      <a:pt x="476993" y="69552"/>
                      <a:pt x="477355" y="69552"/>
                      <a:pt x="477718" y="69552"/>
                    </a:cubicBezTo>
                    <a:cubicBezTo>
                      <a:pt x="477718" y="69914"/>
                      <a:pt x="477718" y="69552"/>
                      <a:pt x="478080" y="69914"/>
                    </a:cubicBezTo>
                    <a:cubicBezTo>
                      <a:pt x="478443" y="69914"/>
                      <a:pt x="478805" y="69914"/>
                      <a:pt x="478805" y="69914"/>
                    </a:cubicBezTo>
                    <a:cubicBezTo>
                      <a:pt x="478805" y="69914"/>
                      <a:pt x="479168" y="69914"/>
                      <a:pt x="479168" y="69914"/>
                    </a:cubicBezTo>
                    <a:cubicBezTo>
                      <a:pt x="479530" y="69914"/>
                      <a:pt x="479893" y="69552"/>
                      <a:pt x="479893" y="69552"/>
                    </a:cubicBezTo>
                    <a:cubicBezTo>
                      <a:pt x="480255" y="69552"/>
                      <a:pt x="479893" y="69552"/>
                      <a:pt x="480255" y="69552"/>
                    </a:cubicBezTo>
                    <a:cubicBezTo>
                      <a:pt x="480618" y="69189"/>
                      <a:pt x="480618" y="68827"/>
                      <a:pt x="480980" y="68827"/>
                    </a:cubicBezTo>
                    <a:cubicBezTo>
                      <a:pt x="480980" y="69189"/>
                      <a:pt x="481705" y="68465"/>
                      <a:pt x="481705" y="68465"/>
                    </a:cubicBezTo>
                    <a:cubicBezTo>
                      <a:pt x="481705" y="68465"/>
                      <a:pt x="480980" y="67740"/>
                      <a:pt x="480980" y="67740"/>
                    </a:cubicBezTo>
                    <a:cubicBezTo>
                      <a:pt x="480980" y="67740"/>
                      <a:pt x="480255" y="67016"/>
                      <a:pt x="480255" y="67016"/>
                    </a:cubicBezTo>
                    <a:cubicBezTo>
                      <a:pt x="479893" y="67016"/>
                      <a:pt x="479530" y="66654"/>
                      <a:pt x="479168" y="66654"/>
                    </a:cubicBezTo>
                    <a:cubicBezTo>
                      <a:pt x="478805" y="66654"/>
                      <a:pt x="478443" y="65929"/>
                      <a:pt x="478443" y="66291"/>
                    </a:cubicBezTo>
                    <a:cubicBezTo>
                      <a:pt x="478080" y="66291"/>
                      <a:pt x="477718" y="65929"/>
                      <a:pt x="477355" y="66291"/>
                    </a:cubicBezTo>
                    <a:cubicBezTo>
                      <a:pt x="477355" y="66654"/>
                      <a:pt x="476630" y="67016"/>
                      <a:pt x="476268" y="67378"/>
                    </a:cubicBezTo>
                    <a:cubicBezTo>
                      <a:pt x="476268" y="67740"/>
                      <a:pt x="476268" y="67378"/>
                      <a:pt x="475905" y="67740"/>
                    </a:cubicBezTo>
                    <a:cubicBezTo>
                      <a:pt x="475543" y="67740"/>
                      <a:pt x="474818" y="68103"/>
                      <a:pt x="474818" y="68103"/>
                    </a:cubicBezTo>
                    <a:cubicBezTo>
                      <a:pt x="474455" y="68103"/>
                      <a:pt x="474093" y="67740"/>
                      <a:pt x="473730" y="67740"/>
                    </a:cubicBezTo>
                    <a:cubicBezTo>
                      <a:pt x="473730" y="68103"/>
                      <a:pt x="473005" y="67740"/>
                      <a:pt x="472642" y="67740"/>
                    </a:cubicBezTo>
                    <a:cubicBezTo>
                      <a:pt x="472642" y="68103"/>
                      <a:pt x="470830" y="68103"/>
                      <a:pt x="470830" y="68103"/>
                    </a:cubicBezTo>
                    <a:cubicBezTo>
                      <a:pt x="470830" y="68103"/>
                      <a:pt x="470467" y="68103"/>
                      <a:pt x="470467" y="67740"/>
                    </a:cubicBezTo>
                    <a:cubicBezTo>
                      <a:pt x="470467" y="67740"/>
                      <a:pt x="470105" y="67378"/>
                      <a:pt x="470105" y="67378"/>
                    </a:cubicBezTo>
                    <a:cubicBezTo>
                      <a:pt x="469742" y="67378"/>
                      <a:pt x="469017" y="67378"/>
                      <a:pt x="469017" y="67378"/>
                    </a:cubicBezTo>
                    <a:cubicBezTo>
                      <a:pt x="469017" y="67378"/>
                      <a:pt x="468655" y="67740"/>
                      <a:pt x="468292" y="67740"/>
                    </a:cubicBezTo>
                    <a:cubicBezTo>
                      <a:pt x="468292" y="68103"/>
                      <a:pt x="467205" y="68465"/>
                      <a:pt x="467205" y="68465"/>
                    </a:cubicBezTo>
                    <a:cubicBezTo>
                      <a:pt x="467205" y="68465"/>
                      <a:pt x="466480" y="68465"/>
                      <a:pt x="466480" y="68465"/>
                    </a:cubicBezTo>
                    <a:cubicBezTo>
                      <a:pt x="466480" y="68465"/>
                      <a:pt x="465755" y="68465"/>
                      <a:pt x="465392" y="68103"/>
                    </a:cubicBezTo>
                    <a:cubicBezTo>
                      <a:pt x="465392" y="68103"/>
                      <a:pt x="465392" y="67740"/>
                      <a:pt x="465392" y="67740"/>
                    </a:cubicBezTo>
                    <a:cubicBezTo>
                      <a:pt x="465392" y="67740"/>
                      <a:pt x="465392" y="67016"/>
                      <a:pt x="465392" y="67016"/>
                    </a:cubicBezTo>
                    <a:cubicBezTo>
                      <a:pt x="465030" y="67378"/>
                      <a:pt x="464667" y="67016"/>
                      <a:pt x="464667" y="66654"/>
                    </a:cubicBezTo>
                    <a:cubicBezTo>
                      <a:pt x="464305" y="66654"/>
                      <a:pt x="463580" y="65929"/>
                      <a:pt x="463580" y="65929"/>
                    </a:cubicBezTo>
                    <a:cubicBezTo>
                      <a:pt x="463580" y="65929"/>
                      <a:pt x="463217" y="66291"/>
                      <a:pt x="463217" y="66291"/>
                    </a:cubicBezTo>
                    <a:cubicBezTo>
                      <a:pt x="462855" y="66291"/>
                      <a:pt x="462492" y="66291"/>
                      <a:pt x="462130" y="66291"/>
                    </a:cubicBezTo>
                    <a:cubicBezTo>
                      <a:pt x="461767" y="66291"/>
                      <a:pt x="461042" y="66291"/>
                      <a:pt x="460679" y="66291"/>
                    </a:cubicBezTo>
                    <a:cubicBezTo>
                      <a:pt x="460679" y="66291"/>
                      <a:pt x="459954" y="65929"/>
                      <a:pt x="459954" y="65929"/>
                    </a:cubicBezTo>
                    <a:cubicBezTo>
                      <a:pt x="459592" y="65929"/>
                      <a:pt x="459592" y="65567"/>
                      <a:pt x="459229" y="65567"/>
                    </a:cubicBezTo>
                    <a:cubicBezTo>
                      <a:pt x="459229" y="65567"/>
                      <a:pt x="459229" y="65205"/>
                      <a:pt x="458867" y="65205"/>
                    </a:cubicBezTo>
                    <a:cubicBezTo>
                      <a:pt x="458867" y="65205"/>
                      <a:pt x="458504" y="64842"/>
                      <a:pt x="458504" y="65205"/>
                    </a:cubicBezTo>
                    <a:cubicBezTo>
                      <a:pt x="458142" y="65205"/>
                      <a:pt x="457417" y="64842"/>
                      <a:pt x="457054" y="64842"/>
                    </a:cubicBezTo>
                    <a:cubicBezTo>
                      <a:pt x="457054" y="64842"/>
                      <a:pt x="455604" y="64842"/>
                      <a:pt x="455604" y="64842"/>
                    </a:cubicBezTo>
                    <a:cubicBezTo>
                      <a:pt x="455604" y="64842"/>
                      <a:pt x="454879" y="64480"/>
                      <a:pt x="454879" y="64480"/>
                    </a:cubicBezTo>
                    <a:cubicBezTo>
                      <a:pt x="454517" y="64480"/>
                      <a:pt x="454154" y="64118"/>
                      <a:pt x="453792" y="64118"/>
                    </a:cubicBezTo>
                    <a:cubicBezTo>
                      <a:pt x="453429" y="64118"/>
                      <a:pt x="452704" y="63756"/>
                      <a:pt x="452704" y="63756"/>
                    </a:cubicBezTo>
                    <a:cubicBezTo>
                      <a:pt x="452704" y="63756"/>
                      <a:pt x="452704" y="63393"/>
                      <a:pt x="452704" y="63393"/>
                    </a:cubicBezTo>
                    <a:cubicBezTo>
                      <a:pt x="452342" y="63393"/>
                      <a:pt x="451979" y="63031"/>
                      <a:pt x="451617" y="63031"/>
                    </a:cubicBezTo>
                    <a:cubicBezTo>
                      <a:pt x="451617" y="63031"/>
                      <a:pt x="451617" y="62669"/>
                      <a:pt x="451254" y="62669"/>
                    </a:cubicBezTo>
                    <a:cubicBezTo>
                      <a:pt x="450892" y="62307"/>
                      <a:pt x="449804" y="61944"/>
                      <a:pt x="449804" y="61944"/>
                    </a:cubicBezTo>
                    <a:cubicBezTo>
                      <a:pt x="449804" y="61582"/>
                      <a:pt x="449804" y="61220"/>
                      <a:pt x="449804" y="61220"/>
                    </a:cubicBezTo>
                    <a:cubicBezTo>
                      <a:pt x="449804" y="61220"/>
                      <a:pt x="449804" y="60858"/>
                      <a:pt x="449804" y="60858"/>
                    </a:cubicBezTo>
                    <a:cubicBezTo>
                      <a:pt x="450167" y="60858"/>
                      <a:pt x="450529" y="60495"/>
                      <a:pt x="450529" y="60495"/>
                    </a:cubicBezTo>
                    <a:cubicBezTo>
                      <a:pt x="450529" y="60133"/>
                      <a:pt x="450529" y="59409"/>
                      <a:pt x="450529" y="59409"/>
                    </a:cubicBezTo>
                    <a:cubicBezTo>
                      <a:pt x="450529" y="59409"/>
                      <a:pt x="450529" y="59409"/>
                      <a:pt x="451254" y="58684"/>
                    </a:cubicBezTo>
                    <a:cubicBezTo>
                      <a:pt x="451254" y="58684"/>
                      <a:pt x="451617" y="58322"/>
                      <a:pt x="451617" y="58322"/>
                    </a:cubicBezTo>
                    <a:cubicBezTo>
                      <a:pt x="451979" y="58322"/>
                      <a:pt x="451979" y="58322"/>
                      <a:pt x="452342" y="58684"/>
                    </a:cubicBezTo>
                    <a:cubicBezTo>
                      <a:pt x="452704" y="58684"/>
                      <a:pt x="453067" y="58684"/>
                      <a:pt x="453429" y="59046"/>
                    </a:cubicBezTo>
                    <a:cubicBezTo>
                      <a:pt x="453429" y="59046"/>
                      <a:pt x="454154" y="58322"/>
                      <a:pt x="454154" y="58322"/>
                    </a:cubicBezTo>
                    <a:cubicBezTo>
                      <a:pt x="454154" y="58322"/>
                      <a:pt x="454517" y="57960"/>
                      <a:pt x="454517" y="57960"/>
                    </a:cubicBezTo>
                    <a:cubicBezTo>
                      <a:pt x="454517" y="57960"/>
                      <a:pt x="454517" y="57960"/>
                      <a:pt x="454517" y="57597"/>
                    </a:cubicBezTo>
                    <a:cubicBezTo>
                      <a:pt x="454517" y="57597"/>
                      <a:pt x="454879" y="57235"/>
                      <a:pt x="454879" y="57235"/>
                    </a:cubicBezTo>
                    <a:cubicBezTo>
                      <a:pt x="455242" y="57235"/>
                      <a:pt x="455242" y="56873"/>
                      <a:pt x="455604" y="56873"/>
                    </a:cubicBezTo>
                    <a:cubicBezTo>
                      <a:pt x="455967" y="56873"/>
                      <a:pt x="457779" y="56873"/>
                      <a:pt x="457779" y="56873"/>
                    </a:cubicBezTo>
                    <a:cubicBezTo>
                      <a:pt x="457779" y="57235"/>
                      <a:pt x="458867" y="56873"/>
                      <a:pt x="458867" y="56873"/>
                    </a:cubicBezTo>
                    <a:cubicBezTo>
                      <a:pt x="458867" y="56873"/>
                      <a:pt x="459592" y="56511"/>
                      <a:pt x="459954" y="56511"/>
                    </a:cubicBezTo>
                    <a:cubicBezTo>
                      <a:pt x="459954" y="56511"/>
                      <a:pt x="460317" y="55786"/>
                      <a:pt x="460317" y="55786"/>
                    </a:cubicBezTo>
                    <a:cubicBezTo>
                      <a:pt x="460317" y="55786"/>
                      <a:pt x="461405" y="55786"/>
                      <a:pt x="461405" y="55786"/>
                    </a:cubicBezTo>
                    <a:cubicBezTo>
                      <a:pt x="461405" y="55786"/>
                      <a:pt x="462130" y="55424"/>
                      <a:pt x="462492" y="55786"/>
                    </a:cubicBezTo>
                    <a:cubicBezTo>
                      <a:pt x="462492" y="55786"/>
                      <a:pt x="462492" y="55424"/>
                      <a:pt x="462855" y="55424"/>
                    </a:cubicBezTo>
                    <a:cubicBezTo>
                      <a:pt x="463580" y="55786"/>
                      <a:pt x="463942" y="55786"/>
                      <a:pt x="464305" y="55786"/>
                    </a:cubicBezTo>
                    <a:cubicBezTo>
                      <a:pt x="464305" y="55786"/>
                      <a:pt x="466480" y="55062"/>
                      <a:pt x="466842" y="55062"/>
                    </a:cubicBezTo>
                    <a:cubicBezTo>
                      <a:pt x="466842" y="55062"/>
                      <a:pt x="467930" y="54337"/>
                      <a:pt x="467930" y="54337"/>
                    </a:cubicBezTo>
                    <a:cubicBezTo>
                      <a:pt x="467930" y="54337"/>
                      <a:pt x="468292" y="53613"/>
                      <a:pt x="468292" y="53613"/>
                    </a:cubicBezTo>
                    <a:cubicBezTo>
                      <a:pt x="468292" y="53613"/>
                      <a:pt x="468292" y="53613"/>
                      <a:pt x="468655" y="53250"/>
                    </a:cubicBezTo>
                    <a:cubicBezTo>
                      <a:pt x="468655" y="53250"/>
                      <a:pt x="469017" y="52888"/>
                      <a:pt x="469017" y="52888"/>
                    </a:cubicBezTo>
                    <a:cubicBezTo>
                      <a:pt x="469017" y="52888"/>
                      <a:pt x="470105" y="52526"/>
                      <a:pt x="470467" y="52526"/>
                    </a:cubicBezTo>
                    <a:cubicBezTo>
                      <a:pt x="470830" y="52526"/>
                      <a:pt x="471917" y="52164"/>
                      <a:pt x="471917" y="52526"/>
                    </a:cubicBezTo>
                    <a:cubicBezTo>
                      <a:pt x="472280" y="52526"/>
                      <a:pt x="472642" y="52888"/>
                      <a:pt x="472642" y="52888"/>
                    </a:cubicBezTo>
                    <a:cubicBezTo>
                      <a:pt x="473005" y="53250"/>
                      <a:pt x="473005" y="52888"/>
                      <a:pt x="473368" y="52888"/>
                    </a:cubicBezTo>
                    <a:cubicBezTo>
                      <a:pt x="473730" y="52526"/>
                      <a:pt x="474093" y="52164"/>
                      <a:pt x="474093" y="52164"/>
                    </a:cubicBezTo>
                    <a:cubicBezTo>
                      <a:pt x="474093" y="52164"/>
                      <a:pt x="474093" y="52164"/>
                      <a:pt x="475180" y="51801"/>
                    </a:cubicBezTo>
                    <a:cubicBezTo>
                      <a:pt x="475180" y="51801"/>
                      <a:pt x="475543" y="51439"/>
                      <a:pt x="475905" y="51439"/>
                    </a:cubicBezTo>
                    <a:cubicBezTo>
                      <a:pt x="475905" y="51439"/>
                      <a:pt x="476630" y="51077"/>
                      <a:pt x="476993" y="51077"/>
                    </a:cubicBezTo>
                    <a:cubicBezTo>
                      <a:pt x="477355" y="51077"/>
                      <a:pt x="477718" y="50715"/>
                      <a:pt x="477718" y="50715"/>
                    </a:cubicBezTo>
                    <a:cubicBezTo>
                      <a:pt x="478080" y="50715"/>
                      <a:pt x="478443" y="50715"/>
                      <a:pt x="478805" y="51077"/>
                    </a:cubicBezTo>
                    <a:cubicBezTo>
                      <a:pt x="479168" y="51077"/>
                      <a:pt x="479530" y="51077"/>
                      <a:pt x="479530" y="51077"/>
                    </a:cubicBezTo>
                    <a:cubicBezTo>
                      <a:pt x="479530" y="51077"/>
                      <a:pt x="479530" y="51077"/>
                      <a:pt x="479893" y="51077"/>
                    </a:cubicBezTo>
                    <a:cubicBezTo>
                      <a:pt x="479893" y="51077"/>
                      <a:pt x="480255" y="50715"/>
                      <a:pt x="480255" y="51077"/>
                    </a:cubicBezTo>
                    <a:cubicBezTo>
                      <a:pt x="480618" y="51077"/>
                      <a:pt x="480980" y="50715"/>
                      <a:pt x="480980" y="50715"/>
                    </a:cubicBezTo>
                    <a:cubicBezTo>
                      <a:pt x="480980" y="50715"/>
                      <a:pt x="481343" y="50715"/>
                      <a:pt x="481705" y="50715"/>
                    </a:cubicBezTo>
                    <a:cubicBezTo>
                      <a:pt x="481705" y="50715"/>
                      <a:pt x="481705" y="50352"/>
                      <a:pt x="482068" y="50715"/>
                    </a:cubicBezTo>
                    <a:cubicBezTo>
                      <a:pt x="482430" y="50715"/>
                      <a:pt x="482793" y="50352"/>
                      <a:pt x="482793" y="50352"/>
                    </a:cubicBezTo>
                    <a:cubicBezTo>
                      <a:pt x="482793" y="50352"/>
                      <a:pt x="483880" y="49990"/>
                      <a:pt x="483880" y="49990"/>
                    </a:cubicBezTo>
                    <a:cubicBezTo>
                      <a:pt x="483880" y="49990"/>
                      <a:pt x="484606" y="49266"/>
                      <a:pt x="484606" y="49266"/>
                    </a:cubicBezTo>
                    <a:cubicBezTo>
                      <a:pt x="484606" y="49266"/>
                      <a:pt x="485331" y="48903"/>
                      <a:pt x="485331" y="48903"/>
                    </a:cubicBezTo>
                    <a:cubicBezTo>
                      <a:pt x="485331" y="48903"/>
                      <a:pt x="485693" y="48179"/>
                      <a:pt x="485693" y="48179"/>
                    </a:cubicBezTo>
                    <a:cubicBezTo>
                      <a:pt x="485693" y="48179"/>
                      <a:pt x="486056" y="47817"/>
                      <a:pt x="486056" y="47817"/>
                    </a:cubicBezTo>
                    <a:cubicBezTo>
                      <a:pt x="486056" y="47817"/>
                      <a:pt x="486056" y="47817"/>
                      <a:pt x="486418" y="47817"/>
                    </a:cubicBezTo>
                    <a:cubicBezTo>
                      <a:pt x="486418" y="47454"/>
                      <a:pt x="487143" y="47454"/>
                      <a:pt x="487143" y="47454"/>
                    </a:cubicBezTo>
                    <a:cubicBezTo>
                      <a:pt x="487143" y="47454"/>
                      <a:pt x="487143" y="47454"/>
                      <a:pt x="487143" y="47092"/>
                    </a:cubicBezTo>
                    <a:cubicBezTo>
                      <a:pt x="487143" y="47092"/>
                      <a:pt x="487506" y="46730"/>
                      <a:pt x="487143" y="46730"/>
                    </a:cubicBezTo>
                    <a:cubicBezTo>
                      <a:pt x="487143" y="46730"/>
                      <a:pt x="487143" y="46005"/>
                      <a:pt x="487143" y="46005"/>
                    </a:cubicBezTo>
                    <a:cubicBezTo>
                      <a:pt x="487143" y="46005"/>
                      <a:pt x="486781" y="45281"/>
                      <a:pt x="486781" y="45281"/>
                    </a:cubicBezTo>
                    <a:cubicBezTo>
                      <a:pt x="486781" y="45281"/>
                      <a:pt x="487143" y="44556"/>
                      <a:pt x="486781" y="44556"/>
                    </a:cubicBezTo>
                    <a:cubicBezTo>
                      <a:pt x="486781" y="44194"/>
                      <a:pt x="486781" y="43832"/>
                      <a:pt x="486781" y="43470"/>
                    </a:cubicBezTo>
                    <a:cubicBezTo>
                      <a:pt x="486418" y="43470"/>
                      <a:pt x="486781" y="42745"/>
                      <a:pt x="486781" y="42745"/>
                    </a:cubicBezTo>
                    <a:cubicBezTo>
                      <a:pt x="486781" y="42383"/>
                      <a:pt x="487143" y="42021"/>
                      <a:pt x="487506" y="42021"/>
                    </a:cubicBezTo>
                    <a:cubicBezTo>
                      <a:pt x="487506" y="42021"/>
                      <a:pt x="488231" y="41658"/>
                      <a:pt x="488231" y="41658"/>
                    </a:cubicBezTo>
                    <a:cubicBezTo>
                      <a:pt x="488593" y="41658"/>
                      <a:pt x="488593" y="41658"/>
                      <a:pt x="488956" y="41658"/>
                    </a:cubicBezTo>
                    <a:cubicBezTo>
                      <a:pt x="489318" y="41296"/>
                      <a:pt x="490043" y="41296"/>
                      <a:pt x="490043" y="40934"/>
                    </a:cubicBezTo>
                    <a:cubicBezTo>
                      <a:pt x="490406" y="40934"/>
                      <a:pt x="490768" y="40934"/>
                      <a:pt x="490768" y="40572"/>
                    </a:cubicBezTo>
                    <a:cubicBezTo>
                      <a:pt x="491131" y="40572"/>
                      <a:pt x="491493" y="40209"/>
                      <a:pt x="491493" y="40209"/>
                    </a:cubicBezTo>
                    <a:cubicBezTo>
                      <a:pt x="491493" y="40209"/>
                      <a:pt x="491131" y="40209"/>
                      <a:pt x="491131" y="40209"/>
                    </a:cubicBezTo>
                    <a:cubicBezTo>
                      <a:pt x="490768" y="40209"/>
                      <a:pt x="490768" y="40209"/>
                      <a:pt x="490768" y="40209"/>
                    </a:cubicBezTo>
                    <a:cubicBezTo>
                      <a:pt x="490768" y="40209"/>
                      <a:pt x="490406" y="40209"/>
                      <a:pt x="490043" y="40209"/>
                    </a:cubicBezTo>
                    <a:cubicBezTo>
                      <a:pt x="490043" y="40572"/>
                      <a:pt x="489681" y="40572"/>
                      <a:pt x="489681" y="40572"/>
                    </a:cubicBezTo>
                    <a:cubicBezTo>
                      <a:pt x="489681" y="40572"/>
                      <a:pt x="489318" y="40934"/>
                      <a:pt x="488956" y="40934"/>
                    </a:cubicBezTo>
                    <a:cubicBezTo>
                      <a:pt x="488231" y="41296"/>
                      <a:pt x="488593" y="41296"/>
                      <a:pt x="488231" y="41296"/>
                    </a:cubicBezTo>
                    <a:cubicBezTo>
                      <a:pt x="487868" y="41658"/>
                      <a:pt x="487868" y="41296"/>
                      <a:pt x="487506" y="41296"/>
                    </a:cubicBezTo>
                    <a:cubicBezTo>
                      <a:pt x="487143" y="41658"/>
                      <a:pt x="486418" y="41296"/>
                      <a:pt x="486418" y="41296"/>
                    </a:cubicBezTo>
                    <a:cubicBezTo>
                      <a:pt x="486056" y="41296"/>
                      <a:pt x="486056" y="40934"/>
                      <a:pt x="485693" y="41296"/>
                    </a:cubicBezTo>
                    <a:cubicBezTo>
                      <a:pt x="485331" y="41296"/>
                      <a:pt x="484968" y="41296"/>
                      <a:pt x="484968" y="41296"/>
                    </a:cubicBezTo>
                    <a:cubicBezTo>
                      <a:pt x="484606" y="41296"/>
                      <a:pt x="484243" y="41296"/>
                      <a:pt x="484243" y="41658"/>
                    </a:cubicBezTo>
                    <a:cubicBezTo>
                      <a:pt x="483880" y="41658"/>
                      <a:pt x="483880" y="41658"/>
                      <a:pt x="483518" y="41658"/>
                    </a:cubicBezTo>
                    <a:cubicBezTo>
                      <a:pt x="483518" y="42021"/>
                      <a:pt x="483155" y="42021"/>
                      <a:pt x="482793" y="42021"/>
                    </a:cubicBezTo>
                    <a:cubicBezTo>
                      <a:pt x="482430" y="42021"/>
                      <a:pt x="482068" y="42021"/>
                      <a:pt x="482068" y="42021"/>
                    </a:cubicBezTo>
                    <a:cubicBezTo>
                      <a:pt x="482068" y="41658"/>
                      <a:pt x="481343" y="41296"/>
                      <a:pt x="481343" y="41296"/>
                    </a:cubicBezTo>
                    <a:cubicBezTo>
                      <a:pt x="481343" y="41296"/>
                      <a:pt x="480618" y="40934"/>
                      <a:pt x="480255" y="40934"/>
                    </a:cubicBezTo>
                    <a:cubicBezTo>
                      <a:pt x="479893" y="40934"/>
                      <a:pt x="479168" y="40934"/>
                      <a:pt x="479168" y="40934"/>
                    </a:cubicBezTo>
                    <a:cubicBezTo>
                      <a:pt x="478805" y="40934"/>
                      <a:pt x="478443" y="40934"/>
                      <a:pt x="478443" y="40934"/>
                    </a:cubicBezTo>
                    <a:cubicBezTo>
                      <a:pt x="478443" y="40934"/>
                      <a:pt x="477718" y="40934"/>
                      <a:pt x="477718" y="40934"/>
                    </a:cubicBezTo>
                    <a:cubicBezTo>
                      <a:pt x="477355" y="40934"/>
                      <a:pt x="476993" y="40934"/>
                      <a:pt x="476630" y="40934"/>
                    </a:cubicBezTo>
                    <a:cubicBezTo>
                      <a:pt x="476630" y="40934"/>
                      <a:pt x="476268" y="40572"/>
                      <a:pt x="475905" y="40572"/>
                    </a:cubicBezTo>
                    <a:cubicBezTo>
                      <a:pt x="475905" y="40572"/>
                      <a:pt x="475543" y="40572"/>
                      <a:pt x="475543" y="40209"/>
                    </a:cubicBezTo>
                    <a:cubicBezTo>
                      <a:pt x="475543" y="39847"/>
                      <a:pt x="475543" y="39123"/>
                      <a:pt x="475543" y="39123"/>
                    </a:cubicBezTo>
                    <a:cubicBezTo>
                      <a:pt x="475543" y="39123"/>
                      <a:pt x="475543" y="38760"/>
                      <a:pt x="475905" y="38398"/>
                    </a:cubicBezTo>
                    <a:cubicBezTo>
                      <a:pt x="476268" y="38398"/>
                      <a:pt x="476630" y="38036"/>
                      <a:pt x="476630" y="38036"/>
                    </a:cubicBezTo>
                    <a:cubicBezTo>
                      <a:pt x="476993" y="38036"/>
                      <a:pt x="478080" y="36949"/>
                      <a:pt x="478080" y="36949"/>
                    </a:cubicBezTo>
                    <a:cubicBezTo>
                      <a:pt x="478080" y="36949"/>
                      <a:pt x="478443" y="36587"/>
                      <a:pt x="478805" y="36587"/>
                    </a:cubicBezTo>
                    <a:cubicBezTo>
                      <a:pt x="478805" y="36225"/>
                      <a:pt x="479530" y="35862"/>
                      <a:pt x="479530" y="35862"/>
                    </a:cubicBezTo>
                    <a:cubicBezTo>
                      <a:pt x="479530" y="35862"/>
                      <a:pt x="480980" y="35500"/>
                      <a:pt x="481343" y="35500"/>
                    </a:cubicBezTo>
                    <a:cubicBezTo>
                      <a:pt x="481343" y="35138"/>
                      <a:pt x="481343" y="35138"/>
                      <a:pt x="481705" y="35138"/>
                    </a:cubicBezTo>
                    <a:cubicBezTo>
                      <a:pt x="482068" y="35138"/>
                      <a:pt x="482430" y="34776"/>
                      <a:pt x="482430" y="34776"/>
                    </a:cubicBezTo>
                    <a:cubicBezTo>
                      <a:pt x="482430" y="34776"/>
                      <a:pt x="482793" y="34776"/>
                      <a:pt x="482793" y="34776"/>
                    </a:cubicBezTo>
                    <a:cubicBezTo>
                      <a:pt x="482793" y="34776"/>
                      <a:pt x="483518" y="34776"/>
                      <a:pt x="483518" y="34776"/>
                    </a:cubicBezTo>
                    <a:cubicBezTo>
                      <a:pt x="483518" y="34776"/>
                      <a:pt x="484243" y="34413"/>
                      <a:pt x="484243" y="34413"/>
                    </a:cubicBezTo>
                    <a:cubicBezTo>
                      <a:pt x="484243" y="34413"/>
                      <a:pt x="484968" y="34051"/>
                      <a:pt x="484968" y="34051"/>
                    </a:cubicBezTo>
                    <a:cubicBezTo>
                      <a:pt x="484968" y="34051"/>
                      <a:pt x="485331" y="33327"/>
                      <a:pt x="485331" y="33327"/>
                    </a:cubicBezTo>
                    <a:cubicBezTo>
                      <a:pt x="485331" y="33327"/>
                      <a:pt x="485331" y="32964"/>
                      <a:pt x="485331" y="32964"/>
                    </a:cubicBezTo>
                    <a:cubicBezTo>
                      <a:pt x="485331" y="32964"/>
                      <a:pt x="485331" y="32964"/>
                      <a:pt x="485693" y="32964"/>
                    </a:cubicBezTo>
                    <a:cubicBezTo>
                      <a:pt x="486056" y="32964"/>
                      <a:pt x="485693" y="32964"/>
                      <a:pt x="486418" y="32602"/>
                    </a:cubicBezTo>
                    <a:cubicBezTo>
                      <a:pt x="486781" y="32602"/>
                      <a:pt x="487506" y="32602"/>
                      <a:pt x="487506" y="32602"/>
                    </a:cubicBezTo>
                    <a:cubicBezTo>
                      <a:pt x="487506" y="32240"/>
                      <a:pt x="487506" y="32240"/>
                      <a:pt x="487506" y="32240"/>
                    </a:cubicBezTo>
                    <a:cubicBezTo>
                      <a:pt x="487506" y="31878"/>
                      <a:pt x="487868" y="31515"/>
                      <a:pt x="487868" y="31878"/>
                    </a:cubicBezTo>
                    <a:cubicBezTo>
                      <a:pt x="487868" y="31878"/>
                      <a:pt x="489681" y="30429"/>
                      <a:pt x="489681" y="30429"/>
                    </a:cubicBezTo>
                    <a:cubicBezTo>
                      <a:pt x="489681" y="30429"/>
                      <a:pt x="490406" y="30066"/>
                      <a:pt x="490406" y="30066"/>
                    </a:cubicBezTo>
                    <a:cubicBezTo>
                      <a:pt x="490406" y="30066"/>
                      <a:pt x="490768" y="30066"/>
                      <a:pt x="490768" y="30066"/>
                    </a:cubicBezTo>
                    <a:cubicBezTo>
                      <a:pt x="490768" y="30066"/>
                      <a:pt x="491856" y="30066"/>
                      <a:pt x="492218" y="30066"/>
                    </a:cubicBezTo>
                    <a:cubicBezTo>
                      <a:pt x="492218" y="30066"/>
                      <a:pt x="492581" y="29704"/>
                      <a:pt x="492581" y="30066"/>
                    </a:cubicBezTo>
                    <a:cubicBezTo>
                      <a:pt x="492943" y="30066"/>
                      <a:pt x="494393" y="30791"/>
                      <a:pt x="494393" y="30791"/>
                    </a:cubicBezTo>
                    <a:cubicBezTo>
                      <a:pt x="494393" y="30791"/>
                      <a:pt x="494756" y="31153"/>
                      <a:pt x="494756" y="31153"/>
                    </a:cubicBezTo>
                    <a:cubicBezTo>
                      <a:pt x="495118" y="31153"/>
                      <a:pt x="494756" y="30791"/>
                      <a:pt x="495118" y="31153"/>
                    </a:cubicBezTo>
                    <a:cubicBezTo>
                      <a:pt x="495118" y="31878"/>
                      <a:pt x="495481" y="31515"/>
                      <a:pt x="495481" y="31878"/>
                    </a:cubicBezTo>
                    <a:cubicBezTo>
                      <a:pt x="495481" y="32240"/>
                      <a:pt x="495481" y="32240"/>
                      <a:pt x="495843" y="32240"/>
                    </a:cubicBezTo>
                    <a:cubicBezTo>
                      <a:pt x="495843" y="32602"/>
                      <a:pt x="495843" y="31878"/>
                      <a:pt x="495843" y="31878"/>
                    </a:cubicBezTo>
                    <a:cubicBezTo>
                      <a:pt x="495843" y="31878"/>
                      <a:pt x="495481" y="30429"/>
                      <a:pt x="495118" y="30791"/>
                    </a:cubicBezTo>
                    <a:cubicBezTo>
                      <a:pt x="495118" y="30791"/>
                      <a:pt x="494756" y="29704"/>
                      <a:pt x="495118" y="29704"/>
                    </a:cubicBezTo>
                    <a:cubicBezTo>
                      <a:pt x="495118" y="29704"/>
                      <a:pt x="495118" y="28980"/>
                      <a:pt x="495481" y="28980"/>
                    </a:cubicBezTo>
                    <a:cubicBezTo>
                      <a:pt x="495843" y="29342"/>
                      <a:pt x="496206" y="28617"/>
                      <a:pt x="496569" y="28980"/>
                    </a:cubicBezTo>
                    <a:cubicBezTo>
                      <a:pt x="497294" y="28980"/>
                      <a:pt x="498019" y="28617"/>
                      <a:pt x="498019" y="28617"/>
                    </a:cubicBezTo>
                    <a:cubicBezTo>
                      <a:pt x="498381" y="28980"/>
                      <a:pt x="499469" y="28617"/>
                      <a:pt x="499831" y="28617"/>
                    </a:cubicBezTo>
                    <a:cubicBezTo>
                      <a:pt x="499831" y="28617"/>
                      <a:pt x="500919" y="28980"/>
                      <a:pt x="501281" y="29342"/>
                    </a:cubicBezTo>
                    <a:cubicBezTo>
                      <a:pt x="501281" y="29342"/>
                      <a:pt x="501644" y="28980"/>
                      <a:pt x="501644" y="29342"/>
                    </a:cubicBezTo>
                    <a:cubicBezTo>
                      <a:pt x="502006" y="29704"/>
                      <a:pt x="501644" y="29704"/>
                      <a:pt x="502369" y="30066"/>
                    </a:cubicBezTo>
                    <a:cubicBezTo>
                      <a:pt x="502731" y="30429"/>
                      <a:pt x="502731" y="30066"/>
                      <a:pt x="503094" y="30429"/>
                    </a:cubicBezTo>
                    <a:cubicBezTo>
                      <a:pt x="503819" y="30429"/>
                      <a:pt x="504544" y="30066"/>
                      <a:pt x="504544" y="30429"/>
                    </a:cubicBezTo>
                    <a:cubicBezTo>
                      <a:pt x="504544" y="30429"/>
                      <a:pt x="504906" y="30066"/>
                      <a:pt x="504906" y="30066"/>
                    </a:cubicBezTo>
                    <a:cubicBezTo>
                      <a:pt x="504906" y="30066"/>
                      <a:pt x="505269" y="29704"/>
                      <a:pt x="505269" y="29704"/>
                    </a:cubicBezTo>
                    <a:cubicBezTo>
                      <a:pt x="505269" y="29704"/>
                      <a:pt x="505631" y="29342"/>
                      <a:pt x="505269" y="28980"/>
                    </a:cubicBezTo>
                    <a:cubicBezTo>
                      <a:pt x="505269" y="28980"/>
                      <a:pt x="504906" y="28255"/>
                      <a:pt x="504544" y="28255"/>
                    </a:cubicBezTo>
                    <a:cubicBezTo>
                      <a:pt x="504544" y="28255"/>
                      <a:pt x="504181" y="27531"/>
                      <a:pt x="504544" y="27168"/>
                    </a:cubicBezTo>
                    <a:cubicBezTo>
                      <a:pt x="504906" y="27168"/>
                      <a:pt x="504906" y="26806"/>
                      <a:pt x="505631" y="26444"/>
                    </a:cubicBezTo>
                    <a:cubicBezTo>
                      <a:pt x="505994" y="26444"/>
                      <a:pt x="506356" y="26082"/>
                      <a:pt x="506356" y="26082"/>
                    </a:cubicBezTo>
                    <a:cubicBezTo>
                      <a:pt x="506356" y="25720"/>
                      <a:pt x="506719" y="25357"/>
                      <a:pt x="506356" y="25357"/>
                    </a:cubicBezTo>
                    <a:cubicBezTo>
                      <a:pt x="506356" y="25357"/>
                      <a:pt x="506356" y="24995"/>
                      <a:pt x="505994" y="24995"/>
                    </a:cubicBezTo>
                    <a:cubicBezTo>
                      <a:pt x="505631" y="24633"/>
                      <a:pt x="505269" y="24995"/>
                      <a:pt x="504906" y="24271"/>
                    </a:cubicBezTo>
                    <a:cubicBezTo>
                      <a:pt x="504906" y="23546"/>
                      <a:pt x="504544" y="24271"/>
                      <a:pt x="504544" y="23908"/>
                    </a:cubicBezTo>
                    <a:cubicBezTo>
                      <a:pt x="504544" y="23908"/>
                      <a:pt x="504181" y="22459"/>
                      <a:pt x="504181" y="22459"/>
                    </a:cubicBezTo>
                    <a:cubicBezTo>
                      <a:pt x="504181" y="22459"/>
                      <a:pt x="504906" y="21373"/>
                      <a:pt x="505269" y="21373"/>
                    </a:cubicBezTo>
                    <a:cubicBezTo>
                      <a:pt x="505994" y="21373"/>
                      <a:pt x="507807" y="21010"/>
                      <a:pt x="508169" y="21010"/>
                    </a:cubicBezTo>
                    <a:cubicBezTo>
                      <a:pt x="508532" y="21010"/>
                      <a:pt x="509257" y="20286"/>
                      <a:pt x="509257" y="20286"/>
                    </a:cubicBezTo>
                    <a:cubicBezTo>
                      <a:pt x="509257" y="20286"/>
                      <a:pt x="510344" y="20286"/>
                      <a:pt x="510344" y="20286"/>
                    </a:cubicBezTo>
                    <a:cubicBezTo>
                      <a:pt x="510707" y="20286"/>
                      <a:pt x="510707" y="20286"/>
                      <a:pt x="510707" y="20286"/>
                    </a:cubicBezTo>
                    <a:cubicBezTo>
                      <a:pt x="511069" y="20648"/>
                      <a:pt x="511069" y="20286"/>
                      <a:pt x="512157" y="20286"/>
                    </a:cubicBezTo>
                    <a:cubicBezTo>
                      <a:pt x="512882" y="20648"/>
                      <a:pt x="512519" y="19924"/>
                      <a:pt x="513607" y="20286"/>
                    </a:cubicBezTo>
                    <a:cubicBezTo>
                      <a:pt x="514332" y="20648"/>
                      <a:pt x="514332" y="20648"/>
                      <a:pt x="514694" y="21010"/>
                    </a:cubicBezTo>
                    <a:cubicBezTo>
                      <a:pt x="515057" y="21373"/>
                      <a:pt x="515419" y="21010"/>
                      <a:pt x="515419" y="21373"/>
                    </a:cubicBezTo>
                    <a:cubicBezTo>
                      <a:pt x="515782" y="21373"/>
                      <a:pt x="515782" y="20648"/>
                      <a:pt x="516144" y="21735"/>
                    </a:cubicBezTo>
                    <a:cubicBezTo>
                      <a:pt x="516507" y="22459"/>
                      <a:pt x="516507" y="22822"/>
                      <a:pt x="516507" y="22822"/>
                    </a:cubicBezTo>
                    <a:cubicBezTo>
                      <a:pt x="516507" y="22822"/>
                      <a:pt x="518682" y="23908"/>
                      <a:pt x="518682" y="24271"/>
                    </a:cubicBezTo>
                    <a:cubicBezTo>
                      <a:pt x="518682" y="24271"/>
                      <a:pt x="519770" y="24271"/>
                      <a:pt x="520132" y="24271"/>
                    </a:cubicBezTo>
                    <a:cubicBezTo>
                      <a:pt x="520132" y="24271"/>
                      <a:pt x="520857" y="24271"/>
                      <a:pt x="521220" y="24271"/>
                    </a:cubicBezTo>
                    <a:cubicBezTo>
                      <a:pt x="521220" y="24633"/>
                      <a:pt x="523757" y="25357"/>
                      <a:pt x="523757" y="25357"/>
                    </a:cubicBezTo>
                    <a:cubicBezTo>
                      <a:pt x="523757" y="25720"/>
                      <a:pt x="524120" y="25720"/>
                      <a:pt x="524120" y="26082"/>
                    </a:cubicBezTo>
                    <a:cubicBezTo>
                      <a:pt x="524482" y="26444"/>
                      <a:pt x="524482" y="26444"/>
                      <a:pt x="524845" y="26444"/>
                    </a:cubicBezTo>
                    <a:cubicBezTo>
                      <a:pt x="525570" y="26806"/>
                      <a:pt x="526657" y="27168"/>
                      <a:pt x="526657" y="27168"/>
                    </a:cubicBezTo>
                    <a:cubicBezTo>
                      <a:pt x="526657" y="27168"/>
                      <a:pt x="527020" y="27168"/>
                      <a:pt x="527020" y="26806"/>
                    </a:cubicBezTo>
                    <a:cubicBezTo>
                      <a:pt x="527020" y="26444"/>
                      <a:pt x="525932" y="26082"/>
                      <a:pt x="525932" y="26082"/>
                    </a:cubicBezTo>
                    <a:cubicBezTo>
                      <a:pt x="525570" y="26082"/>
                      <a:pt x="524845" y="25357"/>
                      <a:pt x="524482" y="25357"/>
                    </a:cubicBezTo>
                    <a:cubicBezTo>
                      <a:pt x="524120" y="25357"/>
                      <a:pt x="524120" y="24995"/>
                      <a:pt x="523395" y="24633"/>
                    </a:cubicBezTo>
                    <a:cubicBezTo>
                      <a:pt x="523032" y="24633"/>
                      <a:pt x="523395" y="24271"/>
                      <a:pt x="523032" y="24271"/>
                    </a:cubicBezTo>
                    <a:cubicBezTo>
                      <a:pt x="522307" y="24271"/>
                      <a:pt x="521945" y="23908"/>
                      <a:pt x="521945" y="23908"/>
                    </a:cubicBezTo>
                    <a:cubicBezTo>
                      <a:pt x="521582" y="23908"/>
                      <a:pt x="520857" y="23546"/>
                      <a:pt x="520857" y="23546"/>
                    </a:cubicBezTo>
                    <a:cubicBezTo>
                      <a:pt x="520495" y="23546"/>
                      <a:pt x="520495" y="24271"/>
                      <a:pt x="519407" y="23546"/>
                    </a:cubicBezTo>
                    <a:cubicBezTo>
                      <a:pt x="517957" y="22822"/>
                      <a:pt x="517594" y="22459"/>
                      <a:pt x="517594" y="22459"/>
                    </a:cubicBezTo>
                    <a:cubicBezTo>
                      <a:pt x="517232" y="22459"/>
                      <a:pt x="517232" y="22097"/>
                      <a:pt x="516869" y="21735"/>
                    </a:cubicBezTo>
                    <a:cubicBezTo>
                      <a:pt x="516869" y="21735"/>
                      <a:pt x="516507" y="21373"/>
                      <a:pt x="516507" y="21373"/>
                    </a:cubicBezTo>
                    <a:cubicBezTo>
                      <a:pt x="516144" y="21373"/>
                      <a:pt x="515782" y="20648"/>
                      <a:pt x="515419" y="20648"/>
                    </a:cubicBezTo>
                    <a:cubicBezTo>
                      <a:pt x="515057" y="20648"/>
                      <a:pt x="515057" y="20648"/>
                      <a:pt x="514694" y="20286"/>
                    </a:cubicBezTo>
                    <a:cubicBezTo>
                      <a:pt x="514332" y="20286"/>
                      <a:pt x="513969" y="19924"/>
                      <a:pt x="513969" y="19924"/>
                    </a:cubicBezTo>
                    <a:cubicBezTo>
                      <a:pt x="514332" y="19561"/>
                      <a:pt x="514332" y="19199"/>
                      <a:pt x="515057" y="19199"/>
                    </a:cubicBezTo>
                    <a:cubicBezTo>
                      <a:pt x="515419" y="19199"/>
                      <a:pt x="515782" y="18475"/>
                      <a:pt x="516144" y="18837"/>
                    </a:cubicBezTo>
                    <a:cubicBezTo>
                      <a:pt x="516507" y="18837"/>
                      <a:pt x="516507" y="18475"/>
                      <a:pt x="517232" y="18475"/>
                    </a:cubicBezTo>
                    <a:cubicBezTo>
                      <a:pt x="517957" y="18475"/>
                      <a:pt x="518682" y="18112"/>
                      <a:pt x="518682" y="18475"/>
                    </a:cubicBezTo>
                    <a:cubicBezTo>
                      <a:pt x="519044" y="18475"/>
                      <a:pt x="519407" y="18475"/>
                      <a:pt x="519770" y="18475"/>
                    </a:cubicBezTo>
                    <a:cubicBezTo>
                      <a:pt x="520132" y="18475"/>
                      <a:pt x="521582" y="18112"/>
                      <a:pt x="521582" y="18112"/>
                    </a:cubicBezTo>
                    <a:cubicBezTo>
                      <a:pt x="521945" y="18112"/>
                      <a:pt x="522670" y="17750"/>
                      <a:pt x="522670" y="18112"/>
                    </a:cubicBezTo>
                    <a:cubicBezTo>
                      <a:pt x="522670" y="18112"/>
                      <a:pt x="523032" y="17750"/>
                      <a:pt x="523032" y="17750"/>
                    </a:cubicBezTo>
                    <a:cubicBezTo>
                      <a:pt x="523032" y="17750"/>
                      <a:pt x="524845" y="17750"/>
                      <a:pt x="524845" y="17750"/>
                    </a:cubicBezTo>
                    <a:cubicBezTo>
                      <a:pt x="524845" y="17750"/>
                      <a:pt x="525207" y="18112"/>
                      <a:pt x="525207" y="18112"/>
                    </a:cubicBezTo>
                    <a:cubicBezTo>
                      <a:pt x="525207" y="18112"/>
                      <a:pt x="526295" y="18112"/>
                      <a:pt x="526295" y="18112"/>
                    </a:cubicBezTo>
                    <a:cubicBezTo>
                      <a:pt x="526295" y="18112"/>
                      <a:pt x="526295" y="18112"/>
                      <a:pt x="526657" y="17750"/>
                    </a:cubicBezTo>
                    <a:cubicBezTo>
                      <a:pt x="526657" y="17750"/>
                      <a:pt x="527382" y="17388"/>
                      <a:pt x="527382" y="17388"/>
                    </a:cubicBezTo>
                    <a:cubicBezTo>
                      <a:pt x="527382" y="17388"/>
                      <a:pt x="527745" y="17026"/>
                      <a:pt x="527745" y="17388"/>
                    </a:cubicBezTo>
                    <a:cubicBezTo>
                      <a:pt x="528107" y="18112"/>
                      <a:pt x="528107" y="18112"/>
                      <a:pt x="528470" y="18112"/>
                    </a:cubicBezTo>
                    <a:cubicBezTo>
                      <a:pt x="528470" y="18112"/>
                      <a:pt x="528832" y="18112"/>
                      <a:pt x="529195" y="18112"/>
                    </a:cubicBezTo>
                    <a:cubicBezTo>
                      <a:pt x="529195" y="18112"/>
                      <a:pt x="529195" y="17026"/>
                      <a:pt x="529557" y="17026"/>
                    </a:cubicBezTo>
                    <a:cubicBezTo>
                      <a:pt x="529557" y="17026"/>
                      <a:pt x="529557" y="16663"/>
                      <a:pt x="529920" y="16663"/>
                    </a:cubicBezTo>
                    <a:cubicBezTo>
                      <a:pt x="530645" y="17026"/>
                      <a:pt x="531370" y="16663"/>
                      <a:pt x="531370" y="16663"/>
                    </a:cubicBezTo>
                    <a:cubicBezTo>
                      <a:pt x="531733" y="16663"/>
                      <a:pt x="532095" y="16301"/>
                      <a:pt x="532458" y="15939"/>
                    </a:cubicBezTo>
                    <a:cubicBezTo>
                      <a:pt x="532458" y="15939"/>
                      <a:pt x="533183" y="15577"/>
                      <a:pt x="533183" y="15577"/>
                    </a:cubicBezTo>
                    <a:cubicBezTo>
                      <a:pt x="533183" y="15577"/>
                      <a:pt x="533908" y="15214"/>
                      <a:pt x="534270" y="15214"/>
                    </a:cubicBezTo>
                    <a:cubicBezTo>
                      <a:pt x="534633" y="15577"/>
                      <a:pt x="535358" y="14852"/>
                      <a:pt x="535358" y="14852"/>
                    </a:cubicBezTo>
                    <a:cubicBezTo>
                      <a:pt x="535358" y="14852"/>
                      <a:pt x="535720" y="14490"/>
                      <a:pt x="535720" y="14490"/>
                    </a:cubicBezTo>
                    <a:cubicBezTo>
                      <a:pt x="535720" y="14490"/>
                      <a:pt x="536445" y="14852"/>
                      <a:pt x="536808" y="14852"/>
                    </a:cubicBezTo>
                    <a:cubicBezTo>
                      <a:pt x="536808" y="15214"/>
                      <a:pt x="538620" y="15577"/>
                      <a:pt x="538620" y="15939"/>
                    </a:cubicBezTo>
                    <a:cubicBezTo>
                      <a:pt x="538620" y="16301"/>
                      <a:pt x="538983" y="15939"/>
                      <a:pt x="538983" y="16301"/>
                    </a:cubicBezTo>
                    <a:cubicBezTo>
                      <a:pt x="538983" y="16663"/>
                      <a:pt x="540795" y="17026"/>
                      <a:pt x="540795" y="17026"/>
                    </a:cubicBezTo>
                    <a:cubicBezTo>
                      <a:pt x="540795" y="17388"/>
                      <a:pt x="541158" y="17750"/>
                      <a:pt x="541158" y="18475"/>
                    </a:cubicBezTo>
                    <a:cubicBezTo>
                      <a:pt x="541158" y="19199"/>
                      <a:pt x="541520" y="19561"/>
                      <a:pt x="541158" y="19924"/>
                    </a:cubicBezTo>
                    <a:cubicBezTo>
                      <a:pt x="541158" y="19924"/>
                      <a:pt x="541158" y="22097"/>
                      <a:pt x="541158" y="22097"/>
                    </a:cubicBezTo>
                    <a:cubicBezTo>
                      <a:pt x="541158" y="22097"/>
                      <a:pt x="540433" y="22459"/>
                      <a:pt x="540433" y="22822"/>
                    </a:cubicBezTo>
                    <a:cubicBezTo>
                      <a:pt x="540070" y="23184"/>
                      <a:pt x="540433" y="24271"/>
                      <a:pt x="540433" y="24271"/>
                    </a:cubicBezTo>
                    <a:cubicBezTo>
                      <a:pt x="540433" y="24271"/>
                      <a:pt x="540795" y="24633"/>
                      <a:pt x="540795" y="24633"/>
                    </a:cubicBezTo>
                    <a:cubicBezTo>
                      <a:pt x="540795" y="24633"/>
                      <a:pt x="541158" y="24633"/>
                      <a:pt x="541158" y="24633"/>
                    </a:cubicBezTo>
                    <a:cubicBezTo>
                      <a:pt x="541158" y="24271"/>
                      <a:pt x="541520" y="23908"/>
                      <a:pt x="541883" y="23908"/>
                    </a:cubicBezTo>
                    <a:cubicBezTo>
                      <a:pt x="541883" y="23546"/>
                      <a:pt x="541883" y="23184"/>
                      <a:pt x="541883" y="22822"/>
                    </a:cubicBezTo>
                    <a:cubicBezTo>
                      <a:pt x="542245" y="22822"/>
                      <a:pt x="542608" y="22459"/>
                      <a:pt x="542608" y="22097"/>
                    </a:cubicBezTo>
                    <a:cubicBezTo>
                      <a:pt x="542971" y="22097"/>
                      <a:pt x="542971" y="22097"/>
                      <a:pt x="543333" y="21735"/>
                    </a:cubicBezTo>
                    <a:cubicBezTo>
                      <a:pt x="543696" y="21735"/>
                      <a:pt x="544058" y="21735"/>
                      <a:pt x="544058" y="21373"/>
                    </a:cubicBezTo>
                    <a:cubicBezTo>
                      <a:pt x="544421" y="21010"/>
                      <a:pt x="544058" y="20648"/>
                      <a:pt x="544058" y="19924"/>
                    </a:cubicBezTo>
                    <a:cubicBezTo>
                      <a:pt x="544058" y="19561"/>
                      <a:pt x="544058" y="18837"/>
                      <a:pt x="544058" y="18837"/>
                    </a:cubicBezTo>
                    <a:cubicBezTo>
                      <a:pt x="543696" y="18837"/>
                      <a:pt x="543333" y="18112"/>
                      <a:pt x="542971" y="18112"/>
                    </a:cubicBezTo>
                    <a:cubicBezTo>
                      <a:pt x="542971" y="17750"/>
                      <a:pt x="542608" y="17026"/>
                      <a:pt x="542608" y="17026"/>
                    </a:cubicBezTo>
                    <a:cubicBezTo>
                      <a:pt x="542971" y="17026"/>
                      <a:pt x="542971" y="16663"/>
                      <a:pt x="542971" y="16663"/>
                    </a:cubicBezTo>
                    <a:cubicBezTo>
                      <a:pt x="543333" y="16301"/>
                      <a:pt x="543333" y="15939"/>
                      <a:pt x="543696" y="15939"/>
                    </a:cubicBezTo>
                    <a:cubicBezTo>
                      <a:pt x="544421" y="15939"/>
                      <a:pt x="545146" y="16301"/>
                      <a:pt x="545508" y="16663"/>
                    </a:cubicBezTo>
                    <a:cubicBezTo>
                      <a:pt x="545508" y="16663"/>
                      <a:pt x="548771" y="17750"/>
                      <a:pt x="548771" y="17750"/>
                    </a:cubicBezTo>
                    <a:cubicBezTo>
                      <a:pt x="548771" y="17750"/>
                      <a:pt x="549858" y="18112"/>
                      <a:pt x="550221" y="18112"/>
                    </a:cubicBezTo>
                    <a:cubicBezTo>
                      <a:pt x="550583" y="18112"/>
                      <a:pt x="550583" y="17750"/>
                      <a:pt x="550946" y="18112"/>
                    </a:cubicBezTo>
                    <a:cubicBezTo>
                      <a:pt x="550946" y="18475"/>
                      <a:pt x="551671" y="18837"/>
                      <a:pt x="551671" y="18837"/>
                    </a:cubicBezTo>
                    <a:cubicBezTo>
                      <a:pt x="551671" y="18837"/>
                      <a:pt x="551671" y="18475"/>
                      <a:pt x="552033" y="19199"/>
                    </a:cubicBezTo>
                    <a:cubicBezTo>
                      <a:pt x="552396" y="19924"/>
                      <a:pt x="552758" y="19561"/>
                      <a:pt x="552758" y="19924"/>
                    </a:cubicBezTo>
                    <a:cubicBezTo>
                      <a:pt x="552758" y="20286"/>
                      <a:pt x="553483" y="20648"/>
                      <a:pt x="553483" y="20648"/>
                    </a:cubicBezTo>
                    <a:cubicBezTo>
                      <a:pt x="553483" y="21010"/>
                      <a:pt x="553483" y="20648"/>
                      <a:pt x="553483" y="21010"/>
                    </a:cubicBezTo>
                    <a:cubicBezTo>
                      <a:pt x="553483" y="21373"/>
                      <a:pt x="553483" y="21735"/>
                      <a:pt x="553846" y="21735"/>
                    </a:cubicBezTo>
                    <a:cubicBezTo>
                      <a:pt x="553846" y="21735"/>
                      <a:pt x="554571" y="21373"/>
                      <a:pt x="554571" y="21010"/>
                    </a:cubicBezTo>
                    <a:cubicBezTo>
                      <a:pt x="554571" y="21010"/>
                      <a:pt x="554209" y="21010"/>
                      <a:pt x="554571" y="20648"/>
                    </a:cubicBezTo>
                    <a:cubicBezTo>
                      <a:pt x="554571" y="20648"/>
                      <a:pt x="554934" y="20648"/>
                      <a:pt x="554934" y="20648"/>
                    </a:cubicBezTo>
                    <a:cubicBezTo>
                      <a:pt x="554934" y="20648"/>
                      <a:pt x="554934" y="20648"/>
                      <a:pt x="555659" y="20648"/>
                    </a:cubicBezTo>
                    <a:cubicBezTo>
                      <a:pt x="555659" y="20648"/>
                      <a:pt x="555659" y="20648"/>
                      <a:pt x="556746" y="20648"/>
                    </a:cubicBezTo>
                    <a:cubicBezTo>
                      <a:pt x="556746" y="20648"/>
                      <a:pt x="556746" y="20648"/>
                      <a:pt x="557109" y="20648"/>
                    </a:cubicBezTo>
                    <a:cubicBezTo>
                      <a:pt x="557471" y="20648"/>
                      <a:pt x="557471" y="20648"/>
                      <a:pt x="557834" y="21010"/>
                    </a:cubicBezTo>
                    <a:cubicBezTo>
                      <a:pt x="558196" y="21010"/>
                      <a:pt x="558196" y="21010"/>
                      <a:pt x="558559" y="21010"/>
                    </a:cubicBezTo>
                    <a:cubicBezTo>
                      <a:pt x="558559" y="21010"/>
                      <a:pt x="558921" y="21010"/>
                      <a:pt x="558921" y="21010"/>
                    </a:cubicBezTo>
                    <a:cubicBezTo>
                      <a:pt x="558921" y="20648"/>
                      <a:pt x="559284" y="20648"/>
                      <a:pt x="558921" y="20648"/>
                    </a:cubicBezTo>
                    <a:cubicBezTo>
                      <a:pt x="558921" y="20648"/>
                      <a:pt x="558921" y="20286"/>
                      <a:pt x="558921" y="20286"/>
                    </a:cubicBezTo>
                    <a:cubicBezTo>
                      <a:pt x="558559" y="20286"/>
                      <a:pt x="557834" y="19924"/>
                      <a:pt x="557834" y="19924"/>
                    </a:cubicBezTo>
                    <a:cubicBezTo>
                      <a:pt x="557834" y="19924"/>
                      <a:pt x="557471" y="19561"/>
                      <a:pt x="557471" y="19561"/>
                    </a:cubicBezTo>
                    <a:cubicBezTo>
                      <a:pt x="557109" y="19561"/>
                      <a:pt x="557109" y="19561"/>
                      <a:pt x="557109" y="19199"/>
                    </a:cubicBezTo>
                    <a:cubicBezTo>
                      <a:pt x="556746" y="19199"/>
                      <a:pt x="556384" y="18475"/>
                      <a:pt x="556384" y="18475"/>
                    </a:cubicBezTo>
                    <a:cubicBezTo>
                      <a:pt x="556021" y="18475"/>
                      <a:pt x="555659" y="18112"/>
                      <a:pt x="555659" y="18112"/>
                    </a:cubicBezTo>
                    <a:cubicBezTo>
                      <a:pt x="555296" y="17750"/>
                      <a:pt x="554934" y="17388"/>
                      <a:pt x="554934" y="17388"/>
                    </a:cubicBezTo>
                    <a:cubicBezTo>
                      <a:pt x="554571" y="17026"/>
                      <a:pt x="554571" y="16663"/>
                      <a:pt x="554209" y="16663"/>
                    </a:cubicBezTo>
                    <a:cubicBezTo>
                      <a:pt x="554209" y="16301"/>
                      <a:pt x="554209" y="15577"/>
                      <a:pt x="554209" y="15577"/>
                    </a:cubicBezTo>
                    <a:cubicBezTo>
                      <a:pt x="554209" y="15214"/>
                      <a:pt x="554209" y="14852"/>
                      <a:pt x="554209" y="14490"/>
                    </a:cubicBezTo>
                    <a:cubicBezTo>
                      <a:pt x="554209" y="14128"/>
                      <a:pt x="554571" y="13765"/>
                      <a:pt x="554571" y="13765"/>
                    </a:cubicBezTo>
                    <a:cubicBezTo>
                      <a:pt x="554571" y="13765"/>
                      <a:pt x="556021" y="13403"/>
                      <a:pt x="556384" y="13403"/>
                    </a:cubicBezTo>
                    <a:cubicBezTo>
                      <a:pt x="557109" y="13403"/>
                      <a:pt x="557471" y="13403"/>
                      <a:pt x="557834" y="13403"/>
                    </a:cubicBezTo>
                    <a:cubicBezTo>
                      <a:pt x="558196" y="13403"/>
                      <a:pt x="558196" y="13765"/>
                      <a:pt x="558559" y="13765"/>
                    </a:cubicBezTo>
                    <a:cubicBezTo>
                      <a:pt x="558921" y="13765"/>
                      <a:pt x="559284" y="13765"/>
                      <a:pt x="559284" y="13765"/>
                    </a:cubicBezTo>
                    <a:cubicBezTo>
                      <a:pt x="559284" y="13765"/>
                      <a:pt x="558921" y="13765"/>
                      <a:pt x="560009" y="13765"/>
                    </a:cubicBezTo>
                    <a:cubicBezTo>
                      <a:pt x="561096" y="13765"/>
                      <a:pt x="561096" y="13765"/>
                      <a:pt x="561096" y="13765"/>
                    </a:cubicBezTo>
                    <a:cubicBezTo>
                      <a:pt x="561459" y="13765"/>
                      <a:pt x="561459" y="13765"/>
                      <a:pt x="561821" y="13765"/>
                    </a:cubicBezTo>
                    <a:cubicBezTo>
                      <a:pt x="561821" y="13765"/>
                      <a:pt x="562184" y="13765"/>
                      <a:pt x="562184" y="13765"/>
                    </a:cubicBezTo>
                    <a:cubicBezTo>
                      <a:pt x="562546" y="14128"/>
                      <a:pt x="562546" y="13765"/>
                      <a:pt x="562546" y="14490"/>
                    </a:cubicBezTo>
                    <a:cubicBezTo>
                      <a:pt x="562909" y="14852"/>
                      <a:pt x="562546" y="14852"/>
                      <a:pt x="562909" y="14852"/>
                    </a:cubicBezTo>
                    <a:cubicBezTo>
                      <a:pt x="563271" y="15214"/>
                      <a:pt x="563634" y="15214"/>
                      <a:pt x="563634" y="15214"/>
                    </a:cubicBezTo>
                    <a:cubicBezTo>
                      <a:pt x="563634" y="15214"/>
                      <a:pt x="563996" y="15214"/>
                      <a:pt x="563996" y="15214"/>
                    </a:cubicBezTo>
                    <a:cubicBezTo>
                      <a:pt x="563996" y="15214"/>
                      <a:pt x="564721" y="15214"/>
                      <a:pt x="564721" y="15214"/>
                    </a:cubicBezTo>
                    <a:cubicBezTo>
                      <a:pt x="564721" y="15214"/>
                      <a:pt x="565084" y="15577"/>
                      <a:pt x="565084" y="15577"/>
                    </a:cubicBezTo>
                    <a:cubicBezTo>
                      <a:pt x="565447" y="15939"/>
                      <a:pt x="565447" y="15939"/>
                      <a:pt x="565809" y="15939"/>
                    </a:cubicBezTo>
                    <a:cubicBezTo>
                      <a:pt x="565809" y="15939"/>
                      <a:pt x="566534" y="15939"/>
                      <a:pt x="566534" y="15939"/>
                    </a:cubicBezTo>
                    <a:cubicBezTo>
                      <a:pt x="566897" y="15939"/>
                      <a:pt x="568709" y="17026"/>
                      <a:pt x="569072" y="17026"/>
                    </a:cubicBezTo>
                    <a:cubicBezTo>
                      <a:pt x="569072" y="17026"/>
                      <a:pt x="569797" y="17388"/>
                      <a:pt x="569797" y="17388"/>
                    </a:cubicBezTo>
                    <a:cubicBezTo>
                      <a:pt x="570159" y="17388"/>
                      <a:pt x="570522" y="17388"/>
                      <a:pt x="570522" y="17388"/>
                    </a:cubicBezTo>
                    <a:cubicBezTo>
                      <a:pt x="570884" y="17388"/>
                      <a:pt x="570884" y="17388"/>
                      <a:pt x="571247" y="17388"/>
                    </a:cubicBezTo>
                    <a:cubicBezTo>
                      <a:pt x="571609" y="17388"/>
                      <a:pt x="571972" y="17750"/>
                      <a:pt x="571972" y="18112"/>
                    </a:cubicBezTo>
                    <a:cubicBezTo>
                      <a:pt x="572334" y="18112"/>
                      <a:pt x="572697" y="18112"/>
                      <a:pt x="572697" y="18112"/>
                    </a:cubicBezTo>
                    <a:cubicBezTo>
                      <a:pt x="573059" y="18112"/>
                      <a:pt x="573784" y="18112"/>
                      <a:pt x="573784" y="18112"/>
                    </a:cubicBezTo>
                    <a:cubicBezTo>
                      <a:pt x="574147" y="18475"/>
                      <a:pt x="574509" y="18475"/>
                      <a:pt x="574872" y="18837"/>
                    </a:cubicBezTo>
                    <a:cubicBezTo>
                      <a:pt x="575234" y="18837"/>
                      <a:pt x="575597" y="18837"/>
                      <a:pt x="575597" y="18837"/>
                    </a:cubicBezTo>
                    <a:cubicBezTo>
                      <a:pt x="575597" y="18837"/>
                      <a:pt x="575597" y="18837"/>
                      <a:pt x="577047" y="19924"/>
                    </a:cubicBezTo>
                    <a:cubicBezTo>
                      <a:pt x="577047" y="19924"/>
                      <a:pt x="578135" y="20286"/>
                      <a:pt x="578135" y="20286"/>
                    </a:cubicBezTo>
                    <a:cubicBezTo>
                      <a:pt x="578497" y="20286"/>
                      <a:pt x="578860" y="20648"/>
                      <a:pt x="579222" y="20648"/>
                    </a:cubicBezTo>
                    <a:cubicBezTo>
                      <a:pt x="579222" y="20648"/>
                      <a:pt x="579585" y="21010"/>
                      <a:pt x="579585" y="21010"/>
                    </a:cubicBezTo>
                    <a:cubicBezTo>
                      <a:pt x="579947" y="21010"/>
                      <a:pt x="580310" y="21373"/>
                      <a:pt x="580672" y="21373"/>
                    </a:cubicBezTo>
                    <a:cubicBezTo>
                      <a:pt x="580672" y="21735"/>
                      <a:pt x="581397" y="22097"/>
                      <a:pt x="581397" y="22097"/>
                    </a:cubicBezTo>
                    <a:cubicBezTo>
                      <a:pt x="581397" y="22097"/>
                      <a:pt x="582122" y="22097"/>
                      <a:pt x="582485" y="22097"/>
                    </a:cubicBezTo>
                    <a:cubicBezTo>
                      <a:pt x="582485" y="22097"/>
                      <a:pt x="582847" y="22097"/>
                      <a:pt x="583210" y="22097"/>
                    </a:cubicBezTo>
                    <a:cubicBezTo>
                      <a:pt x="583572" y="22097"/>
                      <a:pt x="583935" y="21735"/>
                      <a:pt x="583935" y="21735"/>
                    </a:cubicBezTo>
                    <a:cubicBezTo>
                      <a:pt x="583935" y="21735"/>
                      <a:pt x="584297" y="21735"/>
                      <a:pt x="584297" y="21735"/>
                    </a:cubicBezTo>
                    <a:cubicBezTo>
                      <a:pt x="583935" y="21373"/>
                      <a:pt x="583210" y="21010"/>
                      <a:pt x="583210" y="21010"/>
                    </a:cubicBezTo>
                    <a:cubicBezTo>
                      <a:pt x="583210" y="20648"/>
                      <a:pt x="582847" y="20286"/>
                      <a:pt x="582847" y="20286"/>
                    </a:cubicBezTo>
                    <a:cubicBezTo>
                      <a:pt x="582485" y="20286"/>
                      <a:pt x="582122" y="19924"/>
                      <a:pt x="581397" y="19561"/>
                    </a:cubicBezTo>
                    <a:cubicBezTo>
                      <a:pt x="580672" y="19199"/>
                      <a:pt x="580672" y="18837"/>
                      <a:pt x="580310" y="18475"/>
                    </a:cubicBezTo>
                    <a:cubicBezTo>
                      <a:pt x="580310" y="18475"/>
                      <a:pt x="580310" y="18475"/>
                      <a:pt x="579947" y="18112"/>
                    </a:cubicBezTo>
                    <a:cubicBezTo>
                      <a:pt x="579585" y="17750"/>
                      <a:pt x="579585" y="17388"/>
                      <a:pt x="579222" y="17388"/>
                    </a:cubicBezTo>
                    <a:cubicBezTo>
                      <a:pt x="578497" y="17388"/>
                      <a:pt x="578497" y="17388"/>
                      <a:pt x="578135" y="17388"/>
                    </a:cubicBezTo>
                    <a:cubicBezTo>
                      <a:pt x="577772" y="17026"/>
                      <a:pt x="578135" y="17026"/>
                      <a:pt x="577772" y="17026"/>
                    </a:cubicBezTo>
                    <a:cubicBezTo>
                      <a:pt x="577047" y="16663"/>
                      <a:pt x="577047" y="16663"/>
                      <a:pt x="576684" y="16663"/>
                    </a:cubicBezTo>
                    <a:cubicBezTo>
                      <a:pt x="576322" y="16663"/>
                      <a:pt x="575597" y="15939"/>
                      <a:pt x="575597" y="15939"/>
                    </a:cubicBezTo>
                    <a:cubicBezTo>
                      <a:pt x="575234" y="16301"/>
                      <a:pt x="575597" y="16301"/>
                      <a:pt x="574872" y="16301"/>
                    </a:cubicBezTo>
                    <a:cubicBezTo>
                      <a:pt x="574147" y="15939"/>
                      <a:pt x="574147" y="15939"/>
                      <a:pt x="573784" y="15577"/>
                    </a:cubicBezTo>
                    <a:cubicBezTo>
                      <a:pt x="573422" y="15577"/>
                      <a:pt x="573059" y="15214"/>
                      <a:pt x="573059" y="15577"/>
                    </a:cubicBezTo>
                    <a:cubicBezTo>
                      <a:pt x="572697" y="15577"/>
                      <a:pt x="572334" y="14852"/>
                      <a:pt x="571972" y="14852"/>
                    </a:cubicBezTo>
                    <a:cubicBezTo>
                      <a:pt x="571972" y="14490"/>
                      <a:pt x="571609" y="14128"/>
                      <a:pt x="571247" y="14128"/>
                    </a:cubicBezTo>
                    <a:cubicBezTo>
                      <a:pt x="570884" y="13765"/>
                      <a:pt x="570522" y="13403"/>
                      <a:pt x="570522" y="13403"/>
                    </a:cubicBezTo>
                    <a:cubicBezTo>
                      <a:pt x="570159" y="13403"/>
                      <a:pt x="570159" y="13041"/>
                      <a:pt x="569797" y="13041"/>
                    </a:cubicBezTo>
                    <a:cubicBezTo>
                      <a:pt x="569797" y="12679"/>
                      <a:pt x="569434" y="12316"/>
                      <a:pt x="569797" y="12316"/>
                    </a:cubicBezTo>
                    <a:cubicBezTo>
                      <a:pt x="569797" y="12316"/>
                      <a:pt x="569434" y="12679"/>
                      <a:pt x="570522" y="12316"/>
                    </a:cubicBezTo>
                    <a:cubicBezTo>
                      <a:pt x="571972" y="12316"/>
                      <a:pt x="572334" y="11954"/>
                      <a:pt x="572697" y="11954"/>
                    </a:cubicBezTo>
                    <a:cubicBezTo>
                      <a:pt x="573059" y="11954"/>
                      <a:pt x="573059" y="11954"/>
                      <a:pt x="573422" y="11954"/>
                    </a:cubicBezTo>
                    <a:cubicBezTo>
                      <a:pt x="573784" y="11954"/>
                      <a:pt x="573784" y="11592"/>
                      <a:pt x="574509" y="11592"/>
                    </a:cubicBezTo>
                    <a:cubicBezTo>
                      <a:pt x="574872" y="11592"/>
                      <a:pt x="573422" y="11592"/>
                      <a:pt x="575234" y="11954"/>
                    </a:cubicBezTo>
                    <a:cubicBezTo>
                      <a:pt x="577047" y="11954"/>
                      <a:pt x="577047" y="11592"/>
                      <a:pt x="577410" y="11954"/>
                    </a:cubicBezTo>
                    <a:cubicBezTo>
                      <a:pt x="577772" y="11954"/>
                      <a:pt x="577410" y="11592"/>
                      <a:pt x="578135" y="12316"/>
                    </a:cubicBezTo>
                    <a:cubicBezTo>
                      <a:pt x="578860" y="12679"/>
                      <a:pt x="579222" y="12679"/>
                      <a:pt x="579222" y="13041"/>
                    </a:cubicBezTo>
                    <a:cubicBezTo>
                      <a:pt x="579585" y="13041"/>
                      <a:pt x="580310" y="13403"/>
                      <a:pt x="580310" y="13403"/>
                    </a:cubicBezTo>
                    <a:cubicBezTo>
                      <a:pt x="580672" y="13403"/>
                      <a:pt x="583572" y="14128"/>
                      <a:pt x="583572" y="14128"/>
                    </a:cubicBezTo>
                    <a:cubicBezTo>
                      <a:pt x="583935" y="14128"/>
                      <a:pt x="583935" y="13765"/>
                      <a:pt x="584660" y="14490"/>
                    </a:cubicBezTo>
                    <a:cubicBezTo>
                      <a:pt x="585022" y="15577"/>
                      <a:pt x="584660" y="15214"/>
                      <a:pt x="585747" y="15577"/>
                    </a:cubicBezTo>
                    <a:cubicBezTo>
                      <a:pt x="586835" y="15939"/>
                      <a:pt x="587197" y="15939"/>
                      <a:pt x="587560" y="15939"/>
                    </a:cubicBezTo>
                    <a:cubicBezTo>
                      <a:pt x="587922" y="15939"/>
                      <a:pt x="588285" y="15939"/>
                      <a:pt x="588285" y="15939"/>
                    </a:cubicBezTo>
                    <a:cubicBezTo>
                      <a:pt x="588285" y="15939"/>
                      <a:pt x="588285" y="15577"/>
                      <a:pt x="587922" y="15214"/>
                    </a:cubicBezTo>
                    <a:cubicBezTo>
                      <a:pt x="587560" y="15214"/>
                      <a:pt x="587197" y="14852"/>
                      <a:pt x="586835" y="14852"/>
                    </a:cubicBezTo>
                    <a:cubicBezTo>
                      <a:pt x="586472" y="14852"/>
                      <a:pt x="586110" y="14490"/>
                      <a:pt x="585747" y="14490"/>
                    </a:cubicBezTo>
                    <a:cubicBezTo>
                      <a:pt x="585747" y="14490"/>
                      <a:pt x="585385" y="14490"/>
                      <a:pt x="585022" y="14490"/>
                    </a:cubicBezTo>
                    <a:cubicBezTo>
                      <a:pt x="585022" y="14490"/>
                      <a:pt x="585022" y="13765"/>
                      <a:pt x="584660" y="13765"/>
                    </a:cubicBezTo>
                    <a:cubicBezTo>
                      <a:pt x="584297" y="13765"/>
                      <a:pt x="583935" y="13403"/>
                      <a:pt x="583572" y="13403"/>
                    </a:cubicBezTo>
                    <a:cubicBezTo>
                      <a:pt x="583572" y="13403"/>
                      <a:pt x="583210" y="13041"/>
                      <a:pt x="583210" y="13041"/>
                    </a:cubicBezTo>
                    <a:cubicBezTo>
                      <a:pt x="582847" y="13041"/>
                      <a:pt x="582122" y="12316"/>
                      <a:pt x="582122" y="12316"/>
                    </a:cubicBezTo>
                    <a:cubicBezTo>
                      <a:pt x="582122" y="12316"/>
                      <a:pt x="581397" y="12316"/>
                      <a:pt x="581035" y="12316"/>
                    </a:cubicBezTo>
                    <a:cubicBezTo>
                      <a:pt x="580672" y="12316"/>
                      <a:pt x="580310" y="11954"/>
                      <a:pt x="580310" y="11592"/>
                    </a:cubicBezTo>
                    <a:cubicBezTo>
                      <a:pt x="579947" y="11592"/>
                      <a:pt x="579585" y="11230"/>
                      <a:pt x="579947" y="11230"/>
                    </a:cubicBezTo>
                    <a:cubicBezTo>
                      <a:pt x="579947" y="11230"/>
                      <a:pt x="581035" y="10867"/>
                      <a:pt x="581397" y="10867"/>
                    </a:cubicBezTo>
                    <a:cubicBezTo>
                      <a:pt x="582122" y="10867"/>
                      <a:pt x="581760" y="10867"/>
                      <a:pt x="582485" y="10867"/>
                    </a:cubicBezTo>
                    <a:cubicBezTo>
                      <a:pt x="583210" y="10867"/>
                      <a:pt x="583935" y="10867"/>
                      <a:pt x="583935" y="10867"/>
                    </a:cubicBezTo>
                    <a:cubicBezTo>
                      <a:pt x="583935" y="10867"/>
                      <a:pt x="583935" y="10143"/>
                      <a:pt x="583572" y="10143"/>
                    </a:cubicBezTo>
                    <a:cubicBezTo>
                      <a:pt x="583572" y="10143"/>
                      <a:pt x="581760" y="9781"/>
                      <a:pt x="581760" y="9781"/>
                    </a:cubicBezTo>
                    <a:cubicBezTo>
                      <a:pt x="581397" y="9781"/>
                      <a:pt x="581397" y="9781"/>
                      <a:pt x="580672" y="9781"/>
                    </a:cubicBezTo>
                    <a:cubicBezTo>
                      <a:pt x="579947" y="9781"/>
                      <a:pt x="577772" y="9781"/>
                      <a:pt x="577772" y="9781"/>
                    </a:cubicBezTo>
                    <a:cubicBezTo>
                      <a:pt x="577410" y="9781"/>
                      <a:pt x="576684" y="9418"/>
                      <a:pt x="576322" y="9418"/>
                    </a:cubicBezTo>
                    <a:cubicBezTo>
                      <a:pt x="576322" y="9781"/>
                      <a:pt x="575597" y="8694"/>
                      <a:pt x="575234" y="9056"/>
                    </a:cubicBezTo>
                    <a:cubicBezTo>
                      <a:pt x="574872" y="9056"/>
                      <a:pt x="574509" y="9056"/>
                      <a:pt x="574509" y="8694"/>
                    </a:cubicBezTo>
                    <a:cubicBezTo>
                      <a:pt x="574509" y="8332"/>
                      <a:pt x="574147" y="7607"/>
                      <a:pt x="574509" y="7245"/>
                    </a:cubicBezTo>
                    <a:cubicBezTo>
                      <a:pt x="574872" y="7245"/>
                      <a:pt x="574509" y="6883"/>
                      <a:pt x="575234" y="6883"/>
                    </a:cubicBezTo>
                    <a:cubicBezTo>
                      <a:pt x="575959" y="6883"/>
                      <a:pt x="576322" y="6520"/>
                      <a:pt x="577047" y="6883"/>
                    </a:cubicBezTo>
                    <a:cubicBezTo>
                      <a:pt x="577772" y="6883"/>
                      <a:pt x="578497" y="7245"/>
                      <a:pt x="578497" y="7607"/>
                    </a:cubicBezTo>
                    <a:cubicBezTo>
                      <a:pt x="578497" y="7607"/>
                      <a:pt x="578860" y="7607"/>
                      <a:pt x="579222" y="7969"/>
                    </a:cubicBezTo>
                    <a:cubicBezTo>
                      <a:pt x="579585" y="7969"/>
                      <a:pt x="579585" y="7969"/>
                      <a:pt x="579947" y="8332"/>
                    </a:cubicBezTo>
                    <a:cubicBezTo>
                      <a:pt x="580310" y="8694"/>
                      <a:pt x="580310" y="8332"/>
                      <a:pt x="580672" y="8694"/>
                    </a:cubicBezTo>
                    <a:cubicBezTo>
                      <a:pt x="580672" y="9056"/>
                      <a:pt x="581035" y="7607"/>
                      <a:pt x="581035" y="7607"/>
                    </a:cubicBezTo>
                    <a:cubicBezTo>
                      <a:pt x="581035" y="7607"/>
                      <a:pt x="580672" y="6883"/>
                      <a:pt x="580310" y="6883"/>
                    </a:cubicBezTo>
                    <a:cubicBezTo>
                      <a:pt x="580310" y="6883"/>
                      <a:pt x="579585" y="6158"/>
                      <a:pt x="579947" y="6520"/>
                    </a:cubicBezTo>
                    <a:cubicBezTo>
                      <a:pt x="580310" y="6520"/>
                      <a:pt x="582122" y="6520"/>
                      <a:pt x="582122" y="6520"/>
                    </a:cubicBezTo>
                    <a:cubicBezTo>
                      <a:pt x="582122" y="6520"/>
                      <a:pt x="581760" y="6158"/>
                      <a:pt x="582847" y="6158"/>
                    </a:cubicBezTo>
                    <a:cubicBezTo>
                      <a:pt x="583572" y="6520"/>
                      <a:pt x="585747" y="6158"/>
                      <a:pt x="585747" y="6158"/>
                    </a:cubicBezTo>
                    <a:cubicBezTo>
                      <a:pt x="585747" y="6158"/>
                      <a:pt x="585747" y="6158"/>
                      <a:pt x="586835" y="6158"/>
                    </a:cubicBezTo>
                    <a:cubicBezTo>
                      <a:pt x="586835" y="6158"/>
                      <a:pt x="587922" y="6158"/>
                      <a:pt x="587922" y="6158"/>
                    </a:cubicBezTo>
                    <a:cubicBezTo>
                      <a:pt x="587922" y="6158"/>
                      <a:pt x="588285" y="5796"/>
                      <a:pt x="588647" y="6158"/>
                    </a:cubicBezTo>
                    <a:cubicBezTo>
                      <a:pt x="588647" y="6158"/>
                      <a:pt x="589373" y="6158"/>
                      <a:pt x="589735" y="6158"/>
                    </a:cubicBezTo>
                    <a:cubicBezTo>
                      <a:pt x="590098" y="6158"/>
                      <a:pt x="590098" y="5796"/>
                      <a:pt x="590460" y="5796"/>
                    </a:cubicBezTo>
                    <a:cubicBezTo>
                      <a:pt x="590823" y="5796"/>
                      <a:pt x="590823" y="5434"/>
                      <a:pt x="591185" y="5434"/>
                    </a:cubicBezTo>
                    <a:cubicBezTo>
                      <a:pt x="591185" y="5071"/>
                      <a:pt x="591548" y="5071"/>
                      <a:pt x="591548" y="5071"/>
                    </a:cubicBezTo>
                    <a:cubicBezTo>
                      <a:pt x="591548" y="5071"/>
                      <a:pt x="592273" y="4709"/>
                      <a:pt x="592635" y="5071"/>
                    </a:cubicBezTo>
                    <a:cubicBezTo>
                      <a:pt x="592635" y="5071"/>
                      <a:pt x="592635" y="4709"/>
                      <a:pt x="593360" y="4709"/>
                    </a:cubicBezTo>
                    <a:cubicBezTo>
                      <a:pt x="594085" y="4709"/>
                      <a:pt x="596985" y="5796"/>
                      <a:pt x="596985" y="5796"/>
                    </a:cubicBezTo>
                    <a:cubicBezTo>
                      <a:pt x="597348" y="5796"/>
                      <a:pt x="598073" y="5796"/>
                      <a:pt x="598435" y="6158"/>
                    </a:cubicBezTo>
                    <a:cubicBezTo>
                      <a:pt x="598798" y="6520"/>
                      <a:pt x="598798" y="6520"/>
                      <a:pt x="599160" y="6520"/>
                    </a:cubicBezTo>
                    <a:cubicBezTo>
                      <a:pt x="599160" y="6883"/>
                      <a:pt x="599885" y="7245"/>
                      <a:pt x="600248" y="7245"/>
                    </a:cubicBezTo>
                    <a:cubicBezTo>
                      <a:pt x="600611" y="6883"/>
                      <a:pt x="601698" y="7245"/>
                      <a:pt x="601698" y="7245"/>
                    </a:cubicBezTo>
                    <a:cubicBezTo>
                      <a:pt x="602061" y="7245"/>
                      <a:pt x="601698" y="7245"/>
                      <a:pt x="602423" y="7245"/>
                    </a:cubicBezTo>
                    <a:cubicBezTo>
                      <a:pt x="603148" y="7245"/>
                      <a:pt x="602786" y="6883"/>
                      <a:pt x="603148" y="7245"/>
                    </a:cubicBezTo>
                    <a:cubicBezTo>
                      <a:pt x="603873" y="7607"/>
                      <a:pt x="603511" y="7607"/>
                      <a:pt x="604598" y="7969"/>
                    </a:cubicBezTo>
                    <a:cubicBezTo>
                      <a:pt x="605323" y="8332"/>
                      <a:pt x="605323" y="7969"/>
                      <a:pt x="605686" y="7607"/>
                    </a:cubicBezTo>
                    <a:cubicBezTo>
                      <a:pt x="606048" y="7607"/>
                      <a:pt x="606411" y="7245"/>
                      <a:pt x="606411" y="7245"/>
                    </a:cubicBezTo>
                    <a:cubicBezTo>
                      <a:pt x="606048" y="6883"/>
                      <a:pt x="606048" y="6520"/>
                      <a:pt x="606048" y="6158"/>
                    </a:cubicBezTo>
                    <a:cubicBezTo>
                      <a:pt x="605686" y="6158"/>
                      <a:pt x="605323" y="5796"/>
                      <a:pt x="605686" y="5796"/>
                    </a:cubicBezTo>
                    <a:cubicBezTo>
                      <a:pt x="606048" y="5434"/>
                      <a:pt x="607136" y="5434"/>
                      <a:pt x="607498" y="5434"/>
                    </a:cubicBezTo>
                    <a:cubicBezTo>
                      <a:pt x="607861" y="5434"/>
                      <a:pt x="608586" y="5796"/>
                      <a:pt x="608948" y="5796"/>
                    </a:cubicBezTo>
                    <a:cubicBezTo>
                      <a:pt x="608948" y="5796"/>
                      <a:pt x="609673" y="6158"/>
                      <a:pt x="609673" y="6520"/>
                    </a:cubicBezTo>
                    <a:cubicBezTo>
                      <a:pt x="609673" y="6520"/>
                      <a:pt x="610036" y="6520"/>
                      <a:pt x="609311" y="6883"/>
                    </a:cubicBezTo>
                    <a:cubicBezTo>
                      <a:pt x="608586" y="7607"/>
                      <a:pt x="608586" y="7607"/>
                      <a:pt x="608586" y="7969"/>
                    </a:cubicBezTo>
                    <a:cubicBezTo>
                      <a:pt x="608948" y="8332"/>
                      <a:pt x="609311" y="8332"/>
                      <a:pt x="609673" y="8694"/>
                    </a:cubicBezTo>
                    <a:cubicBezTo>
                      <a:pt x="610036" y="9056"/>
                      <a:pt x="610036" y="9056"/>
                      <a:pt x="610398" y="9418"/>
                    </a:cubicBezTo>
                    <a:cubicBezTo>
                      <a:pt x="610761" y="9781"/>
                      <a:pt x="612211" y="10143"/>
                      <a:pt x="612574" y="10143"/>
                    </a:cubicBezTo>
                    <a:cubicBezTo>
                      <a:pt x="612574" y="10143"/>
                      <a:pt x="612936" y="9781"/>
                      <a:pt x="612574" y="9418"/>
                    </a:cubicBezTo>
                    <a:cubicBezTo>
                      <a:pt x="612574" y="9418"/>
                      <a:pt x="611486" y="8694"/>
                      <a:pt x="611486" y="8694"/>
                    </a:cubicBezTo>
                    <a:cubicBezTo>
                      <a:pt x="611123" y="8332"/>
                      <a:pt x="610761" y="8332"/>
                      <a:pt x="611123" y="7969"/>
                    </a:cubicBezTo>
                    <a:cubicBezTo>
                      <a:pt x="611486" y="7969"/>
                      <a:pt x="612936" y="7969"/>
                      <a:pt x="612936" y="7969"/>
                    </a:cubicBezTo>
                    <a:cubicBezTo>
                      <a:pt x="612936" y="7607"/>
                      <a:pt x="613299" y="7607"/>
                      <a:pt x="613661" y="7245"/>
                    </a:cubicBezTo>
                    <a:cubicBezTo>
                      <a:pt x="613661" y="7245"/>
                      <a:pt x="613299" y="6520"/>
                      <a:pt x="613661" y="6520"/>
                    </a:cubicBezTo>
                    <a:cubicBezTo>
                      <a:pt x="614024" y="6520"/>
                      <a:pt x="615111" y="6883"/>
                      <a:pt x="615111" y="6520"/>
                    </a:cubicBezTo>
                    <a:cubicBezTo>
                      <a:pt x="615474" y="6158"/>
                      <a:pt x="615111" y="6158"/>
                      <a:pt x="616199" y="6158"/>
                    </a:cubicBezTo>
                    <a:cubicBezTo>
                      <a:pt x="616924" y="6158"/>
                      <a:pt x="617286" y="6158"/>
                      <a:pt x="617286" y="6158"/>
                    </a:cubicBezTo>
                    <a:cubicBezTo>
                      <a:pt x="617649" y="6158"/>
                      <a:pt x="616199" y="5796"/>
                      <a:pt x="616199" y="5796"/>
                    </a:cubicBezTo>
                    <a:cubicBezTo>
                      <a:pt x="616199" y="5796"/>
                      <a:pt x="615474" y="5434"/>
                      <a:pt x="614749" y="5796"/>
                    </a:cubicBezTo>
                    <a:cubicBezTo>
                      <a:pt x="614024" y="5796"/>
                      <a:pt x="613661" y="5796"/>
                      <a:pt x="613299" y="5434"/>
                    </a:cubicBezTo>
                    <a:cubicBezTo>
                      <a:pt x="612936" y="5434"/>
                      <a:pt x="612574" y="5071"/>
                      <a:pt x="612211" y="4709"/>
                    </a:cubicBezTo>
                    <a:cubicBezTo>
                      <a:pt x="611849" y="4347"/>
                      <a:pt x="611849" y="3985"/>
                      <a:pt x="611849" y="3622"/>
                    </a:cubicBezTo>
                    <a:cubicBezTo>
                      <a:pt x="611849" y="3622"/>
                      <a:pt x="612211" y="3260"/>
                      <a:pt x="612574" y="3260"/>
                    </a:cubicBezTo>
                    <a:cubicBezTo>
                      <a:pt x="613299" y="2898"/>
                      <a:pt x="614024" y="2898"/>
                      <a:pt x="614386" y="2898"/>
                    </a:cubicBezTo>
                    <a:cubicBezTo>
                      <a:pt x="614749" y="2898"/>
                      <a:pt x="615111" y="3260"/>
                      <a:pt x="615474" y="3260"/>
                    </a:cubicBezTo>
                    <a:cubicBezTo>
                      <a:pt x="615836" y="2898"/>
                      <a:pt x="616199" y="2898"/>
                      <a:pt x="616561" y="2536"/>
                    </a:cubicBezTo>
                    <a:cubicBezTo>
                      <a:pt x="617286" y="2173"/>
                      <a:pt x="619461" y="1811"/>
                      <a:pt x="619461" y="1811"/>
                    </a:cubicBezTo>
                    <a:cubicBezTo>
                      <a:pt x="619461" y="1811"/>
                      <a:pt x="620186" y="2173"/>
                      <a:pt x="620186" y="2173"/>
                    </a:cubicBezTo>
                    <a:cubicBezTo>
                      <a:pt x="620549" y="2173"/>
                      <a:pt x="620911" y="2536"/>
                      <a:pt x="620911" y="2536"/>
                    </a:cubicBezTo>
                    <a:cubicBezTo>
                      <a:pt x="620911" y="2536"/>
                      <a:pt x="620911" y="2898"/>
                      <a:pt x="621274" y="2898"/>
                    </a:cubicBezTo>
                    <a:cubicBezTo>
                      <a:pt x="621636" y="2536"/>
                      <a:pt x="622361" y="1811"/>
                      <a:pt x="622361" y="1811"/>
                    </a:cubicBezTo>
                    <a:cubicBezTo>
                      <a:pt x="622361" y="1811"/>
                      <a:pt x="622724" y="724"/>
                      <a:pt x="622724" y="1087"/>
                    </a:cubicBezTo>
                    <a:cubicBezTo>
                      <a:pt x="622724" y="1087"/>
                      <a:pt x="623812" y="1087"/>
                      <a:pt x="624174" y="724"/>
                    </a:cubicBezTo>
                    <a:cubicBezTo>
                      <a:pt x="624537" y="724"/>
                      <a:pt x="625624" y="724"/>
                      <a:pt x="625987" y="724"/>
                    </a:cubicBezTo>
                    <a:cubicBezTo>
                      <a:pt x="626349" y="724"/>
                      <a:pt x="632512" y="724"/>
                      <a:pt x="632512" y="724"/>
                    </a:cubicBezTo>
                    <a:cubicBezTo>
                      <a:pt x="632874" y="724"/>
                      <a:pt x="633599" y="724"/>
                      <a:pt x="633962" y="1087"/>
                    </a:cubicBezTo>
                    <a:cubicBezTo>
                      <a:pt x="633962" y="1449"/>
                      <a:pt x="633962" y="1449"/>
                      <a:pt x="634324" y="1811"/>
                    </a:cubicBezTo>
                    <a:cubicBezTo>
                      <a:pt x="634687" y="2173"/>
                      <a:pt x="635050" y="2536"/>
                      <a:pt x="635050" y="2173"/>
                    </a:cubicBezTo>
                    <a:cubicBezTo>
                      <a:pt x="635412" y="1811"/>
                      <a:pt x="635775" y="1087"/>
                      <a:pt x="635775" y="1087"/>
                    </a:cubicBezTo>
                    <a:cubicBezTo>
                      <a:pt x="635775" y="1087"/>
                      <a:pt x="635412" y="724"/>
                      <a:pt x="635775" y="362"/>
                    </a:cubicBezTo>
                    <a:cubicBezTo>
                      <a:pt x="636137" y="362"/>
                      <a:pt x="636500" y="362"/>
                      <a:pt x="6372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a:p>
            </p:txBody>
          </p:sp>
        </p:grpSp>
        <p:sp>
          <p:nvSpPr>
            <p:cNvPr id="25" name="Freeform 45">
              <a:extLst>
                <a:ext uri="{FF2B5EF4-FFF2-40B4-BE49-F238E27FC236}">
                  <a16:creationId xmlns:a16="http://schemas.microsoft.com/office/drawing/2014/main" id="{EF90C6C1-3F81-E0F1-18C7-A5181AB76E3F}"/>
                </a:ext>
              </a:extLst>
            </p:cNvPr>
            <p:cNvSpPr>
              <a:spLocks noEditPoints="1"/>
            </p:cNvSpPr>
            <p:nvPr/>
          </p:nvSpPr>
          <p:spPr bwMode="gray">
            <a:xfrm>
              <a:off x="14367629" y="2226130"/>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26" name="TextBox 25">
              <a:extLst>
                <a:ext uri="{FF2B5EF4-FFF2-40B4-BE49-F238E27FC236}">
                  <a16:creationId xmlns:a16="http://schemas.microsoft.com/office/drawing/2014/main" id="{0CC85A4C-D9E4-DB37-F4FE-40C360099AE3}"/>
                </a:ext>
              </a:extLst>
            </p:cNvPr>
            <p:cNvSpPr txBox="1"/>
            <p:nvPr/>
          </p:nvSpPr>
          <p:spPr bwMode="gray">
            <a:xfrm>
              <a:off x="14388334" y="2675393"/>
              <a:ext cx="2855330" cy="2000548"/>
            </a:xfrm>
            <a:prstGeom prst="rect">
              <a:avLst/>
            </a:prstGeom>
            <a:noFill/>
          </p:spPr>
          <p:txBody>
            <a:bodyPr wrap="square" lIns="0" tIns="0" rIns="0" bIns="0" rtlCol="0">
              <a:spAutoFit/>
            </a:bodyPr>
            <a:lstStyle/>
            <a:p>
              <a:r>
                <a:rPr lang="en-GB" sz="1000" dirty="0">
                  <a:solidFill>
                    <a:srgbClr val="000000"/>
                  </a:solidFill>
                </a:rPr>
                <a:t>To change the </a:t>
              </a:r>
              <a:r>
                <a:rPr lang="en-GB" sz="1000" dirty="0" err="1">
                  <a:solidFill>
                    <a:srgbClr val="000000"/>
                  </a:solidFill>
                </a:rPr>
                <a:t>color</a:t>
              </a:r>
              <a:r>
                <a:rPr lang="en-GB" sz="1000" dirty="0">
                  <a:solidFill>
                    <a:srgbClr val="000000"/>
                  </a:solidFill>
                </a:rPr>
                <a:t> of the country</a:t>
              </a:r>
            </a:p>
            <a:p>
              <a:r>
                <a:rPr lang="en-GB" sz="1000" dirty="0">
                  <a:solidFill>
                    <a:srgbClr val="000000"/>
                  </a:solidFill>
                </a:rPr>
                <a:t>&gt;Click on the map</a:t>
              </a:r>
              <a:br>
                <a:rPr lang="en-GB" sz="1000" dirty="0">
                  <a:solidFill>
                    <a:srgbClr val="000000"/>
                  </a:solidFill>
                </a:rPr>
              </a:br>
              <a:r>
                <a:rPr lang="en-GB" sz="1000" dirty="0">
                  <a:solidFill>
                    <a:srgbClr val="000000"/>
                  </a:solidFill>
                </a:rPr>
                <a:t>&gt;Click on the country you want to change</a:t>
              </a:r>
            </a:p>
            <a:p>
              <a:r>
                <a:rPr lang="en-GB" sz="1000" dirty="0">
                  <a:solidFill>
                    <a:srgbClr val="000000"/>
                  </a:solidFill>
                </a:rPr>
                <a:t>&gt;Shape Fill</a:t>
              </a:r>
            </a:p>
            <a:p>
              <a:r>
                <a:rPr lang="en-GB" sz="1000" dirty="0">
                  <a:solidFill>
                    <a:srgbClr val="000000"/>
                  </a:solidFill>
                </a:rPr>
                <a:t>&gt;Select a </a:t>
              </a:r>
              <a:r>
                <a:rPr lang="en-GB" sz="1000" dirty="0" err="1">
                  <a:solidFill>
                    <a:srgbClr val="000000"/>
                  </a:solidFill>
                </a:rPr>
                <a:t>color</a:t>
              </a:r>
              <a:r>
                <a:rPr lang="en-GB" sz="1000" dirty="0">
                  <a:solidFill>
                    <a:srgbClr val="000000"/>
                  </a:solidFill>
                </a:rPr>
                <a:t> from the top line of the </a:t>
              </a:r>
              <a:r>
                <a:rPr lang="en-GB" sz="1000" dirty="0" err="1">
                  <a:solidFill>
                    <a:srgbClr val="000000"/>
                  </a:solidFill>
                </a:rPr>
                <a:t>color</a:t>
              </a:r>
              <a:r>
                <a:rPr lang="en-GB" sz="1000" dirty="0">
                  <a:solidFill>
                    <a:srgbClr val="000000"/>
                  </a:solidFill>
                </a:rPr>
                <a:t> palette</a:t>
              </a:r>
            </a:p>
            <a:p>
              <a:endParaRPr lang="en-GB" sz="1000" baseline="0" dirty="0">
                <a:solidFill>
                  <a:srgbClr val="000000"/>
                </a:solidFill>
              </a:endParaRPr>
            </a:p>
            <a:p>
              <a:r>
                <a:rPr lang="en-GB" sz="1000" baseline="0" dirty="0">
                  <a:solidFill>
                    <a:srgbClr val="000000"/>
                  </a:solidFill>
                </a:rPr>
                <a:t>Note: As the map is intended to be editable this will not appear on a new layout. If you wish to use the map slide more than once in your presentation.</a:t>
              </a:r>
            </a:p>
            <a:p>
              <a:r>
                <a:rPr lang="en-GB" sz="1000" baseline="0" dirty="0">
                  <a:solidFill>
                    <a:srgbClr val="000000"/>
                  </a:solidFill>
                </a:rPr>
                <a:t>&gt;Click on the map slide thumbnail </a:t>
              </a:r>
              <a:br>
                <a:rPr lang="en-GB" sz="1000" baseline="0" dirty="0">
                  <a:solidFill>
                    <a:srgbClr val="000000"/>
                  </a:solidFill>
                </a:rPr>
              </a:br>
              <a:r>
                <a:rPr lang="en-GB" sz="1000" baseline="0" dirty="0">
                  <a:solidFill>
                    <a:srgbClr val="000000"/>
                  </a:solidFill>
                </a:rPr>
                <a:t>(on the left of the screen)</a:t>
              </a:r>
            </a:p>
            <a:p>
              <a:r>
                <a:rPr lang="en-GB" sz="1000" baseline="0" dirty="0">
                  <a:solidFill>
                    <a:srgbClr val="000000"/>
                  </a:solidFill>
                </a:rPr>
                <a:t>&gt;Right click</a:t>
              </a:r>
            </a:p>
            <a:p>
              <a:r>
                <a:rPr lang="en-GB" sz="1000" baseline="0" dirty="0">
                  <a:solidFill>
                    <a:srgbClr val="000000"/>
                  </a:solidFill>
                </a:rPr>
                <a:t>&gt;Duplicate Slide</a:t>
              </a:r>
            </a:p>
          </p:txBody>
        </p:sp>
      </p:grpSp>
    </p:spTree>
    <p:extLst>
      <p:ext uri="{BB962C8B-B14F-4D97-AF65-F5344CB8AC3E}">
        <p14:creationId xmlns:p14="http://schemas.microsoft.com/office/powerpoint/2010/main" val="31400872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6D43C3D-7329-29F4-EA31-64CD46BF37BE}"/>
              </a:ext>
            </a:extLst>
          </p:cNvPr>
          <p:cNvSpPr>
            <a:spLocks noGrp="1"/>
          </p:cNvSpPr>
          <p:nvPr>
            <p:ph type="title" hasCustomPrompt="1"/>
          </p:nvPr>
        </p:nvSpPr>
        <p:spPr>
          <a:xfrm>
            <a:off x="419098" y="363415"/>
            <a:ext cx="11353799" cy="871660"/>
          </a:xfrm>
        </p:spPr>
        <p:txBody>
          <a:bodyPr/>
          <a:lstStyle>
            <a:lvl1pPr>
              <a:defRPr/>
            </a:lvl1pPr>
          </a:lstStyle>
          <a:p>
            <a:r>
              <a:rPr lang="en-US" dirty="0"/>
              <a:t>References</a:t>
            </a:r>
          </a:p>
        </p:txBody>
      </p:sp>
      <p:sp>
        <p:nvSpPr>
          <p:cNvPr id="3" name="Text Placeholder 9">
            <a:extLst>
              <a:ext uri="{FF2B5EF4-FFF2-40B4-BE49-F238E27FC236}">
                <a16:creationId xmlns:a16="http://schemas.microsoft.com/office/drawing/2014/main" id="{C73FCE33-9ED0-DB3D-8F64-080ED874BDC3}"/>
              </a:ext>
            </a:extLst>
          </p:cNvPr>
          <p:cNvSpPr>
            <a:spLocks noGrp="1"/>
          </p:cNvSpPr>
          <p:nvPr>
            <p:ph type="body" sz="quarter" idx="14" hasCustomPrompt="1"/>
          </p:nvPr>
        </p:nvSpPr>
        <p:spPr>
          <a:xfrm>
            <a:off x="419099" y="1235075"/>
            <a:ext cx="11353800" cy="4674406"/>
          </a:xfrm>
          <a:prstGeom prst="rect">
            <a:avLst/>
          </a:prstGeom>
        </p:spPr>
        <p:txBody>
          <a:bodyPr>
            <a:noAutofit/>
          </a:bodyPr>
          <a:lstStyle>
            <a:lvl1pPr marL="228600" indent="-228600">
              <a:spcBef>
                <a:spcPts val="0"/>
              </a:spcBef>
              <a:spcAft>
                <a:spcPts val="600"/>
              </a:spcAft>
              <a:buFont typeface="+mj-lt"/>
              <a:buAutoNum type="arabicPeriod"/>
              <a:defRPr sz="1400"/>
            </a:lvl1pPr>
            <a:lvl2pPr marL="685800" indent="-228600">
              <a:buFont typeface="+mj-lt"/>
              <a:buAutoNum type="arabicPeriod"/>
              <a:defRPr sz="1400"/>
            </a:lvl2pPr>
            <a:lvl3pPr marL="1143000" indent="-228600">
              <a:buFont typeface="+mj-lt"/>
              <a:buAutoNum type="arabicPeriod"/>
              <a:defRPr sz="1400"/>
            </a:lvl3pPr>
            <a:lvl4pPr marL="1600200" indent="-228600">
              <a:buFont typeface="+mj-lt"/>
              <a:buAutoNum type="arabicPeriod"/>
              <a:defRPr sz="1400"/>
            </a:lvl4pPr>
            <a:lvl5pPr marL="2057400" indent="-228600">
              <a:buFont typeface="+mj-lt"/>
              <a:buAutoNum type="arabicPeriod"/>
              <a:defRPr sz="1400"/>
            </a:lvl5pPr>
            <a:lvl6pPr>
              <a:buFont typeface="+mj-lt"/>
              <a:buAutoNum type="arabicPeriod"/>
              <a:defRPr sz="1400"/>
            </a:lvl6pPr>
            <a:lvl7pPr>
              <a:buFont typeface="+mj-lt"/>
              <a:buAutoNum type="arabicPeriod"/>
              <a:defRPr sz="1400"/>
            </a:lvl7pPr>
            <a:lvl8pPr>
              <a:buFont typeface="+mj-lt"/>
              <a:buAutoNum type="arabicPeriod"/>
              <a:defRPr sz="1400"/>
            </a:lvl8pPr>
            <a:lvl9pPr>
              <a:buFont typeface="+mj-lt"/>
              <a:buAutoNum type="arabicPeriod"/>
              <a:defRPr sz="1400"/>
            </a:lvl9pPr>
          </a:lstStyle>
          <a:p>
            <a:pPr lvl="0"/>
            <a:r>
              <a:rPr lang="en-US" dirty="0"/>
              <a:t>Click to edit text</a:t>
            </a:r>
          </a:p>
        </p:txBody>
      </p:sp>
      <p:sp>
        <p:nvSpPr>
          <p:cNvPr id="12" name="Rectangle 11">
            <a:extLst>
              <a:ext uri="{FF2B5EF4-FFF2-40B4-BE49-F238E27FC236}">
                <a16:creationId xmlns:a16="http://schemas.microsoft.com/office/drawing/2014/main" id="{2B01D990-A872-0F8D-B5A2-A06DFDD42A3C}"/>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B1D8788-E84F-54C0-E501-6682A104FA04}"/>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5" name="Footer Placeholder 14">
            <a:extLst>
              <a:ext uri="{FF2B5EF4-FFF2-40B4-BE49-F238E27FC236}">
                <a16:creationId xmlns:a16="http://schemas.microsoft.com/office/drawing/2014/main" id="{316962A9-1107-4064-FEA8-74C8857064B5}"/>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0D9A8AC6-2C85-0243-274C-39238E490EF0}"/>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Tree>
    <p:extLst>
      <p:ext uri="{BB962C8B-B14F-4D97-AF65-F5344CB8AC3E}">
        <p14:creationId xmlns:p14="http://schemas.microsoft.com/office/powerpoint/2010/main" val="35776330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628FEDB-D8AB-B034-371B-3C7E2E408282}"/>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7983BE0-9D69-8A57-C57B-F861753CA332}"/>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5" name="Footer Placeholder 14">
            <a:extLst>
              <a:ext uri="{FF2B5EF4-FFF2-40B4-BE49-F238E27FC236}">
                <a16:creationId xmlns:a16="http://schemas.microsoft.com/office/drawing/2014/main" id="{94C93B43-6279-02E5-519B-82238625A6D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dirty="0" err="1"/>
              <a:t>Vantive</a:t>
            </a:r>
            <a:r>
              <a:rPr lang="en-US" dirty="0"/>
              <a:t> Confidential – Internal Use Only</a:t>
            </a:r>
          </a:p>
        </p:txBody>
      </p:sp>
      <p:sp>
        <p:nvSpPr>
          <p:cNvPr id="16" name="Title 15">
            <a:extLst>
              <a:ext uri="{FF2B5EF4-FFF2-40B4-BE49-F238E27FC236}">
                <a16:creationId xmlns:a16="http://schemas.microsoft.com/office/drawing/2014/main" id="{C8053D2B-428C-D84D-08E6-2BAAE1308654}"/>
              </a:ext>
            </a:extLst>
          </p:cNvPr>
          <p:cNvSpPr>
            <a:spLocks noGrp="1"/>
          </p:cNvSpPr>
          <p:nvPr>
            <p:ph type="title" hasCustomPrompt="1"/>
          </p:nvPr>
        </p:nvSpPr>
        <p:spPr>
          <a:xfrm>
            <a:off x="419098" y="365125"/>
            <a:ext cx="11353797" cy="869949"/>
          </a:xfrm>
        </p:spPr>
        <p:txBody>
          <a:bodyPr/>
          <a:lstStyle/>
          <a:p>
            <a:r>
              <a:rPr lang="en-US" sz="2800" b="1" dirty="0">
                <a:solidFill>
                  <a:schemeClr val="accent1"/>
                </a:solidFill>
              </a:rPr>
              <a:t>Summary</a:t>
            </a:r>
          </a:p>
        </p:txBody>
      </p:sp>
      <p:sp>
        <p:nvSpPr>
          <p:cNvPr id="3" name="Slide Number Placeholder 2">
            <a:extLst>
              <a:ext uri="{FF2B5EF4-FFF2-40B4-BE49-F238E27FC236}">
                <a16:creationId xmlns:a16="http://schemas.microsoft.com/office/drawing/2014/main" id="{D551C3B4-8E00-A3DF-36A4-4B61CD886F62}"/>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5" name="Text Placeholder 4">
            <a:extLst>
              <a:ext uri="{FF2B5EF4-FFF2-40B4-BE49-F238E27FC236}">
                <a16:creationId xmlns:a16="http://schemas.microsoft.com/office/drawing/2014/main" id="{4B6641DF-F6EF-DFD3-62CF-B998F2153233}"/>
              </a:ext>
            </a:extLst>
          </p:cNvPr>
          <p:cNvSpPr>
            <a:spLocks noGrp="1"/>
          </p:cNvSpPr>
          <p:nvPr>
            <p:ph type="body" sz="quarter" idx="24" hasCustomPrompt="1"/>
          </p:nvPr>
        </p:nvSpPr>
        <p:spPr>
          <a:xfrm>
            <a:off x="419100" y="1235074"/>
            <a:ext cx="11353800" cy="4672800"/>
          </a:xfrm>
        </p:spPr>
        <p:txBody>
          <a:bodyPr/>
          <a:lstStyle>
            <a:lvl1pPr>
              <a:defRPr/>
            </a:lvl1pPr>
          </a:lstStyle>
          <a:p>
            <a:pPr lvl="0"/>
            <a:r>
              <a:rPr lang="en-US" dirty="0"/>
              <a:t>Click to edit text</a:t>
            </a:r>
          </a:p>
        </p:txBody>
      </p:sp>
    </p:spTree>
    <p:extLst>
      <p:ext uri="{BB962C8B-B14F-4D97-AF65-F5344CB8AC3E}">
        <p14:creationId xmlns:p14="http://schemas.microsoft.com/office/powerpoint/2010/main" val="5438084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628FEDB-D8AB-B034-371B-3C7E2E408282}"/>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7983BE0-9D69-8A57-C57B-F861753CA332}"/>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5" name="Footer Placeholder 14">
            <a:extLst>
              <a:ext uri="{FF2B5EF4-FFF2-40B4-BE49-F238E27FC236}">
                <a16:creationId xmlns:a16="http://schemas.microsoft.com/office/drawing/2014/main" id="{94C93B43-6279-02E5-519B-82238625A6D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dirty="0" err="1"/>
              <a:t>Vantive</a:t>
            </a:r>
            <a:r>
              <a:rPr lang="en-US" dirty="0"/>
              <a:t> Confidential – Internal Use Only</a:t>
            </a:r>
          </a:p>
        </p:txBody>
      </p:sp>
      <p:sp>
        <p:nvSpPr>
          <p:cNvPr id="16" name="Title 15">
            <a:extLst>
              <a:ext uri="{FF2B5EF4-FFF2-40B4-BE49-F238E27FC236}">
                <a16:creationId xmlns:a16="http://schemas.microsoft.com/office/drawing/2014/main" id="{C8053D2B-428C-D84D-08E6-2BAAE1308654}"/>
              </a:ext>
            </a:extLst>
          </p:cNvPr>
          <p:cNvSpPr>
            <a:spLocks noGrp="1"/>
          </p:cNvSpPr>
          <p:nvPr>
            <p:ph type="title" hasCustomPrompt="1"/>
          </p:nvPr>
        </p:nvSpPr>
        <p:spPr>
          <a:xfrm>
            <a:off x="419098" y="365125"/>
            <a:ext cx="11353797" cy="869949"/>
          </a:xfrm>
        </p:spPr>
        <p:txBody>
          <a:bodyPr/>
          <a:lstStyle>
            <a:lvl1pPr>
              <a:defRPr/>
            </a:lvl1pPr>
          </a:lstStyle>
          <a:p>
            <a:r>
              <a:rPr lang="en-US" sz="2800" b="1" dirty="0">
                <a:solidFill>
                  <a:schemeClr val="accent1"/>
                </a:solidFill>
              </a:rPr>
              <a:t>Click to edit title</a:t>
            </a:r>
          </a:p>
        </p:txBody>
      </p:sp>
      <p:sp>
        <p:nvSpPr>
          <p:cNvPr id="3" name="Slide Number Placeholder 2">
            <a:extLst>
              <a:ext uri="{FF2B5EF4-FFF2-40B4-BE49-F238E27FC236}">
                <a16:creationId xmlns:a16="http://schemas.microsoft.com/office/drawing/2014/main" id="{D551C3B4-8E00-A3DF-36A4-4B61CD886F62}"/>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Tree>
    <p:extLst>
      <p:ext uri="{BB962C8B-B14F-4D97-AF65-F5344CB8AC3E}">
        <p14:creationId xmlns:p14="http://schemas.microsoft.com/office/powerpoint/2010/main" val="9425370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 Cream">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071A482-8E02-13DA-F3B1-6BB685AAC56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7BC5F005-4C28-010B-4F65-E11496158455}"/>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40293FC3-43D4-4B6F-CA50-EB1AAF498E85}"/>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D04043DB-4C2A-0DE8-078E-25116F2AA736}"/>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Tree>
    <p:extLst>
      <p:ext uri="{BB962C8B-B14F-4D97-AF65-F5344CB8AC3E}">
        <p14:creationId xmlns:p14="http://schemas.microsoft.com/office/powerpoint/2010/main" val="5284789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7F40178-B549-AB5B-0CED-D471890336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98460" y="636451"/>
            <a:ext cx="2480907" cy="486115"/>
          </a:xfrm>
          <a:prstGeom prst="rect">
            <a:avLst/>
          </a:prstGeom>
        </p:spPr>
      </p:pic>
      <p:sp>
        <p:nvSpPr>
          <p:cNvPr id="4" name="Title 1">
            <a:extLst>
              <a:ext uri="{FF2B5EF4-FFF2-40B4-BE49-F238E27FC236}">
                <a16:creationId xmlns:a16="http://schemas.microsoft.com/office/drawing/2014/main" id="{A2C4B4E0-CAF1-7FAE-A63A-C54F6CDEB009}"/>
              </a:ext>
            </a:extLst>
          </p:cNvPr>
          <p:cNvSpPr>
            <a:spLocks noGrp="1"/>
          </p:cNvSpPr>
          <p:nvPr>
            <p:ph type="ctrTitle" hasCustomPrompt="1"/>
          </p:nvPr>
        </p:nvSpPr>
        <p:spPr>
          <a:xfrm>
            <a:off x="526489" y="2512663"/>
            <a:ext cx="6686269" cy="2387600"/>
          </a:xfrm>
        </p:spPr>
        <p:txBody>
          <a:bodyPr anchor="ctr">
            <a:noAutofit/>
          </a:bodyPr>
          <a:lstStyle>
            <a:lvl1pPr algn="l">
              <a:lnSpc>
                <a:spcPct val="100000"/>
              </a:lnSpc>
              <a:defRPr sz="4800">
                <a:solidFill>
                  <a:schemeClr val="bg2"/>
                </a:solidFill>
              </a:defRPr>
            </a:lvl1pPr>
          </a:lstStyle>
          <a:p>
            <a:pPr marL="0" marR="0">
              <a:lnSpc>
                <a:spcPct val="107000"/>
              </a:lnSpc>
              <a:spcBef>
                <a:spcPts val="0"/>
              </a:spcBef>
              <a:spcAft>
                <a:spcPts val="800"/>
              </a:spcAft>
            </a:pPr>
            <a:r>
              <a:rPr lang="en-US" dirty="0"/>
              <a:t>Thank You</a:t>
            </a:r>
            <a:endParaRPr lang="en-US" dirty="0">
              <a:solidFill>
                <a:schemeClr val="accent4">
                  <a:lumMod val="20000"/>
                  <a:lumOff val="80000"/>
                </a:schemeClr>
              </a:solidFill>
            </a:endParaRPr>
          </a:p>
        </p:txBody>
      </p:sp>
      <p:grpSp>
        <p:nvGrpSpPr>
          <p:cNvPr id="5" name="Graphic 205">
            <a:extLst>
              <a:ext uri="{FF2B5EF4-FFF2-40B4-BE49-F238E27FC236}">
                <a16:creationId xmlns:a16="http://schemas.microsoft.com/office/drawing/2014/main" id="{10BEA882-8B6F-5528-52F8-67E100AE75E0}"/>
              </a:ext>
            </a:extLst>
          </p:cNvPr>
          <p:cNvGrpSpPr/>
          <p:nvPr userDrawn="1"/>
        </p:nvGrpSpPr>
        <p:grpSpPr>
          <a:xfrm>
            <a:off x="6646414" y="554927"/>
            <a:ext cx="5545584" cy="6303073"/>
            <a:chOff x="6638891" y="552450"/>
            <a:chExt cx="5545584" cy="6303073"/>
          </a:xfrm>
          <a:solidFill>
            <a:srgbClr val="601F5B"/>
          </a:solidFill>
        </p:grpSpPr>
        <p:sp>
          <p:nvSpPr>
            <p:cNvPr id="6" name="Freeform: Shape 207">
              <a:extLst>
                <a:ext uri="{FF2B5EF4-FFF2-40B4-BE49-F238E27FC236}">
                  <a16:creationId xmlns:a16="http://schemas.microsoft.com/office/drawing/2014/main" id="{54B72C4B-2989-97EC-64D0-9066A0C04ADC}"/>
                </a:ext>
              </a:extLst>
            </p:cNvPr>
            <p:cNvSpPr/>
            <p:nvPr/>
          </p:nvSpPr>
          <p:spPr>
            <a:xfrm>
              <a:off x="7549610" y="1498091"/>
              <a:ext cx="707897" cy="1027271"/>
            </a:xfrm>
            <a:custGeom>
              <a:avLst/>
              <a:gdLst>
                <a:gd name="connsiteX0" fmla="*/ 190 w 707897"/>
                <a:gd name="connsiteY0" fmla="*/ 566738 h 1027271"/>
                <a:gd name="connsiteX1" fmla="*/ 251174 w 707897"/>
                <a:gd name="connsiteY1" fmla="*/ 966407 h 1027271"/>
                <a:gd name="connsiteX2" fmla="*/ 354044 w 707897"/>
                <a:gd name="connsiteY2" fmla="*/ 1027271 h 1027271"/>
                <a:gd name="connsiteX3" fmla="*/ 456914 w 707897"/>
                <a:gd name="connsiteY3" fmla="*/ 966407 h 1027271"/>
                <a:gd name="connsiteX4" fmla="*/ 707898 w 707897"/>
                <a:gd name="connsiteY4" fmla="*/ 566738 h 1027271"/>
                <a:gd name="connsiteX5" fmla="*/ 353949 w 707897"/>
                <a:gd name="connsiteY5" fmla="*/ 0 h 1027271"/>
                <a:gd name="connsiteX6" fmla="*/ 0 w 707897"/>
                <a:gd name="connsiteY6" fmla="*/ 566738 h 102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897" h="1027271">
                  <a:moveTo>
                    <a:pt x="190" y="566738"/>
                  </a:moveTo>
                  <a:lnTo>
                    <a:pt x="251174" y="966407"/>
                  </a:lnTo>
                  <a:cubicBezTo>
                    <a:pt x="275463" y="1006030"/>
                    <a:pt x="314611" y="1026224"/>
                    <a:pt x="354044" y="1027271"/>
                  </a:cubicBezTo>
                  <a:cubicBezTo>
                    <a:pt x="393573" y="1026224"/>
                    <a:pt x="432721" y="1006030"/>
                    <a:pt x="456914" y="966407"/>
                  </a:cubicBezTo>
                  <a:lnTo>
                    <a:pt x="707898" y="566738"/>
                  </a:lnTo>
                  <a:lnTo>
                    <a:pt x="353949" y="0"/>
                  </a:lnTo>
                  <a:lnTo>
                    <a:pt x="0" y="566738"/>
                  </a:lnTo>
                  <a:close/>
                </a:path>
              </a:pathLst>
            </a:custGeom>
            <a:solidFill>
              <a:srgbClr val="601F5B"/>
            </a:solidFill>
            <a:ln w="0" cap="flat">
              <a:noFill/>
              <a:prstDash val="solid"/>
              <a:miter/>
            </a:ln>
          </p:spPr>
          <p:txBody>
            <a:bodyPr rtlCol="0" anchor="ctr"/>
            <a:lstStyle/>
            <a:p>
              <a:endParaRPr lang="en-US"/>
            </a:p>
          </p:txBody>
        </p:sp>
        <p:sp>
          <p:nvSpPr>
            <p:cNvPr id="7" name="Freeform: Shape 208">
              <a:extLst>
                <a:ext uri="{FF2B5EF4-FFF2-40B4-BE49-F238E27FC236}">
                  <a16:creationId xmlns:a16="http://schemas.microsoft.com/office/drawing/2014/main" id="{77406571-6615-2DD8-D678-0252050DE883}"/>
                </a:ext>
              </a:extLst>
            </p:cNvPr>
            <p:cNvSpPr/>
            <p:nvPr/>
          </p:nvSpPr>
          <p:spPr>
            <a:xfrm>
              <a:off x="6638891" y="552450"/>
              <a:ext cx="1192372" cy="1396650"/>
            </a:xfrm>
            <a:custGeom>
              <a:avLst/>
              <a:gdLst>
                <a:gd name="connsiteX0" fmla="*/ 693644 w 1192372"/>
                <a:gd name="connsiteY0" fmla="*/ 31242 h 1396650"/>
                <a:gd name="connsiteX1" fmla="*/ 637256 w 1192372"/>
                <a:gd name="connsiteY1" fmla="*/ 0 h 1396650"/>
                <a:gd name="connsiteX2" fmla="*/ 48611 w 1192372"/>
                <a:gd name="connsiteY2" fmla="*/ 0 h 1396650"/>
                <a:gd name="connsiteX3" fmla="*/ 7463 w 1192372"/>
                <a:gd name="connsiteY3" fmla="*/ 73819 h 1396650"/>
                <a:gd name="connsiteX4" fmla="*/ 838233 w 1192372"/>
                <a:gd name="connsiteY4" fmla="*/ 1396651 h 1396650"/>
                <a:gd name="connsiteX5" fmla="*/ 1192373 w 1192372"/>
                <a:gd name="connsiteY5" fmla="*/ 829628 h 1396650"/>
                <a:gd name="connsiteX6" fmla="*/ 693644 w 1192372"/>
                <a:gd name="connsiteY6" fmla="*/ 31242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372" h="1396650">
                  <a:moveTo>
                    <a:pt x="693644" y="31242"/>
                  </a:moveTo>
                  <a:cubicBezTo>
                    <a:pt x="681547" y="11811"/>
                    <a:pt x="660211" y="0"/>
                    <a:pt x="637256" y="0"/>
                  </a:cubicBezTo>
                  <a:lnTo>
                    <a:pt x="48611" y="0"/>
                  </a:lnTo>
                  <a:cubicBezTo>
                    <a:pt x="10415" y="0"/>
                    <a:pt x="-12730" y="41624"/>
                    <a:pt x="7463" y="73819"/>
                  </a:cubicBezTo>
                  <a:lnTo>
                    <a:pt x="838233" y="1396651"/>
                  </a:lnTo>
                  <a:lnTo>
                    <a:pt x="1192373" y="829628"/>
                  </a:lnTo>
                  <a:lnTo>
                    <a:pt x="693644" y="31242"/>
                  </a:lnTo>
                  <a:close/>
                </a:path>
              </a:pathLst>
            </a:custGeom>
            <a:solidFill>
              <a:srgbClr val="601F5B"/>
            </a:solidFill>
            <a:ln w="0" cap="flat">
              <a:noFill/>
              <a:prstDash val="solid"/>
              <a:miter/>
            </a:ln>
          </p:spPr>
          <p:txBody>
            <a:bodyPr rtlCol="0" anchor="ctr"/>
            <a:lstStyle/>
            <a:p>
              <a:endParaRPr lang="en-US"/>
            </a:p>
          </p:txBody>
        </p:sp>
        <p:sp>
          <p:nvSpPr>
            <p:cNvPr id="8" name="Freeform: Shape 209">
              <a:extLst>
                <a:ext uri="{FF2B5EF4-FFF2-40B4-BE49-F238E27FC236}">
                  <a16:creationId xmlns:a16="http://schemas.microsoft.com/office/drawing/2014/main" id="{F88D0264-D66F-6EAC-DE1C-328185B2F293}"/>
                </a:ext>
              </a:extLst>
            </p:cNvPr>
            <p:cNvSpPr/>
            <p:nvPr/>
          </p:nvSpPr>
          <p:spPr>
            <a:xfrm>
              <a:off x="7975949" y="552450"/>
              <a:ext cx="1192535" cy="1396650"/>
            </a:xfrm>
            <a:custGeom>
              <a:avLst/>
              <a:gdLst>
                <a:gd name="connsiteX0" fmla="*/ 1143857 w 1192535"/>
                <a:gd name="connsiteY0" fmla="*/ 0 h 1396650"/>
                <a:gd name="connsiteX1" fmla="*/ 555212 w 1192535"/>
                <a:gd name="connsiteY1" fmla="*/ 0 h 1396650"/>
                <a:gd name="connsiteX2" fmla="*/ 498729 w 1192535"/>
                <a:gd name="connsiteY2" fmla="*/ 31242 h 1396650"/>
                <a:gd name="connsiteX3" fmla="*/ 0 w 1192535"/>
                <a:gd name="connsiteY3" fmla="*/ 829628 h 1396650"/>
                <a:gd name="connsiteX4" fmla="*/ 354140 w 1192535"/>
                <a:gd name="connsiteY4" fmla="*/ 1396651 h 1396650"/>
                <a:gd name="connsiteX5" fmla="*/ 1185101 w 1192535"/>
                <a:gd name="connsiteY5" fmla="*/ 73819 h 1396650"/>
                <a:gd name="connsiteX6" fmla="*/ 1143953 w 1192535"/>
                <a:gd name="connsiteY6" fmla="*/ 0 h 139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2535" h="1396650">
                  <a:moveTo>
                    <a:pt x="1143857" y="0"/>
                  </a:moveTo>
                  <a:lnTo>
                    <a:pt x="555212" y="0"/>
                  </a:lnTo>
                  <a:cubicBezTo>
                    <a:pt x="532257" y="0"/>
                    <a:pt x="510921" y="11811"/>
                    <a:pt x="498729" y="31242"/>
                  </a:cubicBezTo>
                  <a:lnTo>
                    <a:pt x="0" y="829628"/>
                  </a:lnTo>
                  <a:lnTo>
                    <a:pt x="354140" y="1396651"/>
                  </a:lnTo>
                  <a:lnTo>
                    <a:pt x="1185101" y="73819"/>
                  </a:lnTo>
                  <a:cubicBezTo>
                    <a:pt x="1205294" y="41720"/>
                    <a:pt x="1181957" y="0"/>
                    <a:pt x="1143953" y="0"/>
                  </a:cubicBezTo>
                </a:path>
              </a:pathLst>
            </a:custGeom>
            <a:solidFill>
              <a:srgbClr val="601F5B"/>
            </a:solidFill>
            <a:ln w="0" cap="flat">
              <a:noFill/>
              <a:prstDash val="solid"/>
              <a:miter/>
            </a:ln>
          </p:spPr>
          <p:txBody>
            <a:bodyPr rtlCol="0" anchor="ctr"/>
            <a:lstStyle/>
            <a:p>
              <a:endParaRPr lang="en-US"/>
            </a:p>
          </p:txBody>
        </p:sp>
        <p:sp>
          <p:nvSpPr>
            <p:cNvPr id="9" name="Freeform: Shape 210">
              <a:extLst>
                <a:ext uri="{FF2B5EF4-FFF2-40B4-BE49-F238E27FC236}">
                  <a16:creationId xmlns:a16="http://schemas.microsoft.com/office/drawing/2014/main" id="{1561C01B-F6C4-57FB-E97C-8D2CDCECEF03}"/>
                </a:ext>
              </a:extLst>
            </p:cNvPr>
            <p:cNvSpPr/>
            <p:nvPr/>
          </p:nvSpPr>
          <p:spPr>
            <a:xfrm>
              <a:off x="7977568" y="552450"/>
              <a:ext cx="4206907" cy="6303073"/>
            </a:xfrm>
            <a:custGeom>
              <a:avLst/>
              <a:gdLst>
                <a:gd name="connsiteX0" fmla="*/ 1377506 w 4206907"/>
                <a:gd name="connsiteY0" fmla="*/ 0 h 6303073"/>
                <a:gd name="connsiteX1" fmla="*/ 0 w 4206907"/>
                <a:gd name="connsiteY1" fmla="*/ 2193512 h 6303073"/>
                <a:gd name="connsiteX2" fmla="*/ 2580799 w 4206907"/>
                <a:gd name="connsiteY2" fmla="*/ 6303074 h 6303073"/>
                <a:gd name="connsiteX3" fmla="*/ 4206907 w 4206907"/>
                <a:gd name="connsiteY3" fmla="*/ 6303074 h 6303073"/>
                <a:gd name="connsiteX4" fmla="*/ 4206907 w 4206907"/>
                <a:gd name="connsiteY4" fmla="*/ 0 h 6303073"/>
                <a:gd name="connsiteX5" fmla="*/ 1377506 w 4206907"/>
                <a:gd name="connsiteY5" fmla="*/ 0 h 6303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06907" h="6303073">
                  <a:moveTo>
                    <a:pt x="1377506" y="0"/>
                  </a:moveTo>
                  <a:lnTo>
                    <a:pt x="0" y="2193512"/>
                  </a:lnTo>
                  <a:lnTo>
                    <a:pt x="2580799" y="6303074"/>
                  </a:lnTo>
                  <a:lnTo>
                    <a:pt x="4206907" y="6303074"/>
                  </a:lnTo>
                  <a:lnTo>
                    <a:pt x="4206907" y="0"/>
                  </a:lnTo>
                  <a:lnTo>
                    <a:pt x="1377506" y="0"/>
                  </a:lnTo>
                  <a:close/>
                </a:path>
              </a:pathLst>
            </a:custGeom>
            <a:solidFill>
              <a:srgbClr val="601F5B"/>
            </a:solidFill>
            <a:ln w="0" cap="flat">
              <a:noFill/>
              <a:prstDash val="solid"/>
              <a:miter/>
            </a:ln>
          </p:spPr>
          <p:txBody>
            <a:bodyPr rtlCol="0" anchor="ctr"/>
            <a:lstStyle/>
            <a:p>
              <a:endParaRPr lang="en-US" dirty="0"/>
            </a:p>
          </p:txBody>
        </p:sp>
      </p:grpSp>
      <p:pic>
        <p:nvPicPr>
          <p:cNvPr id="10" name="Graphic 9">
            <a:extLst>
              <a:ext uri="{FF2B5EF4-FFF2-40B4-BE49-F238E27FC236}">
                <a16:creationId xmlns:a16="http://schemas.microsoft.com/office/drawing/2014/main" id="{6775A580-D6CA-9BB6-A74B-7C8EAFE841FA}"/>
              </a:ext>
            </a:extLst>
          </p:cNvPr>
          <p:cNvPicPr>
            <a:picLocks noChangeAspect="1"/>
          </p:cNvPicPr>
          <p:nvPr userDrawn="1"/>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r="1951" b="312"/>
          <a:stretch/>
        </p:blipFill>
        <p:spPr>
          <a:xfrm>
            <a:off x="9776517" y="1852516"/>
            <a:ext cx="2415483" cy="5005484"/>
          </a:xfrm>
          <a:prstGeom prst="rect">
            <a:avLst/>
          </a:prstGeom>
        </p:spPr>
      </p:pic>
      <p:sp>
        <p:nvSpPr>
          <p:cNvPr id="11" name="bg object 27">
            <a:extLst>
              <a:ext uri="{FF2B5EF4-FFF2-40B4-BE49-F238E27FC236}">
                <a16:creationId xmlns:a16="http://schemas.microsoft.com/office/drawing/2014/main" id="{6C13AA8A-C92C-4735-A0F9-A062BA8D0920}"/>
              </a:ext>
            </a:extLst>
          </p:cNvPr>
          <p:cNvSpPr/>
          <p:nvPr userDrawn="1"/>
        </p:nvSpPr>
        <p:spPr>
          <a:xfrm>
            <a:off x="0" y="5905543"/>
            <a:ext cx="595477" cy="952457"/>
          </a:xfrm>
          <a:custGeom>
            <a:avLst/>
            <a:gdLst/>
            <a:ahLst/>
            <a:cxnLst/>
            <a:rect l="l" t="t" r="r" b="b"/>
            <a:pathLst>
              <a:path w="984885" h="1575434">
                <a:moveTo>
                  <a:pt x="0" y="0"/>
                </a:moveTo>
                <a:lnTo>
                  <a:pt x="0" y="1575239"/>
                </a:lnTo>
                <a:lnTo>
                  <a:pt x="984326" y="1575239"/>
                </a:lnTo>
                <a:lnTo>
                  <a:pt x="0" y="0"/>
                </a:lnTo>
                <a:close/>
              </a:path>
            </a:pathLst>
          </a:custGeom>
          <a:solidFill>
            <a:schemeClr val="accent5"/>
          </a:solidFill>
        </p:spPr>
        <p:txBody>
          <a:bodyPr wrap="square" lIns="0" tIns="0" rIns="0" bIns="0" rtlCol="0"/>
          <a:lstStyle/>
          <a:p>
            <a:endParaRPr>
              <a:solidFill>
                <a:schemeClr val="bg2"/>
              </a:solidFill>
            </a:endParaRPr>
          </a:p>
        </p:txBody>
      </p:sp>
    </p:spTree>
    <p:extLst>
      <p:ext uri="{BB962C8B-B14F-4D97-AF65-F5344CB8AC3E}">
        <p14:creationId xmlns:p14="http://schemas.microsoft.com/office/powerpoint/2010/main" val="32665070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 Whi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FEA97CD-5E44-AC87-9EF3-C64FCB89532B}"/>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827F1342-43FD-2538-4484-8DBA2801F83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6" name="Footer Placeholder 14">
            <a:extLst>
              <a:ext uri="{FF2B5EF4-FFF2-40B4-BE49-F238E27FC236}">
                <a16:creationId xmlns:a16="http://schemas.microsoft.com/office/drawing/2014/main" id="{58F9DC33-E68D-7F78-43FD-A70C8A6ADF71}"/>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F81F1914-C963-FFEC-C2FE-7949500BF1BD}"/>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15" name="Rectangle 14">
            <a:extLst>
              <a:ext uri="{FF2B5EF4-FFF2-40B4-BE49-F238E27FC236}">
                <a16:creationId xmlns:a16="http://schemas.microsoft.com/office/drawing/2014/main" id="{222A59D6-1659-F807-7DD8-037B48062534}"/>
              </a:ext>
            </a:extLst>
          </p:cNvPr>
          <p:cNvSpPr/>
          <p:nvPr userDrawn="1"/>
        </p:nvSpPr>
        <p:spPr>
          <a:xfrm>
            <a:off x="0" y="-739"/>
            <a:ext cx="12192000" cy="63586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n-US" sz="1400" dirty="0">
              <a:solidFill>
                <a:schemeClr val="bg2"/>
              </a:solidFill>
            </a:endParaRPr>
          </a:p>
        </p:txBody>
      </p:sp>
    </p:spTree>
    <p:extLst>
      <p:ext uri="{BB962C8B-B14F-4D97-AF65-F5344CB8AC3E}">
        <p14:creationId xmlns:p14="http://schemas.microsoft.com/office/powerpoint/2010/main" val="1809488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 White">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369CD8-8A84-8BDE-FEC2-E4CE42ED23C8}"/>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093202A9-281E-DFD0-EDAB-7864A176B8A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040F6260-630B-673C-0326-1EDF6ACA0D03}"/>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DC4DA3A6-43CB-35A4-77EF-55620F0A98FD}"/>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2" name="Title 1">
            <a:extLst>
              <a:ext uri="{FF2B5EF4-FFF2-40B4-BE49-F238E27FC236}">
                <a16:creationId xmlns:a16="http://schemas.microsoft.com/office/drawing/2014/main" id="{1D59F395-DC1A-96F8-AAA4-22308A59E26D}"/>
              </a:ext>
            </a:extLst>
          </p:cNvPr>
          <p:cNvSpPr>
            <a:spLocks noGrp="1"/>
          </p:cNvSpPr>
          <p:nvPr>
            <p:ph type="title" hasCustomPrompt="1"/>
          </p:nvPr>
        </p:nvSpPr>
        <p:spPr>
          <a:xfrm>
            <a:off x="419100" y="502285"/>
            <a:ext cx="11353800" cy="549275"/>
          </a:xfrm>
        </p:spPr>
        <p:txBody>
          <a:bodyPr anchor="ctr" anchorCtr="0">
            <a:normAutofit/>
          </a:bodyPr>
          <a:lstStyle>
            <a:lvl1pPr algn="l">
              <a:defRPr sz="2800">
                <a:solidFill>
                  <a:schemeClr val="accent1"/>
                </a:solidFill>
              </a:defRPr>
            </a:lvl1pPr>
          </a:lstStyle>
          <a:p>
            <a:r>
              <a:rPr lang="en-US" dirty="0"/>
              <a:t>Click to edit title</a:t>
            </a:r>
          </a:p>
        </p:txBody>
      </p:sp>
      <p:sp>
        <p:nvSpPr>
          <p:cNvPr id="5" name="Text Placeholder 14">
            <a:extLst>
              <a:ext uri="{FF2B5EF4-FFF2-40B4-BE49-F238E27FC236}">
                <a16:creationId xmlns:a16="http://schemas.microsoft.com/office/drawing/2014/main" id="{CF73BE27-E789-1738-4B38-EC4488EEFC26}"/>
              </a:ext>
            </a:extLst>
          </p:cNvPr>
          <p:cNvSpPr>
            <a:spLocks noGrp="1"/>
          </p:cNvSpPr>
          <p:nvPr>
            <p:ph type="body" sz="quarter" idx="61" hasCustomPrompt="1"/>
          </p:nvPr>
        </p:nvSpPr>
        <p:spPr>
          <a:xfrm>
            <a:off x="419099" y="1235075"/>
            <a:ext cx="11353799" cy="549274"/>
          </a:xfrm>
        </p:spPr>
        <p:txBody>
          <a:bodyPr>
            <a:noAutofit/>
          </a:bodyPr>
          <a:lstStyle>
            <a:lvl1pPr marL="0" indent="0" algn="l">
              <a:buNone/>
              <a:defRPr b="1">
                <a:solidFill>
                  <a:schemeClr val="tx2"/>
                </a:solidFill>
              </a:defRPr>
            </a:lvl1pPr>
            <a:lvl2pPr marL="0" indent="0" algn="l">
              <a:buNone/>
              <a:defRPr b="1">
                <a:solidFill>
                  <a:schemeClr val="tx2"/>
                </a:solidFill>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subtitle</a:t>
            </a:r>
          </a:p>
          <a:p>
            <a:pPr lvl="1"/>
            <a:endParaRPr lang="en-GB" dirty="0"/>
          </a:p>
        </p:txBody>
      </p:sp>
      <p:sp>
        <p:nvSpPr>
          <p:cNvPr id="8" name="Text Placeholder 9">
            <a:extLst>
              <a:ext uri="{FF2B5EF4-FFF2-40B4-BE49-F238E27FC236}">
                <a16:creationId xmlns:a16="http://schemas.microsoft.com/office/drawing/2014/main" id="{2F99130A-32DC-84DA-E13E-7E3462E3BD32}"/>
              </a:ext>
            </a:extLst>
          </p:cNvPr>
          <p:cNvSpPr>
            <a:spLocks noGrp="1"/>
          </p:cNvSpPr>
          <p:nvPr>
            <p:ph type="body" sz="quarter" idx="15" hasCustomPrompt="1"/>
          </p:nvPr>
        </p:nvSpPr>
        <p:spPr>
          <a:xfrm>
            <a:off x="419099" y="1967863"/>
            <a:ext cx="11353799" cy="4098565"/>
          </a:xfrm>
          <a:prstGeom prst="rect">
            <a:avLst/>
          </a:prstGeom>
        </p:spPr>
        <p:txBody>
          <a:bodyPr>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Tree>
    <p:extLst>
      <p:ext uri="{BB962C8B-B14F-4D97-AF65-F5344CB8AC3E}">
        <p14:creationId xmlns:p14="http://schemas.microsoft.com/office/powerpoint/2010/main" val="27257329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 Portrait Image | White">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4A5C513-EA28-D8F5-84B2-099E32795757}"/>
              </a:ext>
            </a:extLst>
          </p:cNvPr>
          <p:cNvSpPr>
            <a:spLocks noGrp="1"/>
          </p:cNvSpPr>
          <p:nvPr>
            <p:ph type="title" hasCustomPrompt="1"/>
          </p:nvPr>
        </p:nvSpPr>
        <p:spPr>
          <a:xfrm>
            <a:off x="419099" y="506745"/>
            <a:ext cx="6828063"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0" name="Text Placeholder 9">
            <a:extLst>
              <a:ext uri="{FF2B5EF4-FFF2-40B4-BE49-F238E27FC236}">
                <a16:creationId xmlns:a16="http://schemas.microsoft.com/office/drawing/2014/main" id="{C7E31DCF-D40F-2D1C-B764-AFC1533F2B13}"/>
              </a:ext>
            </a:extLst>
          </p:cNvPr>
          <p:cNvSpPr>
            <a:spLocks noGrp="1"/>
          </p:cNvSpPr>
          <p:nvPr>
            <p:ph type="body" sz="quarter" idx="17" hasCustomPrompt="1"/>
          </p:nvPr>
        </p:nvSpPr>
        <p:spPr>
          <a:xfrm>
            <a:off x="419099" y="2221749"/>
            <a:ext cx="6827836" cy="3805989"/>
          </a:xfrm>
          <a:prstGeom prst="rect">
            <a:avLst/>
          </a:prstGeom>
        </p:spPr>
        <p:txBody>
          <a:bodyPr>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14" name="Rectangle 13">
            <a:extLst>
              <a:ext uri="{FF2B5EF4-FFF2-40B4-BE49-F238E27FC236}">
                <a16:creationId xmlns:a16="http://schemas.microsoft.com/office/drawing/2014/main" id="{0B4C62E3-0345-D765-C7E2-5D2605C43106}"/>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C53C1147-A179-4E88-E22B-E204FA7B6BB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3C633DA3-0C7D-D21C-36CB-61AB6307C234}"/>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3A9419D4-D16E-F08B-47FA-98E803C5AF97}"/>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65207444-BBE9-A518-B57A-2DAB3BF95C0C}"/>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45D15B2F-99ED-8805-D9DF-B46275B8C3BB}"/>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E29BCE4B-C628-4A56-0D4C-E857B9AC8C9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8315CE95-9F7F-FCCD-B410-2DB9C1F8F9D8}"/>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368E3227-D187-4BA4-A195-EF768205B17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8B83FAB0-3E54-0173-B975-0F4657C64E7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D8A09ED0-EC58-49FB-F5FD-8D074A10003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8" name="Picture Placeholder 7">
            <a:extLst>
              <a:ext uri="{FF2B5EF4-FFF2-40B4-BE49-F238E27FC236}">
                <a16:creationId xmlns:a16="http://schemas.microsoft.com/office/drawing/2014/main" id="{FA57FD1A-96BE-8884-79A1-7669AC2CE452}"/>
              </a:ext>
            </a:extLst>
          </p:cNvPr>
          <p:cNvSpPr>
            <a:spLocks noGrp="1"/>
          </p:cNvSpPr>
          <p:nvPr>
            <p:ph type="pic" sz="quarter" idx="16"/>
          </p:nvPr>
        </p:nvSpPr>
        <p:spPr>
          <a:xfrm>
            <a:off x="7734930" y="609747"/>
            <a:ext cx="4457070" cy="5417991"/>
          </a:xfrm>
          <a:custGeom>
            <a:avLst/>
            <a:gdLst>
              <a:gd name="connsiteX0" fmla="*/ 90599 w 4457070"/>
              <a:gd name="connsiteY0" fmla="*/ 0 h 5417991"/>
              <a:gd name="connsiteX1" fmla="*/ 4457070 w 4457070"/>
              <a:gd name="connsiteY1" fmla="*/ 0 h 5417991"/>
              <a:gd name="connsiteX2" fmla="*/ 4457070 w 4457070"/>
              <a:gd name="connsiteY2" fmla="*/ 5417991 h 5417991"/>
              <a:gd name="connsiteX3" fmla="*/ 90599 w 4457070"/>
              <a:gd name="connsiteY3" fmla="*/ 5417991 h 5417991"/>
              <a:gd name="connsiteX4" fmla="*/ 0 w 4457070"/>
              <a:gd name="connsiteY4" fmla="*/ 5327392 h 5417991"/>
              <a:gd name="connsiteX5" fmla="*/ 0 w 4457070"/>
              <a:gd name="connsiteY5" fmla="*/ 90599 h 5417991"/>
              <a:gd name="connsiteX6" fmla="*/ 90599 w 4457070"/>
              <a:gd name="connsiteY6"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070" h="5417991">
                <a:moveTo>
                  <a:pt x="90599" y="0"/>
                </a:moveTo>
                <a:lnTo>
                  <a:pt x="4457070" y="0"/>
                </a:lnTo>
                <a:lnTo>
                  <a:pt x="4457070" y="5417991"/>
                </a:lnTo>
                <a:lnTo>
                  <a:pt x="90599" y="5417991"/>
                </a:lnTo>
                <a:cubicBezTo>
                  <a:pt x="40563" y="5417991"/>
                  <a:pt x="0" y="5377428"/>
                  <a:pt x="0" y="5327392"/>
                </a:cubicBezTo>
                <a:lnTo>
                  <a:pt x="0" y="90599"/>
                </a:lnTo>
                <a:cubicBezTo>
                  <a:pt x="0" y="40563"/>
                  <a:pt x="40563" y="0"/>
                  <a:pt x="90599"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Tree>
    <p:extLst>
      <p:ext uri="{BB962C8B-B14F-4D97-AF65-F5344CB8AC3E}">
        <p14:creationId xmlns:p14="http://schemas.microsoft.com/office/powerpoint/2010/main" val="296626422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 Landscape Image | White">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34151B-42C5-FFAE-C41E-B1258496AD93}"/>
              </a:ext>
            </a:extLst>
          </p:cNvPr>
          <p:cNvSpPr>
            <a:spLocks noGrp="1"/>
          </p:cNvSpPr>
          <p:nvPr>
            <p:ph type="title" hasCustomPrompt="1"/>
          </p:nvPr>
        </p:nvSpPr>
        <p:spPr>
          <a:xfrm>
            <a:off x="419099" y="506745"/>
            <a:ext cx="4874315" cy="1325563"/>
          </a:xfrm>
        </p:spPr>
        <p:txBody>
          <a:bodyPr anchor="ctr" anchorCtr="0">
            <a:noAutofit/>
          </a:bodyPr>
          <a:lstStyle>
            <a:lvl1pPr algn="l">
              <a:defRPr sz="2800">
                <a:solidFill>
                  <a:schemeClr val="accent1"/>
                </a:solidFill>
              </a:defRPr>
            </a:lvl1pPr>
          </a:lstStyle>
          <a:p>
            <a:r>
              <a:rPr lang="en-US" dirty="0"/>
              <a:t>Click to edit title</a:t>
            </a:r>
          </a:p>
        </p:txBody>
      </p:sp>
      <p:sp>
        <p:nvSpPr>
          <p:cNvPr id="14" name="Rectangle 13">
            <a:extLst>
              <a:ext uri="{FF2B5EF4-FFF2-40B4-BE49-F238E27FC236}">
                <a16:creationId xmlns:a16="http://schemas.microsoft.com/office/drawing/2014/main" id="{B40DC034-8AB0-0871-2FAF-FB6AE1932B61}"/>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70E1960-F277-9029-356D-A4D8FD9D3A0D}"/>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6C7D5913-9495-8F92-545D-78A7D461159E}"/>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F20E0BB-15A1-8158-336F-638740798ECB}"/>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grpSp>
        <p:nvGrpSpPr>
          <p:cNvPr id="6" name="Group 5">
            <a:extLst>
              <a:ext uri="{FF2B5EF4-FFF2-40B4-BE49-F238E27FC236}">
                <a16:creationId xmlns:a16="http://schemas.microsoft.com/office/drawing/2014/main" id="{0913D87B-A4DF-CFC7-A72C-AB4D6D651302}"/>
              </a:ext>
            </a:extLst>
          </p:cNvPr>
          <p:cNvGrpSpPr/>
          <p:nvPr userDrawn="1"/>
        </p:nvGrpSpPr>
        <p:grpSpPr bwMode="gray">
          <a:xfrm>
            <a:off x="12549167" y="1522816"/>
            <a:ext cx="2855330" cy="2906737"/>
            <a:chOff x="287522" y="320055"/>
            <a:chExt cx="2855330" cy="2906737"/>
          </a:xfrm>
        </p:grpSpPr>
        <p:sp>
          <p:nvSpPr>
            <p:cNvPr id="7" name="TextBox 6">
              <a:extLst>
                <a:ext uri="{FF2B5EF4-FFF2-40B4-BE49-F238E27FC236}">
                  <a16:creationId xmlns:a16="http://schemas.microsoft.com/office/drawing/2014/main" id="{8DDD14AC-26B1-8CAB-91BF-48BFE58079B5}"/>
                </a:ext>
              </a:extLst>
            </p:cNvPr>
            <p:cNvSpPr txBox="1"/>
            <p:nvPr/>
          </p:nvSpPr>
          <p:spPr bwMode="gray">
            <a:xfrm>
              <a:off x="287522" y="1010801"/>
              <a:ext cx="2855330" cy="2215991"/>
            </a:xfrm>
            <a:prstGeom prst="rect">
              <a:avLst/>
            </a:prstGeom>
            <a:noFill/>
          </p:spPr>
          <p:txBody>
            <a:bodyPr wrap="square" lIns="0" tIns="0" rIns="0" bIns="0" rtlCol="0">
              <a:spAutoFit/>
            </a:bodyPr>
            <a:lstStyle/>
            <a:p>
              <a:r>
                <a:rPr lang="en-GB" sz="1200" dirty="0">
                  <a:solidFill>
                    <a:srgbClr val="000000"/>
                  </a:solidFill>
                </a:rPr>
                <a:t>If your picture</a:t>
              </a:r>
              <a:r>
                <a:rPr lang="en-GB" sz="1200" baseline="0" dirty="0">
                  <a:solidFill>
                    <a:srgbClr val="000000"/>
                  </a:solidFill>
                </a:rPr>
                <a:t> is </a:t>
              </a:r>
              <a:r>
                <a:rPr lang="en-GB" sz="1200" dirty="0">
                  <a:solidFill>
                    <a:srgbClr val="000000"/>
                  </a:solidFill>
                </a:rPr>
                <a:t>not</a:t>
              </a:r>
              <a:r>
                <a:rPr lang="en-GB" sz="1200" baseline="0" dirty="0">
                  <a:solidFill>
                    <a:srgbClr val="000000"/>
                  </a:solidFill>
                </a:rPr>
                <a:t> quite in the position</a:t>
              </a:r>
              <a:br>
                <a:rPr lang="en-GB" sz="1200" baseline="0" dirty="0">
                  <a:solidFill>
                    <a:srgbClr val="000000"/>
                  </a:solidFill>
                </a:rPr>
              </a:br>
              <a:r>
                <a:rPr lang="en-GB" sz="1200" baseline="0" dirty="0">
                  <a:solidFill>
                    <a:srgbClr val="000000"/>
                  </a:solidFill>
                </a:rPr>
                <a:t>you require after inserting a picture</a:t>
              </a:r>
              <a:r>
                <a:rPr lang="en-GB" sz="1200" dirty="0">
                  <a:solidFill>
                    <a:srgbClr val="000000"/>
                  </a:solidFill>
                </a:rPr>
                <a:t>.</a:t>
              </a:r>
            </a:p>
            <a:p>
              <a:r>
                <a:rPr lang="en-GB" sz="1200" dirty="0">
                  <a:solidFill>
                    <a:srgbClr val="000000"/>
                  </a:solidFill>
                </a:rPr>
                <a:t>&gt;Click on the picture</a:t>
              </a:r>
              <a:br>
                <a:rPr lang="en-GB" sz="1200" dirty="0">
                  <a:solidFill>
                    <a:srgbClr val="000000"/>
                  </a:solidFill>
                </a:rPr>
              </a:br>
              <a:r>
                <a:rPr lang="en-GB" sz="1200" dirty="0">
                  <a:solidFill>
                    <a:srgbClr val="000000"/>
                  </a:solidFill>
                </a:rPr>
                <a:t>&gt;Picture format</a:t>
              </a:r>
            </a:p>
            <a:p>
              <a:r>
                <a:rPr lang="en-GB" sz="1200" dirty="0">
                  <a:solidFill>
                    <a:srgbClr val="000000"/>
                  </a:solidFill>
                </a:rPr>
                <a:t>&gt;Crop</a:t>
              </a:r>
            </a:p>
            <a:p>
              <a:r>
                <a:rPr lang="en-GB" sz="1200" dirty="0">
                  <a:solidFill>
                    <a:srgbClr val="000000"/>
                  </a:solidFill>
                </a:rPr>
                <a:t>&gt;(from the dropdown box) </a:t>
              </a:r>
              <a:br>
                <a:rPr lang="en-GB" sz="1200" dirty="0">
                  <a:solidFill>
                    <a:srgbClr val="000000"/>
                  </a:solidFill>
                </a:rPr>
              </a:br>
              <a:r>
                <a:rPr lang="en-GB" sz="1200" dirty="0">
                  <a:solidFill>
                    <a:srgbClr val="000000"/>
                  </a:solidFill>
                </a:rPr>
                <a:t>Fill</a:t>
              </a:r>
            </a:p>
            <a:p>
              <a:r>
                <a:rPr lang="en-GB" sz="1200" baseline="0" dirty="0">
                  <a:solidFill>
                    <a:srgbClr val="000000"/>
                  </a:solidFill>
                </a:rPr>
                <a:t>(drag your picture to the position you require via the corner white circles and move the picture via the shaded area)</a:t>
              </a:r>
            </a:p>
            <a:p>
              <a:endParaRPr lang="en-GB" sz="1200" dirty="0">
                <a:solidFill>
                  <a:srgbClr val="0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000000"/>
                  </a:solidFill>
                </a:rPr>
                <a:t>Pictures should always be jpg files.</a:t>
              </a:r>
            </a:p>
          </p:txBody>
        </p:sp>
        <p:grpSp>
          <p:nvGrpSpPr>
            <p:cNvPr id="8" name="Group 7">
              <a:extLst>
                <a:ext uri="{FF2B5EF4-FFF2-40B4-BE49-F238E27FC236}">
                  <a16:creationId xmlns:a16="http://schemas.microsoft.com/office/drawing/2014/main" id="{95DAE9EA-411A-B68A-F433-65FB4792B6F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2" name="Oval 9">
                <a:extLst>
                  <a:ext uri="{FF2B5EF4-FFF2-40B4-BE49-F238E27FC236}">
                    <a16:creationId xmlns:a16="http://schemas.microsoft.com/office/drawing/2014/main" id="{7DE08E52-2ABE-7AAE-3509-651B561BE897}"/>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E0773562-E6A8-9375-1545-21DF3228687A}"/>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Donut 24">
              <a:extLst>
                <a:ext uri="{FF2B5EF4-FFF2-40B4-BE49-F238E27FC236}">
                  <a16:creationId xmlns:a16="http://schemas.microsoft.com/office/drawing/2014/main" id="{E5B9FB9A-CAAB-0854-DE97-359BB4057D49}"/>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Freeform 45">
              <a:extLst>
                <a:ext uri="{FF2B5EF4-FFF2-40B4-BE49-F238E27FC236}">
                  <a16:creationId xmlns:a16="http://schemas.microsoft.com/office/drawing/2014/main" id="{1D534DF2-A247-E2CD-A628-622B799CF03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 name="Text Placeholder 9">
            <a:extLst>
              <a:ext uri="{FF2B5EF4-FFF2-40B4-BE49-F238E27FC236}">
                <a16:creationId xmlns:a16="http://schemas.microsoft.com/office/drawing/2014/main" id="{C4AE7F7A-A112-D834-DB25-E26A6EA91C36}"/>
              </a:ext>
            </a:extLst>
          </p:cNvPr>
          <p:cNvSpPr>
            <a:spLocks noGrp="1"/>
          </p:cNvSpPr>
          <p:nvPr>
            <p:ph type="body" sz="quarter" idx="17" hasCustomPrompt="1"/>
          </p:nvPr>
        </p:nvSpPr>
        <p:spPr>
          <a:xfrm>
            <a:off x="419099" y="2221749"/>
            <a:ext cx="4874153" cy="3805989"/>
          </a:xfrm>
          <a:prstGeom prst="rect">
            <a:avLst/>
          </a:prstGeom>
        </p:spPr>
        <p:txBody>
          <a:bodyPr>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2" name="Picture Placeholder 21">
            <a:extLst>
              <a:ext uri="{FF2B5EF4-FFF2-40B4-BE49-F238E27FC236}">
                <a16:creationId xmlns:a16="http://schemas.microsoft.com/office/drawing/2014/main" id="{5E4DA341-E5B1-30C9-ACA6-0B052169F533}"/>
              </a:ext>
            </a:extLst>
          </p:cNvPr>
          <p:cNvSpPr>
            <a:spLocks noGrp="1"/>
          </p:cNvSpPr>
          <p:nvPr>
            <p:ph type="pic" sz="quarter" idx="16"/>
          </p:nvPr>
        </p:nvSpPr>
        <p:spPr>
          <a:xfrm>
            <a:off x="5800344" y="609747"/>
            <a:ext cx="6391655" cy="5417991"/>
          </a:xfrm>
          <a:custGeom>
            <a:avLst/>
            <a:gdLst>
              <a:gd name="connsiteX0" fmla="*/ 90599 w 6391655"/>
              <a:gd name="connsiteY0" fmla="*/ 0 h 5417991"/>
              <a:gd name="connsiteX1" fmla="*/ 1878307 w 6391655"/>
              <a:gd name="connsiteY1" fmla="*/ 0 h 5417991"/>
              <a:gd name="connsiteX2" fmla="*/ 4457070 w 6391655"/>
              <a:gd name="connsiteY2" fmla="*/ 0 h 5417991"/>
              <a:gd name="connsiteX3" fmla="*/ 6391655 w 6391655"/>
              <a:gd name="connsiteY3" fmla="*/ 0 h 5417991"/>
              <a:gd name="connsiteX4" fmla="*/ 6391655 w 6391655"/>
              <a:gd name="connsiteY4" fmla="*/ 5417991 h 5417991"/>
              <a:gd name="connsiteX5" fmla="*/ 4457070 w 6391655"/>
              <a:gd name="connsiteY5" fmla="*/ 5417991 h 5417991"/>
              <a:gd name="connsiteX6" fmla="*/ 1878307 w 6391655"/>
              <a:gd name="connsiteY6" fmla="*/ 5417991 h 5417991"/>
              <a:gd name="connsiteX7" fmla="*/ 90599 w 6391655"/>
              <a:gd name="connsiteY7" fmla="*/ 5417991 h 5417991"/>
              <a:gd name="connsiteX8" fmla="*/ 0 w 6391655"/>
              <a:gd name="connsiteY8" fmla="*/ 5327392 h 5417991"/>
              <a:gd name="connsiteX9" fmla="*/ 0 w 6391655"/>
              <a:gd name="connsiteY9" fmla="*/ 90599 h 5417991"/>
              <a:gd name="connsiteX10" fmla="*/ 90599 w 6391655"/>
              <a:gd name="connsiteY10" fmla="*/ 0 h 541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5" h="5417991">
                <a:moveTo>
                  <a:pt x="90599" y="0"/>
                </a:moveTo>
                <a:lnTo>
                  <a:pt x="1878307" y="0"/>
                </a:lnTo>
                <a:lnTo>
                  <a:pt x="4457070" y="0"/>
                </a:lnTo>
                <a:lnTo>
                  <a:pt x="6391655" y="0"/>
                </a:lnTo>
                <a:lnTo>
                  <a:pt x="6391655" y="5417991"/>
                </a:lnTo>
                <a:lnTo>
                  <a:pt x="4457070" y="5417991"/>
                </a:lnTo>
                <a:lnTo>
                  <a:pt x="1878307" y="5417991"/>
                </a:lnTo>
                <a:lnTo>
                  <a:pt x="90599" y="5417991"/>
                </a:lnTo>
                <a:cubicBezTo>
                  <a:pt x="40563" y="5417991"/>
                  <a:pt x="0" y="5377428"/>
                  <a:pt x="0" y="5327392"/>
                </a:cubicBezTo>
                <a:lnTo>
                  <a:pt x="0" y="90599"/>
                </a:lnTo>
                <a:cubicBezTo>
                  <a:pt x="0" y="40563"/>
                  <a:pt x="40563" y="0"/>
                  <a:pt x="90599" y="0"/>
                </a:cubicBezTo>
                <a:close/>
              </a:path>
            </a:pathLst>
          </a:custGeom>
          <a:pattFill prst="dkHorz">
            <a:fgClr>
              <a:schemeClr val="accent4">
                <a:lumMod val="20000"/>
                <a:lumOff val="80000"/>
              </a:schemeClr>
            </a:fgClr>
            <a:bgClr>
              <a:schemeClr val="accent3">
                <a:lumMod val="20000"/>
                <a:lumOff val="80000"/>
              </a:schemeClr>
            </a:bgClr>
          </a:pattFill>
        </p:spPr>
        <p:txBody>
          <a:bodyPr vert="horz" wrap="square" lIns="0" tIns="0" rIns="0" bIns="684000" rtlCol="0" anchor="ctr">
            <a:noAutofit/>
          </a:bodyPr>
          <a:lstStyle>
            <a:lvl1pPr marL="0" indent="0">
              <a:buNone/>
              <a:defRPr lang="en-US" sz="1400" b="0" dirty="0">
                <a:solidFill>
                  <a:schemeClr val="tx2"/>
                </a:solidFill>
              </a:defRPr>
            </a:lvl1pPr>
          </a:lstStyle>
          <a:p>
            <a:pPr lvl="0" algn="ctr"/>
            <a:r>
              <a:rPr lang="en-US" dirty="0"/>
              <a:t>Click icon to add picture</a:t>
            </a:r>
          </a:p>
        </p:txBody>
      </p:sp>
    </p:spTree>
    <p:extLst>
      <p:ext uri="{BB962C8B-B14F-4D97-AF65-F5344CB8AC3E}">
        <p14:creationId xmlns:p14="http://schemas.microsoft.com/office/powerpoint/2010/main" val="193600136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 1 Chart | White">
    <p:bg>
      <p:bgRef idx="1001">
        <a:schemeClr val="bg1"/>
      </p:bgRef>
    </p:bg>
    <p:spTree>
      <p:nvGrpSpPr>
        <p:cNvPr id="1" name=""/>
        <p:cNvGrpSpPr/>
        <p:nvPr/>
      </p:nvGrpSpPr>
      <p:grpSpPr>
        <a:xfrm>
          <a:off x="0" y="0"/>
          <a:ext cx="0" cy="0"/>
          <a:chOff x="0" y="0"/>
          <a:chExt cx="0" cy="0"/>
        </a:xfrm>
      </p:grpSpPr>
      <p:sp>
        <p:nvSpPr>
          <p:cNvPr id="5" name="Chart Placeholder 18">
            <a:extLst>
              <a:ext uri="{FF2B5EF4-FFF2-40B4-BE49-F238E27FC236}">
                <a16:creationId xmlns:a16="http://schemas.microsoft.com/office/drawing/2014/main" id="{DAC8BF0F-4B10-6D86-D286-21C499EFDD56}"/>
              </a:ext>
            </a:extLst>
          </p:cNvPr>
          <p:cNvSpPr>
            <a:spLocks noGrp="1"/>
          </p:cNvSpPr>
          <p:nvPr>
            <p:ph type="chart" sz="quarter" idx="19"/>
          </p:nvPr>
        </p:nvSpPr>
        <p:spPr>
          <a:xfrm>
            <a:off x="5320651" y="2246058"/>
            <a:ext cx="6316663" cy="3716489"/>
          </a:xfrm>
          <a:prstGeom prst="rect">
            <a:avLst/>
          </a:prstGeom>
        </p:spPr>
        <p:txBody>
          <a:bodyPr bIns="684000" anchor="ctr">
            <a:normAutofit/>
          </a:bodyPr>
          <a:lstStyle>
            <a:lvl1pPr marL="0" indent="0" algn="ctr">
              <a:buNone/>
              <a:defRPr sz="1400">
                <a:solidFill>
                  <a:schemeClr val="tx2"/>
                </a:solidFill>
              </a:defRPr>
            </a:lvl1pPr>
          </a:lstStyle>
          <a:p>
            <a:r>
              <a:rPr lang="en-US" dirty="0"/>
              <a:t>Click icon to add chart</a:t>
            </a:r>
          </a:p>
        </p:txBody>
      </p:sp>
      <p:sp>
        <p:nvSpPr>
          <p:cNvPr id="6" name="Title 1">
            <a:extLst>
              <a:ext uri="{FF2B5EF4-FFF2-40B4-BE49-F238E27FC236}">
                <a16:creationId xmlns:a16="http://schemas.microsoft.com/office/drawing/2014/main" id="{BF490C15-377A-C2C1-89A3-2B577F6EF3E9}"/>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2" name="Rectangle 11">
            <a:extLst>
              <a:ext uri="{FF2B5EF4-FFF2-40B4-BE49-F238E27FC236}">
                <a16:creationId xmlns:a16="http://schemas.microsoft.com/office/drawing/2014/main" id="{CDA525CE-8F2A-1569-3DF6-6CB34B7A0EFF}"/>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13C6EA6-C134-0E73-A806-E2D2EC093C87}"/>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4DD0444F-E1D2-98B3-BCC3-49330FEB2F19}"/>
              </a:ext>
            </a:extLst>
          </p:cNvPr>
          <p:cNvSpPr>
            <a:spLocks noGrp="1"/>
          </p:cNvSpPr>
          <p:nvPr>
            <p:ph type="ftr" sz="quarter" idx="22"/>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AF8298C6-8EFE-F168-6AD3-3AEFFCAD9BA4}"/>
              </a:ext>
            </a:extLst>
          </p:cNvPr>
          <p:cNvSpPr>
            <a:spLocks noGrp="1"/>
          </p:cNvSpPr>
          <p:nvPr>
            <p:ph type="sldNum" sz="quarter" idx="24"/>
          </p:nvPr>
        </p:nvSpPr>
        <p:spPr/>
        <p:txBody>
          <a:bodyPr/>
          <a:lstStyle/>
          <a:p>
            <a:fld id="{4413DBDE-1217-486F-B764-076DBBFEB98C}" type="slidenum">
              <a:rPr lang="en-GB" smtClean="0"/>
              <a:pPr/>
              <a:t>‹Nº›</a:t>
            </a:fld>
            <a:endParaRPr lang="en-GB" dirty="0"/>
          </a:p>
        </p:txBody>
      </p:sp>
      <p:sp>
        <p:nvSpPr>
          <p:cNvPr id="7" name="Text Placeholder 6">
            <a:extLst>
              <a:ext uri="{FF2B5EF4-FFF2-40B4-BE49-F238E27FC236}">
                <a16:creationId xmlns:a16="http://schemas.microsoft.com/office/drawing/2014/main" id="{1498400A-CB33-6E1C-835B-462B8D862A04}"/>
              </a:ext>
            </a:extLst>
          </p:cNvPr>
          <p:cNvSpPr>
            <a:spLocks noGrp="1"/>
          </p:cNvSpPr>
          <p:nvPr>
            <p:ph type="body" sz="quarter" idx="25" hasCustomPrompt="1"/>
          </p:nvPr>
        </p:nvSpPr>
        <p:spPr>
          <a:xfrm>
            <a:off x="419100" y="1398588"/>
            <a:ext cx="4567238" cy="4564062"/>
          </a:xfrm>
        </p:spPr>
        <p:txBody>
          <a:bodyPr/>
          <a:lstStyle>
            <a:lvl1pPr>
              <a:defRPr>
                <a:solidFill>
                  <a:schemeClr val="tx2"/>
                </a:solidFill>
              </a:defRPr>
            </a:lvl1pPr>
          </a:lstStyle>
          <a:p>
            <a:pPr lvl="0"/>
            <a:r>
              <a:rPr lang="en-US" dirty="0"/>
              <a:t>Click to edit text</a:t>
            </a:r>
          </a:p>
        </p:txBody>
      </p:sp>
      <p:sp>
        <p:nvSpPr>
          <p:cNvPr id="10" name="Text Placeholder 14">
            <a:extLst>
              <a:ext uri="{FF2B5EF4-FFF2-40B4-BE49-F238E27FC236}">
                <a16:creationId xmlns:a16="http://schemas.microsoft.com/office/drawing/2014/main" id="{89BE2D9B-4670-F1F4-A2EF-531A1188AB65}"/>
              </a:ext>
            </a:extLst>
          </p:cNvPr>
          <p:cNvSpPr>
            <a:spLocks noGrp="1"/>
          </p:cNvSpPr>
          <p:nvPr>
            <p:ph type="body" sz="quarter" idx="67" hasCustomPrompt="1"/>
          </p:nvPr>
        </p:nvSpPr>
        <p:spPr>
          <a:xfrm>
            <a:off x="5320651" y="1398588"/>
            <a:ext cx="6316663" cy="500442"/>
          </a:xfrm>
          <a:solidFill>
            <a:schemeClr val="accent2"/>
          </a:solidFill>
        </p:spPr>
        <p:txBody>
          <a:bodyPr anchor="ctr">
            <a:normAutofit/>
          </a:bodyPr>
          <a:lstStyle>
            <a:lvl1pPr marL="0" indent="0" algn="ctr">
              <a:buNone/>
              <a:defRPr b="1">
                <a:solidFill>
                  <a:schemeClr val="bg2"/>
                </a:solidFill>
              </a:defRPr>
            </a:lvl1pPr>
            <a:lvl2pPr marL="0" indent="0" algn="ctr">
              <a:buNone/>
              <a:defRPr b="1">
                <a:solidFill>
                  <a:schemeClr val="bg2"/>
                </a:solidFill>
              </a:defRPr>
            </a:lvl2pPr>
            <a:lvl3pPr marL="0" indent="0" algn="ctr">
              <a:buNone/>
              <a:defRPr b="1">
                <a:solidFill>
                  <a:schemeClr val="bg2"/>
                </a:solidFill>
              </a:defRPr>
            </a:lvl3pPr>
            <a:lvl4pPr marL="0" indent="0" algn="ctr">
              <a:buNone/>
              <a:defRPr b="1">
                <a:solidFill>
                  <a:schemeClr val="bg2"/>
                </a:solidFill>
              </a:defRPr>
            </a:lvl4pPr>
            <a:lvl5pPr marL="0" indent="0" algn="ctr">
              <a:buNone/>
              <a:defRPr b="1">
                <a:solidFill>
                  <a:schemeClr val="bg2"/>
                </a:solidFill>
              </a:defRPr>
            </a:lvl5pPr>
            <a:lvl6pPr marL="0" indent="0" algn="ctr">
              <a:buNone/>
              <a:defRPr b="1">
                <a:solidFill>
                  <a:schemeClr val="bg2"/>
                </a:solidFill>
              </a:defRPr>
            </a:lvl6pPr>
            <a:lvl7pPr marL="0" indent="0" algn="ctr">
              <a:buNone/>
              <a:defRPr b="1">
                <a:solidFill>
                  <a:schemeClr val="bg2"/>
                </a:solidFill>
              </a:defRPr>
            </a:lvl7pPr>
            <a:lvl8pPr marL="0" indent="0" algn="ctr">
              <a:buNone/>
              <a:defRPr b="1">
                <a:solidFill>
                  <a:schemeClr val="bg2"/>
                </a:solidFill>
              </a:defRPr>
            </a:lvl8pPr>
            <a:lvl9pPr marL="0" indent="0" algn="ctr">
              <a:buNone/>
              <a:defRPr b="1">
                <a:solidFill>
                  <a:schemeClr val="bg2"/>
                </a:solidFill>
              </a:defRPr>
            </a:lvl9pPr>
          </a:lstStyle>
          <a:p>
            <a:pPr lvl="0"/>
            <a:r>
              <a:rPr lang="en-US" dirty="0"/>
              <a:t>Click to edit chart title</a:t>
            </a:r>
            <a:endParaRPr lang="en-GB" dirty="0"/>
          </a:p>
        </p:txBody>
      </p:sp>
    </p:spTree>
    <p:extLst>
      <p:ext uri="{BB962C8B-B14F-4D97-AF65-F5344CB8AC3E}">
        <p14:creationId xmlns:p14="http://schemas.microsoft.com/office/powerpoint/2010/main" val="2892412666"/>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rt | Full Width | White">
    <p:bg>
      <p:bgRef idx="1001">
        <a:schemeClr val="bg1"/>
      </p:bgRef>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9D471FCB-8336-449C-E557-912833E32403}"/>
              </a:ext>
            </a:extLst>
          </p:cNvPr>
          <p:cNvSpPr>
            <a:spLocks noGrp="1"/>
          </p:cNvSpPr>
          <p:nvPr>
            <p:ph type="chart" sz="quarter" idx="24" hasCustomPrompt="1"/>
          </p:nvPr>
        </p:nvSpPr>
        <p:spPr>
          <a:xfrm>
            <a:off x="414338" y="1316038"/>
            <a:ext cx="11363325" cy="4729162"/>
          </a:xfrm>
        </p:spPr>
        <p:txBody>
          <a:bodyPr bIns="684000" anchor="ctr"/>
          <a:lstStyle>
            <a:lvl1pPr marL="0" indent="0" algn="ctr">
              <a:buNone/>
              <a:defRPr>
                <a:solidFill>
                  <a:schemeClr val="tx2"/>
                </a:solidFill>
              </a:defRPr>
            </a:lvl1pPr>
          </a:lstStyle>
          <a:p>
            <a:r>
              <a:rPr lang="en-GB" dirty="0"/>
              <a:t>Click icon to insert chart</a:t>
            </a:r>
          </a:p>
        </p:txBody>
      </p:sp>
      <p:sp>
        <p:nvSpPr>
          <p:cNvPr id="4" name="Title 1">
            <a:extLst>
              <a:ext uri="{FF2B5EF4-FFF2-40B4-BE49-F238E27FC236}">
                <a16:creationId xmlns:a16="http://schemas.microsoft.com/office/drawing/2014/main" id="{C3B40C7C-4936-D5C8-5017-05AF2B5F0211}"/>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4" name="Rectangle 13">
            <a:extLst>
              <a:ext uri="{FF2B5EF4-FFF2-40B4-BE49-F238E27FC236}">
                <a16:creationId xmlns:a16="http://schemas.microsoft.com/office/drawing/2014/main" id="{D38C5E92-C293-E514-A756-420FEB324FBE}"/>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B0D8AA-FD6D-56C0-897C-2D33B8440CDF}"/>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7" name="Footer Placeholder 14">
            <a:extLst>
              <a:ext uri="{FF2B5EF4-FFF2-40B4-BE49-F238E27FC236}">
                <a16:creationId xmlns:a16="http://schemas.microsoft.com/office/drawing/2014/main" id="{8A15AA53-2F80-53EA-BC65-A6FFD63942D1}"/>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F9374F74-E853-8FD6-E938-72B425E3414F}"/>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Tree>
    <p:extLst>
      <p:ext uri="{BB962C8B-B14F-4D97-AF65-F5344CB8AC3E}">
        <p14:creationId xmlns:p14="http://schemas.microsoft.com/office/powerpoint/2010/main" val="4255655123"/>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lumn Chart + Icons | White">
    <p:bg>
      <p:bgRef idx="1001">
        <a:schemeClr val="bg1"/>
      </p:bgRef>
    </p:bg>
    <p:spTree>
      <p:nvGrpSpPr>
        <p:cNvPr id="1" name=""/>
        <p:cNvGrpSpPr/>
        <p:nvPr/>
      </p:nvGrpSpPr>
      <p:grpSpPr>
        <a:xfrm>
          <a:off x="0" y="0"/>
          <a:ext cx="0" cy="0"/>
          <a:chOff x="0" y="0"/>
          <a:chExt cx="0" cy="0"/>
        </a:xfrm>
      </p:grpSpPr>
      <p:sp>
        <p:nvSpPr>
          <p:cNvPr id="33" name="Text Placeholder 9">
            <a:extLst>
              <a:ext uri="{FF2B5EF4-FFF2-40B4-BE49-F238E27FC236}">
                <a16:creationId xmlns:a16="http://schemas.microsoft.com/office/drawing/2014/main" id="{D788F092-460E-90A0-8BB7-C403C765225F}"/>
              </a:ext>
            </a:extLst>
          </p:cNvPr>
          <p:cNvSpPr>
            <a:spLocks noGrp="1"/>
          </p:cNvSpPr>
          <p:nvPr>
            <p:ph type="body" sz="quarter" idx="60" hasCustomPrompt="1"/>
          </p:nvPr>
        </p:nvSpPr>
        <p:spPr>
          <a:xfrm>
            <a:off x="419099" y="1235075"/>
            <a:ext cx="2676527" cy="4903787"/>
          </a:xfrm>
          <a:prstGeom prst="roundRect">
            <a:avLst>
              <a:gd name="adj" fmla="val 3414"/>
            </a:avLst>
          </a:prstGeom>
          <a:solidFill>
            <a:schemeClr val="bg2"/>
          </a:solidFill>
        </p:spPr>
        <p:txBody>
          <a:bodyPr tIns="2377440" bIns="273600">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5" name="Text Placeholder 9">
            <a:extLst>
              <a:ext uri="{FF2B5EF4-FFF2-40B4-BE49-F238E27FC236}">
                <a16:creationId xmlns:a16="http://schemas.microsoft.com/office/drawing/2014/main" id="{08429D2A-ADC6-85A6-B49B-FE1041FD7D8C}"/>
              </a:ext>
            </a:extLst>
          </p:cNvPr>
          <p:cNvSpPr>
            <a:spLocks noGrp="1"/>
          </p:cNvSpPr>
          <p:nvPr>
            <p:ph type="body" sz="quarter" idx="63" hasCustomPrompt="1"/>
          </p:nvPr>
        </p:nvSpPr>
        <p:spPr>
          <a:xfrm>
            <a:off x="3311523" y="1235075"/>
            <a:ext cx="2676527" cy="4903787"/>
          </a:xfrm>
          <a:prstGeom prst="roundRect">
            <a:avLst>
              <a:gd name="adj" fmla="val 3414"/>
            </a:avLst>
          </a:prstGeom>
          <a:solidFill>
            <a:schemeClr val="bg2"/>
          </a:solidFill>
        </p:spPr>
        <p:txBody>
          <a:bodyPr tIns="2377440" bIns="273600">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6" name="Text Placeholder 9">
            <a:extLst>
              <a:ext uri="{FF2B5EF4-FFF2-40B4-BE49-F238E27FC236}">
                <a16:creationId xmlns:a16="http://schemas.microsoft.com/office/drawing/2014/main" id="{FC0151E6-D573-04EB-F5EC-92D56075F639}"/>
              </a:ext>
            </a:extLst>
          </p:cNvPr>
          <p:cNvSpPr>
            <a:spLocks noGrp="1"/>
          </p:cNvSpPr>
          <p:nvPr>
            <p:ph type="body" sz="quarter" idx="64" hasCustomPrompt="1"/>
          </p:nvPr>
        </p:nvSpPr>
        <p:spPr>
          <a:xfrm>
            <a:off x="6201833" y="1235075"/>
            <a:ext cx="2676527" cy="4903787"/>
          </a:xfrm>
          <a:prstGeom prst="roundRect">
            <a:avLst>
              <a:gd name="adj" fmla="val 3414"/>
            </a:avLst>
          </a:prstGeom>
          <a:solidFill>
            <a:schemeClr val="bg2"/>
          </a:solidFill>
        </p:spPr>
        <p:txBody>
          <a:bodyPr tIns="2377440" bIns="273600">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8" name="Text Placeholder 9">
            <a:extLst>
              <a:ext uri="{FF2B5EF4-FFF2-40B4-BE49-F238E27FC236}">
                <a16:creationId xmlns:a16="http://schemas.microsoft.com/office/drawing/2014/main" id="{812AE73F-14DE-84E2-6594-4CB9AD3353B6}"/>
              </a:ext>
            </a:extLst>
          </p:cNvPr>
          <p:cNvSpPr>
            <a:spLocks noGrp="1"/>
          </p:cNvSpPr>
          <p:nvPr>
            <p:ph type="body" sz="quarter" idx="65" hasCustomPrompt="1"/>
          </p:nvPr>
        </p:nvSpPr>
        <p:spPr>
          <a:xfrm>
            <a:off x="9096371" y="1235075"/>
            <a:ext cx="2676527" cy="4903787"/>
          </a:xfrm>
          <a:prstGeom prst="roundRect">
            <a:avLst>
              <a:gd name="adj" fmla="val 3414"/>
            </a:avLst>
          </a:prstGeom>
          <a:solidFill>
            <a:schemeClr val="bg2"/>
          </a:solidFill>
        </p:spPr>
        <p:txBody>
          <a:bodyPr tIns="2377440" bIns="273600">
            <a:noAutofit/>
          </a:bodyPr>
          <a:lstStyle>
            <a:lvl1pPr marL="171450" indent="-171450">
              <a:spcBef>
                <a:spcPts val="0"/>
              </a:spcBef>
              <a:spcAft>
                <a:spcPts val="600"/>
              </a:spcAft>
              <a:buFont typeface="System Font Regular"/>
              <a:buChar char="&gt;"/>
              <a:defRPr sz="1400">
                <a:solidFill>
                  <a:schemeClr val="tx2"/>
                </a:solidFill>
              </a:defRPr>
            </a:lvl1pPr>
            <a:lvl2pPr marL="628650" indent="-171450">
              <a:buFont typeface="System Font Regular"/>
              <a:buChar char="&gt;"/>
              <a:defRPr sz="1400"/>
            </a:lvl2pPr>
            <a:lvl3pPr marL="1085850" indent="-171450">
              <a:buFont typeface="System Font Regular"/>
              <a:buChar char="&gt;"/>
              <a:defRPr sz="1400"/>
            </a:lvl3pPr>
            <a:lvl4pPr marL="1543050" indent="-171450">
              <a:buFont typeface="System Font Regular"/>
              <a:buChar char="&gt;"/>
              <a:defRPr sz="1400"/>
            </a:lvl4pPr>
            <a:lvl5pPr marL="2000250" indent="-171450">
              <a:buFont typeface="System Font Regular"/>
              <a:buChar char="&gt;"/>
              <a:defRPr sz="1400"/>
            </a:lvl5pPr>
            <a:lvl6pPr marL="2514600" indent="-228600">
              <a:buFont typeface="System Font Regular"/>
              <a:buChar char="&gt;"/>
              <a:defRPr sz="1400"/>
            </a:lvl6pPr>
            <a:lvl7pPr marL="2971800" indent="-228600">
              <a:buFont typeface="System Font Regular"/>
              <a:buChar char="&gt;"/>
              <a:defRPr sz="1400"/>
            </a:lvl7pPr>
            <a:lvl8pPr marL="3429000" indent="-228600">
              <a:buFont typeface="System Font Regular"/>
              <a:buChar char="&gt;"/>
              <a:defRPr sz="1400"/>
            </a:lvl8pPr>
            <a:lvl9pPr marL="3886200" indent="-228600">
              <a:buFont typeface="System Font Regular"/>
              <a:buChar char="&gt;"/>
              <a:defRPr sz="1400"/>
            </a:lvl9pPr>
          </a:lstStyle>
          <a:p>
            <a:pPr lvl="0"/>
            <a:r>
              <a:rPr lang="en-US" dirty="0"/>
              <a:t>Click to edit text</a:t>
            </a:r>
          </a:p>
        </p:txBody>
      </p:sp>
      <p:sp>
        <p:nvSpPr>
          <p:cNvPr id="3" name="Title 1">
            <a:extLst>
              <a:ext uri="{FF2B5EF4-FFF2-40B4-BE49-F238E27FC236}">
                <a16:creationId xmlns:a16="http://schemas.microsoft.com/office/drawing/2014/main" id="{338EB772-F062-87FE-9F15-E9A0392D0EB1}"/>
              </a:ext>
            </a:extLst>
          </p:cNvPr>
          <p:cNvSpPr>
            <a:spLocks noGrp="1"/>
          </p:cNvSpPr>
          <p:nvPr>
            <p:ph type="title" hasCustomPrompt="1"/>
          </p:nvPr>
        </p:nvSpPr>
        <p:spPr>
          <a:xfrm>
            <a:off x="419100" y="502285"/>
            <a:ext cx="11353800" cy="549275"/>
          </a:xfrm>
        </p:spPr>
        <p:txBody>
          <a:bodyPr anchor="ctr" anchorCtr="0">
            <a:normAutofit/>
          </a:bodyPr>
          <a:lstStyle>
            <a:lvl1pPr algn="l">
              <a:defRPr sz="2800"/>
            </a:lvl1pPr>
          </a:lstStyle>
          <a:p>
            <a:r>
              <a:rPr lang="en-US" dirty="0"/>
              <a:t>Click to edit title</a:t>
            </a:r>
          </a:p>
        </p:txBody>
      </p:sp>
      <p:sp>
        <p:nvSpPr>
          <p:cNvPr id="11" name="Rectangle 10">
            <a:extLst>
              <a:ext uri="{FF2B5EF4-FFF2-40B4-BE49-F238E27FC236}">
                <a16:creationId xmlns:a16="http://schemas.microsoft.com/office/drawing/2014/main" id="{54D69B4C-0D12-4864-D8CC-1295D94C679B}"/>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5EC58373-D8A2-14B6-9552-5438BD45E4A8}"/>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4" name="Footer Placeholder 14">
            <a:extLst>
              <a:ext uri="{FF2B5EF4-FFF2-40B4-BE49-F238E27FC236}">
                <a16:creationId xmlns:a16="http://schemas.microsoft.com/office/drawing/2014/main" id="{DFDB8445-71B9-2E99-00D1-2474A610E906}"/>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B2EC2661-837A-A33C-058C-D895F7159296}"/>
              </a:ext>
            </a:extLst>
          </p:cNvPr>
          <p:cNvSpPr>
            <a:spLocks noGrp="1"/>
          </p:cNvSpPr>
          <p:nvPr>
            <p:ph type="sldNum" sz="quarter" idx="48"/>
          </p:nvPr>
        </p:nvSpPr>
        <p:spPr/>
        <p:txBody>
          <a:bodyPr/>
          <a:lstStyle/>
          <a:p>
            <a:fld id="{4413DBDE-1217-486F-B764-076DBBFEB98C}" type="slidenum">
              <a:rPr lang="en-GB" smtClean="0"/>
              <a:pPr/>
              <a:t>‹Nº›</a:t>
            </a:fld>
            <a:endParaRPr lang="en-GB" dirty="0"/>
          </a:p>
        </p:txBody>
      </p:sp>
      <p:sp>
        <p:nvSpPr>
          <p:cNvPr id="9" name="Text Placeholder 14">
            <a:extLst>
              <a:ext uri="{FF2B5EF4-FFF2-40B4-BE49-F238E27FC236}">
                <a16:creationId xmlns:a16="http://schemas.microsoft.com/office/drawing/2014/main" id="{3E227AE4-35D1-5610-57AA-7DD5DB549C35}"/>
              </a:ext>
            </a:extLst>
          </p:cNvPr>
          <p:cNvSpPr>
            <a:spLocks noGrp="1"/>
          </p:cNvSpPr>
          <p:nvPr>
            <p:ph type="body" sz="quarter" idx="66" hasCustomPrompt="1"/>
          </p:nvPr>
        </p:nvSpPr>
        <p:spPr>
          <a:xfrm>
            <a:off x="614362"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0" name="Text Placeholder 14">
            <a:extLst>
              <a:ext uri="{FF2B5EF4-FFF2-40B4-BE49-F238E27FC236}">
                <a16:creationId xmlns:a16="http://schemas.microsoft.com/office/drawing/2014/main" id="{277797C4-4D2F-3841-C702-1F3207ECA2A7}"/>
              </a:ext>
            </a:extLst>
          </p:cNvPr>
          <p:cNvSpPr>
            <a:spLocks noGrp="1"/>
          </p:cNvSpPr>
          <p:nvPr>
            <p:ph type="body" sz="quarter" idx="67" hasCustomPrompt="1"/>
          </p:nvPr>
        </p:nvSpPr>
        <p:spPr>
          <a:xfrm>
            <a:off x="3506786"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3" name="Text Placeholder 14">
            <a:extLst>
              <a:ext uri="{FF2B5EF4-FFF2-40B4-BE49-F238E27FC236}">
                <a16:creationId xmlns:a16="http://schemas.microsoft.com/office/drawing/2014/main" id="{B90B2ACE-708E-2052-DEA6-495E07B3B8EC}"/>
              </a:ext>
            </a:extLst>
          </p:cNvPr>
          <p:cNvSpPr>
            <a:spLocks noGrp="1"/>
          </p:cNvSpPr>
          <p:nvPr>
            <p:ph type="body" sz="quarter" idx="68" hasCustomPrompt="1"/>
          </p:nvPr>
        </p:nvSpPr>
        <p:spPr>
          <a:xfrm>
            <a:off x="6399210"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15" name="Text Placeholder 14">
            <a:extLst>
              <a:ext uri="{FF2B5EF4-FFF2-40B4-BE49-F238E27FC236}">
                <a16:creationId xmlns:a16="http://schemas.microsoft.com/office/drawing/2014/main" id="{B8B0F2C1-92C9-AE02-03AC-2D8AC5C109E0}"/>
              </a:ext>
            </a:extLst>
          </p:cNvPr>
          <p:cNvSpPr>
            <a:spLocks noGrp="1"/>
          </p:cNvSpPr>
          <p:nvPr>
            <p:ph type="body" sz="quarter" idx="69" hasCustomPrompt="1"/>
          </p:nvPr>
        </p:nvSpPr>
        <p:spPr>
          <a:xfrm>
            <a:off x="9291634" y="3090036"/>
            <a:ext cx="2286000" cy="347472"/>
          </a:xfrm>
          <a:solidFill>
            <a:schemeClr val="accent2"/>
          </a:solidFill>
        </p:spPr>
        <p:txBody>
          <a:bodyPr tIns="91440" rIns="91440" anchor="ctr">
            <a:noAutofit/>
          </a:bodyPr>
          <a:lstStyle>
            <a:lvl1pPr marL="0" indent="0" algn="ctr">
              <a:buNone/>
              <a:defRPr b="1" i="0" cap="all" baseline="0">
                <a:solidFill>
                  <a:schemeClr val="bg2"/>
                </a:solidFill>
                <a:latin typeface="Arial Black" panose="020B0604020202020204" pitchFamily="34" charset="0"/>
                <a:cs typeface="Arial Black" panose="020B0604020202020204" pitchFamily="34" charset="0"/>
              </a:defRPr>
            </a:lvl1pPr>
            <a:lvl2pPr marL="0" indent="0" algn="l">
              <a:buNone/>
              <a:defRPr/>
            </a:lvl2pPr>
            <a:lvl3pPr marL="0" indent="0" algn="l">
              <a:buNone/>
              <a:defRPr/>
            </a:lvl3pPr>
            <a:lvl4pPr marL="0" indent="0" algn="l">
              <a:buNone/>
              <a:defRPr/>
            </a:lvl4pPr>
            <a:lvl5pPr marL="0" indent="0" algn="l">
              <a:buNone/>
              <a:defRPr/>
            </a:lvl5pPr>
            <a:lvl6pPr marL="0" indent="0" algn="l">
              <a:buNone/>
              <a:defRPr/>
            </a:lvl6pPr>
            <a:lvl7pPr marL="0" indent="0" algn="l">
              <a:buNone/>
              <a:defRPr/>
            </a:lvl7pPr>
            <a:lvl8pPr marL="0" indent="0" algn="l">
              <a:buNone/>
              <a:defRPr/>
            </a:lvl8pPr>
            <a:lvl9pPr marL="0" indent="0" algn="l">
              <a:buNone/>
              <a:defRPr/>
            </a:lvl9pPr>
          </a:lstStyle>
          <a:p>
            <a:pPr lvl="0"/>
            <a:r>
              <a:rPr lang="en-US" dirty="0"/>
              <a:t>Click to edit title</a:t>
            </a:r>
          </a:p>
        </p:txBody>
      </p:sp>
      <p:sp>
        <p:nvSpPr>
          <p:cNvPr id="21" name="Picture Placeholder 15">
            <a:extLst>
              <a:ext uri="{FF2B5EF4-FFF2-40B4-BE49-F238E27FC236}">
                <a16:creationId xmlns:a16="http://schemas.microsoft.com/office/drawing/2014/main" id="{9AA01C9F-ABCC-D02D-4E6A-A1D60B258797}"/>
              </a:ext>
            </a:extLst>
          </p:cNvPr>
          <p:cNvSpPr>
            <a:spLocks noGrp="1"/>
          </p:cNvSpPr>
          <p:nvPr>
            <p:ph type="pic" sz="quarter" idx="50"/>
          </p:nvPr>
        </p:nvSpPr>
        <p:spPr>
          <a:xfrm>
            <a:off x="1062037"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2" name="Picture Placeholder 15">
            <a:extLst>
              <a:ext uri="{FF2B5EF4-FFF2-40B4-BE49-F238E27FC236}">
                <a16:creationId xmlns:a16="http://schemas.microsoft.com/office/drawing/2014/main" id="{7B88941D-20C2-6452-8D6D-53380C208E89}"/>
              </a:ext>
            </a:extLst>
          </p:cNvPr>
          <p:cNvSpPr>
            <a:spLocks noGrp="1"/>
          </p:cNvSpPr>
          <p:nvPr>
            <p:ph type="pic" sz="quarter" idx="51"/>
          </p:nvPr>
        </p:nvSpPr>
        <p:spPr>
          <a:xfrm>
            <a:off x="3954461"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3" name="Picture Placeholder 15">
            <a:extLst>
              <a:ext uri="{FF2B5EF4-FFF2-40B4-BE49-F238E27FC236}">
                <a16:creationId xmlns:a16="http://schemas.microsoft.com/office/drawing/2014/main" id="{9B9573CD-7222-E7F2-F468-8E434AE35F21}"/>
              </a:ext>
            </a:extLst>
          </p:cNvPr>
          <p:cNvSpPr>
            <a:spLocks noGrp="1"/>
          </p:cNvSpPr>
          <p:nvPr>
            <p:ph type="pic" sz="quarter" idx="53"/>
          </p:nvPr>
        </p:nvSpPr>
        <p:spPr>
          <a:xfrm>
            <a:off x="6846885"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
        <p:nvSpPr>
          <p:cNvPr id="24" name="Picture Placeholder 15">
            <a:extLst>
              <a:ext uri="{FF2B5EF4-FFF2-40B4-BE49-F238E27FC236}">
                <a16:creationId xmlns:a16="http://schemas.microsoft.com/office/drawing/2014/main" id="{5813636D-0033-EF43-955D-CAE97972A9FC}"/>
              </a:ext>
            </a:extLst>
          </p:cNvPr>
          <p:cNvSpPr>
            <a:spLocks noGrp="1"/>
          </p:cNvSpPr>
          <p:nvPr>
            <p:ph type="pic" sz="quarter" idx="54"/>
          </p:nvPr>
        </p:nvSpPr>
        <p:spPr>
          <a:xfrm>
            <a:off x="9739309" y="1479103"/>
            <a:ext cx="1390650" cy="1392238"/>
          </a:xfrm>
          <a:prstGeom prst="roundRect">
            <a:avLst>
              <a:gd name="adj" fmla="val 5972"/>
            </a:avLst>
          </a:prstGeom>
          <a:solidFill>
            <a:schemeClr val="bg2"/>
          </a:solidFill>
        </p:spPr>
        <p:txBody>
          <a:bodyPr tIns="108000"/>
          <a:lstStyle>
            <a:lvl1pPr marL="0" indent="0" algn="ctr">
              <a:buNone/>
              <a:defRPr>
                <a:solidFill>
                  <a:schemeClr val="tx2"/>
                </a:solidFill>
              </a:defRPr>
            </a:lvl1pPr>
          </a:lstStyle>
          <a:p>
            <a:r>
              <a:rPr lang="en-GB" dirty="0"/>
              <a:t>Click icon to add picture</a:t>
            </a:r>
          </a:p>
        </p:txBody>
      </p:sp>
    </p:spTree>
    <p:extLst>
      <p:ext uri="{BB962C8B-B14F-4D97-AF65-F5344CB8AC3E}">
        <p14:creationId xmlns:p14="http://schemas.microsoft.com/office/powerpoint/2010/main" val="385145129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071A482-8E02-13DA-F3B1-6BB685AAC569}"/>
              </a:ext>
            </a:extLst>
          </p:cNvPr>
          <p:cNvSpPr/>
          <p:nvPr userDrawn="1"/>
        </p:nvSpPr>
        <p:spPr>
          <a:xfrm>
            <a:off x="0" y="6357557"/>
            <a:ext cx="12192000" cy="50044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7BC5F005-4C28-010B-4F65-E11496158455}"/>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2004" y="6514027"/>
            <a:ext cx="956930" cy="187503"/>
          </a:xfrm>
          <a:prstGeom prst="rect">
            <a:avLst/>
          </a:prstGeom>
        </p:spPr>
      </p:pic>
      <p:sp>
        <p:nvSpPr>
          <p:cNvPr id="13" name="Footer Placeholder 14">
            <a:extLst>
              <a:ext uri="{FF2B5EF4-FFF2-40B4-BE49-F238E27FC236}">
                <a16:creationId xmlns:a16="http://schemas.microsoft.com/office/drawing/2014/main" id="{40293FC3-43D4-4B6F-CA50-EB1AAF498E85}"/>
              </a:ext>
            </a:extLst>
          </p:cNvPr>
          <p:cNvSpPr>
            <a:spLocks noGrp="1"/>
          </p:cNvSpPr>
          <p:nvPr>
            <p:ph type="ftr" sz="quarter" idx="21"/>
          </p:nvPr>
        </p:nvSpPr>
        <p:spPr>
          <a:xfrm>
            <a:off x="7330440" y="6425215"/>
            <a:ext cx="3640654" cy="365125"/>
          </a:xfrm>
        </p:spPr>
        <p:txBody>
          <a:bodyPr/>
          <a:lstStyle>
            <a:lvl1pPr>
              <a:defRPr>
                <a:solidFill>
                  <a:schemeClr val="bg2"/>
                </a:solidFill>
              </a:defRPr>
            </a:lvl1p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D04043DB-4C2A-0DE8-078E-25116F2AA736}"/>
              </a:ext>
            </a:extLst>
          </p:cNvPr>
          <p:cNvSpPr>
            <a:spLocks noGrp="1"/>
          </p:cNvSpPr>
          <p:nvPr>
            <p:ph type="sldNum" sz="quarter" idx="23"/>
          </p:nvPr>
        </p:nvSpPr>
        <p:spPr/>
        <p:txBody>
          <a:bodyPr/>
          <a:lstStyle/>
          <a:p>
            <a:fld id="{4413DBDE-1217-486F-B764-076DBBFEB98C}" type="slidenum">
              <a:rPr lang="en-GB" smtClean="0"/>
              <a:pPr/>
              <a:t>‹Nº›</a:t>
            </a:fld>
            <a:endParaRPr lang="en-GB" dirty="0"/>
          </a:p>
        </p:txBody>
      </p:sp>
      <p:sp>
        <p:nvSpPr>
          <p:cNvPr id="189" name="Picture Placeholder 103">
            <a:extLst>
              <a:ext uri="{FF2B5EF4-FFF2-40B4-BE49-F238E27FC236}">
                <a16:creationId xmlns:a16="http://schemas.microsoft.com/office/drawing/2014/main" id="{149B1005-3C63-6D54-1292-FB1FC23AAD5E}"/>
              </a:ext>
            </a:extLst>
          </p:cNvPr>
          <p:cNvSpPr>
            <a:spLocks noGrp="1"/>
          </p:cNvSpPr>
          <p:nvPr>
            <p:ph type="pic" sz="quarter" idx="24"/>
          </p:nvPr>
        </p:nvSpPr>
        <p:spPr>
          <a:xfrm>
            <a:off x="824973" y="581538"/>
            <a:ext cx="909638" cy="914400"/>
          </a:xfrm>
        </p:spPr>
        <p:txBody>
          <a:bodyPr/>
          <a:lstStyle/>
          <a:p>
            <a:endParaRPr lang="en-US"/>
          </a:p>
        </p:txBody>
      </p:sp>
      <p:sp>
        <p:nvSpPr>
          <p:cNvPr id="190" name="Picture Placeholder 103">
            <a:extLst>
              <a:ext uri="{FF2B5EF4-FFF2-40B4-BE49-F238E27FC236}">
                <a16:creationId xmlns:a16="http://schemas.microsoft.com/office/drawing/2014/main" id="{1200E337-08E1-1FF7-4271-788DF473EAB7}"/>
              </a:ext>
            </a:extLst>
          </p:cNvPr>
          <p:cNvSpPr>
            <a:spLocks noGrp="1"/>
          </p:cNvSpPr>
          <p:nvPr>
            <p:ph type="pic" sz="quarter" idx="25"/>
          </p:nvPr>
        </p:nvSpPr>
        <p:spPr>
          <a:xfrm>
            <a:off x="2026501" y="581538"/>
            <a:ext cx="909638" cy="914400"/>
          </a:xfrm>
        </p:spPr>
        <p:txBody>
          <a:bodyPr/>
          <a:lstStyle/>
          <a:p>
            <a:endParaRPr lang="en-US"/>
          </a:p>
        </p:txBody>
      </p:sp>
      <p:sp>
        <p:nvSpPr>
          <p:cNvPr id="191" name="Picture Placeholder 103">
            <a:extLst>
              <a:ext uri="{FF2B5EF4-FFF2-40B4-BE49-F238E27FC236}">
                <a16:creationId xmlns:a16="http://schemas.microsoft.com/office/drawing/2014/main" id="{DFBEA031-CC70-6445-E502-9FBA628C8FE4}"/>
              </a:ext>
            </a:extLst>
          </p:cNvPr>
          <p:cNvSpPr>
            <a:spLocks noGrp="1"/>
          </p:cNvSpPr>
          <p:nvPr>
            <p:ph type="pic" sz="quarter" idx="26"/>
          </p:nvPr>
        </p:nvSpPr>
        <p:spPr>
          <a:xfrm>
            <a:off x="3228029" y="581538"/>
            <a:ext cx="909638" cy="914400"/>
          </a:xfrm>
        </p:spPr>
        <p:txBody>
          <a:bodyPr/>
          <a:lstStyle/>
          <a:p>
            <a:endParaRPr lang="en-US"/>
          </a:p>
        </p:txBody>
      </p:sp>
      <p:sp>
        <p:nvSpPr>
          <p:cNvPr id="192" name="Picture Placeholder 103">
            <a:extLst>
              <a:ext uri="{FF2B5EF4-FFF2-40B4-BE49-F238E27FC236}">
                <a16:creationId xmlns:a16="http://schemas.microsoft.com/office/drawing/2014/main" id="{4AB0AC41-D9D4-3BB8-09D5-FE56A317FF36}"/>
              </a:ext>
            </a:extLst>
          </p:cNvPr>
          <p:cNvSpPr>
            <a:spLocks noGrp="1"/>
          </p:cNvSpPr>
          <p:nvPr>
            <p:ph type="pic" sz="quarter" idx="27"/>
          </p:nvPr>
        </p:nvSpPr>
        <p:spPr>
          <a:xfrm>
            <a:off x="4429557" y="581538"/>
            <a:ext cx="909638" cy="914400"/>
          </a:xfrm>
        </p:spPr>
        <p:txBody>
          <a:bodyPr/>
          <a:lstStyle/>
          <a:p>
            <a:endParaRPr lang="en-US"/>
          </a:p>
        </p:txBody>
      </p:sp>
      <p:sp>
        <p:nvSpPr>
          <p:cNvPr id="193" name="Picture Placeholder 103">
            <a:extLst>
              <a:ext uri="{FF2B5EF4-FFF2-40B4-BE49-F238E27FC236}">
                <a16:creationId xmlns:a16="http://schemas.microsoft.com/office/drawing/2014/main" id="{90D0718D-384D-1A93-C7D7-07DFD92A2896}"/>
              </a:ext>
            </a:extLst>
          </p:cNvPr>
          <p:cNvSpPr>
            <a:spLocks noGrp="1"/>
          </p:cNvSpPr>
          <p:nvPr>
            <p:ph type="pic" sz="quarter" idx="28"/>
          </p:nvPr>
        </p:nvSpPr>
        <p:spPr>
          <a:xfrm>
            <a:off x="5631085" y="581538"/>
            <a:ext cx="909638" cy="914400"/>
          </a:xfrm>
        </p:spPr>
        <p:txBody>
          <a:bodyPr/>
          <a:lstStyle/>
          <a:p>
            <a:endParaRPr lang="en-US" dirty="0"/>
          </a:p>
        </p:txBody>
      </p:sp>
      <p:sp>
        <p:nvSpPr>
          <p:cNvPr id="194" name="Picture Placeholder 103">
            <a:extLst>
              <a:ext uri="{FF2B5EF4-FFF2-40B4-BE49-F238E27FC236}">
                <a16:creationId xmlns:a16="http://schemas.microsoft.com/office/drawing/2014/main" id="{64EB7AA8-4794-D129-9763-0E0E96752185}"/>
              </a:ext>
            </a:extLst>
          </p:cNvPr>
          <p:cNvSpPr>
            <a:spLocks noGrp="1"/>
          </p:cNvSpPr>
          <p:nvPr>
            <p:ph type="pic" sz="quarter" idx="29"/>
          </p:nvPr>
        </p:nvSpPr>
        <p:spPr>
          <a:xfrm>
            <a:off x="6832613" y="581538"/>
            <a:ext cx="909638" cy="914400"/>
          </a:xfrm>
        </p:spPr>
        <p:txBody>
          <a:bodyPr/>
          <a:lstStyle/>
          <a:p>
            <a:endParaRPr lang="en-US"/>
          </a:p>
        </p:txBody>
      </p:sp>
      <p:sp>
        <p:nvSpPr>
          <p:cNvPr id="195" name="Picture Placeholder 103">
            <a:extLst>
              <a:ext uri="{FF2B5EF4-FFF2-40B4-BE49-F238E27FC236}">
                <a16:creationId xmlns:a16="http://schemas.microsoft.com/office/drawing/2014/main" id="{0EC47356-85A2-787B-06E9-F9C34778EF7C}"/>
              </a:ext>
            </a:extLst>
          </p:cNvPr>
          <p:cNvSpPr>
            <a:spLocks noGrp="1"/>
          </p:cNvSpPr>
          <p:nvPr>
            <p:ph type="pic" sz="quarter" idx="30"/>
          </p:nvPr>
        </p:nvSpPr>
        <p:spPr>
          <a:xfrm>
            <a:off x="8034141" y="581538"/>
            <a:ext cx="909638" cy="914400"/>
          </a:xfrm>
        </p:spPr>
        <p:txBody>
          <a:bodyPr/>
          <a:lstStyle/>
          <a:p>
            <a:endParaRPr lang="en-US" dirty="0"/>
          </a:p>
        </p:txBody>
      </p:sp>
      <p:sp>
        <p:nvSpPr>
          <p:cNvPr id="196" name="Picture Placeholder 103">
            <a:extLst>
              <a:ext uri="{FF2B5EF4-FFF2-40B4-BE49-F238E27FC236}">
                <a16:creationId xmlns:a16="http://schemas.microsoft.com/office/drawing/2014/main" id="{2932A29D-DF13-1529-BAEE-234D8FB96797}"/>
              </a:ext>
            </a:extLst>
          </p:cNvPr>
          <p:cNvSpPr>
            <a:spLocks noGrp="1"/>
          </p:cNvSpPr>
          <p:nvPr>
            <p:ph type="pic" sz="quarter" idx="31"/>
          </p:nvPr>
        </p:nvSpPr>
        <p:spPr>
          <a:xfrm>
            <a:off x="9235669" y="581538"/>
            <a:ext cx="909638" cy="914400"/>
          </a:xfrm>
        </p:spPr>
        <p:txBody>
          <a:bodyPr/>
          <a:lstStyle/>
          <a:p>
            <a:endParaRPr lang="en-US"/>
          </a:p>
        </p:txBody>
      </p:sp>
      <p:sp>
        <p:nvSpPr>
          <p:cNvPr id="197" name="Picture Placeholder 103">
            <a:extLst>
              <a:ext uri="{FF2B5EF4-FFF2-40B4-BE49-F238E27FC236}">
                <a16:creationId xmlns:a16="http://schemas.microsoft.com/office/drawing/2014/main" id="{3F546DFF-ABDE-C858-0E5B-4238A513D11C}"/>
              </a:ext>
            </a:extLst>
          </p:cNvPr>
          <p:cNvSpPr>
            <a:spLocks noGrp="1"/>
          </p:cNvSpPr>
          <p:nvPr>
            <p:ph type="pic" sz="quarter" idx="32"/>
          </p:nvPr>
        </p:nvSpPr>
        <p:spPr>
          <a:xfrm>
            <a:off x="824973" y="1651002"/>
            <a:ext cx="909638" cy="914400"/>
          </a:xfrm>
        </p:spPr>
        <p:txBody>
          <a:bodyPr/>
          <a:lstStyle/>
          <a:p>
            <a:endParaRPr lang="en-US"/>
          </a:p>
        </p:txBody>
      </p:sp>
      <p:sp>
        <p:nvSpPr>
          <p:cNvPr id="198" name="Picture Placeholder 103">
            <a:extLst>
              <a:ext uri="{FF2B5EF4-FFF2-40B4-BE49-F238E27FC236}">
                <a16:creationId xmlns:a16="http://schemas.microsoft.com/office/drawing/2014/main" id="{CF2109E0-A544-927E-E699-C4225EFE46EC}"/>
              </a:ext>
            </a:extLst>
          </p:cNvPr>
          <p:cNvSpPr>
            <a:spLocks noGrp="1"/>
          </p:cNvSpPr>
          <p:nvPr>
            <p:ph type="pic" sz="quarter" idx="33"/>
          </p:nvPr>
        </p:nvSpPr>
        <p:spPr>
          <a:xfrm>
            <a:off x="2026501" y="1651002"/>
            <a:ext cx="909638" cy="914400"/>
          </a:xfrm>
        </p:spPr>
        <p:txBody>
          <a:bodyPr/>
          <a:lstStyle/>
          <a:p>
            <a:endParaRPr lang="en-US"/>
          </a:p>
        </p:txBody>
      </p:sp>
      <p:sp>
        <p:nvSpPr>
          <p:cNvPr id="199" name="Picture Placeholder 103">
            <a:extLst>
              <a:ext uri="{FF2B5EF4-FFF2-40B4-BE49-F238E27FC236}">
                <a16:creationId xmlns:a16="http://schemas.microsoft.com/office/drawing/2014/main" id="{52DF56BC-590A-39FE-D9C0-BCA0ADABE4D0}"/>
              </a:ext>
            </a:extLst>
          </p:cNvPr>
          <p:cNvSpPr>
            <a:spLocks noGrp="1"/>
          </p:cNvSpPr>
          <p:nvPr>
            <p:ph type="pic" sz="quarter" idx="34"/>
          </p:nvPr>
        </p:nvSpPr>
        <p:spPr>
          <a:xfrm>
            <a:off x="3228029" y="1651002"/>
            <a:ext cx="909638" cy="914400"/>
          </a:xfrm>
        </p:spPr>
        <p:txBody>
          <a:bodyPr/>
          <a:lstStyle/>
          <a:p>
            <a:endParaRPr lang="en-US"/>
          </a:p>
        </p:txBody>
      </p:sp>
      <p:sp>
        <p:nvSpPr>
          <p:cNvPr id="200" name="Picture Placeholder 103">
            <a:extLst>
              <a:ext uri="{FF2B5EF4-FFF2-40B4-BE49-F238E27FC236}">
                <a16:creationId xmlns:a16="http://schemas.microsoft.com/office/drawing/2014/main" id="{D32EEFF0-BB33-B5F4-5F7A-A42C188E38A9}"/>
              </a:ext>
            </a:extLst>
          </p:cNvPr>
          <p:cNvSpPr>
            <a:spLocks noGrp="1"/>
          </p:cNvSpPr>
          <p:nvPr>
            <p:ph type="pic" sz="quarter" idx="35"/>
          </p:nvPr>
        </p:nvSpPr>
        <p:spPr>
          <a:xfrm>
            <a:off x="4429557" y="1651002"/>
            <a:ext cx="909638" cy="914400"/>
          </a:xfrm>
        </p:spPr>
        <p:txBody>
          <a:bodyPr/>
          <a:lstStyle/>
          <a:p>
            <a:endParaRPr lang="en-US"/>
          </a:p>
        </p:txBody>
      </p:sp>
      <p:sp>
        <p:nvSpPr>
          <p:cNvPr id="201" name="Picture Placeholder 103">
            <a:extLst>
              <a:ext uri="{FF2B5EF4-FFF2-40B4-BE49-F238E27FC236}">
                <a16:creationId xmlns:a16="http://schemas.microsoft.com/office/drawing/2014/main" id="{2D82E306-BEC4-1079-468C-B3124B3E3E2A}"/>
              </a:ext>
            </a:extLst>
          </p:cNvPr>
          <p:cNvSpPr>
            <a:spLocks noGrp="1"/>
          </p:cNvSpPr>
          <p:nvPr>
            <p:ph type="pic" sz="quarter" idx="36"/>
          </p:nvPr>
        </p:nvSpPr>
        <p:spPr>
          <a:xfrm>
            <a:off x="5631085" y="1651002"/>
            <a:ext cx="909638" cy="914400"/>
          </a:xfrm>
        </p:spPr>
        <p:txBody>
          <a:bodyPr/>
          <a:lstStyle/>
          <a:p>
            <a:endParaRPr lang="en-US" dirty="0"/>
          </a:p>
        </p:txBody>
      </p:sp>
      <p:sp>
        <p:nvSpPr>
          <p:cNvPr id="202" name="Picture Placeholder 103">
            <a:extLst>
              <a:ext uri="{FF2B5EF4-FFF2-40B4-BE49-F238E27FC236}">
                <a16:creationId xmlns:a16="http://schemas.microsoft.com/office/drawing/2014/main" id="{67402CEA-D455-DB61-5D8C-4E7C35584735}"/>
              </a:ext>
            </a:extLst>
          </p:cNvPr>
          <p:cNvSpPr>
            <a:spLocks noGrp="1"/>
          </p:cNvSpPr>
          <p:nvPr>
            <p:ph type="pic" sz="quarter" idx="37"/>
          </p:nvPr>
        </p:nvSpPr>
        <p:spPr>
          <a:xfrm>
            <a:off x="6832613" y="1651002"/>
            <a:ext cx="909638" cy="914400"/>
          </a:xfrm>
        </p:spPr>
        <p:txBody>
          <a:bodyPr/>
          <a:lstStyle/>
          <a:p>
            <a:endParaRPr lang="en-US"/>
          </a:p>
        </p:txBody>
      </p:sp>
      <p:sp>
        <p:nvSpPr>
          <p:cNvPr id="203" name="Picture Placeholder 103">
            <a:extLst>
              <a:ext uri="{FF2B5EF4-FFF2-40B4-BE49-F238E27FC236}">
                <a16:creationId xmlns:a16="http://schemas.microsoft.com/office/drawing/2014/main" id="{1C58E802-21FB-418C-0318-A81CFD8B5152}"/>
              </a:ext>
            </a:extLst>
          </p:cNvPr>
          <p:cNvSpPr>
            <a:spLocks noGrp="1"/>
          </p:cNvSpPr>
          <p:nvPr>
            <p:ph type="pic" sz="quarter" idx="38"/>
          </p:nvPr>
        </p:nvSpPr>
        <p:spPr>
          <a:xfrm>
            <a:off x="8034141" y="1651002"/>
            <a:ext cx="909638" cy="914400"/>
          </a:xfrm>
        </p:spPr>
        <p:txBody>
          <a:bodyPr/>
          <a:lstStyle/>
          <a:p>
            <a:endParaRPr lang="en-US" dirty="0"/>
          </a:p>
        </p:txBody>
      </p:sp>
      <p:sp>
        <p:nvSpPr>
          <p:cNvPr id="204" name="Picture Placeholder 103">
            <a:extLst>
              <a:ext uri="{FF2B5EF4-FFF2-40B4-BE49-F238E27FC236}">
                <a16:creationId xmlns:a16="http://schemas.microsoft.com/office/drawing/2014/main" id="{F6316BD6-FD93-E534-C66F-E92D4FCD8900}"/>
              </a:ext>
            </a:extLst>
          </p:cNvPr>
          <p:cNvSpPr>
            <a:spLocks noGrp="1"/>
          </p:cNvSpPr>
          <p:nvPr>
            <p:ph type="pic" sz="quarter" idx="39"/>
          </p:nvPr>
        </p:nvSpPr>
        <p:spPr>
          <a:xfrm>
            <a:off x="9235669" y="1651002"/>
            <a:ext cx="909638" cy="914400"/>
          </a:xfrm>
        </p:spPr>
        <p:txBody>
          <a:bodyPr/>
          <a:lstStyle/>
          <a:p>
            <a:endParaRPr lang="en-US"/>
          </a:p>
        </p:txBody>
      </p:sp>
      <p:sp>
        <p:nvSpPr>
          <p:cNvPr id="205" name="Picture Placeholder 103">
            <a:extLst>
              <a:ext uri="{FF2B5EF4-FFF2-40B4-BE49-F238E27FC236}">
                <a16:creationId xmlns:a16="http://schemas.microsoft.com/office/drawing/2014/main" id="{8531486A-354F-02FB-3FD9-95A9B9CA91C4}"/>
              </a:ext>
            </a:extLst>
          </p:cNvPr>
          <p:cNvSpPr>
            <a:spLocks noGrp="1"/>
          </p:cNvSpPr>
          <p:nvPr>
            <p:ph type="pic" sz="quarter" idx="40"/>
          </p:nvPr>
        </p:nvSpPr>
        <p:spPr>
          <a:xfrm>
            <a:off x="824973" y="2720466"/>
            <a:ext cx="909638" cy="914400"/>
          </a:xfrm>
        </p:spPr>
        <p:txBody>
          <a:bodyPr/>
          <a:lstStyle/>
          <a:p>
            <a:endParaRPr lang="en-US"/>
          </a:p>
        </p:txBody>
      </p:sp>
      <p:sp>
        <p:nvSpPr>
          <p:cNvPr id="206" name="Picture Placeholder 103">
            <a:extLst>
              <a:ext uri="{FF2B5EF4-FFF2-40B4-BE49-F238E27FC236}">
                <a16:creationId xmlns:a16="http://schemas.microsoft.com/office/drawing/2014/main" id="{E1BF12B0-790F-2FC7-1834-CD34120814FC}"/>
              </a:ext>
            </a:extLst>
          </p:cNvPr>
          <p:cNvSpPr>
            <a:spLocks noGrp="1"/>
          </p:cNvSpPr>
          <p:nvPr>
            <p:ph type="pic" sz="quarter" idx="41"/>
          </p:nvPr>
        </p:nvSpPr>
        <p:spPr>
          <a:xfrm>
            <a:off x="2026501" y="2720466"/>
            <a:ext cx="909638" cy="914400"/>
          </a:xfrm>
        </p:spPr>
        <p:txBody>
          <a:bodyPr/>
          <a:lstStyle/>
          <a:p>
            <a:endParaRPr lang="en-US"/>
          </a:p>
        </p:txBody>
      </p:sp>
      <p:sp>
        <p:nvSpPr>
          <p:cNvPr id="207" name="Picture Placeholder 103">
            <a:extLst>
              <a:ext uri="{FF2B5EF4-FFF2-40B4-BE49-F238E27FC236}">
                <a16:creationId xmlns:a16="http://schemas.microsoft.com/office/drawing/2014/main" id="{BB34C826-5352-0315-7B85-FB089D66AFEA}"/>
              </a:ext>
            </a:extLst>
          </p:cNvPr>
          <p:cNvSpPr>
            <a:spLocks noGrp="1"/>
          </p:cNvSpPr>
          <p:nvPr>
            <p:ph type="pic" sz="quarter" idx="42"/>
          </p:nvPr>
        </p:nvSpPr>
        <p:spPr>
          <a:xfrm>
            <a:off x="3228029" y="2720466"/>
            <a:ext cx="909638" cy="914400"/>
          </a:xfrm>
        </p:spPr>
        <p:txBody>
          <a:bodyPr/>
          <a:lstStyle/>
          <a:p>
            <a:endParaRPr lang="en-US"/>
          </a:p>
        </p:txBody>
      </p:sp>
      <p:sp>
        <p:nvSpPr>
          <p:cNvPr id="208" name="Picture Placeholder 103">
            <a:extLst>
              <a:ext uri="{FF2B5EF4-FFF2-40B4-BE49-F238E27FC236}">
                <a16:creationId xmlns:a16="http://schemas.microsoft.com/office/drawing/2014/main" id="{B86A58E7-DFEC-95AE-AD92-7318D17EBA79}"/>
              </a:ext>
            </a:extLst>
          </p:cNvPr>
          <p:cNvSpPr>
            <a:spLocks noGrp="1"/>
          </p:cNvSpPr>
          <p:nvPr>
            <p:ph type="pic" sz="quarter" idx="43"/>
          </p:nvPr>
        </p:nvSpPr>
        <p:spPr>
          <a:xfrm>
            <a:off x="4429557" y="2720466"/>
            <a:ext cx="909638" cy="914400"/>
          </a:xfrm>
        </p:spPr>
        <p:txBody>
          <a:bodyPr/>
          <a:lstStyle/>
          <a:p>
            <a:endParaRPr lang="en-US"/>
          </a:p>
        </p:txBody>
      </p:sp>
      <p:sp>
        <p:nvSpPr>
          <p:cNvPr id="209" name="Picture Placeholder 103">
            <a:extLst>
              <a:ext uri="{FF2B5EF4-FFF2-40B4-BE49-F238E27FC236}">
                <a16:creationId xmlns:a16="http://schemas.microsoft.com/office/drawing/2014/main" id="{E472E1E4-23D9-437A-8B49-2292A8AE1DEA}"/>
              </a:ext>
            </a:extLst>
          </p:cNvPr>
          <p:cNvSpPr>
            <a:spLocks noGrp="1"/>
          </p:cNvSpPr>
          <p:nvPr>
            <p:ph type="pic" sz="quarter" idx="44"/>
          </p:nvPr>
        </p:nvSpPr>
        <p:spPr>
          <a:xfrm>
            <a:off x="5631085" y="2720466"/>
            <a:ext cx="909638" cy="914400"/>
          </a:xfrm>
        </p:spPr>
        <p:txBody>
          <a:bodyPr/>
          <a:lstStyle/>
          <a:p>
            <a:endParaRPr lang="en-US" dirty="0"/>
          </a:p>
        </p:txBody>
      </p:sp>
      <p:sp>
        <p:nvSpPr>
          <p:cNvPr id="210" name="Picture Placeholder 103">
            <a:extLst>
              <a:ext uri="{FF2B5EF4-FFF2-40B4-BE49-F238E27FC236}">
                <a16:creationId xmlns:a16="http://schemas.microsoft.com/office/drawing/2014/main" id="{6F2A5760-9C9B-64A3-F5F0-7035C1313ABB}"/>
              </a:ext>
            </a:extLst>
          </p:cNvPr>
          <p:cNvSpPr>
            <a:spLocks noGrp="1"/>
          </p:cNvSpPr>
          <p:nvPr>
            <p:ph type="pic" sz="quarter" idx="45"/>
          </p:nvPr>
        </p:nvSpPr>
        <p:spPr>
          <a:xfrm>
            <a:off x="6832613" y="2720466"/>
            <a:ext cx="909638" cy="914400"/>
          </a:xfrm>
        </p:spPr>
        <p:txBody>
          <a:bodyPr/>
          <a:lstStyle/>
          <a:p>
            <a:endParaRPr lang="en-US"/>
          </a:p>
        </p:txBody>
      </p:sp>
      <p:sp>
        <p:nvSpPr>
          <p:cNvPr id="211" name="Picture Placeholder 103">
            <a:extLst>
              <a:ext uri="{FF2B5EF4-FFF2-40B4-BE49-F238E27FC236}">
                <a16:creationId xmlns:a16="http://schemas.microsoft.com/office/drawing/2014/main" id="{9D789BB1-0E2A-410B-39F7-8FDF84ACE69E}"/>
              </a:ext>
            </a:extLst>
          </p:cNvPr>
          <p:cNvSpPr>
            <a:spLocks noGrp="1"/>
          </p:cNvSpPr>
          <p:nvPr>
            <p:ph type="pic" sz="quarter" idx="46"/>
          </p:nvPr>
        </p:nvSpPr>
        <p:spPr>
          <a:xfrm>
            <a:off x="8034141" y="2720466"/>
            <a:ext cx="909638" cy="914400"/>
          </a:xfrm>
        </p:spPr>
        <p:txBody>
          <a:bodyPr/>
          <a:lstStyle/>
          <a:p>
            <a:endParaRPr lang="en-US" dirty="0"/>
          </a:p>
        </p:txBody>
      </p:sp>
      <p:sp>
        <p:nvSpPr>
          <p:cNvPr id="212" name="Picture Placeholder 103">
            <a:extLst>
              <a:ext uri="{FF2B5EF4-FFF2-40B4-BE49-F238E27FC236}">
                <a16:creationId xmlns:a16="http://schemas.microsoft.com/office/drawing/2014/main" id="{71442551-31F4-6230-2136-5844A1B411A4}"/>
              </a:ext>
            </a:extLst>
          </p:cNvPr>
          <p:cNvSpPr>
            <a:spLocks noGrp="1"/>
          </p:cNvSpPr>
          <p:nvPr>
            <p:ph type="pic" sz="quarter" idx="47"/>
          </p:nvPr>
        </p:nvSpPr>
        <p:spPr>
          <a:xfrm>
            <a:off x="9235669" y="2720466"/>
            <a:ext cx="909638" cy="914400"/>
          </a:xfrm>
        </p:spPr>
        <p:txBody>
          <a:bodyPr/>
          <a:lstStyle/>
          <a:p>
            <a:endParaRPr lang="en-US"/>
          </a:p>
        </p:txBody>
      </p:sp>
      <p:sp>
        <p:nvSpPr>
          <p:cNvPr id="213" name="Picture Placeholder 103">
            <a:extLst>
              <a:ext uri="{FF2B5EF4-FFF2-40B4-BE49-F238E27FC236}">
                <a16:creationId xmlns:a16="http://schemas.microsoft.com/office/drawing/2014/main" id="{D324AEDC-044A-E844-3742-ACC9CAF453B4}"/>
              </a:ext>
            </a:extLst>
          </p:cNvPr>
          <p:cNvSpPr>
            <a:spLocks noGrp="1"/>
          </p:cNvSpPr>
          <p:nvPr>
            <p:ph type="pic" sz="quarter" idx="48"/>
          </p:nvPr>
        </p:nvSpPr>
        <p:spPr>
          <a:xfrm>
            <a:off x="824973" y="3789930"/>
            <a:ext cx="909638" cy="914400"/>
          </a:xfrm>
        </p:spPr>
        <p:txBody>
          <a:bodyPr/>
          <a:lstStyle/>
          <a:p>
            <a:endParaRPr lang="en-US"/>
          </a:p>
        </p:txBody>
      </p:sp>
      <p:sp>
        <p:nvSpPr>
          <p:cNvPr id="214" name="Picture Placeholder 103">
            <a:extLst>
              <a:ext uri="{FF2B5EF4-FFF2-40B4-BE49-F238E27FC236}">
                <a16:creationId xmlns:a16="http://schemas.microsoft.com/office/drawing/2014/main" id="{BFB2DB59-AB83-7094-18D6-C381D3EDC927}"/>
              </a:ext>
            </a:extLst>
          </p:cNvPr>
          <p:cNvSpPr>
            <a:spLocks noGrp="1"/>
          </p:cNvSpPr>
          <p:nvPr>
            <p:ph type="pic" sz="quarter" idx="49"/>
          </p:nvPr>
        </p:nvSpPr>
        <p:spPr>
          <a:xfrm>
            <a:off x="2026501" y="3789930"/>
            <a:ext cx="909638" cy="914400"/>
          </a:xfrm>
        </p:spPr>
        <p:txBody>
          <a:bodyPr/>
          <a:lstStyle/>
          <a:p>
            <a:endParaRPr lang="en-US"/>
          </a:p>
        </p:txBody>
      </p:sp>
      <p:sp>
        <p:nvSpPr>
          <p:cNvPr id="215" name="Picture Placeholder 103">
            <a:extLst>
              <a:ext uri="{FF2B5EF4-FFF2-40B4-BE49-F238E27FC236}">
                <a16:creationId xmlns:a16="http://schemas.microsoft.com/office/drawing/2014/main" id="{7CDF824D-1BA7-A7AD-CF79-B51F4CD44918}"/>
              </a:ext>
            </a:extLst>
          </p:cNvPr>
          <p:cNvSpPr>
            <a:spLocks noGrp="1"/>
          </p:cNvSpPr>
          <p:nvPr>
            <p:ph type="pic" sz="quarter" idx="50"/>
          </p:nvPr>
        </p:nvSpPr>
        <p:spPr>
          <a:xfrm>
            <a:off x="3228029" y="3789930"/>
            <a:ext cx="909638" cy="914400"/>
          </a:xfrm>
        </p:spPr>
        <p:txBody>
          <a:bodyPr/>
          <a:lstStyle/>
          <a:p>
            <a:endParaRPr lang="en-US"/>
          </a:p>
        </p:txBody>
      </p:sp>
      <p:sp>
        <p:nvSpPr>
          <p:cNvPr id="216" name="Picture Placeholder 103">
            <a:extLst>
              <a:ext uri="{FF2B5EF4-FFF2-40B4-BE49-F238E27FC236}">
                <a16:creationId xmlns:a16="http://schemas.microsoft.com/office/drawing/2014/main" id="{C7A12122-1FFA-C494-69FC-F1F0BA1ABF30}"/>
              </a:ext>
            </a:extLst>
          </p:cNvPr>
          <p:cNvSpPr>
            <a:spLocks noGrp="1"/>
          </p:cNvSpPr>
          <p:nvPr>
            <p:ph type="pic" sz="quarter" idx="51"/>
          </p:nvPr>
        </p:nvSpPr>
        <p:spPr>
          <a:xfrm>
            <a:off x="4429557" y="3789930"/>
            <a:ext cx="909638" cy="914400"/>
          </a:xfrm>
        </p:spPr>
        <p:txBody>
          <a:bodyPr/>
          <a:lstStyle/>
          <a:p>
            <a:endParaRPr lang="en-US"/>
          </a:p>
        </p:txBody>
      </p:sp>
      <p:sp>
        <p:nvSpPr>
          <p:cNvPr id="217" name="Picture Placeholder 103">
            <a:extLst>
              <a:ext uri="{FF2B5EF4-FFF2-40B4-BE49-F238E27FC236}">
                <a16:creationId xmlns:a16="http://schemas.microsoft.com/office/drawing/2014/main" id="{626112A2-3DD9-3454-CE0A-5C8332397EE2}"/>
              </a:ext>
            </a:extLst>
          </p:cNvPr>
          <p:cNvSpPr>
            <a:spLocks noGrp="1"/>
          </p:cNvSpPr>
          <p:nvPr>
            <p:ph type="pic" sz="quarter" idx="52"/>
          </p:nvPr>
        </p:nvSpPr>
        <p:spPr>
          <a:xfrm>
            <a:off x="5631085" y="3789930"/>
            <a:ext cx="909638" cy="914400"/>
          </a:xfrm>
        </p:spPr>
        <p:txBody>
          <a:bodyPr/>
          <a:lstStyle/>
          <a:p>
            <a:endParaRPr lang="en-US" dirty="0"/>
          </a:p>
        </p:txBody>
      </p:sp>
      <p:sp>
        <p:nvSpPr>
          <p:cNvPr id="218" name="Picture Placeholder 103">
            <a:extLst>
              <a:ext uri="{FF2B5EF4-FFF2-40B4-BE49-F238E27FC236}">
                <a16:creationId xmlns:a16="http://schemas.microsoft.com/office/drawing/2014/main" id="{FB6F1218-726A-3AC1-57E7-1A89C509CFD7}"/>
              </a:ext>
            </a:extLst>
          </p:cNvPr>
          <p:cNvSpPr>
            <a:spLocks noGrp="1"/>
          </p:cNvSpPr>
          <p:nvPr>
            <p:ph type="pic" sz="quarter" idx="53"/>
          </p:nvPr>
        </p:nvSpPr>
        <p:spPr>
          <a:xfrm>
            <a:off x="6832613" y="3789930"/>
            <a:ext cx="909638" cy="914400"/>
          </a:xfrm>
        </p:spPr>
        <p:txBody>
          <a:bodyPr/>
          <a:lstStyle/>
          <a:p>
            <a:endParaRPr lang="en-US"/>
          </a:p>
        </p:txBody>
      </p:sp>
      <p:sp>
        <p:nvSpPr>
          <p:cNvPr id="219" name="Picture Placeholder 103">
            <a:extLst>
              <a:ext uri="{FF2B5EF4-FFF2-40B4-BE49-F238E27FC236}">
                <a16:creationId xmlns:a16="http://schemas.microsoft.com/office/drawing/2014/main" id="{EAB4C0FD-07B9-FAB2-FCA0-5C24D65A57C4}"/>
              </a:ext>
            </a:extLst>
          </p:cNvPr>
          <p:cNvSpPr>
            <a:spLocks noGrp="1"/>
          </p:cNvSpPr>
          <p:nvPr>
            <p:ph type="pic" sz="quarter" idx="54"/>
          </p:nvPr>
        </p:nvSpPr>
        <p:spPr>
          <a:xfrm>
            <a:off x="8034141" y="3789930"/>
            <a:ext cx="909638" cy="914400"/>
          </a:xfrm>
        </p:spPr>
        <p:txBody>
          <a:bodyPr/>
          <a:lstStyle/>
          <a:p>
            <a:endParaRPr lang="en-US" dirty="0"/>
          </a:p>
        </p:txBody>
      </p:sp>
      <p:sp>
        <p:nvSpPr>
          <p:cNvPr id="220" name="Picture Placeholder 103">
            <a:extLst>
              <a:ext uri="{FF2B5EF4-FFF2-40B4-BE49-F238E27FC236}">
                <a16:creationId xmlns:a16="http://schemas.microsoft.com/office/drawing/2014/main" id="{2E0A1828-D3A9-6358-AC9A-A55D1583A22C}"/>
              </a:ext>
            </a:extLst>
          </p:cNvPr>
          <p:cNvSpPr>
            <a:spLocks noGrp="1"/>
          </p:cNvSpPr>
          <p:nvPr>
            <p:ph type="pic" sz="quarter" idx="55"/>
          </p:nvPr>
        </p:nvSpPr>
        <p:spPr>
          <a:xfrm>
            <a:off x="9235669" y="3789930"/>
            <a:ext cx="909638" cy="914400"/>
          </a:xfrm>
        </p:spPr>
        <p:txBody>
          <a:bodyPr/>
          <a:lstStyle/>
          <a:p>
            <a:endParaRPr lang="en-US"/>
          </a:p>
        </p:txBody>
      </p:sp>
      <p:sp>
        <p:nvSpPr>
          <p:cNvPr id="221" name="Picture Placeholder 103">
            <a:extLst>
              <a:ext uri="{FF2B5EF4-FFF2-40B4-BE49-F238E27FC236}">
                <a16:creationId xmlns:a16="http://schemas.microsoft.com/office/drawing/2014/main" id="{F41A909C-5E38-0CD6-37C6-9D738675F11F}"/>
              </a:ext>
            </a:extLst>
          </p:cNvPr>
          <p:cNvSpPr>
            <a:spLocks noGrp="1"/>
          </p:cNvSpPr>
          <p:nvPr>
            <p:ph type="pic" sz="quarter" idx="56"/>
          </p:nvPr>
        </p:nvSpPr>
        <p:spPr>
          <a:xfrm>
            <a:off x="10437197" y="581538"/>
            <a:ext cx="909638" cy="914400"/>
          </a:xfrm>
        </p:spPr>
        <p:txBody>
          <a:bodyPr/>
          <a:lstStyle/>
          <a:p>
            <a:endParaRPr lang="en-US"/>
          </a:p>
        </p:txBody>
      </p:sp>
      <p:sp>
        <p:nvSpPr>
          <p:cNvPr id="222" name="Picture Placeholder 103">
            <a:extLst>
              <a:ext uri="{FF2B5EF4-FFF2-40B4-BE49-F238E27FC236}">
                <a16:creationId xmlns:a16="http://schemas.microsoft.com/office/drawing/2014/main" id="{662B3FEE-4676-B6EA-C5C6-C98DD269CB10}"/>
              </a:ext>
            </a:extLst>
          </p:cNvPr>
          <p:cNvSpPr>
            <a:spLocks noGrp="1"/>
          </p:cNvSpPr>
          <p:nvPr>
            <p:ph type="pic" sz="quarter" idx="57"/>
          </p:nvPr>
        </p:nvSpPr>
        <p:spPr>
          <a:xfrm>
            <a:off x="10437197" y="1651002"/>
            <a:ext cx="909638" cy="914400"/>
          </a:xfrm>
        </p:spPr>
        <p:txBody>
          <a:bodyPr/>
          <a:lstStyle/>
          <a:p>
            <a:endParaRPr lang="en-US"/>
          </a:p>
        </p:txBody>
      </p:sp>
      <p:sp>
        <p:nvSpPr>
          <p:cNvPr id="223" name="Picture Placeholder 103">
            <a:extLst>
              <a:ext uri="{FF2B5EF4-FFF2-40B4-BE49-F238E27FC236}">
                <a16:creationId xmlns:a16="http://schemas.microsoft.com/office/drawing/2014/main" id="{1B0C4175-73F6-D6DB-57BF-AD9E466AA871}"/>
              </a:ext>
            </a:extLst>
          </p:cNvPr>
          <p:cNvSpPr>
            <a:spLocks noGrp="1"/>
          </p:cNvSpPr>
          <p:nvPr>
            <p:ph type="pic" sz="quarter" idx="58"/>
          </p:nvPr>
        </p:nvSpPr>
        <p:spPr>
          <a:xfrm>
            <a:off x="10437197" y="2720466"/>
            <a:ext cx="909638" cy="914400"/>
          </a:xfrm>
        </p:spPr>
        <p:txBody>
          <a:bodyPr/>
          <a:lstStyle/>
          <a:p>
            <a:endParaRPr lang="en-US"/>
          </a:p>
        </p:txBody>
      </p:sp>
      <p:sp>
        <p:nvSpPr>
          <p:cNvPr id="224" name="Picture Placeholder 103">
            <a:extLst>
              <a:ext uri="{FF2B5EF4-FFF2-40B4-BE49-F238E27FC236}">
                <a16:creationId xmlns:a16="http://schemas.microsoft.com/office/drawing/2014/main" id="{4D20C524-C620-E1EC-EE36-5A2D2EC53320}"/>
              </a:ext>
            </a:extLst>
          </p:cNvPr>
          <p:cNvSpPr>
            <a:spLocks noGrp="1"/>
          </p:cNvSpPr>
          <p:nvPr>
            <p:ph type="pic" sz="quarter" idx="59"/>
          </p:nvPr>
        </p:nvSpPr>
        <p:spPr>
          <a:xfrm>
            <a:off x="10437197" y="3789930"/>
            <a:ext cx="909638" cy="914400"/>
          </a:xfrm>
        </p:spPr>
        <p:txBody>
          <a:bodyPr/>
          <a:lstStyle/>
          <a:p>
            <a:endParaRPr lang="en-US"/>
          </a:p>
        </p:txBody>
      </p:sp>
      <p:sp>
        <p:nvSpPr>
          <p:cNvPr id="225" name="Picture Placeholder 103">
            <a:extLst>
              <a:ext uri="{FF2B5EF4-FFF2-40B4-BE49-F238E27FC236}">
                <a16:creationId xmlns:a16="http://schemas.microsoft.com/office/drawing/2014/main" id="{2E531EA2-F53F-EB2A-A9B9-D362D09B8493}"/>
              </a:ext>
            </a:extLst>
          </p:cNvPr>
          <p:cNvSpPr>
            <a:spLocks noGrp="1"/>
          </p:cNvSpPr>
          <p:nvPr>
            <p:ph type="pic" sz="quarter" idx="60"/>
          </p:nvPr>
        </p:nvSpPr>
        <p:spPr>
          <a:xfrm>
            <a:off x="824973" y="4859396"/>
            <a:ext cx="909638" cy="914400"/>
          </a:xfrm>
        </p:spPr>
        <p:txBody>
          <a:bodyPr/>
          <a:lstStyle/>
          <a:p>
            <a:endParaRPr lang="en-US"/>
          </a:p>
        </p:txBody>
      </p:sp>
      <p:sp>
        <p:nvSpPr>
          <p:cNvPr id="226" name="Picture Placeholder 103">
            <a:extLst>
              <a:ext uri="{FF2B5EF4-FFF2-40B4-BE49-F238E27FC236}">
                <a16:creationId xmlns:a16="http://schemas.microsoft.com/office/drawing/2014/main" id="{DB3AACE3-0BC0-364F-C3A7-3604E91DA764}"/>
              </a:ext>
            </a:extLst>
          </p:cNvPr>
          <p:cNvSpPr>
            <a:spLocks noGrp="1"/>
          </p:cNvSpPr>
          <p:nvPr>
            <p:ph type="pic" sz="quarter" idx="61"/>
          </p:nvPr>
        </p:nvSpPr>
        <p:spPr>
          <a:xfrm>
            <a:off x="2026501" y="4859396"/>
            <a:ext cx="909638" cy="914400"/>
          </a:xfrm>
        </p:spPr>
        <p:txBody>
          <a:bodyPr/>
          <a:lstStyle/>
          <a:p>
            <a:endParaRPr lang="en-US"/>
          </a:p>
        </p:txBody>
      </p:sp>
      <p:sp>
        <p:nvSpPr>
          <p:cNvPr id="227" name="Picture Placeholder 103">
            <a:extLst>
              <a:ext uri="{FF2B5EF4-FFF2-40B4-BE49-F238E27FC236}">
                <a16:creationId xmlns:a16="http://schemas.microsoft.com/office/drawing/2014/main" id="{D521D817-F3DE-29DC-8B0E-5D0114300D91}"/>
              </a:ext>
            </a:extLst>
          </p:cNvPr>
          <p:cNvSpPr>
            <a:spLocks noGrp="1"/>
          </p:cNvSpPr>
          <p:nvPr>
            <p:ph type="pic" sz="quarter" idx="62"/>
          </p:nvPr>
        </p:nvSpPr>
        <p:spPr>
          <a:xfrm>
            <a:off x="3228029" y="4859396"/>
            <a:ext cx="909638" cy="914400"/>
          </a:xfrm>
        </p:spPr>
        <p:txBody>
          <a:bodyPr/>
          <a:lstStyle/>
          <a:p>
            <a:endParaRPr lang="en-US"/>
          </a:p>
        </p:txBody>
      </p:sp>
      <p:sp>
        <p:nvSpPr>
          <p:cNvPr id="228" name="Picture Placeholder 103">
            <a:extLst>
              <a:ext uri="{FF2B5EF4-FFF2-40B4-BE49-F238E27FC236}">
                <a16:creationId xmlns:a16="http://schemas.microsoft.com/office/drawing/2014/main" id="{684889F8-F3B0-4D7F-AABA-EA81D4F2ED13}"/>
              </a:ext>
            </a:extLst>
          </p:cNvPr>
          <p:cNvSpPr>
            <a:spLocks noGrp="1"/>
          </p:cNvSpPr>
          <p:nvPr>
            <p:ph type="pic" sz="quarter" idx="63"/>
          </p:nvPr>
        </p:nvSpPr>
        <p:spPr>
          <a:xfrm>
            <a:off x="4429557" y="4859396"/>
            <a:ext cx="909638" cy="914400"/>
          </a:xfrm>
        </p:spPr>
        <p:txBody>
          <a:bodyPr/>
          <a:lstStyle/>
          <a:p>
            <a:endParaRPr lang="en-US"/>
          </a:p>
        </p:txBody>
      </p:sp>
      <p:sp>
        <p:nvSpPr>
          <p:cNvPr id="229" name="Picture Placeholder 103">
            <a:extLst>
              <a:ext uri="{FF2B5EF4-FFF2-40B4-BE49-F238E27FC236}">
                <a16:creationId xmlns:a16="http://schemas.microsoft.com/office/drawing/2014/main" id="{18637860-1C7B-37E7-3686-A82F78007335}"/>
              </a:ext>
            </a:extLst>
          </p:cNvPr>
          <p:cNvSpPr>
            <a:spLocks noGrp="1"/>
          </p:cNvSpPr>
          <p:nvPr>
            <p:ph type="pic" sz="quarter" idx="64"/>
          </p:nvPr>
        </p:nvSpPr>
        <p:spPr>
          <a:xfrm>
            <a:off x="5631085" y="4859396"/>
            <a:ext cx="909638" cy="914400"/>
          </a:xfrm>
        </p:spPr>
        <p:txBody>
          <a:bodyPr/>
          <a:lstStyle/>
          <a:p>
            <a:endParaRPr lang="en-US" dirty="0"/>
          </a:p>
        </p:txBody>
      </p:sp>
      <p:sp>
        <p:nvSpPr>
          <p:cNvPr id="230" name="Picture Placeholder 103">
            <a:extLst>
              <a:ext uri="{FF2B5EF4-FFF2-40B4-BE49-F238E27FC236}">
                <a16:creationId xmlns:a16="http://schemas.microsoft.com/office/drawing/2014/main" id="{B98D5CE9-8E95-CE89-530B-FC118B555650}"/>
              </a:ext>
            </a:extLst>
          </p:cNvPr>
          <p:cNvSpPr>
            <a:spLocks noGrp="1"/>
          </p:cNvSpPr>
          <p:nvPr>
            <p:ph type="pic" sz="quarter" idx="65"/>
          </p:nvPr>
        </p:nvSpPr>
        <p:spPr>
          <a:xfrm>
            <a:off x="6832613" y="4859396"/>
            <a:ext cx="909638" cy="914400"/>
          </a:xfrm>
        </p:spPr>
        <p:txBody>
          <a:bodyPr/>
          <a:lstStyle/>
          <a:p>
            <a:endParaRPr lang="en-US"/>
          </a:p>
        </p:txBody>
      </p:sp>
      <p:sp>
        <p:nvSpPr>
          <p:cNvPr id="231" name="Picture Placeholder 103">
            <a:extLst>
              <a:ext uri="{FF2B5EF4-FFF2-40B4-BE49-F238E27FC236}">
                <a16:creationId xmlns:a16="http://schemas.microsoft.com/office/drawing/2014/main" id="{2CD91330-7D6D-CD12-C991-675BC9AAC8A5}"/>
              </a:ext>
            </a:extLst>
          </p:cNvPr>
          <p:cNvSpPr>
            <a:spLocks noGrp="1"/>
          </p:cNvSpPr>
          <p:nvPr>
            <p:ph type="pic" sz="quarter" idx="66"/>
          </p:nvPr>
        </p:nvSpPr>
        <p:spPr>
          <a:xfrm>
            <a:off x="8034141" y="4859396"/>
            <a:ext cx="909638" cy="914400"/>
          </a:xfrm>
        </p:spPr>
        <p:txBody>
          <a:bodyPr/>
          <a:lstStyle/>
          <a:p>
            <a:endParaRPr lang="en-US" dirty="0"/>
          </a:p>
        </p:txBody>
      </p:sp>
      <p:sp>
        <p:nvSpPr>
          <p:cNvPr id="232" name="Picture Placeholder 103">
            <a:extLst>
              <a:ext uri="{FF2B5EF4-FFF2-40B4-BE49-F238E27FC236}">
                <a16:creationId xmlns:a16="http://schemas.microsoft.com/office/drawing/2014/main" id="{E60F1298-89C0-A569-A7F5-500AF0545A04}"/>
              </a:ext>
            </a:extLst>
          </p:cNvPr>
          <p:cNvSpPr>
            <a:spLocks noGrp="1"/>
          </p:cNvSpPr>
          <p:nvPr>
            <p:ph type="pic" sz="quarter" idx="67"/>
          </p:nvPr>
        </p:nvSpPr>
        <p:spPr>
          <a:xfrm>
            <a:off x="9235669" y="4859396"/>
            <a:ext cx="909638" cy="914400"/>
          </a:xfrm>
        </p:spPr>
        <p:txBody>
          <a:bodyPr/>
          <a:lstStyle/>
          <a:p>
            <a:endParaRPr lang="en-US"/>
          </a:p>
        </p:txBody>
      </p:sp>
      <p:sp>
        <p:nvSpPr>
          <p:cNvPr id="233" name="Picture Placeholder 103">
            <a:extLst>
              <a:ext uri="{FF2B5EF4-FFF2-40B4-BE49-F238E27FC236}">
                <a16:creationId xmlns:a16="http://schemas.microsoft.com/office/drawing/2014/main" id="{BD64570F-DE1F-7AB4-912F-364AD50F9C76}"/>
              </a:ext>
            </a:extLst>
          </p:cNvPr>
          <p:cNvSpPr>
            <a:spLocks noGrp="1"/>
          </p:cNvSpPr>
          <p:nvPr>
            <p:ph type="pic" sz="quarter" idx="68"/>
          </p:nvPr>
        </p:nvSpPr>
        <p:spPr>
          <a:xfrm>
            <a:off x="10437197" y="4859396"/>
            <a:ext cx="909638" cy="914400"/>
          </a:xfrm>
        </p:spPr>
        <p:txBody>
          <a:bodyPr/>
          <a:lstStyle/>
          <a:p>
            <a:endParaRPr lang="en-US"/>
          </a:p>
        </p:txBody>
      </p:sp>
      <p:sp>
        <p:nvSpPr>
          <p:cNvPr id="240" name="TextBox 239">
            <a:extLst>
              <a:ext uri="{FF2B5EF4-FFF2-40B4-BE49-F238E27FC236}">
                <a16:creationId xmlns:a16="http://schemas.microsoft.com/office/drawing/2014/main" id="{99CF2CA2-0DE2-64F8-CA46-085DD84CFA15}"/>
              </a:ext>
            </a:extLst>
          </p:cNvPr>
          <p:cNvSpPr txBox="1"/>
          <p:nvPr userDrawn="1"/>
        </p:nvSpPr>
        <p:spPr bwMode="gray">
          <a:xfrm>
            <a:off x="12549167" y="2242109"/>
            <a:ext cx="2855330" cy="1384995"/>
          </a:xfrm>
          <a:prstGeom prst="rect">
            <a:avLst/>
          </a:prstGeom>
          <a:noFill/>
        </p:spPr>
        <p:txBody>
          <a:bodyPr wrap="square" lIns="0" tIns="0" rIns="0" bIns="0" rtlCol="0">
            <a:spAutoFit/>
          </a:bodyPr>
          <a:lstStyle/>
          <a:p>
            <a:r>
              <a:rPr lang="en-US" sz="1000" dirty="0">
                <a:effectLst/>
                <a:latin typeface="Helvetica Neue" panose="02000503000000020004" pitchFamily="2" charset="0"/>
              </a:rPr>
              <a:t>These icons can be copied (do not CUT) and pasted to anywhere in your presentation.</a:t>
            </a:r>
          </a:p>
          <a:p>
            <a:r>
              <a:rPr lang="en-US" sz="1000" dirty="0">
                <a:effectLst/>
                <a:latin typeface="Helvetica Neue" panose="02000503000000020004" pitchFamily="2" charset="0"/>
              </a:rPr>
              <a:t>Each icon can be scaled without loss of resolution.</a:t>
            </a:r>
          </a:p>
          <a:p>
            <a:br>
              <a:rPr lang="en-GB" sz="1000" dirty="0">
                <a:solidFill>
                  <a:srgbClr val="000000"/>
                </a:solidFill>
              </a:rPr>
            </a:br>
            <a:r>
              <a:rPr lang="en-GB" sz="1000" dirty="0">
                <a:solidFill>
                  <a:srgbClr val="000000"/>
                </a:solidFill>
              </a:rPr>
              <a:t>To change the </a:t>
            </a:r>
            <a:r>
              <a:rPr lang="en-GB" sz="1000" dirty="0" err="1">
                <a:solidFill>
                  <a:srgbClr val="000000"/>
                </a:solidFill>
              </a:rPr>
              <a:t>color</a:t>
            </a:r>
            <a:r>
              <a:rPr lang="en-GB" sz="1000" dirty="0">
                <a:solidFill>
                  <a:srgbClr val="000000"/>
                </a:solidFill>
              </a:rPr>
              <a:t> of the icon</a:t>
            </a:r>
          </a:p>
          <a:p>
            <a:r>
              <a:rPr lang="en-GB" sz="1000" dirty="0">
                <a:solidFill>
                  <a:srgbClr val="000000"/>
                </a:solidFill>
              </a:rPr>
              <a:t>&gt;Click on the icon</a:t>
            </a:r>
            <a:br>
              <a:rPr lang="en-GB" sz="1000" dirty="0">
                <a:solidFill>
                  <a:srgbClr val="000000"/>
                </a:solidFill>
              </a:rPr>
            </a:br>
            <a:r>
              <a:rPr lang="en-GB" sz="1000" dirty="0">
                <a:solidFill>
                  <a:srgbClr val="000000"/>
                </a:solidFill>
              </a:rPr>
              <a:t>&gt;Shape Fill</a:t>
            </a:r>
          </a:p>
          <a:p>
            <a:r>
              <a:rPr lang="en-GB" sz="1000" dirty="0">
                <a:solidFill>
                  <a:srgbClr val="000000"/>
                </a:solidFill>
              </a:rPr>
              <a:t>&gt;Select a </a:t>
            </a:r>
            <a:r>
              <a:rPr lang="en-GB" sz="1000" dirty="0" err="1">
                <a:solidFill>
                  <a:srgbClr val="000000"/>
                </a:solidFill>
              </a:rPr>
              <a:t>color</a:t>
            </a:r>
            <a:r>
              <a:rPr lang="en-GB" sz="1000" dirty="0">
                <a:solidFill>
                  <a:srgbClr val="000000"/>
                </a:solidFill>
              </a:rPr>
              <a:t> from the top line of the </a:t>
            </a:r>
            <a:r>
              <a:rPr lang="en-GB" sz="1000" dirty="0" err="1">
                <a:solidFill>
                  <a:srgbClr val="000000"/>
                </a:solidFill>
              </a:rPr>
              <a:t>color</a:t>
            </a:r>
            <a:r>
              <a:rPr lang="en-GB" sz="1000" dirty="0">
                <a:solidFill>
                  <a:srgbClr val="000000"/>
                </a:solidFill>
              </a:rPr>
              <a:t> palette</a:t>
            </a:r>
          </a:p>
        </p:txBody>
      </p:sp>
      <p:sp>
        <p:nvSpPr>
          <p:cNvPr id="245" name="Donut 24">
            <a:extLst>
              <a:ext uri="{FF2B5EF4-FFF2-40B4-BE49-F238E27FC236}">
                <a16:creationId xmlns:a16="http://schemas.microsoft.com/office/drawing/2014/main" id="{C4E8ECAE-C50B-6C87-F623-CD73A0F1DE04}"/>
              </a:ext>
            </a:extLst>
          </p:cNvPr>
          <p:cNvSpPr/>
          <p:nvPr userDrawn="1"/>
        </p:nvSpPr>
        <p:spPr bwMode="gray">
          <a:xfrm>
            <a:off x="12540088" y="1522816"/>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6" name="Freeform 45">
            <a:extLst>
              <a:ext uri="{FF2B5EF4-FFF2-40B4-BE49-F238E27FC236}">
                <a16:creationId xmlns:a16="http://schemas.microsoft.com/office/drawing/2014/main" id="{31DF5DB7-1D78-BAEF-26CD-CE9A7573E95A}"/>
              </a:ext>
            </a:extLst>
          </p:cNvPr>
          <p:cNvSpPr>
            <a:spLocks noEditPoints="1"/>
          </p:cNvSpPr>
          <p:nvPr userDrawn="1"/>
        </p:nvSpPr>
        <p:spPr bwMode="gray">
          <a:xfrm>
            <a:off x="12528462" y="1792846"/>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48" name="Graphic 247">
            <a:extLst>
              <a:ext uri="{FF2B5EF4-FFF2-40B4-BE49-F238E27FC236}">
                <a16:creationId xmlns:a16="http://schemas.microsoft.com/office/drawing/2014/main" id="{97665FB4-0297-F134-F24C-F3F784DF3BA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55920" y="1538648"/>
            <a:ext cx="508397" cy="508397"/>
          </a:xfrm>
          <a:prstGeom prst="rect">
            <a:avLst/>
          </a:prstGeom>
        </p:spPr>
      </p:pic>
    </p:spTree>
    <p:extLst>
      <p:ext uri="{BB962C8B-B14F-4D97-AF65-F5344CB8AC3E}">
        <p14:creationId xmlns:p14="http://schemas.microsoft.com/office/powerpoint/2010/main" val="3527704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9A18D-C254-C0E5-2090-E1C857690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7A92B84-5231-73D6-5C06-C9B60C778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4" name="Footer Placeholder 8">
            <a:extLst>
              <a:ext uri="{FF2B5EF4-FFF2-40B4-BE49-F238E27FC236}">
                <a16:creationId xmlns:a16="http://schemas.microsoft.com/office/drawing/2014/main" id="{A1F71F15-3A71-883C-1B7E-0F4A350D101B}"/>
              </a:ext>
            </a:extLst>
          </p:cNvPr>
          <p:cNvSpPr>
            <a:spLocks noGrp="1"/>
          </p:cNvSpPr>
          <p:nvPr>
            <p:ph type="ftr" sz="quarter" idx="3"/>
          </p:nvPr>
        </p:nvSpPr>
        <p:spPr>
          <a:xfrm>
            <a:off x="7330440" y="6425215"/>
            <a:ext cx="3640654" cy="365125"/>
          </a:xfrm>
          <a:prstGeom prst="rect">
            <a:avLst/>
          </a:prstGeom>
        </p:spPr>
        <p:txBody>
          <a:bodyPr vert="horz" lIns="91440" tIns="45720" rIns="91440" bIns="45720" rtlCol="0" anchor="ctr"/>
          <a:lstStyle>
            <a:lvl1pPr algn="ctr">
              <a:defRPr sz="1200">
                <a:solidFill>
                  <a:schemeClr val="bg2"/>
                </a:solidFill>
              </a:defRPr>
            </a:lvl1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1C5924BB-1673-7DD2-1A18-ACEA4E1BE446}"/>
              </a:ext>
            </a:extLst>
          </p:cNvPr>
          <p:cNvSpPr>
            <a:spLocks noGrp="1"/>
          </p:cNvSpPr>
          <p:nvPr>
            <p:ph type="sldNum" sz="quarter" idx="4"/>
          </p:nvPr>
        </p:nvSpPr>
        <p:spPr>
          <a:xfrm>
            <a:off x="10972800" y="6426000"/>
            <a:ext cx="536400" cy="363600"/>
          </a:xfrm>
          <a:prstGeom prst="rect">
            <a:avLst/>
          </a:prstGeom>
        </p:spPr>
        <p:txBody>
          <a:bodyPr vert="horz" lIns="91440" tIns="45720" rIns="91440" bIns="45720" rtlCol="0" anchor="ctr"/>
          <a:lstStyle>
            <a:lvl1pPr algn="r">
              <a:defRPr sz="1200">
                <a:solidFill>
                  <a:schemeClr val="bg2"/>
                </a:solidFill>
              </a:defRPr>
            </a:lvl1pPr>
          </a:lstStyle>
          <a:p>
            <a:fld id="{4413DBDE-1217-486F-B764-076DBBFEB98C}" type="slidenum">
              <a:rPr lang="en-GB" smtClean="0"/>
              <a:pPr/>
              <a:t>‹Nº›</a:t>
            </a:fld>
            <a:endParaRPr lang="en-GB" dirty="0"/>
          </a:p>
        </p:txBody>
      </p:sp>
      <p:sp>
        <p:nvSpPr>
          <p:cNvPr id="6" name="Date Placeholder 5">
            <a:extLst>
              <a:ext uri="{FF2B5EF4-FFF2-40B4-BE49-F238E27FC236}">
                <a16:creationId xmlns:a16="http://schemas.microsoft.com/office/drawing/2014/main" id="{3FF5DD4A-0AA7-D4DD-CD1B-6AB87BE695B7}"/>
              </a:ext>
            </a:extLst>
          </p:cNvPr>
          <p:cNvSpPr>
            <a:spLocks noGrp="1"/>
          </p:cNvSpPr>
          <p:nvPr>
            <p:ph type="dt" sz="half" idx="2"/>
          </p:nvPr>
        </p:nvSpPr>
        <p:spPr>
          <a:xfrm>
            <a:off x="838200" y="6970400"/>
            <a:ext cx="2743200" cy="365125"/>
          </a:xfrm>
          <a:prstGeom prst="rect">
            <a:avLst/>
          </a:prstGeom>
        </p:spPr>
        <p:txBody>
          <a:bodyPr vert="horz" lIns="91440" tIns="45720" rIns="91440" bIns="45720" rtlCol="0" anchor="ctr"/>
          <a:lstStyle>
            <a:lvl1pPr algn="l">
              <a:defRPr sz="1200">
                <a:solidFill>
                  <a:srgbClr val="E6E6E6"/>
                </a:solidFill>
              </a:defRPr>
            </a:lvl1pPr>
          </a:lstStyle>
          <a:p>
            <a:fld id="{9D8E04B5-71C0-48DB-AAF1-DE0EE2C83CF8}" type="datetime1">
              <a:rPr lang="en-GB" smtClean="0"/>
              <a:t>09/04/2026</a:t>
            </a:fld>
            <a:endParaRPr lang="en-GB"/>
          </a:p>
        </p:txBody>
      </p:sp>
      <p:grpSp>
        <p:nvGrpSpPr>
          <p:cNvPr id="27" name="Group 26">
            <a:extLst>
              <a:ext uri="{FF2B5EF4-FFF2-40B4-BE49-F238E27FC236}">
                <a16:creationId xmlns:a16="http://schemas.microsoft.com/office/drawing/2014/main" id="{1ED91BDB-5221-F401-63DC-C60F9CD58B1E}"/>
              </a:ext>
            </a:extLst>
          </p:cNvPr>
          <p:cNvGrpSpPr/>
          <p:nvPr userDrawn="1"/>
        </p:nvGrpSpPr>
        <p:grpSpPr>
          <a:xfrm>
            <a:off x="-1910796" y="4110204"/>
            <a:ext cx="1736624" cy="2192109"/>
            <a:chOff x="-358333" y="-694129"/>
            <a:chExt cx="1736624" cy="2192109"/>
          </a:xfrm>
        </p:grpSpPr>
        <p:sp>
          <p:nvSpPr>
            <p:cNvPr id="28" name="Freeform 5">
              <a:extLst>
                <a:ext uri="{FF2B5EF4-FFF2-40B4-BE49-F238E27FC236}">
                  <a16:creationId xmlns:a16="http://schemas.microsoft.com/office/drawing/2014/main" id="{CDA3ADD9-C0FF-251A-2299-E1C24CF08DD3}"/>
                </a:ext>
              </a:extLst>
            </p:cNvPr>
            <p:cNvSpPr>
              <a:spLocks noEditPoints="1"/>
            </p:cNvSpPr>
            <p:nvPr/>
          </p:nvSpPr>
          <p:spPr bwMode="gray">
            <a:xfrm flipH="1">
              <a:off x="-212513" y="-600808"/>
              <a:ext cx="292899" cy="351430"/>
            </a:xfrm>
            <a:custGeom>
              <a:avLst/>
              <a:gdLst>
                <a:gd name="T0" fmla="*/ 1778 w 7111"/>
                <a:gd name="T1" fmla="*/ 1600 h 8533"/>
                <a:gd name="T2" fmla="*/ 1955 w 7111"/>
                <a:gd name="T3" fmla="*/ 1422 h 8533"/>
                <a:gd name="T4" fmla="*/ 2625 w 7111"/>
                <a:gd name="T5" fmla="*/ 1600 h 8533"/>
                <a:gd name="T6" fmla="*/ 1956 w 7111"/>
                <a:gd name="T7" fmla="*/ 1778 h 8533"/>
                <a:gd name="T8" fmla="*/ 1778 w 7111"/>
                <a:gd name="T9" fmla="*/ 1600 h 8533"/>
                <a:gd name="T10" fmla="*/ 4622 w 7111"/>
                <a:gd name="T11" fmla="*/ 1600 h 8533"/>
                <a:gd name="T12" fmla="*/ 4445 w 7111"/>
                <a:gd name="T13" fmla="*/ 1778 h 8533"/>
                <a:gd name="T14" fmla="*/ 3775 w 7111"/>
                <a:gd name="T15" fmla="*/ 1600 h 8533"/>
                <a:gd name="T16" fmla="*/ 4444 w 7111"/>
                <a:gd name="T17" fmla="*/ 1422 h 8533"/>
                <a:gd name="T18" fmla="*/ 4622 w 7111"/>
                <a:gd name="T19" fmla="*/ 1600 h 8533"/>
                <a:gd name="T20" fmla="*/ 6715 w 7111"/>
                <a:gd name="T21" fmla="*/ 4085 h 8533"/>
                <a:gd name="T22" fmla="*/ 5120 w 7111"/>
                <a:gd name="T23" fmla="*/ 3022 h 8533"/>
                <a:gd name="T24" fmla="*/ 3946 w 7111"/>
                <a:gd name="T25" fmla="*/ 3022 h 8533"/>
                <a:gd name="T26" fmla="*/ 3911 w 7111"/>
                <a:gd name="T27" fmla="*/ 3046 h 8533"/>
                <a:gd name="T28" fmla="*/ 3911 w 7111"/>
                <a:gd name="T29" fmla="*/ 2012 h 8533"/>
                <a:gd name="T30" fmla="*/ 4444 w 7111"/>
                <a:gd name="T31" fmla="*/ 2133 h 8533"/>
                <a:gd name="T32" fmla="*/ 4978 w 7111"/>
                <a:gd name="T33" fmla="*/ 1600 h 8533"/>
                <a:gd name="T34" fmla="*/ 4444 w 7111"/>
                <a:gd name="T35" fmla="*/ 1067 h 8533"/>
                <a:gd name="T36" fmla="*/ 3911 w 7111"/>
                <a:gd name="T37" fmla="*/ 1188 h 8533"/>
                <a:gd name="T38" fmla="*/ 3911 w 7111"/>
                <a:gd name="T39" fmla="*/ 711 h 8533"/>
                <a:gd name="T40" fmla="*/ 3200 w 7111"/>
                <a:gd name="T41" fmla="*/ 0 h 8533"/>
                <a:gd name="T42" fmla="*/ 2489 w 7111"/>
                <a:gd name="T43" fmla="*/ 711 h 8533"/>
                <a:gd name="T44" fmla="*/ 2489 w 7111"/>
                <a:gd name="T45" fmla="*/ 1188 h 8533"/>
                <a:gd name="T46" fmla="*/ 1956 w 7111"/>
                <a:gd name="T47" fmla="*/ 1067 h 8533"/>
                <a:gd name="T48" fmla="*/ 1422 w 7111"/>
                <a:gd name="T49" fmla="*/ 1600 h 8533"/>
                <a:gd name="T50" fmla="*/ 1956 w 7111"/>
                <a:gd name="T51" fmla="*/ 2133 h 8533"/>
                <a:gd name="T52" fmla="*/ 2489 w 7111"/>
                <a:gd name="T53" fmla="*/ 2012 h 8533"/>
                <a:gd name="T54" fmla="*/ 2489 w 7111"/>
                <a:gd name="T55" fmla="*/ 5469 h 8533"/>
                <a:gd name="T56" fmla="*/ 2405 w 7111"/>
                <a:gd name="T57" fmla="*/ 5620 h 8533"/>
                <a:gd name="T58" fmla="*/ 2232 w 7111"/>
                <a:gd name="T59" fmla="*/ 5628 h 8533"/>
                <a:gd name="T60" fmla="*/ 1090 w 7111"/>
                <a:gd name="T61" fmla="*/ 5057 h 8533"/>
                <a:gd name="T62" fmla="*/ 753 w 7111"/>
                <a:gd name="T63" fmla="*/ 4978 h 8533"/>
                <a:gd name="T64" fmla="*/ 0 w 7111"/>
                <a:gd name="T65" fmla="*/ 5731 h 8533"/>
                <a:gd name="T66" fmla="*/ 0 w 7111"/>
                <a:gd name="T67" fmla="*/ 5867 h 8533"/>
                <a:gd name="T68" fmla="*/ 56 w 7111"/>
                <a:gd name="T69" fmla="*/ 5997 h 8533"/>
                <a:gd name="T70" fmla="*/ 2108 w 7111"/>
                <a:gd name="T71" fmla="*/ 7912 h 8533"/>
                <a:gd name="T72" fmla="*/ 3685 w 7111"/>
                <a:gd name="T73" fmla="*/ 8533 h 8533"/>
                <a:gd name="T74" fmla="*/ 5333 w 7111"/>
                <a:gd name="T75" fmla="*/ 8533 h 8533"/>
                <a:gd name="T76" fmla="*/ 7111 w 7111"/>
                <a:gd name="T77" fmla="*/ 6756 h 8533"/>
                <a:gd name="T78" fmla="*/ 7111 w 7111"/>
                <a:gd name="T79" fmla="*/ 4825 h 8533"/>
                <a:gd name="T80" fmla="*/ 6715 w 7111"/>
                <a:gd name="T81" fmla="*/ 4085 h 8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11" h="8533">
                  <a:moveTo>
                    <a:pt x="1778" y="1600"/>
                  </a:moveTo>
                  <a:cubicBezTo>
                    <a:pt x="1778" y="1502"/>
                    <a:pt x="1857" y="1422"/>
                    <a:pt x="1955" y="1422"/>
                  </a:cubicBezTo>
                  <a:cubicBezTo>
                    <a:pt x="2025" y="1423"/>
                    <a:pt x="2304" y="1500"/>
                    <a:pt x="2625" y="1600"/>
                  </a:cubicBezTo>
                  <a:cubicBezTo>
                    <a:pt x="2304" y="1700"/>
                    <a:pt x="2026" y="1777"/>
                    <a:pt x="1956" y="1778"/>
                  </a:cubicBezTo>
                  <a:cubicBezTo>
                    <a:pt x="1857" y="1778"/>
                    <a:pt x="1778" y="1698"/>
                    <a:pt x="1778" y="1600"/>
                  </a:cubicBezTo>
                  <a:close/>
                  <a:moveTo>
                    <a:pt x="4622" y="1600"/>
                  </a:moveTo>
                  <a:cubicBezTo>
                    <a:pt x="4622" y="1698"/>
                    <a:pt x="4543" y="1778"/>
                    <a:pt x="4445" y="1778"/>
                  </a:cubicBezTo>
                  <a:cubicBezTo>
                    <a:pt x="4375" y="1777"/>
                    <a:pt x="4096" y="1700"/>
                    <a:pt x="3775" y="1600"/>
                  </a:cubicBezTo>
                  <a:cubicBezTo>
                    <a:pt x="4096" y="1500"/>
                    <a:pt x="4374" y="1423"/>
                    <a:pt x="4444" y="1422"/>
                  </a:cubicBezTo>
                  <a:cubicBezTo>
                    <a:pt x="4543" y="1422"/>
                    <a:pt x="4622" y="1502"/>
                    <a:pt x="4622" y="1600"/>
                  </a:cubicBezTo>
                  <a:close/>
                  <a:moveTo>
                    <a:pt x="6715" y="4085"/>
                  </a:moveTo>
                  <a:lnTo>
                    <a:pt x="5120" y="3022"/>
                  </a:lnTo>
                  <a:cubicBezTo>
                    <a:pt x="4772" y="2790"/>
                    <a:pt x="4294" y="2790"/>
                    <a:pt x="3946" y="3022"/>
                  </a:cubicBezTo>
                  <a:lnTo>
                    <a:pt x="3911" y="3046"/>
                  </a:lnTo>
                  <a:lnTo>
                    <a:pt x="3911" y="2012"/>
                  </a:lnTo>
                  <a:cubicBezTo>
                    <a:pt x="4141" y="2079"/>
                    <a:pt x="4353" y="2133"/>
                    <a:pt x="4444" y="2133"/>
                  </a:cubicBezTo>
                  <a:cubicBezTo>
                    <a:pt x="4739" y="2133"/>
                    <a:pt x="4978" y="1894"/>
                    <a:pt x="4978" y="1600"/>
                  </a:cubicBezTo>
                  <a:cubicBezTo>
                    <a:pt x="4978" y="1306"/>
                    <a:pt x="4739" y="1067"/>
                    <a:pt x="4444" y="1067"/>
                  </a:cubicBezTo>
                  <a:cubicBezTo>
                    <a:pt x="4353" y="1067"/>
                    <a:pt x="4141" y="1121"/>
                    <a:pt x="3911" y="1188"/>
                  </a:cubicBezTo>
                  <a:lnTo>
                    <a:pt x="3911" y="711"/>
                  </a:lnTo>
                  <a:cubicBezTo>
                    <a:pt x="3911" y="319"/>
                    <a:pt x="3592" y="0"/>
                    <a:pt x="3200" y="0"/>
                  </a:cubicBezTo>
                  <a:cubicBezTo>
                    <a:pt x="2808" y="0"/>
                    <a:pt x="2489" y="319"/>
                    <a:pt x="2489" y="711"/>
                  </a:cubicBezTo>
                  <a:lnTo>
                    <a:pt x="2489" y="1188"/>
                  </a:lnTo>
                  <a:cubicBezTo>
                    <a:pt x="2259" y="1121"/>
                    <a:pt x="2047" y="1067"/>
                    <a:pt x="1956" y="1067"/>
                  </a:cubicBezTo>
                  <a:cubicBezTo>
                    <a:pt x="1661" y="1067"/>
                    <a:pt x="1422" y="1306"/>
                    <a:pt x="1422" y="1600"/>
                  </a:cubicBezTo>
                  <a:cubicBezTo>
                    <a:pt x="1422" y="1894"/>
                    <a:pt x="1661" y="2133"/>
                    <a:pt x="1956" y="2133"/>
                  </a:cubicBezTo>
                  <a:cubicBezTo>
                    <a:pt x="2047" y="2133"/>
                    <a:pt x="2259" y="2079"/>
                    <a:pt x="2489" y="2012"/>
                  </a:cubicBezTo>
                  <a:lnTo>
                    <a:pt x="2489" y="5469"/>
                  </a:lnTo>
                  <a:cubicBezTo>
                    <a:pt x="2489" y="5559"/>
                    <a:pt x="2430" y="5605"/>
                    <a:pt x="2405" y="5620"/>
                  </a:cubicBezTo>
                  <a:cubicBezTo>
                    <a:pt x="2379" y="5636"/>
                    <a:pt x="2311" y="5668"/>
                    <a:pt x="2232" y="5628"/>
                  </a:cubicBezTo>
                  <a:lnTo>
                    <a:pt x="1090" y="5057"/>
                  </a:lnTo>
                  <a:cubicBezTo>
                    <a:pt x="986" y="5005"/>
                    <a:pt x="869" y="4978"/>
                    <a:pt x="753" y="4978"/>
                  </a:cubicBezTo>
                  <a:cubicBezTo>
                    <a:pt x="338" y="4978"/>
                    <a:pt x="0" y="5316"/>
                    <a:pt x="0" y="5731"/>
                  </a:cubicBezTo>
                  <a:lnTo>
                    <a:pt x="0" y="5867"/>
                  </a:lnTo>
                  <a:cubicBezTo>
                    <a:pt x="0" y="5916"/>
                    <a:pt x="20" y="5963"/>
                    <a:pt x="56" y="5997"/>
                  </a:cubicBezTo>
                  <a:lnTo>
                    <a:pt x="2108" y="7912"/>
                  </a:lnTo>
                  <a:cubicBezTo>
                    <a:pt x="2538" y="8313"/>
                    <a:pt x="3098" y="8533"/>
                    <a:pt x="3685" y="8533"/>
                  </a:cubicBezTo>
                  <a:lnTo>
                    <a:pt x="5333" y="8533"/>
                  </a:lnTo>
                  <a:cubicBezTo>
                    <a:pt x="6314" y="8533"/>
                    <a:pt x="7111" y="7736"/>
                    <a:pt x="7111" y="6756"/>
                  </a:cubicBezTo>
                  <a:lnTo>
                    <a:pt x="7111" y="4825"/>
                  </a:lnTo>
                  <a:cubicBezTo>
                    <a:pt x="7111" y="4527"/>
                    <a:pt x="6963" y="4251"/>
                    <a:pt x="6715" y="4085"/>
                  </a:cubicBezTo>
                  <a:close/>
                </a:path>
              </a:pathLst>
            </a:custGeom>
            <a:solidFill>
              <a:srgbClr val="100F0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TextBox 28">
              <a:extLst>
                <a:ext uri="{FF2B5EF4-FFF2-40B4-BE49-F238E27FC236}">
                  <a16:creationId xmlns:a16="http://schemas.microsoft.com/office/drawing/2014/main" id="{A2B1CC3F-0A9C-757E-665C-964B1E89F5B0}"/>
                </a:ext>
              </a:extLst>
            </p:cNvPr>
            <p:cNvSpPr txBox="1"/>
            <p:nvPr/>
          </p:nvSpPr>
          <p:spPr bwMode="gray">
            <a:xfrm>
              <a:off x="-346706" y="20652"/>
              <a:ext cx="1724997" cy="1477328"/>
            </a:xfrm>
            <a:prstGeom prst="rect">
              <a:avLst/>
            </a:prstGeom>
            <a:noFill/>
          </p:spPr>
          <p:txBody>
            <a:bodyPr wrap="square" lIns="0" tIns="0" rIns="0" bIns="0" rtlCol="0" anchor="t">
              <a:spAutoFit/>
            </a:bodyPr>
            <a:lstStyle/>
            <a:p>
              <a:r>
                <a:rPr lang="en-GB" sz="1200" dirty="0">
                  <a:solidFill>
                    <a:srgbClr val="000000"/>
                  </a:solidFill>
                </a:rPr>
                <a:t>A number of corporate </a:t>
              </a:r>
              <a:r>
                <a:rPr lang="en-GB" sz="1200" dirty="0" err="1">
                  <a:solidFill>
                    <a:srgbClr val="000000"/>
                  </a:solidFill>
                </a:rPr>
                <a:t>colors</a:t>
              </a:r>
              <a:r>
                <a:rPr lang="en-GB" sz="1200" dirty="0">
                  <a:solidFill>
                    <a:srgbClr val="000000"/>
                  </a:solidFill>
                </a:rPr>
                <a:t> have already been set within this presentation for ease of use. When selecting a colour opt for the top row of colours on the Palette titled ‘Theme </a:t>
              </a:r>
              <a:r>
                <a:rPr lang="en-GB" sz="1200" dirty="0" err="1">
                  <a:solidFill>
                    <a:srgbClr val="000000"/>
                  </a:solidFill>
                </a:rPr>
                <a:t>Colors’</a:t>
              </a:r>
              <a:r>
                <a:rPr lang="en-GB" sz="1200" dirty="0">
                  <a:solidFill>
                    <a:srgbClr val="000000"/>
                  </a:solidFill>
                </a:rPr>
                <a:t> . </a:t>
              </a:r>
            </a:p>
          </p:txBody>
        </p:sp>
        <p:sp>
          <p:nvSpPr>
            <p:cNvPr id="30" name="Donut 24">
              <a:extLst>
                <a:ext uri="{FF2B5EF4-FFF2-40B4-BE49-F238E27FC236}">
                  <a16:creationId xmlns:a16="http://schemas.microsoft.com/office/drawing/2014/main" id="{62706A17-48CB-3280-AFA4-3F8C708B942E}"/>
                </a:ext>
              </a:extLst>
            </p:cNvPr>
            <p:cNvSpPr/>
            <p:nvPr userDrawn="1"/>
          </p:nvSpPr>
          <p:spPr bwMode="gray">
            <a:xfrm>
              <a:off x="-346706" y="-69412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Freeform 5">
              <a:extLst>
                <a:ext uri="{FF2B5EF4-FFF2-40B4-BE49-F238E27FC236}">
                  <a16:creationId xmlns:a16="http://schemas.microsoft.com/office/drawing/2014/main" id="{BB2C29E4-B7B1-D92B-7984-60E6E861A63F}"/>
                </a:ext>
              </a:extLst>
            </p:cNvPr>
            <p:cNvSpPr>
              <a:spLocks noEditPoints="1"/>
            </p:cNvSpPr>
            <p:nvPr userDrawn="1"/>
          </p:nvSpPr>
          <p:spPr bwMode="gray">
            <a:xfrm>
              <a:off x="-358333" y="-4240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51" name="Group 50">
            <a:extLst>
              <a:ext uri="{FF2B5EF4-FFF2-40B4-BE49-F238E27FC236}">
                <a16:creationId xmlns:a16="http://schemas.microsoft.com/office/drawing/2014/main" id="{3D90A9B6-BC46-1E50-4FE0-C2517BE377E7}"/>
              </a:ext>
            </a:extLst>
          </p:cNvPr>
          <p:cNvGrpSpPr/>
          <p:nvPr userDrawn="1"/>
        </p:nvGrpSpPr>
        <p:grpSpPr>
          <a:xfrm>
            <a:off x="-1910797" y="120061"/>
            <a:ext cx="1736625" cy="3313467"/>
            <a:chOff x="9284399" y="2626465"/>
            <a:chExt cx="1736625" cy="3313467"/>
          </a:xfrm>
        </p:grpSpPr>
        <p:grpSp>
          <p:nvGrpSpPr>
            <p:cNvPr id="52" name="Group 51">
              <a:extLst>
                <a:ext uri="{FF2B5EF4-FFF2-40B4-BE49-F238E27FC236}">
                  <a16:creationId xmlns:a16="http://schemas.microsoft.com/office/drawing/2014/main" id="{1B5E0FCB-89CF-64F8-4DCD-E8689C6AEC98}"/>
                </a:ext>
              </a:extLst>
            </p:cNvPr>
            <p:cNvGrpSpPr/>
            <p:nvPr/>
          </p:nvGrpSpPr>
          <p:grpSpPr>
            <a:xfrm>
              <a:off x="9285029" y="2626465"/>
              <a:ext cx="551687" cy="608260"/>
              <a:chOff x="9285029" y="2626465"/>
              <a:chExt cx="551687" cy="608260"/>
            </a:xfrm>
          </p:grpSpPr>
          <p:sp>
            <p:nvSpPr>
              <p:cNvPr id="54" name="Rectangle 53">
                <a:extLst>
                  <a:ext uri="{FF2B5EF4-FFF2-40B4-BE49-F238E27FC236}">
                    <a16:creationId xmlns:a16="http://schemas.microsoft.com/office/drawing/2014/main" id="{574B00E0-9A9B-A3AB-CD1D-4D24B89E5E8D}"/>
                  </a:ext>
                </a:extLst>
              </p:cNvPr>
              <p:cNvSpPr/>
              <p:nvPr/>
            </p:nvSpPr>
            <p:spPr>
              <a:xfrm>
                <a:off x="9371147" y="2799251"/>
                <a:ext cx="368759" cy="20745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38D01FF9-153A-CA5F-9B4A-D29D7FFC7B6D}"/>
                  </a:ext>
                </a:extLst>
              </p:cNvPr>
              <p:cNvSpPr>
                <a:spLocks noChangeAspect="1"/>
              </p:cNvSpPr>
              <p:nvPr/>
            </p:nvSpPr>
            <p:spPr>
              <a:xfrm>
                <a:off x="9389470" y="2822301"/>
                <a:ext cx="52029" cy="29270"/>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E6AA11A7-942A-7D4E-8DBB-015EC13D240D}"/>
                  </a:ext>
                </a:extLst>
              </p:cNvPr>
              <p:cNvSpPr>
                <a:spLocks noChangeAspect="1"/>
              </p:cNvSpPr>
              <p:nvPr/>
            </p:nvSpPr>
            <p:spPr>
              <a:xfrm>
                <a:off x="9389470" y="2875990"/>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162A0D0C-A871-C553-DCB1-18478DF6C325}"/>
                  </a:ext>
                </a:extLst>
              </p:cNvPr>
              <p:cNvSpPr>
                <a:spLocks noChangeAspect="1"/>
              </p:cNvSpPr>
              <p:nvPr/>
            </p:nvSpPr>
            <p:spPr>
              <a:xfrm>
                <a:off x="9389470" y="2929679"/>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354CE67C-1A7E-49F8-1B5A-0F5D9C0664D8}"/>
                  </a:ext>
                </a:extLst>
              </p:cNvPr>
              <p:cNvSpPr>
                <a:spLocks/>
              </p:cNvSpPr>
              <p:nvPr/>
            </p:nvSpPr>
            <p:spPr>
              <a:xfrm>
                <a:off x="9389470" y="2983368"/>
                <a:ext cx="52029" cy="23047"/>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9" name="Straight Connector 58">
                <a:extLst>
                  <a:ext uri="{FF2B5EF4-FFF2-40B4-BE49-F238E27FC236}">
                    <a16:creationId xmlns:a16="http://schemas.microsoft.com/office/drawing/2014/main" id="{78C4956D-02DF-B548-377B-7C3016A0D11B}"/>
                  </a:ext>
                </a:extLst>
              </p:cNvPr>
              <p:cNvCxnSpPr>
                <a:cxnSpLocks/>
              </p:cNvCxnSpPr>
              <p:nvPr/>
            </p:nvCxnSpPr>
            <p:spPr>
              <a:xfrm>
                <a:off x="9463347" y="2799251"/>
                <a:ext cx="0" cy="20745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A33479EA-7B61-062F-76B2-6905FE533DB8}"/>
                  </a:ext>
                </a:extLst>
              </p:cNvPr>
              <p:cNvGrpSpPr/>
              <p:nvPr/>
            </p:nvGrpSpPr>
            <p:grpSpPr>
              <a:xfrm>
                <a:off x="9509455" y="2825812"/>
                <a:ext cx="173433" cy="97567"/>
                <a:chOff x="9720476" y="1722658"/>
                <a:chExt cx="270899" cy="97567"/>
              </a:xfrm>
            </p:grpSpPr>
            <p:sp>
              <p:nvSpPr>
                <p:cNvPr id="64" name="Rectangle 63">
                  <a:extLst>
                    <a:ext uri="{FF2B5EF4-FFF2-40B4-BE49-F238E27FC236}">
                      <a16:creationId xmlns:a16="http://schemas.microsoft.com/office/drawing/2014/main" id="{F44F84CE-287F-9E57-E584-14BE406E725E}"/>
                    </a:ext>
                  </a:extLst>
                </p:cNvPr>
                <p:cNvSpPr>
                  <a:spLocks noChangeAspect="1"/>
                </p:cNvSpPr>
                <p:nvPr/>
              </p:nvSpPr>
              <p:spPr>
                <a:xfrm>
                  <a:off x="9720476" y="1722658"/>
                  <a:ext cx="270899" cy="97567"/>
                </a:xfrm>
                <a:prstGeom prst="rect">
                  <a:avLst/>
                </a:prstGeom>
                <a:solidFill>
                  <a:schemeClr val="tx1"/>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5" name="Straight Connector 64">
                  <a:extLst>
                    <a:ext uri="{FF2B5EF4-FFF2-40B4-BE49-F238E27FC236}">
                      <a16:creationId xmlns:a16="http://schemas.microsoft.com/office/drawing/2014/main" id="{6BD96EAA-A345-F63E-7078-5335F263D568}"/>
                    </a:ext>
                  </a:extLst>
                </p:cNvPr>
                <p:cNvCxnSpPr/>
                <p:nvPr/>
              </p:nvCxnSpPr>
              <p:spPr>
                <a:xfrm>
                  <a:off x="9747915" y="1744682"/>
                  <a:ext cx="2160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03037AC-8EF6-5BBC-CDCA-6293CB5A8192}"/>
                    </a:ext>
                  </a:extLst>
                </p:cNvPr>
                <p:cNvCxnSpPr>
                  <a:cxnSpLocks/>
                </p:cNvCxnSpPr>
                <p:nvPr/>
              </p:nvCxnSpPr>
              <p:spPr>
                <a:xfrm>
                  <a:off x="9810532" y="1770736"/>
                  <a:ext cx="153404"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14ABB36-B3F1-4FDD-558C-2EFFE5D42B95}"/>
                    </a:ext>
                  </a:extLst>
                </p:cNvPr>
                <p:cNvCxnSpPr>
                  <a:cxnSpLocks/>
                </p:cNvCxnSpPr>
                <p:nvPr/>
              </p:nvCxnSpPr>
              <p:spPr>
                <a:xfrm>
                  <a:off x="9810538" y="1797691"/>
                  <a:ext cx="153404"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6C0169F-E165-8047-E9C0-9E4D82D61840}"/>
                    </a:ext>
                  </a:extLst>
                </p:cNvPr>
                <p:cNvCxnSpPr>
                  <a:cxnSpLocks/>
                </p:cNvCxnSpPr>
                <p:nvPr/>
              </p:nvCxnSpPr>
              <p:spPr>
                <a:xfrm>
                  <a:off x="9747912" y="1771442"/>
                  <a:ext cx="35999"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C8D520C-AB1D-7A97-5E32-E67C8C827C16}"/>
                    </a:ext>
                  </a:extLst>
                </p:cNvPr>
                <p:cNvCxnSpPr>
                  <a:cxnSpLocks/>
                </p:cNvCxnSpPr>
                <p:nvPr/>
              </p:nvCxnSpPr>
              <p:spPr>
                <a:xfrm>
                  <a:off x="9748012" y="1797691"/>
                  <a:ext cx="35999"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cxnSp>
            <p:nvCxnSpPr>
              <p:cNvPr id="61" name="Straight Connector 60">
                <a:extLst>
                  <a:ext uri="{FF2B5EF4-FFF2-40B4-BE49-F238E27FC236}">
                    <a16:creationId xmlns:a16="http://schemas.microsoft.com/office/drawing/2014/main" id="{2F1DF4BB-6AD8-476C-781F-51E72787C590}"/>
                  </a:ext>
                </a:extLst>
              </p:cNvPr>
              <p:cNvCxnSpPr>
                <a:cxnSpLocks/>
              </p:cNvCxnSpPr>
              <p:nvPr/>
            </p:nvCxnSpPr>
            <p:spPr>
              <a:xfrm flipH="1">
                <a:off x="9463347" y="2958949"/>
                <a:ext cx="276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Donut 24">
                <a:extLst>
                  <a:ext uri="{FF2B5EF4-FFF2-40B4-BE49-F238E27FC236}">
                    <a16:creationId xmlns:a16="http://schemas.microsoft.com/office/drawing/2014/main" id="{2BBB033A-EB64-709A-E9E5-9FF054C52248}"/>
                  </a:ext>
                </a:extLst>
              </p:cNvPr>
              <p:cNvSpPr/>
              <p:nvPr/>
            </p:nvSpPr>
            <p:spPr bwMode="gray">
              <a:xfrm>
                <a:off x="9296656" y="262646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3" name="Freeform 5">
                <a:extLst>
                  <a:ext uri="{FF2B5EF4-FFF2-40B4-BE49-F238E27FC236}">
                    <a16:creationId xmlns:a16="http://schemas.microsoft.com/office/drawing/2014/main" id="{2A2D9648-2D0A-A770-8159-A0D10C0B5CA6}"/>
                  </a:ext>
                </a:extLst>
              </p:cNvPr>
              <p:cNvSpPr>
                <a:spLocks noEditPoints="1"/>
              </p:cNvSpPr>
              <p:nvPr/>
            </p:nvSpPr>
            <p:spPr bwMode="gray">
              <a:xfrm>
                <a:off x="9285029" y="289649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53" name="TextBox 52">
              <a:extLst>
                <a:ext uri="{FF2B5EF4-FFF2-40B4-BE49-F238E27FC236}">
                  <a16:creationId xmlns:a16="http://schemas.microsoft.com/office/drawing/2014/main" id="{DAF2616E-FEB6-B21E-754A-8D6BD4117054}"/>
                </a:ext>
              </a:extLst>
            </p:cNvPr>
            <p:cNvSpPr txBox="1"/>
            <p:nvPr/>
          </p:nvSpPr>
          <p:spPr bwMode="gray">
            <a:xfrm>
              <a:off x="9284399" y="3354609"/>
              <a:ext cx="1736625" cy="2585323"/>
            </a:xfrm>
            <a:prstGeom prst="rect">
              <a:avLst/>
            </a:prstGeom>
            <a:noFill/>
          </p:spPr>
          <p:txBody>
            <a:bodyPr wrap="square" lIns="0" tIns="0" rIns="0" bIns="0" rtlCol="0">
              <a:spAutoFit/>
            </a:bodyPr>
            <a:lstStyle/>
            <a:p>
              <a:r>
                <a:rPr lang="en-GB" sz="1200" dirty="0">
                  <a:solidFill>
                    <a:srgbClr val="000000"/>
                  </a:solidFill>
                </a:rPr>
                <a:t>A number of pre-designed layouts have been built to allow you to successfully select the right layout you require. </a:t>
              </a:r>
              <a:br>
                <a:rPr lang="en-GB" sz="1200" dirty="0">
                  <a:solidFill>
                    <a:srgbClr val="000000"/>
                  </a:solidFill>
                </a:rPr>
              </a:br>
              <a:br>
                <a:rPr lang="en-GB" sz="1200" dirty="0">
                  <a:solidFill>
                    <a:srgbClr val="000000"/>
                  </a:solidFill>
                </a:rPr>
              </a:br>
              <a:r>
                <a:rPr lang="en-GB" sz="1200" dirty="0">
                  <a:solidFill>
                    <a:srgbClr val="000000"/>
                  </a:solidFill>
                </a:rPr>
                <a:t>To select a layout…</a:t>
              </a:r>
            </a:p>
            <a:p>
              <a:r>
                <a:rPr lang="en-GB" sz="1200" dirty="0">
                  <a:solidFill>
                    <a:srgbClr val="000000"/>
                  </a:solidFill>
                </a:rPr>
                <a:t>(In Normal screen mode)</a:t>
              </a:r>
            </a:p>
            <a:p>
              <a:r>
                <a:rPr lang="en-GB" sz="1200" dirty="0">
                  <a:solidFill>
                    <a:srgbClr val="000000"/>
                  </a:solidFill>
                </a:rPr>
                <a:t>&gt;Home</a:t>
              </a:r>
            </a:p>
            <a:p>
              <a:r>
                <a:rPr lang="en-GB" sz="1200" dirty="0">
                  <a:solidFill>
                    <a:srgbClr val="000000"/>
                  </a:solidFill>
                </a:rPr>
                <a:t>&gt;New Slide</a:t>
              </a:r>
            </a:p>
            <a:p>
              <a:r>
                <a:rPr lang="en-GB" sz="1200" dirty="0">
                  <a:solidFill>
                    <a:srgbClr val="000000"/>
                  </a:solidFill>
                </a:rPr>
                <a:t>(here you will see the predefined layouts you can choose from)</a:t>
              </a:r>
            </a:p>
            <a:p>
              <a:r>
                <a:rPr lang="en-GB" sz="1200" dirty="0">
                  <a:solidFill>
                    <a:srgbClr val="000000"/>
                  </a:solidFill>
                </a:rPr>
                <a:t>&gt;Click the desired layout</a:t>
              </a:r>
              <a:endParaRPr lang="en-GB" sz="1100" dirty="0">
                <a:solidFill>
                  <a:srgbClr val="000000"/>
                </a:solidFill>
              </a:endParaRPr>
            </a:p>
          </p:txBody>
        </p:sp>
      </p:grpSp>
    </p:spTree>
    <p:extLst>
      <p:ext uri="{BB962C8B-B14F-4D97-AF65-F5344CB8AC3E}">
        <p14:creationId xmlns:p14="http://schemas.microsoft.com/office/powerpoint/2010/main" val="160166689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33" r:id="rId3"/>
    <p:sldLayoutId id="2147483735" r:id="rId4"/>
    <p:sldLayoutId id="2147483736" r:id="rId5"/>
    <p:sldLayoutId id="2147483737" r:id="rId6"/>
    <p:sldLayoutId id="2147483690" r:id="rId7"/>
    <p:sldLayoutId id="2147483691" r:id="rId8"/>
    <p:sldLayoutId id="2147483692" r:id="rId9"/>
    <p:sldLayoutId id="2147483716" r:id="rId10"/>
    <p:sldLayoutId id="2147483729" r:id="rId11"/>
    <p:sldLayoutId id="2147483730" r:id="rId12"/>
    <p:sldLayoutId id="2147483731" r:id="rId13"/>
    <p:sldLayoutId id="2147483732" r:id="rId14"/>
    <p:sldLayoutId id="2147483695" r:id="rId15"/>
    <p:sldLayoutId id="2147483726" r:id="rId16"/>
    <p:sldLayoutId id="2147483724" r:id="rId17"/>
    <p:sldLayoutId id="2147483725" r:id="rId18"/>
    <p:sldLayoutId id="2147483693" r:id="rId19"/>
    <p:sldLayoutId id="2147483694" r:id="rId20"/>
    <p:sldLayoutId id="2147483697" r:id="rId21"/>
    <p:sldLayoutId id="2147483696" r:id="rId22"/>
    <p:sldLayoutId id="2147483698" r:id="rId23"/>
    <p:sldLayoutId id="2147483740" r:id="rId24"/>
    <p:sldLayoutId id="2147483742" r:id="rId25"/>
    <p:sldLayoutId id="2147483743" r:id="rId26"/>
    <p:sldLayoutId id="2147483741" r:id="rId27"/>
    <p:sldLayoutId id="2147483699" r:id="rId28"/>
    <p:sldLayoutId id="2147483744" r:id="rId29"/>
    <p:sldLayoutId id="2147483746" r:id="rId30"/>
    <p:sldLayoutId id="2147483747" r:id="rId31"/>
    <p:sldLayoutId id="2147483745" r:id="rId32"/>
    <p:sldLayoutId id="2147483721" r:id="rId33"/>
    <p:sldLayoutId id="2147483700" r:id="rId34"/>
    <p:sldLayoutId id="2147483704" r:id="rId35"/>
    <p:sldLayoutId id="2147483701" r:id="rId36"/>
    <p:sldLayoutId id="2147483702" r:id="rId37"/>
    <p:sldLayoutId id="2147483703" r:id="rId38"/>
    <p:sldLayoutId id="2147483705" r:id="rId39"/>
    <p:sldLayoutId id="2147483739" r:id="rId40"/>
    <p:sldLayoutId id="2147483706" r:id="rId41"/>
    <p:sldLayoutId id="2147483707" r:id="rId42"/>
    <p:sldLayoutId id="2147483708" r:id="rId43"/>
    <p:sldLayoutId id="2147483709" r:id="rId44"/>
    <p:sldLayoutId id="2147483714" r:id="rId45"/>
    <p:sldLayoutId id="2147483713" r:id="rId46"/>
    <p:sldLayoutId id="2147483711" r:id="rId47"/>
    <p:sldLayoutId id="2147483738" r:id="rId48"/>
    <p:sldLayoutId id="2147483750" r:id="rId49"/>
    <p:sldLayoutId id="2147483752" r:id="rId50"/>
    <p:sldLayoutId id="2147483722" r:id="rId51"/>
    <p:sldLayoutId id="2147483749" r:id="rId52"/>
    <p:sldLayoutId id="2147483715" r:id="rId53"/>
    <p:sldLayoutId id="2147483751" r:id="rId54"/>
    <p:sldLayoutId id="2147483748" r:id="rId55"/>
  </p:sldLayoutIdLst>
  <p:hf hdr="0"/>
  <p:txStyles>
    <p:titleStyle>
      <a:lvl1pPr algn="l" defTabSz="914400" rtl="0" eaLnBrk="1" latinLnBrk="0" hangingPunct="1">
        <a:lnSpc>
          <a:spcPct val="9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500"/>
        </a:spcBef>
        <a:buFont typeface="Arial" panose="020B0604020202020204" pitchFamily="34" charset="0"/>
        <a:buChar char="&gt;"/>
        <a:defRPr sz="1400"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gt;"/>
        <a:defRPr sz="14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gt;"/>
        <a:defRPr sz="1400" kern="1200">
          <a:solidFill>
            <a:schemeClr val="accent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gt;"/>
        <a:defRPr sz="1400" kern="1200">
          <a:solidFill>
            <a:schemeClr val="accent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gt;"/>
        <a:defRPr sz="14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Clr>
          <a:schemeClr val="accent2"/>
        </a:buClr>
        <a:buFont typeface="Arial" panose="020B0604020202020204" pitchFamily="34" charset="0"/>
        <a:buChar char="&gt;"/>
        <a:defRPr sz="1400" kern="1200">
          <a:solidFill>
            <a:schemeClr val="accent2"/>
          </a:solidFill>
          <a:latin typeface="+mn-lt"/>
          <a:ea typeface="+mn-ea"/>
          <a:cs typeface="+mn-cs"/>
        </a:defRPr>
      </a:lvl6pPr>
      <a:lvl7pPr marL="2971800" indent="-228600" algn="l" defTabSz="914400" rtl="0" eaLnBrk="1" latinLnBrk="0" hangingPunct="1">
        <a:lnSpc>
          <a:spcPct val="90000"/>
        </a:lnSpc>
        <a:spcBef>
          <a:spcPts val="500"/>
        </a:spcBef>
        <a:buClr>
          <a:schemeClr val="accent2"/>
        </a:buClr>
        <a:buFont typeface="Arial" panose="020B0604020202020204" pitchFamily="34" charset="0"/>
        <a:buChar char="&gt;"/>
        <a:defRPr sz="1400" kern="1200">
          <a:solidFill>
            <a:schemeClr val="accent2"/>
          </a:solidFill>
          <a:latin typeface="+mn-lt"/>
          <a:ea typeface="+mn-ea"/>
          <a:cs typeface="+mn-cs"/>
        </a:defRPr>
      </a:lvl7pPr>
      <a:lvl8pPr marL="3429000" indent="-228600" algn="l" defTabSz="914400" rtl="0" eaLnBrk="1" latinLnBrk="0" hangingPunct="1">
        <a:lnSpc>
          <a:spcPct val="90000"/>
        </a:lnSpc>
        <a:spcBef>
          <a:spcPts val="500"/>
        </a:spcBef>
        <a:buClr>
          <a:schemeClr val="accent2"/>
        </a:buClr>
        <a:buFont typeface="Arial" panose="020B0604020202020204" pitchFamily="34" charset="0"/>
        <a:buChar char="&gt;"/>
        <a:defRPr sz="1400" kern="1200">
          <a:solidFill>
            <a:schemeClr val="accent2"/>
          </a:solidFill>
          <a:latin typeface="+mn-lt"/>
          <a:ea typeface="+mn-ea"/>
          <a:cs typeface="+mn-cs"/>
        </a:defRPr>
      </a:lvl8pPr>
      <a:lvl9pPr marL="3886200" indent="-228600" algn="l" defTabSz="914400" rtl="0" eaLnBrk="1" latinLnBrk="0" hangingPunct="1">
        <a:lnSpc>
          <a:spcPct val="90000"/>
        </a:lnSpc>
        <a:spcBef>
          <a:spcPts val="500"/>
        </a:spcBef>
        <a:buClr>
          <a:schemeClr val="accent2"/>
        </a:buClr>
        <a:buFont typeface="Arial" panose="020B0604020202020204" pitchFamily="34" charset="0"/>
        <a:buChar char="&gt;"/>
        <a:defRPr sz="1400" kern="1200">
          <a:solidFill>
            <a:schemeClr val="accent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hyperlink" Target="https://worksites.baxter.com/sites/brandinghub/Shared%20Documents/Forms/AllItems.aspx?id=%2Fsites%2Fbrandinghub%2FShared%20Documents%2FVantive%20Photo%2C%20Video%2C%20and%20Icon%20Library%2FIcon%20Library&amp;viewid=e191dfc1%2D33ee%2D4f2d%2D9f2a%2D5b0bda37e7ac" TargetMode="External"/><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38.xml"/><Relationship Id="rId4" Type="http://schemas.openxmlformats.org/officeDocument/2006/relationships/chart" Target="../charts/char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52.png"/><Relationship Id="rId3" Type="http://schemas.openxmlformats.org/officeDocument/2006/relationships/image" Target="../media/image37.svg"/><Relationship Id="rId21" Type="http://schemas.openxmlformats.org/officeDocument/2006/relationships/image" Target="../media/image55.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51.svg"/><Relationship Id="rId25" Type="http://schemas.openxmlformats.org/officeDocument/2006/relationships/image" Target="../media/image59.svg"/><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53.xml"/><Relationship Id="rId6" Type="http://schemas.openxmlformats.org/officeDocument/2006/relationships/image" Target="../media/image40.png"/><Relationship Id="rId11" Type="http://schemas.openxmlformats.org/officeDocument/2006/relationships/image" Target="../media/image45.svg"/><Relationship Id="rId24" Type="http://schemas.openxmlformats.org/officeDocument/2006/relationships/image" Target="../media/image58.png"/><Relationship Id="rId5" Type="http://schemas.openxmlformats.org/officeDocument/2006/relationships/image" Target="../media/image39.svg"/><Relationship Id="rId15" Type="http://schemas.openxmlformats.org/officeDocument/2006/relationships/image" Target="../media/image49.svg"/><Relationship Id="rId23" Type="http://schemas.openxmlformats.org/officeDocument/2006/relationships/image" Target="../media/image57.svg"/><Relationship Id="rId10" Type="http://schemas.openxmlformats.org/officeDocument/2006/relationships/image" Target="../media/image44.png"/><Relationship Id="rId19" Type="http://schemas.openxmlformats.org/officeDocument/2006/relationships/image" Target="../media/image53.sv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 Id="rId22" Type="http://schemas.openxmlformats.org/officeDocument/2006/relationships/image" Target="../media/image56.png"/></Relationships>
</file>

<file path=ppt/slides/_rels/slide56.xml.rels><?xml version="1.0" encoding="UTF-8" standalone="yes"?>
<Relationships xmlns="http://schemas.openxmlformats.org/package/2006/relationships"><Relationship Id="rId26" Type="http://schemas.openxmlformats.org/officeDocument/2006/relationships/image" Target="../media/image84.png"/><Relationship Id="rId21" Type="http://schemas.openxmlformats.org/officeDocument/2006/relationships/image" Target="../media/image79.svg"/><Relationship Id="rId42" Type="http://schemas.openxmlformats.org/officeDocument/2006/relationships/image" Target="../media/image94.png"/><Relationship Id="rId47" Type="http://schemas.openxmlformats.org/officeDocument/2006/relationships/image" Target="../media/image99.svg"/><Relationship Id="rId63" Type="http://schemas.openxmlformats.org/officeDocument/2006/relationships/image" Target="../media/image47.svg"/><Relationship Id="rId68" Type="http://schemas.openxmlformats.org/officeDocument/2006/relationships/image" Target="../media/image116.png"/><Relationship Id="rId84" Type="http://schemas.openxmlformats.org/officeDocument/2006/relationships/image" Target="../media/image132.png"/><Relationship Id="rId89" Type="http://schemas.openxmlformats.org/officeDocument/2006/relationships/image" Target="../media/image137.svg"/><Relationship Id="rId16" Type="http://schemas.openxmlformats.org/officeDocument/2006/relationships/image" Target="../media/image74.png"/><Relationship Id="rId11" Type="http://schemas.openxmlformats.org/officeDocument/2006/relationships/image" Target="../media/image69.svg"/><Relationship Id="rId32" Type="http://schemas.openxmlformats.org/officeDocument/2006/relationships/image" Target="../media/image88.png"/><Relationship Id="rId37" Type="http://schemas.openxmlformats.org/officeDocument/2006/relationships/image" Target="../media/image37.svg"/><Relationship Id="rId53" Type="http://schemas.openxmlformats.org/officeDocument/2006/relationships/image" Target="../media/image103.svg"/><Relationship Id="rId58" Type="http://schemas.openxmlformats.org/officeDocument/2006/relationships/image" Target="../media/image108.png"/><Relationship Id="rId74" Type="http://schemas.openxmlformats.org/officeDocument/2006/relationships/image" Target="../media/image122.png"/><Relationship Id="rId79" Type="http://schemas.openxmlformats.org/officeDocument/2006/relationships/image" Target="../media/image127.svg"/><Relationship Id="rId5" Type="http://schemas.openxmlformats.org/officeDocument/2006/relationships/image" Target="../media/image63.svg"/><Relationship Id="rId90" Type="http://schemas.openxmlformats.org/officeDocument/2006/relationships/image" Target="../media/image138.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svg"/><Relationship Id="rId30" Type="http://schemas.openxmlformats.org/officeDocument/2006/relationships/image" Target="../media/image50.png"/><Relationship Id="rId35" Type="http://schemas.openxmlformats.org/officeDocument/2006/relationships/image" Target="../media/image91.svg"/><Relationship Id="rId43" Type="http://schemas.openxmlformats.org/officeDocument/2006/relationships/image" Target="../media/image95.svg"/><Relationship Id="rId48" Type="http://schemas.openxmlformats.org/officeDocument/2006/relationships/image" Target="../media/image38.png"/><Relationship Id="rId56" Type="http://schemas.openxmlformats.org/officeDocument/2006/relationships/image" Target="../media/image106.png"/><Relationship Id="rId64" Type="http://schemas.openxmlformats.org/officeDocument/2006/relationships/image" Target="../media/image112.png"/><Relationship Id="rId69" Type="http://schemas.openxmlformats.org/officeDocument/2006/relationships/image" Target="../media/image117.svg"/><Relationship Id="rId77" Type="http://schemas.openxmlformats.org/officeDocument/2006/relationships/image" Target="../media/image125.svg"/><Relationship Id="rId8" Type="http://schemas.openxmlformats.org/officeDocument/2006/relationships/image" Target="../media/image66.png"/><Relationship Id="rId51" Type="http://schemas.openxmlformats.org/officeDocument/2006/relationships/image" Target="../media/image101.svg"/><Relationship Id="rId72" Type="http://schemas.openxmlformats.org/officeDocument/2006/relationships/image" Target="../media/image120.png"/><Relationship Id="rId80" Type="http://schemas.openxmlformats.org/officeDocument/2006/relationships/image" Target="../media/image128.png"/><Relationship Id="rId85" Type="http://schemas.openxmlformats.org/officeDocument/2006/relationships/image" Target="../media/image133.svg"/><Relationship Id="rId3" Type="http://schemas.openxmlformats.org/officeDocument/2006/relationships/image" Target="../media/image61.svg"/><Relationship Id="rId12" Type="http://schemas.openxmlformats.org/officeDocument/2006/relationships/image" Target="../media/image70.png"/><Relationship Id="rId17" Type="http://schemas.openxmlformats.org/officeDocument/2006/relationships/image" Target="../media/image75.svg"/><Relationship Id="rId25" Type="http://schemas.openxmlformats.org/officeDocument/2006/relationships/image" Target="../media/image83.svg"/><Relationship Id="rId33" Type="http://schemas.openxmlformats.org/officeDocument/2006/relationships/image" Target="../media/image89.svg"/><Relationship Id="rId38" Type="http://schemas.openxmlformats.org/officeDocument/2006/relationships/image" Target="../media/image40.png"/><Relationship Id="rId46" Type="http://schemas.openxmlformats.org/officeDocument/2006/relationships/image" Target="../media/image98.png"/><Relationship Id="rId59" Type="http://schemas.openxmlformats.org/officeDocument/2006/relationships/image" Target="../media/image109.svg"/><Relationship Id="rId67" Type="http://schemas.openxmlformats.org/officeDocument/2006/relationships/image" Target="../media/image115.svg"/><Relationship Id="rId20" Type="http://schemas.openxmlformats.org/officeDocument/2006/relationships/image" Target="../media/image78.png"/><Relationship Id="rId41" Type="http://schemas.openxmlformats.org/officeDocument/2006/relationships/image" Target="../media/image93.svg"/><Relationship Id="rId54" Type="http://schemas.openxmlformats.org/officeDocument/2006/relationships/image" Target="../media/image104.png"/><Relationship Id="rId62" Type="http://schemas.openxmlformats.org/officeDocument/2006/relationships/image" Target="../media/image46.png"/><Relationship Id="rId70" Type="http://schemas.openxmlformats.org/officeDocument/2006/relationships/image" Target="../media/image118.png"/><Relationship Id="rId75" Type="http://schemas.openxmlformats.org/officeDocument/2006/relationships/image" Target="../media/image123.svg"/><Relationship Id="rId83" Type="http://schemas.openxmlformats.org/officeDocument/2006/relationships/image" Target="../media/image131.svg"/><Relationship Id="rId88" Type="http://schemas.openxmlformats.org/officeDocument/2006/relationships/image" Target="../media/image136.png"/><Relationship Id="rId91" Type="http://schemas.openxmlformats.org/officeDocument/2006/relationships/image" Target="../media/image139.svg"/><Relationship Id="rId1" Type="http://schemas.openxmlformats.org/officeDocument/2006/relationships/slideLayout" Target="../slideLayouts/slideLayout55.xml"/><Relationship Id="rId6" Type="http://schemas.openxmlformats.org/officeDocument/2006/relationships/image" Target="../media/image64.png"/><Relationship Id="rId15" Type="http://schemas.openxmlformats.org/officeDocument/2006/relationships/image" Target="../media/image73.svg"/><Relationship Id="rId23" Type="http://schemas.openxmlformats.org/officeDocument/2006/relationships/image" Target="../media/image81.svg"/><Relationship Id="rId28" Type="http://schemas.openxmlformats.org/officeDocument/2006/relationships/image" Target="../media/image86.png"/><Relationship Id="rId36" Type="http://schemas.openxmlformats.org/officeDocument/2006/relationships/image" Target="../media/image36.png"/><Relationship Id="rId49" Type="http://schemas.openxmlformats.org/officeDocument/2006/relationships/image" Target="../media/image39.svg"/><Relationship Id="rId57" Type="http://schemas.openxmlformats.org/officeDocument/2006/relationships/image" Target="../media/image107.svg"/><Relationship Id="rId10" Type="http://schemas.openxmlformats.org/officeDocument/2006/relationships/image" Target="../media/image68.png"/><Relationship Id="rId31" Type="http://schemas.openxmlformats.org/officeDocument/2006/relationships/image" Target="../media/image51.svg"/><Relationship Id="rId44" Type="http://schemas.openxmlformats.org/officeDocument/2006/relationships/image" Target="../media/image96.png"/><Relationship Id="rId52" Type="http://schemas.openxmlformats.org/officeDocument/2006/relationships/image" Target="../media/image102.png"/><Relationship Id="rId60" Type="http://schemas.openxmlformats.org/officeDocument/2006/relationships/image" Target="../media/image110.png"/><Relationship Id="rId65" Type="http://schemas.openxmlformats.org/officeDocument/2006/relationships/image" Target="../media/image113.svg"/><Relationship Id="rId73" Type="http://schemas.openxmlformats.org/officeDocument/2006/relationships/image" Target="../media/image121.svg"/><Relationship Id="rId78" Type="http://schemas.openxmlformats.org/officeDocument/2006/relationships/image" Target="../media/image126.png"/><Relationship Id="rId81" Type="http://schemas.openxmlformats.org/officeDocument/2006/relationships/image" Target="../media/image129.svg"/><Relationship Id="rId86" Type="http://schemas.openxmlformats.org/officeDocument/2006/relationships/image" Target="../media/image134.png"/><Relationship Id="rId4" Type="http://schemas.openxmlformats.org/officeDocument/2006/relationships/image" Target="../media/image62.png"/><Relationship Id="rId9" Type="http://schemas.openxmlformats.org/officeDocument/2006/relationships/image" Target="../media/image67.svg"/><Relationship Id="rId13" Type="http://schemas.openxmlformats.org/officeDocument/2006/relationships/image" Target="../media/image71.svg"/><Relationship Id="rId18" Type="http://schemas.openxmlformats.org/officeDocument/2006/relationships/image" Target="../media/image76.png"/><Relationship Id="rId39" Type="http://schemas.openxmlformats.org/officeDocument/2006/relationships/image" Target="../media/image41.svg"/><Relationship Id="rId34" Type="http://schemas.openxmlformats.org/officeDocument/2006/relationships/image" Target="../media/image90.png"/><Relationship Id="rId50" Type="http://schemas.openxmlformats.org/officeDocument/2006/relationships/image" Target="../media/image100.png"/><Relationship Id="rId55" Type="http://schemas.openxmlformats.org/officeDocument/2006/relationships/image" Target="../media/image105.svg"/><Relationship Id="rId76" Type="http://schemas.openxmlformats.org/officeDocument/2006/relationships/image" Target="../media/image124.png"/><Relationship Id="rId7" Type="http://schemas.openxmlformats.org/officeDocument/2006/relationships/image" Target="../media/image65.svg"/><Relationship Id="rId71" Type="http://schemas.openxmlformats.org/officeDocument/2006/relationships/image" Target="../media/image119.svg"/><Relationship Id="rId2" Type="http://schemas.openxmlformats.org/officeDocument/2006/relationships/image" Target="../media/image60.png"/><Relationship Id="rId29" Type="http://schemas.openxmlformats.org/officeDocument/2006/relationships/image" Target="../media/image87.svg"/><Relationship Id="rId24" Type="http://schemas.openxmlformats.org/officeDocument/2006/relationships/image" Target="../media/image82.png"/><Relationship Id="rId40" Type="http://schemas.openxmlformats.org/officeDocument/2006/relationships/image" Target="../media/image92.png"/><Relationship Id="rId45" Type="http://schemas.openxmlformats.org/officeDocument/2006/relationships/image" Target="../media/image97.svg"/><Relationship Id="rId66" Type="http://schemas.openxmlformats.org/officeDocument/2006/relationships/image" Target="../media/image114.png"/><Relationship Id="rId87" Type="http://schemas.openxmlformats.org/officeDocument/2006/relationships/image" Target="../media/image135.svg"/><Relationship Id="rId61" Type="http://schemas.openxmlformats.org/officeDocument/2006/relationships/image" Target="../media/image111.svg"/><Relationship Id="rId82" Type="http://schemas.openxmlformats.org/officeDocument/2006/relationships/image" Target="../media/image130.png"/><Relationship Id="rId19" Type="http://schemas.openxmlformats.org/officeDocument/2006/relationships/image" Target="../media/image77.svg"/></Relationships>
</file>

<file path=ppt/slides/_rels/slide57.xml.rels><?xml version="1.0" encoding="UTF-8" standalone="yes"?>
<Relationships xmlns="http://schemas.openxmlformats.org/package/2006/relationships"><Relationship Id="rId26" Type="http://schemas.openxmlformats.org/officeDocument/2006/relationships/image" Target="../media/image162.png"/><Relationship Id="rId21" Type="http://schemas.openxmlformats.org/officeDocument/2006/relationships/image" Target="../media/image157.svg"/><Relationship Id="rId42" Type="http://schemas.openxmlformats.org/officeDocument/2006/relationships/image" Target="../media/image178.png"/><Relationship Id="rId47" Type="http://schemas.openxmlformats.org/officeDocument/2006/relationships/image" Target="../media/image183.svg"/><Relationship Id="rId63" Type="http://schemas.openxmlformats.org/officeDocument/2006/relationships/image" Target="../media/image43.svg"/><Relationship Id="rId68" Type="http://schemas.openxmlformats.org/officeDocument/2006/relationships/image" Target="../media/image202.png"/><Relationship Id="rId84" Type="http://schemas.openxmlformats.org/officeDocument/2006/relationships/image" Target="../media/image218.png"/><Relationship Id="rId89" Type="http://schemas.openxmlformats.org/officeDocument/2006/relationships/image" Target="../media/image223.svg"/><Relationship Id="rId16" Type="http://schemas.openxmlformats.org/officeDocument/2006/relationships/image" Target="../media/image152.png"/><Relationship Id="rId11" Type="http://schemas.openxmlformats.org/officeDocument/2006/relationships/image" Target="../media/image147.svg"/><Relationship Id="rId32" Type="http://schemas.openxmlformats.org/officeDocument/2006/relationships/image" Target="../media/image168.png"/><Relationship Id="rId37" Type="http://schemas.openxmlformats.org/officeDocument/2006/relationships/image" Target="../media/image173.svg"/><Relationship Id="rId53" Type="http://schemas.openxmlformats.org/officeDocument/2006/relationships/image" Target="../media/image189.svg"/><Relationship Id="rId58" Type="http://schemas.openxmlformats.org/officeDocument/2006/relationships/image" Target="../media/image194.png"/><Relationship Id="rId74" Type="http://schemas.openxmlformats.org/officeDocument/2006/relationships/image" Target="../media/image208.png"/><Relationship Id="rId79" Type="http://schemas.openxmlformats.org/officeDocument/2006/relationships/image" Target="../media/image213.svg"/><Relationship Id="rId5" Type="http://schemas.openxmlformats.org/officeDocument/2006/relationships/image" Target="../media/image59.svg"/><Relationship Id="rId90" Type="http://schemas.openxmlformats.org/officeDocument/2006/relationships/image" Target="../media/image224.png"/><Relationship Id="rId14" Type="http://schemas.openxmlformats.org/officeDocument/2006/relationships/image" Target="../media/image150.png"/><Relationship Id="rId22" Type="http://schemas.openxmlformats.org/officeDocument/2006/relationships/image" Target="../media/image158.png"/><Relationship Id="rId27" Type="http://schemas.openxmlformats.org/officeDocument/2006/relationships/image" Target="../media/image163.svg"/><Relationship Id="rId30" Type="http://schemas.openxmlformats.org/officeDocument/2006/relationships/image" Target="../media/image166.png"/><Relationship Id="rId35" Type="http://schemas.openxmlformats.org/officeDocument/2006/relationships/image" Target="../media/image171.svg"/><Relationship Id="rId43" Type="http://schemas.openxmlformats.org/officeDocument/2006/relationships/image" Target="../media/image179.svg"/><Relationship Id="rId48" Type="http://schemas.openxmlformats.org/officeDocument/2006/relationships/image" Target="../media/image184.png"/><Relationship Id="rId56" Type="http://schemas.openxmlformats.org/officeDocument/2006/relationships/image" Target="../media/image192.png"/><Relationship Id="rId64" Type="http://schemas.openxmlformats.org/officeDocument/2006/relationships/image" Target="../media/image198.png"/><Relationship Id="rId69" Type="http://schemas.openxmlformats.org/officeDocument/2006/relationships/image" Target="../media/image203.svg"/><Relationship Id="rId77" Type="http://schemas.openxmlformats.org/officeDocument/2006/relationships/image" Target="../media/image211.svg"/><Relationship Id="rId8" Type="http://schemas.openxmlformats.org/officeDocument/2006/relationships/image" Target="../media/image144.png"/><Relationship Id="rId51" Type="http://schemas.openxmlformats.org/officeDocument/2006/relationships/image" Target="../media/image187.svg"/><Relationship Id="rId72" Type="http://schemas.openxmlformats.org/officeDocument/2006/relationships/image" Target="../media/image206.png"/><Relationship Id="rId80" Type="http://schemas.openxmlformats.org/officeDocument/2006/relationships/image" Target="../media/image214.png"/><Relationship Id="rId85" Type="http://schemas.openxmlformats.org/officeDocument/2006/relationships/image" Target="../media/image219.svg"/><Relationship Id="rId3" Type="http://schemas.openxmlformats.org/officeDocument/2006/relationships/image" Target="../media/image141.svg"/><Relationship Id="rId12" Type="http://schemas.openxmlformats.org/officeDocument/2006/relationships/image" Target="../media/image148.png"/><Relationship Id="rId17" Type="http://schemas.openxmlformats.org/officeDocument/2006/relationships/image" Target="../media/image153.svg"/><Relationship Id="rId25" Type="http://schemas.openxmlformats.org/officeDocument/2006/relationships/image" Target="../media/image161.svg"/><Relationship Id="rId33" Type="http://schemas.openxmlformats.org/officeDocument/2006/relationships/image" Target="../media/image169.svg"/><Relationship Id="rId38" Type="http://schemas.openxmlformats.org/officeDocument/2006/relationships/image" Target="../media/image174.png"/><Relationship Id="rId46" Type="http://schemas.openxmlformats.org/officeDocument/2006/relationships/image" Target="../media/image182.png"/><Relationship Id="rId59" Type="http://schemas.openxmlformats.org/officeDocument/2006/relationships/image" Target="../media/image195.svg"/><Relationship Id="rId67" Type="http://schemas.openxmlformats.org/officeDocument/2006/relationships/image" Target="../media/image201.svg"/><Relationship Id="rId20" Type="http://schemas.openxmlformats.org/officeDocument/2006/relationships/image" Target="../media/image156.png"/><Relationship Id="rId41" Type="http://schemas.openxmlformats.org/officeDocument/2006/relationships/image" Target="../media/image177.svg"/><Relationship Id="rId54" Type="http://schemas.openxmlformats.org/officeDocument/2006/relationships/image" Target="../media/image190.png"/><Relationship Id="rId62" Type="http://schemas.openxmlformats.org/officeDocument/2006/relationships/image" Target="../media/image42.png"/><Relationship Id="rId70" Type="http://schemas.openxmlformats.org/officeDocument/2006/relationships/image" Target="../media/image204.png"/><Relationship Id="rId75" Type="http://schemas.openxmlformats.org/officeDocument/2006/relationships/image" Target="../media/image209.svg"/><Relationship Id="rId83" Type="http://schemas.openxmlformats.org/officeDocument/2006/relationships/image" Target="../media/image217.svg"/><Relationship Id="rId88" Type="http://schemas.openxmlformats.org/officeDocument/2006/relationships/image" Target="../media/image222.png"/><Relationship Id="rId91" Type="http://schemas.openxmlformats.org/officeDocument/2006/relationships/image" Target="../media/image225.svg"/><Relationship Id="rId1" Type="http://schemas.openxmlformats.org/officeDocument/2006/relationships/slideLayout" Target="../slideLayouts/slideLayout55.xml"/><Relationship Id="rId6" Type="http://schemas.openxmlformats.org/officeDocument/2006/relationships/image" Target="../media/image142.png"/><Relationship Id="rId15" Type="http://schemas.openxmlformats.org/officeDocument/2006/relationships/image" Target="../media/image151.svg"/><Relationship Id="rId23" Type="http://schemas.openxmlformats.org/officeDocument/2006/relationships/image" Target="../media/image159.svg"/><Relationship Id="rId28" Type="http://schemas.openxmlformats.org/officeDocument/2006/relationships/image" Target="../media/image164.png"/><Relationship Id="rId36" Type="http://schemas.openxmlformats.org/officeDocument/2006/relationships/image" Target="../media/image172.png"/><Relationship Id="rId49" Type="http://schemas.openxmlformats.org/officeDocument/2006/relationships/image" Target="../media/image185.svg"/><Relationship Id="rId57" Type="http://schemas.openxmlformats.org/officeDocument/2006/relationships/image" Target="../media/image193.svg"/><Relationship Id="rId10" Type="http://schemas.openxmlformats.org/officeDocument/2006/relationships/image" Target="../media/image146.png"/><Relationship Id="rId31" Type="http://schemas.openxmlformats.org/officeDocument/2006/relationships/image" Target="../media/image167.svg"/><Relationship Id="rId44" Type="http://schemas.openxmlformats.org/officeDocument/2006/relationships/image" Target="../media/image180.png"/><Relationship Id="rId52" Type="http://schemas.openxmlformats.org/officeDocument/2006/relationships/image" Target="../media/image188.png"/><Relationship Id="rId60" Type="http://schemas.openxmlformats.org/officeDocument/2006/relationships/image" Target="../media/image196.png"/><Relationship Id="rId65" Type="http://schemas.openxmlformats.org/officeDocument/2006/relationships/image" Target="../media/image199.svg"/><Relationship Id="rId73" Type="http://schemas.openxmlformats.org/officeDocument/2006/relationships/image" Target="../media/image207.svg"/><Relationship Id="rId78" Type="http://schemas.openxmlformats.org/officeDocument/2006/relationships/image" Target="../media/image212.png"/><Relationship Id="rId81" Type="http://schemas.openxmlformats.org/officeDocument/2006/relationships/image" Target="../media/image215.svg"/><Relationship Id="rId86" Type="http://schemas.openxmlformats.org/officeDocument/2006/relationships/image" Target="../media/image220.png"/><Relationship Id="rId4" Type="http://schemas.openxmlformats.org/officeDocument/2006/relationships/image" Target="../media/image58.png"/><Relationship Id="rId9" Type="http://schemas.openxmlformats.org/officeDocument/2006/relationships/image" Target="../media/image145.svg"/><Relationship Id="rId13" Type="http://schemas.openxmlformats.org/officeDocument/2006/relationships/image" Target="../media/image149.svg"/><Relationship Id="rId18" Type="http://schemas.openxmlformats.org/officeDocument/2006/relationships/image" Target="../media/image154.png"/><Relationship Id="rId39" Type="http://schemas.openxmlformats.org/officeDocument/2006/relationships/image" Target="../media/image175.svg"/><Relationship Id="rId34" Type="http://schemas.openxmlformats.org/officeDocument/2006/relationships/image" Target="../media/image170.png"/><Relationship Id="rId50" Type="http://schemas.openxmlformats.org/officeDocument/2006/relationships/image" Target="../media/image186.png"/><Relationship Id="rId55" Type="http://schemas.openxmlformats.org/officeDocument/2006/relationships/image" Target="../media/image191.svg"/><Relationship Id="rId76" Type="http://schemas.openxmlformats.org/officeDocument/2006/relationships/image" Target="../media/image210.png"/><Relationship Id="rId7" Type="http://schemas.openxmlformats.org/officeDocument/2006/relationships/image" Target="../media/image143.svg"/><Relationship Id="rId71" Type="http://schemas.openxmlformats.org/officeDocument/2006/relationships/image" Target="../media/image205.svg"/><Relationship Id="rId2" Type="http://schemas.openxmlformats.org/officeDocument/2006/relationships/image" Target="../media/image140.png"/><Relationship Id="rId29" Type="http://schemas.openxmlformats.org/officeDocument/2006/relationships/image" Target="../media/image165.svg"/><Relationship Id="rId24" Type="http://schemas.openxmlformats.org/officeDocument/2006/relationships/image" Target="../media/image160.png"/><Relationship Id="rId40" Type="http://schemas.openxmlformats.org/officeDocument/2006/relationships/image" Target="../media/image176.png"/><Relationship Id="rId45" Type="http://schemas.openxmlformats.org/officeDocument/2006/relationships/image" Target="../media/image181.svg"/><Relationship Id="rId66" Type="http://schemas.openxmlformats.org/officeDocument/2006/relationships/image" Target="../media/image200.png"/><Relationship Id="rId87" Type="http://schemas.openxmlformats.org/officeDocument/2006/relationships/image" Target="../media/image221.svg"/><Relationship Id="rId61" Type="http://schemas.openxmlformats.org/officeDocument/2006/relationships/image" Target="../media/image197.svg"/><Relationship Id="rId82" Type="http://schemas.openxmlformats.org/officeDocument/2006/relationships/image" Target="../media/image216.png"/><Relationship Id="rId19" Type="http://schemas.openxmlformats.org/officeDocument/2006/relationships/image" Target="../media/image155.svg"/></Relationships>
</file>

<file path=ppt/slides/_rels/slide58.xml.rels><?xml version="1.0" encoding="UTF-8" standalone="yes"?>
<Relationships xmlns="http://schemas.openxmlformats.org/package/2006/relationships"><Relationship Id="rId26" Type="http://schemas.openxmlformats.org/officeDocument/2006/relationships/image" Target="../media/image250.png"/><Relationship Id="rId21" Type="http://schemas.openxmlformats.org/officeDocument/2006/relationships/image" Target="../media/image245.svg"/><Relationship Id="rId42" Type="http://schemas.openxmlformats.org/officeDocument/2006/relationships/image" Target="../media/image264.png"/><Relationship Id="rId47" Type="http://schemas.openxmlformats.org/officeDocument/2006/relationships/image" Target="../media/image269.svg"/><Relationship Id="rId63" Type="http://schemas.openxmlformats.org/officeDocument/2006/relationships/image" Target="../media/image285.svg"/><Relationship Id="rId68" Type="http://schemas.openxmlformats.org/officeDocument/2006/relationships/image" Target="../media/image290.png"/><Relationship Id="rId84" Type="http://schemas.openxmlformats.org/officeDocument/2006/relationships/image" Target="../media/image304.png"/><Relationship Id="rId89" Type="http://schemas.openxmlformats.org/officeDocument/2006/relationships/image" Target="../media/image309.svg"/><Relationship Id="rId16" Type="http://schemas.openxmlformats.org/officeDocument/2006/relationships/image" Target="../media/image240.png"/><Relationship Id="rId11" Type="http://schemas.openxmlformats.org/officeDocument/2006/relationships/image" Target="../media/image235.svg"/><Relationship Id="rId32" Type="http://schemas.openxmlformats.org/officeDocument/2006/relationships/image" Target="../media/image256.png"/><Relationship Id="rId37" Type="http://schemas.openxmlformats.org/officeDocument/2006/relationships/image" Target="../media/image261.svg"/><Relationship Id="rId53" Type="http://schemas.openxmlformats.org/officeDocument/2006/relationships/image" Target="../media/image275.svg"/><Relationship Id="rId58" Type="http://schemas.openxmlformats.org/officeDocument/2006/relationships/image" Target="../media/image280.png"/><Relationship Id="rId74" Type="http://schemas.openxmlformats.org/officeDocument/2006/relationships/image" Target="../media/image294.png"/><Relationship Id="rId79" Type="http://schemas.openxmlformats.org/officeDocument/2006/relationships/image" Target="../media/image299.svg"/><Relationship Id="rId5" Type="http://schemas.openxmlformats.org/officeDocument/2006/relationships/image" Target="../media/image229.svg"/><Relationship Id="rId90" Type="http://schemas.openxmlformats.org/officeDocument/2006/relationships/image" Target="../media/image310.png"/><Relationship Id="rId14" Type="http://schemas.openxmlformats.org/officeDocument/2006/relationships/image" Target="../media/image238.png"/><Relationship Id="rId22" Type="http://schemas.openxmlformats.org/officeDocument/2006/relationships/image" Target="../media/image246.png"/><Relationship Id="rId27" Type="http://schemas.openxmlformats.org/officeDocument/2006/relationships/image" Target="../media/image251.svg"/><Relationship Id="rId30" Type="http://schemas.openxmlformats.org/officeDocument/2006/relationships/image" Target="../media/image254.png"/><Relationship Id="rId35" Type="http://schemas.openxmlformats.org/officeDocument/2006/relationships/image" Target="../media/image259.svg"/><Relationship Id="rId43" Type="http://schemas.openxmlformats.org/officeDocument/2006/relationships/image" Target="../media/image265.svg"/><Relationship Id="rId48" Type="http://schemas.openxmlformats.org/officeDocument/2006/relationships/image" Target="../media/image270.png"/><Relationship Id="rId56" Type="http://schemas.openxmlformats.org/officeDocument/2006/relationships/image" Target="../media/image278.png"/><Relationship Id="rId64" Type="http://schemas.openxmlformats.org/officeDocument/2006/relationships/image" Target="../media/image286.png"/><Relationship Id="rId69" Type="http://schemas.openxmlformats.org/officeDocument/2006/relationships/image" Target="../media/image291.svg"/><Relationship Id="rId77" Type="http://schemas.openxmlformats.org/officeDocument/2006/relationships/image" Target="../media/image297.svg"/><Relationship Id="rId8" Type="http://schemas.openxmlformats.org/officeDocument/2006/relationships/image" Target="../media/image232.png"/><Relationship Id="rId51" Type="http://schemas.openxmlformats.org/officeDocument/2006/relationships/image" Target="../media/image273.svg"/><Relationship Id="rId72" Type="http://schemas.openxmlformats.org/officeDocument/2006/relationships/image" Target="../media/image52.png"/><Relationship Id="rId80" Type="http://schemas.openxmlformats.org/officeDocument/2006/relationships/image" Target="../media/image300.png"/><Relationship Id="rId85" Type="http://schemas.openxmlformats.org/officeDocument/2006/relationships/image" Target="../media/image305.svg"/><Relationship Id="rId3" Type="http://schemas.openxmlformats.org/officeDocument/2006/relationships/image" Target="../media/image227.svg"/><Relationship Id="rId12" Type="http://schemas.openxmlformats.org/officeDocument/2006/relationships/image" Target="../media/image236.png"/><Relationship Id="rId17" Type="http://schemas.openxmlformats.org/officeDocument/2006/relationships/image" Target="../media/image241.svg"/><Relationship Id="rId25" Type="http://schemas.openxmlformats.org/officeDocument/2006/relationships/image" Target="../media/image249.svg"/><Relationship Id="rId33" Type="http://schemas.openxmlformats.org/officeDocument/2006/relationships/image" Target="../media/image257.svg"/><Relationship Id="rId38" Type="http://schemas.openxmlformats.org/officeDocument/2006/relationships/image" Target="../media/image262.png"/><Relationship Id="rId46" Type="http://schemas.openxmlformats.org/officeDocument/2006/relationships/image" Target="../media/image268.png"/><Relationship Id="rId59" Type="http://schemas.openxmlformats.org/officeDocument/2006/relationships/image" Target="../media/image281.svg"/><Relationship Id="rId67" Type="http://schemas.openxmlformats.org/officeDocument/2006/relationships/image" Target="../media/image289.svg"/><Relationship Id="rId20" Type="http://schemas.openxmlformats.org/officeDocument/2006/relationships/image" Target="../media/image244.png"/><Relationship Id="rId41" Type="http://schemas.openxmlformats.org/officeDocument/2006/relationships/image" Target="../media/image55.svg"/><Relationship Id="rId54" Type="http://schemas.openxmlformats.org/officeDocument/2006/relationships/image" Target="../media/image276.png"/><Relationship Id="rId62" Type="http://schemas.openxmlformats.org/officeDocument/2006/relationships/image" Target="../media/image284.png"/><Relationship Id="rId70" Type="http://schemas.openxmlformats.org/officeDocument/2006/relationships/image" Target="../media/image292.png"/><Relationship Id="rId75" Type="http://schemas.openxmlformats.org/officeDocument/2006/relationships/image" Target="../media/image295.svg"/><Relationship Id="rId83" Type="http://schemas.openxmlformats.org/officeDocument/2006/relationships/image" Target="../media/image303.svg"/><Relationship Id="rId88" Type="http://schemas.openxmlformats.org/officeDocument/2006/relationships/image" Target="../media/image308.png"/><Relationship Id="rId91" Type="http://schemas.openxmlformats.org/officeDocument/2006/relationships/image" Target="../media/image311.svg"/><Relationship Id="rId1" Type="http://schemas.openxmlformats.org/officeDocument/2006/relationships/slideLayout" Target="../slideLayouts/slideLayout55.xml"/><Relationship Id="rId6" Type="http://schemas.openxmlformats.org/officeDocument/2006/relationships/image" Target="../media/image230.png"/><Relationship Id="rId15" Type="http://schemas.openxmlformats.org/officeDocument/2006/relationships/image" Target="../media/image239.svg"/><Relationship Id="rId23" Type="http://schemas.openxmlformats.org/officeDocument/2006/relationships/image" Target="../media/image247.svg"/><Relationship Id="rId28" Type="http://schemas.openxmlformats.org/officeDocument/2006/relationships/image" Target="../media/image252.png"/><Relationship Id="rId36" Type="http://schemas.openxmlformats.org/officeDocument/2006/relationships/image" Target="../media/image260.png"/><Relationship Id="rId49" Type="http://schemas.openxmlformats.org/officeDocument/2006/relationships/image" Target="../media/image271.svg"/><Relationship Id="rId57" Type="http://schemas.openxmlformats.org/officeDocument/2006/relationships/image" Target="../media/image279.svg"/><Relationship Id="rId10" Type="http://schemas.openxmlformats.org/officeDocument/2006/relationships/image" Target="../media/image234.png"/><Relationship Id="rId31" Type="http://schemas.openxmlformats.org/officeDocument/2006/relationships/image" Target="../media/image255.svg"/><Relationship Id="rId44" Type="http://schemas.openxmlformats.org/officeDocument/2006/relationships/image" Target="../media/image266.png"/><Relationship Id="rId52" Type="http://schemas.openxmlformats.org/officeDocument/2006/relationships/image" Target="../media/image274.png"/><Relationship Id="rId60" Type="http://schemas.openxmlformats.org/officeDocument/2006/relationships/image" Target="../media/image282.png"/><Relationship Id="rId65" Type="http://schemas.openxmlformats.org/officeDocument/2006/relationships/image" Target="../media/image287.svg"/><Relationship Id="rId73" Type="http://schemas.openxmlformats.org/officeDocument/2006/relationships/image" Target="../media/image53.svg"/><Relationship Id="rId78" Type="http://schemas.openxmlformats.org/officeDocument/2006/relationships/image" Target="../media/image298.png"/><Relationship Id="rId81" Type="http://schemas.openxmlformats.org/officeDocument/2006/relationships/image" Target="../media/image301.svg"/><Relationship Id="rId86" Type="http://schemas.openxmlformats.org/officeDocument/2006/relationships/image" Target="../media/image306.png"/><Relationship Id="rId4" Type="http://schemas.openxmlformats.org/officeDocument/2006/relationships/image" Target="../media/image228.png"/><Relationship Id="rId9" Type="http://schemas.openxmlformats.org/officeDocument/2006/relationships/image" Target="../media/image233.svg"/><Relationship Id="rId13" Type="http://schemas.openxmlformats.org/officeDocument/2006/relationships/image" Target="../media/image237.svg"/><Relationship Id="rId18" Type="http://schemas.openxmlformats.org/officeDocument/2006/relationships/image" Target="../media/image242.png"/><Relationship Id="rId39" Type="http://schemas.openxmlformats.org/officeDocument/2006/relationships/image" Target="../media/image263.svg"/><Relationship Id="rId34" Type="http://schemas.openxmlformats.org/officeDocument/2006/relationships/image" Target="../media/image258.png"/><Relationship Id="rId50" Type="http://schemas.openxmlformats.org/officeDocument/2006/relationships/image" Target="../media/image272.png"/><Relationship Id="rId55" Type="http://schemas.openxmlformats.org/officeDocument/2006/relationships/image" Target="../media/image277.svg"/><Relationship Id="rId76" Type="http://schemas.openxmlformats.org/officeDocument/2006/relationships/image" Target="../media/image296.png"/><Relationship Id="rId7" Type="http://schemas.openxmlformats.org/officeDocument/2006/relationships/image" Target="../media/image231.svg"/><Relationship Id="rId71" Type="http://schemas.openxmlformats.org/officeDocument/2006/relationships/image" Target="../media/image293.svg"/><Relationship Id="rId2" Type="http://schemas.openxmlformats.org/officeDocument/2006/relationships/image" Target="../media/image226.png"/><Relationship Id="rId29" Type="http://schemas.openxmlformats.org/officeDocument/2006/relationships/image" Target="../media/image253.svg"/><Relationship Id="rId24" Type="http://schemas.openxmlformats.org/officeDocument/2006/relationships/image" Target="../media/image248.png"/><Relationship Id="rId40" Type="http://schemas.openxmlformats.org/officeDocument/2006/relationships/image" Target="../media/image54.png"/><Relationship Id="rId45" Type="http://schemas.openxmlformats.org/officeDocument/2006/relationships/image" Target="../media/image267.svg"/><Relationship Id="rId66" Type="http://schemas.openxmlformats.org/officeDocument/2006/relationships/image" Target="../media/image288.png"/><Relationship Id="rId87" Type="http://schemas.openxmlformats.org/officeDocument/2006/relationships/image" Target="../media/image307.svg"/><Relationship Id="rId61" Type="http://schemas.openxmlformats.org/officeDocument/2006/relationships/image" Target="../media/image283.svg"/><Relationship Id="rId82" Type="http://schemas.openxmlformats.org/officeDocument/2006/relationships/image" Target="../media/image302.png"/><Relationship Id="rId19" Type="http://schemas.openxmlformats.org/officeDocument/2006/relationships/image" Target="../media/image243.svg"/></Relationships>
</file>

<file path=ppt/slides/_rels/slide59.xml.rels><?xml version="1.0" encoding="UTF-8" standalone="yes"?>
<Relationships xmlns="http://schemas.openxmlformats.org/package/2006/relationships"><Relationship Id="rId26" Type="http://schemas.openxmlformats.org/officeDocument/2006/relationships/image" Target="../media/image336.png"/><Relationship Id="rId21" Type="http://schemas.openxmlformats.org/officeDocument/2006/relationships/image" Target="../media/image331.svg"/><Relationship Id="rId42" Type="http://schemas.openxmlformats.org/officeDocument/2006/relationships/image" Target="../media/image350.png"/><Relationship Id="rId47" Type="http://schemas.openxmlformats.org/officeDocument/2006/relationships/image" Target="../media/image355.svg"/><Relationship Id="rId63" Type="http://schemas.openxmlformats.org/officeDocument/2006/relationships/image" Target="../media/image371.svg"/><Relationship Id="rId68" Type="http://schemas.openxmlformats.org/officeDocument/2006/relationships/image" Target="../media/image376.png"/><Relationship Id="rId84" Type="http://schemas.openxmlformats.org/officeDocument/2006/relationships/image" Target="../media/image392.png"/><Relationship Id="rId89" Type="http://schemas.openxmlformats.org/officeDocument/2006/relationships/image" Target="../media/image397.svg"/><Relationship Id="rId16" Type="http://schemas.openxmlformats.org/officeDocument/2006/relationships/image" Target="../media/image326.png"/><Relationship Id="rId11" Type="http://schemas.openxmlformats.org/officeDocument/2006/relationships/image" Target="../media/image321.svg"/><Relationship Id="rId32" Type="http://schemas.openxmlformats.org/officeDocument/2006/relationships/image" Target="../media/image340.png"/><Relationship Id="rId37" Type="http://schemas.openxmlformats.org/officeDocument/2006/relationships/image" Target="../media/image345.svg"/><Relationship Id="rId53" Type="http://schemas.openxmlformats.org/officeDocument/2006/relationships/image" Target="../media/image361.svg"/><Relationship Id="rId58" Type="http://schemas.openxmlformats.org/officeDocument/2006/relationships/image" Target="../media/image366.png"/><Relationship Id="rId74" Type="http://schemas.openxmlformats.org/officeDocument/2006/relationships/image" Target="../media/image382.png"/><Relationship Id="rId79" Type="http://schemas.openxmlformats.org/officeDocument/2006/relationships/image" Target="../media/image387.svg"/><Relationship Id="rId5" Type="http://schemas.openxmlformats.org/officeDocument/2006/relationships/image" Target="../media/image315.svg"/><Relationship Id="rId90" Type="http://schemas.openxmlformats.org/officeDocument/2006/relationships/image" Target="../media/image398.png"/><Relationship Id="rId14" Type="http://schemas.openxmlformats.org/officeDocument/2006/relationships/image" Target="../media/image324.png"/><Relationship Id="rId22" Type="http://schemas.openxmlformats.org/officeDocument/2006/relationships/image" Target="../media/image332.png"/><Relationship Id="rId27" Type="http://schemas.openxmlformats.org/officeDocument/2006/relationships/image" Target="../media/image337.svg"/><Relationship Id="rId30" Type="http://schemas.openxmlformats.org/officeDocument/2006/relationships/image" Target="../media/image48.png"/><Relationship Id="rId35" Type="http://schemas.openxmlformats.org/officeDocument/2006/relationships/image" Target="../media/image343.svg"/><Relationship Id="rId43" Type="http://schemas.openxmlformats.org/officeDocument/2006/relationships/image" Target="../media/image351.svg"/><Relationship Id="rId48" Type="http://schemas.openxmlformats.org/officeDocument/2006/relationships/image" Target="../media/image356.png"/><Relationship Id="rId56" Type="http://schemas.openxmlformats.org/officeDocument/2006/relationships/image" Target="../media/image364.png"/><Relationship Id="rId64" Type="http://schemas.openxmlformats.org/officeDocument/2006/relationships/image" Target="../media/image372.png"/><Relationship Id="rId69" Type="http://schemas.openxmlformats.org/officeDocument/2006/relationships/image" Target="../media/image377.svg"/><Relationship Id="rId77" Type="http://schemas.openxmlformats.org/officeDocument/2006/relationships/image" Target="../media/image385.svg"/><Relationship Id="rId8" Type="http://schemas.openxmlformats.org/officeDocument/2006/relationships/image" Target="../media/image318.png"/><Relationship Id="rId51" Type="http://schemas.openxmlformats.org/officeDocument/2006/relationships/image" Target="../media/image359.svg"/><Relationship Id="rId72" Type="http://schemas.openxmlformats.org/officeDocument/2006/relationships/image" Target="../media/image380.png"/><Relationship Id="rId80" Type="http://schemas.openxmlformats.org/officeDocument/2006/relationships/image" Target="../media/image388.png"/><Relationship Id="rId85" Type="http://schemas.openxmlformats.org/officeDocument/2006/relationships/image" Target="../media/image393.svg"/><Relationship Id="rId3" Type="http://schemas.openxmlformats.org/officeDocument/2006/relationships/image" Target="../media/image313.svg"/><Relationship Id="rId12" Type="http://schemas.openxmlformats.org/officeDocument/2006/relationships/image" Target="../media/image322.png"/><Relationship Id="rId17" Type="http://schemas.openxmlformats.org/officeDocument/2006/relationships/image" Target="../media/image327.svg"/><Relationship Id="rId25" Type="http://schemas.openxmlformats.org/officeDocument/2006/relationships/image" Target="../media/image335.svg"/><Relationship Id="rId33" Type="http://schemas.openxmlformats.org/officeDocument/2006/relationships/image" Target="../media/image341.svg"/><Relationship Id="rId38" Type="http://schemas.openxmlformats.org/officeDocument/2006/relationships/image" Target="../media/image346.png"/><Relationship Id="rId46" Type="http://schemas.openxmlformats.org/officeDocument/2006/relationships/image" Target="../media/image354.png"/><Relationship Id="rId59" Type="http://schemas.openxmlformats.org/officeDocument/2006/relationships/image" Target="../media/image367.svg"/><Relationship Id="rId67" Type="http://schemas.openxmlformats.org/officeDocument/2006/relationships/image" Target="../media/image375.svg"/><Relationship Id="rId20" Type="http://schemas.openxmlformats.org/officeDocument/2006/relationships/image" Target="../media/image330.png"/><Relationship Id="rId41" Type="http://schemas.openxmlformats.org/officeDocument/2006/relationships/image" Target="../media/image349.svg"/><Relationship Id="rId54" Type="http://schemas.openxmlformats.org/officeDocument/2006/relationships/image" Target="../media/image362.png"/><Relationship Id="rId62" Type="http://schemas.openxmlformats.org/officeDocument/2006/relationships/image" Target="../media/image370.png"/><Relationship Id="rId70" Type="http://schemas.openxmlformats.org/officeDocument/2006/relationships/image" Target="../media/image378.png"/><Relationship Id="rId75" Type="http://schemas.openxmlformats.org/officeDocument/2006/relationships/image" Target="../media/image383.svg"/><Relationship Id="rId83" Type="http://schemas.openxmlformats.org/officeDocument/2006/relationships/image" Target="../media/image391.svg"/><Relationship Id="rId88" Type="http://schemas.openxmlformats.org/officeDocument/2006/relationships/image" Target="../media/image396.png"/><Relationship Id="rId91" Type="http://schemas.openxmlformats.org/officeDocument/2006/relationships/image" Target="../media/image399.svg"/><Relationship Id="rId1" Type="http://schemas.openxmlformats.org/officeDocument/2006/relationships/slideLayout" Target="../slideLayouts/slideLayout55.xml"/><Relationship Id="rId6" Type="http://schemas.openxmlformats.org/officeDocument/2006/relationships/image" Target="../media/image316.png"/><Relationship Id="rId15" Type="http://schemas.openxmlformats.org/officeDocument/2006/relationships/image" Target="../media/image325.svg"/><Relationship Id="rId23" Type="http://schemas.openxmlformats.org/officeDocument/2006/relationships/image" Target="../media/image333.svg"/><Relationship Id="rId28" Type="http://schemas.openxmlformats.org/officeDocument/2006/relationships/image" Target="../media/image338.png"/><Relationship Id="rId36" Type="http://schemas.openxmlformats.org/officeDocument/2006/relationships/image" Target="../media/image344.png"/><Relationship Id="rId49" Type="http://schemas.openxmlformats.org/officeDocument/2006/relationships/image" Target="../media/image357.svg"/><Relationship Id="rId57" Type="http://schemas.openxmlformats.org/officeDocument/2006/relationships/image" Target="../media/image365.svg"/><Relationship Id="rId10" Type="http://schemas.openxmlformats.org/officeDocument/2006/relationships/image" Target="../media/image320.png"/><Relationship Id="rId31" Type="http://schemas.openxmlformats.org/officeDocument/2006/relationships/image" Target="../media/image49.svg"/><Relationship Id="rId44" Type="http://schemas.openxmlformats.org/officeDocument/2006/relationships/image" Target="../media/image352.png"/><Relationship Id="rId52" Type="http://schemas.openxmlformats.org/officeDocument/2006/relationships/image" Target="../media/image360.png"/><Relationship Id="rId60" Type="http://schemas.openxmlformats.org/officeDocument/2006/relationships/image" Target="../media/image368.png"/><Relationship Id="rId65" Type="http://schemas.openxmlformats.org/officeDocument/2006/relationships/image" Target="../media/image373.svg"/><Relationship Id="rId73" Type="http://schemas.openxmlformats.org/officeDocument/2006/relationships/image" Target="../media/image381.svg"/><Relationship Id="rId78" Type="http://schemas.openxmlformats.org/officeDocument/2006/relationships/image" Target="../media/image386.png"/><Relationship Id="rId81" Type="http://schemas.openxmlformats.org/officeDocument/2006/relationships/image" Target="../media/image389.svg"/><Relationship Id="rId86" Type="http://schemas.openxmlformats.org/officeDocument/2006/relationships/image" Target="../media/image394.png"/><Relationship Id="rId4" Type="http://schemas.openxmlformats.org/officeDocument/2006/relationships/image" Target="../media/image314.png"/><Relationship Id="rId9" Type="http://schemas.openxmlformats.org/officeDocument/2006/relationships/image" Target="../media/image319.svg"/><Relationship Id="rId13" Type="http://schemas.openxmlformats.org/officeDocument/2006/relationships/image" Target="../media/image323.svg"/><Relationship Id="rId18" Type="http://schemas.openxmlformats.org/officeDocument/2006/relationships/image" Target="../media/image328.png"/><Relationship Id="rId39" Type="http://schemas.openxmlformats.org/officeDocument/2006/relationships/image" Target="../media/image347.svg"/><Relationship Id="rId34" Type="http://schemas.openxmlformats.org/officeDocument/2006/relationships/image" Target="../media/image342.png"/><Relationship Id="rId50" Type="http://schemas.openxmlformats.org/officeDocument/2006/relationships/image" Target="../media/image358.png"/><Relationship Id="rId55" Type="http://schemas.openxmlformats.org/officeDocument/2006/relationships/image" Target="../media/image363.svg"/><Relationship Id="rId76" Type="http://schemas.openxmlformats.org/officeDocument/2006/relationships/image" Target="../media/image384.png"/><Relationship Id="rId7" Type="http://schemas.openxmlformats.org/officeDocument/2006/relationships/image" Target="../media/image317.svg"/><Relationship Id="rId71" Type="http://schemas.openxmlformats.org/officeDocument/2006/relationships/image" Target="../media/image379.svg"/><Relationship Id="rId2" Type="http://schemas.openxmlformats.org/officeDocument/2006/relationships/image" Target="../media/image312.png"/><Relationship Id="rId29" Type="http://schemas.openxmlformats.org/officeDocument/2006/relationships/image" Target="../media/image339.svg"/><Relationship Id="rId24" Type="http://schemas.openxmlformats.org/officeDocument/2006/relationships/image" Target="../media/image334.png"/><Relationship Id="rId40" Type="http://schemas.openxmlformats.org/officeDocument/2006/relationships/image" Target="../media/image348.png"/><Relationship Id="rId45" Type="http://schemas.openxmlformats.org/officeDocument/2006/relationships/image" Target="../media/image353.svg"/><Relationship Id="rId66" Type="http://schemas.openxmlformats.org/officeDocument/2006/relationships/image" Target="../media/image374.png"/><Relationship Id="rId87" Type="http://schemas.openxmlformats.org/officeDocument/2006/relationships/image" Target="../media/image395.svg"/><Relationship Id="rId61" Type="http://schemas.openxmlformats.org/officeDocument/2006/relationships/image" Target="../media/image369.svg"/><Relationship Id="rId82" Type="http://schemas.openxmlformats.org/officeDocument/2006/relationships/image" Target="../media/image390.png"/><Relationship Id="rId19" Type="http://schemas.openxmlformats.org/officeDocument/2006/relationships/image" Target="../media/image329.svg"/></Relationships>
</file>

<file path=ppt/slides/_rels/slide60.xml.rels><?xml version="1.0" encoding="UTF-8" standalone="yes"?>
<Relationships xmlns="http://schemas.openxmlformats.org/package/2006/relationships"><Relationship Id="rId13" Type="http://schemas.openxmlformats.org/officeDocument/2006/relationships/image" Target="../media/image45.svg"/><Relationship Id="rId18" Type="http://schemas.openxmlformats.org/officeDocument/2006/relationships/image" Target="../media/image412.png"/><Relationship Id="rId26" Type="http://schemas.openxmlformats.org/officeDocument/2006/relationships/image" Target="../media/image418.png"/><Relationship Id="rId39" Type="http://schemas.openxmlformats.org/officeDocument/2006/relationships/image" Target="../media/image431.svg"/><Relationship Id="rId21" Type="http://schemas.openxmlformats.org/officeDocument/2006/relationships/image" Target="../media/image34.svg"/><Relationship Id="rId34" Type="http://schemas.openxmlformats.org/officeDocument/2006/relationships/image" Target="../media/image426.png"/><Relationship Id="rId42" Type="http://schemas.openxmlformats.org/officeDocument/2006/relationships/image" Target="../media/image434.png"/><Relationship Id="rId7" Type="http://schemas.openxmlformats.org/officeDocument/2006/relationships/image" Target="../media/image405.svg"/><Relationship Id="rId2" Type="http://schemas.openxmlformats.org/officeDocument/2006/relationships/image" Target="../media/image400.png"/><Relationship Id="rId16" Type="http://schemas.openxmlformats.org/officeDocument/2006/relationships/image" Target="../media/image56.png"/><Relationship Id="rId29" Type="http://schemas.openxmlformats.org/officeDocument/2006/relationships/image" Target="../media/image421.svg"/><Relationship Id="rId1" Type="http://schemas.openxmlformats.org/officeDocument/2006/relationships/slideLayout" Target="../slideLayouts/slideLayout55.xml"/><Relationship Id="rId6" Type="http://schemas.openxmlformats.org/officeDocument/2006/relationships/image" Target="../media/image404.png"/><Relationship Id="rId11" Type="http://schemas.openxmlformats.org/officeDocument/2006/relationships/image" Target="../media/image409.svg"/><Relationship Id="rId24" Type="http://schemas.openxmlformats.org/officeDocument/2006/relationships/image" Target="../media/image416.png"/><Relationship Id="rId32" Type="http://schemas.openxmlformats.org/officeDocument/2006/relationships/image" Target="../media/image424.png"/><Relationship Id="rId37" Type="http://schemas.openxmlformats.org/officeDocument/2006/relationships/image" Target="../media/image429.svg"/><Relationship Id="rId40" Type="http://schemas.openxmlformats.org/officeDocument/2006/relationships/image" Target="../media/image432.png"/><Relationship Id="rId45" Type="http://schemas.openxmlformats.org/officeDocument/2006/relationships/image" Target="../media/image437.svg"/><Relationship Id="rId5" Type="http://schemas.openxmlformats.org/officeDocument/2006/relationships/image" Target="../media/image403.svg"/><Relationship Id="rId15" Type="http://schemas.openxmlformats.org/officeDocument/2006/relationships/image" Target="../media/image411.svg"/><Relationship Id="rId23" Type="http://schemas.openxmlformats.org/officeDocument/2006/relationships/image" Target="../media/image415.svg"/><Relationship Id="rId28" Type="http://schemas.openxmlformats.org/officeDocument/2006/relationships/image" Target="../media/image420.png"/><Relationship Id="rId36" Type="http://schemas.openxmlformats.org/officeDocument/2006/relationships/image" Target="../media/image428.png"/><Relationship Id="rId10" Type="http://schemas.openxmlformats.org/officeDocument/2006/relationships/image" Target="../media/image408.png"/><Relationship Id="rId19" Type="http://schemas.openxmlformats.org/officeDocument/2006/relationships/image" Target="../media/image413.svg"/><Relationship Id="rId31" Type="http://schemas.openxmlformats.org/officeDocument/2006/relationships/image" Target="../media/image423.svg"/><Relationship Id="rId44" Type="http://schemas.openxmlformats.org/officeDocument/2006/relationships/image" Target="../media/image436.png"/><Relationship Id="rId4" Type="http://schemas.openxmlformats.org/officeDocument/2006/relationships/image" Target="../media/image402.png"/><Relationship Id="rId9" Type="http://schemas.openxmlformats.org/officeDocument/2006/relationships/image" Target="../media/image407.svg"/><Relationship Id="rId14" Type="http://schemas.openxmlformats.org/officeDocument/2006/relationships/image" Target="../media/image410.png"/><Relationship Id="rId22" Type="http://schemas.openxmlformats.org/officeDocument/2006/relationships/image" Target="../media/image414.png"/><Relationship Id="rId27" Type="http://schemas.openxmlformats.org/officeDocument/2006/relationships/image" Target="../media/image419.svg"/><Relationship Id="rId30" Type="http://schemas.openxmlformats.org/officeDocument/2006/relationships/image" Target="../media/image422.png"/><Relationship Id="rId35" Type="http://schemas.openxmlformats.org/officeDocument/2006/relationships/image" Target="../media/image427.svg"/><Relationship Id="rId43" Type="http://schemas.openxmlformats.org/officeDocument/2006/relationships/image" Target="../media/image435.svg"/><Relationship Id="rId8" Type="http://schemas.openxmlformats.org/officeDocument/2006/relationships/image" Target="../media/image406.png"/><Relationship Id="rId3" Type="http://schemas.openxmlformats.org/officeDocument/2006/relationships/image" Target="../media/image401.svg"/><Relationship Id="rId12" Type="http://schemas.openxmlformats.org/officeDocument/2006/relationships/image" Target="../media/image44.png"/><Relationship Id="rId17" Type="http://schemas.openxmlformats.org/officeDocument/2006/relationships/image" Target="../media/image57.svg"/><Relationship Id="rId25" Type="http://schemas.openxmlformats.org/officeDocument/2006/relationships/image" Target="../media/image417.svg"/><Relationship Id="rId33" Type="http://schemas.openxmlformats.org/officeDocument/2006/relationships/image" Target="../media/image425.svg"/><Relationship Id="rId38" Type="http://schemas.openxmlformats.org/officeDocument/2006/relationships/image" Target="../media/image430.png"/><Relationship Id="rId20" Type="http://schemas.openxmlformats.org/officeDocument/2006/relationships/image" Target="../media/image33.png"/><Relationship Id="rId41" Type="http://schemas.openxmlformats.org/officeDocument/2006/relationships/image" Target="../media/image433.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6400-9A0B-2EA0-675D-62B2D741DD86}"/>
              </a:ext>
            </a:extLst>
          </p:cNvPr>
          <p:cNvSpPr>
            <a:spLocks noGrp="1"/>
          </p:cNvSpPr>
          <p:nvPr>
            <p:ph type="title"/>
          </p:nvPr>
        </p:nvSpPr>
        <p:spPr/>
        <p:txBody>
          <a:bodyPr/>
          <a:lstStyle/>
          <a:p>
            <a:r>
              <a:rPr lang="en-US" dirty="0"/>
              <a:t>Guidance for Using This Template #1</a:t>
            </a:r>
          </a:p>
        </p:txBody>
      </p:sp>
      <p:sp>
        <p:nvSpPr>
          <p:cNvPr id="3" name="Footer Placeholder 2">
            <a:extLst>
              <a:ext uri="{FF2B5EF4-FFF2-40B4-BE49-F238E27FC236}">
                <a16:creationId xmlns:a16="http://schemas.microsoft.com/office/drawing/2014/main" id="{DC6D1057-0E9E-4258-71A1-8685799E2DD0}"/>
              </a:ext>
            </a:extLst>
          </p:cNvPr>
          <p:cNvSpPr>
            <a:spLocks noGrp="1"/>
          </p:cNvSpPr>
          <p:nvPr>
            <p:ph type="ftr" sz="quarter" idx="62"/>
          </p:nvPr>
        </p:nvSpPr>
        <p:spPr>
          <a:xfrm>
            <a:off x="7330440" y="6425215"/>
            <a:ext cx="364065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0461DDCE-0446-199A-958F-F04516212283}"/>
              </a:ext>
            </a:extLst>
          </p:cNvPr>
          <p:cNvSpPr>
            <a:spLocks noGrp="1"/>
          </p:cNvSpPr>
          <p:nvPr>
            <p:ph type="sldNum" sz="quarter" idx="63"/>
          </p:nvPr>
        </p:nvSpPr>
        <p:spPr>
          <a:xfrm>
            <a:off x="10972800" y="6426000"/>
            <a:ext cx="536400" cy="3636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13DBDE-1217-486F-B764-076DBBFEB98C}" type="slidenum">
              <a:rPr lang="en-GB" smtClean="0"/>
              <a:pPr/>
              <a:t>1</a:t>
            </a:fld>
            <a:endParaRPr lang="en-GB" dirty="0"/>
          </a:p>
        </p:txBody>
      </p:sp>
      <p:sp>
        <p:nvSpPr>
          <p:cNvPr id="6" name="Text Placeholder 5">
            <a:extLst>
              <a:ext uri="{FF2B5EF4-FFF2-40B4-BE49-F238E27FC236}">
                <a16:creationId xmlns:a16="http://schemas.microsoft.com/office/drawing/2014/main" id="{A4683567-B38F-21AD-2DF5-9EDE41D3842A}"/>
              </a:ext>
            </a:extLst>
          </p:cNvPr>
          <p:cNvSpPr>
            <a:spLocks noGrp="1"/>
          </p:cNvSpPr>
          <p:nvPr>
            <p:ph type="body" sz="quarter" idx="61"/>
          </p:nvPr>
        </p:nvSpPr>
        <p:spPr/>
        <p:txBody>
          <a:bodyPr/>
          <a:lstStyle/>
          <a:p>
            <a:r>
              <a:rPr lang="en-US" sz="1200" dirty="0"/>
              <a:t>Please ensure this slide – which is for your internal reference only – is deleted (in PowerPoint's Normal Mode) before finalizing and circulating your PowerPoint document. This slide can be recalled at a later date by simply selecting it from your Slide Layout options.</a:t>
            </a:r>
          </a:p>
        </p:txBody>
      </p:sp>
      <p:sp>
        <p:nvSpPr>
          <p:cNvPr id="7" name="Text Placeholder 6">
            <a:extLst>
              <a:ext uri="{FF2B5EF4-FFF2-40B4-BE49-F238E27FC236}">
                <a16:creationId xmlns:a16="http://schemas.microsoft.com/office/drawing/2014/main" id="{FCD21480-2439-25B2-62FB-E2206E4301F8}"/>
              </a:ext>
            </a:extLst>
          </p:cNvPr>
          <p:cNvSpPr>
            <a:spLocks noGrp="1"/>
          </p:cNvSpPr>
          <p:nvPr>
            <p:ph type="body" sz="quarter" idx="15"/>
          </p:nvPr>
        </p:nvSpPr>
        <p:spPr>
          <a:xfrm>
            <a:off x="419099" y="1768048"/>
            <a:ext cx="11353799" cy="4401262"/>
          </a:xfrm>
        </p:spPr>
        <p:txBody>
          <a:bodyPr numCol="2" spcCol="274320"/>
          <a:lstStyle/>
          <a:p>
            <a:pPr marL="0" indent="0">
              <a:buNone/>
            </a:pPr>
            <a:r>
              <a:rPr lang="en-US" sz="1200" b="1" dirty="0">
                <a:solidFill>
                  <a:schemeClr val="accent1"/>
                </a:solidFill>
                <a:highlight>
                  <a:srgbClr val="800080"/>
                </a:highlight>
              </a:rPr>
              <a:t>. </a:t>
            </a:r>
            <a:r>
              <a:rPr lang="en-US" sz="1200" b="1" dirty="0">
                <a:solidFill>
                  <a:schemeClr val="bg2"/>
                </a:solidFill>
                <a:highlight>
                  <a:srgbClr val="800080"/>
                </a:highlight>
              </a:rPr>
              <a:t>Adding A Slide </a:t>
            </a:r>
            <a:r>
              <a:rPr lang="en-US" sz="1200" b="1" dirty="0">
                <a:solidFill>
                  <a:schemeClr val="accent1"/>
                </a:solidFill>
                <a:highlight>
                  <a:srgbClr val="800080"/>
                </a:highlight>
              </a:rPr>
              <a:t>.</a:t>
            </a:r>
          </a:p>
          <a:p>
            <a:pPr marL="0" indent="0">
              <a:buNone/>
            </a:pPr>
            <a:r>
              <a:rPr lang="en-US" sz="1200" dirty="0"/>
              <a:t>A new slide may be added using the "New Slide" dropdown under the "Home" tab. In the dropdown that appears, you will have an array of layouts available and may use whichever best fits your content.</a:t>
            </a:r>
          </a:p>
          <a:p>
            <a:pPr marL="0" indent="0">
              <a:buNone/>
            </a:pPr>
            <a:endParaRPr lang="en-US" sz="1200" dirty="0"/>
          </a:p>
          <a:p>
            <a:pPr marL="0" indent="0">
              <a:buNone/>
            </a:pPr>
            <a:r>
              <a:rPr lang="en-US" sz="1200" b="1" dirty="0">
                <a:solidFill>
                  <a:schemeClr val="accent1"/>
                </a:solidFill>
                <a:highlight>
                  <a:srgbClr val="800080"/>
                </a:highlight>
              </a:rPr>
              <a:t>. </a:t>
            </a:r>
            <a:r>
              <a:rPr lang="en-US" sz="1200" b="1" dirty="0">
                <a:solidFill>
                  <a:schemeClr val="bg2"/>
                </a:solidFill>
                <a:highlight>
                  <a:srgbClr val="800080"/>
                </a:highlight>
              </a:rPr>
              <a:t>Changing The Layout </a:t>
            </a:r>
            <a:r>
              <a:rPr lang="en-US" sz="1200" b="1" dirty="0">
                <a:solidFill>
                  <a:schemeClr val="accent1"/>
                </a:solidFill>
                <a:highlight>
                  <a:srgbClr val="800080"/>
                </a:highlight>
              </a:rPr>
              <a:t>.</a:t>
            </a:r>
          </a:p>
          <a:p>
            <a:pPr marL="0" indent="0">
              <a:buNone/>
            </a:pPr>
            <a:r>
              <a:rPr lang="en-US" sz="1200" dirty="0"/>
              <a:t>If you are unhappy with the layout of your current slide, you can convert it using the "Layout" dropdown under the "Home" tab, where you again may choose from the array of available layouts.</a:t>
            </a:r>
          </a:p>
          <a:p>
            <a:pPr marL="0" indent="0">
              <a:buNone/>
            </a:pPr>
            <a:endParaRPr lang="en-US" sz="1200" dirty="0"/>
          </a:p>
          <a:p>
            <a:pPr marL="0" indent="0">
              <a:buNone/>
            </a:pPr>
            <a:r>
              <a:rPr lang="en-US" sz="1200" b="1" dirty="0">
                <a:solidFill>
                  <a:schemeClr val="accent1"/>
                </a:solidFill>
                <a:highlight>
                  <a:srgbClr val="800080"/>
                </a:highlight>
              </a:rPr>
              <a:t>. </a:t>
            </a:r>
            <a:r>
              <a:rPr lang="en-US" sz="1200" b="1" dirty="0">
                <a:solidFill>
                  <a:schemeClr val="bg2"/>
                </a:solidFill>
                <a:highlight>
                  <a:srgbClr val="800080"/>
                </a:highlight>
              </a:rPr>
              <a:t>Navigating Text Hierarchy Levels </a:t>
            </a:r>
            <a:r>
              <a:rPr lang="en-US" sz="1200" b="1" dirty="0">
                <a:solidFill>
                  <a:schemeClr val="accent1"/>
                </a:solidFill>
                <a:highlight>
                  <a:srgbClr val="800080"/>
                </a:highlight>
              </a:rPr>
              <a:t>.</a:t>
            </a:r>
          </a:p>
          <a:p>
            <a:pPr marL="0" indent="0">
              <a:buNone/>
            </a:pPr>
            <a:r>
              <a:rPr lang="en-US" sz="1200" dirty="0"/>
              <a:t>When composing your text you made, alter the hierarchy of the title, subtitle, and text by using "Indent Less" or "Indent More” options under the "Home” Tab.</a:t>
            </a:r>
          </a:p>
          <a:p>
            <a:r>
              <a:rPr lang="en-US" sz="1200" b="1" dirty="0"/>
              <a:t>Subtitles look like this </a:t>
            </a:r>
          </a:p>
          <a:p>
            <a:r>
              <a:rPr lang="en-US" sz="1200" dirty="0"/>
              <a:t>Primary Body text looks like this </a:t>
            </a:r>
          </a:p>
          <a:p>
            <a:r>
              <a:rPr lang="en-US" sz="1100" dirty="0">
                <a:solidFill>
                  <a:schemeClr val="tx2"/>
                </a:solidFill>
              </a:rPr>
              <a:t>Captions look like this </a:t>
            </a:r>
          </a:p>
          <a:p>
            <a:pPr marL="0" indent="0">
              <a:buNone/>
            </a:pPr>
            <a:br>
              <a:rPr lang="en-US" sz="1200" b="1" dirty="0">
                <a:solidFill>
                  <a:schemeClr val="accent1"/>
                </a:solidFill>
                <a:highlight>
                  <a:srgbClr val="800080"/>
                </a:highlight>
              </a:rPr>
            </a:br>
            <a:r>
              <a:rPr lang="en-US" sz="1200" b="1" dirty="0">
                <a:solidFill>
                  <a:schemeClr val="accent1"/>
                </a:solidFill>
                <a:highlight>
                  <a:srgbClr val="800080"/>
                </a:highlight>
              </a:rPr>
              <a:t>. </a:t>
            </a:r>
            <a:r>
              <a:rPr lang="en-US" sz="1200" b="1" dirty="0">
                <a:solidFill>
                  <a:schemeClr val="bg2"/>
                </a:solidFill>
                <a:highlight>
                  <a:srgbClr val="800080"/>
                </a:highlight>
              </a:rPr>
              <a:t>Duplicating A Layout </a:t>
            </a:r>
            <a:r>
              <a:rPr lang="en-US" sz="1200" b="1" dirty="0">
                <a:solidFill>
                  <a:schemeClr val="accent1"/>
                </a:solidFill>
                <a:highlight>
                  <a:srgbClr val="800080"/>
                </a:highlight>
              </a:rPr>
              <a:t>.</a:t>
            </a:r>
          </a:p>
          <a:p>
            <a:pPr marL="0" indent="0">
              <a:buNone/>
            </a:pPr>
            <a:r>
              <a:rPr lang="en-US" sz="1200" dirty="0"/>
              <a:t>To copy the layout of an existing slide for use on a new slide, simply right-click the slide thumbnail in the left sidebar and choose "Duplicate Slide.”</a:t>
            </a:r>
          </a:p>
          <a:p>
            <a:pPr marL="0" indent="0">
              <a:buNone/>
            </a:pPr>
            <a:r>
              <a:rPr lang="en-US" sz="1200" b="1" dirty="0">
                <a:solidFill>
                  <a:schemeClr val="accent1"/>
                </a:solidFill>
                <a:highlight>
                  <a:srgbClr val="800080"/>
                </a:highlight>
              </a:rPr>
              <a:t>. </a:t>
            </a:r>
            <a:r>
              <a:rPr lang="en-US" sz="1200" b="1" dirty="0">
                <a:solidFill>
                  <a:schemeClr val="bg2"/>
                </a:solidFill>
                <a:highlight>
                  <a:srgbClr val="800080"/>
                </a:highlight>
              </a:rPr>
              <a:t>Footer Text</a:t>
            </a:r>
            <a:r>
              <a:rPr lang="en-US" sz="1200" b="1" dirty="0">
                <a:solidFill>
                  <a:schemeClr val="accent1"/>
                </a:solidFill>
                <a:highlight>
                  <a:srgbClr val="800080"/>
                </a:highlight>
              </a:rPr>
              <a:t>.</a:t>
            </a:r>
          </a:p>
          <a:p>
            <a:pPr marL="0" indent="0">
              <a:buNone/>
            </a:pPr>
            <a:r>
              <a:rPr lang="en-US" sz="1200" dirty="0"/>
              <a:t>Some presentations require specific labeling on each slide to indicate the level of sensitive information included (for example: </a:t>
            </a:r>
            <a:r>
              <a:rPr lang="en-US" sz="1200" dirty="0" err="1"/>
              <a:t>Vantive</a:t>
            </a:r>
            <a:r>
              <a:rPr lang="en-US" sz="1200" dirty="0"/>
              <a:t> Confidential – Internal Use Only; </a:t>
            </a:r>
            <a:r>
              <a:rPr lang="en-US" sz="1200" dirty="0" err="1"/>
              <a:t>Vantive</a:t>
            </a:r>
            <a:r>
              <a:rPr lang="en-US" sz="1200" dirty="0"/>
              <a:t> Confidential – Restricted: Do Not Distribute Without Prior Approval; etc.). If your presentation requires labeling, please confirm the appropriate footer text with legal prior to distribution.</a:t>
            </a:r>
          </a:p>
          <a:p>
            <a:pPr marL="0" indent="0">
              <a:buNone/>
            </a:pPr>
            <a:endParaRPr lang="en-US" sz="1200" dirty="0"/>
          </a:p>
          <a:p>
            <a:pPr marL="0" indent="0">
              <a:buNone/>
            </a:pPr>
            <a:r>
              <a:rPr lang="en-US" sz="1200" b="1" dirty="0">
                <a:solidFill>
                  <a:schemeClr val="accent1"/>
                </a:solidFill>
                <a:highlight>
                  <a:srgbClr val="800080"/>
                </a:highlight>
              </a:rPr>
              <a:t>. </a:t>
            </a:r>
            <a:r>
              <a:rPr lang="en-US" sz="1200" b="1" dirty="0">
                <a:solidFill>
                  <a:schemeClr val="bg2"/>
                </a:solidFill>
                <a:highlight>
                  <a:srgbClr val="800080"/>
                </a:highlight>
              </a:rPr>
              <a:t>Why Do Some Boxes Have Dotted Borders? </a:t>
            </a:r>
            <a:r>
              <a:rPr lang="en-US" sz="1200" b="1" dirty="0">
                <a:solidFill>
                  <a:schemeClr val="accent1"/>
                </a:solidFill>
                <a:highlight>
                  <a:srgbClr val="800080"/>
                </a:highlight>
              </a:rPr>
              <a:t>.</a:t>
            </a:r>
          </a:p>
          <a:p>
            <a:pPr marL="0" indent="0">
              <a:buNone/>
            </a:pPr>
            <a:r>
              <a:rPr lang="en-US" sz="1200" dirty="0"/>
              <a:t>When creating a new slide, you may see boxes with dotted borders that read "Click to Add Text" or "Click to Add Picture," etc. These boxes are placeholder objects for you to use and manipulate as needed. </a:t>
            </a:r>
          </a:p>
          <a:p>
            <a:r>
              <a:rPr lang="en-US" sz="1200" dirty="0"/>
              <a:t>Although placeholder objects and their borders are visible when creating a slide, they will not appear when presenting your slideshow unless you have added content to them. </a:t>
            </a:r>
          </a:p>
          <a:p>
            <a:r>
              <a:rPr lang="en-US" sz="1200" dirty="0"/>
              <a:t>To edit, move, or delete a placeholder box, simply click into the box and modify it as needed. </a:t>
            </a:r>
          </a:p>
          <a:p>
            <a:pPr marL="0" indent="0">
              <a:buNone/>
            </a:pPr>
            <a:r>
              <a:rPr lang="en-US" sz="1200" dirty="0"/>
              <a:t>You will notice once you have added content to a placeholder box and deselected it, the dotted border is no longer visible.</a:t>
            </a:r>
          </a:p>
        </p:txBody>
      </p:sp>
    </p:spTree>
    <p:extLst>
      <p:ext uri="{BB962C8B-B14F-4D97-AF65-F5344CB8AC3E}">
        <p14:creationId xmlns:p14="http://schemas.microsoft.com/office/powerpoint/2010/main" val="2525245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6400-9A0B-2EA0-675D-62B2D741DD86}"/>
              </a:ext>
            </a:extLst>
          </p:cNvPr>
          <p:cNvSpPr>
            <a:spLocks noGrp="1"/>
          </p:cNvSpPr>
          <p:nvPr>
            <p:ph type="title"/>
          </p:nvPr>
        </p:nvSpPr>
        <p:spPr/>
        <p:txBody>
          <a:bodyPr/>
          <a:lstStyle/>
          <a:p>
            <a:r>
              <a:rPr lang="en-US" dirty="0"/>
              <a:t>Guidance for Using This Template #2</a:t>
            </a:r>
          </a:p>
        </p:txBody>
      </p:sp>
      <p:sp>
        <p:nvSpPr>
          <p:cNvPr id="3" name="Footer Placeholder 2">
            <a:extLst>
              <a:ext uri="{FF2B5EF4-FFF2-40B4-BE49-F238E27FC236}">
                <a16:creationId xmlns:a16="http://schemas.microsoft.com/office/drawing/2014/main" id="{DC6D1057-0E9E-4258-71A1-8685799E2DD0}"/>
              </a:ext>
            </a:extLst>
          </p:cNvPr>
          <p:cNvSpPr>
            <a:spLocks noGrp="1"/>
          </p:cNvSpPr>
          <p:nvPr>
            <p:ph type="ftr" sz="quarter" idx="62"/>
          </p:nvPr>
        </p:nvSpPr>
        <p:spPr>
          <a:xfrm>
            <a:off x="7330440" y="6425215"/>
            <a:ext cx="364065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0461DDCE-0446-199A-958F-F04516212283}"/>
              </a:ext>
            </a:extLst>
          </p:cNvPr>
          <p:cNvSpPr>
            <a:spLocks noGrp="1"/>
          </p:cNvSpPr>
          <p:nvPr>
            <p:ph type="sldNum" sz="quarter" idx="63"/>
          </p:nvPr>
        </p:nvSpPr>
        <p:spPr>
          <a:xfrm>
            <a:off x="10972800" y="6426000"/>
            <a:ext cx="536400" cy="36360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13DBDE-1217-486F-B764-076DBBFEB98C}" type="slidenum">
              <a:rPr lang="en-GB" smtClean="0"/>
              <a:pPr/>
              <a:t>2</a:t>
            </a:fld>
            <a:endParaRPr lang="en-GB" dirty="0"/>
          </a:p>
        </p:txBody>
      </p:sp>
      <p:sp>
        <p:nvSpPr>
          <p:cNvPr id="6" name="Text Placeholder 5">
            <a:extLst>
              <a:ext uri="{FF2B5EF4-FFF2-40B4-BE49-F238E27FC236}">
                <a16:creationId xmlns:a16="http://schemas.microsoft.com/office/drawing/2014/main" id="{A4683567-B38F-21AD-2DF5-9EDE41D3842A}"/>
              </a:ext>
            </a:extLst>
          </p:cNvPr>
          <p:cNvSpPr>
            <a:spLocks noGrp="1"/>
          </p:cNvSpPr>
          <p:nvPr>
            <p:ph type="body" sz="quarter" idx="61"/>
          </p:nvPr>
        </p:nvSpPr>
        <p:spPr/>
        <p:txBody>
          <a:bodyPr/>
          <a:lstStyle/>
          <a:p>
            <a:r>
              <a:rPr lang="en-US" sz="1200" dirty="0"/>
              <a:t>Please ensure this slide – which is for your internal reference only – is deleted (in PowerPoint's Normal Mode) before finalizing and circulating your PowerPoint document. This slide can be recalled at a later date by simply selecting it from your Slide Layout options.</a:t>
            </a:r>
          </a:p>
        </p:txBody>
      </p:sp>
      <p:sp>
        <p:nvSpPr>
          <p:cNvPr id="7" name="Text Placeholder 6">
            <a:extLst>
              <a:ext uri="{FF2B5EF4-FFF2-40B4-BE49-F238E27FC236}">
                <a16:creationId xmlns:a16="http://schemas.microsoft.com/office/drawing/2014/main" id="{FCD21480-2439-25B2-62FB-E2206E4301F8}"/>
              </a:ext>
            </a:extLst>
          </p:cNvPr>
          <p:cNvSpPr>
            <a:spLocks noGrp="1"/>
          </p:cNvSpPr>
          <p:nvPr>
            <p:ph type="body" sz="quarter" idx="15"/>
          </p:nvPr>
        </p:nvSpPr>
        <p:spPr>
          <a:xfrm>
            <a:off x="419098" y="1744898"/>
            <a:ext cx="11353799" cy="3773856"/>
          </a:xfrm>
        </p:spPr>
        <p:txBody>
          <a:bodyPr numCol="2" spcCol="274320"/>
          <a:lstStyle/>
          <a:p>
            <a:pPr marL="0" indent="0">
              <a:lnSpc>
                <a:spcPct val="100000"/>
              </a:lnSpc>
              <a:buNone/>
            </a:pPr>
            <a:r>
              <a:rPr lang="en-US" sz="1200" b="1" dirty="0">
                <a:solidFill>
                  <a:schemeClr val="accent1"/>
                </a:solidFill>
                <a:highlight>
                  <a:srgbClr val="800080"/>
                </a:highlight>
              </a:rPr>
              <a:t>. </a:t>
            </a:r>
            <a:r>
              <a:rPr lang="en-US" sz="1200" b="1" dirty="0">
                <a:solidFill>
                  <a:schemeClr val="bg2"/>
                </a:solidFill>
                <a:highlight>
                  <a:srgbClr val="800080"/>
                </a:highlight>
              </a:rPr>
              <a:t>Adding An Image </a:t>
            </a:r>
            <a:r>
              <a:rPr lang="en-US" sz="1200" b="1" dirty="0">
                <a:solidFill>
                  <a:schemeClr val="accent1"/>
                </a:solidFill>
                <a:highlight>
                  <a:srgbClr val="800080"/>
                </a:highlight>
              </a:rPr>
              <a:t>.</a:t>
            </a:r>
          </a:p>
          <a:p>
            <a:pPr marL="0" indent="0">
              <a:lnSpc>
                <a:spcPct val="100000"/>
              </a:lnSpc>
              <a:buNone/>
            </a:pPr>
            <a:r>
              <a:rPr lang="en-US" sz="1200" dirty="0"/>
              <a:t>To add an image, simply click placeholder image icon. A window will appear where you can select and place the image.</a:t>
            </a:r>
          </a:p>
          <a:p>
            <a:pPr marL="0" indent="0">
              <a:lnSpc>
                <a:spcPct val="100000"/>
              </a:lnSpc>
              <a:buNone/>
            </a:pPr>
            <a:endParaRPr lang="en-US" sz="1200" dirty="0"/>
          </a:p>
          <a:p>
            <a:pPr marL="0" indent="0">
              <a:lnSpc>
                <a:spcPct val="100000"/>
              </a:lnSpc>
              <a:buNone/>
            </a:pPr>
            <a:r>
              <a:rPr lang="en-US" sz="1200" b="1" dirty="0">
                <a:solidFill>
                  <a:schemeClr val="accent1"/>
                </a:solidFill>
                <a:highlight>
                  <a:srgbClr val="800080"/>
                </a:highlight>
              </a:rPr>
              <a:t>. </a:t>
            </a:r>
            <a:r>
              <a:rPr lang="en-US" sz="1200" b="1" dirty="0">
                <a:solidFill>
                  <a:schemeClr val="bg2"/>
                </a:solidFill>
                <a:highlight>
                  <a:srgbClr val="800080"/>
                </a:highlight>
              </a:rPr>
              <a:t>Adjusting An Image Frame </a:t>
            </a:r>
            <a:r>
              <a:rPr lang="en-US" sz="1200" b="1" dirty="0">
                <a:solidFill>
                  <a:schemeClr val="accent1"/>
                </a:solidFill>
                <a:highlight>
                  <a:srgbClr val="800080"/>
                </a:highlight>
              </a:rPr>
              <a:t>.</a:t>
            </a:r>
          </a:p>
          <a:p>
            <a:pPr marL="0" indent="0">
              <a:lnSpc>
                <a:spcPct val="100000"/>
              </a:lnSpc>
              <a:buNone/>
            </a:pPr>
            <a:r>
              <a:rPr lang="en-US" sz="1200" dirty="0"/>
              <a:t>To adjust the framing of an image, right click the image and select Crop. From the dropdown box, select fill. Drag your picture to the position you require via the corner white circles and move the picture via the shaded area. Adjust or scale the image as you see fit.</a:t>
            </a:r>
          </a:p>
          <a:p>
            <a:pPr marL="0" indent="0">
              <a:lnSpc>
                <a:spcPct val="100000"/>
              </a:lnSpc>
              <a:buNone/>
            </a:pPr>
            <a:endParaRPr lang="en-US" sz="1200" dirty="0"/>
          </a:p>
          <a:p>
            <a:pPr marL="0" indent="0">
              <a:lnSpc>
                <a:spcPct val="100000"/>
              </a:lnSpc>
              <a:buNone/>
            </a:pPr>
            <a:r>
              <a:rPr lang="en-US" sz="1200" b="1" dirty="0">
                <a:solidFill>
                  <a:schemeClr val="accent1"/>
                </a:solidFill>
                <a:highlight>
                  <a:srgbClr val="800080"/>
                </a:highlight>
              </a:rPr>
              <a:t>. </a:t>
            </a:r>
            <a:r>
              <a:rPr lang="en-US" sz="1200" b="1" dirty="0">
                <a:solidFill>
                  <a:schemeClr val="bg2"/>
                </a:solidFill>
                <a:highlight>
                  <a:srgbClr val="800080"/>
                </a:highlight>
              </a:rPr>
              <a:t>Icon Library </a:t>
            </a:r>
            <a:r>
              <a:rPr lang="en-US" sz="1200" b="1" dirty="0">
                <a:solidFill>
                  <a:schemeClr val="accent1"/>
                </a:solidFill>
                <a:highlight>
                  <a:srgbClr val="800080"/>
                </a:highlight>
              </a:rPr>
              <a:t>.</a:t>
            </a:r>
          </a:p>
          <a:p>
            <a:pPr marL="0" indent="0">
              <a:lnSpc>
                <a:spcPct val="100000"/>
              </a:lnSpc>
              <a:buNone/>
            </a:pPr>
            <a:r>
              <a:rPr lang="en-US" sz="1200" dirty="0"/>
              <a:t>To add an icon, the full Vantive Icon Library can be found on the </a:t>
            </a:r>
            <a:r>
              <a:rPr lang="en-US" sz="1200" b="1" dirty="0">
                <a:hlinkClick r:id="rId3">
                  <a:extLst>
                    <a:ext uri="{A12FA001-AC4F-418D-AE19-62706E023703}">
                      <ahyp:hlinkClr xmlns:ahyp="http://schemas.microsoft.com/office/drawing/2018/hyperlinkcolor" val="tx"/>
                    </a:ext>
                  </a:extLst>
                </a:hlinkClick>
              </a:rPr>
              <a:t>Branding Hub linked here</a:t>
            </a:r>
            <a:r>
              <a:rPr lang="en-US" sz="1200" dirty="0"/>
              <a:t>. Icons are provided in plum and cream colors. These icons can be copied and pasted to other parts of your presentation to enhance slide content. All icons are drawing objects and can be scaled without any loss of resolution. Only 'Copy and Paste' the icons. Do not 'Cut and Paste' these icons as you may lose the original icon.</a:t>
            </a:r>
          </a:p>
          <a:p>
            <a:pPr marL="0" indent="0">
              <a:lnSpc>
                <a:spcPct val="100000"/>
              </a:lnSpc>
              <a:buNone/>
            </a:pPr>
            <a:r>
              <a:rPr lang="en-US" sz="1200" b="1" dirty="0">
                <a:solidFill>
                  <a:schemeClr val="accent1"/>
                </a:solidFill>
                <a:highlight>
                  <a:srgbClr val="800080"/>
                </a:highlight>
              </a:rPr>
              <a:t>. </a:t>
            </a:r>
            <a:r>
              <a:rPr lang="en-US" sz="1200" b="1" dirty="0">
                <a:solidFill>
                  <a:schemeClr val="bg2"/>
                </a:solidFill>
                <a:highlight>
                  <a:srgbClr val="800080"/>
                </a:highlight>
              </a:rPr>
              <a:t>Changing An Image </a:t>
            </a:r>
            <a:r>
              <a:rPr lang="en-US" sz="1200" b="1" dirty="0">
                <a:solidFill>
                  <a:schemeClr val="accent1"/>
                </a:solidFill>
                <a:highlight>
                  <a:srgbClr val="800080"/>
                </a:highlight>
              </a:rPr>
              <a:t>.</a:t>
            </a:r>
          </a:p>
          <a:p>
            <a:pPr marL="0" indent="0">
              <a:lnSpc>
                <a:spcPct val="100000"/>
              </a:lnSpc>
              <a:buNone/>
            </a:pPr>
            <a:r>
              <a:rPr lang="en-US" sz="1200" dirty="0"/>
              <a:t>To change an image, click on the image and hit Delete. The image should be deleted from the Placeholder, allowing you to add a new image. Alternatively, right click an image and select Change Picture &gt; From a File. A window will appear where you can select and place the new image. Pictures should always be JPG files. </a:t>
            </a:r>
          </a:p>
          <a:p>
            <a:pPr marL="0" indent="0">
              <a:lnSpc>
                <a:spcPct val="100000"/>
              </a:lnSpc>
              <a:buNone/>
            </a:pPr>
            <a:endParaRPr lang="en-US" sz="1200" dirty="0"/>
          </a:p>
          <a:p>
            <a:pPr marL="0" indent="0">
              <a:lnSpc>
                <a:spcPct val="100000"/>
              </a:lnSpc>
              <a:buNone/>
            </a:pPr>
            <a:r>
              <a:rPr lang="en-US" sz="1200" b="1" dirty="0">
                <a:solidFill>
                  <a:schemeClr val="accent1"/>
                </a:solidFill>
                <a:highlight>
                  <a:srgbClr val="800080"/>
                </a:highlight>
              </a:rPr>
              <a:t>. </a:t>
            </a:r>
            <a:r>
              <a:rPr lang="en-US" sz="1200" b="1" dirty="0">
                <a:solidFill>
                  <a:schemeClr val="bg2"/>
                </a:solidFill>
                <a:highlight>
                  <a:srgbClr val="800080"/>
                </a:highlight>
              </a:rPr>
              <a:t>Using Colors </a:t>
            </a:r>
            <a:r>
              <a:rPr lang="en-US" sz="1200" b="1" dirty="0">
                <a:solidFill>
                  <a:schemeClr val="accent1"/>
                </a:solidFill>
                <a:highlight>
                  <a:srgbClr val="800080"/>
                </a:highlight>
              </a:rPr>
              <a:t>.</a:t>
            </a:r>
          </a:p>
          <a:p>
            <a:pPr marL="0" indent="0">
              <a:lnSpc>
                <a:spcPct val="100000"/>
              </a:lnSpc>
              <a:buNone/>
            </a:pPr>
            <a:r>
              <a:rPr lang="en-US" sz="1200" dirty="0"/>
              <a:t>A number of Vantive corporate colors have already been set within this presentation for ease of use. When selecting a color opt for the top row of colors on the Palette titled 'Theme Colors.' To opt for another Vantive color simply choose from the colors titled 'Custom Colors.' These should be the only colors you use in your presentation.</a:t>
            </a:r>
          </a:p>
        </p:txBody>
      </p:sp>
      <p:pic>
        <p:nvPicPr>
          <p:cNvPr id="12" name="Picture 11">
            <a:extLst>
              <a:ext uri="{FF2B5EF4-FFF2-40B4-BE49-F238E27FC236}">
                <a16:creationId xmlns:a16="http://schemas.microsoft.com/office/drawing/2014/main" id="{34174AE1-091E-CE98-53F9-A376F42A3C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8204" y="4627722"/>
            <a:ext cx="1545641" cy="1157249"/>
          </a:xfrm>
          <a:prstGeom prst="rect">
            <a:avLst/>
          </a:prstGeom>
        </p:spPr>
      </p:pic>
    </p:spTree>
    <p:extLst>
      <p:ext uri="{BB962C8B-B14F-4D97-AF65-F5344CB8AC3E}">
        <p14:creationId xmlns:p14="http://schemas.microsoft.com/office/powerpoint/2010/main" val="199566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0A3E249-9A79-8E9D-6DE3-5FA53C374D68}"/>
              </a:ext>
            </a:extLst>
          </p:cNvPr>
          <p:cNvSpPr>
            <a:spLocks noGrp="1"/>
          </p:cNvSpPr>
          <p:nvPr>
            <p:ph type="body" sz="quarter" idx="11"/>
          </p:nvPr>
        </p:nvSpPr>
        <p:spPr/>
        <p:txBody>
          <a:bodyPr/>
          <a:lstStyle/>
          <a:p>
            <a:endParaRPr lang="en-US"/>
          </a:p>
        </p:txBody>
      </p:sp>
      <p:sp>
        <p:nvSpPr>
          <p:cNvPr id="5" name="Title 4">
            <a:extLst>
              <a:ext uri="{FF2B5EF4-FFF2-40B4-BE49-F238E27FC236}">
                <a16:creationId xmlns:a16="http://schemas.microsoft.com/office/drawing/2014/main" id="{79779E50-D88D-EB6D-0B24-D5DF44CB1ED1}"/>
              </a:ext>
            </a:extLst>
          </p:cNvPr>
          <p:cNvSpPr>
            <a:spLocks noGrp="1"/>
          </p:cNvSpPr>
          <p:nvPr>
            <p:ph type="ctrTitle"/>
          </p:nvPr>
        </p:nvSpPr>
        <p:spPr/>
        <p:txBody>
          <a:bodyPr/>
          <a:lstStyle/>
          <a:p>
            <a:endParaRPr lang="en-US" dirty="0"/>
          </a:p>
        </p:txBody>
      </p:sp>
      <p:sp>
        <p:nvSpPr>
          <p:cNvPr id="7" name="Text Placeholder 6">
            <a:extLst>
              <a:ext uri="{FF2B5EF4-FFF2-40B4-BE49-F238E27FC236}">
                <a16:creationId xmlns:a16="http://schemas.microsoft.com/office/drawing/2014/main" id="{4399373A-D688-7356-F03E-A64DDED4C5A5}"/>
              </a:ext>
            </a:extLst>
          </p:cNvPr>
          <p:cNvSpPr>
            <a:spLocks noGrp="1"/>
          </p:cNvSpPr>
          <p:nvPr>
            <p:ph type="body" sz="quarter" idx="27"/>
          </p:nvPr>
        </p:nvSpPr>
        <p:spPr/>
        <p:txBody>
          <a:bodyPr/>
          <a:lstStyle/>
          <a:p>
            <a:pPr marL="0" indent="0">
              <a:buNone/>
            </a:pPr>
            <a:endParaRPr lang="en-US" dirty="0"/>
          </a:p>
        </p:txBody>
      </p:sp>
    </p:spTree>
    <p:extLst>
      <p:ext uri="{BB962C8B-B14F-4D97-AF65-F5344CB8AC3E}">
        <p14:creationId xmlns:p14="http://schemas.microsoft.com/office/powerpoint/2010/main" val="3452704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96B251-718B-CF2A-509A-553131B0D0E7}"/>
              </a:ext>
            </a:extLst>
          </p:cNvPr>
          <p:cNvSpPr>
            <a:spLocks noGrp="1"/>
          </p:cNvSpPr>
          <p:nvPr>
            <p:ph type="ctrTitle"/>
          </p:nvPr>
        </p:nvSpPr>
        <p:spPr/>
        <p:txBody>
          <a:bodyPr/>
          <a:lstStyle/>
          <a:p>
            <a:endParaRPr lang="en-US"/>
          </a:p>
        </p:txBody>
      </p:sp>
      <p:sp>
        <p:nvSpPr>
          <p:cNvPr id="9" name="Text Placeholder 8">
            <a:extLst>
              <a:ext uri="{FF2B5EF4-FFF2-40B4-BE49-F238E27FC236}">
                <a16:creationId xmlns:a16="http://schemas.microsoft.com/office/drawing/2014/main" id="{51A9E0DD-F5B1-BD13-309A-07FFC720F6F6}"/>
              </a:ext>
            </a:extLst>
          </p:cNvPr>
          <p:cNvSpPr>
            <a:spLocks noGrp="1"/>
          </p:cNvSpPr>
          <p:nvPr>
            <p:ph type="body" sz="quarter" idx="11"/>
          </p:nvPr>
        </p:nvSpPr>
        <p:spPr/>
        <p:txBody>
          <a:bodyPr/>
          <a:lstStyle/>
          <a:p>
            <a:endParaRPr lang="en-US"/>
          </a:p>
        </p:txBody>
      </p:sp>
      <p:sp>
        <p:nvSpPr>
          <p:cNvPr id="4" name="Date Placeholder 3">
            <a:extLst>
              <a:ext uri="{FF2B5EF4-FFF2-40B4-BE49-F238E27FC236}">
                <a16:creationId xmlns:a16="http://schemas.microsoft.com/office/drawing/2014/main" id="{2694B7DA-5299-7D9E-A869-E3C29020A6F8}"/>
              </a:ext>
            </a:extLst>
          </p:cNvPr>
          <p:cNvSpPr>
            <a:spLocks noGrp="1"/>
          </p:cNvSpPr>
          <p:nvPr>
            <p:ph type="dt" sz="half" idx="4294967295"/>
          </p:nvPr>
        </p:nvSpPr>
        <p:spPr>
          <a:xfrm>
            <a:off x="838200" y="6970400"/>
            <a:ext cx="2743200" cy="365125"/>
          </a:xfrm>
        </p:spPr>
        <p:txBody>
          <a:bodyPr/>
          <a:lstStyle/>
          <a:p>
            <a:fld id="{DE506B13-4A65-43AB-A13B-283FC89ED5AB}" type="datetime1">
              <a:rPr lang="en-GB" smtClean="0"/>
              <a:t>09/04/2026</a:t>
            </a:fld>
            <a:endParaRPr lang="en-GB"/>
          </a:p>
        </p:txBody>
      </p:sp>
      <p:sp>
        <p:nvSpPr>
          <p:cNvPr id="5" name="Footer Placeholder 4">
            <a:extLst>
              <a:ext uri="{FF2B5EF4-FFF2-40B4-BE49-F238E27FC236}">
                <a16:creationId xmlns:a16="http://schemas.microsoft.com/office/drawing/2014/main" id="{FF60C6B7-ADF0-F10C-FD74-B43478FDFDB2}"/>
              </a:ext>
            </a:extLst>
          </p:cNvPr>
          <p:cNvSpPr>
            <a:spLocks noGrp="1"/>
          </p:cNvSpPr>
          <p:nvPr>
            <p:ph type="ftr" sz="quarter" idx="4294967295"/>
          </p:nvPr>
        </p:nvSpPr>
        <p:spPr>
          <a:xfrm>
            <a:off x="7330440" y="6970400"/>
            <a:ext cx="3640654" cy="365125"/>
          </a:xfrm>
        </p:spPr>
        <p:txBody>
          <a:bodyPr/>
          <a:lstStyle/>
          <a:p>
            <a:r>
              <a:rPr lang="en-US"/>
              <a:t>Vantive Confidential – Internal Use Only</a:t>
            </a:r>
            <a:endParaRPr lang="en-US" dirty="0"/>
          </a:p>
        </p:txBody>
      </p:sp>
      <p:sp>
        <p:nvSpPr>
          <p:cNvPr id="6" name="Slide Number Placeholder 5">
            <a:extLst>
              <a:ext uri="{FF2B5EF4-FFF2-40B4-BE49-F238E27FC236}">
                <a16:creationId xmlns:a16="http://schemas.microsoft.com/office/drawing/2014/main" id="{B01E3A9E-E6E2-40A1-62FB-60A868D509B5}"/>
              </a:ext>
            </a:extLst>
          </p:cNvPr>
          <p:cNvSpPr>
            <a:spLocks noGrp="1"/>
          </p:cNvSpPr>
          <p:nvPr>
            <p:ph type="sldNum" sz="quarter" idx="4294967295"/>
          </p:nvPr>
        </p:nvSpPr>
        <p:spPr>
          <a:xfrm>
            <a:off x="10972800" y="6971925"/>
            <a:ext cx="536400" cy="363600"/>
          </a:xfrm>
        </p:spPr>
        <p:txBody>
          <a:bodyPr/>
          <a:lstStyle/>
          <a:p>
            <a:fld id="{4413DBDE-1217-486F-B764-076DBBFEB98C}" type="slidenum">
              <a:rPr lang="en-GB" smtClean="0"/>
              <a:pPr/>
              <a:t>4</a:t>
            </a:fld>
            <a:endParaRPr lang="en-GB" dirty="0"/>
          </a:p>
        </p:txBody>
      </p:sp>
      <p:sp>
        <p:nvSpPr>
          <p:cNvPr id="10" name="Text Placeholder 9">
            <a:extLst>
              <a:ext uri="{FF2B5EF4-FFF2-40B4-BE49-F238E27FC236}">
                <a16:creationId xmlns:a16="http://schemas.microsoft.com/office/drawing/2014/main" id="{548EEA99-7DBD-67EB-67CE-CFF73B4F32E0}"/>
              </a:ext>
            </a:extLst>
          </p:cNvPr>
          <p:cNvSpPr>
            <a:spLocks noGrp="1"/>
          </p:cNvSpPr>
          <p:nvPr>
            <p:ph type="body" sz="quarter" idx="24"/>
          </p:nvPr>
        </p:nvSpPr>
        <p:spPr/>
        <p:txBody>
          <a:bodyPr/>
          <a:lstStyle/>
          <a:p>
            <a:pPr marL="0" indent="0">
              <a:buNone/>
            </a:pPr>
            <a:endParaRPr lang="en-US"/>
          </a:p>
        </p:txBody>
      </p:sp>
    </p:spTree>
    <p:extLst>
      <p:ext uri="{BB962C8B-B14F-4D97-AF65-F5344CB8AC3E}">
        <p14:creationId xmlns:p14="http://schemas.microsoft.com/office/powerpoint/2010/main" val="3864335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69CF86-184D-4497-E9EA-C5E080B5F878}"/>
              </a:ext>
            </a:extLst>
          </p:cNvPr>
          <p:cNvSpPr>
            <a:spLocks noGrp="1"/>
          </p:cNvSpPr>
          <p:nvPr>
            <p:ph type="title"/>
          </p:nvPr>
        </p:nvSpPr>
        <p:spPr/>
        <p:txBody>
          <a:bodyPr/>
          <a:lstStyle/>
          <a:p>
            <a:r>
              <a:rPr lang="en-US" dirty="0"/>
              <a:t>Today’s Agenda</a:t>
            </a:r>
          </a:p>
        </p:txBody>
      </p:sp>
      <p:sp>
        <p:nvSpPr>
          <p:cNvPr id="3" name="Date Placeholder 2">
            <a:extLst>
              <a:ext uri="{FF2B5EF4-FFF2-40B4-BE49-F238E27FC236}">
                <a16:creationId xmlns:a16="http://schemas.microsoft.com/office/drawing/2014/main" id="{81C50C80-BD28-FB75-1331-7A59FF9E3002}"/>
              </a:ext>
            </a:extLst>
          </p:cNvPr>
          <p:cNvSpPr>
            <a:spLocks noGrp="1"/>
          </p:cNvSpPr>
          <p:nvPr>
            <p:ph type="dt" sz="half" idx="4294967295"/>
          </p:nvPr>
        </p:nvSpPr>
        <p:spPr>
          <a:xfrm>
            <a:off x="838200" y="6970400"/>
            <a:ext cx="2743200" cy="365125"/>
          </a:xfrm>
        </p:spPr>
        <p:txBody>
          <a:bodyPr/>
          <a:lstStyle/>
          <a:p>
            <a:fld id="{5C316CA6-BE3B-472F-8C0B-6B96B0484BA0}" type="datetime1">
              <a:rPr lang="en-GB" smtClean="0"/>
              <a:pPr/>
              <a:t>09/04/2026</a:t>
            </a:fld>
            <a:endParaRPr lang="en-GB"/>
          </a:p>
        </p:txBody>
      </p:sp>
      <p:sp>
        <p:nvSpPr>
          <p:cNvPr id="5" name="Footer Placeholder 4">
            <a:extLst>
              <a:ext uri="{FF2B5EF4-FFF2-40B4-BE49-F238E27FC236}">
                <a16:creationId xmlns:a16="http://schemas.microsoft.com/office/drawing/2014/main" id="{FC867259-81B8-102E-A114-A0AB7094B2E9}"/>
              </a:ext>
            </a:extLst>
          </p:cNvPr>
          <p:cNvSpPr>
            <a:spLocks noGrp="1"/>
          </p:cNvSpPr>
          <p:nvPr>
            <p:ph type="ftr" sz="quarter" idx="22"/>
          </p:nvPr>
        </p:nvSpPr>
        <p:spPr/>
        <p:txBody>
          <a:bodyPr/>
          <a:lstStyle/>
          <a:p>
            <a:r>
              <a:rPr lang="en-US" dirty="0" err="1"/>
              <a:t>Vantive</a:t>
            </a:r>
            <a:r>
              <a:rPr lang="en-US" dirty="0"/>
              <a:t> Confidential – Internal Use Only</a:t>
            </a:r>
          </a:p>
        </p:txBody>
      </p:sp>
      <p:sp>
        <p:nvSpPr>
          <p:cNvPr id="4" name="Slide Number Placeholder 3">
            <a:extLst>
              <a:ext uri="{FF2B5EF4-FFF2-40B4-BE49-F238E27FC236}">
                <a16:creationId xmlns:a16="http://schemas.microsoft.com/office/drawing/2014/main" id="{545E4C62-4272-0F7E-ACB8-E5DBFD54BA07}"/>
              </a:ext>
            </a:extLst>
          </p:cNvPr>
          <p:cNvSpPr>
            <a:spLocks noGrp="1"/>
          </p:cNvSpPr>
          <p:nvPr>
            <p:ph type="sldNum" sz="quarter" idx="23"/>
          </p:nvPr>
        </p:nvSpPr>
        <p:spPr/>
        <p:txBody>
          <a:bodyPr/>
          <a:lstStyle/>
          <a:p>
            <a:fld id="{4413DBDE-1217-486F-B764-076DBBFEB98C}" type="slidenum">
              <a:rPr lang="en-GB" smtClean="0"/>
              <a:pPr/>
              <a:t>5</a:t>
            </a:fld>
            <a:endParaRPr lang="en-GB" dirty="0"/>
          </a:p>
        </p:txBody>
      </p:sp>
      <p:sp>
        <p:nvSpPr>
          <p:cNvPr id="28" name="Text Placeholder 27">
            <a:extLst>
              <a:ext uri="{FF2B5EF4-FFF2-40B4-BE49-F238E27FC236}">
                <a16:creationId xmlns:a16="http://schemas.microsoft.com/office/drawing/2014/main" id="{E023A2CF-FEE5-5B6D-CA2A-45A1E160E427}"/>
              </a:ext>
            </a:extLst>
          </p:cNvPr>
          <p:cNvSpPr>
            <a:spLocks noGrp="1"/>
          </p:cNvSpPr>
          <p:nvPr>
            <p:ph type="body" sz="quarter" idx="25"/>
          </p:nvPr>
        </p:nvSpPr>
        <p:spPr/>
        <p:txBody>
          <a:bodyPr/>
          <a:lstStyle/>
          <a:p>
            <a:endParaRPr lang="en-US" dirty="0"/>
          </a:p>
        </p:txBody>
      </p:sp>
    </p:spTree>
    <p:extLst>
      <p:ext uri="{BB962C8B-B14F-4D97-AF65-F5344CB8AC3E}">
        <p14:creationId xmlns:p14="http://schemas.microsoft.com/office/powerpoint/2010/main" val="1505663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4E9B73-7859-B776-50E5-06D20CDE836B}"/>
              </a:ext>
            </a:extLst>
          </p:cNvPr>
          <p:cNvSpPr>
            <a:spLocks noGrp="1"/>
          </p:cNvSpPr>
          <p:nvPr>
            <p:ph type="ctrTitle"/>
          </p:nvPr>
        </p:nvSpPr>
        <p:spPr/>
        <p:txBody>
          <a:bodyPr/>
          <a:lstStyle/>
          <a:p>
            <a:endParaRPr lang="en-US"/>
          </a:p>
        </p:txBody>
      </p:sp>
      <p:sp>
        <p:nvSpPr>
          <p:cNvPr id="2" name="Date Placeholder 1">
            <a:extLst>
              <a:ext uri="{FF2B5EF4-FFF2-40B4-BE49-F238E27FC236}">
                <a16:creationId xmlns:a16="http://schemas.microsoft.com/office/drawing/2014/main" id="{D65753C5-6451-B4B3-7E35-4C002479C90C}"/>
              </a:ext>
            </a:extLst>
          </p:cNvPr>
          <p:cNvSpPr>
            <a:spLocks noGrp="1"/>
          </p:cNvSpPr>
          <p:nvPr>
            <p:ph type="dt" sz="half" idx="4294967295"/>
          </p:nvPr>
        </p:nvSpPr>
        <p:spPr>
          <a:xfrm>
            <a:off x="838200" y="6970400"/>
            <a:ext cx="2743200" cy="365125"/>
          </a:xfrm>
        </p:spPr>
        <p:txBody>
          <a:bodyPr/>
          <a:lstStyle/>
          <a:p>
            <a:fld id="{788E8FF6-79CB-4B04-A928-CB0526A4633E}" type="datetime1">
              <a:rPr lang="en-GB" smtClean="0"/>
              <a:pPr/>
              <a:t>09/04/2026</a:t>
            </a:fld>
            <a:endParaRPr lang="en-GB"/>
          </a:p>
        </p:txBody>
      </p:sp>
      <p:sp>
        <p:nvSpPr>
          <p:cNvPr id="4" name="Footer Placeholder 3">
            <a:extLst>
              <a:ext uri="{FF2B5EF4-FFF2-40B4-BE49-F238E27FC236}">
                <a16:creationId xmlns:a16="http://schemas.microsoft.com/office/drawing/2014/main" id="{041B255D-A516-62DF-2693-283953A17339}"/>
              </a:ext>
            </a:extLst>
          </p:cNvPr>
          <p:cNvSpPr>
            <a:spLocks noGrp="1"/>
          </p:cNvSpPr>
          <p:nvPr>
            <p:ph type="ftr" sz="quarter" idx="11"/>
          </p:nvPr>
        </p:nvSpPr>
        <p:spPr/>
        <p:txBody>
          <a:bodyPr/>
          <a:lstStyle/>
          <a:p>
            <a:r>
              <a:rPr lang="en-US" dirty="0" err="1"/>
              <a:t>Vantive</a:t>
            </a:r>
            <a:r>
              <a:rPr lang="en-US" dirty="0"/>
              <a:t> Confidential – Internal Use Only</a:t>
            </a:r>
          </a:p>
        </p:txBody>
      </p:sp>
      <p:sp>
        <p:nvSpPr>
          <p:cNvPr id="3" name="Slide Number Placeholder 2">
            <a:extLst>
              <a:ext uri="{FF2B5EF4-FFF2-40B4-BE49-F238E27FC236}">
                <a16:creationId xmlns:a16="http://schemas.microsoft.com/office/drawing/2014/main" id="{9C7B8807-3DF9-F1EE-1C42-739DD46230EE}"/>
              </a:ext>
            </a:extLst>
          </p:cNvPr>
          <p:cNvSpPr>
            <a:spLocks noGrp="1"/>
          </p:cNvSpPr>
          <p:nvPr>
            <p:ph type="sldNum" sz="quarter" idx="12"/>
          </p:nvPr>
        </p:nvSpPr>
        <p:spPr/>
        <p:txBody>
          <a:bodyPr/>
          <a:lstStyle/>
          <a:p>
            <a:fld id="{4413DBDE-1217-486F-B764-076DBBFEB98C}" type="slidenum">
              <a:rPr lang="en-GB" smtClean="0"/>
              <a:pPr/>
              <a:t>6</a:t>
            </a:fld>
            <a:endParaRPr lang="en-GB" dirty="0"/>
          </a:p>
        </p:txBody>
      </p:sp>
      <p:sp>
        <p:nvSpPr>
          <p:cNvPr id="10" name="Text Placeholder 9">
            <a:extLst>
              <a:ext uri="{FF2B5EF4-FFF2-40B4-BE49-F238E27FC236}">
                <a16:creationId xmlns:a16="http://schemas.microsoft.com/office/drawing/2014/main" id="{7F682A58-EB9D-3721-D4E0-7E04AB877CB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234703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1FBEDA2-2BFC-1446-98AA-0DD599B085F0}"/>
              </a:ext>
            </a:extLst>
          </p:cNvPr>
          <p:cNvSpPr>
            <a:spLocks noGrp="1"/>
          </p:cNvSpPr>
          <p:nvPr>
            <p:ph type="pic" sz="quarter" idx="4294967295"/>
          </p:nvPr>
        </p:nvSpPr>
        <p:spPr>
          <a:xfrm>
            <a:off x="7734930" y="609747"/>
            <a:ext cx="4457070" cy="5417991"/>
          </a:xfrm>
        </p:spPr>
        <p:txBody>
          <a:bodyPr/>
          <a:lstStyle/>
          <a:p>
            <a:endParaRPr lang="en-US"/>
          </a:p>
        </p:txBody>
      </p:sp>
      <p:sp>
        <p:nvSpPr>
          <p:cNvPr id="3" name="Title 2">
            <a:extLst>
              <a:ext uri="{FF2B5EF4-FFF2-40B4-BE49-F238E27FC236}">
                <a16:creationId xmlns:a16="http://schemas.microsoft.com/office/drawing/2014/main" id="{072F273D-A6AA-34CC-F479-16D57E67817D}"/>
              </a:ext>
            </a:extLst>
          </p:cNvPr>
          <p:cNvSpPr>
            <a:spLocks noGrp="1"/>
          </p:cNvSpPr>
          <p:nvPr>
            <p:ph type="ctrTitle"/>
          </p:nvPr>
        </p:nvSpPr>
        <p:spPr/>
        <p:txBody>
          <a:bodyPr/>
          <a:lstStyle/>
          <a:p>
            <a:endParaRPr lang="en-US"/>
          </a:p>
        </p:txBody>
      </p:sp>
      <p:sp>
        <p:nvSpPr>
          <p:cNvPr id="4" name="Text Placeholder 3">
            <a:extLst>
              <a:ext uri="{FF2B5EF4-FFF2-40B4-BE49-F238E27FC236}">
                <a16:creationId xmlns:a16="http://schemas.microsoft.com/office/drawing/2014/main" id="{DB351854-A67F-E967-D586-85275F86B917}"/>
              </a:ext>
            </a:extLst>
          </p:cNvPr>
          <p:cNvSpPr>
            <a:spLocks noGrp="1"/>
          </p:cNvSpPr>
          <p:nvPr>
            <p:ph type="body" sz="quarter" idx="11"/>
          </p:nvPr>
        </p:nvSpPr>
        <p:spPr/>
        <p:txBody>
          <a:bodyPr/>
          <a:lstStyle/>
          <a:p>
            <a:endParaRPr lang="en-US"/>
          </a:p>
        </p:txBody>
      </p:sp>
      <p:sp>
        <p:nvSpPr>
          <p:cNvPr id="5" name="Date Placeholder 4">
            <a:extLst>
              <a:ext uri="{FF2B5EF4-FFF2-40B4-BE49-F238E27FC236}">
                <a16:creationId xmlns:a16="http://schemas.microsoft.com/office/drawing/2014/main" id="{29A4D4AC-436C-6779-2473-88D8D846A7A9}"/>
              </a:ext>
            </a:extLst>
          </p:cNvPr>
          <p:cNvSpPr>
            <a:spLocks noGrp="1"/>
          </p:cNvSpPr>
          <p:nvPr>
            <p:ph type="dt" sz="half" idx="4294967295"/>
          </p:nvPr>
        </p:nvSpPr>
        <p:spPr>
          <a:xfrm>
            <a:off x="838200" y="6970400"/>
            <a:ext cx="2743200" cy="365125"/>
          </a:xfrm>
        </p:spPr>
        <p:txBody>
          <a:bodyPr/>
          <a:lstStyle/>
          <a:p>
            <a:fld id="{E627CD7C-D6BB-4A3B-8846-7744E40A85A7}" type="datetime1">
              <a:rPr lang="en-GB" smtClean="0"/>
              <a:t>09/04/2026</a:t>
            </a:fld>
            <a:endParaRPr lang="en-GB"/>
          </a:p>
        </p:txBody>
      </p:sp>
      <p:sp>
        <p:nvSpPr>
          <p:cNvPr id="6" name="Footer Placeholder 5">
            <a:extLst>
              <a:ext uri="{FF2B5EF4-FFF2-40B4-BE49-F238E27FC236}">
                <a16:creationId xmlns:a16="http://schemas.microsoft.com/office/drawing/2014/main" id="{E6C61AF9-0387-74EB-5A1C-AD340A6A6CFA}"/>
              </a:ext>
            </a:extLst>
          </p:cNvPr>
          <p:cNvSpPr>
            <a:spLocks noGrp="1"/>
          </p:cNvSpPr>
          <p:nvPr>
            <p:ph type="ftr" sz="quarter" idx="4294967295"/>
          </p:nvPr>
        </p:nvSpPr>
        <p:spPr>
          <a:xfrm>
            <a:off x="7330440" y="6970400"/>
            <a:ext cx="3640654" cy="365125"/>
          </a:xfrm>
        </p:spPr>
        <p:txBody>
          <a:bodyPr/>
          <a:lstStyle/>
          <a:p>
            <a:r>
              <a:rPr lang="en-US"/>
              <a:t>Vantive Confidential – Internal Use Only</a:t>
            </a:r>
            <a:endParaRPr lang="en-US" dirty="0"/>
          </a:p>
        </p:txBody>
      </p:sp>
      <p:sp>
        <p:nvSpPr>
          <p:cNvPr id="7" name="Slide Number Placeholder 6">
            <a:extLst>
              <a:ext uri="{FF2B5EF4-FFF2-40B4-BE49-F238E27FC236}">
                <a16:creationId xmlns:a16="http://schemas.microsoft.com/office/drawing/2014/main" id="{AEEB27BD-24B2-B35F-61FF-89B15045D682}"/>
              </a:ext>
            </a:extLst>
          </p:cNvPr>
          <p:cNvSpPr>
            <a:spLocks noGrp="1"/>
          </p:cNvSpPr>
          <p:nvPr>
            <p:ph type="sldNum" sz="quarter" idx="4294967295"/>
          </p:nvPr>
        </p:nvSpPr>
        <p:spPr>
          <a:xfrm>
            <a:off x="10972800" y="6971925"/>
            <a:ext cx="536400" cy="363600"/>
          </a:xfrm>
        </p:spPr>
        <p:txBody>
          <a:bodyPr/>
          <a:lstStyle/>
          <a:p>
            <a:fld id="{4413DBDE-1217-486F-B764-076DBBFEB98C}" type="slidenum">
              <a:rPr lang="en-GB" smtClean="0"/>
              <a:pPr/>
              <a:t>7</a:t>
            </a:fld>
            <a:endParaRPr lang="en-GB" dirty="0"/>
          </a:p>
        </p:txBody>
      </p:sp>
      <p:sp>
        <p:nvSpPr>
          <p:cNvPr id="8" name="Text Placeholder 7">
            <a:extLst>
              <a:ext uri="{FF2B5EF4-FFF2-40B4-BE49-F238E27FC236}">
                <a16:creationId xmlns:a16="http://schemas.microsoft.com/office/drawing/2014/main" id="{5F7F7E56-FBD7-C8B2-9659-88E01682BF1A}"/>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4253846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9C6F-4CEC-847A-A71A-E9934EAF5A2A}"/>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44304931-92C6-3CAC-CCC2-07CF685E170A}"/>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4BDD67B6-FDB8-60CE-0EB3-19651AD3CA8D}"/>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1132842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8C16-0E3E-3C54-F11A-4A348CD2A685}"/>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1808A5D4-019D-D141-3087-29D35D3D25D9}"/>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8BCF1B2E-9417-DEA9-F28A-81B0055E4910}"/>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3070026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CA57-9C39-D6FE-9BEA-EF2982134212}"/>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FFCEA1E5-59E2-849E-CC3D-A5061D0A7836}"/>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0186652C-65F0-E573-FB40-DB26BB5FEFFA}"/>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1706571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56871-A27A-B46C-4403-795A803534C3}"/>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0B1FF955-DBBA-787A-CFA4-C11B419A2498}"/>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892F7C86-5CB1-C82D-F5D7-00A072D19BB2}"/>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88971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DAF8C08-18B1-B4E4-3A0F-6A0A61B6628B}"/>
              </a:ext>
            </a:extLst>
          </p:cNvPr>
          <p:cNvSpPr>
            <a:spLocks noGrp="1"/>
          </p:cNvSpPr>
          <p:nvPr>
            <p:ph type="pic" sz="quarter" idx="28"/>
          </p:nvPr>
        </p:nvSpPr>
        <p:spPr/>
        <p:txBody>
          <a:bodyPr/>
          <a:lstStyle/>
          <a:p>
            <a:endParaRPr lang="en-US"/>
          </a:p>
        </p:txBody>
      </p:sp>
      <p:sp>
        <p:nvSpPr>
          <p:cNvPr id="3" name="Title 2">
            <a:extLst>
              <a:ext uri="{FF2B5EF4-FFF2-40B4-BE49-F238E27FC236}">
                <a16:creationId xmlns:a16="http://schemas.microsoft.com/office/drawing/2014/main" id="{7F3D2614-A268-4C1A-05B3-F55B7212C6B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824653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F56A-6CD7-20D8-F2F2-AFAB0ECA4A0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30083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176A0-A402-9758-1C18-29EC8BD1915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31056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C1DEC-AF5B-C249-7192-C48A2BF2BB7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17032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D95598-58E2-2A63-B22B-F92FA4B501A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8445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FF038D7-D997-334F-9F93-BE1B04CB357E}"/>
              </a:ext>
            </a:extLst>
          </p:cNvPr>
          <p:cNvSpPr>
            <a:spLocks noGrp="1"/>
          </p:cNvSpPr>
          <p:nvPr>
            <p:ph type="pic" sz="quarter" idx="26"/>
          </p:nvPr>
        </p:nvSpPr>
        <p:spPr/>
        <p:txBody>
          <a:bodyPr/>
          <a:lstStyle/>
          <a:p>
            <a:endParaRPr lang="en-US"/>
          </a:p>
        </p:txBody>
      </p:sp>
      <p:sp>
        <p:nvSpPr>
          <p:cNvPr id="3" name="Footer Placeholder 2">
            <a:extLst>
              <a:ext uri="{FF2B5EF4-FFF2-40B4-BE49-F238E27FC236}">
                <a16:creationId xmlns:a16="http://schemas.microsoft.com/office/drawing/2014/main" id="{758A4571-DA57-DBED-1B75-556DAD00B4B5}"/>
              </a:ext>
            </a:extLst>
          </p:cNvPr>
          <p:cNvSpPr>
            <a:spLocks noGrp="1"/>
          </p:cNvSpPr>
          <p:nvPr>
            <p:ph type="ftr" sz="quarter" idx="21"/>
          </p:nvPr>
        </p:nvSpPr>
        <p:spPr/>
        <p:txBody>
          <a:bodyPr/>
          <a:lstStyle/>
          <a:p>
            <a:r>
              <a:rPr lang="en-US"/>
              <a:t>Vantive Confidential – Internal Use Only</a:t>
            </a:r>
            <a:endParaRPr lang="en-US" dirty="0"/>
          </a:p>
        </p:txBody>
      </p:sp>
      <p:sp>
        <p:nvSpPr>
          <p:cNvPr id="4" name="Title 3">
            <a:extLst>
              <a:ext uri="{FF2B5EF4-FFF2-40B4-BE49-F238E27FC236}">
                <a16:creationId xmlns:a16="http://schemas.microsoft.com/office/drawing/2014/main" id="{0D0FBE63-D81F-16E9-BAB8-ECEE041C7816}"/>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5198B1D7-897C-F265-8F3F-08F07195C12B}"/>
              </a:ext>
            </a:extLst>
          </p:cNvPr>
          <p:cNvSpPr>
            <a:spLocks noGrp="1"/>
          </p:cNvSpPr>
          <p:nvPr>
            <p:ph type="body" sz="quarter" idx="23"/>
          </p:nvPr>
        </p:nvSpPr>
        <p:spPr/>
        <p:txBody>
          <a:bodyPr/>
          <a:lstStyle/>
          <a:p>
            <a:endParaRPr lang="en-US"/>
          </a:p>
        </p:txBody>
      </p:sp>
      <p:sp>
        <p:nvSpPr>
          <p:cNvPr id="6" name="Slide Number Placeholder 5">
            <a:extLst>
              <a:ext uri="{FF2B5EF4-FFF2-40B4-BE49-F238E27FC236}">
                <a16:creationId xmlns:a16="http://schemas.microsoft.com/office/drawing/2014/main" id="{0E49BB05-89D1-9FF1-A0D7-3443546C1B2B}"/>
              </a:ext>
            </a:extLst>
          </p:cNvPr>
          <p:cNvSpPr>
            <a:spLocks noGrp="1"/>
          </p:cNvSpPr>
          <p:nvPr>
            <p:ph type="sldNum" sz="quarter" idx="25"/>
          </p:nvPr>
        </p:nvSpPr>
        <p:spPr/>
        <p:txBody>
          <a:bodyPr/>
          <a:lstStyle/>
          <a:p>
            <a:fld id="{4413DBDE-1217-486F-B764-076DBBFEB98C}" type="slidenum">
              <a:rPr lang="en-GB" smtClean="0"/>
              <a:pPr/>
              <a:t>17</a:t>
            </a:fld>
            <a:endParaRPr lang="en-GB" dirty="0"/>
          </a:p>
        </p:txBody>
      </p:sp>
    </p:spTree>
    <p:extLst>
      <p:ext uri="{BB962C8B-B14F-4D97-AF65-F5344CB8AC3E}">
        <p14:creationId xmlns:p14="http://schemas.microsoft.com/office/powerpoint/2010/main" val="86372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98A69E-5D00-A6AD-3663-77B506FC221D}"/>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6131E606-86B7-0DE3-8DF5-F99893AF223D}"/>
              </a:ext>
            </a:extLst>
          </p:cNvPr>
          <p:cNvSpPr>
            <a:spLocks noGrp="1"/>
          </p:cNvSpPr>
          <p:nvPr>
            <p:ph type="sldNum" sz="quarter" idx="25"/>
          </p:nvPr>
        </p:nvSpPr>
        <p:spPr/>
        <p:txBody>
          <a:bodyPr/>
          <a:lstStyle/>
          <a:p>
            <a:fld id="{4413DBDE-1217-486F-B764-076DBBFEB98C}" type="slidenum">
              <a:rPr lang="en-GB" smtClean="0"/>
              <a:pPr/>
              <a:t>18</a:t>
            </a:fld>
            <a:endParaRPr lang="en-GB" dirty="0"/>
          </a:p>
        </p:txBody>
      </p:sp>
      <p:sp>
        <p:nvSpPr>
          <p:cNvPr id="4" name="Title 3">
            <a:extLst>
              <a:ext uri="{FF2B5EF4-FFF2-40B4-BE49-F238E27FC236}">
                <a16:creationId xmlns:a16="http://schemas.microsoft.com/office/drawing/2014/main" id="{5F5CCB55-3FF2-015A-9188-41712D1D80E7}"/>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B09252F6-F706-55E3-126B-87146833CF0D}"/>
              </a:ext>
            </a:extLst>
          </p:cNvPr>
          <p:cNvSpPr>
            <a:spLocks noGrp="1"/>
          </p:cNvSpPr>
          <p:nvPr>
            <p:ph type="body" sz="quarter" idx="23"/>
          </p:nvPr>
        </p:nvSpPr>
        <p:spPr/>
        <p:txBody>
          <a:bodyPr/>
          <a:lstStyle/>
          <a:p>
            <a:endParaRPr lang="en-US"/>
          </a:p>
        </p:txBody>
      </p:sp>
    </p:spTree>
    <p:extLst>
      <p:ext uri="{BB962C8B-B14F-4D97-AF65-F5344CB8AC3E}">
        <p14:creationId xmlns:p14="http://schemas.microsoft.com/office/powerpoint/2010/main" val="1267434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FFC11D-7E9E-3CD0-281D-1F0CAA57716C}"/>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FAF8F0E0-ED46-772D-8865-48D8029B51B0}"/>
              </a:ext>
            </a:extLst>
          </p:cNvPr>
          <p:cNvSpPr>
            <a:spLocks noGrp="1"/>
          </p:cNvSpPr>
          <p:nvPr>
            <p:ph type="sldNum" sz="quarter" idx="25"/>
          </p:nvPr>
        </p:nvSpPr>
        <p:spPr/>
        <p:txBody>
          <a:bodyPr/>
          <a:lstStyle/>
          <a:p>
            <a:fld id="{4413DBDE-1217-486F-B764-076DBBFEB98C}" type="slidenum">
              <a:rPr lang="en-GB" smtClean="0"/>
              <a:pPr/>
              <a:t>19</a:t>
            </a:fld>
            <a:endParaRPr lang="en-GB" dirty="0"/>
          </a:p>
        </p:txBody>
      </p:sp>
      <p:sp>
        <p:nvSpPr>
          <p:cNvPr id="4" name="Title 3">
            <a:extLst>
              <a:ext uri="{FF2B5EF4-FFF2-40B4-BE49-F238E27FC236}">
                <a16:creationId xmlns:a16="http://schemas.microsoft.com/office/drawing/2014/main" id="{94471618-5E37-688E-D685-C6C79E7B1DF1}"/>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508C9E44-4F41-C366-6EF1-97A2560F870C}"/>
              </a:ext>
            </a:extLst>
          </p:cNvPr>
          <p:cNvSpPr>
            <a:spLocks noGrp="1"/>
          </p:cNvSpPr>
          <p:nvPr>
            <p:ph type="body" sz="quarter" idx="23"/>
          </p:nvPr>
        </p:nvSpPr>
        <p:spPr/>
        <p:txBody>
          <a:bodyPr/>
          <a:lstStyle/>
          <a:p>
            <a:endParaRPr lang="en-US"/>
          </a:p>
        </p:txBody>
      </p:sp>
    </p:spTree>
    <p:extLst>
      <p:ext uri="{BB962C8B-B14F-4D97-AF65-F5344CB8AC3E}">
        <p14:creationId xmlns:p14="http://schemas.microsoft.com/office/powerpoint/2010/main" val="3464498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1EB83E-0293-AD03-D8E4-44B6D82CB291}"/>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17D36EE6-A38C-93A8-C8D8-021E3303E5CF}"/>
              </a:ext>
            </a:extLst>
          </p:cNvPr>
          <p:cNvSpPr>
            <a:spLocks noGrp="1"/>
          </p:cNvSpPr>
          <p:nvPr>
            <p:ph type="sldNum" sz="quarter" idx="25"/>
          </p:nvPr>
        </p:nvSpPr>
        <p:spPr/>
        <p:txBody>
          <a:bodyPr/>
          <a:lstStyle/>
          <a:p>
            <a:fld id="{4413DBDE-1217-486F-B764-076DBBFEB98C}" type="slidenum">
              <a:rPr lang="en-GB" smtClean="0"/>
              <a:pPr/>
              <a:t>20</a:t>
            </a:fld>
            <a:endParaRPr lang="en-GB" dirty="0"/>
          </a:p>
        </p:txBody>
      </p:sp>
      <p:sp>
        <p:nvSpPr>
          <p:cNvPr id="4" name="Title 3">
            <a:extLst>
              <a:ext uri="{FF2B5EF4-FFF2-40B4-BE49-F238E27FC236}">
                <a16:creationId xmlns:a16="http://schemas.microsoft.com/office/drawing/2014/main" id="{23907085-44A6-D1C4-5745-632A788C12A0}"/>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4B85A5D3-CDE2-7FEE-7E4B-9E56AD47C102}"/>
              </a:ext>
            </a:extLst>
          </p:cNvPr>
          <p:cNvSpPr>
            <a:spLocks noGrp="1"/>
          </p:cNvSpPr>
          <p:nvPr>
            <p:ph type="body" sz="quarter" idx="23"/>
          </p:nvPr>
        </p:nvSpPr>
        <p:spPr/>
        <p:txBody>
          <a:bodyPr/>
          <a:lstStyle/>
          <a:p>
            <a:endParaRPr lang="en-US"/>
          </a:p>
        </p:txBody>
      </p:sp>
    </p:spTree>
    <p:extLst>
      <p:ext uri="{BB962C8B-B14F-4D97-AF65-F5344CB8AC3E}">
        <p14:creationId xmlns:p14="http://schemas.microsoft.com/office/powerpoint/2010/main" val="4288077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6478B4CE-112B-2F38-633E-A38F8E42BCE8}"/>
              </a:ext>
            </a:extLst>
          </p:cNvPr>
          <p:cNvSpPr>
            <a:spLocks noGrp="1"/>
          </p:cNvSpPr>
          <p:nvPr>
            <p:ph type="title"/>
          </p:nvPr>
        </p:nvSpPr>
        <p:spPr/>
        <p:txBody>
          <a:bodyPr/>
          <a:lstStyle/>
          <a:p>
            <a:endParaRPr lang="en-US"/>
          </a:p>
        </p:txBody>
      </p:sp>
      <p:sp>
        <p:nvSpPr>
          <p:cNvPr id="15" name="Picture Placeholder 14">
            <a:extLst>
              <a:ext uri="{FF2B5EF4-FFF2-40B4-BE49-F238E27FC236}">
                <a16:creationId xmlns:a16="http://schemas.microsoft.com/office/drawing/2014/main" id="{F9FBA263-28F9-2013-1B4A-CFE33191658F}"/>
              </a:ext>
            </a:extLst>
          </p:cNvPr>
          <p:cNvSpPr>
            <a:spLocks noGrp="1"/>
          </p:cNvSpPr>
          <p:nvPr>
            <p:ph type="pic" sz="quarter" idx="15"/>
          </p:nvPr>
        </p:nvSpPr>
        <p:spPr/>
        <p:txBody>
          <a:bodyPr/>
          <a:lstStyle/>
          <a:p>
            <a:endParaRPr lang="en-US"/>
          </a:p>
        </p:txBody>
      </p:sp>
      <p:sp>
        <p:nvSpPr>
          <p:cNvPr id="4" name="Footer Placeholder 3">
            <a:extLst>
              <a:ext uri="{FF2B5EF4-FFF2-40B4-BE49-F238E27FC236}">
                <a16:creationId xmlns:a16="http://schemas.microsoft.com/office/drawing/2014/main" id="{E4C9D15F-B8DF-8DA0-0CD5-D08EED15C366}"/>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E2855649-634A-C14C-6C35-8286E1ECED07}"/>
              </a:ext>
            </a:extLst>
          </p:cNvPr>
          <p:cNvSpPr>
            <a:spLocks noGrp="1"/>
          </p:cNvSpPr>
          <p:nvPr>
            <p:ph type="dt" sz="half" idx="4294967295"/>
          </p:nvPr>
        </p:nvSpPr>
        <p:spPr>
          <a:xfrm>
            <a:off x="838200" y="6970400"/>
            <a:ext cx="2743200" cy="365125"/>
          </a:xfrm>
        </p:spPr>
        <p:txBody>
          <a:bodyPr/>
          <a:lstStyle/>
          <a:p>
            <a:fld id="{3FD23BF2-2671-48FC-8254-6957D0A19371}" type="datetime1">
              <a:rPr lang="en-GB" smtClean="0"/>
              <a:pPr/>
              <a:t>09/04/2026</a:t>
            </a:fld>
            <a:endParaRPr lang="en-GB"/>
          </a:p>
        </p:txBody>
      </p:sp>
      <p:sp>
        <p:nvSpPr>
          <p:cNvPr id="3" name="Slide Number Placeholder 2">
            <a:extLst>
              <a:ext uri="{FF2B5EF4-FFF2-40B4-BE49-F238E27FC236}">
                <a16:creationId xmlns:a16="http://schemas.microsoft.com/office/drawing/2014/main" id="{B70FD380-3FAB-0DD6-DE61-3DA4B3E5CB21}"/>
              </a:ext>
            </a:extLst>
          </p:cNvPr>
          <p:cNvSpPr>
            <a:spLocks noGrp="1"/>
          </p:cNvSpPr>
          <p:nvPr>
            <p:ph type="sldNum" sz="quarter" idx="23"/>
          </p:nvPr>
        </p:nvSpPr>
        <p:spPr/>
        <p:txBody>
          <a:bodyPr/>
          <a:lstStyle/>
          <a:p>
            <a:fld id="{4413DBDE-1217-486F-B764-076DBBFEB98C}" type="slidenum">
              <a:rPr lang="en-GB" smtClean="0"/>
              <a:pPr/>
              <a:t>21</a:t>
            </a:fld>
            <a:endParaRPr lang="en-GB" dirty="0"/>
          </a:p>
        </p:txBody>
      </p:sp>
      <p:sp>
        <p:nvSpPr>
          <p:cNvPr id="16" name="Text Placeholder 15">
            <a:extLst>
              <a:ext uri="{FF2B5EF4-FFF2-40B4-BE49-F238E27FC236}">
                <a16:creationId xmlns:a16="http://schemas.microsoft.com/office/drawing/2014/main" id="{81D9F7C0-9183-63FF-4773-711C0F795F34}"/>
              </a:ext>
            </a:extLst>
          </p:cNvPr>
          <p:cNvSpPr>
            <a:spLocks noGrp="1"/>
          </p:cNvSpPr>
          <p:nvPr>
            <p:ph type="body" sz="quarter" idx="24"/>
          </p:nvPr>
        </p:nvSpPr>
        <p:spPr/>
        <p:txBody>
          <a:bodyPr/>
          <a:lstStyle/>
          <a:p>
            <a:endParaRPr lang="en-US"/>
          </a:p>
        </p:txBody>
      </p:sp>
      <p:sp>
        <p:nvSpPr>
          <p:cNvPr id="14" name="Text Placeholder 13">
            <a:extLst>
              <a:ext uri="{FF2B5EF4-FFF2-40B4-BE49-F238E27FC236}">
                <a16:creationId xmlns:a16="http://schemas.microsoft.com/office/drawing/2014/main" id="{C6C95409-16AA-95D6-B232-7902FCC5E45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505924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739F74-B33C-1968-8C95-CFEB5207F279}"/>
              </a:ext>
            </a:extLst>
          </p:cNvPr>
          <p:cNvSpPr>
            <a:spLocks noGrp="1"/>
          </p:cNvSpPr>
          <p:nvPr>
            <p:ph type="body" sz="quarter" idx="24"/>
          </p:nvPr>
        </p:nvSpPr>
        <p:spPr/>
        <p:txBody>
          <a:bodyPr/>
          <a:lstStyle/>
          <a:p>
            <a:endParaRPr lang="en-US"/>
          </a:p>
        </p:txBody>
      </p:sp>
      <p:sp>
        <p:nvSpPr>
          <p:cNvPr id="3" name="Text Placeholder 2">
            <a:extLst>
              <a:ext uri="{FF2B5EF4-FFF2-40B4-BE49-F238E27FC236}">
                <a16:creationId xmlns:a16="http://schemas.microsoft.com/office/drawing/2014/main" id="{DD9EAB27-D72A-4AED-F4F6-405A97F8DF4C}"/>
              </a:ext>
            </a:extLst>
          </p:cNvPr>
          <p:cNvSpPr>
            <a:spLocks noGrp="1"/>
          </p:cNvSpPr>
          <p:nvPr>
            <p:ph type="body" sz="quarter" idx="55"/>
          </p:nvPr>
        </p:nvSpPr>
        <p:spPr/>
        <p:txBody>
          <a:bodyPr/>
          <a:lstStyle/>
          <a:p>
            <a:endParaRPr lang="en-US"/>
          </a:p>
        </p:txBody>
      </p:sp>
      <p:sp>
        <p:nvSpPr>
          <p:cNvPr id="4" name="Text Placeholder 3">
            <a:extLst>
              <a:ext uri="{FF2B5EF4-FFF2-40B4-BE49-F238E27FC236}">
                <a16:creationId xmlns:a16="http://schemas.microsoft.com/office/drawing/2014/main" id="{348B81D3-9232-A6AE-8268-F5B22137245A}"/>
              </a:ext>
            </a:extLst>
          </p:cNvPr>
          <p:cNvSpPr>
            <a:spLocks noGrp="1"/>
          </p:cNvSpPr>
          <p:nvPr>
            <p:ph type="body" sz="quarter" idx="56"/>
          </p:nvPr>
        </p:nvSpPr>
        <p:spPr/>
        <p:txBody>
          <a:bodyPr/>
          <a:lstStyle/>
          <a:p>
            <a:endParaRPr lang="en-US"/>
          </a:p>
        </p:txBody>
      </p:sp>
      <p:sp>
        <p:nvSpPr>
          <p:cNvPr id="5" name="Text Placeholder 4">
            <a:extLst>
              <a:ext uri="{FF2B5EF4-FFF2-40B4-BE49-F238E27FC236}">
                <a16:creationId xmlns:a16="http://schemas.microsoft.com/office/drawing/2014/main" id="{0FE67E12-66D4-F9C9-BF86-43DC820AFC9B}"/>
              </a:ext>
            </a:extLst>
          </p:cNvPr>
          <p:cNvSpPr>
            <a:spLocks noGrp="1"/>
          </p:cNvSpPr>
          <p:nvPr>
            <p:ph type="body" sz="quarter" idx="57"/>
          </p:nvPr>
        </p:nvSpPr>
        <p:spPr/>
        <p:txBody>
          <a:bodyPr/>
          <a:lstStyle/>
          <a:p>
            <a:endParaRPr lang="en-US"/>
          </a:p>
        </p:txBody>
      </p:sp>
      <p:sp>
        <p:nvSpPr>
          <p:cNvPr id="6" name="Text Placeholder 5">
            <a:extLst>
              <a:ext uri="{FF2B5EF4-FFF2-40B4-BE49-F238E27FC236}">
                <a16:creationId xmlns:a16="http://schemas.microsoft.com/office/drawing/2014/main" id="{BD037A13-9B08-A107-8A29-F6124FE8A099}"/>
              </a:ext>
            </a:extLst>
          </p:cNvPr>
          <p:cNvSpPr>
            <a:spLocks noGrp="1"/>
          </p:cNvSpPr>
          <p:nvPr>
            <p:ph type="body" sz="quarter" idx="58"/>
          </p:nvPr>
        </p:nvSpPr>
        <p:spPr/>
        <p:txBody>
          <a:bodyPr/>
          <a:lstStyle/>
          <a:p>
            <a:endParaRPr lang="en-US"/>
          </a:p>
        </p:txBody>
      </p:sp>
      <p:sp>
        <p:nvSpPr>
          <p:cNvPr id="7" name="Title 6">
            <a:extLst>
              <a:ext uri="{FF2B5EF4-FFF2-40B4-BE49-F238E27FC236}">
                <a16:creationId xmlns:a16="http://schemas.microsoft.com/office/drawing/2014/main" id="{DC0EEDE4-13E2-7599-8B81-8C6148A901F6}"/>
              </a:ext>
            </a:extLst>
          </p:cNvPr>
          <p:cNvSpPr>
            <a:spLocks noGrp="1"/>
          </p:cNvSpPr>
          <p:nvPr>
            <p:ph type="title"/>
          </p:nvPr>
        </p:nvSpPr>
        <p:spPr/>
        <p:txBody>
          <a:bodyPr/>
          <a:lstStyle/>
          <a:p>
            <a:endParaRPr lang="en-US"/>
          </a:p>
        </p:txBody>
      </p:sp>
      <p:sp>
        <p:nvSpPr>
          <p:cNvPr id="8" name="Picture Placeholder 7">
            <a:extLst>
              <a:ext uri="{FF2B5EF4-FFF2-40B4-BE49-F238E27FC236}">
                <a16:creationId xmlns:a16="http://schemas.microsoft.com/office/drawing/2014/main" id="{578321F3-2794-5B3F-EDB3-DD15297A0E3C}"/>
              </a:ext>
            </a:extLst>
          </p:cNvPr>
          <p:cNvSpPr>
            <a:spLocks noGrp="1"/>
          </p:cNvSpPr>
          <p:nvPr>
            <p:ph type="pic" sz="quarter" idx="39"/>
          </p:nvPr>
        </p:nvSpPr>
        <p:spPr/>
        <p:txBody>
          <a:bodyPr/>
          <a:lstStyle/>
          <a:p>
            <a:endParaRPr lang="en-US"/>
          </a:p>
        </p:txBody>
      </p:sp>
      <p:sp>
        <p:nvSpPr>
          <p:cNvPr id="9" name="Footer Placeholder 8">
            <a:extLst>
              <a:ext uri="{FF2B5EF4-FFF2-40B4-BE49-F238E27FC236}">
                <a16:creationId xmlns:a16="http://schemas.microsoft.com/office/drawing/2014/main" id="{657DAECA-1C23-150F-DA22-980DCE35FE62}"/>
              </a:ext>
            </a:extLst>
          </p:cNvPr>
          <p:cNvSpPr>
            <a:spLocks noGrp="1"/>
          </p:cNvSpPr>
          <p:nvPr>
            <p:ph type="ftr" sz="quarter" idx="21"/>
          </p:nvPr>
        </p:nvSpPr>
        <p:spPr/>
        <p:txBody>
          <a:bodyPr/>
          <a:lstStyle/>
          <a:p>
            <a:r>
              <a:rPr lang="en-US"/>
              <a:t>Vantive Confidential – Internal Use Only</a:t>
            </a:r>
            <a:endParaRPr lang="en-US" dirty="0"/>
          </a:p>
        </p:txBody>
      </p:sp>
      <p:sp>
        <p:nvSpPr>
          <p:cNvPr id="10" name="Date Placeholder 9">
            <a:extLst>
              <a:ext uri="{FF2B5EF4-FFF2-40B4-BE49-F238E27FC236}">
                <a16:creationId xmlns:a16="http://schemas.microsoft.com/office/drawing/2014/main" id="{CD6D5154-BEB3-F661-9987-EE5A88B7DE82}"/>
              </a:ext>
            </a:extLst>
          </p:cNvPr>
          <p:cNvSpPr>
            <a:spLocks noGrp="1"/>
          </p:cNvSpPr>
          <p:nvPr>
            <p:ph type="dt" sz="half" idx="4294967295"/>
          </p:nvPr>
        </p:nvSpPr>
        <p:spPr>
          <a:xfrm>
            <a:off x="838200" y="6970400"/>
            <a:ext cx="2743200" cy="365125"/>
          </a:xfrm>
        </p:spPr>
        <p:txBody>
          <a:bodyPr/>
          <a:lstStyle/>
          <a:p>
            <a:fld id="{0E7F9AC5-F804-461A-BAE8-FD1A4C9D34C9}" type="datetime1">
              <a:rPr lang="en-GB" smtClean="0"/>
              <a:t>09/04/2026</a:t>
            </a:fld>
            <a:endParaRPr lang="en-GB"/>
          </a:p>
        </p:txBody>
      </p:sp>
      <p:sp>
        <p:nvSpPr>
          <p:cNvPr id="11" name="Slide Number Placeholder 10">
            <a:extLst>
              <a:ext uri="{FF2B5EF4-FFF2-40B4-BE49-F238E27FC236}">
                <a16:creationId xmlns:a16="http://schemas.microsoft.com/office/drawing/2014/main" id="{3DA55F54-2CA7-0926-276C-1642C060F3A6}"/>
              </a:ext>
            </a:extLst>
          </p:cNvPr>
          <p:cNvSpPr>
            <a:spLocks noGrp="1"/>
          </p:cNvSpPr>
          <p:nvPr>
            <p:ph type="sldNum" sz="quarter" idx="49"/>
          </p:nvPr>
        </p:nvSpPr>
        <p:spPr/>
        <p:txBody>
          <a:bodyPr/>
          <a:lstStyle/>
          <a:p>
            <a:fld id="{4413DBDE-1217-486F-B764-076DBBFEB98C}" type="slidenum">
              <a:rPr lang="en-GB" smtClean="0"/>
              <a:pPr/>
              <a:t>22</a:t>
            </a:fld>
            <a:endParaRPr lang="en-GB" dirty="0"/>
          </a:p>
        </p:txBody>
      </p:sp>
      <p:sp>
        <p:nvSpPr>
          <p:cNvPr id="12" name="Picture Placeholder 11">
            <a:extLst>
              <a:ext uri="{FF2B5EF4-FFF2-40B4-BE49-F238E27FC236}">
                <a16:creationId xmlns:a16="http://schemas.microsoft.com/office/drawing/2014/main" id="{A52F6FFA-58D1-2E4F-F93A-E79C6B74E453}"/>
              </a:ext>
            </a:extLst>
          </p:cNvPr>
          <p:cNvSpPr>
            <a:spLocks noGrp="1"/>
          </p:cNvSpPr>
          <p:nvPr>
            <p:ph type="pic" sz="quarter" idx="50"/>
          </p:nvPr>
        </p:nvSpPr>
        <p:spPr/>
        <p:txBody>
          <a:bodyPr/>
          <a:lstStyle/>
          <a:p>
            <a:endParaRPr lang="en-US"/>
          </a:p>
        </p:txBody>
      </p:sp>
      <p:sp>
        <p:nvSpPr>
          <p:cNvPr id="13" name="Picture Placeholder 12">
            <a:extLst>
              <a:ext uri="{FF2B5EF4-FFF2-40B4-BE49-F238E27FC236}">
                <a16:creationId xmlns:a16="http://schemas.microsoft.com/office/drawing/2014/main" id="{64CFF913-7F33-E166-F5A4-5B63A690862E}"/>
              </a:ext>
            </a:extLst>
          </p:cNvPr>
          <p:cNvSpPr>
            <a:spLocks noGrp="1"/>
          </p:cNvSpPr>
          <p:nvPr>
            <p:ph type="pic" sz="quarter" idx="51"/>
          </p:nvPr>
        </p:nvSpPr>
        <p:spPr/>
        <p:txBody>
          <a:bodyPr/>
          <a:lstStyle/>
          <a:p>
            <a:endParaRPr lang="en-US"/>
          </a:p>
        </p:txBody>
      </p:sp>
      <p:sp>
        <p:nvSpPr>
          <p:cNvPr id="14" name="Picture Placeholder 13">
            <a:extLst>
              <a:ext uri="{FF2B5EF4-FFF2-40B4-BE49-F238E27FC236}">
                <a16:creationId xmlns:a16="http://schemas.microsoft.com/office/drawing/2014/main" id="{2A846CBA-444E-7961-6DF5-970DEF012EED}"/>
              </a:ext>
            </a:extLst>
          </p:cNvPr>
          <p:cNvSpPr>
            <a:spLocks noGrp="1"/>
          </p:cNvSpPr>
          <p:nvPr>
            <p:ph type="pic" sz="quarter" idx="53"/>
          </p:nvPr>
        </p:nvSpPr>
        <p:spPr/>
        <p:txBody>
          <a:bodyPr/>
          <a:lstStyle/>
          <a:p>
            <a:endParaRPr lang="en-US"/>
          </a:p>
        </p:txBody>
      </p:sp>
      <p:sp>
        <p:nvSpPr>
          <p:cNvPr id="15" name="Picture Placeholder 14">
            <a:extLst>
              <a:ext uri="{FF2B5EF4-FFF2-40B4-BE49-F238E27FC236}">
                <a16:creationId xmlns:a16="http://schemas.microsoft.com/office/drawing/2014/main" id="{FF016FE9-72B0-F2BF-1044-BC3BD2093661}"/>
              </a:ext>
            </a:extLst>
          </p:cNvPr>
          <p:cNvSpPr>
            <a:spLocks noGrp="1"/>
          </p:cNvSpPr>
          <p:nvPr>
            <p:ph type="pic" sz="quarter" idx="54"/>
          </p:nvPr>
        </p:nvSpPr>
        <p:spPr/>
        <p:txBody>
          <a:bodyPr/>
          <a:lstStyle/>
          <a:p>
            <a:endParaRPr lang="en-US"/>
          </a:p>
        </p:txBody>
      </p:sp>
      <p:sp>
        <p:nvSpPr>
          <p:cNvPr id="16" name="Text Placeholder 15">
            <a:extLst>
              <a:ext uri="{FF2B5EF4-FFF2-40B4-BE49-F238E27FC236}">
                <a16:creationId xmlns:a16="http://schemas.microsoft.com/office/drawing/2014/main" id="{5E9C0A6E-3D46-DAF4-46D4-6D770334C9FC}"/>
              </a:ext>
            </a:extLst>
          </p:cNvPr>
          <p:cNvSpPr>
            <a:spLocks noGrp="1"/>
          </p:cNvSpPr>
          <p:nvPr>
            <p:ph type="body" sz="quarter" idx="59"/>
          </p:nvPr>
        </p:nvSpPr>
        <p:spPr/>
        <p:txBody>
          <a:bodyPr/>
          <a:lstStyle/>
          <a:p>
            <a:endParaRPr lang="en-US"/>
          </a:p>
        </p:txBody>
      </p:sp>
    </p:spTree>
    <p:extLst>
      <p:ext uri="{BB962C8B-B14F-4D97-AF65-F5344CB8AC3E}">
        <p14:creationId xmlns:p14="http://schemas.microsoft.com/office/powerpoint/2010/main" val="3715046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F58C6C-30B1-416D-0726-D6540107EDF6}"/>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89C1FD12-BAF1-1DE0-168E-7345BB2B2DC9}"/>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A3B82B8C-F6D9-220D-7AC9-E728E3E78D1D}"/>
              </a:ext>
            </a:extLst>
          </p:cNvPr>
          <p:cNvSpPr>
            <a:spLocks noGrp="1"/>
          </p:cNvSpPr>
          <p:nvPr>
            <p:ph type="dt" sz="half" idx="4294967295"/>
          </p:nvPr>
        </p:nvSpPr>
        <p:spPr>
          <a:xfrm>
            <a:off x="838200" y="6970400"/>
            <a:ext cx="2743200" cy="365125"/>
          </a:xfrm>
        </p:spPr>
        <p:txBody>
          <a:bodyPr/>
          <a:lstStyle/>
          <a:p>
            <a:fld id="{CB0A8C38-BBA8-4776-8884-3C71C1FF13C3}" type="datetime1">
              <a:rPr lang="en-GB" smtClean="0"/>
              <a:pPr/>
              <a:t>09/04/2026</a:t>
            </a:fld>
            <a:endParaRPr lang="en-GB"/>
          </a:p>
        </p:txBody>
      </p:sp>
      <p:sp>
        <p:nvSpPr>
          <p:cNvPr id="3" name="Slide Number Placeholder 2">
            <a:extLst>
              <a:ext uri="{FF2B5EF4-FFF2-40B4-BE49-F238E27FC236}">
                <a16:creationId xmlns:a16="http://schemas.microsoft.com/office/drawing/2014/main" id="{5FA4EEC7-8317-FFBF-BB2A-6C893D3D179F}"/>
              </a:ext>
            </a:extLst>
          </p:cNvPr>
          <p:cNvSpPr>
            <a:spLocks noGrp="1"/>
          </p:cNvSpPr>
          <p:nvPr>
            <p:ph type="sldNum" sz="quarter" idx="23"/>
          </p:nvPr>
        </p:nvSpPr>
        <p:spPr/>
        <p:txBody>
          <a:bodyPr/>
          <a:lstStyle/>
          <a:p>
            <a:fld id="{4413DBDE-1217-486F-B764-076DBBFEB98C}" type="slidenum">
              <a:rPr lang="en-GB" smtClean="0"/>
              <a:pPr/>
              <a:t>23</a:t>
            </a:fld>
            <a:endParaRPr lang="en-GB" dirty="0"/>
          </a:p>
        </p:txBody>
      </p:sp>
      <p:sp>
        <p:nvSpPr>
          <p:cNvPr id="7" name="Text Placeholder 6">
            <a:extLst>
              <a:ext uri="{FF2B5EF4-FFF2-40B4-BE49-F238E27FC236}">
                <a16:creationId xmlns:a16="http://schemas.microsoft.com/office/drawing/2014/main" id="{46C1D924-6757-657C-FBB0-BC2AE2563BAD}"/>
              </a:ext>
            </a:extLst>
          </p:cNvPr>
          <p:cNvSpPr>
            <a:spLocks noGrp="1"/>
          </p:cNvSpPr>
          <p:nvPr>
            <p:ph type="body" sz="quarter" idx="61"/>
          </p:nvPr>
        </p:nvSpPr>
        <p:spPr/>
        <p:txBody>
          <a:bodyPr/>
          <a:lstStyle/>
          <a:p>
            <a:endParaRPr lang="en-US"/>
          </a:p>
        </p:txBody>
      </p:sp>
      <p:sp>
        <p:nvSpPr>
          <p:cNvPr id="6" name="Text Placeholder 5">
            <a:extLst>
              <a:ext uri="{FF2B5EF4-FFF2-40B4-BE49-F238E27FC236}">
                <a16:creationId xmlns:a16="http://schemas.microsoft.com/office/drawing/2014/main" id="{429E7566-EEC0-BD9A-8623-EBCA8A8E33CC}"/>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370307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457BDA4-08A0-BC92-9ED7-49417136D3E1}"/>
              </a:ext>
            </a:extLst>
          </p:cNvPr>
          <p:cNvSpPr>
            <a:spLocks noGrp="1"/>
          </p:cNvSpPr>
          <p:nvPr>
            <p:ph type="pic" sz="quarter" idx="10"/>
          </p:nvPr>
        </p:nvSpPr>
        <p:spPr/>
        <p:txBody>
          <a:bodyPr/>
          <a:lstStyle/>
          <a:p>
            <a:endParaRPr lang="en-US"/>
          </a:p>
        </p:txBody>
      </p:sp>
      <p:sp>
        <p:nvSpPr>
          <p:cNvPr id="4" name="Footer Placeholder 3">
            <a:extLst>
              <a:ext uri="{FF2B5EF4-FFF2-40B4-BE49-F238E27FC236}">
                <a16:creationId xmlns:a16="http://schemas.microsoft.com/office/drawing/2014/main" id="{972635AA-ACA7-0C27-47D9-93CE75CA0611}"/>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408E4773-16AC-DE9E-4C69-ED2CCA15FD38}"/>
              </a:ext>
            </a:extLst>
          </p:cNvPr>
          <p:cNvSpPr>
            <a:spLocks noGrp="1"/>
          </p:cNvSpPr>
          <p:nvPr>
            <p:ph type="dt" sz="half" idx="4294967295"/>
          </p:nvPr>
        </p:nvSpPr>
        <p:spPr>
          <a:xfrm>
            <a:off x="838200" y="6970400"/>
            <a:ext cx="2743200" cy="365125"/>
          </a:xfrm>
        </p:spPr>
        <p:txBody>
          <a:bodyPr/>
          <a:lstStyle/>
          <a:p>
            <a:fld id="{1A6520F4-D32C-4F5D-A24F-00AF708BCCC4}" type="datetime1">
              <a:rPr lang="en-GB" smtClean="0"/>
              <a:t>09/04/2026</a:t>
            </a:fld>
            <a:endParaRPr lang="en-GB"/>
          </a:p>
        </p:txBody>
      </p:sp>
      <p:sp>
        <p:nvSpPr>
          <p:cNvPr id="5" name="Slide Number Placeholder 4">
            <a:extLst>
              <a:ext uri="{FF2B5EF4-FFF2-40B4-BE49-F238E27FC236}">
                <a16:creationId xmlns:a16="http://schemas.microsoft.com/office/drawing/2014/main" id="{DD64FCB7-C0BB-45D3-2B49-227E3321CE11}"/>
              </a:ext>
            </a:extLst>
          </p:cNvPr>
          <p:cNvSpPr>
            <a:spLocks noGrp="1"/>
          </p:cNvSpPr>
          <p:nvPr>
            <p:ph type="sldNum" sz="quarter" idx="23"/>
          </p:nvPr>
        </p:nvSpPr>
        <p:spPr/>
        <p:txBody>
          <a:bodyPr/>
          <a:lstStyle/>
          <a:p>
            <a:fld id="{4413DBDE-1217-486F-B764-076DBBFEB98C}" type="slidenum">
              <a:rPr lang="en-GB" smtClean="0"/>
              <a:pPr/>
              <a:t>24</a:t>
            </a:fld>
            <a:endParaRPr lang="en-GB" dirty="0"/>
          </a:p>
        </p:txBody>
      </p:sp>
    </p:spTree>
    <p:extLst>
      <p:ext uri="{BB962C8B-B14F-4D97-AF65-F5344CB8AC3E}">
        <p14:creationId xmlns:p14="http://schemas.microsoft.com/office/powerpoint/2010/main" val="527526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65EA-4A0A-597C-D033-3D57B7D53FD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DFC2644-7BE4-C5A7-366A-07106904D5BF}"/>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80028DB6-2DEF-2D2F-26C3-6BE94971F4F0}"/>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A4A5AC50-9607-E389-FA1B-96ABA612BB5E}"/>
              </a:ext>
            </a:extLst>
          </p:cNvPr>
          <p:cNvSpPr>
            <a:spLocks noGrp="1"/>
          </p:cNvSpPr>
          <p:nvPr>
            <p:ph type="sldNum" sz="quarter" idx="23"/>
          </p:nvPr>
        </p:nvSpPr>
        <p:spPr/>
        <p:txBody>
          <a:bodyPr/>
          <a:lstStyle/>
          <a:p>
            <a:fld id="{4413DBDE-1217-486F-B764-076DBBFEB98C}" type="slidenum">
              <a:rPr lang="en-GB" smtClean="0"/>
              <a:pPr/>
              <a:t>25</a:t>
            </a:fld>
            <a:endParaRPr lang="en-GB" dirty="0"/>
          </a:p>
        </p:txBody>
      </p:sp>
      <p:sp>
        <p:nvSpPr>
          <p:cNvPr id="6" name="Picture Placeholder 5">
            <a:extLst>
              <a:ext uri="{FF2B5EF4-FFF2-40B4-BE49-F238E27FC236}">
                <a16:creationId xmlns:a16="http://schemas.microsoft.com/office/drawing/2014/main" id="{5042BF03-4110-AD99-399D-59F93A60F9E4}"/>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1016468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9E60-18EE-48F3-191D-C390BABE94A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E569E46-4902-44C3-CCC8-B0BB8856D4D2}"/>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E6B1723B-B3BC-C8C0-8ECF-BF469F9A5174}"/>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0222710C-8863-B5E4-6E63-C333B6984701}"/>
              </a:ext>
            </a:extLst>
          </p:cNvPr>
          <p:cNvSpPr>
            <a:spLocks noGrp="1"/>
          </p:cNvSpPr>
          <p:nvPr>
            <p:ph type="sldNum" sz="quarter" idx="23"/>
          </p:nvPr>
        </p:nvSpPr>
        <p:spPr/>
        <p:txBody>
          <a:bodyPr/>
          <a:lstStyle/>
          <a:p>
            <a:fld id="{4413DBDE-1217-486F-B764-076DBBFEB98C}" type="slidenum">
              <a:rPr lang="en-GB" smtClean="0"/>
              <a:pPr/>
              <a:t>26</a:t>
            </a:fld>
            <a:endParaRPr lang="en-GB" dirty="0"/>
          </a:p>
        </p:txBody>
      </p:sp>
    </p:spTree>
    <p:extLst>
      <p:ext uri="{BB962C8B-B14F-4D97-AF65-F5344CB8AC3E}">
        <p14:creationId xmlns:p14="http://schemas.microsoft.com/office/powerpoint/2010/main" val="2715725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D9748-DF3D-D72F-51CB-728B2A688FD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BF0AD8D-A5AB-916D-79A2-6BA2F8320CC8}"/>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123F26DB-7355-2FE2-1CC9-59D5494CAF46}"/>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D378DF1F-817E-877A-87BB-B3E9D78AA26B}"/>
              </a:ext>
            </a:extLst>
          </p:cNvPr>
          <p:cNvSpPr>
            <a:spLocks noGrp="1"/>
          </p:cNvSpPr>
          <p:nvPr>
            <p:ph type="sldNum" sz="quarter" idx="23"/>
          </p:nvPr>
        </p:nvSpPr>
        <p:spPr/>
        <p:txBody>
          <a:bodyPr/>
          <a:lstStyle/>
          <a:p>
            <a:fld id="{4413DBDE-1217-486F-B764-076DBBFEB98C}" type="slidenum">
              <a:rPr lang="en-GB" smtClean="0"/>
              <a:pPr/>
              <a:t>27</a:t>
            </a:fld>
            <a:endParaRPr lang="en-GB" dirty="0"/>
          </a:p>
        </p:txBody>
      </p:sp>
    </p:spTree>
    <p:extLst>
      <p:ext uri="{BB962C8B-B14F-4D97-AF65-F5344CB8AC3E}">
        <p14:creationId xmlns:p14="http://schemas.microsoft.com/office/powerpoint/2010/main" val="2548620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8F425-623F-30E7-AC9E-139E7022971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06340B9-5191-4188-2227-6ABB76FD0A67}"/>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98B63C8D-2160-99EB-7C93-E99B9E3BC53A}"/>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96719AD8-265D-74B2-58D9-7752F940E831}"/>
              </a:ext>
            </a:extLst>
          </p:cNvPr>
          <p:cNvSpPr>
            <a:spLocks noGrp="1"/>
          </p:cNvSpPr>
          <p:nvPr>
            <p:ph type="sldNum" sz="quarter" idx="23"/>
          </p:nvPr>
        </p:nvSpPr>
        <p:spPr/>
        <p:txBody>
          <a:bodyPr/>
          <a:lstStyle/>
          <a:p>
            <a:fld id="{4413DBDE-1217-486F-B764-076DBBFEB98C}" type="slidenum">
              <a:rPr lang="en-GB" smtClean="0"/>
              <a:pPr/>
              <a:t>28</a:t>
            </a:fld>
            <a:endParaRPr lang="en-GB" dirty="0"/>
          </a:p>
        </p:txBody>
      </p:sp>
    </p:spTree>
    <p:extLst>
      <p:ext uri="{BB962C8B-B14F-4D97-AF65-F5344CB8AC3E}">
        <p14:creationId xmlns:p14="http://schemas.microsoft.com/office/powerpoint/2010/main" val="4150654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272D-DE4B-44C0-8696-686D3BA6CBC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FACE617-B70D-7E75-2A8B-5D87AC41BCF2}"/>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4C546658-1100-3012-A6AE-5ADE413365C8}"/>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524AF022-8B70-5E2F-6386-673AFC2FFA7C}"/>
              </a:ext>
            </a:extLst>
          </p:cNvPr>
          <p:cNvSpPr>
            <a:spLocks noGrp="1"/>
          </p:cNvSpPr>
          <p:nvPr>
            <p:ph type="sldNum" sz="quarter" idx="23"/>
          </p:nvPr>
        </p:nvSpPr>
        <p:spPr/>
        <p:txBody>
          <a:bodyPr/>
          <a:lstStyle/>
          <a:p>
            <a:fld id="{4413DBDE-1217-486F-B764-076DBBFEB98C}" type="slidenum">
              <a:rPr lang="en-GB" smtClean="0"/>
              <a:pPr/>
              <a:t>29</a:t>
            </a:fld>
            <a:endParaRPr lang="en-GB" dirty="0"/>
          </a:p>
        </p:txBody>
      </p:sp>
    </p:spTree>
    <p:extLst>
      <p:ext uri="{BB962C8B-B14F-4D97-AF65-F5344CB8AC3E}">
        <p14:creationId xmlns:p14="http://schemas.microsoft.com/office/powerpoint/2010/main" val="4068898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337F5-F400-6BF5-A152-B3921678834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757CD8E-021B-2B7E-CE8E-5BBF6B14CD90}"/>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B210A67B-71FE-5CDC-17CB-2DC447E8221E}"/>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A53DF6F4-0214-7EF3-2483-AD4ADBEE6AFF}"/>
              </a:ext>
            </a:extLst>
          </p:cNvPr>
          <p:cNvSpPr>
            <a:spLocks noGrp="1"/>
          </p:cNvSpPr>
          <p:nvPr>
            <p:ph type="sldNum" sz="quarter" idx="23"/>
          </p:nvPr>
        </p:nvSpPr>
        <p:spPr/>
        <p:txBody>
          <a:bodyPr/>
          <a:lstStyle/>
          <a:p>
            <a:fld id="{4413DBDE-1217-486F-B764-076DBBFEB98C}" type="slidenum">
              <a:rPr lang="en-GB" smtClean="0"/>
              <a:pPr/>
              <a:t>30</a:t>
            </a:fld>
            <a:endParaRPr lang="en-GB" dirty="0"/>
          </a:p>
        </p:txBody>
      </p:sp>
      <p:sp>
        <p:nvSpPr>
          <p:cNvPr id="6" name="Picture Placeholder 5">
            <a:extLst>
              <a:ext uri="{FF2B5EF4-FFF2-40B4-BE49-F238E27FC236}">
                <a16:creationId xmlns:a16="http://schemas.microsoft.com/office/drawing/2014/main" id="{6DCC896C-1EC5-4BFA-29E9-8522EF0516A7}"/>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748550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FB6B0-BB71-8DD3-33A0-F201BCB7BD1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2A77A5F-87D8-6BEB-DA0E-95A9FEB12896}"/>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1A7DCEDC-2097-5E43-7E8E-96C491B51BAC}"/>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AD49B74-CB70-1636-A137-09D9907E0349}"/>
              </a:ext>
            </a:extLst>
          </p:cNvPr>
          <p:cNvSpPr>
            <a:spLocks noGrp="1"/>
          </p:cNvSpPr>
          <p:nvPr>
            <p:ph type="sldNum" sz="quarter" idx="23"/>
          </p:nvPr>
        </p:nvSpPr>
        <p:spPr/>
        <p:txBody>
          <a:bodyPr/>
          <a:lstStyle/>
          <a:p>
            <a:fld id="{4413DBDE-1217-486F-B764-076DBBFEB98C}" type="slidenum">
              <a:rPr lang="en-GB" smtClean="0"/>
              <a:pPr/>
              <a:t>31</a:t>
            </a:fld>
            <a:endParaRPr lang="en-GB" dirty="0"/>
          </a:p>
        </p:txBody>
      </p:sp>
    </p:spTree>
    <p:extLst>
      <p:ext uri="{BB962C8B-B14F-4D97-AF65-F5344CB8AC3E}">
        <p14:creationId xmlns:p14="http://schemas.microsoft.com/office/powerpoint/2010/main" val="362117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4FD15-E721-C267-F799-BEFA1B71D92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EA6A8E3-371E-9D98-903A-FE6AC2C32C1C}"/>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C3EBAC82-3C5D-6AD9-DB55-342E88C83698}"/>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CB8557F9-9210-064E-3932-86057EE1FBB6}"/>
              </a:ext>
            </a:extLst>
          </p:cNvPr>
          <p:cNvSpPr>
            <a:spLocks noGrp="1"/>
          </p:cNvSpPr>
          <p:nvPr>
            <p:ph type="sldNum" sz="quarter" idx="23"/>
          </p:nvPr>
        </p:nvSpPr>
        <p:spPr/>
        <p:txBody>
          <a:bodyPr/>
          <a:lstStyle/>
          <a:p>
            <a:fld id="{4413DBDE-1217-486F-B764-076DBBFEB98C}" type="slidenum">
              <a:rPr lang="en-GB" smtClean="0"/>
              <a:pPr/>
              <a:t>32</a:t>
            </a:fld>
            <a:endParaRPr lang="en-GB" dirty="0"/>
          </a:p>
        </p:txBody>
      </p:sp>
    </p:spTree>
    <p:extLst>
      <p:ext uri="{BB962C8B-B14F-4D97-AF65-F5344CB8AC3E}">
        <p14:creationId xmlns:p14="http://schemas.microsoft.com/office/powerpoint/2010/main" val="3854577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4B65D-A155-FC10-A326-558BEA73D58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62CD91-03B1-E7C1-B511-51C19432351C}"/>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90BF2129-F923-BF5A-E43F-30D726990CBE}"/>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CD21EAD1-7501-CDC4-B5CD-7AE3ED6847E6}"/>
              </a:ext>
            </a:extLst>
          </p:cNvPr>
          <p:cNvSpPr>
            <a:spLocks noGrp="1"/>
          </p:cNvSpPr>
          <p:nvPr>
            <p:ph type="sldNum" sz="quarter" idx="23"/>
          </p:nvPr>
        </p:nvSpPr>
        <p:spPr/>
        <p:txBody>
          <a:bodyPr/>
          <a:lstStyle/>
          <a:p>
            <a:fld id="{4413DBDE-1217-486F-B764-076DBBFEB98C}" type="slidenum">
              <a:rPr lang="en-GB" smtClean="0"/>
              <a:pPr/>
              <a:t>33</a:t>
            </a:fld>
            <a:endParaRPr lang="en-GB" dirty="0"/>
          </a:p>
        </p:txBody>
      </p:sp>
    </p:spTree>
    <p:extLst>
      <p:ext uri="{BB962C8B-B14F-4D97-AF65-F5344CB8AC3E}">
        <p14:creationId xmlns:p14="http://schemas.microsoft.com/office/powerpoint/2010/main" val="1390855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453A9-338E-9515-A941-AEC3CB9E385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9B5E378-8346-2FD8-EDBA-0050358F5C9D}"/>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926B4B2E-8519-B7A9-88D1-BA9C3C593F70}"/>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04A4B278-C317-2ED1-6F8C-E2E6B2884390}"/>
              </a:ext>
            </a:extLst>
          </p:cNvPr>
          <p:cNvSpPr>
            <a:spLocks noGrp="1"/>
          </p:cNvSpPr>
          <p:nvPr>
            <p:ph type="sldNum" sz="quarter" idx="23"/>
          </p:nvPr>
        </p:nvSpPr>
        <p:spPr/>
        <p:txBody>
          <a:bodyPr/>
          <a:lstStyle/>
          <a:p>
            <a:fld id="{4413DBDE-1217-486F-B764-076DBBFEB98C}" type="slidenum">
              <a:rPr lang="en-GB" smtClean="0"/>
              <a:pPr/>
              <a:t>34</a:t>
            </a:fld>
            <a:endParaRPr lang="en-GB" dirty="0"/>
          </a:p>
        </p:txBody>
      </p:sp>
    </p:spTree>
    <p:extLst>
      <p:ext uri="{BB962C8B-B14F-4D97-AF65-F5344CB8AC3E}">
        <p14:creationId xmlns:p14="http://schemas.microsoft.com/office/powerpoint/2010/main" val="1558750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DB537B1D-2B50-FBEC-7C3F-CD0E343DAEE0}"/>
              </a:ext>
            </a:extLst>
          </p:cNvPr>
          <p:cNvSpPr>
            <a:spLocks noGrp="1"/>
          </p:cNvSpPr>
          <p:nvPr>
            <p:ph type="body" sz="quarter" idx="20"/>
          </p:nvPr>
        </p:nvSpPr>
        <p:spPr/>
        <p:txBody>
          <a:bodyPr/>
          <a:lstStyle/>
          <a:p>
            <a:endParaRPr lang="en-US"/>
          </a:p>
        </p:txBody>
      </p:sp>
      <p:graphicFrame>
        <p:nvGraphicFramePr>
          <p:cNvPr id="9" name="Chart Placeholder 8">
            <a:extLst>
              <a:ext uri="{FF2B5EF4-FFF2-40B4-BE49-F238E27FC236}">
                <a16:creationId xmlns:a16="http://schemas.microsoft.com/office/drawing/2014/main" id="{3EE92F3B-190D-C82C-FD0E-8CC0B01D1BE1}"/>
              </a:ext>
            </a:extLst>
          </p:cNvPr>
          <p:cNvGraphicFramePr>
            <a:graphicFrameLocks noGrp="1"/>
          </p:cNvGraphicFramePr>
          <p:nvPr>
            <p:ph type="chart" sz="quarter" idx="11"/>
            <p:extLst>
              <p:ext uri="{D42A27DB-BD31-4B8C-83A1-F6EECF244321}">
                <p14:modId xmlns:p14="http://schemas.microsoft.com/office/powerpoint/2010/main" val="1908917338"/>
              </p:ext>
            </p:extLst>
          </p:nvPr>
        </p:nvGraphicFramePr>
        <p:xfrm>
          <a:off x="6334125" y="1531938"/>
          <a:ext cx="5313363" cy="4200525"/>
        </p:xfrm>
        <a:graphic>
          <a:graphicData uri="http://schemas.openxmlformats.org/drawingml/2006/chart">
            <c:chart xmlns:c="http://schemas.openxmlformats.org/drawingml/2006/chart" xmlns:r="http://schemas.openxmlformats.org/officeDocument/2006/relationships" r:id="rId2"/>
          </a:graphicData>
        </a:graphic>
      </p:graphicFrame>
      <p:sp>
        <p:nvSpPr>
          <p:cNvPr id="6" name="Footer Placeholder 5">
            <a:extLst>
              <a:ext uri="{FF2B5EF4-FFF2-40B4-BE49-F238E27FC236}">
                <a16:creationId xmlns:a16="http://schemas.microsoft.com/office/drawing/2014/main" id="{26604E07-F0BC-F5A6-6DBD-22690F9A7F54}"/>
              </a:ext>
            </a:extLst>
          </p:cNvPr>
          <p:cNvSpPr>
            <a:spLocks noGrp="1"/>
          </p:cNvSpPr>
          <p:nvPr>
            <p:ph type="ftr" sz="quarter" idx="21"/>
          </p:nvPr>
        </p:nvSpPr>
        <p:spPr/>
        <p:txBody>
          <a:bodyPr/>
          <a:lstStyle/>
          <a:p>
            <a:r>
              <a:rPr lang="en-US"/>
              <a:t>Vantive Confidential – Internal Use Only</a:t>
            </a:r>
            <a:endParaRPr lang="en-US" dirty="0"/>
          </a:p>
        </p:txBody>
      </p:sp>
      <p:sp>
        <p:nvSpPr>
          <p:cNvPr id="30" name="Title 29">
            <a:extLst>
              <a:ext uri="{FF2B5EF4-FFF2-40B4-BE49-F238E27FC236}">
                <a16:creationId xmlns:a16="http://schemas.microsoft.com/office/drawing/2014/main" id="{BCC86F61-274F-43DD-9E13-2B37DC79392A}"/>
              </a:ext>
            </a:extLst>
          </p:cNvPr>
          <p:cNvSpPr>
            <a:spLocks noGrp="1"/>
          </p:cNvSpPr>
          <p:nvPr>
            <p:ph type="title"/>
          </p:nvPr>
        </p:nvSpPr>
        <p:spPr/>
        <p:txBody>
          <a:bodyPr/>
          <a:lstStyle/>
          <a:p>
            <a:endParaRPr lang="en-US"/>
          </a:p>
        </p:txBody>
      </p:sp>
      <p:sp>
        <p:nvSpPr>
          <p:cNvPr id="32" name="Text Placeholder 31">
            <a:extLst>
              <a:ext uri="{FF2B5EF4-FFF2-40B4-BE49-F238E27FC236}">
                <a16:creationId xmlns:a16="http://schemas.microsoft.com/office/drawing/2014/main" id="{96E55335-BF9D-80DB-B579-C9FED14431BE}"/>
              </a:ext>
            </a:extLst>
          </p:cNvPr>
          <p:cNvSpPr>
            <a:spLocks noGrp="1"/>
          </p:cNvSpPr>
          <p:nvPr>
            <p:ph type="body" sz="quarter" idx="24"/>
          </p:nvPr>
        </p:nvSpPr>
        <p:spPr/>
        <p:txBody>
          <a:bodyPr/>
          <a:lstStyle/>
          <a:p>
            <a:endParaRPr lang="en-US"/>
          </a:p>
        </p:txBody>
      </p:sp>
      <p:sp>
        <p:nvSpPr>
          <p:cNvPr id="2" name="Date Placeholder 1">
            <a:extLst>
              <a:ext uri="{FF2B5EF4-FFF2-40B4-BE49-F238E27FC236}">
                <a16:creationId xmlns:a16="http://schemas.microsoft.com/office/drawing/2014/main" id="{C16DD875-2AD6-CEE5-C8AD-2FA0B00FF134}"/>
              </a:ext>
            </a:extLst>
          </p:cNvPr>
          <p:cNvSpPr>
            <a:spLocks noGrp="1"/>
          </p:cNvSpPr>
          <p:nvPr>
            <p:ph type="dt" sz="half" idx="4294967295"/>
          </p:nvPr>
        </p:nvSpPr>
        <p:spPr>
          <a:xfrm>
            <a:off x="838200" y="6970400"/>
            <a:ext cx="2743200" cy="365125"/>
          </a:xfrm>
        </p:spPr>
        <p:txBody>
          <a:bodyPr/>
          <a:lstStyle/>
          <a:p>
            <a:fld id="{626E8A42-685D-456D-8CE6-0EFBDAC9162F}" type="datetime1">
              <a:rPr lang="en-GB" smtClean="0"/>
              <a:pPr/>
              <a:t>09/04/2026</a:t>
            </a:fld>
            <a:endParaRPr lang="en-GB"/>
          </a:p>
        </p:txBody>
      </p:sp>
      <p:sp>
        <p:nvSpPr>
          <p:cNvPr id="3" name="Slide Number Placeholder 2">
            <a:extLst>
              <a:ext uri="{FF2B5EF4-FFF2-40B4-BE49-F238E27FC236}">
                <a16:creationId xmlns:a16="http://schemas.microsoft.com/office/drawing/2014/main" id="{276529FF-21E8-AC59-B593-8E8823E7BF9A}"/>
              </a:ext>
            </a:extLst>
          </p:cNvPr>
          <p:cNvSpPr>
            <a:spLocks noGrp="1"/>
          </p:cNvSpPr>
          <p:nvPr>
            <p:ph type="sldNum" sz="quarter" idx="26"/>
          </p:nvPr>
        </p:nvSpPr>
        <p:spPr/>
        <p:txBody>
          <a:bodyPr/>
          <a:lstStyle/>
          <a:p>
            <a:fld id="{4413DBDE-1217-486F-B764-076DBBFEB98C}" type="slidenum">
              <a:rPr lang="en-GB" smtClean="0"/>
              <a:pPr/>
              <a:t>35</a:t>
            </a:fld>
            <a:endParaRPr lang="en-GB" dirty="0"/>
          </a:p>
        </p:txBody>
      </p:sp>
      <p:sp>
        <p:nvSpPr>
          <p:cNvPr id="33" name="Text Placeholder 32">
            <a:extLst>
              <a:ext uri="{FF2B5EF4-FFF2-40B4-BE49-F238E27FC236}">
                <a16:creationId xmlns:a16="http://schemas.microsoft.com/office/drawing/2014/main" id="{F4BAFC82-BE43-4297-49F4-CDE71B98B20A}"/>
              </a:ext>
            </a:extLst>
          </p:cNvPr>
          <p:cNvSpPr>
            <a:spLocks noGrp="1"/>
          </p:cNvSpPr>
          <p:nvPr>
            <p:ph type="body" sz="quarter" idx="67"/>
          </p:nvPr>
        </p:nvSpPr>
        <p:spPr/>
        <p:txBody>
          <a:bodyPr/>
          <a:lstStyle/>
          <a:p>
            <a:endParaRPr lang="en-US"/>
          </a:p>
        </p:txBody>
      </p:sp>
    </p:spTree>
    <p:extLst>
      <p:ext uri="{BB962C8B-B14F-4D97-AF65-F5344CB8AC3E}">
        <p14:creationId xmlns:p14="http://schemas.microsoft.com/office/powerpoint/2010/main" val="2593074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Placeholder 33">
            <a:extLst>
              <a:ext uri="{FF2B5EF4-FFF2-40B4-BE49-F238E27FC236}">
                <a16:creationId xmlns:a16="http://schemas.microsoft.com/office/drawing/2014/main" id="{56B9F239-F598-DFF8-7E3B-4A943FFF1A2F}"/>
              </a:ext>
            </a:extLst>
          </p:cNvPr>
          <p:cNvGraphicFramePr>
            <a:graphicFrameLocks noGrp="1"/>
          </p:cNvGraphicFramePr>
          <p:nvPr>
            <p:ph type="chart" sz="quarter" idx="19"/>
            <p:extLst>
              <p:ext uri="{D42A27DB-BD31-4B8C-83A1-F6EECF244321}">
                <p14:modId xmlns:p14="http://schemas.microsoft.com/office/powerpoint/2010/main" val="3235847263"/>
              </p:ext>
            </p:extLst>
          </p:nvPr>
        </p:nvGraphicFramePr>
        <p:xfrm>
          <a:off x="5321300" y="2246313"/>
          <a:ext cx="6316663" cy="3716337"/>
        </p:xfrm>
        <a:graphic>
          <a:graphicData uri="http://schemas.openxmlformats.org/drawingml/2006/chart">
            <c:chart xmlns:c="http://schemas.openxmlformats.org/drawingml/2006/chart" xmlns:r="http://schemas.openxmlformats.org/officeDocument/2006/relationships" r:id="rId2"/>
          </a:graphicData>
        </a:graphic>
      </p:graphicFrame>
      <p:sp>
        <p:nvSpPr>
          <p:cNvPr id="11" name="Title 10">
            <a:extLst>
              <a:ext uri="{FF2B5EF4-FFF2-40B4-BE49-F238E27FC236}">
                <a16:creationId xmlns:a16="http://schemas.microsoft.com/office/drawing/2014/main" id="{743CAAC9-0F6E-AE11-460E-A85614AFD034}"/>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D574F038-559F-B217-6272-168DDDB3D11C}"/>
              </a:ext>
            </a:extLst>
          </p:cNvPr>
          <p:cNvSpPr>
            <a:spLocks noGrp="1"/>
          </p:cNvSpPr>
          <p:nvPr>
            <p:ph type="ftr" sz="quarter" idx="22"/>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93A5561A-3F54-F0CE-AC71-C8057064FE4D}"/>
              </a:ext>
            </a:extLst>
          </p:cNvPr>
          <p:cNvSpPr>
            <a:spLocks noGrp="1"/>
          </p:cNvSpPr>
          <p:nvPr>
            <p:ph type="dt" sz="half" idx="4294967295"/>
          </p:nvPr>
        </p:nvSpPr>
        <p:spPr>
          <a:xfrm>
            <a:off x="838200" y="6970400"/>
            <a:ext cx="2743200" cy="365125"/>
          </a:xfrm>
        </p:spPr>
        <p:txBody>
          <a:bodyPr/>
          <a:lstStyle/>
          <a:p>
            <a:fld id="{2E6E977F-599C-4578-A21C-34EF7904E62A}" type="datetime1">
              <a:rPr lang="en-GB" smtClean="0"/>
              <a:pPr/>
              <a:t>09/04/2026</a:t>
            </a:fld>
            <a:endParaRPr lang="en-GB"/>
          </a:p>
        </p:txBody>
      </p:sp>
      <p:sp>
        <p:nvSpPr>
          <p:cNvPr id="3" name="Slide Number Placeholder 2">
            <a:extLst>
              <a:ext uri="{FF2B5EF4-FFF2-40B4-BE49-F238E27FC236}">
                <a16:creationId xmlns:a16="http://schemas.microsoft.com/office/drawing/2014/main" id="{A179196D-E6A3-88D5-0D33-29666D541191}"/>
              </a:ext>
            </a:extLst>
          </p:cNvPr>
          <p:cNvSpPr>
            <a:spLocks noGrp="1"/>
          </p:cNvSpPr>
          <p:nvPr>
            <p:ph type="sldNum" sz="quarter" idx="24"/>
          </p:nvPr>
        </p:nvSpPr>
        <p:spPr/>
        <p:txBody>
          <a:bodyPr/>
          <a:lstStyle/>
          <a:p>
            <a:fld id="{4413DBDE-1217-486F-B764-076DBBFEB98C}" type="slidenum">
              <a:rPr lang="en-GB" smtClean="0"/>
              <a:pPr/>
              <a:t>36</a:t>
            </a:fld>
            <a:endParaRPr lang="en-GB" dirty="0"/>
          </a:p>
        </p:txBody>
      </p:sp>
      <p:sp>
        <p:nvSpPr>
          <p:cNvPr id="14" name="Text Placeholder 13">
            <a:extLst>
              <a:ext uri="{FF2B5EF4-FFF2-40B4-BE49-F238E27FC236}">
                <a16:creationId xmlns:a16="http://schemas.microsoft.com/office/drawing/2014/main" id="{2B248B81-BEE6-C0AE-A569-91CBAA3852DA}"/>
              </a:ext>
            </a:extLst>
          </p:cNvPr>
          <p:cNvSpPr>
            <a:spLocks noGrp="1"/>
          </p:cNvSpPr>
          <p:nvPr>
            <p:ph type="body" sz="quarter" idx="25"/>
          </p:nvPr>
        </p:nvSpPr>
        <p:spPr/>
        <p:txBody>
          <a:bodyPr/>
          <a:lstStyle/>
          <a:p>
            <a:endParaRPr lang="en-US"/>
          </a:p>
        </p:txBody>
      </p:sp>
      <p:sp>
        <p:nvSpPr>
          <p:cNvPr id="15" name="Text Placeholder 14">
            <a:extLst>
              <a:ext uri="{FF2B5EF4-FFF2-40B4-BE49-F238E27FC236}">
                <a16:creationId xmlns:a16="http://schemas.microsoft.com/office/drawing/2014/main" id="{F3F30253-8B7A-1D21-D95C-C32084CA4D7B}"/>
              </a:ext>
            </a:extLst>
          </p:cNvPr>
          <p:cNvSpPr>
            <a:spLocks noGrp="1"/>
          </p:cNvSpPr>
          <p:nvPr>
            <p:ph type="body" sz="quarter" idx="67"/>
          </p:nvPr>
        </p:nvSpPr>
        <p:spPr/>
        <p:txBody>
          <a:bodyPr/>
          <a:lstStyle/>
          <a:p>
            <a:endParaRPr lang="en-US"/>
          </a:p>
        </p:txBody>
      </p:sp>
    </p:spTree>
    <p:extLst>
      <p:ext uri="{BB962C8B-B14F-4D97-AF65-F5344CB8AC3E}">
        <p14:creationId xmlns:p14="http://schemas.microsoft.com/office/powerpoint/2010/main" val="1996353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Placeholder 11">
            <a:extLst>
              <a:ext uri="{FF2B5EF4-FFF2-40B4-BE49-F238E27FC236}">
                <a16:creationId xmlns:a16="http://schemas.microsoft.com/office/drawing/2014/main" id="{6641334F-464D-1088-43BE-9349612D4474}"/>
              </a:ext>
            </a:extLst>
          </p:cNvPr>
          <p:cNvGraphicFramePr>
            <a:graphicFrameLocks noGrp="1"/>
          </p:cNvGraphicFramePr>
          <p:nvPr>
            <p:ph type="tbl" sz="quarter" idx="16"/>
            <p:extLst>
              <p:ext uri="{D42A27DB-BD31-4B8C-83A1-F6EECF244321}">
                <p14:modId xmlns:p14="http://schemas.microsoft.com/office/powerpoint/2010/main" val="3055482504"/>
              </p:ext>
            </p:extLst>
          </p:nvPr>
        </p:nvGraphicFramePr>
        <p:xfrm>
          <a:off x="419100" y="1968500"/>
          <a:ext cx="11353799" cy="3566160"/>
        </p:xfrm>
        <a:graphic>
          <a:graphicData uri="http://schemas.openxmlformats.org/drawingml/2006/table">
            <a:tbl>
              <a:tblPr firstRow="1" bandRow="1">
                <a:tableStyleId>{00A15C55-8517-42AA-B614-E9B94910E393}</a:tableStyleId>
              </a:tblPr>
              <a:tblGrid>
                <a:gridCol w="5153852">
                  <a:extLst>
                    <a:ext uri="{9D8B030D-6E8A-4147-A177-3AD203B41FA5}">
                      <a16:colId xmlns:a16="http://schemas.microsoft.com/office/drawing/2014/main" val="911666996"/>
                    </a:ext>
                  </a:extLst>
                </a:gridCol>
                <a:gridCol w="2066649">
                  <a:extLst>
                    <a:ext uri="{9D8B030D-6E8A-4147-A177-3AD203B41FA5}">
                      <a16:colId xmlns:a16="http://schemas.microsoft.com/office/drawing/2014/main" val="4286068902"/>
                    </a:ext>
                  </a:extLst>
                </a:gridCol>
                <a:gridCol w="2066649">
                  <a:extLst>
                    <a:ext uri="{9D8B030D-6E8A-4147-A177-3AD203B41FA5}">
                      <a16:colId xmlns:a16="http://schemas.microsoft.com/office/drawing/2014/main" val="335257487"/>
                    </a:ext>
                  </a:extLst>
                </a:gridCol>
                <a:gridCol w="2066649">
                  <a:extLst>
                    <a:ext uri="{9D8B030D-6E8A-4147-A177-3AD203B41FA5}">
                      <a16:colId xmlns:a16="http://schemas.microsoft.com/office/drawing/2014/main" val="3613641363"/>
                    </a:ext>
                  </a:extLst>
                </a:gridCol>
              </a:tblGrid>
              <a:tr h="370840">
                <a:tc gridSpan="4">
                  <a:txBody>
                    <a:bodyPr/>
                    <a:lstStyle/>
                    <a:p>
                      <a:pPr marL="137160" algn="ctr">
                        <a:lnSpc>
                          <a:spcPct val="100000"/>
                        </a:lnSpc>
                        <a:spcBef>
                          <a:spcPts val="1165"/>
                        </a:spcBef>
                      </a:pPr>
                      <a:r>
                        <a:rPr lang="en-US" sz="1600" b="1" spc="0" dirty="0">
                          <a:solidFill>
                            <a:schemeClr val="bg2"/>
                          </a:solidFill>
                          <a:latin typeface="Arial" panose="020B0604020202020204" pitchFamily="34" charset="0"/>
                          <a:ea typeface="+mn-ea"/>
                          <a:cs typeface="Arial" panose="020B0604020202020204" pitchFamily="34" charset="0"/>
                        </a:rPr>
                        <a:t>Lorem Ipsum Sit Dolor Amit</a:t>
                      </a:r>
                    </a:p>
                  </a:txBody>
                  <a:tcPr marT="91440" marB="9144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93388340"/>
                  </a:ext>
                </a:extLst>
              </a:tr>
              <a:tr h="370840">
                <a:tc>
                  <a:txBody>
                    <a:bodyPr/>
                    <a:lstStyle/>
                    <a:p>
                      <a:pPr marL="0" indent="0">
                        <a:lnSpc>
                          <a:spcPct val="100000"/>
                        </a:lnSpc>
                        <a:spcBef>
                          <a:spcPts val="1165"/>
                        </a:spcBef>
                      </a:pPr>
                      <a:r>
                        <a:rPr lang="en-US" sz="1400" b="1" spc="0" dirty="0">
                          <a:solidFill>
                            <a:schemeClr val="accent2"/>
                          </a:solidFill>
                          <a:latin typeface="Arial" panose="020B0604020202020204" pitchFamily="34" charset="0"/>
                          <a:ea typeface="+mn-ea"/>
                          <a:cs typeface="Arial" panose="020B0604020202020204" pitchFamily="34" charset="0"/>
                        </a:rPr>
                        <a:t>Lorem Ipsum um que</a:t>
                      </a:r>
                    </a:p>
                  </a:txBody>
                  <a:tcPr marT="91440" marB="91440" anchor="ctr">
                    <a:lnL w="12700" cmpd="sng">
                      <a:noFill/>
                    </a:lnL>
                    <a:lnR w="6350" cap="flat" cmpd="sng" algn="ctr">
                      <a:solidFill>
                        <a:schemeClr val="accent3">
                          <a:lumMod val="40000"/>
                          <a:lumOff val="60000"/>
                        </a:schemeClr>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indent="0" algn="ctr">
                        <a:lnSpc>
                          <a:spcPct val="100000"/>
                        </a:lnSpc>
                        <a:spcBef>
                          <a:spcPts val="1165"/>
                        </a:spcBef>
                      </a:pPr>
                      <a:r>
                        <a:rPr lang="en-US" sz="1400" b="1" spc="0" dirty="0" err="1">
                          <a:solidFill>
                            <a:schemeClr val="accent2"/>
                          </a:solidFill>
                          <a:latin typeface="Arial" panose="020B0604020202020204" pitchFamily="34" charset="0"/>
                          <a:ea typeface="+mn-ea"/>
                          <a:cs typeface="Arial" panose="020B0604020202020204" pitchFamily="34" charset="0"/>
                        </a:rPr>
                        <a:t>Ullit</a:t>
                      </a:r>
                      <a:endParaRPr lang="en-US" sz="1400" b="1" spc="0" dirty="0">
                        <a:solidFill>
                          <a:schemeClr val="accent2"/>
                        </a:solidFill>
                        <a:latin typeface="Arial" panose="020B0604020202020204" pitchFamily="34" charset="0"/>
                        <a:ea typeface="+mn-ea"/>
                        <a:cs typeface="Arial" panose="020B0604020202020204" pitchFamily="34" charset="0"/>
                      </a:endParaRPr>
                    </a:p>
                  </a:txBody>
                  <a:tcPr marT="91440" marB="91440" anchor="ctr">
                    <a:lnL w="6350" cap="flat" cmpd="sng" algn="ctr">
                      <a:solidFill>
                        <a:schemeClr val="accent3">
                          <a:lumMod val="40000"/>
                          <a:lumOff val="60000"/>
                        </a:schemeClr>
                      </a:solidFill>
                      <a:prstDash val="solid"/>
                      <a:round/>
                      <a:headEnd type="none" w="med" len="med"/>
                      <a:tailEnd type="none" w="med" len="med"/>
                    </a:lnL>
                    <a:lnR w="6350" cap="flat" cmpd="sng" algn="ctr">
                      <a:solidFill>
                        <a:schemeClr val="accent3">
                          <a:lumMod val="40000"/>
                          <a:lumOff val="60000"/>
                        </a:schemeClr>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indent="0" algn="ctr">
                        <a:lnSpc>
                          <a:spcPct val="100000"/>
                        </a:lnSpc>
                        <a:spcBef>
                          <a:spcPts val="1165"/>
                        </a:spcBef>
                      </a:pPr>
                      <a:r>
                        <a:rPr lang="en-US" sz="1400" b="1" spc="0" dirty="0" err="1">
                          <a:solidFill>
                            <a:schemeClr val="accent2"/>
                          </a:solidFill>
                          <a:latin typeface="Arial" panose="020B0604020202020204" pitchFamily="34" charset="0"/>
                          <a:ea typeface="+mn-ea"/>
                          <a:cs typeface="Arial" panose="020B0604020202020204" pitchFamily="34" charset="0"/>
                        </a:rPr>
                        <a:t>Amusam</a:t>
                      </a:r>
                      <a:endParaRPr lang="en-US" sz="1400" b="1" spc="0" dirty="0">
                        <a:solidFill>
                          <a:schemeClr val="accent2"/>
                        </a:solidFill>
                        <a:latin typeface="Arial" panose="020B0604020202020204" pitchFamily="34" charset="0"/>
                        <a:ea typeface="+mn-ea"/>
                        <a:cs typeface="Arial" panose="020B0604020202020204" pitchFamily="34" charset="0"/>
                      </a:endParaRPr>
                    </a:p>
                  </a:txBody>
                  <a:tcPr marT="91440" marB="91440" anchor="ctr">
                    <a:lnL w="6350" cap="flat" cmpd="sng" algn="ctr">
                      <a:solidFill>
                        <a:schemeClr val="accent3">
                          <a:lumMod val="40000"/>
                          <a:lumOff val="60000"/>
                        </a:schemeClr>
                      </a:solidFill>
                      <a:prstDash val="solid"/>
                      <a:round/>
                      <a:headEnd type="none" w="med" len="med"/>
                      <a:tailEnd type="none" w="med" len="med"/>
                    </a:lnL>
                    <a:lnR w="6350" cap="flat" cmpd="sng" algn="ctr">
                      <a:solidFill>
                        <a:schemeClr val="accent3">
                          <a:lumMod val="40000"/>
                          <a:lumOff val="60000"/>
                        </a:schemeClr>
                      </a:solid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marL="0" indent="0" algn="ctr">
                        <a:lnSpc>
                          <a:spcPct val="100000"/>
                        </a:lnSpc>
                        <a:spcBef>
                          <a:spcPts val="1165"/>
                        </a:spcBef>
                      </a:pPr>
                      <a:r>
                        <a:rPr lang="en-US" sz="1400" b="1" spc="0" dirty="0">
                          <a:solidFill>
                            <a:schemeClr val="accent2"/>
                          </a:solidFill>
                          <a:latin typeface="Arial" panose="020B0604020202020204" pitchFamily="34" charset="0"/>
                          <a:ea typeface="+mn-ea"/>
                          <a:cs typeface="Arial" panose="020B0604020202020204" pitchFamily="34" charset="0"/>
                        </a:rPr>
                        <a:t>Enes</a:t>
                      </a:r>
                    </a:p>
                  </a:txBody>
                  <a:tcPr marT="91440" marB="91440" anchor="ctr">
                    <a:lnL w="6350" cap="flat" cmpd="sng" algn="ctr">
                      <a:solidFill>
                        <a:schemeClr val="accent3">
                          <a:lumMod val="40000"/>
                          <a:lumOff val="60000"/>
                        </a:schemeClr>
                      </a:solid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578620043"/>
                  </a:ext>
                </a:extLst>
              </a:tr>
              <a:tr h="457200">
                <a:tc>
                  <a:txBody>
                    <a:bodyPr/>
                    <a:lstStyle/>
                    <a:p>
                      <a:pPr marL="0" indent="0"/>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827870"/>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685184"/>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9579051"/>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220467"/>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12700" cap="flat" cmpd="sng" algn="ctr">
                      <a:solidFill>
                        <a:schemeClr val="accent3">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3596471"/>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Lorem ipsum sit dolor </a:t>
                      </a:r>
                      <a:r>
                        <a:rPr lang="en-US" sz="1400" dirty="0" err="1">
                          <a:solidFill>
                            <a:schemeClr val="accent2"/>
                          </a:solidFill>
                        </a:rPr>
                        <a:t>amit</a:t>
                      </a:r>
                      <a:endParaRPr lang="en-US" sz="1400" dirty="0">
                        <a:solidFill>
                          <a:schemeClr val="accent2"/>
                        </a:solidFill>
                      </a:endParaRP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accent2"/>
                          </a:solidFill>
                        </a:rPr>
                        <a:t>#,###</a:t>
                      </a:r>
                    </a:p>
                  </a:txBody>
                  <a:tcPr marT="91440" marB="91440">
                    <a:lnL w="12700" cmpd="sng">
                      <a:noFill/>
                    </a:lnL>
                    <a:lnR w="12700" cmpd="sng">
                      <a:noFill/>
                    </a:lnR>
                    <a:lnT w="12700" cap="flat" cmpd="sng" algn="ctr">
                      <a:solidFill>
                        <a:schemeClr val="accent3">
                          <a:lumMod val="20000"/>
                          <a:lumOff val="80000"/>
                        </a:schemeClr>
                      </a:solidFill>
                      <a:prstDash val="solid"/>
                      <a:round/>
                      <a:headEnd type="none" w="med" len="med"/>
                      <a:tailEnd type="none" w="med" len="med"/>
                    </a:lnT>
                    <a:lnB w="63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685790"/>
                  </a:ext>
                </a:extLst>
              </a:tr>
            </a:tbl>
          </a:graphicData>
        </a:graphic>
      </p:graphicFrame>
      <p:sp>
        <p:nvSpPr>
          <p:cNvPr id="12" name="Title 11">
            <a:extLst>
              <a:ext uri="{FF2B5EF4-FFF2-40B4-BE49-F238E27FC236}">
                <a16:creationId xmlns:a16="http://schemas.microsoft.com/office/drawing/2014/main" id="{A6BB6907-C218-7D77-6A77-EDAD4999B8DB}"/>
              </a:ext>
            </a:extLst>
          </p:cNvPr>
          <p:cNvSpPr>
            <a:spLocks noGrp="1"/>
          </p:cNvSpPr>
          <p:nvPr>
            <p:ph type="title"/>
          </p:nvPr>
        </p:nvSpPr>
        <p:spPr/>
        <p:txBody>
          <a:bodyPr/>
          <a:lstStyle/>
          <a:p>
            <a:endParaRPr lang="en-US"/>
          </a:p>
        </p:txBody>
      </p:sp>
      <p:sp>
        <p:nvSpPr>
          <p:cNvPr id="7" name="Footer Placeholder 6">
            <a:extLst>
              <a:ext uri="{FF2B5EF4-FFF2-40B4-BE49-F238E27FC236}">
                <a16:creationId xmlns:a16="http://schemas.microsoft.com/office/drawing/2014/main" id="{60559F8F-AFBC-E5B7-F3BE-7E8E21916142}"/>
              </a:ext>
            </a:extLst>
          </p:cNvPr>
          <p:cNvSpPr>
            <a:spLocks noGrp="1"/>
          </p:cNvSpPr>
          <p:nvPr>
            <p:ph type="ftr" sz="quarter" idx="21"/>
          </p:nvPr>
        </p:nvSpPr>
        <p:spPr/>
        <p:txBody>
          <a:bodyPr/>
          <a:lstStyle/>
          <a:p>
            <a:r>
              <a:rPr lang="en-US"/>
              <a:t>Vantive Confidential – Internal Use Only</a:t>
            </a:r>
            <a:endParaRPr lang="en-US" dirty="0"/>
          </a:p>
        </p:txBody>
      </p:sp>
      <p:sp>
        <p:nvSpPr>
          <p:cNvPr id="3" name="Date Placeholder 2">
            <a:extLst>
              <a:ext uri="{FF2B5EF4-FFF2-40B4-BE49-F238E27FC236}">
                <a16:creationId xmlns:a16="http://schemas.microsoft.com/office/drawing/2014/main" id="{F83758E3-9661-5D2B-031E-8EAC976EA130}"/>
              </a:ext>
            </a:extLst>
          </p:cNvPr>
          <p:cNvSpPr>
            <a:spLocks noGrp="1"/>
          </p:cNvSpPr>
          <p:nvPr>
            <p:ph type="dt" sz="half" idx="4294967295"/>
          </p:nvPr>
        </p:nvSpPr>
        <p:spPr>
          <a:xfrm>
            <a:off x="838200" y="6970400"/>
            <a:ext cx="2743200" cy="365125"/>
          </a:xfrm>
        </p:spPr>
        <p:txBody>
          <a:bodyPr/>
          <a:lstStyle/>
          <a:p>
            <a:fld id="{89854139-D546-406F-966E-96A6DCC9F6E1}" type="datetime1">
              <a:rPr lang="en-GB" smtClean="0"/>
              <a:t>09/04/2026</a:t>
            </a:fld>
            <a:endParaRPr lang="en-GB"/>
          </a:p>
        </p:txBody>
      </p:sp>
      <p:sp>
        <p:nvSpPr>
          <p:cNvPr id="4" name="Slide Number Placeholder 3">
            <a:extLst>
              <a:ext uri="{FF2B5EF4-FFF2-40B4-BE49-F238E27FC236}">
                <a16:creationId xmlns:a16="http://schemas.microsoft.com/office/drawing/2014/main" id="{FC24DA7E-63E0-53A9-8471-268BE2979688}"/>
              </a:ext>
            </a:extLst>
          </p:cNvPr>
          <p:cNvSpPr>
            <a:spLocks noGrp="1"/>
          </p:cNvSpPr>
          <p:nvPr>
            <p:ph type="sldNum" sz="quarter" idx="23"/>
          </p:nvPr>
        </p:nvSpPr>
        <p:spPr/>
        <p:txBody>
          <a:bodyPr/>
          <a:lstStyle/>
          <a:p>
            <a:fld id="{4413DBDE-1217-486F-B764-076DBBFEB98C}" type="slidenum">
              <a:rPr lang="en-GB" smtClean="0"/>
              <a:pPr/>
              <a:t>37</a:t>
            </a:fld>
            <a:endParaRPr lang="en-GB" dirty="0"/>
          </a:p>
        </p:txBody>
      </p:sp>
      <p:sp>
        <p:nvSpPr>
          <p:cNvPr id="13" name="Text Placeholder 12">
            <a:extLst>
              <a:ext uri="{FF2B5EF4-FFF2-40B4-BE49-F238E27FC236}">
                <a16:creationId xmlns:a16="http://schemas.microsoft.com/office/drawing/2014/main" id="{D66DDF32-0470-4A82-F669-B7CF6A1EA90B}"/>
              </a:ext>
            </a:extLst>
          </p:cNvPr>
          <p:cNvSpPr>
            <a:spLocks noGrp="1"/>
          </p:cNvSpPr>
          <p:nvPr>
            <p:ph type="body" sz="quarter" idx="61"/>
          </p:nvPr>
        </p:nvSpPr>
        <p:spPr/>
        <p:txBody>
          <a:bodyPr/>
          <a:lstStyle/>
          <a:p>
            <a:endParaRPr lang="en-US"/>
          </a:p>
        </p:txBody>
      </p:sp>
    </p:spTree>
    <p:extLst>
      <p:ext uri="{BB962C8B-B14F-4D97-AF65-F5344CB8AC3E}">
        <p14:creationId xmlns:p14="http://schemas.microsoft.com/office/powerpoint/2010/main" val="298555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13">
            <a:extLst>
              <a:ext uri="{FF2B5EF4-FFF2-40B4-BE49-F238E27FC236}">
                <a16:creationId xmlns:a16="http://schemas.microsoft.com/office/drawing/2014/main" id="{CC01F16A-AA66-ACA9-C150-900F9644FF91}"/>
              </a:ext>
            </a:extLst>
          </p:cNvPr>
          <p:cNvGraphicFramePr>
            <a:graphicFrameLocks noGrp="1"/>
          </p:cNvGraphicFramePr>
          <p:nvPr>
            <p:ph type="dgm" sz="quarter" idx="10"/>
            <p:extLst>
              <p:ext uri="{D42A27DB-BD31-4B8C-83A1-F6EECF244321}">
                <p14:modId xmlns:p14="http://schemas.microsoft.com/office/powerpoint/2010/main" val="4272873170"/>
              </p:ext>
            </p:extLst>
          </p:nvPr>
        </p:nvGraphicFramePr>
        <p:xfrm>
          <a:off x="414338" y="1316038"/>
          <a:ext cx="11353800" cy="4729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47C3F253-511F-285F-181D-91C69C3EF3D8}"/>
              </a:ext>
            </a:extLst>
          </p:cNvPr>
          <p:cNvSpPr>
            <a:spLocks noGrp="1"/>
          </p:cNvSpPr>
          <p:nvPr>
            <p:ph type="title"/>
          </p:nvPr>
        </p:nvSpPr>
        <p:spPr/>
        <p:txBody>
          <a:bodyPr/>
          <a:lstStyle/>
          <a:p>
            <a:endParaRPr lang="en-US"/>
          </a:p>
        </p:txBody>
      </p:sp>
      <p:sp>
        <p:nvSpPr>
          <p:cNvPr id="6" name="Footer Placeholder 5">
            <a:extLst>
              <a:ext uri="{FF2B5EF4-FFF2-40B4-BE49-F238E27FC236}">
                <a16:creationId xmlns:a16="http://schemas.microsoft.com/office/drawing/2014/main" id="{BA5BEF30-4368-5888-535E-6B484ED2C3E7}"/>
              </a:ext>
            </a:extLst>
          </p:cNvPr>
          <p:cNvSpPr>
            <a:spLocks noGrp="1"/>
          </p:cNvSpPr>
          <p:nvPr>
            <p:ph type="ftr" sz="quarter" idx="21"/>
          </p:nvPr>
        </p:nvSpPr>
        <p:spPr/>
        <p:txBody>
          <a:bodyPr/>
          <a:lstStyle/>
          <a:p>
            <a:r>
              <a:rPr lang="en-US"/>
              <a:t>Vantive Confidential – Internal Use Only</a:t>
            </a:r>
            <a:endParaRPr lang="en-US" dirty="0"/>
          </a:p>
        </p:txBody>
      </p:sp>
      <p:sp>
        <p:nvSpPr>
          <p:cNvPr id="3" name="Date Placeholder 2">
            <a:extLst>
              <a:ext uri="{FF2B5EF4-FFF2-40B4-BE49-F238E27FC236}">
                <a16:creationId xmlns:a16="http://schemas.microsoft.com/office/drawing/2014/main" id="{D531994B-5BF7-3290-1A23-14D094F95CC9}"/>
              </a:ext>
            </a:extLst>
          </p:cNvPr>
          <p:cNvSpPr>
            <a:spLocks noGrp="1"/>
          </p:cNvSpPr>
          <p:nvPr>
            <p:ph type="dt" sz="half" idx="4294967295"/>
          </p:nvPr>
        </p:nvSpPr>
        <p:spPr>
          <a:xfrm>
            <a:off x="838200" y="6970400"/>
            <a:ext cx="2743200" cy="365125"/>
          </a:xfrm>
        </p:spPr>
        <p:txBody>
          <a:bodyPr/>
          <a:lstStyle/>
          <a:p>
            <a:fld id="{C27365C3-DEB5-4704-B6E1-E8D72A39182E}" type="datetime1">
              <a:rPr lang="en-GB" smtClean="0"/>
              <a:t>09/04/2026</a:t>
            </a:fld>
            <a:endParaRPr lang="en-GB"/>
          </a:p>
        </p:txBody>
      </p:sp>
      <p:sp>
        <p:nvSpPr>
          <p:cNvPr id="5" name="Slide Number Placeholder 4">
            <a:extLst>
              <a:ext uri="{FF2B5EF4-FFF2-40B4-BE49-F238E27FC236}">
                <a16:creationId xmlns:a16="http://schemas.microsoft.com/office/drawing/2014/main" id="{F940DB83-F1BB-E3B1-75C5-BCA1220A4B99}"/>
              </a:ext>
            </a:extLst>
          </p:cNvPr>
          <p:cNvSpPr>
            <a:spLocks noGrp="1"/>
          </p:cNvSpPr>
          <p:nvPr>
            <p:ph type="sldNum" sz="quarter" idx="23"/>
          </p:nvPr>
        </p:nvSpPr>
        <p:spPr/>
        <p:txBody>
          <a:bodyPr/>
          <a:lstStyle/>
          <a:p>
            <a:fld id="{4413DBDE-1217-486F-B764-076DBBFEB98C}" type="slidenum">
              <a:rPr lang="en-GB" smtClean="0"/>
              <a:pPr/>
              <a:t>38</a:t>
            </a:fld>
            <a:endParaRPr lang="en-GB" dirty="0"/>
          </a:p>
        </p:txBody>
      </p:sp>
    </p:spTree>
    <p:extLst>
      <p:ext uri="{BB962C8B-B14F-4D97-AF65-F5344CB8AC3E}">
        <p14:creationId xmlns:p14="http://schemas.microsoft.com/office/powerpoint/2010/main" val="3938196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Placeholder 23">
            <a:extLst>
              <a:ext uri="{FF2B5EF4-FFF2-40B4-BE49-F238E27FC236}">
                <a16:creationId xmlns:a16="http://schemas.microsoft.com/office/drawing/2014/main" id="{3979E458-02B4-0DF2-6C19-D5D25879E318}"/>
              </a:ext>
            </a:extLst>
          </p:cNvPr>
          <p:cNvGraphicFramePr>
            <a:graphicFrameLocks noGrp="1"/>
          </p:cNvGraphicFramePr>
          <p:nvPr>
            <p:ph type="chart" sz="quarter" idx="15"/>
            <p:extLst>
              <p:ext uri="{D42A27DB-BD31-4B8C-83A1-F6EECF244321}">
                <p14:modId xmlns:p14="http://schemas.microsoft.com/office/powerpoint/2010/main" val="812051621"/>
              </p:ext>
            </p:extLst>
          </p:nvPr>
        </p:nvGraphicFramePr>
        <p:xfrm>
          <a:off x="419100" y="2093913"/>
          <a:ext cx="3309938" cy="299720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3AA3AB36-19E2-4E76-C550-046B44641A15}"/>
              </a:ext>
            </a:extLst>
          </p:cNvPr>
          <p:cNvSpPr>
            <a:spLocks noGrp="1"/>
          </p:cNvSpPr>
          <p:nvPr>
            <p:ph type="title"/>
          </p:nvPr>
        </p:nvSpPr>
        <p:spPr/>
        <p:txBody>
          <a:bodyPr/>
          <a:lstStyle/>
          <a:p>
            <a:endParaRPr lang="en-US"/>
          </a:p>
        </p:txBody>
      </p:sp>
      <p:graphicFrame>
        <p:nvGraphicFramePr>
          <p:cNvPr id="11" name="Chart Placeholder 72">
            <a:extLst>
              <a:ext uri="{FF2B5EF4-FFF2-40B4-BE49-F238E27FC236}">
                <a16:creationId xmlns:a16="http://schemas.microsoft.com/office/drawing/2014/main" id="{2973E18E-226F-78E5-D313-28EA5CDA97D5}"/>
              </a:ext>
            </a:extLst>
          </p:cNvPr>
          <p:cNvGraphicFramePr>
            <a:graphicFrameLocks noGrp="1"/>
          </p:cNvGraphicFramePr>
          <p:nvPr>
            <p:ph type="chart" sz="quarter" idx="19"/>
            <p:extLst>
              <p:ext uri="{D42A27DB-BD31-4B8C-83A1-F6EECF244321}">
                <p14:modId xmlns:p14="http://schemas.microsoft.com/office/powerpoint/2010/main" val="269645656"/>
              </p:ext>
            </p:extLst>
          </p:nvPr>
        </p:nvGraphicFramePr>
        <p:xfrm>
          <a:off x="4440238" y="2093913"/>
          <a:ext cx="3311525" cy="2997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Chart Placeholder 75">
            <a:extLst>
              <a:ext uri="{FF2B5EF4-FFF2-40B4-BE49-F238E27FC236}">
                <a16:creationId xmlns:a16="http://schemas.microsoft.com/office/drawing/2014/main" id="{E25E1973-F5C1-18B3-0FD9-94887485743D}"/>
              </a:ext>
            </a:extLst>
          </p:cNvPr>
          <p:cNvGraphicFramePr>
            <a:graphicFrameLocks noGrp="1"/>
          </p:cNvGraphicFramePr>
          <p:nvPr>
            <p:ph type="chart" sz="quarter" idx="21"/>
            <p:extLst>
              <p:ext uri="{D42A27DB-BD31-4B8C-83A1-F6EECF244321}">
                <p14:modId xmlns:p14="http://schemas.microsoft.com/office/powerpoint/2010/main" val="472375619"/>
              </p:ext>
            </p:extLst>
          </p:nvPr>
        </p:nvGraphicFramePr>
        <p:xfrm>
          <a:off x="8462963" y="2093913"/>
          <a:ext cx="3309937" cy="2997200"/>
        </p:xfrm>
        <a:graphic>
          <a:graphicData uri="http://schemas.openxmlformats.org/drawingml/2006/chart">
            <c:chart xmlns:c="http://schemas.openxmlformats.org/drawingml/2006/chart" xmlns:r="http://schemas.openxmlformats.org/officeDocument/2006/relationships" r:id="rId4"/>
          </a:graphicData>
        </a:graphic>
      </p:graphicFrame>
      <p:sp>
        <p:nvSpPr>
          <p:cNvPr id="9" name="Footer Placeholder 8">
            <a:extLst>
              <a:ext uri="{FF2B5EF4-FFF2-40B4-BE49-F238E27FC236}">
                <a16:creationId xmlns:a16="http://schemas.microsoft.com/office/drawing/2014/main" id="{82D1653B-A36C-591E-5512-2DC233D933C7}"/>
              </a:ext>
            </a:extLst>
          </p:cNvPr>
          <p:cNvSpPr>
            <a:spLocks noGrp="1"/>
          </p:cNvSpPr>
          <p:nvPr>
            <p:ph type="ftr" sz="quarter" idx="25"/>
          </p:nvPr>
        </p:nvSpPr>
        <p:spPr/>
        <p:txBody>
          <a:bodyPr/>
          <a:lstStyle/>
          <a:p>
            <a:r>
              <a:rPr lang="en-US"/>
              <a:t>Vantive Confidential – Internal Use Only</a:t>
            </a:r>
            <a:endParaRPr lang="en-US" dirty="0"/>
          </a:p>
        </p:txBody>
      </p:sp>
      <p:sp>
        <p:nvSpPr>
          <p:cNvPr id="7" name="Date Placeholder 6">
            <a:extLst>
              <a:ext uri="{FF2B5EF4-FFF2-40B4-BE49-F238E27FC236}">
                <a16:creationId xmlns:a16="http://schemas.microsoft.com/office/drawing/2014/main" id="{73158ED0-2D9F-9ABB-03A5-59CED91C4003}"/>
              </a:ext>
            </a:extLst>
          </p:cNvPr>
          <p:cNvSpPr>
            <a:spLocks noGrp="1"/>
          </p:cNvSpPr>
          <p:nvPr>
            <p:ph type="dt" sz="half" idx="4294967295"/>
          </p:nvPr>
        </p:nvSpPr>
        <p:spPr>
          <a:xfrm>
            <a:off x="838200" y="6970400"/>
            <a:ext cx="2743200" cy="365125"/>
          </a:xfrm>
        </p:spPr>
        <p:txBody>
          <a:bodyPr/>
          <a:lstStyle/>
          <a:p>
            <a:fld id="{83040DF4-FE38-4D91-AF3C-2FC02E323B5D}" type="datetime1">
              <a:rPr lang="en-GB" smtClean="0"/>
              <a:pPr/>
              <a:t>09/04/2026</a:t>
            </a:fld>
            <a:endParaRPr lang="en-GB"/>
          </a:p>
        </p:txBody>
      </p:sp>
      <p:sp>
        <p:nvSpPr>
          <p:cNvPr id="8" name="Slide Number Placeholder 7">
            <a:extLst>
              <a:ext uri="{FF2B5EF4-FFF2-40B4-BE49-F238E27FC236}">
                <a16:creationId xmlns:a16="http://schemas.microsoft.com/office/drawing/2014/main" id="{4299DB4E-1385-F2B8-6461-78388F16A8C3}"/>
              </a:ext>
            </a:extLst>
          </p:cNvPr>
          <p:cNvSpPr>
            <a:spLocks noGrp="1"/>
          </p:cNvSpPr>
          <p:nvPr>
            <p:ph type="sldNum" sz="quarter" idx="27"/>
          </p:nvPr>
        </p:nvSpPr>
        <p:spPr/>
        <p:txBody>
          <a:bodyPr/>
          <a:lstStyle/>
          <a:p>
            <a:fld id="{4413DBDE-1217-486F-B764-076DBBFEB98C}" type="slidenum">
              <a:rPr lang="en-GB" smtClean="0"/>
              <a:pPr/>
              <a:t>39</a:t>
            </a:fld>
            <a:endParaRPr lang="en-GB" dirty="0"/>
          </a:p>
        </p:txBody>
      </p:sp>
      <p:sp>
        <p:nvSpPr>
          <p:cNvPr id="4" name="Text Placeholder 3">
            <a:extLst>
              <a:ext uri="{FF2B5EF4-FFF2-40B4-BE49-F238E27FC236}">
                <a16:creationId xmlns:a16="http://schemas.microsoft.com/office/drawing/2014/main" id="{493BAEE4-2ACD-DC88-08AC-204798570A65}"/>
              </a:ext>
            </a:extLst>
          </p:cNvPr>
          <p:cNvSpPr>
            <a:spLocks noGrp="1"/>
          </p:cNvSpPr>
          <p:nvPr>
            <p:ph type="body" sz="quarter" idx="63"/>
          </p:nvPr>
        </p:nvSpPr>
        <p:spPr/>
        <p:txBody>
          <a:bodyPr/>
          <a:lstStyle/>
          <a:p>
            <a:pPr marL="0" indent="0">
              <a:buNone/>
            </a:pPr>
            <a:endParaRPr lang="en-US" dirty="0"/>
          </a:p>
        </p:txBody>
      </p:sp>
      <p:sp>
        <p:nvSpPr>
          <p:cNvPr id="5" name="Text Placeholder 4">
            <a:extLst>
              <a:ext uri="{FF2B5EF4-FFF2-40B4-BE49-F238E27FC236}">
                <a16:creationId xmlns:a16="http://schemas.microsoft.com/office/drawing/2014/main" id="{5873AD95-7C2C-F107-31DF-6036E931DBB3}"/>
              </a:ext>
            </a:extLst>
          </p:cNvPr>
          <p:cNvSpPr>
            <a:spLocks noGrp="1"/>
          </p:cNvSpPr>
          <p:nvPr>
            <p:ph type="body" sz="quarter" idx="64"/>
          </p:nvPr>
        </p:nvSpPr>
        <p:spPr/>
        <p:txBody>
          <a:bodyPr/>
          <a:lstStyle/>
          <a:p>
            <a:pPr marL="0" indent="0">
              <a:buNone/>
            </a:pPr>
            <a:endParaRPr lang="en-US"/>
          </a:p>
        </p:txBody>
      </p:sp>
      <p:sp>
        <p:nvSpPr>
          <p:cNvPr id="6" name="Text Placeholder 5">
            <a:extLst>
              <a:ext uri="{FF2B5EF4-FFF2-40B4-BE49-F238E27FC236}">
                <a16:creationId xmlns:a16="http://schemas.microsoft.com/office/drawing/2014/main" id="{D404702E-B341-613A-E83D-4DC13BC626A8}"/>
              </a:ext>
            </a:extLst>
          </p:cNvPr>
          <p:cNvSpPr>
            <a:spLocks noGrp="1"/>
          </p:cNvSpPr>
          <p:nvPr>
            <p:ph type="body" sz="quarter" idx="65"/>
          </p:nvPr>
        </p:nvSpPr>
        <p:spPr/>
        <p:txBody>
          <a:bodyPr/>
          <a:lstStyle/>
          <a:p>
            <a:pPr marL="0" indent="0">
              <a:buNone/>
            </a:pPr>
            <a:endParaRPr lang="en-US"/>
          </a:p>
        </p:txBody>
      </p:sp>
      <p:sp>
        <p:nvSpPr>
          <p:cNvPr id="3" name="Text Placeholder 2">
            <a:extLst>
              <a:ext uri="{FF2B5EF4-FFF2-40B4-BE49-F238E27FC236}">
                <a16:creationId xmlns:a16="http://schemas.microsoft.com/office/drawing/2014/main" id="{409C3071-C323-28CB-D7C1-EED5A9493931}"/>
              </a:ext>
            </a:extLst>
          </p:cNvPr>
          <p:cNvSpPr>
            <a:spLocks noGrp="1"/>
          </p:cNvSpPr>
          <p:nvPr>
            <p:ph type="body" sz="quarter" idx="61"/>
          </p:nvPr>
        </p:nvSpPr>
        <p:spPr/>
        <p:txBody>
          <a:bodyPr/>
          <a:lstStyle/>
          <a:p>
            <a:endParaRPr lang="en-US"/>
          </a:p>
        </p:txBody>
      </p:sp>
      <p:sp>
        <p:nvSpPr>
          <p:cNvPr id="19" name="Text Placeholder 98">
            <a:extLst>
              <a:ext uri="{FF2B5EF4-FFF2-40B4-BE49-F238E27FC236}">
                <a16:creationId xmlns:a16="http://schemas.microsoft.com/office/drawing/2014/main" id="{66BEF4E9-5A0D-10CC-232E-642066355A6B}"/>
              </a:ext>
            </a:extLst>
          </p:cNvPr>
          <p:cNvSpPr txBox="1">
            <a:spLocks/>
          </p:cNvSpPr>
          <p:nvPr/>
        </p:nvSpPr>
        <p:spPr>
          <a:xfrm>
            <a:off x="5308926" y="2813263"/>
            <a:ext cx="1574149" cy="391802"/>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b="1" dirty="0">
                <a:latin typeface="+mj-lt"/>
              </a:rPr>
              <a:t>XX%</a:t>
            </a:r>
          </a:p>
        </p:txBody>
      </p:sp>
      <p:sp>
        <p:nvSpPr>
          <p:cNvPr id="22" name="Text Placeholder 98">
            <a:extLst>
              <a:ext uri="{FF2B5EF4-FFF2-40B4-BE49-F238E27FC236}">
                <a16:creationId xmlns:a16="http://schemas.microsoft.com/office/drawing/2014/main" id="{DEF6B61A-1966-EB02-84D6-AB1539D0C2DC}"/>
              </a:ext>
            </a:extLst>
          </p:cNvPr>
          <p:cNvSpPr txBox="1">
            <a:spLocks/>
          </p:cNvSpPr>
          <p:nvPr/>
        </p:nvSpPr>
        <p:spPr>
          <a:xfrm>
            <a:off x="5116286" y="3326444"/>
            <a:ext cx="1959428" cy="1301539"/>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t>Lorem ipsum dolor sit </a:t>
            </a:r>
            <a:r>
              <a:rPr lang="en-US" sz="1400" dirty="0" err="1"/>
              <a:t>amet</a:t>
            </a:r>
            <a:r>
              <a:rPr lang="en-US" sz="1400" dirty="0"/>
              <a:t>, con </a:t>
            </a:r>
            <a:r>
              <a:rPr lang="en-US" sz="1400" dirty="0" err="1"/>
              <a:t>sectetur</a:t>
            </a:r>
            <a:r>
              <a:rPr lang="en-US" sz="1400" dirty="0"/>
              <a:t> </a:t>
            </a:r>
            <a:r>
              <a:rPr lang="en-US" sz="1400" dirty="0" err="1"/>
              <a:t>adipiscing</a:t>
            </a:r>
            <a:r>
              <a:rPr lang="en-US" sz="1400" dirty="0"/>
              <a:t> </a:t>
            </a:r>
            <a:r>
              <a:rPr lang="en-US" sz="1400" dirty="0" err="1"/>
              <a:t>elit</a:t>
            </a:r>
            <a:endParaRPr lang="en-US" sz="1400" dirty="0"/>
          </a:p>
        </p:txBody>
      </p:sp>
      <p:sp>
        <p:nvSpPr>
          <p:cNvPr id="23" name="Text Placeholder 98">
            <a:extLst>
              <a:ext uri="{FF2B5EF4-FFF2-40B4-BE49-F238E27FC236}">
                <a16:creationId xmlns:a16="http://schemas.microsoft.com/office/drawing/2014/main" id="{D9058F6B-1BA1-62B2-C57F-17E8E14789AF}"/>
              </a:ext>
            </a:extLst>
          </p:cNvPr>
          <p:cNvSpPr txBox="1">
            <a:spLocks/>
          </p:cNvSpPr>
          <p:nvPr/>
        </p:nvSpPr>
        <p:spPr>
          <a:xfrm>
            <a:off x="1286995" y="2813263"/>
            <a:ext cx="1574149" cy="391802"/>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b="1" dirty="0">
                <a:solidFill>
                  <a:schemeClr val="tx2"/>
                </a:solidFill>
                <a:latin typeface="+mj-lt"/>
              </a:rPr>
              <a:t>XX%</a:t>
            </a:r>
          </a:p>
        </p:txBody>
      </p:sp>
      <p:sp>
        <p:nvSpPr>
          <p:cNvPr id="24" name="Text Placeholder 98">
            <a:extLst>
              <a:ext uri="{FF2B5EF4-FFF2-40B4-BE49-F238E27FC236}">
                <a16:creationId xmlns:a16="http://schemas.microsoft.com/office/drawing/2014/main" id="{58015B6B-C908-2759-CC76-FB198D5DDEBC}"/>
              </a:ext>
            </a:extLst>
          </p:cNvPr>
          <p:cNvSpPr txBox="1">
            <a:spLocks/>
          </p:cNvSpPr>
          <p:nvPr/>
        </p:nvSpPr>
        <p:spPr>
          <a:xfrm>
            <a:off x="1094355" y="3326444"/>
            <a:ext cx="1959428" cy="1301539"/>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tx2"/>
                </a:solidFill>
              </a:rPr>
              <a:t>Lorem ipsum dolor sit </a:t>
            </a:r>
            <a:r>
              <a:rPr lang="en-US" sz="1400" dirty="0" err="1">
                <a:solidFill>
                  <a:schemeClr val="tx2"/>
                </a:solidFill>
              </a:rPr>
              <a:t>amet</a:t>
            </a:r>
            <a:r>
              <a:rPr lang="en-US" sz="1400" dirty="0">
                <a:solidFill>
                  <a:schemeClr val="tx2"/>
                </a:solidFill>
              </a:rPr>
              <a:t>, con </a:t>
            </a:r>
            <a:r>
              <a:rPr lang="en-US" sz="1400" dirty="0" err="1">
                <a:solidFill>
                  <a:schemeClr val="tx2"/>
                </a:solidFill>
              </a:rPr>
              <a:t>ectetur</a:t>
            </a:r>
            <a:r>
              <a:rPr lang="en-US" sz="1400" dirty="0">
                <a:solidFill>
                  <a:schemeClr val="tx2"/>
                </a:solidFill>
              </a:rPr>
              <a:t> </a:t>
            </a:r>
            <a:r>
              <a:rPr lang="en-US" sz="1400" dirty="0" err="1">
                <a:solidFill>
                  <a:schemeClr val="tx2"/>
                </a:solidFill>
              </a:rPr>
              <a:t>adipiscing</a:t>
            </a:r>
            <a:r>
              <a:rPr lang="en-US" sz="1400" dirty="0">
                <a:solidFill>
                  <a:schemeClr val="tx2"/>
                </a:solidFill>
              </a:rPr>
              <a:t> </a:t>
            </a:r>
            <a:r>
              <a:rPr lang="en-US" sz="1400" dirty="0" err="1">
                <a:solidFill>
                  <a:schemeClr val="tx2"/>
                </a:solidFill>
              </a:rPr>
              <a:t>elit</a:t>
            </a:r>
            <a:endParaRPr lang="en-US" sz="1400" dirty="0">
              <a:solidFill>
                <a:schemeClr val="tx2"/>
              </a:solidFill>
            </a:endParaRPr>
          </a:p>
        </p:txBody>
      </p:sp>
      <p:sp>
        <p:nvSpPr>
          <p:cNvPr id="25" name="Text Placeholder 98">
            <a:extLst>
              <a:ext uri="{FF2B5EF4-FFF2-40B4-BE49-F238E27FC236}">
                <a16:creationId xmlns:a16="http://schemas.microsoft.com/office/drawing/2014/main" id="{72387513-186D-569E-956F-B8A5CFEB2751}"/>
              </a:ext>
            </a:extLst>
          </p:cNvPr>
          <p:cNvSpPr txBox="1">
            <a:spLocks/>
          </p:cNvSpPr>
          <p:nvPr/>
        </p:nvSpPr>
        <p:spPr>
          <a:xfrm>
            <a:off x="9330857" y="2813263"/>
            <a:ext cx="1574149" cy="391802"/>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b="1" dirty="0">
                <a:solidFill>
                  <a:schemeClr val="accent3"/>
                </a:solidFill>
                <a:latin typeface="+mj-lt"/>
              </a:rPr>
              <a:t>XX%</a:t>
            </a:r>
          </a:p>
        </p:txBody>
      </p:sp>
      <p:sp>
        <p:nvSpPr>
          <p:cNvPr id="26" name="Text Placeholder 98">
            <a:extLst>
              <a:ext uri="{FF2B5EF4-FFF2-40B4-BE49-F238E27FC236}">
                <a16:creationId xmlns:a16="http://schemas.microsoft.com/office/drawing/2014/main" id="{24CAAC54-647E-1C2F-2D1C-646BB7D582D1}"/>
              </a:ext>
            </a:extLst>
          </p:cNvPr>
          <p:cNvSpPr txBox="1">
            <a:spLocks/>
          </p:cNvSpPr>
          <p:nvPr/>
        </p:nvSpPr>
        <p:spPr>
          <a:xfrm>
            <a:off x="9138217" y="3326444"/>
            <a:ext cx="1959428" cy="1301539"/>
          </a:xfrm>
          <a:prstGeom prst="rect">
            <a:avLst/>
          </a:prstGeom>
        </p:spPr>
        <p:txBody>
          <a:bodyPr vert="horz" lIns="91440" tIns="45720" rIns="91440" bIns="45720" rtlCol="0">
            <a:noAutofit/>
          </a:bodyPr>
          <a:lstStyle>
            <a:lvl1pPr marL="0" indent="0" algn="l" defTabSz="914400" rtl="0" eaLnBrk="1" latinLnBrk="0" hangingPunct="1">
              <a:lnSpc>
                <a:spcPct val="112000"/>
              </a:lnSpc>
              <a:spcBef>
                <a:spcPts val="0"/>
              </a:spcBef>
              <a:buFont typeface="Arial Black" panose="020B0A04020102020204" pitchFamily="34" charset="0"/>
              <a:buNone/>
              <a:defRPr sz="1200" i="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Black" panose="020B0A040201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Black" panose="020B0A04020102020204" pitchFamily="34" charset="0"/>
              <a:buNone/>
              <a:defRPr sz="105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Black" panose="020B0A040201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accent3"/>
                </a:solidFill>
              </a:rPr>
              <a:t>Lorem ipsum dolor sit </a:t>
            </a:r>
            <a:r>
              <a:rPr lang="en-US" sz="1400" dirty="0" err="1">
                <a:solidFill>
                  <a:schemeClr val="accent3"/>
                </a:solidFill>
              </a:rPr>
              <a:t>amet</a:t>
            </a:r>
            <a:r>
              <a:rPr lang="en-US" sz="1400" dirty="0">
                <a:solidFill>
                  <a:schemeClr val="accent3"/>
                </a:solidFill>
              </a:rPr>
              <a:t>, con </a:t>
            </a:r>
            <a:r>
              <a:rPr lang="en-US" sz="1400" dirty="0" err="1">
                <a:solidFill>
                  <a:schemeClr val="accent3"/>
                </a:solidFill>
              </a:rPr>
              <a:t>sectetur</a:t>
            </a:r>
            <a:r>
              <a:rPr lang="en-US" sz="1400" dirty="0">
                <a:solidFill>
                  <a:schemeClr val="accent3"/>
                </a:solidFill>
              </a:rPr>
              <a:t> </a:t>
            </a:r>
            <a:r>
              <a:rPr lang="en-US" sz="1400" dirty="0" err="1">
                <a:solidFill>
                  <a:schemeClr val="accent3"/>
                </a:solidFill>
              </a:rPr>
              <a:t>adipiscing</a:t>
            </a:r>
            <a:r>
              <a:rPr lang="en-US" sz="1400" dirty="0">
                <a:solidFill>
                  <a:schemeClr val="accent3"/>
                </a:solidFill>
              </a:rPr>
              <a:t> </a:t>
            </a:r>
            <a:r>
              <a:rPr lang="en-US" sz="1400" dirty="0" err="1">
                <a:solidFill>
                  <a:schemeClr val="accent3"/>
                </a:solidFill>
              </a:rPr>
              <a:t>elit</a:t>
            </a:r>
            <a:endParaRPr lang="en-US" sz="1400" dirty="0">
              <a:solidFill>
                <a:schemeClr val="accent3"/>
              </a:solidFill>
            </a:endParaRPr>
          </a:p>
        </p:txBody>
      </p:sp>
    </p:spTree>
    <p:extLst>
      <p:ext uri="{BB962C8B-B14F-4D97-AF65-F5344CB8AC3E}">
        <p14:creationId xmlns:p14="http://schemas.microsoft.com/office/powerpoint/2010/main" val="2880224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31">
            <a:extLst>
              <a:ext uri="{FF2B5EF4-FFF2-40B4-BE49-F238E27FC236}">
                <a16:creationId xmlns:a16="http://schemas.microsoft.com/office/drawing/2014/main" id="{442CD87D-4965-38B0-AF2F-4C19B660B75B}"/>
              </a:ext>
            </a:extLst>
          </p:cNvPr>
          <p:cNvSpPr>
            <a:spLocks noGrp="1"/>
          </p:cNvSpPr>
          <p:nvPr>
            <p:ph type="body" sz="quarter" idx="60"/>
          </p:nvPr>
        </p:nvSpPr>
        <p:spPr/>
        <p:txBody>
          <a:bodyPr/>
          <a:lstStyle/>
          <a:p>
            <a:endParaRPr lang="en-US"/>
          </a:p>
        </p:txBody>
      </p:sp>
      <p:sp>
        <p:nvSpPr>
          <p:cNvPr id="34" name="Text Placeholder 33">
            <a:extLst>
              <a:ext uri="{FF2B5EF4-FFF2-40B4-BE49-F238E27FC236}">
                <a16:creationId xmlns:a16="http://schemas.microsoft.com/office/drawing/2014/main" id="{6082EE78-0A9E-7402-D627-F4AB8E254BC1}"/>
              </a:ext>
            </a:extLst>
          </p:cNvPr>
          <p:cNvSpPr>
            <a:spLocks noGrp="1"/>
          </p:cNvSpPr>
          <p:nvPr>
            <p:ph type="body" sz="quarter" idx="63"/>
          </p:nvPr>
        </p:nvSpPr>
        <p:spPr/>
        <p:txBody>
          <a:bodyPr/>
          <a:lstStyle/>
          <a:p>
            <a:endParaRPr lang="en-US"/>
          </a:p>
        </p:txBody>
      </p:sp>
      <p:sp>
        <p:nvSpPr>
          <p:cNvPr id="35" name="Text Placeholder 34">
            <a:extLst>
              <a:ext uri="{FF2B5EF4-FFF2-40B4-BE49-F238E27FC236}">
                <a16:creationId xmlns:a16="http://schemas.microsoft.com/office/drawing/2014/main" id="{62F66659-7F96-366D-29A8-08FA3F06D420}"/>
              </a:ext>
            </a:extLst>
          </p:cNvPr>
          <p:cNvSpPr>
            <a:spLocks noGrp="1"/>
          </p:cNvSpPr>
          <p:nvPr>
            <p:ph type="body" sz="quarter" idx="64"/>
          </p:nvPr>
        </p:nvSpPr>
        <p:spPr/>
        <p:txBody>
          <a:bodyPr/>
          <a:lstStyle/>
          <a:p>
            <a:endParaRPr lang="en-US"/>
          </a:p>
        </p:txBody>
      </p:sp>
      <p:sp>
        <p:nvSpPr>
          <p:cNvPr id="36" name="Text Placeholder 35">
            <a:extLst>
              <a:ext uri="{FF2B5EF4-FFF2-40B4-BE49-F238E27FC236}">
                <a16:creationId xmlns:a16="http://schemas.microsoft.com/office/drawing/2014/main" id="{777ACD49-2AE9-0C73-3999-01A50F376696}"/>
              </a:ext>
            </a:extLst>
          </p:cNvPr>
          <p:cNvSpPr>
            <a:spLocks noGrp="1"/>
          </p:cNvSpPr>
          <p:nvPr>
            <p:ph type="body" sz="quarter" idx="65"/>
          </p:nvPr>
        </p:nvSpPr>
        <p:spPr/>
        <p:txBody>
          <a:bodyPr/>
          <a:lstStyle/>
          <a:p>
            <a:endParaRPr lang="en-US"/>
          </a:p>
        </p:txBody>
      </p:sp>
      <p:sp>
        <p:nvSpPr>
          <p:cNvPr id="31" name="Title 30">
            <a:extLst>
              <a:ext uri="{FF2B5EF4-FFF2-40B4-BE49-F238E27FC236}">
                <a16:creationId xmlns:a16="http://schemas.microsoft.com/office/drawing/2014/main" id="{AE035A72-9665-00CB-C275-455411D87597}"/>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973B3BF7-4E97-1035-B63D-8DC6A61AC767}"/>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81FCF30A-DD4C-38FE-378C-ABC7EA880B06}"/>
              </a:ext>
            </a:extLst>
          </p:cNvPr>
          <p:cNvSpPr>
            <a:spLocks noGrp="1"/>
          </p:cNvSpPr>
          <p:nvPr>
            <p:ph type="dt" sz="half" idx="4294967295"/>
          </p:nvPr>
        </p:nvSpPr>
        <p:spPr>
          <a:xfrm>
            <a:off x="838200" y="6970400"/>
            <a:ext cx="2743200" cy="365125"/>
          </a:xfrm>
        </p:spPr>
        <p:txBody>
          <a:bodyPr/>
          <a:lstStyle/>
          <a:p>
            <a:fld id="{0E25D908-1579-48A9-90A9-8C70AAF23E83}" type="datetime1">
              <a:rPr lang="en-GB" smtClean="0"/>
              <a:pPr/>
              <a:t>09/04/2026</a:t>
            </a:fld>
            <a:endParaRPr lang="en-GB"/>
          </a:p>
        </p:txBody>
      </p:sp>
      <p:sp>
        <p:nvSpPr>
          <p:cNvPr id="3" name="Slide Number Placeholder 2">
            <a:extLst>
              <a:ext uri="{FF2B5EF4-FFF2-40B4-BE49-F238E27FC236}">
                <a16:creationId xmlns:a16="http://schemas.microsoft.com/office/drawing/2014/main" id="{FC521D43-916A-6B42-06AC-ED0EC4447ACC}"/>
              </a:ext>
            </a:extLst>
          </p:cNvPr>
          <p:cNvSpPr>
            <a:spLocks noGrp="1"/>
          </p:cNvSpPr>
          <p:nvPr>
            <p:ph type="sldNum" sz="quarter" idx="48"/>
          </p:nvPr>
        </p:nvSpPr>
        <p:spPr/>
        <p:txBody>
          <a:bodyPr/>
          <a:lstStyle/>
          <a:p>
            <a:fld id="{4413DBDE-1217-486F-B764-076DBBFEB98C}" type="slidenum">
              <a:rPr lang="en-GB" smtClean="0"/>
              <a:pPr/>
              <a:t>40</a:t>
            </a:fld>
            <a:endParaRPr lang="en-GB" dirty="0"/>
          </a:p>
        </p:txBody>
      </p:sp>
      <p:sp>
        <p:nvSpPr>
          <p:cNvPr id="33" name="Text Placeholder 32">
            <a:extLst>
              <a:ext uri="{FF2B5EF4-FFF2-40B4-BE49-F238E27FC236}">
                <a16:creationId xmlns:a16="http://schemas.microsoft.com/office/drawing/2014/main" id="{DD62A951-56A1-C26C-10DF-AC50EFBBB2FB}"/>
              </a:ext>
            </a:extLst>
          </p:cNvPr>
          <p:cNvSpPr>
            <a:spLocks noGrp="1"/>
          </p:cNvSpPr>
          <p:nvPr>
            <p:ph type="body" sz="quarter" idx="62"/>
          </p:nvPr>
        </p:nvSpPr>
        <p:spPr/>
        <p:txBody>
          <a:bodyPr/>
          <a:lstStyle/>
          <a:p>
            <a:endParaRPr lang="en-US"/>
          </a:p>
        </p:txBody>
      </p:sp>
      <p:sp>
        <p:nvSpPr>
          <p:cNvPr id="37" name="Text Placeholder 36">
            <a:extLst>
              <a:ext uri="{FF2B5EF4-FFF2-40B4-BE49-F238E27FC236}">
                <a16:creationId xmlns:a16="http://schemas.microsoft.com/office/drawing/2014/main" id="{FF9CB6DA-B10D-E94B-CC83-09C46850046C}"/>
              </a:ext>
            </a:extLst>
          </p:cNvPr>
          <p:cNvSpPr>
            <a:spLocks noGrp="1"/>
          </p:cNvSpPr>
          <p:nvPr>
            <p:ph type="body" sz="quarter" idx="66"/>
          </p:nvPr>
        </p:nvSpPr>
        <p:spPr/>
        <p:txBody>
          <a:bodyPr/>
          <a:lstStyle/>
          <a:p>
            <a:endParaRPr lang="en-US"/>
          </a:p>
        </p:txBody>
      </p:sp>
      <p:sp>
        <p:nvSpPr>
          <p:cNvPr id="38" name="Text Placeholder 37">
            <a:extLst>
              <a:ext uri="{FF2B5EF4-FFF2-40B4-BE49-F238E27FC236}">
                <a16:creationId xmlns:a16="http://schemas.microsoft.com/office/drawing/2014/main" id="{A05182DE-9747-0C5C-5D05-2494C1E195B9}"/>
              </a:ext>
            </a:extLst>
          </p:cNvPr>
          <p:cNvSpPr>
            <a:spLocks noGrp="1"/>
          </p:cNvSpPr>
          <p:nvPr>
            <p:ph type="body" sz="quarter" idx="67"/>
          </p:nvPr>
        </p:nvSpPr>
        <p:spPr/>
        <p:txBody>
          <a:bodyPr/>
          <a:lstStyle/>
          <a:p>
            <a:endParaRPr lang="en-US"/>
          </a:p>
        </p:txBody>
      </p:sp>
      <p:sp>
        <p:nvSpPr>
          <p:cNvPr id="39" name="Text Placeholder 38">
            <a:extLst>
              <a:ext uri="{FF2B5EF4-FFF2-40B4-BE49-F238E27FC236}">
                <a16:creationId xmlns:a16="http://schemas.microsoft.com/office/drawing/2014/main" id="{8978333A-C8FB-D48E-457B-0A59B68E76F5}"/>
              </a:ext>
            </a:extLst>
          </p:cNvPr>
          <p:cNvSpPr>
            <a:spLocks noGrp="1"/>
          </p:cNvSpPr>
          <p:nvPr>
            <p:ph type="body" sz="quarter" idx="68"/>
          </p:nvPr>
        </p:nvSpPr>
        <p:spPr/>
        <p:txBody>
          <a:bodyPr/>
          <a:lstStyle/>
          <a:p>
            <a:endParaRPr lang="en-US"/>
          </a:p>
        </p:txBody>
      </p:sp>
      <p:sp>
        <p:nvSpPr>
          <p:cNvPr id="40" name="Text Placeholder 39">
            <a:extLst>
              <a:ext uri="{FF2B5EF4-FFF2-40B4-BE49-F238E27FC236}">
                <a16:creationId xmlns:a16="http://schemas.microsoft.com/office/drawing/2014/main" id="{23B0FA2E-6027-8129-DA84-91A77ED9E0A3}"/>
              </a:ext>
            </a:extLst>
          </p:cNvPr>
          <p:cNvSpPr>
            <a:spLocks noGrp="1"/>
          </p:cNvSpPr>
          <p:nvPr>
            <p:ph type="body" sz="quarter" idx="69"/>
          </p:nvPr>
        </p:nvSpPr>
        <p:spPr/>
        <p:txBody>
          <a:bodyPr/>
          <a:lstStyle/>
          <a:p>
            <a:endParaRPr lang="en-US"/>
          </a:p>
        </p:txBody>
      </p:sp>
    </p:spTree>
    <p:extLst>
      <p:ext uri="{BB962C8B-B14F-4D97-AF65-F5344CB8AC3E}">
        <p14:creationId xmlns:p14="http://schemas.microsoft.com/office/powerpoint/2010/main" val="662047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BECD36-878E-A0C6-572A-09BF0D172292}"/>
              </a:ext>
            </a:extLst>
          </p:cNvPr>
          <p:cNvSpPr>
            <a:spLocks noGrp="1"/>
          </p:cNvSpPr>
          <p:nvPr>
            <p:ph type="body" sz="quarter" idx="60"/>
          </p:nvPr>
        </p:nvSpPr>
        <p:spPr/>
        <p:txBody>
          <a:bodyPr/>
          <a:lstStyle/>
          <a:p>
            <a:endParaRPr lang="en-US" dirty="0"/>
          </a:p>
        </p:txBody>
      </p:sp>
      <p:sp>
        <p:nvSpPr>
          <p:cNvPr id="3" name="Text Placeholder 2">
            <a:extLst>
              <a:ext uri="{FF2B5EF4-FFF2-40B4-BE49-F238E27FC236}">
                <a16:creationId xmlns:a16="http://schemas.microsoft.com/office/drawing/2014/main" id="{AE366946-DA10-CFDC-A4B8-E0484883AD9D}"/>
              </a:ext>
            </a:extLst>
          </p:cNvPr>
          <p:cNvSpPr>
            <a:spLocks noGrp="1"/>
          </p:cNvSpPr>
          <p:nvPr>
            <p:ph type="body" sz="quarter" idx="63"/>
          </p:nvPr>
        </p:nvSpPr>
        <p:spPr/>
        <p:txBody>
          <a:bodyPr/>
          <a:lstStyle/>
          <a:p>
            <a:endParaRPr lang="en-US" dirty="0"/>
          </a:p>
        </p:txBody>
      </p:sp>
      <p:sp>
        <p:nvSpPr>
          <p:cNvPr id="4" name="Text Placeholder 3">
            <a:extLst>
              <a:ext uri="{FF2B5EF4-FFF2-40B4-BE49-F238E27FC236}">
                <a16:creationId xmlns:a16="http://schemas.microsoft.com/office/drawing/2014/main" id="{412A1BCE-F429-D995-C7F7-4A4D338052CD}"/>
              </a:ext>
            </a:extLst>
          </p:cNvPr>
          <p:cNvSpPr>
            <a:spLocks noGrp="1"/>
          </p:cNvSpPr>
          <p:nvPr>
            <p:ph type="body" sz="quarter" idx="64"/>
          </p:nvPr>
        </p:nvSpPr>
        <p:spPr/>
        <p:txBody>
          <a:bodyPr/>
          <a:lstStyle/>
          <a:p>
            <a:endParaRPr lang="en-US"/>
          </a:p>
        </p:txBody>
      </p:sp>
      <p:sp>
        <p:nvSpPr>
          <p:cNvPr id="5" name="Text Placeholder 4">
            <a:extLst>
              <a:ext uri="{FF2B5EF4-FFF2-40B4-BE49-F238E27FC236}">
                <a16:creationId xmlns:a16="http://schemas.microsoft.com/office/drawing/2014/main" id="{C1416224-08FA-E0A0-44D0-2710E653603E}"/>
              </a:ext>
            </a:extLst>
          </p:cNvPr>
          <p:cNvSpPr>
            <a:spLocks noGrp="1"/>
          </p:cNvSpPr>
          <p:nvPr>
            <p:ph type="body" sz="quarter" idx="65"/>
          </p:nvPr>
        </p:nvSpPr>
        <p:spPr/>
        <p:txBody>
          <a:bodyPr/>
          <a:lstStyle/>
          <a:p>
            <a:endParaRPr lang="en-US"/>
          </a:p>
        </p:txBody>
      </p:sp>
      <p:sp>
        <p:nvSpPr>
          <p:cNvPr id="6" name="Title 5">
            <a:extLst>
              <a:ext uri="{FF2B5EF4-FFF2-40B4-BE49-F238E27FC236}">
                <a16:creationId xmlns:a16="http://schemas.microsoft.com/office/drawing/2014/main" id="{7F76FC52-5923-ED31-6DCD-0AF79515401D}"/>
              </a:ext>
            </a:extLst>
          </p:cNvPr>
          <p:cNvSpPr>
            <a:spLocks noGrp="1"/>
          </p:cNvSpPr>
          <p:nvPr>
            <p:ph type="title"/>
          </p:nvPr>
        </p:nvSpPr>
        <p:spPr/>
        <p:txBody>
          <a:bodyPr/>
          <a:lstStyle/>
          <a:p>
            <a:endParaRPr lang="en-US"/>
          </a:p>
        </p:txBody>
      </p:sp>
      <p:sp>
        <p:nvSpPr>
          <p:cNvPr id="7" name="Footer Placeholder 6">
            <a:extLst>
              <a:ext uri="{FF2B5EF4-FFF2-40B4-BE49-F238E27FC236}">
                <a16:creationId xmlns:a16="http://schemas.microsoft.com/office/drawing/2014/main" id="{5A427227-E33A-DC58-7DDC-BE4B6C6A9528}"/>
              </a:ext>
            </a:extLst>
          </p:cNvPr>
          <p:cNvSpPr>
            <a:spLocks noGrp="1"/>
          </p:cNvSpPr>
          <p:nvPr>
            <p:ph type="ftr" sz="quarter" idx="21"/>
          </p:nvPr>
        </p:nvSpPr>
        <p:spPr/>
        <p:txBody>
          <a:bodyPr/>
          <a:lstStyle/>
          <a:p>
            <a:r>
              <a:rPr lang="en-US"/>
              <a:t>Vantive Confidential – Internal Use Only</a:t>
            </a:r>
            <a:endParaRPr lang="en-US" dirty="0"/>
          </a:p>
        </p:txBody>
      </p:sp>
      <p:sp>
        <p:nvSpPr>
          <p:cNvPr id="8" name="Slide Number Placeholder 7">
            <a:extLst>
              <a:ext uri="{FF2B5EF4-FFF2-40B4-BE49-F238E27FC236}">
                <a16:creationId xmlns:a16="http://schemas.microsoft.com/office/drawing/2014/main" id="{C1821808-FBBE-7EC4-44B8-55A61FE657BA}"/>
              </a:ext>
            </a:extLst>
          </p:cNvPr>
          <p:cNvSpPr>
            <a:spLocks noGrp="1"/>
          </p:cNvSpPr>
          <p:nvPr>
            <p:ph type="sldNum" sz="quarter" idx="48"/>
          </p:nvPr>
        </p:nvSpPr>
        <p:spPr/>
        <p:txBody>
          <a:bodyPr/>
          <a:lstStyle/>
          <a:p>
            <a:fld id="{4413DBDE-1217-486F-B764-076DBBFEB98C}" type="slidenum">
              <a:rPr lang="en-GB" smtClean="0"/>
              <a:pPr/>
              <a:t>41</a:t>
            </a:fld>
            <a:endParaRPr lang="en-GB" dirty="0"/>
          </a:p>
        </p:txBody>
      </p:sp>
      <p:sp>
        <p:nvSpPr>
          <p:cNvPr id="9" name="Text Placeholder 8">
            <a:extLst>
              <a:ext uri="{FF2B5EF4-FFF2-40B4-BE49-F238E27FC236}">
                <a16:creationId xmlns:a16="http://schemas.microsoft.com/office/drawing/2014/main" id="{D308CEA6-C6EF-2BD6-027F-AF002EAEDC4E}"/>
              </a:ext>
            </a:extLst>
          </p:cNvPr>
          <p:cNvSpPr>
            <a:spLocks noGrp="1"/>
          </p:cNvSpPr>
          <p:nvPr>
            <p:ph type="body" sz="quarter" idx="66"/>
          </p:nvPr>
        </p:nvSpPr>
        <p:spPr/>
        <p:txBody>
          <a:bodyPr/>
          <a:lstStyle/>
          <a:p>
            <a:endParaRPr lang="en-US"/>
          </a:p>
        </p:txBody>
      </p:sp>
      <p:sp>
        <p:nvSpPr>
          <p:cNvPr id="10" name="Text Placeholder 9">
            <a:extLst>
              <a:ext uri="{FF2B5EF4-FFF2-40B4-BE49-F238E27FC236}">
                <a16:creationId xmlns:a16="http://schemas.microsoft.com/office/drawing/2014/main" id="{79D2483C-292C-BC0F-AB3B-CB787E6DF503}"/>
              </a:ext>
            </a:extLst>
          </p:cNvPr>
          <p:cNvSpPr>
            <a:spLocks noGrp="1"/>
          </p:cNvSpPr>
          <p:nvPr>
            <p:ph type="body" sz="quarter" idx="67"/>
          </p:nvPr>
        </p:nvSpPr>
        <p:spPr/>
        <p:txBody>
          <a:bodyPr/>
          <a:lstStyle/>
          <a:p>
            <a:endParaRPr lang="en-US"/>
          </a:p>
        </p:txBody>
      </p:sp>
      <p:sp>
        <p:nvSpPr>
          <p:cNvPr id="11" name="Text Placeholder 10">
            <a:extLst>
              <a:ext uri="{FF2B5EF4-FFF2-40B4-BE49-F238E27FC236}">
                <a16:creationId xmlns:a16="http://schemas.microsoft.com/office/drawing/2014/main" id="{0A68446D-EBEC-6789-344B-6D94C8FFF9FB}"/>
              </a:ext>
            </a:extLst>
          </p:cNvPr>
          <p:cNvSpPr>
            <a:spLocks noGrp="1"/>
          </p:cNvSpPr>
          <p:nvPr>
            <p:ph type="body" sz="quarter" idx="68"/>
          </p:nvPr>
        </p:nvSpPr>
        <p:spPr/>
        <p:txBody>
          <a:bodyPr/>
          <a:lstStyle/>
          <a:p>
            <a:endParaRPr lang="en-US"/>
          </a:p>
        </p:txBody>
      </p:sp>
      <p:sp>
        <p:nvSpPr>
          <p:cNvPr id="12" name="Text Placeholder 11">
            <a:extLst>
              <a:ext uri="{FF2B5EF4-FFF2-40B4-BE49-F238E27FC236}">
                <a16:creationId xmlns:a16="http://schemas.microsoft.com/office/drawing/2014/main" id="{AF34B624-EB2F-E0C2-70CC-FB3E29F87883}"/>
              </a:ext>
            </a:extLst>
          </p:cNvPr>
          <p:cNvSpPr>
            <a:spLocks noGrp="1"/>
          </p:cNvSpPr>
          <p:nvPr>
            <p:ph type="body" sz="quarter" idx="69"/>
          </p:nvPr>
        </p:nvSpPr>
        <p:spPr/>
        <p:txBody>
          <a:bodyPr/>
          <a:lstStyle/>
          <a:p>
            <a:endParaRPr lang="en-US"/>
          </a:p>
        </p:txBody>
      </p:sp>
      <p:sp>
        <p:nvSpPr>
          <p:cNvPr id="13" name="Picture Placeholder 12">
            <a:extLst>
              <a:ext uri="{FF2B5EF4-FFF2-40B4-BE49-F238E27FC236}">
                <a16:creationId xmlns:a16="http://schemas.microsoft.com/office/drawing/2014/main" id="{DD2E6BC8-4A4F-40C7-8F38-323ACB7C73E8}"/>
              </a:ext>
            </a:extLst>
          </p:cNvPr>
          <p:cNvSpPr>
            <a:spLocks noGrp="1"/>
          </p:cNvSpPr>
          <p:nvPr>
            <p:ph type="pic" sz="quarter" idx="50"/>
          </p:nvPr>
        </p:nvSpPr>
        <p:spPr/>
        <p:txBody>
          <a:bodyPr/>
          <a:lstStyle/>
          <a:p>
            <a:endParaRPr lang="en-US"/>
          </a:p>
        </p:txBody>
      </p:sp>
      <p:sp>
        <p:nvSpPr>
          <p:cNvPr id="14" name="Picture Placeholder 13">
            <a:extLst>
              <a:ext uri="{FF2B5EF4-FFF2-40B4-BE49-F238E27FC236}">
                <a16:creationId xmlns:a16="http://schemas.microsoft.com/office/drawing/2014/main" id="{B9A612C7-5272-BA47-3933-D6A234102D07}"/>
              </a:ext>
            </a:extLst>
          </p:cNvPr>
          <p:cNvSpPr>
            <a:spLocks noGrp="1"/>
          </p:cNvSpPr>
          <p:nvPr>
            <p:ph type="pic" sz="quarter" idx="51"/>
          </p:nvPr>
        </p:nvSpPr>
        <p:spPr/>
        <p:txBody>
          <a:bodyPr/>
          <a:lstStyle/>
          <a:p>
            <a:endParaRPr lang="en-US"/>
          </a:p>
        </p:txBody>
      </p:sp>
      <p:sp>
        <p:nvSpPr>
          <p:cNvPr id="15" name="Picture Placeholder 14">
            <a:extLst>
              <a:ext uri="{FF2B5EF4-FFF2-40B4-BE49-F238E27FC236}">
                <a16:creationId xmlns:a16="http://schemas.microsoft.com/office/drawing/2014/main" id="{77E42D47-227B-61CB-3168-4745D49C4651}"/>
              </a:ext>
            </a:extLst>
          </p:cNvPr>
          <p:cNvSpPr>
            <a:spLocks noGrp="1"/>
          </p:cNvSpPr>
          <p:nvPr>
            <p:ph type="pic" sz="quarter" idx="53"/>
          </p:nvPr>
        </p:nvSpPr>
        <p:spPr/>
        <p:txBody>
          <a:bodyPr/>
          <a:lstStyle/>
          <a:p>
            <a:endParaRPr lang="en-US"/>
          </a:p>
        </p:txBody>
      </p:sp>
      <p:sp>
        <p:nvSpPr>
          <p:cNvPr id="16" name="Picture Placeholder 15">
            <a:extLst>
              <a:ext uri="{FF2B5EF4-FFF2-40B4-BE49-F238E27FC236}">
                <a16:creationId xmlns:a16="http://schemas.microsoft.com/office/drawing/2014/main" id="{F04A9135-212E-BAE0-E958-BE1639A05B8F}"/>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926332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CCAF94-1199-871E-5D40-C4554CB9DD50}"/>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C578DDC9-7532-295A-F7E3-9933691E97E5}"/>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2A8E3025-2AA1-3E10-2373-F3D4B047DEB5}"/>
              </a:ext>
            </a:extLst>
          </p:cNvPr>
          <p:cNvSpPr>
            <a:spLocks noGrp="1"/>
          </p:cNvSpPr>
          <p:nvPr>
            <p:ph type="dt" sz="half" idx="4294967295"/>
          </p:nvPr>
        </p:nvSpPr>
        <p:spPr>
          <a:xfrm>
            <a:off x="838200" y="6970400"/>
            <a:ext cx="2743200" cy="365125"/>
          </a:xfrm>
        </p:spPr>
        <p:txBody>
          <a:bodyPr/>
          <a:lstStyle/>
          <a:p>
            <a:fld id="{FA5840A4-5256-4DCA-ABAA-ECC00091A24E}" type="datetime1">
              <a:rPr lang="en-GB" smtClean="0"/>
              <a:pPr/>
              <a:t>09/04/2026</a:t>
            </a:fld>
            <a:endParaRPr lang="en-GB"/>
          </a:p>
        </p:txBody>
      </p:sp>
      <p:sp>
        <p:nvSpPr>
          <p:cNvPr id="3" name="Slide Number Placeholder 2">
            <a:extLst>
              <a:ext uri="{FF2B5EF4-FFF2-40B4-BE49-F238E27FC236}">
                <a16:creationId xmlns:a16="http://schemas.microsoft.com/office/drawing/2014/main" id="{931486F9-B3FE-139F-8F6B-FEF1A720B6E2}"/>
              </a:ext>
            </a:extLst>
          </p:cNvPr>
          <p:cNvSpPr>
            <a:spLocks noGrp="1"/>
          </p:cNvSpPr>
          <p:nvPr>
            <p:ph type="sldNum" sz="quarter" idx="48"/>
          </p:nvPr>
        </p:nvSpPr>
        <p:spPr/>
        <p:txBody>
          <a:bodyPr/>
          <a:lstStyle/>
          <a:p>
            <a:fld id="{4413DBDE-1217-486F-B764-076DBBFEB98C}" type="slidenum">
              <a:rPr lang="en-GB" smtClean="0"/>
              <a:pPr/>
              <a:t>42</a:t>
            </a:fld>
            <a:endParaRPr lang="en-GB" dirty="0"/>
          </a:p>
        </p:txBody>
      </p:sp>
      <p:sp>
        <p:nvSpPr>
          <p:cNvPr id="7" name="Text Placeholder 6">
            <a:extLst>
              <a:ext uri="{FF2B5EF4-FFF2-40B4-BE49-F238E27FC236}">
                <a16:creationId xmlns:a16="http://schemas.microsoft.com/office/drawing/2014/main" id="{C0652D62-D929-A288-386B-CE2DF2D5FFAE}"/>
              </a:ext>
            </a:extLst>
          </p:cNvPr>
          <p:cNvSpPr>
            <a:spLocks noGrp="1"/>
          </p:cNvSpPr>
          <p:nvPr>
            <p:ph type="body" sz="quarter" idx="66"/>
          </p:nvPr>
        </p:nvSpPr>
        <p:spPr/>
        <p:txBody>
          <a:bodyPr/>
          <a:lstStyle/>
          <a:p>
            <a:endParaRPr lang="en-US"/>
          </a:p>
        </p:txBody>
      </p:sp>
      <p:sp>
        <p:nvSpPr>
          <p:cNvPr id="8" name="Text Placeholder 7">
            <a:extLst>
              <a:ext uri="{FF2B5EF4-FFF2-40B4-BE49-F238E27FC236}">
                <a16:creationId xmlns:a16="http://schemas.microsoft.com/office/drawing/2014/main" id="{8C7052EB-85AC-9F38-E21F-F2D46D11E184}"/>
              </a:ext>
            </a:extLst>
          </p:cNvPr>
          <p:cNvSpPr>
            <a:spLocks noGrp="1"/>
          </p:cNvSpPr>
          <p:nvPr>
            <p:ph type="body" sz="quarter" idx="67"/>
          </p:nvPr>
        </p:nvSpPr>
        <p:spPr/>
        <p:txBody>
          <a:bodyPr/>
          <a:lstStyle/>
          <a:p>
            <a:endParaRPr lang="en-US"/>
          </a:p>
        </p:txBody>
      </p:sp>
      <p:sp>
        <p:nvSpPr>
          <p:cNvPr id="9" name="Text Placeholder 8">
            <a:extLst>
              <a:ext uri="{FF2B5EF4-FFF2-40B4-BE49-F238E27FC236}">
                <a16:creationId xmlns:a16="http://schemas.microsoft.com/office/drawing/2014/main" id="{9D350B72-E960-C97D-E99C-0B28C65D8C6E}"/>
              </a:ext>
            </a:extLst>
          </p:cNvPr>
          <p:cNvSpPr>
            <a:spLocks noGrp="1"/>
          </p:cNvSpPr>
          <p:nvPr>
            <p:ph type="body" sz="quarter" idx="68"/>
          </p:nvPr>
        </p:nvSpPr>
        <p:spPr/>
        <p:txBody>
          <a:bodyPr/>
          <a:lstStyle/>
          <a:p>
            <a:endParaRPr lang="en-US"/>
          </a:p>
        </p:txBody>
      </p:sp>
      <p:sp>
        <p:nvSpPr>
          <p:cNvPr id="10" name="Text Placeholder 9">
            <a:extLst>
              <a:ext uri="{FF2B5EF4-FFF2-40B4-BE49-F238E27FC236}">
                <a16:creationId xmlns:a16="http://schemas.microsoft.com/office/drawing/2014/main" id="{44728A75-6116-E586-505C-AC16A0C961CE}"/>
              </a:ext>
            </a:extLst>
          </p:cNvPr>
          <p:cNvSpPr>
            <a:spLocks noGrp="1"/>
          </p:cNvSpPr>
          <p:nvPr>
            <p:ph type="body" sz="quarter" idx="69"/>
          </p:nvPr>
        </p:nvSpPr>
        <p:spPr/>
        <p:txBody>
          <a:bodyPr/>
          <a:lstStyle/>
          <a:p>
            <a:endParaRPr lang="en-US"/>
          </a:p>
        </p:txBody>
      </p:sp>
      <p:sp>
        <p:nvSpPr>
          <p:cNvPr id="11" name="Text Placeholder 10">
            <a:extLst>
              <a:ext uri="{FF2B5EF4-FFF2-40B4-BE49-F238E27FC236}">
                <a16:creationId xmlns:a16="http://schemas.microsoft.com/office/drawing/2014/main" id="{CA263822-D828-6ED6-23AF-3C8910160BFC}"/>
              </a:ext>
            </a:extLst>
          </p:cNvPr>
          <p:cNvSpPr>
            <a:spLocks noGrp="1"/>
          </p:cNvSpPr>
          <p:nvPr>
            <p:ph type="body" sz="quarter" idx="70"/>
          </p:nvPr>
        </p:nvSpPr>
        <p:spPr/>
        <p:txBody>
          <a:bodyPr/>
          <a:lstStyle/>
          <a:p>
            <a:endParaRPr lang="en-US"/>
          </a:p>
        </p:txBody>
      </p:sp>
      <p:sp>
        <p:nvSpPr>
          <p:cNvPr id="12" name="Text Placeholder 11">
            <a:extLst>
              <a:ext uri="{FF2B5EF4-FFF2-40B4-BE49-F238E27FC236}">
                <a16:creationId xmlns:a16="http://schemas.microsoft.com/office/drawing/2014/main" id="{79314DEE-3C0D-E573-3EDE-AE7FA4DFA593}"/>
              </a:ext>
            </a:extLst>
          </p:cNvPr>
          <p:cNvSpPr>
            <a:spLocks noGrp="1"/>
          </p:cNvSpPr>
          <p:nvPr>
            <p:ph type="body" sz="quarter" idx="71"/>
          </p:nvPr>
        </p:nvSpPr>
        <p:spPr/>
        <p:txBody>
          <a:bodyPr/>
          <a:lstStyle/>
          <a:p>
            <a:endParaRPr lang="en-US"/>
          </a:p>
        </p:txBody>
      </p:sp>
      <p:sp>
        <p:nvSpPr>
          <p:cNvPr id="13" name="Text Placeholder 12">
            <a:extLst>
              <a:ext uri="{FF2B5EF4-FFF2-40B4-BE49-F238E27FC236}">
                <a16:creationId xmlns:a16="http://schemas.microsoft.com/office/drawing/2014/main" id="{83BADF46-41B1-30E2-6CCA-795C3A26C3E4}"/>
              </a:ext>
            </a:extLst>
          </p:cNvPr>
          <p:cNvSpPr>
            <a:spLocks noGrp="1"/>
          </p:cNvSpPr>
          <p:nvPr>
            <p:ph type="body" sz="quarter" idx="72"/>
          </p:nvPr>
        </p:nvSpPr>
        <p:spPr/>
        <p:txBody>
          <a:bodyPr/>
          <a:lstStyle/>
          <a:p>
            <a:endParaRPr lang="en-US"/>
          </a:p>
        </p:txBody>
      </p:sp>
      <p:sp>
        <p:nvSpPr>
          <p:cNvPr id="6" name="Text Placeholder 5">
            <a:extLst>
              <a:ext uri="{FF2B5EF4-FFF2-40B4-BE49-F238E27FC236}">
                <a16:creationId xmlns:a16="http://schemas.microsoft.com/office/drawing/2014/main" id="{10693592-8F8C-884C-71D4-2A828534C8B1}"/>
              </a:ext>
            </a:extLst>
          </p:cNvPr>
          <p:cNvSpPr>
            <a:spLocks noGrp="1"/>
          </p:cNvSpPr>
          <p:nvPr>
            <p:ph type="body" sz="quarter" idx="61"/>
          </p:nvPr>
        </p:nvSpPr>
        <p:spPr/>
        <p:txBody>
          <a:bodyPr/>
          <a:lstStyle/>
          <a:p>
            <a:endParaRPr lang="en-US"/>
          </a:p>
        </p:txBody>
      </p:sp>
    </p:spTree>
    <p:extLst>
      <p:ext uri="{BB962C8B-B14F-4D97-AF65-F5344CB8AC3E}">
        <p14:creationId xmlns:p14="http://schemas.microsoft.com/office/powerpoint/2010/main" val="15642903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057C-A4DF-F303-2293-0D3EBDAB71EE}"/>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62B9C609-DBBF-198C-07E6-AF016278DD62}"/>
              </a:ext>
            </a:extLst>
          </p:cNvPr>
          <p:cNvSpPr>
            <a:spLocks noGrp="1"/>
          </p:cNvSpPr>
          <p:nvPr>
            <p:ph type="ftr" sz="quarter" idx="21"/>
          </p:nvPr>
        </p:nvSpPr>
        <p:spPr/>
        <p:txBody>
          <a:bodyPr/>
          <a:lstStyle/>
          <a:p>
            <a:r>
              <a:rPr lang="en-US"/>
              <a:t>Vantive Confidential – Internal Use Only</a:t>
            </a:r>
            <a:endParaRPr lang="en-US" dirty="0"/>
          </a:p>
        </p:txBody>
      </p:sp>
      <p:sp>
        <p:nvSpPr>
          <p:cNvPr id="4" name="Date Placeholder 3">
            <a:extLst>
              <a:ext uri="{FF2B5EF4-FFF2-40B4-BE49-F238E27FC236}">
                <a16:creationId xmlns:a16="http://schemas.microsoft.com/office/drawing/2014/main" id="{20233983-931E-0B60-C634-B43DAA9A6610}"/>
              </a:ext>
            </a:extLst>
          </p:cNvPr>
          <p:cNvSpPr>
            <a:spLocks noGrp="1"/>
          </p:cNvSpPr>
          <p:nvPr>
            <p:ph type="dt" sz="half" idx="4294967295"/>
          </p:nvPr>
        </p:nvSpPr>
        <p:spPr>
          <a:xfrm>
            <a:off x="838200" y="6970400"/>
            <a:ext cx="2743200" cy="365125"/>
          </a:xfrm>
        </p:spPr>
        <p:txBody>
          <a:bodyPr/>
          <a:lstStyle/>
          <a:p>
            <a:fld id="{AB403DBB-A56B-444A-B82B-BBF4424FC5DA}" type="datetime1">
              <a:rPr lang="en-GB" smtClean="0"/>
              <a:t>09/04/2026</a:t>
            </a:fld>
            <a:endParaRPr lang="en-GB"/>
          </a:p>
        </p:txBody>
      </p:sp>
      <p:sp>
        <p:nvSpPr>
          <p:cNvPr id="5" name="Slide Number Placeholder 4">
            <a:extLst>
              <a:ext uri="{FF2B5EF4-FFF2-40B4-BE49-F238E27FC236}">
                <a16:creationId xmlns:a16="http://schemas.microsoft.com/office/drawing/2014/main" id="{01C0FA5D-34D2-F692-E29C-0618750F7DA1}"/>
              </a:ext>
            </a:extLst>
          </p:cNvPr>
          <p:cNvSpPr>
            <a:spLocks noGrp="1"/>
          </p:cNvSpPr>
          <p:nvPr>
            <p:ph type="sldNum" sz="quarter" idx="23"/>
          </p:nvPr>
        </p:nvSpPr>
        <p:spPr/>
        <p:txBody>
          <a:bodyPr/>
          <a:lstStyle/>
          <a:p>
            <a:fld id="{4413DBDE-1217-486F-B764-076DBBFEB98C}" type="slidenum">
              <a:rPr lang="en-GB" smtClean="0"/>
              <a:pPr/>
              <a:t>43</a:t>
            </a:fld>
            <a:endParaRPr lang="en-GB" dirty="0"/>
          </a:p>
        </p:txBody>
      </p:sp>
      <p:sp>
        <p:nvSpPr>
          <p:cNvPr id="6" name="Text Placeholder 5">
            <a:extLst>
              <a:ext uri="{FF2B5EF4-FFF2-40B4-BE49-F238E27FC236}">
                <a16:creationId xmlns:a16="http://schemas.microsoft.com/office/drawing/2014/main" id="{E5EA1B3B-2FD2-E7BC-4554-BFE3DB66FD93}"/>
              </a:ext>
            </a:extLst>
          </p:cNvPr>
          <p:cNvSpPr>
            <a:spLocks noGrp="1"/>
          </p:cNvSpPr>
          <p:nvPr>
            <p:ph type="body" sz="quarter" idx="66"/>
          </p:nvPr>
        </p:nvSpPr>
        <p:spPr/>
        <p:txBody>
          <a:bodyPr/>
          <a:lstStyle/>
          <a:p>
            <a:endParaRPr lang="en-US" dirty="0"/>
          </a:p>
        </p:txBody>
      </p:sp>
      <p:sp>
        <p:nvSpPr>
          <p:cNvPr id="398" name="Freeform 170">
            <a:extLst>
              <a:ext uri="{FF2B5EF4-FFF2-40B4-BE49-F238E27FC236}">
                <a16:creationId xmlns:a16="http://schemas.microsoft.com/office/drawing/2014/main" id="{1B955E59-5912-2419-0D77-F2044FC38E86}"/>
              </a:ext>
            </a:extLst>
          </p:cNvPr>
          <p:cNvSpPr>
            <a:spLocks/>
          </p:cNvSpPr>
          <p:nvPr/>
        </p:nvSpPr>
        <p:spPr bwMode="auto">
          <a:xfrm>
            <a:off x="5626606" y="3615924"/>
            <a:ext cx="19392" cy="41157"/>
          </a:xfrm>
          <a:custGeom>
            <a:avLst/>
            <a:gdLst>
              <a:gd name="T0" fmla="*/ 6 w 7"/>
              <a:gd name="T1" fmla="*/ 14 h 15"/>
              <a:gd name="T2" fmla="*/ 3 w 7"/>
              <a:gd name="T3" fmla="*/ 11 h 15"/>
              <a:gd name="T4" fmla="*/ 0 w 7"/>
              <a:gd name="T5" fmla="*/ 5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5"/>
                </a:cubicBezTo>
                <a:cubicBezTo>
                  <a:pt x="0" y="2"/>
                  <a:pt x="1" y="0"/>
                  <a:pt x="3" y="3"/>
                </a:cubicBezTo>
                <a:cubicBezTo>
                  <a:pt x="5" y="6"/>
                  <a:pt x="3" y="8"/>
                  <a:pt x="4" y="9"/>
                </a:cubicBezTo>
                <a:cubicBezTo>
                  <a:pt x="4" y="10"/>
                  <a:pt x="7" y="12"/>
                  <a:pt x="6" y="14"/>
                </a:cubicBezTo>
                <a:close/>
              </a:path>
            </a:pathLst>
          </a:custGeom>
          <a:solidFill>
            <a:schemeClr val="bg1">
              <a:lumMod val="65000"/>
            </a:schemeClr>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grpSp>
        <p:nvGrpSpPr>
          <p:cNvPr id="439" name="Group 438">
            <a:extLst>
              <a:ext uri="{FF2B5EF4-FFF2-40B4-BE49-F238E27FC236}">
                <a16:creationId xmlns:a16="http://schemas.microsoft.com/office/drawing/2014/main" id="{1F0E7C48-59D2-2347-250D-C07A6BA03B32}"/>
              </a:ext>
            </a:extLst>
          </p:cNvPr>
          <p:cNvGrpSpPr/>
          <p:nvPr/>
        </p:nvGrpSpPr>
        <p:grpSpPr>
          <a:xfrm>
            <a:off x="6871148" y="1714508"/>
            <a:ext cx="1672316" cy="1661534"/>
            <a:chOff x="6871148" y="1714508"/>
            <a:chExt cx="1672316" cy="1661534"/>
          </a:xfrm>
        </p:grpSpPr>
        <p:sp>
          <p:nvSpPr>
            <p:cNvPr id="295" name="Freeform 56">
              <a:extLst>
                <a:ext uri="{FF2B5EF4-FFF2-40B4-BE49-F238E27FC236}">
                  <a16:creationId xmlns:a16="http://schemas.microsoft.com/office/drawing/2014/main" id="{406F3F6B-C160-6268-8866-9213345CD7F2}"/>
                </a:ext>
              </a:extLst>
            </p:cNvPr>
            <p:cNvSpPr>
              <a:spLocks/>
            </p:cNvSpPr>
            <p:nvPr/>
          </p:nvSpPr>
          <p:spPr bwMode="auto">
            <a:xfrm>
              <a:off x="8316458" y="3125577"/>
              <a:ext cx="156280" cy="72905"/>
            </a:xfrm>
            <a:custGeom>
              <a:avLst/>
              <a:gdLst>
                <a:gd name="T0" fmla="*/ 23 w 58"/>
                <a:gd name="T1" fmla="*/ 20 h 26"/>
                <a:gd name="T2" fmla="*/ 29 w 58"/>
                <a:gd name="T3" fmla="*/ 25 h 26"/>
                <a:gd name="T4" fmla="*/ 29 w 58"/>
                <a:gd name="T5" fmla="*/ 26 h 26"/>
                <a:gd name="T6" fmla="*/ 38 w 58"/>
                <a:gd name="T7" fmla="*/ 24 h 26"/>
                <a:gd name="T8" fmla="*/ 45 w 58"/>
                <a:gd name="T9" fmla="*/ 25 h 26"/>
                <a:gd name="T10" fmla="*/ 45 w 58"/>
                <a:gd name="T11" fmla="*/ 23 h 26"/>
                <a:gd name="T12" fmla="*/ 51 w 58"/>
                <a:gd name="T13" fmla="*/ 25 h 26"/>
                <a:gd name="T14" fmla="*/ 57 w 58"/>
                <a:gd name="T15" fmla="*/ 25 h 26"/>
                <a:gd name="T16" fmla="*/ 54 w 58"/>
                <a:gd name="T17" fmla="*/ 21 h 26"/>
                <a:gd name="T18" fmla="*/ 56 w 58"/>
                <a:gd name="T19" fmla="*/ 18 h 26"/>
                <a:gd name="T20" fmla="*/ 51 w 58"/>
                <a:gd name="T21" fmla="*/ 16 h 26"/>
                <a:gd name="T22" fmla="*/ 48 w 58"/>
                <a:gd name="T23" fmla="*/ 11 h 26"/>
                <a:gd name="T24" fmla="*/ 45 w 58"/>
                <a:gd name="T25" fmla="*/ 9 h 26"/>
                <a:gd name="T26" fmla="*/ 37 w 58"/>
                <a:gd name="T27" fmla="*/ 11 h 26"/>
                <a:gd name="T28" fmla="*/ 31 w 58"/>
                <a:gd name="T29" fmla="*/ 8 h 26"/>
                <a:gd name="T30" fmla="*/ 26 w 58"/>
                <a:gd name="T31" fmla="*/ 5 h 26"/>
                <a:gd name="T32" fmla="*/ 13 w 58"/>
                <a:gd name="T33" fmla="*/ 3 h 26"/>
                <a:gd name="T34" fmla="*/ 3 w 58"/>
                <a:gd name="T35" fmla="*/ 0 h 26"/>
                <a:gd name="T36" fmla="*/ 0 w 58"/>
                <a:gd name="T37" fmla="*/ 2 h 26"/>
                <a:gd name="T38" fmla="*/ 13 w 58"/>
                <a:gd name="T39" fmla="*/ 9 h 26"/>
                <a:gd name="T40" fmla="*/ 16 w 58"/>
                <a:gd name="T41" fmla="*/ 18 h 26"/>
                <a:gd name="T42" fmla="*/ 14 w 58"/>
                <a:gd name="T43" fmla="*/ 21 h 26"/>
                <a:gd name="T44" fmla="*/ 23 w 58"/>
                <a:gd name="T45"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26">
                  <a:moveTo>
                    <a:pt x="23" y="20"/>
                  </a:moveTo>
                  <a:cubicBezTo>
                    <a:pt x="26" y="19"/>
                    <a:pt x="27" y="22"/>
                    <a:pt x="29" y="25"/>
                  </a:cubicBezTo>
                  <a:cubicBezTo>
                    <a:pt x="29" y="25"/>
                    <a:pt x="29" y="26"/>
                    <a:pt x="29" y="26"/>
                  </a:cubicBezTo>
                  <a:cubicBezTo>
                    <a:pt x="32" y="25"/>
                    <a:pt x="35" y="24"/>
                    <a:pt x="38" y="24"/>
                  </a:cubicBezTo>
                  <a:cubicBezTo>
                    <a:pt x="40" y="24"/>
                    <a:pt x="43" y="24"/>
                    <a:pt x="45" y="25"/>
                  </a:cubicBezTo>
                  <a:cubicBezTo>
                    <a:pt x="45" y="24"/>
                    <a:pt x="45" y="23"/>
                    <a:pt x="45" y="23"/>
                  </a:cubicBezTo>
                  <a:cubicBezTo>
                    <a:pt x="46" y="21"/>
                    <a:pt x="49" y="23"/>
                    <a:pt x="51" y="25"/>
                  </a:cubicBezTo>
                  <a:cubicBezTo>
                    <a:pt x="52" y="26"/>
                    <a:pt x="56" y="26"/>
                    <a:pt x="57" y="25"/>
                  </a:cubicBezTo>
                  <a:cubicBezTo>
                    <a:pt x="58" y="24"/>
                    <a:pt x="55" y="23"/>
                    <a:pt x="54" y="21"/>
                  </a:cubicBezTo>
                  <a:cubicBezTo>
                    <a:pt x="54" y="21"/>
                    <a:pt x="55" y="20"/>
                    <a:pt x="56" y="18"/>
                  </a:cubicBezTo>
                  <a:cubicBezTo>
                    <a:pt x="54" y="17"/>
                    <a:pt x="52" y="15"/>
                    <a:pt x="51" y="16"/>
                  </a:cubicBezTo>
                  <a:cubicBezTo>
                    <a:pt x="50" y="16"/>
                    <a:pt x="50" y="11"/>
                    <a:pt x="48" y="11"/>
                  </a:cubicBezTo>
                  <a:cubicBezTo>
                    <a:pt x="47" y="11"/>
                    <a:pt x="47" y="9"/>
                    <a:pt x="45" y="9"/>
                  </a:cubicBezTo>
                  <a:cubicBezTo>
                    <a:pt x="44" y="9"/>
                    <a:pt x="38" y="9"/>
                    <a:pt x="37" y="11"/>
                  </a:cubicBezTo>
                  <a:cubicBezTo>
                    <a:pt x="35" y="12"/>
                    <a:pt x="33" y="8"/>
                    <a:pt x="31" y="8"/>
                  </a:cubicBezTo>
                  <a:cubicBezTo>
                    <a:pt x="30" y="8"/>
                    <a:pt x="27" y="6"/>
                    <a:pt x="26" y="5"/>
                  </a:cubicBezTo>
                  <a:cubicBezTo>
                    <a:pt x="25" y="3"/>
                    <a:pt x="16" y="5"/>
                    <a:pt x="13" y="3"/>
                  </a:cubicBezTo>
                  <a:cubicBezTo>
                    <a:pt x="11" y="2"/>
                    <a:pt x="6" y="0"/>
                    <a:pt x="3" y="0"/>
                  </a:cubicBezTo>
                  <a:cubicBezTo>
                    <a:pt x="2" y="1"/>
                    <a:pt x="1" y="1"/>
                    <a:pt x="0" y="2"/>
                  </a:cubicBezTo>
                  <a:cubicBezTo>
                    <a:pt x="5" y="5"/>
                    <a:pt x="12" y="4"/>
                    <a:pt x="13" y="9"/>
                  </a:cubicBezTo>
                  <a:cubicBezTo>
                    <a:pt x="14" y="15"/>
                    <a:pt x="17" y="13"/>
                    <a:pt x="16" y="18"/>
                  </a:cubicBezTo>
                  <a:cubicBezTo>
                    <a:pt x="16" y="19"/>
                    <a:pt x="15" y="20"/>
                    <a:pt x="14" y="21"/>
                  </a:cubicBezTo>
                  <a:cubicBezTo>
                    <a:pt x="18" y="21"/>
                    <a:pt x="22" y="21"/>
                    <a:pt x="23" y="20"/>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296" name="Freeform 57">
              <a:extLst>
                <a:ext uri="{FF2B5EF4-FFF2-40B4-BE49-F238E27FC236}">
                  <a16:creationId xmlns:a16="http://schemas.microsoft.com/office/drawing/2014/main" id="{7AE81A6B-2556-8145-0E79-F3D8EDEA542F}"/>
                </a:ext>
              </a:extLst>
            </p:cNvPr>
            <p:cNvSpPr>
              <a:spLocks noEditPoints="1"/>
            </p:cNvSpPr>
            <p:nvPr/>
          </p:nvSpPr>
          <p:spPr bwMode="auto">
            <a:xfrm>
              <a:off x="8000475" y="3167911"/>
              <a:ext cx="428916" cy="172856"/>
            </a:xfrm>
            <a:custGeom>
              <a:avLst/>
              <a:gdLst>
                <a:gd name="T0" fmla="*/ 154 w 159"/>
                <a:gd name="T1" fmla="*/ 44 h 62"/>
                <a:gd name="T2" fmla="*/ 154 w 159"/>
                <a:gd name="T3" fmla="*/ 35 h 62"/>
                <a:gd name="T4" fmla="*/ 154 w 159"/>
                <a:gd name="T5" fmla="*/ 28 h 62"/>
                <a:gd name="T6" fmla="*/ 156 w 159"/>
                <a:gd name="T7" fmla="*/ 23 h 62"/>
                <a:gd name="T8" fmla="*/ 155 w 159"/>
                <a:gd name="T9" fmla="*/ 20 h 62"/>
                <a:gd name="T10" fmla="*/ 148 w 159"/>
                <a:gd name="T11" fmla="*/ 17 h 62"/>
                <a:gd name="T12" fmla="*/ 146 w 159"/>
                <a:gd name="T13" fmla="*/ 10 h 62"/>
                <a:gd name="T14" fmla="*/ 140 w 159"/>
                <a:gd name="T15" fmla="*/ 5 h 62"/>
                <a:gd name="T16" fmla="*/ 131 w 159"/>
                <a:gd name="T17" fmla="*/ 6 h 62"/>
                <a:gd name="T18" fmla="*/ 116 w 159"/>
                <a:gd name="T19" fmla="*/ 11 h 62"/>
                <a:gd name="T20" fmla="*/ 101 w 159"/>
                <a:gd name="T21" fmla="*/ 11 h 62"/>
                <a:gd name="T22" fmla="*/ 91 w 159"/>
                <a:gd name="T23" fmla="*/ 8 h 62"/>
                <a:gd name="T24" fmla="*/ 83 w 159"/>
                <a:gd name="T25" fmla="*/ 5 h 62"/>
                <a:gd name="T26" fmla="*/ 71 w 159"/>
                <a:gd name="T27" fmla="*/ 1 h 62"/>
                <a:gd name="T28" fmla="*/ 45 w 159"/>
                <a:gd name="T29" fmla="*/ 9 h 62"/>
                <a:gd name="T30" fmla="*/ 27 w 159"/>
                <a:gd name="T31" fmla="*/ 10 h 62"/>
                <a:gd name="T32" fmla="*/ 23 w 159"/>
                <a:gd name="T33" fmla="*/ 17 h 62"/>
                <a:gd name="T34" fmla="*/ 5 w 159"/>
                <a:gd name="T35" fmla="*/ 18 h 62"/>
                <a:gd name="T36" fmla="*/ 3 w 159"/>
                <a:gd name="T37" fmla="*/ 24 h 62"/>
                <a:gd name="T38" fmla="*/ 7 w 159"/>
                <a:gd name="T39" fmla="*/ 27 h 62"/>
                <a:gd name="T40" fmla="*/ 8 w 159"/>
                <a:gd name="T41" fmla="*/ 33 h 62"/>
                <a:gd name="T42" fmla="*/ 8 w 159"/>
                <a:gd name="T43" fmla="*/ 39 h 62"/>
                <a:gd name="T44" fmla="*/ 8 w 159"/>
                <a:gd name="T45" fmla="*/ 43 h 62"/>
                <a:gd name="T46" fmla="*/ 12 w 159"/>
                <a:gd name="T47" fmla="*/ 48 h 62"/>
                <a:gd name="T48" fmla="*/ 18 w 159"/>
                <a:gd name="T49" fmla="*/ 51 h 62"/>
                <a:gd name="T50" fmla="*/ 22 w 159"/>
                <a:gd name="T51" fmla="*/ 52 h 62"/>
                <a:gd name="T52" fmla="*/ 27 w 159"/>
                <a:gd name="T53" fmla="*/ 58 h 62"/>
                <a:gd name="T54" fmla="*/ 38 w 159"/>
                <a:gd name="T55" fmla="*/ 56 h 62"/>
                <a:gd name="T56" fmla="*/ 45 w 159"/>
                <a:gd name="T57" fmla="*/ 53 h 62"/>
                <a:gd name="T58" fmla="*/ 56 w 159"/>
                <a:gd name="T59" fmla="*/ 59 h 62"/>
                <a:gd name="T60" fmla="*/ 65 w 159"/>
                <a:gd name="T61" fmla="*/ 58 h 62"/>
                <a:gd name="T62" fmla="*/ 73 w 159"/>
                <a:gd name="T63" fmla="*/ 53 h 62"/>
                <a:gd name="T64" fmla="*/ 79 w 159"/>
                <a:gd name="T65" fmla="*/ 55 h 62"/>
                <a:gd name="T66" fmla="*/ 86 w 159"/>
                <a:gd name="T67" fmla="*/ 53 h 62"/>
                <a:gd name="T68" fmla="*/ 83 w 159"/>
                <a:gd name="T69" fmla="*/ 59 h 62"/>
                <a:gd name="T70" fmla="*/ 84 w 159"/>
                <a:gd name="T71" fmla="*/ 62 h 62"/>
                <a:gd name="T72" fmla="*/ 89 w 159"/>
                <a:gd name="T73" fmla="*/ 57 h 62"/>
                <a:gd name="T74" fmla="*/ 92 w 159"/>
                <a:gd name="T75" fmla="*/ 55 h 62"/>
                <a:gd name="T76" fmla="*/ 100 w 159"/>
                <a:gd name="T77" fmla="*/ 55 h 62"/>
                <a:gd name="T78" fmla="*/ 105 w 159"/>
                <a:gd name="T79" fmla="*/ 54 h 62"/>
                <a:gd name="T80" fmla="*/ 114 w 159"/>
                <a:gd name="T81" fmla="*/ 54 h 62"/>
                <a:gd name="T82" fmla="*/ 126 w 159"/>
                <a:gd name="T83" fmla="*/ 51 h 62"/>
                <a:gd name="T84" fmla="*/ 135 w 159"/>
                <a:gd name="T85" fmla="*/ 49 h 62"/>
                <a:gd name="T86" fmla="*/ 138 w 159"/>
                <a:gd name="T87" fmla="*/ 50 h 62"/>
                <a:gd name="T88" fmla="*/ 142 w 159"/>
                <a:gd name="T89" fmla="*/ 47 h 62"/>
                <a:gd name="T90" fmla="*/ 149 w 159"/>
                <a:gd name="T91" fmla="*/ 49 h 62"/>
                <a:gd name="T92" fmla="*/ 158 w 159"/>
                <a:gd name="T93" fmla="*/ 50 h 62"/>
                <a:gd name="T94" fmla="*/ 154 w 159"/>
                <a:gd name="T95" fmla="*/ 44 h 62"/>
                <a:gd name="T96" fmla="*/ 14 w 159"/>
                <a:gd name="T97" fmla="*/ 11 h 62"/>
                <a:gd name="T98" fmla="*/ 25 w 159"/>
                <a:gd name="T99" fmla="*/ 10 h 62"/>
                <a:gd name="T100" fmla="*/ 19 w 159"/>
                <a:gd name="T101" fmla="*/ 5 h 62"/>
                <a:gd name="T102" fmla="*/ 17 w 159"/>
                <a:gd name="T103" fmla="*/ 1 h 62"/>
                <a:gd name="T104" fmla="*/ 14 w 159"/>
                <a:gd name="T105" fmla="*/ 1 h 62"/>
                <a:gd name="T106" fmla="*/ 5 w 159"/>
                <a:gd name="T107" fmla="*/ 1 h 62"/>
                <a:gd name="T108" fmla="*/ 6 w 159"/>
                <a:gd name="T109" fmla="*/ 7 h 62"/>
                <a:gd name="T110" fmla="*/ 3 w 159"/>
                <a:gd name="T111" fmla="*/ 11 h 62"/>
                <a:gd name="T112" fmla="*/ 1 w 159"/>
                <a:gd name="T113" fmla="*/ 14 h 62"/>
                <a:gd name="T114" fmla="*/ 6 w 159"/>
                <a:gd name="T115" fmla="*/ 16 h 62"/>
                <a:gd name="T116" fmla="*/ 14 w 159"/>
                <a:gd name="T117"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9" h="62">
                  <a:moveTo>
                    <a:pt x="154" y="44"/>
                  </a:moveTo>
                  <a:cubicBezTo>
                    <a:pt x="153" y="43"/>
                    <a:pt x="155" y="36"/>
                    <a:pt x="154" y="35"/>
                  </a:cubicBezTo>
                  <a:cubicBezTo>
                    <a:pt x="154" y="33"/>
                    <a:pt x="152" y="28"/>
                    <a:pt x="154" y="28"/>
                  </a:cubicBezTo>
                  <a:cubicBezTo>
                    <a:pt x="156" y="28"/>
                    <a:pt x="154" y="23"/>
                    <a:pt x="156" y="23"/>
                  </a:cubicBezTo>
                  <a:cubicBezTo>
                    <a:pt x="156" y="22"/>
                    <a:pt x="155" y="21"/>
                    <a:pt x="155" y="20"/>
                  </a:cubicBezTo>
                  <a:cubicBezTo>
                    <a:pt x="153" y="19"/>
                    <a:pt x="150" y="21"/>
                    <a:pt x="148" y="17"/>
                  </a:cubicBezTo>
                  <a:cubicBezTo>
                    <a:pt x="147" y="14"/>
                    <a:pt x="148" y="13"/>
                    <a:pt x="146" y="10"/>
                  </a:cubicBezTo>
                  <a:cubicBezTo>
                    <a:pt x="144" y="7"/>
                    <a:pt x="143" y="4"/>
                    <a:pt x="140" y="5"/>
                  </a:cubicBezTo>
                  <a:cubicBezTo>
                    <a:pt x="139" y="6"/>
                    <a:pt x="135" y="6"/>
                    <a:pt x="131" y="6"/>
                  </a:cubicBezTo>
                  <a:cubicBezTo>
                    <a:pt x="127" y="9"/>
                    <a:pt x="118" y="12"/>
                    <a:pt x="116" y="11"/>
                  </a:cubicBezTo>
                  <a:cubicBezTo>
                    <a:pt x="112" y="10"/>
                    <a:pt x="106" y="11"/>
                    <a:pt x="101" y="11"/>
                  </a:cubicBezTo>
                  <a:cubicBezTo>
                    <a:pt x="96" y="11"/>
                    <a:pt x="95" y="8"/>
                    <a:pt x="91" y="8"/>
                  </a:cubicBezTo>
                  <a:cubicBezTo>
                    <a:pt x="87" y="8"/>
                    <a:pt x="87" y="5"/>
                    <a:pt x="83" y="5"/>
                  </a:cubicBezTo>
                  <a:cubicBezTo>
                    <a:pt x="80" y="5"/>
                    <a:pt x="83" y="3"/>
                    <a:pt x="71" y="1"/>
                  </a:cubicBezTo>
                  <a:cubicBezTo>
                    <a:pt x="59" y="0"/>
                    <a:pt x="49" y="6"/>
                    <a:pt x="45" y="9"/>
                  </a:cubicBezTo>
                  <a:cubicBezTo>
                    <a:pt x="42" y="12"/>
                    <a:pt x="28" y="9"/>
                    <a:pt x="27" y="10"/>
                  </a:cubicBezTo>
                  <a:cubicBezTo>
                    <a:pt x="26" y="11"/>
                    <a:pt x="27" y="15"/>
                    <a:pt x="23" y="17"/>
                  </a:cubicBezTo>
                  <a:cubicBezTo>
                    <a:pt x="18" y="18"/>
                    <a:pt x="8" y="17"/>
                    <a:pt x="5" y="18"/>
                  </a:cubicBezTo>
                  <a:cubicBezTo>
                    <a:pt x="2" y="20"/>
                    <a:pt x="0" y="25"/>
                    <a:pt x="3" y="24"/>
                  </a:cubicBezTo>
                  <a:cubicBezTo>
                    <a:pt x="6" y="24"/>
                    <a:pt x="8" y="26"/>
                    <a:pt x="7" y="27"/>
                  </a:cubicBezTo>
                  <a:cubicBezTo>
                    <a:pt x="6" y="28"/>
                    <a:pt x="9" y="31"/>
                    <a:pt x="8" y="33"/>
                  </a:cubicBezTo>
                  <a:cubicBezTo>
                    <a:pt x="6" y="34"/>
                    <a:pt x="6" y="37"/>
                    <a:pt x="8" y="39"/>
                  </a:cubicBezTo>
                  <a:cubicBezTo>
                    <a:pt x="10" y="40"/>
                    <a:pt x="10" y="43"/>
                    <a:pt x="8" y="43"/>
                  </a:cubicBezTo>
                  <a:cubicBezTo>
                    <a:pt x="5" y="44"/>
                    <a:pt x="12" y="47"/>
                    <a:pt x="12" y="48"/>
                  </a:cubicBezTo>
                  <a:cubicBezTo>
                    <a:pt x="12" y="49"/>
                    <a:pt x="18" y="50"/>
                    <a:pt x="18" y="51"/>
                  </a:cubicBezTo>
                  <a:cubicBezTo>
                    <a:pt x="18" y="53"/>
                    <a:pt x="19" y="53"/>
                    <a:pt x="22" y="52"/>
                  </a:cubicBezTo>
                  <a:cubicBezTo>
                    <a:pt x="24" y="52"/>
                    <a:pt x="25" y="55"/>
                    <a:pt x="27" y="58"/>
                  </a:cubicBezTo>
                  <a:cubicBezTo>
                    <a:pt x="29" y="60"/>
                    <a:pt x="38" y="58"/>
                    <a:pt x="38" y="56"/>
                  </a:cubicBezTo>
                  <a:cubicBezTo>
                    <a:pt x="38" y="53"/>
                    <a:pt x="41" y="52"/>
                    <a:pt x="45" y="53"/>
                  </a:cubicBezTo>
                  <a:cubicBezTo>
                    <a:pt x="49" y="53"/>
                    <a:pt x="54" y="59"/>
                    <a:pt x="56" y="59"/>
                  </a:cubicBezTo>
                  <a:cubicBezTo>
                    <a:pt x="58" y="60"/>
                    <a:pt x="62" y="58"/>
                    <a:pt x="65" y="58"/>
                  </a:cubicBezTo>
                  <a:cubicBezTo>
                    <a:pt x="67" y="58"/>
                    <a:pt x="71" y="54"/>
                    <a:pt x="73" y="53"/>
                  </a:cubicBezTo>
                  <a:cubicBezTo>
                    <a:pt x="74" y="52"/>
                    <a:pt x="77" y="56"/>
                    <a:pt x="79" y="55"/>
                  </a:cubicBezTo>
                  <a:cubicBezTo>
                    <a:pt x="82" y="53"/>
                    <a:pt x="84" y="52"/>
                    <a:pt x="86" y="53"/>
                  </a:cubicBezTo>
                  <a:cubicBezTo>
                    <a:pt x="87" y="54"/>
                    <a:pt x="82" y="57"/>
                    <a:pt x="83" y="59"/>
                  </a:cubicBezTo>
                  <a:cubicBezTo>
                    <a:pt x="84" y="60"/>
                    <a:pt x="84" y="61"/>
                    <a:pt x="84" y="62"/>
                  </a:cubicBezTo>
                  <a:cubicBezTo>
                    <a:pt x="89" y="62"/>
                    <a:pt x="88" y="58"/>
                    <a:pt x="89" y="57"/>
                  </a:cubicBezTo>
                  <a:cubicBezTo>
                    <a:pt x="89" y="55"/>
                    <a:pt x="90" y="53"/>
                    <a:pt x="92" y="55"/>
                  </a:cubicBezTo>
                  <a:cubicBezTo>
                    <a:pt x="94" y="56"/>
                    <a:pt x="96" y="56"/>
                    <a:pt x="100" y="55"/>
                  </a:cubicBezTo>
                  <a:cubicBezTo>
                    <a:pt x="103" y="53"/>
                    <a:pt x="104" y="52"/>
                    <a:pt x="105" y="54"/>
                  </a:cubicBezTo>
                  <a:cubicBezTo>
                    <a:pt x="106" y="55"/>
                    <a:pt x="109" y="54"/>
                    <a:pt x="114" y="54"/>
                  </a:cubicBezTo>
                  <a:cubicBezTo>
                    <a:pt x="120" y="54"/>
                    <a:pt x="121" y="50"/>
                    <a:pt x="126" y="51"/>
                  </a:cubicBezTo>
                  <a:cubicBezTo>
                    <a:pt x="131" y="51"/>
                    <a:pt x="135" y="49"/>
                    <a:pt x="135" y="49"/>
                  </a:cubicBezTo>
                  <a:cubicBezTo>
                    <a:pt x="138" y="50"/>
                    <a:pt x="138" y="50"/>
                    <a:pt x="138" y="50"/>
                  </a:cubicBezTo>
                  <a:cubicBezTo>
                    <a:pt x="140" y="49"/>
                    <a:pt x="139" y="48"/>
                    <a:pt x="142" y="47"/>
                  </a:cubicBezTo>
                  <a:cubicBezTo>
                    <a:pt x="146" y="47"/>
                    <a:pt x="147" y="50"/>
                    <a:pt x="149" y="49"/>
                  </a:cubicBezTo>
                  <a:cubicBezTo>
                    <a:pt x="151" y="48"/>
                    <a:pt x="158" y="55"/>
                    <a:pt x="158" y="50"/>
                  </a:cubicBezTo>
                  <a:cubicBezTo>
                    <a:pt x="159" y="49"/>
                    <a:pt x="156" y="44"/>
                    <a:pt x="154" y="44"/>
                  </a:cubicBezTo>
                  <a:close/>
                  <a:moveTo>
                    <a:pt x="14" y="11"/>
                  </a:moveTo>
                  <a:cubicBezTo>
                    <a:pt x="17" y="10"/>
                    <a:pt x="24" y="12"/>
                    <a:pt x="25" y="10"/>
                  </a:cubicBezTo>
                  <a:cubicBezTo>
                    <a:pt x="27" y="9"/>
                    <a:pt x="21" y="7"/>
                    <a:pt x="19" y="5"/>
                  </a:cubicBezTo>
                  <a:cubicBezTo>
                    <a:pt x="18" y="4"/>
                    <a:pt x="17" y="2"/>
                    <a:pt x="17" y="1"/>
                  </a:cubicBezTo>
                  <a:cubicBezTo>
                    <a:pt x="16" y="2"/>
                    <a:pt x="15" y="2"/>
                    <a:pt x="14" y="1"/>
                  </a:cubicBezTo>
                  <a:cubicBezTo>
                    <a:pt x="11" y="0"/>
                    <a:pt x="6" y="1"/>
                    <a:pt x="5" y="1"/>
                  </a:cubicBezTo>
                  <a:cubicBezTo>
                    <a:pt x="4" y="2"/>
                    <a:pt x="6" y="5"/>
                    <a:pt x="6" y="7"/>
                  </a:cubicBezTo>
                  <a:cubicBezTo>
                    <a:pt x="6" y="9"/>
                    <a:pt x="3" y="10"/>
                    <a:pt x="3" y="11"/>
                  </a:cubicBezTo>
                  <a:cubicBezTo>
                    <a:pt x="3" y="12"/>
                    <a:pt x="3" y="13"/>
                    <a:pt x="1" y="14"/>
                  </a:cubicBezTo>
                  <a:cubicBezTo>
                    <a:pt x="3" y="15"/>
                    <a:pt x="5" y="16"/>
                    <a:pt x="6" y="16"/>
                  </a:cubicBezTo>
                  <a:cubicBezTo>
                    <a:pt x="10" y="16"/>
                    <a:pt x="11" y="13"/>
                    <a:pt x="14" y="11"/>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06" name="Freeform 67">
              <a:extLst>
                <a:ext uri="{FF2B5EF4-FFF2-40B4-BE49-F238E27FC236}">
                  <a16:creationId xmlns:a16="http://schemas.microsoft.com/office/drawing/2014/main" id="{9DAB1E17-66A1-ED8E-48B5-9447F9E559A7}"/>
                </a:ext>
              </a:extLst>
            </p:cNvPr>
            <p:cNvSpPr>
              <a:spLocks/>
            </p:cNvSpPr>
            <p:nvPr/>
          </p:nvSpPr>
          <p:spPr bwMode="auto">
            <a:xfrm>
              <a:off x="7741528" y="2775162"/>
              <a:ext cx="221302" cy="186967"/>
            </a:xfrm>
            <a:custGeom>
              <a:avLst/>
              <a:gdLst>
                <a:gd name="T0" fmla="*/ 2 w 82"/>
                <a:gd name="T1" fmla="*/ 15 h 67"/>
                <a:gd name="T2" fmla="*/ 2 w 82"/>
                <a:gd name="T3" fmla="*/ 23 h 67"/>
                <a:gd name="T4" fmla="*/ 2 w 82"/>
                <a:gd name="T5" fmla="*/ 27 h 67"/>
                <a:gd name="T6" fmla="*/ 4 w 82"/>
                <a:gd name="T7" fmla="*/ 31 h 67"/>
                <a:gd name="T8" fmla="*/ 5 w 82"/>
                <a:gd name="T9" fmla="*/ 35 h 67"/>
                <a:gd name="T10" fmla="*/ 7 w 82"/>
                <a:gd name="T11" fmla="*/ 42 h 67"/>
                <a:gd name="T12" fmla="*/ 7 w 82"/>
                <a:gd name="T13" fmla="*/ 46 h 67"/>
                <a:gd name="T14" fmla="*/ 12 w 82"/>
                <a:gd name="T15" fmla="*/ 49 h 67"/>
                <a:gd name="T16" fmla="*/ 18 w 82"/>
                <a:gd name="T17" fmla="*/ 53 h 67"/>
                <a:gd name="T18" fmla="*/ 22 w 82"/>
                <a:gd name="T19" fmla="*/ 54 h 67"/>
                <a:gd name="T20" fmla="*/ 27 w 82"/>
                <a:gd name="T21" fmla="*/ 54 h 67"/>
                <a:gd name="T22" fmla="*/ 29 w 82"/>
                <a:gd name="T23" fmla="*/ 57 h 67"/>
                <a:gd name="T24" fmla="*/ 35 w 82"/>
                <a:gd name="T25" fmla="*/ 58 h 67"/>
                <a:gd name="T26" fmla="*/ 39 w 82"/>
                <a:gd name="T27" fmla="*/ 63 h 67"/>
                <a:gd name="T28" fmla="*/ 44 w 82"/>
                <a:gd name="T29" fmla="*/ 63 h 67"/>
                <a:gd name="T30" fmla="*/ 51 w 82"/>
                <a:gd name="T31" fmla="*/ 63 h 67"/>
                <a:gd name="T32" fmla="*/ 57 w 82"/>
                <a:gd name="T33" fmla="*/ 64 h 67"/>
                <a:gd name="T34" fmla="*/ 65 w 82"/>
                <a:gd name="T35" fmla="*/ 66 h 67"/>
                <a:gd name="T36" fmla="*/ 69 w 82"/>
                <a:gd name="T37" fmla="*/ 67 h 67"/>
                <a:gd name="T38" fmla="*/ 69 w 82"/>
                <a:gd name="T39" fmla="*/ 61 h 67"/>
                <a:gd name="T40" fmla="*/ 77 w 82"/>
                <a:gd name="T41" fmla="*/ 53 h 67"/>
                <a:gd name="T42" fmla="*/ 81 w 82"/>
                <a:gd name="T43" fmla="*/ 50 h 67"/>
                <a:gd name="T44" fmla="*/ 77 w 82"/>
                <a:gd name="T45" fmla="*/ 42 h 67"/>
                <a:gd name="T46" fmla="*/ 77 w 82"/>
                <a:gd name="T47" fmla="*/ 35 h 67"/>
                <a:gd name="T48" fmla="*/ 74 w 82"/>
                <a:gd name="T49" fmla="*/ 30 h 67"/>
                <a:gd name="T50" fmla="*/ 79 w 82"/>
                <a:gd name="T51" fmla="*/ 26 h 67"/>
                <a:gd name="T52" fmla="*/ 78 w 82"/>
                <a:gd name="T53" fmla="*/ 19 h 67"/>
                <a:gd name="T54" fmla="*/ 77 w 82"/>
                <a:gd name="T55" fmla="*/ 12 h 67"/>
                <a:gd name="T56" fmla="*/ 71 w 82"/>
                <a:gd name="T57" fmla="*/ 8 h 67"/>
                <a:gd name="T58" fmla="*/ 70 w 82"/>
                <a:gd name="T59" fmla="*/ 7 h 67"/>
                <a:gd name="T60" fmla="*/ 48 w 82"/>
                <a:gd name="T61" fmla="*/ 6 h 67"/>
                <a:gd name="T62" fmla="*/ 44 w 82"/>
                <a:gd name="T63" fmla="*/ 5 h 67"/>
                <a:gd name="T64" fmla="*/ 40 w 82"/>
                <a:gd name="T65" fmla="*/ 7 h 67"/>
                <a:gd name="T66" fmla="*/ 36 w 82"/>
                <a:gd name="T67" fmla="*/ 2 h 67"/>
                <a:gd name="T68" fmla="*/ 17 w 82"/>
                <a:gd name="T69" fmla="*/ 7 h 67"/>
                <a:gd name="T70" fmla="*/ 4 w 82"/>
                <a:gd name="T71" fmla="*/ 12 h 67"/>
                <a:gd name="T72" fmla="*/ 2 w 82"/>
                <a:gd name="T73" fmla="*/ 14 h 67"/>
                <a:gd name="T74" fmla="*/ 2 w 82"/>
                <a:gd name="T75" fmla="*/ 15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2" h="67">
                  <a:moveTo>
                    <a:pt x="2" y="15"/>
                  </a:moveTo>
                  <a:cubicBezTo>
                    <a:pt x="2" y="16"/>
                    <a:pt x="3" y="21"/>
                    <a:pt x="2" y="23"/>
                  </a:cubicBezTo>
                  <a:cubicBezTo>
                    <a:pt x="0" y="25"/>
                    <a:pt x="1" y="26"/>
                    <a:pt x="2" y="27"/>
                  </a:cubicBezTo>
                  <a:cubicBezTo>
                    <a:pt x="3" y="27"/>
                    <a:pt x="4" y="29"/>
                    <a:pt x="4" y="31"/>
                  </a:cubicBezTo>
                  <a:cubicBezTo>
                    <a:pt x="4" y="32"/>
                    <a:pt x="5" y="32"/>
                    <a:pt x="5" y="35"/>
                  </a:cubicBezTo>
                  <a:cubicBezTo>
                    <a:pt x="5" y="38"/>
                    <a:pt x="6" y="41"/>
                    <a:pt x="7" y="42"/>
                  </a:cubicBezTo>
                  <a:cubicBezTo>
                    <a:pt x="8" y="43"/>
                    <a:pt x="8" y="45"/>
                    <a:pt x="7" y="46"/>
                  </a:cubicBezTo>
                  <a:cubicBezTo>
                    <a:pt x="9" y="47"/>
                    <a:pt x="11" y="48"/>
                    <a:pt x="12" y="49"/>
                  </a:cubicBezTo>
                  <a:cubicBezTo>
                    <a:pt x="16" y="50"/>
                    <a:pt x="18" y="51"/>
                    <a:pt x="18" y="53"/>
                  </a:cubicBezTo>
                  <a:cubicBezTo>
                    <a:pt x="18" y="54"/>
                    <a:pt x="21" y="56"/>
                    <a:pt x="22" y="54"/>
                  </a:cubicBezTo>
                  <a:cubicBezTo>
                    <a:pt x="23" y="53"/>
                    <a:pt x="25" y="54"/>
                    <a:pt x="27" y="54"/>
                  </a:cubicBezTo>
                  <a:cubicBezTo>
                    <a:pt x="29" y="54"/>
                    <a:pt x="29" y="56"/>
                    <a:pt x="29" y="57"/>
                  </a:cubicBezTo>
                  <a:cubicBezTo>
                    <a:pt x="30" y="58"/>
                    <a:pt x="33" y="57"/>
                    <a:pt x="35" y="58"/>
                  </a:cubicBezTo>
                  <a:cubicBezTo>
                    <a:pt x="36" y="59"/>
                    <a:pt x="37" y="62"/>
                    <a:pt x="39" y="63"/>
                  </a:cubicBezTo>
                  <a:cubicBezTo>
                    <a:pt x="41" y="64"/>
                    <a:pt x="42" y="62"/>
                    <a:pt x="44" y="63"/>
                  </a:cubicBezTo>
                  <a:cubicBezTo>
                    <a:pt x="45" y="63"/>
                    <a:pt x="49" y="64"/>
                    <a:pt x="51" y="63"/>
                  </a:cubicBezTo>
                  <a:cubicBezTo>
                    <a:pt x="53" y="63"/>
                    <a:pt x="55" y="64"/>
                    <a:pt x="57" y="64"/>
                  </a:cubicBezTo>
                  <a:cubicBezTo>
                    <a:pt x="60" y="64"/>
                    <a:pt x="64" y="65"/>
                    <a:pt x="65" y="66"/>
                  </a:cubicBezTo>
                  <a:cubicBezTo>
                    <a:pt x="65" y="66"/>
                    <a:pt x="67" y="66"/>
                    <a:pt x="69" y="67"/>
                  </a:cubicBezTo>
                  <a:cubicBezTo>
                    <a:pt x="70" y="66"/>
                    <a:pt x="69" y="62"/>
                    <a:pt x="69" y="61"/>
                  </a:cubicBezTo>
                  <a:cubicBezTo>
                    <a:pt x="69" y="60"/>
                    <a:pt x="76" y="55"/>
                    <a:pt x="77" y="53"/>
                  </a:cubicBezTo>
                  <a:cubicBezTo>
                    <a:pt x="78" y="52"/>
                    <a:pt x="80" y="52"/>
                    <a:pt x="81" y="50"/>
                  </a:cubicBezTo>
                  <a:cubicBezTo>
                    <a:pt x="82" y="49"/>
                    <a:pt x="78" y="43"/>
                    <a:pt x="77" y="42"/>
                  </a:cubicBezTo>
                  <a:cubicBezTo>
                    <a:pt x="77" y="41"/>
                    <a:pt x="76" y="36"/>
                    <a:pt x="77" y="35"/>
                  </a:cubicBezTo>
                  <a:cubicBezTo>
                    <a:pt x="77" y="33"/>
                    <a:pt x="74" y="32"/>
                    <a:pt x="74" y="30"/>
                  </a:cubicBezTo>
                  <a:cubicBezTo>
                    <a:pt x="74" y="29"/>
                    <a:pt x="77" y="27"/>
                    <a:pt x="79" y="26"/>
                  </a:cubicBezTo>
                  <a:cubicBezTo>
                    <a:pt x="81" y="25"/>
                    <a:pt x="80" y="20"/>
                    <a:pt x="78" y="19"/>
                  </a:cubicBezTo>
                  <a:cubicBezTo>
                    <a:pt x="77" y="17"/>
                    <a:pt x="76" y="15"/>
                    <a:pt x="77" y="12"/>
                  </a:cubicBezTo>
                  <a:cubicBezTo>
                    <a:pt x="78" y="10"/>
                    <a:pt x="72" y="8"/>
                    <a:pt x="71" y="8"/>
                  </a:cubicBezTo>
                  <a:cubicBezTo>
                    <a:pt x="70" y="8"/>
                    <a:pt x="70" y="8"/>
                    <a:pt x="70" y="7"/>
                  </a:cubicBezTo>
                  <a:cubicBezTo>
                    <a:pt x="64" y="8"/>
                    <a:pt x="50" y="7"/>
                    <a:pt x="48" y="6"/>
                  </a:cubicBezTo>
                  <a:cubicBezTo>
                    <a:pt x="48" y="6"/>
                    <a:pt x="46" y="5"/>
                    <a:pt x="44" y="5"/>
                  </a:cubicBezTo>
                  <a:cubicBezTo>
                    <a:pt x="43" y="6"/>
                    <a:pt x="42" y="7"/>
                    <a:pt x="40" y="7"/>
                  </a:cubicBezTo>
                  <a:cubicBezTo>
                    <a:pt x="36" y="7"/>
                    <a:pt x="36" y="4"/>
                    <a:pt x="36" y="2"/>
                  </a:cubicBezTo>
                  <a:cubicBezTo>
                    <a:pt x="35" y="0"/>
                    <a:pt x="21" y="3"/>
                    <a:pt x="17" y="7"/>
                  </a:cubicBezTo>
                  <a:cubicBezTo>
                    <a:pt x="13" y="11"/>
                    <a:pt x="4" y="10"/>
                    <a:pt x="4" y="12"/>
                  </a:cubicBezTo>
                  <a:cubicBezTo>
                    <a:pt x="4" y="13"/>
                    <a:pt x="3" y="14"/>
                    <a:pt x="2" y="14"/>
                  </a:cubicBezTo>
                  <a:cubicBezTo>
                    <a:pt x="2" y="14"/>
                    <a:pt x="2" y="14"/>
                    <a:pt x="2" y="15"/>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07" name="Freeform 68">
              <a:extLst>
                <a:ext uri="{FF2B5EF4-FFF2-40B4-BE49-F238E27FC236}">
                  <a16:creationId xmlns:a16="http://schemas.microsoft.com/office/drawing/2014/main" id="{BC0F0D41-C748-AA34-8EEA-1A56D487AB45}"/>
                </a:ext>
              </a:extLst>
            </p:cNvPr>
            <p:cNvSpPr>
              <a:spLocks/>
            </p:cNvSpPr>
            <p:nvPr/>
          </p:nvSpPr>
          <p:spPr bwMode="auto">
            <a:xfrm>
              <a:off x="7774609" y="3076190"/>
              <a:ext cx="83274" cy="79960"/>
            </a:xfrm>
            <a:custGeom>
              <a:avLst/>
              <a:gdLst>
                <a:gd name="T0" fmla="*/ 23 w 31"/>
                <a:gd name="T1" fmla="*/ 27 h 29"/>
                <a:gd name="T2" fmla="*/ 29 w 31"/>
                <a:gd name="T3" fmla="*/ 17 h 29"/>
                <a:gd name="T4" fmla="*/ 30 w 31"/>
                <a:gd name="T5" fmla="*/ 6 h 29"/>
                <a:gd name="T6" fmla="*/ 23 w 31"/>
                <a:gd name="T7" fmla="*/ 2 h 29"/>
                <a:gd name="T8" fmla="*/ 10 w 31"/>
                <a:gd name="T9" fmla="*/ 1 h 29"/>
                <a:gd name="T10" fmla="*/ 4 w 31"/>
                <a:gd name="T11" fmla="*/ 2 h 29"/>
                <a:gd name="T12" fmla="*/ 0 w 31"/>
                <a:gd name="T13" fmla="*/ 4 h 29"/>
                <a:gd name="T14" fmla="*/ 4 w 31"/>
                <a:gd name="T15" fmla="*/ 10 h 29"/>
                <a:gd name="T16" fmla="*/ 11 w 31"/>
                <a:gd name="T17" fmla="*/ 18 h 29"/>
                <a:gd name="T18" fmla="*/ 18 w 31"/>
                <a:gd name="T19" fmla="*/ 26 h 29"/>
                <a:gd name="T20" fmla="*/ 22 w 31"/>
                <a:gd name="T21" fmla="*/ 29 h 29"/>
                <a:gd name="T22" fmla="*/ 23 w 31"/>
                <a:gd name="T23"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29">
                  <a:moveTo>
                    <a:pt x="23" y="27"/>
                  </a:moveTo>
                  <a:cubicBezTo>
                    <a:pt x="22" y="25"/>
                    <a:pt x="28" y="17"/>
                    <a:pt x="29" y="17"/>
                  </a:cubicBezTo>
                  <a:cubicBezTo>
                    <a:pt x="30" y="17"/>
                    <a:pt x="31" y="10"/>
                    <a:pt x="30" y="6"/>
                  </a:cubicBezTo>
                  <a:cubicBezTo>
                    <a:pt x="26" y="3"/>
                    <a:pt x="23" y="2"/>
                    <a:pt x="23" y="2"/>
                  </a:cubicBezTo>
                  <a:cubicBezTo>
                    <a:pt x="23" y="2"/>
                    <a:pt x="11" y="2"/>
                    <a:pt x="10" y="1"/>
                  </a:cubicBezTo>
                  <a:cubicBezTo>
                    <a:pt x="8" y="0"/>
                    <a:pt x="6" y="3"/>
                    <a:pt x="4" y="2"/>
                  </a:cubicBezTo>
                  <a:cubicBezTo>
                    <a:pt x="2" y="1"/>
                    <a:pt x="0" y="2"/>
                    <a:pt x="0" y="4"/>
                  </a:cubicBezTo>
                  <a:cubicBezTo>
                    <a:pt x="1" y="6"/>
                    <a:pt x="4" y="7"/>
                    <a:pt x="4" y="10"/>
                  </a:cubicBezTo>
                  <a:cubicBezTo>
                    <a:pt x="4" y="13"/>
                    <a:pt x="11" y="17"/>
                    <a:pt x="11" y="18"/>
                  </a:cubicBezTo>
                  <a:cubicBezTo>
                    <a:pt x="11" y="19"/>
                    <a:pt x="15" y="22"/>
                    <a:pt x="18" y="26"/>
                  </a:cubicBezTo>
                  <a:cubicBezTo>
                    <a:pt x="19" y="27"/>
                    <a:pt x="21" y="28"/>
                    <a:pt x="22" y="29"/>
                  </a:cubicBezTo>
                  <a:cubicBezTo>
                    <a:pt x="23" y="28"/>
                    <a:pt x="23" y="27"/>
                    <a:pt x="23" y="27"/>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08" name="Freeform 69">
              <a:extLst>
                <a:ext uri="{FF2B5EF4-FFF2-40B4-BE49-F238E27FC236}">
                  <a16:creationId xmlns:a16="http://schemas.microsoft.com/office/drawing/2014/main" id="{7999A67E-EB30-B1B0-D18E-B019D9A00882}"/>
                </a:ext>
              </a:extLst>
            </p:cNvPr>
            <p:cNvSpPr>
              <a:spLocks/>
            </p:cNvSpPr>
            <p:nvPr/>
          </p:nvSpPr>
          <p:spPr bwMode="auto">
            <a:xfrm>
              <a:off x="7733543" y="3039738"/>
              <a:ext cx="122059" cy="108181"/>
            </a:xfrm>
            <a:custGeom>
              <a:avLst/>
              <a:gdLst>
                <a:gd name="T0" fmla="*/ 26 w 45"/>
                <a:gd name="T1" fmla="*/ 31 h 39"/>
                <a:gd name="T2" fmla="*/ 19 w 45"/>
                <a:gd name="T3" fmla="*/ 23 h 39"/>
                <a:gd name="T4" fmla="*/ 15 w 45"/>
                <a:gd name="T5" fmla="*/ 17 h 39"/>
                <a:gd name="T6" fmla="*/ 19 w 45"/>
                <a:gd name="T7" fmla="*/ 15 h 39"/>
                <a:gd name="T8" fmla="*/ 25 w 45"/>
                <a:gd name="T9" fmla="*/ 14 h 39"/>
                <a:gd name="T10" fmla="*/ 38 w 45"/>
                <a:gd name="T11" fmla="*/ 15 h 39"/>
                <a:gd name="T12" fmla="*/ 45 w 45"/>
                <a:gd name="T13" fmla="*/ 19 h 39"/>
                <a:gd name="T14" fmla="*/ 45 w 45"/>
                <a:gd name="T15" fmla="*/ 17 h 39"/>
                <a:gd name="T16" fmla="*/ 42 w 45"/>
                <a:gd name="T17" fmla="*/ 11 h 39"/>
                <a:gd name="T18" fmla="*/ 40 w 45"/>
                <a:gd name="T19" fmla="*/ 6 h 39"/>
                <a:gd name="T20" fmla="*/ 37 w 45"/>
                <a:gd name="T21" fmla="*/ 7 h 39"/>
                <a:gd name="T22" fmla="*/ 28 w 45"/>
                <a:gd name="T23" fmla="*/ 5 h 39"/>
                <a:gd name="T24" fmla="*/ 21 w 45"/>
                <a:gd name="T25" fmla="*/ 0 h 39"/>
                <a:gd name="T26" fmla="*/ 16 w 45"/>
                <a:gd name="T27" fmla="*/ 3 h 39"/>
                <a:gd name="T28" fmla="*/ 14 w 45"/>
                <a:gd name="T29" fmla="*/ 7 h 39"/>
                <a:gd name="T30" fmla="*/ 11 w 45"/>
                <a:gd name="T31" fmla="*/ 11 h 39"/>
                <a:gd name="T32" fmla="*/ 6 w 45"/>
                <a:gd name="T33" fmla="*/ 11 h 39"/>
                <a:gd name="T34" fmla="*/ 0 w 45"/>
                <a:gd name="T35" fmla="*/ 12 h 39"/>
                <a:gd name="T36" fmla="*/ 2 w 45"/>
                <a:gd name="T37" fmla="*/ 16 h 39"/>
                <a:gd name="T38" fmla="*/ 8 w 45"/>
                <a:gd name="T39" fmla="*/ 18 h 39"/>
                <a:gd name="T40" fmla="*/ 16 w 45"/>
                <a:gd name="T41" fmla="*/ 30 h 39"/>
                <a:gd name="T42" fmla="*/ 22 w 45"/>
                <a:gd name="T43" fmla="*/ 34 h 39"/>
                <a:gd name="T44" fmla="*/ 30 w 45"/>
                <a:gd name="T45" fmla="*/ 38 h 39"/>
                <a:gd name="T46" fmla="*/ 33 w 45"/>
                <a:gd name="T47" fmla="*/ 39 h 39"/>
                <a:gd name="T48" fmla="*/ 26 w 45"/>
                <a:gd name="T49" fmla="*/ 3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39">
                  <a:moveTo>
                    <a:pt x="26" y="31"/>
                  </a:moveTo>
                  <a:cubicBezTo>
                    <a:pt x="26" y="30"/>
                    <a:pt x="19" y="26"/>
                    <a:pt x="19" y="23"/>
                  </a:cubicBezTo>
                  <a:cubicBezTo>
                    <a:pt x="19" y="20"/>
                    <a:pt x="16" y="19"/>
                    <a:pt x="15" y="17"/>
                  </a:cubicBezTo>
                  <a:cubicBezTo>
                    <a:pt x="15" y="15"/>
                    <a:pt x="17" y="14"/>
                    <a:pt x="19" y="15"/>
                  </a:cubicBezTo>
                  <a:cubicBezTo>
                    <a:pt x="21" y="16"/>
                    <a:pt x="23" y="13"/>
                    <a:pt x="25" y="14"/>
                  </a:cubicBezTo>
                  <a:cubicBezTo>
                    <a:pt x="26" y="15"/>
                    <a:pt x="38" y="15"/>
                    <a:pt x="38" y="15"/>
                  </a:cubicBezTo>
                  <a:cubicBezTo>
                    <a:pt x="38" y="15"/>
                    <a:pt x="41" y="16"/>
                    <a:pt x="45" y="19"/>
                  </a:cubicBezTo>
                  <a:cubicBezTo>
                    <a:pt x="45" y="18"/>
                    <a:pt x="45" y="18"/>
                    <a:pt x="45" y="17"/>
                  </a:cubicBezTo>
                  <a:cubicBezTo>
                    <a:pt x="44" y="15"/>
                    <a:pt x="45" y="12"/>
                    <a:pt x="42" y="11"/>
                  </a:cubicBezTo>
                  <a:cubicBezTo>
                    <a:pt x="41" y="11"/>
                    <a:pt x="40" y="8"/>
                    <a:pt x="40" y="6"/>
                  </a:cubicBezTo>
                  <a:cubicBezTo>
                    <a:pt x="39" y="7"/>
                    <a:pt x="38" y="7"/>
                    <a:pt x="37" y="7"/>
                  </a:cubicBezTo>
                  <a:cubicBezTo>
                    <a:pt x="35" y="8"/>
                    <a:pt x="30" y="7"/>
                    <a:pt x="28" y="5"/>
                  </a:cubicBezTo>
                  <a:cubicBezTo>
                    <a:pt x="27" y="3"/>
                    <a:pt x="23" y="1"/>
                    <a:pt x="21" y="0"/>
                  </a:cubicBezTo>
                  <a:cubicBezTo>
                    <a:pt x="21" y="1"/>
                    <a:pt x="18" y="3"/>
                    <a:pt x="16" y="3"/>
                  </a:cubicBezTo>
                  <a:cubicBezTo>
                    <a:pt x="15" y="3"/>
                    <a:pt x="16" y="7"/>
                    <a:pt x="14" y="7"/>
                  </a:cubicBezTo>
                  <a:cubicBezTo>
                    <a:pt x="13" y="7"/>
                    <a:pt x="12" y="10"/>
                    <a:pt x="11" y="11"/>
                  </a:cubicBezTo>
                  <a:cubicBezTo>
                    <a:pt x="11" y="12"/>
                    <a:pt x="8" y="10"/>
                    <a:pt x="6" y="11"/>
                  </a:cubicBezTo>
                  <a:cubicBezTo>
                    <a:pt x="5" y="11"/>
                    <a:pt x="2" y="12"/>
                    <a:pt x="0" y="12"/>
                  </a:cubicBezTo>
                  <a:cubicBezTo>
                    <a:pt x="0" y="14"/>
                    <a:pt x="0" y="16"/>
                    <a:pt x="2" y="16"/>
                  </a:cubicBezTo>
                  <a:cubicBezTo>
                    <a:pt x="4" y="16"/>
                    <a:pt x="8" y="15"/>
                    <a:pt x="8" y="18"/>
                  </a:cubicBezTo>
                  <a:cubicBezTo>
                    <a:pt x="8" y="21"/>
                    <a:pt x="14" y="28"/>
                    <a:pt x="16" y="30"/>
                  </a:cubicBezTo>
                  <a:cubicBezTo>
                    <a:pt x="18" y="32"/>
                    <a:pt x="22" y="32"/>
                    <a:pt x="22" y="34"/>
                  </a:cubicBezTo>
                  <a:cubicBezTo>
                    <a:pt x="23" y="36"/>
                    <a:pt x="26" y="37"/>
                    <a:pt x="30" y="38"/>
                  </a:cubicBezTo>
                  <a:cubicBezTo>
                    <a:pt x="31" y="38"/>
                    <a:pt x="32" y="38"/>
                    <a:pt x="33" y="39"/>
                  </a:cubicBezTo>
                  <a:cubicBezTo>
                    <a:pt x="30" y="35"/>
                    <a:pt x="26" y="32"/>
                    <a:pt x="26" y="31"/>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09" name="Freeform 70">
              <a:extLst>
                <a:ext uri="{FF2B5EF4-FFF2-40B4-BE49-F238E27FC236}">
                  <a16:creationId xmlns:a16="http://schemas.microsoft.com/office/drawing/2014/main" id="{2E52E831-AFCC-12BA-A8EB-DCEE8878DAF0}"/>
                </a:ext>
              </a:extLst>
            </p:cNvPr>
            <p:cNvSpPr>
              <a:spLocks/>
            </p:cNvSpPr>
            <p:nvPr/>
          </p:nvSpPr>
          <p:spPr bwMode="auto">
            <a:xfrm>
              <a:off x="7849897" y="3153799"/>
              <a:ext cx="43347" cy="85840"/>
            </a:xfrm>
            <a:custGeom>
              <a:avLst/>
              <a:gdLst>
                <a:gd name="T0" fmla="*/ 11 w 16"/>
                <a:gd name="T1" fmla="*/ 26 h 31"/>
                <a:gd name="T2" fmla="*/ 13 w 16"/>
                <a:gd name="T3" fmla="*/ 23 h 31"/>
                <a:gd name="T4" fmla="*/ 16 w 16"/>
                <a:gd name="T5" fmla="*/ 18 h 31"/>
                <a:gd name="T6" fmla="*/ 16 w 16"/>
                <a:gd name="T7" fmla="*/ 18 h 31"/>
                <a:gd name="T8" fmla="*/ 11 w 16"/>
                <a:gd name="T9" fmla="*/ 13 h 31"/>
                <a:gd name="T10" fmla="*/ 12 w 16"/>
                <a:gd name="T11" fmla="*/ 4 h 31"/>
                <a:gd name="T12" fmla="*/ 5 w 16"/>
                <a:gd name="T13" fmla="*/ 0 h 31"/>
                <a:gd name="T14" fmla="*/ 1 w 16"/>
                <a:gd name="T15" fmla="*/ 6 h 31"/>
                <a:gd name="T16" fmla="*/ 3 w 16"/>
                <a:gd name="T17" fmla="*/ 11 h 31"/>
                <a:gd name="T18" fmla="*/ 3 w 16"/>
                <a:gd name="T19" fmla="*/ 24 h 31"/>
                <a:gd name="T20" fmla="*/ 8 w 16"/>
                <a:gd name="T21" fmla="*/ 31 h 31"/>
                <a:gd name="T22" fmla="*/ 11 w 16"/>
                <a:gd name="T23"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31">
                  <a:moveTo>
                    <a:pt x="11" y="26"/>
                  </a:moveTo>
                  <a:cubicBezTo>
                    <a:pt x="13" y="26"/>
                    <a:pt x="12" y="24"/>
                    <a:pt x="13" y="23"/>
                  </a:cubicBezTo>
                  <a:cubicBezTo>
                    <a:pt x="14" y="22"/>
                    <a:pt x="16" y="19"/>
                    <a:pt x="16" y="18"/>
                  </a:cubicBezTo>
                  <a:cubicBezTo>
                    <a:pt x="16" y="18"/>
                    <a:pt x="16" y="18"/>
                    <a:pt x="16" y="18"/>
                  </a:cubicBezTo>
                  <a:cubicBezTo>
                    <a:pt x="14" y="16"/>
                    <a:pt x="12" y="15"/>
                    <a:pt x="11" y="13"/>
                  </a:cubicBezTo>
                  <a:cubicBezTo>
                    <a:pt x="11" y="11"/>
                    <a:pt x="11" y="7"/>
                    <a:pt x="12" y="4"/>
                  </a:cubicBezTo>
                  <a:cubicBezTo>
                    <a:pt x="11" y="3"/>
                    <a:pt x="6" y="0"/>
                    <a:pt x="5" y="0"/>
                  </a:cubicBezTo>
                  <a:cubicBezTo>
                    <a:pt x="3" y="0"/>
                    <a:pt x="1" y="3"/>
                    <a:pt x="1" y="6"/>
                  </a:cubicBezTo>
                  <a:cubicBezTo>
                    <a:pt x="4" y="8"/>
                    <a:pt x="5" y="9"/>
                    <a:pt x="3" y="11"/>
                  </a:cubicBezTo>
                  <a:cubicBezTo>
                    <a:pt x="1" y="14"/>
                    <a:pt x="0" y="22"/>
                    <a:pt x="3" y="24"/>
                  </a:cubicBezTo>
                  <a:cubicBezTo>
                    <a:pt x="5" y="26"/>
                    <a:pt x="6" y="30"/>
                    <a:pt x="8" y="31"/>
                  </a:cubicBezTo>
                  <a:cubicBezTo>
                    <a:pt x="9" y="29"/>
                    <a:pt x="10" y="27"/>
                    <a:pt x="11" y="26"/>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0" name="Freeform 71">
              <a:extLst>
                <a:ext uri="{FF2B5EF4-FFF2-40B4-BE49-F238E27FC236}">
                  <a16:creationId xmlns:a16="http://schemas.microsoft.com/office/drawing/2014/main" id="{F9729A73-6B06-2BE9-3468-2909F33EC724}"/>
                </a:ext>
              </a:extLst>
            </p:cNvPr>
            <p:cNvSpPr>
              <a:spLocks/>
            </p:cNvSpPr>
            <p:nvPr/>
          </p:nvSpPr>
          <p:spPr bwMode="auto">
            <a:xfrm>
              <a:off x="7642284" y="2964481"/>
              <a:ext cx="166547" cy="77608"/>
            </a:xfrm>
            <a:custGeom>
              <a:avLst/>
              <a:gdLst>
                <a:gd name="T0" fmla="*/ 52 w 62"/>
                <a:gd name="T1" fmla="*/ 2 h 28"/>
                <a:gd name="T2" fmla="*/ 45 w 62"/>
                <a:gd name="T3" fmla="*/ 0 h 28"/>
                <a:gd name="T4" fmla="*/ 43 w 62"/>
                <a:gd name="T5" fmla="*/ 4 h 28"/>
                <a:gd name="T6" fmla="*/ 36 w 62"/>
                <a:gd name="T7" fmla="*/ 4 h 28"/>
                <a:gd name="T8" fmla="*/ 31 w 62"/>
                <a:gd name="T9" fmla="*/ 7 h 28"/>
                <a:gd name="T10" fmla="*/ 28 w 62"/>
                <a:gd name="T11" fmla="*/ 12 h 28"/>
                <a:gd name="T12" fmla="*/ 25 w 62"/>
                <a:gd name="T13" fmla="*/ 15 h 28"/>
                <a:gd name="T14" fmla="*/ 16 w 62"/>
                <a:gd name="T15" fmla="*/ 17 h 28"/>
                <a:gd name="T16" fmla="*/ 11 w 62"/>
                <a:gd name="T17" fmla="*/ 17 h 28"/>
                <a:gd name="T18" fmla="*/ 6 w 62"/>
                <a:gd name="T19" fmla="*/ 18 h 28"/>
                <a:gd name="T20" fmla="*/ 1 w 62"/>
                <a:gd name="T21" fmla="*/ 16 h 28"/>
                <a:gd name="T22" fmla="*/ 0 w 62"/>
                <a:gd name="T23" fmla="*/ 21 h 28"/>
                <a:gd name="T24" fmla="*/ 5 w 62"/>
                <a:gd name="T25" fmla="*/ 23 h 28"/>
                <a:gd name="T26" fmla="*/ 10 w 62"/>
                <a:gd name="T27" fmla="*/ 24 h 28"/>
                <a:gd name="T28" fmla="*/ 15 w 62"/>
                <a:gd name="T29" fmla="*/ 23 h 28"/>
                <a:gd name="T30" fmla="*/ 22 w 62"/>
                <a:gd name="T31" fmla="*/ 22 h 28"/>
                <a:gd name="T32" fmla="*/ 23 w 62"/>
                <a:gd name="T33" fmla="*/ 25 h 28"/>
                <a:gd name="T34" fmla="*/ 31 w 62"/>
                <a:gd name="T35" fmla="*/ 26 h 28"/>
                <a:gd name="T36" fmla="*/ 40 w 62"/>
                <a:gd name="T37" fmla="*/ 28 h 28"/>
                <a:gd name="T38" fmla="*/ 48 w 62"/>
                <a:gd name="T39" fmla="*/ 25 h 28"/>
                <a:gd name="T40" fmla="*/ 53 w 62"/>
                <a:gd name="T41" fmla="*/ 24 h 28"/>
                <a:gd name="T42" fmla="*/ 54 w 62"/>
                <a:gd name="T43" fmla="*/ 24 h 28"/>
                <a:gd name="T44" fmla="*/ 55 w 62"/>
                <a:gd name="T45" fmla="*/ 22 h 28"/>
                <a:gd name="T46" fmla="*/ 56 w 62"/>
                <a:gd name="T47" fmla="*/ 18 h 28"/>
                <a:gd name="T48" fmla="*/ 57 w 62"/>
                <a:gd name="T49" fmla="*/ 15 h 28"/>
                <a:gd name="T50" fmla="*/ 61 w 62"/>
                <a:gd name="T51" fmla="*/ 12 h 28"/>
                <a:gd name="T52" fmla="*/ 62 w 62"/>
                <a:gd name="T53" fmla="*/ 10 h 28"/>
                <a:gd name="T54" fmla="*/ 59 w 62"/>
                <a:gd name="T55" fmla="*/ 3 h 28"/>
                <a:gd name="T56" fmla="*/ 52 w 62"/>
                <a:gd name="T57"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28">
                  <a:moveTo>
                    <a:pt x="52" y="2"/>
                  </a:moveTo>
                  <a:cubicBezTo>
                    <a:pt x="50" y="0"/>
                    <a:pt x="45" y="0"/>
                    <a:pt x="45" y="0"/>
                  </a:cubicBezTo>
                  <a:cubicBezTo>
                    <a:pt x="45" y="0"/>
                    <a:pt x="44" y="2"/>
                    <a:pt x="43" y="4"/>
                  </a:cubicBezTo>
                  <a:cubicBezTo>
                    <a:pt x="42" y="5"/>
                    <a:pt x="38" y="5"/>
                    <a:pt x="36" y="4"/>
                  </a:cubicBezTo>
                  <a:cubicBezTo>
                    <a:pt x="35" y="5"/>
                    <a:pt x="32" y="6"/>
                    <a:pt x="31" y="7"/>
                  </a:cubicBezTo>
                  <a:cubicBezTo>
                    <a:pt x="31" y="9"/>
                    <a:pt x="27" y="8"/>
                    <a:pt x="28" y="12"/>
                  </a:cubicBezTo>
                  <a:cubicBezTo>
                    <a:pt x="29" y="17"/>
                    <a:pt x="26" y="15"/>
                    <a:pt x="25" y="15"/>
                  </a:cubicBezTo>
                  <a:cubicBezTo>
                    <a:pt x="23" y="14"/>
                    <a:pt x="17" y="15"/>
                    <a:pt x="16" y="17"/>
                  </a:cubicBezTo>
                  <a:cubicBezTo>
                    <a:pt x="14" y="18"/>
                    <a:pt x="12" y="18"/>
                    <a:pt x="11" y="17"/>
                  </a:cubicBezTo>
                  <a:cubicBezTo>
                    <a:pt x="10" y="16"/>
                    <a:pt x="7" y="16"/>
                    <a:pt x="6" y="18"/>
                  </a:cubicBezTo>
                  <a:cubicBezTo>
                    <a:pt x="5" y="20"/>
                    <a:pt x="3" y="16"/>
                    <a:pt x="1" y="16"/>
                  </a:cubicBezTo>
                  <a:cubicBezTo>
                    <a:pt x="0" y="17"/>
                    <a:pt x="0" y="20"/>
                    <a:pt x="0" y="21"/>
                  </a:cubicBezTo>
                  <a:cubicBezTo>
                    <a:pt x="0" y="22"/>
                    <a:pt x="3" y="24"/>
                    <a:pt x="5" y="23"/>
                  </a:cubicBezTo>
                  <a:cubicBezTo>
                    <a:pt x="6" y="22"/>
                    <a:pt x="8" y="23"/>
                    <a:pt x="10" y="24"/>
                  </a:cubicBezTo>
                  <a:cubicBezTo>
                    <a:pt x="11" y="25"/>
                    <a:pt x="14" y="24"/>
                    <a:pt x="15" y="23"/>
                  </a:cubicBezTo>
                  <a:cubicBezTo>
                    <a:pt x="16" y="22"/>
                    <a:pt x="21" y="22"/>
                    <a:pt x="22" y="22"/>
                  </a:cubicBezTo>
                  <a:cubicBezTo>
                    <a:pt x="22" y="22"/>
                    <a:pt x="22" y="25"/>
                    <a:pt x="23" y="25"/>
                  </a:cubicBezTo>
                  <a:cubicBezTo>
                    <a:pt x="24" y="26"/>
                    <a:pt x="28" y="26"/>
                    <a:pt x="31" y="26"/>
                  </a:cubicBezTo>
                  <a:cubicBezTo>
                    <a:pt x="34" y="26"/>
                    <a:pt x="39" y="28"/>
                    <a:pt x="40" y="28"/>
                  </a:cubicBezTo>
                  <a:cubicBezTo>
                    <a:pt x="42" y="28"/>
                    <a:pt x="44" y="25"/>
                    <a:pt x="48" y="25"/>
                  </a:cubicBezTo>
                  <a:cubicBezTo>
                    <a:pt x="51" y="25"/>
                    <a:pt x="53" y="23"/>
                    <a:pt x="53" y="24"/>
                  </a:cubicBezTo>
                  <a:cubicBezTo>
                    <a:pt x="54" y="24"/>
                    <a:pt x="54" y="24"/>
                    <a:pt x="54" y="24"/>
                  </a:cubicBezTo>
                  <a:cubicBezTo>
                    <a:pt x="54" y="22"/>
                    <a:pt x="54" y="22"/>
                    <a:pt x="55" y="22"/>
                  </a:cubicBezTo>
                  <a:cubicBezTo>
                    <a:pt x="56" y="21"/>
                    <a:pt x="55" y="19"/>
                    <a:pt x="56" y="18"/>
                  </a:cubicBezTo>
                  <a:cubicBezTo>
                    <a:pt x="57" y="17"/>
                    <a:pt x="55" y="14"/>
                    <a:pt x="57" y="15"/>
                  </a:cubicBezTo>
                  <a:cubicBezTo>
                    <a:pt x="59" y="15"/>
                    <a:pt x="61" y="15"/>
                    <a:pt x="61" y="12"/>
                  </a:cubicBezTo>
                  <a:cubicBezTo>
                    <a:pt x="61" y="12"/>
                    <a:pt x="61" y="11"/>
                    <a:pt x="62" y="10"/>
                  </a:cubicBezTo>
                  <a:cubicBezTo>
                    <a:pt x="60" y="7"/>
                    <a:pt x="59" y="3"/>
                    <a:pt x="59" y="3"/>
                  </a:cubicBezTo>
                  <a:cubicBezTo>
                    <a:pt x="59" y="3"/>
                    <a:pt x="55" y="5"/>
                    <a:pt x="52" y="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1" name="Freeform 72">
              <a:extLst>
                <a:ext uri="{FF2B5EF4-FFF2-40B4-BE49-F238E27FC236}">
                  <a16:creationId xmlns:a16="http://schemas.microsoft.com/office/drawing/2014/main" id="{4ACB102D-D39D-282B-050A-4474537F8D94}"/>
                </a:ext>
              </a:extLst>
            </p:cNvPr>
            <p:cNvSpPr>
              <a:spLocks/>
            </p:cNvSpPr>
            <p:nvPr/>
          </p:nvSpPr>
          <p:spPr bwMode="auto">
            <a:xfrm>
              <a:off x="7788298" y="2972713"/>
              <a:ext cx="144874" cy="89368"/>
            </a:xfrm>
            <a:custGeom>
              <a:avLst/>
              <a:gdLst>
                <a:gd name="T0" fmla="*/ 52 w 54"/>
                <a:gd name="T1" fmla="*/ 6 h 32"/>
                <a:gd name="T2" fmla="*/ 50 w 54"/>
                <a:gd name="T3" fmla="*/ 5 h 32"/>
                <a:gd name="T4" fmla="*/ 45 w 54"/>
                <a:gd name="T5" fmla="*/ 3 h 32"/>
                <a:gd name="T6" fmla="*/ 37 w 54"/>
                <a:gd name="T7" fmla="*/ 1 h 32"/>
                <a:gd name="T8" fmla="*/ 29 w 54"/>
                <a:gd name="T9" fmla="*/ 6 h 32"/>
                <a:gd name="T10" fmla="*/ 21 w 54"/>
                <a:gd name="T11" fmla="*/ 8 h 32"/>
                <a:gd name="T12" fmla="*/ 9 w 54"/>
                <a:gd name="T13" fmla="*/ 8 h 32"/>
                <a:gd name="T14" fmla="*/ 8 w 54"/>
                <a:gd name="T15" fmla="*/ 7 h 32"/>
                <a:gd name="T16" fmla="*/ 7 w 54"/>
                <a:gd name="T17" fmla="*/ 9 h 32"/>
                <a:gd name="T18" fmla="*/ 3 w 54"/>
                <a:gd name="T19" fmla="*/ 12 h 32"/>
                <a:gd name="T20" fmla="*/ 2 w 54"/>
                <a:gd name="T21" fmla="*/ 15 h 32"/>
                <a:gd name="T22" fmla="*/ 1 w 54"/>
                <a:gd name="T23" fmla="*/ 19 h 32"/>
                <a:gd name="T24" fmla="*/ 0 w 54"/>
                <a:gd name="T25" fmla="*/ 21 h 32"/>
                <a:gd name="T26" fmla="*/ 2 w 54"/>
                <a:gd name="T27" fmla="*/ 24 h 32"/>
                <a:gd name="T28" fmla="*/ 1 w 54"/>
                <a:gd name="T29" fmla="*/ 24 h 32"/>
                <a:gd name="T30" fmla="*/ 8 w 54"/>
                <a:gd name="T31" fmla="*/ 29 h 32"/>
                <a:gd name="T32" fmla="*/ 17 w 54"/>
                <a:gd name="T33" fmla="*/ 31 h 32"/>
                <a:gd name="T34" fmla="*/ 29 w 54"/>
                <a:gd name="T35" fmla="*/ 27 h 32"/>
                <a:gd name="T36" fmla="*/ 32 w 54"/>
                <a:gd name="T37" fmla="*/ 29 h 32"/>
                <a:gd name="T38" fmla="*/ 35 w 54"/>
                <a:gd name="T39" fmla="*/ 29 h 32"/>
                <a:gd name="T40" fmla="*/ 40 w 54"/>
                <a:gd name="T41" fmla="*/ 25 h 32"/>
                <a:gd name="T42" fmla="*/ 47 w 54"/>
                <a:gd name="T43" fmla="*/ 13 h 32"/>
                <a:gd name="T44" fmla="*/ 53 w 54"/>
                <a:gd name="T45" fmla="*/ 9 h 32"/>
                <a:gd name="T46" fmla="*/ 52 w 54"/>
                <a:gd name="T4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32">
                  <a:moveTo>
                    <a:pt x="52" y="6"/>
                  </a:moveTo>
                  <a:cubicBezTo>
                    <a:pt x="52" y="6"/>
                    <a:pt x="51" y="6"/>
                    <a:pt x="50" y="5"/>
                  </a:cubicBezTo>
                  <a:cubicBezTo>
                    <a:pt x="48" y="5"/>
                    <a:pt x="46" y="4"/>
                    <a:pt x="45" y="3"/>
                  </a:cubicBezTo>
                  <a:cubicBezTo>
                    <a:pt x="44" y="2"/>
                    <a:pt x="38" y="1"/>
                    <a:pt x="37" y="1"/>
                  </a:cubicBezTo>
                  <a:cubicBezTo>
                    <a:pt x="36" y="0"/>
                    <a:pt x="31" y="6"/>
                    <a:pt x="29" y="6"/>
                  </a:cubicBezTo>
                  <a:cubicBezTo>
                    <a:pt x="28" y="6"/>
                    <a:pt x="21" y="7"/>
                    <a:pt x="21" y="8"/>
                  </a:cubicBezTo>
                  <a:cubicBezTo>
                    <a:pt x="21" y="10"/>
                    <a:pt x="12" y="11"/>
                    <a:pt x="9" y="8"/>
                  </a:cubicBezTo>
                  <a:cubicBezTo>
                    <a:pt x="9" y="8"/>
                    <a:pt x="8" y="8"/>
                    <a:pt x="8" y="7"/>
                  </a:cubicBezTo>
                  <a:cubicBezTo>
                    <a:pt x="7" y="8"/>
                    <a:pt x="7" y="9"/>
                    <a:pt x="7" y="9"/>
                  </a:cubicBezTo>
                  <a:cubicBezTo>
                    <a:pt x="7" y="12"/>
                    <a:pt x="5" y="12"/>
                    <a:pt x="3" y="12"/>
                  </a:cubicBezTo>
                  <a:cubicBezTo>
                    <a:pt x="1" y="11"/>
                    <a:pt x="3" y="14"/>
                    <a:pt x="2" y="15"/>
                  </a:cubicBezTo>
                  <a:cubicBezTo>
                    <a:pt x="1" y="16"/>
                    <a:pt x="2" y="18"/>
                    <a:pt x="1" y="19"/>
                  </a:cubicBezTo>
                  <a:cubicBezTo>
                    <a:pt x="0" y="19"/>
                    <a:pt x="0" y="19"/>
                    <a:pt x="0" y="21"/>
                  </a:cubicBezTo>
                  <a:cubicBezTo>
                    <a:pt x="0" y="21"/>
                    <a:pt x="2" y="24"/>
                    <a:pt x="2" y="24"/>
                  </a:cubicBezTo>
                  <a:cubicBezTo>
                    <a:pt x="2" y="24"/>
                    <a:pt x="1" y="24"/>
                    <a:pt x="1" y="24"/>
                  </a:cubicBezTo>
                  <a:cubicBezTo>
                    <a:pt x="3" y="25"/>
                    <a:pt x="7" y="27"/>
                    <a:pt x="8" y="29"/>
                  </a:cubicBezTo>
                  <a:cubicBezTo>
                    <a:pt x="10" y="31"/>
                    <a:pt x="15" y="32"/>
                    <a:pt x="17" y="31"/>
                  </a:cubicBezTo>
                  <a:cubicBezTo>
                    <a:pt x="19" y="30"/>
                    <a:pt x="29" y="27"/>
                    <a:pt x="29" y="27"/>
                  </a:cubicBezTo>
                  <a:cubicBezTo>
                    <a:pt x="29" y="27"/>
                    <a:pt x="31" y="28"/>
                    <a:pt x="32" y="29"/>
                  </a:cubicBezTo>
                  <a:cubicBezTo>
                    <a:pt x="33" y="29"/>
                    <a:pt x="33" y="29"/>
                    <a:pt x="35" y="29"/>
                  </a:cubicBezTo>
                  <a:cubicBezTo>
                    <a:pt x="35" y="28"/>
                    <a:pt x="37" y="28"/>
                    <a:pt x="40" y="25"/>
                  </a:cubicBezTo>
                  <a:cubicBezTo>
                    <a:pt x="42" y="23"/>
                    <a:pt x="46" y="13"/>
                    <a:pt x="47" y="13"/>
                  </a:cubicBezTo>
                  <a:cubicBezTo>
                    <a:pt x="48" y="12"/>
                    <a:pt x="51" y="10"/>
                    <a:pt x="53" y="9"/>
                  </a:cubicBezTo>
                  <a:cubicBezTo>
                    <a:pt x="54" y="8"/>
                    <a:pt x="54" y="7"/>
                    <a:pt x="52" y="6"/>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2" name="Freeform 73">
              <a:extLst>
                <a:ext uri="{FF2B5EF4-FFF2-40B4-BE49-F238E27FC236}">
                  <a16:creationId xmlns:a16="http://schemas.microsoft.com/office/drawing/2014/main" id="{635B85EB-9F2A-4FD3-F7B3-CFB1F21C23AE}"/>
                </a:ext>
              </a:extLst>
            </p:cNvPr>
            <p:cNvSpPr>
              <a:spLocks/>
            </p:cNvSpPr>
            <p:nvPr/>
          </p:nvSpPr>
          <p:spPr bwMode="auto">
            <a:xfrm>
              <a:off x="7698180" y="2903335"/>
              <a:ext cx="146015" cy="75257"/>
            </a:xfrm>
            <a:custGeom>
              <a:avLst/>
              <a:gdLst>
                <a:gd name="T0" fmla="*/ 51 w 54"/>
                <a:gd name="T1" fmla="*/ 12 h 27"/>
                <a:gd name="T2" fmla="*/ 45 w 54"/>
                <a:gd name="T3" fmla="*/ 11 h 27"/>
                <a:gd name="T4" fmla="*/ 43 w 54"/>
                <a:gd name="T5" fmla="*/ 8 h 27"/>
                <a:gd name="T6" fmla="*/ 38 w 54"/>
                <a:gd name="T7" fmla="*/ 8 h 27"/>
                <a:gd name="T8" fmla="*/ 34 w 54"/>
                <a:gd name="T9" fmla="*/ 7 h 27"/>
                <a:gd name="T10" fmla="*/ 28 w 54"/>
                <a:gd name="T11" fmla="*/ 3 h 27"/>
                <a:gd name="T12" fmla="*/ 23 w 54"/>
                <a:gd name="T13" fmla="*/ 0 h 27"/>
                <a:gd name="T14" fmla="*/ 23 w 54"/>
                <a:gd name="T15" fmla="*/ 1 h 27"/>
                <a:gd name="T16" fmla="*/ 18 w 54"/>
                <a:gd name="T17" fmla="*/ 1 h 27"/>
                <a:gd name="T18" fmla="*/ 12 w 54"/>
                <a:gd name="T19" fmla="*/ 4 h 27"/>
                <a:gd name="T20" fmla="*/ 3 w 54"/>
                <a:gd name="T21" fmla="*/ 7 h 27"/>
                <a:gd name="T22" fmla="*/ 3 w 54"/>
                <a:gd name="T23" fmla="*/ 12 h 27"/>
                <a:gd name="T24" fmla="*/ 6 w 54"/>
                <a:gd name="T25" fmla="*/ 19 h 27"/>
                <a:gd name="T26" fmla="*/ 15 w 54"/>
                <a:gd name="T27" fmla="*/ 26 h 27"/>
                <a:gd name="T28" fmla="*/ 15 w 54"/>
                <a:gd name="T29" fmla="*/ 26 h 27"/>
                <a:gd name="T30" fmla="*/ 22 w 54"/>
                <a:gd name="T31" fmla="*/ 26 h 27"/>
                <a:gd name="T32" fmla="*/ 24 w 54"/>
                <a:gd name="T33" fmla="*/ 22 h 27"/>
                <a:gd name="T34" fmla="*/ 31 w 54"/>
                <a:gd name="T35" fmla="*/ 24 h 27"/>
                <a:gd name="T36" fmla="*/ 38 w 54"/>
                <a:gd name="T37" fmla="*/ 25 h 27"/>
                <a:gd name="T38" fmla="*/ 38 w 54"/>
                <a:gd name="T39" fmla="*/ 27 h 27"/>
                <a:gd name="T40" fmla="*/ 41 w 54"/>
                <a:gd name="T41" fmla="*/ 24 h 27"/>
                <a:gd name="T42" fmla="*/ 49 w 54"/>
                <a:gd name="T43" fmla="*/ 20 h 27"/>
                <a:gd name="T44" fmla="*/ 54 w 54"/>
                <a:gd name="T45" fmla="*/ 16 h 27"/>
                <a:gd name="T46" fmla="*/ 51 w 54"/>
                <a:gd name="T47"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7">
                  <a:moveTo>
                    <a:pt x="51" y="12"/>
                  </a:moveTo>
                  <a:cubicBezTo>
                    <a:pt x="49" y="11"/>
                    <a:pt x="46" y="12"/>
                    <a:pt x="45" y="11"/>
                  </a:cubicBezTo>
                  <a:cubicBezTo>
                    <a:pt x="45" y="10"/>
                    <a:pt x="45" y="8"/>
                    <a:pt x="43" y="8"/>
                  </a:cubicBezTo>
                  <a:cubicBezTo>
                    <a:pt x="41" y="8"/>
                    <a:pt x="39" y="7"/>
                    <a:pt x="38" y="8"/>
                  </a:cubicBezTo>
                  <a:cubicBezTo>
                    <a:pt x="37" y="10"/>
                    <a:pt x="34" y="8"/>
                    <a:pt x="34" y="7"/>
                  </a:cubicBezTo>
                  <a:cubicBezTo>
                    <a:pt x="34" y="5"/>
                    <a:pt x="32" y="4"/>
                    <a:pt x="28" y="3"/>
                  </a:cubicBezTo>
                  <a:cubicBezTo>
                    <a:pt x="27" y="2"/>
                    <a:pt x="25" y="1"/>
                    <a:pt x="23" y="0"/>
                  </a:cubicBezTo>
                  <a:cubicBezTo>
                    <a:pt x="23" y="0"/>
                    <a:pt x="23" y="0"/>
                    <a:pt x="23" y="1"/>
                  </a:cubicBezTo>
                  <a:cubicBezTo>
                    <a:pt x="22" y="2"/>
                    <a:pt x="20" y="0"/>
                    <a:pt x="18" y="1"/>
                  </a:cubicBezTo>
                  <a:cubicBezTo>
                    <a:pt x="17" y="2"/>
                    <a:pt x="14" y="2"/>
                    <a:pt x="12" y="4"/>
                  </a:cubicBezTo>
                  <a:cubicBezTo>
                    <a:pt x="10" y="6"/>
                    <a:pt x="5" y="7"/>
                    <a:pt x="3" y="7"/>
                  </a:cubicBezTo>
                  <a:cubicBezTo>
                    <a:pt x="0" y="8"/>
                    <a:pt x="2" y="10"/>
                    <a:pt x="3" y="12"/>
                  </a:cubicBezTo>
                  <a:cubicBezTo>
                    <a:pt x="4" y="14"/>
                    <a:pt x="4" y="18"/>
                    <a:pt x="6" y="19"/>
                  </a:cubicBezTo>
                  <a:cubicBezTo>
                    <a:pt x="8" y="20"/>
                    <a:pt x="14" y="24"/>
                    <a:pt x="15" y="26"/>
                  </a:cubicBezTo>
                  <a:cubicBezTo>
                    <a:pt x="15" y="26"/>
                    <a:pt x="15" y="26"/>
                    <a:pt x="15" y="26"/>
                  </a:cubicBezTo>
                  <a:cubicBezTo>
                    <a:pt x="17" y="27"/>
                    <a:pt x="21" y="27"/>
                    <a:pt x="22" y="26"/>
                  </a:cubicBezTo>
                  <a:cubicBezTo>
                    <a:pt x="23" y="24"/>
                    <a:pt x="24" y="22"/>
                    <a:pt x="24" y="22"/>
                  </a:cubicBezTo>
                  <a:cubicBezTo>
                    <a:pt x="24" y="22"/>
                    <a:pt x="29" y="22"/>
                    <a:pt x="31" y="24"/>
                  </a:cubicBezTo>
                  <a:cubicBezTo>
                    <a:pt x="34" y="27"/>
                    <a:pt x="38" y="25"/>
                    <a:pt x="38" y="25"/>
                  </a:cubicBezTo>
                  <a:cubicBezTo>
                    <a:pt x="38" y="25"/>
                    <a:pt x="38" y="26"/>
                    <a:pt x="38" y="27"/>
                  </a:cubicBezTo>
                  <a:cubicBezTo>
                    <a:pt x="39" y="25"/>
                    <a:pt x="40" y="24"/>
                    <a:pt x="41" y="24"/>
                  </a:cubicBezTo>
                  <a:cubicBezTo>
                    <a:pt x="43" y="24"/>
                    <a:pt x="46" y="23"/>
                    <a:pt x="49" y="20"/>
                  </a:cubicBezTo>
                  <a:cubicBezTo>
                    <a:pt x="50" y="18"/>
                    <a:pt x="52" y="17"/>
                    <a:pt x="54" y="16"/>
                  </a:cubicBezTo>
                  <a:cubicBezTo>
                    <a:pt x="52" y="15"/>
                    <a:pt x="52" y="13"/>
                    <a:pt x="51" y="1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3" name="Freeform 74">
              <a:extLst>
                <a:ext uri="{FF2B5EF4-FFF2-40B4-BE49-F238E27FC236}">
                  <a16:creationId xmlns:a16="http://schemas.microsoft.com/office/drawing/2014/main" id="{2944B627-D6AB-02F1-3D68-B10A138D3F7D}"/>
                </a:ext>
              </a:extLst>
            </p:cNvPr>
            <p:cNvSpPr>
              <a:spLocks/>
            </p:cNvSpPr>
            <p:nvPr/>
          </p:nvSpPr>
          <p:spPr bwMode="auto">
            <a:xfrm>
              <a:off x="7800847" y="2948020"/>
              <a:ext cx="126622" cy="55267"/>
            </a:xfrm>
            <a:custGeom>
              <a:avLst/>
              <a:gdLst>
                <a:gd name="T0" fmla="*/ 35 w 47"/>
                <a:gd name="T1" fmla="*/ 2 h 20"/>
                <a:gd name="T2" fmla="*/ 29 w 47"/>
                <a:gd name="T3" fmla="*/ 1 h 20"/>
                <a:gd name="T4" fmla="*/ 22 w 47"/>
                <a:gd name="T5" fmla="*/ 1 h 20"/>
                <a:gd name="T6" fmla="*/ 17 w 47"/>
                <a:gd name="T7" fmla="*/ 1 h 20"/>
                <a:gd name="T8" fmla="*/ 16 w 47"/>
                <a:gd name="T9" fmla="*/ 0 h 20"/>
                <a:gd name="T10" fmla="*/ 11 w 47"/>
                <a:gd name="T11" fmla="*/ 4 h 20"/>
                <a:gd name="T12" fmla="*/ 3 w 47"/>
                <a:gd name="T13" fmla="*/ 8 h 20"/>
                <a:gd name="T14" fmla="*/ 0 w 47"/>
                <a:gd name="T15" fmla="*/ 11 h 20"/>
                <a:gd name="T16" fmla="*/ 4 w 47"/>
                <a:gd name="T17" fmla="*/ 17 h 20"/>
                <a:gd name="T18" fmla="*/ 16 w 47"/>
                <a:gd name="T19" fmla="*/ 17 h 20"/>
                <a:gd name="T20" fmla="*/ 24 w 47"/>
                <a:gd name="T21" fmla="*/ 15 h 20"/>
                <a:gd name="T22" fmla="*/ 32 w 47"/>
                <a:gd name="T23" fmla="*/ 10 h 20"/>
                <a:gd name="T24" fmla="*/ 40 w 47"/>
                <a:gd name="T25" fmla="*/ 12 h 20"/>
                <a:gd name="T26" fmla="*/ 45 w 47"/>
                <a:gd name="T27" fmla="*/ 14 h 20"/>
                <a:gd name="T28" fmla="*/ 44 w 47"/>
                <a:gd name="T29" fmla="*/ 11 h 20"/>
                <a:gd name="T30" fmla="*/ 47 w 47"/>
                <a:gd name="T31" fmla="*/ 5 h 20"/>
                <a:gd name="T32" fmla="*/ 47 w 47"/>
                <a:gd name="T33" fmla="*/ 5 h 20"/>
                <a:gd name="T34" fmla="*/ 43 w 47"/>
                <a:gd name="T35" fmla="*/ 4 h 20"/>
                <a:gd name="T36" fmla="*/ 35 w 47"/>
                <a:gd name="T3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20">
                  <a:moveTo>
                    <a:pt x="35" y="2"/>
                  </a:moveTo>
                  <a:cubicBezTo>
                    <a:pt x="33" y="2"/>
                    <a:pt x="31" y="1"/>
                    <a:pt x="29" y="1"/>
                  </a:cubicBezTo>
                  <a:cubicBezTo>
                    <a:pt x="27" y="2"/>
                    <a:pt x="23" y="1"/>
                    <a:pt x="22" y="1"/>
                  </a:cubicBezTo>
                  <a:cubicBezTo>
                    <a:pt x="20" y="0"/>
                    <a:pt x="19" y="2"/>
                    <a:pt x="17" y="1"/>
                  </a:cubicBezTo>
                  <a:cubicBezTo>
                    <a:pt x="16" y="1"/>
                    <a:pt x="16" y="0"/>
                    <a:pt x="16" y="0"/>
                  </a:cubicBezTo>
                  <a:cubicBezTo>
                    <a:pt x="14" y="1"/>
                    <a:pt x="12" y="2"/>
                    <a:pt x="11" y="4"/>
                  </a:cubicBezTo>
                  <a:cubicBezTo>
                    <a:pt x="8" y="7"/>
                    <a:pt x="5" y="8"/>
                    <a:pt x="3" y="8"/>
                  </a:cubicBezTo>
                  <a:cubicBezTo>
                    <a:pt x="2" y="8"/>
                    <a:pt x="1" y="9"/>
                    <a:pt x="0" y="11"/>
                  </a:cubicBezTo>
                  <a:cubicBezTo>
                    <a:pt x="1" y="13"/>
                    <a:pt x="3" y="16"/>
                    <a:pt x="4" y="17"/>
                  </a:cubicBezTo>
                  <a:cubicBezTo>
                    <a:pt x="7" y="20"/>
                    <a:pt x="16" y="19"/>
                    <a:pt x="16" y="17"/>
                  </a:cubicBezTo>
                  <a:cubicBezTo>
                    <a:pt x="16" y="16"/>
                    <a:pt x="23" y="15"/>
                    <a:pt x="24" y="15"/>
                  </a:cubicBezTo>
                  <a:cubicBezTo>
                    <a:pt x="26" y="15"/>
                    <a:pt x="31" y="9"/>
                    <a:pt x="32" y="10"/>
                  </a:cubicBezTo>
                  <a:cubicBezTo>
                    <a:pt x="33" y="10"/>
                    <a:pt x="39" y="11"/>
                    <a:pt x="40" y="12"/>
                  </a:cubicBezTo>
                  <a:cubicBezTo>
                    <a:pt x="41" y="13"/>
                    <a:pt x="43" y="14"/>
                    <a:pt x="45" y="14"/>
                  </a:cubicBezTo>
                  <a:cubicBezTo>
                    <a:pt x="44" y="13"/>
                    <a:pt x="44" y="12"/>
                    <a:pt x="44" y="11"/>
                  </a:cubicBezTo>
                  <a:cubicBezTo>
                    <a:pt x="44" y="10"/>
                    <a:pt x="46" y="6"/>
                    <a:pt x="47" y="5"/>
                  </a:cubicBezTo>
                  <a:cubicBezTo>
                    <a:pt x="47" y="5"/>
                    <a:pt x="47" y="5"/>
                    <a:pt x="47" y="5"/>
                  </a:cubicBezTo>
                  <a:cubicBezTo>
                    <a:pt x="45" y="4"/>
                    <a:pt x="43" y="4"/>
                    <a:pt x="43" y="4"/>
                  </a:cubicBezTo>
                  <a:cubicBezTo>
                    <a:pt x="42" y="3"/>
                    <a:pt x="38" y="2"/>
                    <a:pt x="35" y="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4" name="Freeform 75">
              <a:extLst>
                <a:ext uri="{FF2B5EF4-FFF2-40B4-BE49-F238E27FC236}">
                  <a16:creationId xmlns:a16="http://schemas.microsoft.com/office/drawing/2014/main" id="{EBD703C5-1819-87EE-C6FF-E5AFAF273407}"/>
                </a:ext>
              </a:extLst>
            </p:cNvPr>
            <p:cNvSpPr>
              <a:spLocks/>
            </p:cNvSpPr>
            <p:nvPr/>
          </p:nvSpPr>
          <p:spPr bwMode="auto">
            <a:xfrm>
              <a:off x="7199679" y="3167911"/>
              <a:ext cx="83274" cy="144634"/>
            </a:xfrm>
            <a:custGeom>
              <a:avLst/>
              <a:gdLst>
                <a:gd name="T0" fmla="*/ 23 w 31"/>
                <a:gd name="T1" fmla="*/ 42 h 52"/>
                <a:gd name="T2" fmla="*/ 21 w 31"/>
                <a:gd name="T3" fmla="*/ 38 h 52"/>
                <a:gd name="T4" fmla="*/ 23 w 31"/>
                <a:gd name="T5" fmla="*/ 34 h 52"/>
                <a:gd name="T6" fmla="*/ 20 w 31"/>
                <a:gd name="T7" fmla="*/ 29 h 52"/>
                <a:gd name="T8" fmla="*/ 23 w 31"/>
                <a:gd name="T9" fmla="*/ 26 h 52"/>
                <a:gd name="T10" fmla="*/ 24 w 31"/>
                <a:gd name="T11" fmla="*/ 20 h 52"/>
                <a:gd name="T12" fmla="*/ 24 w 31"/>
                <a:gd name="T13" fmla="*/ 12 h 52"/>
                <a:gd name="T14" fmla="*/ 29 w 31"/>
                <a:gd name="T15" fmla="*/ 7 h 52"/>
                <a:gd name="T16" fmla="*/ 27 w 31"/>
                <a:gd name="T17" fmla="*/ 4 h 52"/>
                <a:gd name="T18" fmla="*/ 22 w 31"/>
                <a:gd name="T19" fmla="*/ 3 h 52"/>
                <a:gd name="T20" fmla="*/ 18 w 31"/>
                <a:gd name="T21" fmla="*/ 3 h 52"/>
                <a:gd name="T22" fmla="*/ 13 w 31"/>
                <a:gd name="T23" fmla="*/ 2 h 52"/>
                <a:gd name="T24" fmla="*/ 10 w 31"/>
                <a:gd name="T25" fmla="*/ 1 h 52"/>
                <a:gd name="T26" fmla="*/ 8 w 31"/>
                <a:gd name="T27" fmla="*/ 2 h 52"/>
                <a:gd name="T28" fmla="*/ 8 w 31"/>
                <a:gd name="T29" fmla="*/ 8 h 52"/>
                <a:gd name="T30" fmla="*/ 3 w 31"/>
                <a:gd name="T31" fmla="*/ 28 h 52"/>
                <a:gd name="T32" fmla="*/ 6 w 31"/>
                <a:gd name="T33" fmla="*/ 36 h 52"/>
                <a:gd name="T34" fmla="*/ 7 w 31"/>
                <a:gd name="T35" fmla="*/ 50 h 52"/>
                <a:gd name="T36" fmla="*/ 14 w 31"/>
                <a:gd name="T37" fmla="*/ 52 h 52"/>
                <a:gd name="T38" fmla="*/ 21 w 31"/>
                <a:gd name="T39" fmla="*/ 50 h 52"/>
                <a:gd name="T40" fmla="*/ 19 w 31"/>
                <a:gd name="T41" fmla="*/ 47 h 52"/>
                <a:gd name="T42" fmla="*/ 23 w 31"/>
                <a:gd name="T43" fmla="*/ 4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 h="52">
                  <a:moveTo>
                    <a:pt x="23" y="42"/>
                  </a:moveTo>
                  <a:cubicBezTo>
                    <a:pt x="26" y="42"/>
                    <a:pt x="22" y="39"/>
                    <a:pt x="21" y="38"/>
                  </a:cubicBezTo>
                  <a:cubicBezTo>
                    <a:pt x="20" y="37"/>
                    <a:pt x="21" y="34"/>
                    <a:pt x="23" y="34"/>
                  </a:cubicBezTo>
                  <a:cubicBezTo>
                    <a:pt x="25" y="34"/>
                    <a:pt x="23" y="31"/>
                    <a:pt x="20" y="29"/>
                  </a:cubicBezTo>
                  <a:cubicBezTo>
                    <a:pt x="18" y="27"/>
                    <a:pt x="20" y="26"/>
                    <a:pt x="23" y="26"/>
                  </a:cubicBezTo>
                  <a:cubicBezTo>
                    <a:pt x="25" y="26"/>
                    <a:pt x="22" y="22"/>
                    <a:pt x="24" y="20"/>
                  </a:cubicBezTo>
                  <a:cubicBezTo>
                    <a:pt x="26" y="18"/>
                    <a:pt x="24" y="14"/>
                    <a:pt x="24" y="12"/>
                  </a:cubicBezTo>
                  <a:cubicBezTo>
                    <a:pt x="24" y="10"/>
                    <a:pt x="27" y="10"/>
                    <a:pt x="29" y="7"/>
                  </a:cubicBezTo>
                  <a:cubicBezTo>
                    <a:pt x="31" y="5"/>
                    <a:pt x="27" y="6"/>
                    <a:pt x="27" y="4"/>
                  </a:cubicBezTo>
                  <a:cubicBezTo>
                    <a:pt x="27" y="2"/>
                    <a:pt x="24" y="1"/>
                    <a:pt x="22" y="3"/>
                  </a:cubicBezTo>
                  <a:cubicBezTo>
                    <a:pt x="20" y="4"/>
                    <a:pt x="20" y="3"/>
                    <a:pt x="18" y="3"/>
                  </a:cubicBezTo>
                  <a:cubicBezTo>
                    <a:pt x="17" y="3"/>
                    <a:pt x="13" y="4"/>
                    <a:pt x="13" y="2"/>
                  </a:cubicBezTo>
                  <a:cubicBezTo>
                    <a:pt x="13" y="0"/>
                    <a:pt x="12" y="0"/>
                    <a:pt x="10" y="1"/>
                  </a:cubicBezTo>
                  <a:cubicBezTo>
                    <a:pt x="10" y="2"/>
                    <a:pt x="9" y="2"/>
                    <a:pt x="8" y="2"/>
                  </a:cubicBezTo>
                  <a:cubicBezTo>
                    <a:pt x="8" y="5"/>
                    <a:pt x="7" y="7"/>
                    <a:pt x="8" y="8"/>
                  </a:cubicBezTo>
                  <a:cubicBezTo>
                    <a:pt x="10" y="11"/>
                    <a:pt x="6" y="25"/>
                    <a:pt x="3" y="28"/>
                  </a:cubicBezTo>
                  <a:cubicBezTo>
                    <a:pt x="0" y="32"/>
                    <a:pt x="3" y="33"/>
                    <a:pt x="6" y="36"/>
                  </a:cubicBezTo>
                  <a:cubicBezTo>
                    <a:pt x="10" y="38"/>
                    <a:pt x="7" y="48"/>
                    <a:pt x="7" y="50"/>
                  </a:cubicBezTo>
                  <a:cubicBezTo>
                    <a:pt x="7" y="52"/>
                    <a:pt x="10" y="52"/>
                    <a:pt x="14" y="52"/>
                  </a:cubicBezTo>
                  <a:cubicBezTo>
                    <a:pt x="16" y="52"/>
                    <a:pt x="18" y="51"/>
                    <a:pt x="21" y="50"/>
                  </a:cubicBezTo>
                  <a:cubicBezTo>
                    <a:pt x="20" y="49"/>
                    <a:pt x="19" y="48"/>
                    <a:pt x="19" y="47"/>
                  </a:cubicBezTo>
                  <a:cubicBezTo>
                    <a:pt x="19" y="46"/>
                    <a:pt x="19" y="43"/>
                    <a:pt x="23" y="4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5" name="Freeform 76">
              <a:extLst>
                <a:ext uri="{FF2B5EF4-FFF2-40B4-BE49-F238E27FC236}">
                  <a16:creationId xmlns:a16="http://schemas.microsoft.com/office/drawing/2014/main" id="{AD273A5B-D190-643A-2E01-D5408722C3D7}"/>
                </a:ext>
              </a:extLst>
            </p:cNvPr>
            <p:cNvSpPr>
              <a:spLocks/>
            </p:cNvSpPr>
            <p:nvPr/>
          </p:nvSpPr>
          <p:spPr bwMode="auto">
            <a:xfrm>
              <a:off x="7493989" y="2825726"/>
              <a:ext cx="94681" cy="83488"/>
            </a:xfrm>
            <a:custGeom>
              <a:avLst/>
              <a:gdLst>
                <a:gd name="T0" fmla="*/ 11 w 35"/>
                <a:gd name="T1" fmla="*/ 24 h 30"/>
                <a:gd name="T2" fmla="*/ 17 w 35"/>
                <a:gd name="T3" fmla="*/ 24 h 30"/>
                <a:gd name="T4" fmla="*/ 23 w 35"/>
                <a:gd name="T5" fmla="*/ 29 h 30"/>
                <a:gd name="T6" fmla="*/ 25 w 35"/>
                <a:gd name="T7" fmla="*/ 30 h 30"/>
                <a:gd name="T8" fmla="*/ 26 w 35"/>
                <a:gd name="T9" fmla="*/ 24 h 30"/>
                <a:gd name="T10" fmla="*/ 27 w 35"/>
                <a:gd name="T11" fmla="*/ 20 h 30"/>
                <a:gd name="T12" fmla="*/ 31 w 35"/>
                <a:gd name="T13" fmla="*/ 17 h 30"/>
                <a:gd name="T14" fmla="*/ 33 w 35"/>
                <a:gd name="T15" fmla="*/ 15 h 30"/>
                <a:gd name="T16" fmla="*/ 30 w 35"/>
                <a:gd name="T17" fmla="*/ 10 h 30"/>
                <a:gd name="T18" fmla="*/ 34 w 35"/>
                <a:gd name="T19" fmla="*/ 6 h 30"/>
                <a:gd name="T20" fmla="*/ 34 w 35"/>
                <a:gd name="T21" fmla="*/ 1 h 30"/>
                <a:gd name="T22" fmla="*/ 32 w 35"/>
                <a:gd name="T23" fmla="*/ 1 h 30"/>
                <a:gd name="T24" fmla="*/ 24 w 35"/>
                <a:gd name="T25" fmla="*/ 2 h 30"/>
                <a:gd name="T26" fmla="*/ 20 w 35"/>
                <a:gd name="T27" fmla="*/ 7 h 30"/>
                <a:gd name="T28" fmla="*/ 16 w 35"/>
                <a:gd name="T29" fmla="*/ 8 h 30"/>
                <a:gd name="T30" fmla="*/ 12 w 35"/>
                <a:gd name="T31" fmla="*/ 10 h 30"/>
                <a:gd name="T32" fmla="*/ 8 w 35"/>
                <a:gd name="T33" fmla="*/ 17 h 30"/>
                <a:gd name="T34" fmla="*/ 2 w 35"/>
                <a:gd name="T35" fmla="*/ 24 h 30"/>
                <a:gd name="T36" fmla="*/ 0 w 35"/>
                <a:gd name="T37" fmla="*/ 25 h 30"/>
                <a:gd name="T38" fmla="*/ 3 w 35"/>
                <a:gd name="T39" fmla="*/ 26 h 30"/>
                <a:gd name="T40" fmla="*/ 11 w 35"/>
                <a:gd name="T4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30">
                  <a:moveTo>
                    <a:pt x="11" y="24"/>
                  </a:moveTo>
                  <a:cubicBezTo>
                    <a:pt x="13" y="22"/>
                    <a:pt x="16" y="23"/>
                    <a:pt x="17" y="24"/>
                  </a:cubicBezTo>
                  <a:cubicBezTo>
                    <a:pt x="19" y="26"/>
                    <a:pt x="21" y="26"/>
                    <a:pt x="23" y="29"/>
                  </a:cubicBezTo>
                  <a:cubicBezTo>
                    <a:pt x="24" y="29"/>
                    <a:pt x="24" y="30"/>
                    <a:pt x="25" y="30"/>
                  </a:cubicBezTo>
                  <a:cubicBezTo>
                    <a:pt x="25" y="29"/>
                    <a:pt x="25" y="25"/>
                    <a:pt x="26" y="24"/>
                  </a:cubicBezTo>
                  <a:cubicBezTo>
                    <a:pt x="27" y="22"/>
                    <a:pt x="25" y="20"/>
                    <a:pt x="27" y="20"/>
                  </a:cubicBezTo>
                  <a:cubicBezTo>
                    <a:pt x="28" y="20"/>
                    <a:pt x="31" y="20"/>
                    <a:pt x="31" y="17"/>
                  </a:cubicBezTo>
                  <a:cubicBezTo>
                    <a:pt x="31" y="15"/>
                    <a:pt x="32" y="16"/>
                    <a:pt x="33" y="15"/>
                  </a:cubicBezTo>
                  <a:cubicBezTo>
                    <a:pt x="34" y="13"/>
                    <a:pt x="31" y="11"/>
                    <a:pt x="30" y="10"/>
                  </a:cubicBezTo>
                  <a:cubicBezTo>
                    <a:pt x="30" y="9"/>
                    <a:pt x="32" y="9"/>
                    <a:pt x="34" y="6"/>
                  </a:cubicBezTo>
                  <a:cubicBezTo>
                    <a:pt x="35" y="5"/>
                    <a:pt x="35" y="3"/>
                    <a:pt x="34" y="1"/>
                  </a:cubicBezTo>
                  <a:cubicBezTo>
                    <a:pt x="34" y="1"/>
                    <a:pt x="33" y="2"/>
                    <a:pt x="32" y="1"/>
                  </a:cubicBezTo>
                  <a:cubicBezTo>
                    <a:pt x="30" y="0"/>
                    <a:pt x="27" y="1"/>
                    <a:pt x="24" y="2"/>
                  </a:cubicBezTo>
                  <a:cubicBezTo>
                    <a:pt x="20" y="2"/>
                    <a:pt x="19" y="6"/>
                    <a:pt x="20" y="7"/>
                  </a:cubicBezTo>
                  <a:cubicBezTo>
                    <a:pt x="22" y="9"/>
                    <a:pt x="17" y="10"/>
                    <a:pt x="16" y="8"/>
                  </a:cubicBezTo>
                  <a:cubicBezTo>
                    <a:pt x="16" y="6"/>
                    <a:pt x="12" y="7"/>
                    <a:pt x="12" y="10"/>
                  </a:cubicBezTo>
                  <a:cubicBezTo>
                    <a:pt x="13" y="12"/>
                    <a:pt x="8" y="13"/>
                    <a:pt x="8" y="17"/>
                  </a:cubicBezTo>
                  <a:cubicBezTo>
                    <a:pt x="9" y="20"/>
                    <a:pt x="4" y="23"/>
                    <a:pt x="2" y="24"/>
                  </a:cubicBezTo>
                  <a:cubicBezTo>
                    <a:pt x="1" y="25"/>
                    <a:pt x="1" y="25"/>
                    <a:pt x="0" y="25"/>
                  </a:cubicBezTo>
                  <a:cubicBezTo>
                    <a:pt x="2" y="26"/>
                    <a:pt x="3" y="26"/>
                    <a:pt x="3" y="26"/>
                  </a:cubicBezTo>
                  <a:cubicBezTo>
                    <a:pt x="6" y="26"/>
                    <a:pt x="10" y="25"/>
                    <a:pt x="11" y="24"/>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6" name="Freeform 77">
              <a:extLst>
                <a:ext uri="{FF2B5EF4-FFF2-40B4-BE49-F238E27FC236}">
                  <a16:creationId xmlns:a16="http://schemas.microsoft.com/office/drawing/2014/main" id="{A212E33E-8E30-F1BC-51EC-3DB74FE190FB}"/>
                </a:ext>
              </a:extLst>
            </p:cNvPr>
            <p:cNvSpPr>
              <a:spLocks/>
            </p:cNvSpPr>
            <p:nvPr/>
          </p:nvSpPr>
          <p:spPr bwMode="auto">
            <a:xfrm>
              <a:off x="7553307" y="2931555"/>
              <a:ext cx="15969" cy="21166"/>
            </a:xfrm>
            <a:custGeom>
              <a:avLst/>
              <a:gdLst>
                <a:gd name="T0" fmla="*/ 4 w 6"/>
                <a:gd name="T1" fmla="*/ 0 h 8"/>
                <a:gd name="T2" fmla="*/ 1 w 6"/>
                <a:gd name="T3" fmla="*/ 7 h 8"/>
                <a:gd name="T4" fmla="*/ 6 w 6"/>
                <a:gd name="T5" fmla="*/ 8 h 8"/>
                <a:gd name="T6" fmla="*/ 4 w 6"/>
                <a:gd name="T7" fmla="*/ 1 h 8"/>
                <a:gd name="T8" fmla="*/ 4 w 6"/>
                <a:gd name="T9" fmla="*/ 0 h 8"/>
              </a:gdLst>
              <a:ahLst/>
              <a:cxnLst>
                <a:cxn ang="0">
                  <a:pos x="T0" y="T1"/>
                </a:cxn>
                <a:cxn ang="0">
                  <a:pos x="T2" y="T3"/>
                </a:cxn>
                <a:cxn ang="0">
                  <a:pos x="T4" y="T5"/>
                </a:cxn>
                <a:cxn ang="0">
                  <a:pos x="T6" y="T7"/>
                </a:cxn>
                <a:cxn ang="0">
                  <a:pos x="T8" y="T9"/>
                </a:cxn>
              </a:cxnLst>
              <a:rect l="0" t="0" r="r" b="b"/>
              <a:pathLst>
                <a:path w="6" h="8">
                  <a:moveTo>
                    <a:pt x="4" y="0"/>
                  </a:moveTo>
                  <a:cubicBezTo>
                    <a:pt x="2" y="1"/>
                    <a:pt x="0" y="3"/>
                    <a:pt x="1" y="7"/>
                  </a:cubicBezTo>
                  <a:cubicBezTo>
                    <a:pt x="2" y="7"/>
                    <a:pt x="5" y="7"/>
                    <a:pt x="6" y="8"/>
                  </a:cubicBezTo>
                  <a:cubicBezTo>
                    <a:pt x="6" y="3"/>
                    <a:pt x="4" y="2"/>
                    <a:pt x="4" y="1"/>
                  </a:cubicBezTo>
                  <a:cubicBezTo>
                    <a:pt x="3" y="1"/>
                    <a:pt x="3" y="0"/>
                    <a:pt x="4" y="0"/>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7" name="Freeform 78">
              <a:extLst>
                <a:ext uri="{FF2B5EF4-FFF2-40B4-BE49-F238E27FC236}">
                  <a16:creationId xmlns:a16="http://schemas.microsoft.com/office/drawing/2014/main" id="{27543607-4156-7F86-96F0-76FDB127CE73}"/>
                </a:ext>
              </a:extLst>
            </p:cNvPr>
            <p:cNvSpPr>
              <a:spLocks/>
            </p:cNvSpPr>
            <p:nvPr/>
          </p:nvSpPr>
          <p:spPr bwMode="auto">
            <a:xfrm>
              <a:off x="7480299" y="2886872"/>
              <a:ext cx="88977" cy="65849"/>
            </a:xfrm>
            <a:custGeom>
              <a:avLst/>
              <a:gdLst>
                <a:gd name="T0" fmla="*/ 1 w 33"/>
                <a:gd name="T1" fmla="*/ 7 h 24"/>
                <a:gd name="T2" fmla="*/ 4 w 33"/>
                <a:gd name="T3" fmla="*/ 10 h 24"/>
                <a:gd name="T4" fmla="*/ 8 w 33"/>
                <a:gd name="T5" fmla="*/ 12 h 24"/>
                <a:gd name="T6" fmla="*/ 13 w 33"/>
                <a:gd name="T7" fmla="*/ 16 h 24"/>
                <a:gd name="T8" fmla="*/ 16 w 33"/>
                <a:gd name="T9" fmla="*/ 18 h 24"/>
                <a:gd name="T10" fmla="*/ 20 w 33"/>
                <a:gd name="T11" fmla="*/ 17 h 24"/>
                <a:gd name="T12" fmla="*/ 22 w 33"/>
                <a:gd name="T13" fmla="*/ 21 h 24"/>
                <a:gd name="T14" fmla="*/ 26 w 33"/>
                <a:gd name="T15" fmla="*/ 23 h 24"/>
                <a:gd name="T16" fmla="*/ 28 w 33"/>
                <a:gd name="T17" fmla="*/ 23 h 24"/>
                <a:gd name="T18" fmla="*/ 31 w 33"/>
                <a:gd name="T19" fmla="*/ 16 h 24"/>
                <a:gd name="T20" fmla="*/ 32 w 33"/>
                <a:gd name="T21" fmla="*/ 14 h 24"/>
                <a:gd name="T22" fmla="*/ 30 w 33"/>
                <a:gd name="T23" fmla="*/ 8 h 24"/>
                <a:gd name="T24" fmla="*/ 30 w 33"/>
                <a:gd name="T25" fmla="*/ 8 h 24"/>
                <a:gd name="T26" fmla="*/ 28 w 33"/>
                <a:gd name="T27" fmla="*/ 7 h 24"/>
                <a:gd name="T28" fmla="*/ 22 w 33"/>
                <a:gd name="T29" fmla="*/ 2 h 24"/>
                <a:gd name="T30" fmla="*/ 16 w 33"/>
                <a:gd name="T31" fmla="*/ 2 h 24"/>
                <a:gd name="T32" fmla="*/ 8 w 33"/>
                <a:gd name="T33" fmla="*/ 4 h 24"/>
                <a:gd name="T34" fmla="*/ 5 w 33"/>
                <a:gd name="T35" fmla="*/ 3 h 24"/>
                <a:gd name="T36" fmla="*/ 0 w 33"/>
                <a:gd name="T37" fmla="*/ 6 h 24"/>
                <a:gd name="T38" fmla="*/ 1 w 33"/>
                <a:gd name="T39"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24">
                  <a:moveTo>
                    <a:pt x="1" y="7"/>
                  </a:moveTo>
                  <a:cubicBezTo>
                    <a:pt x="1" y="8"/>
                    <a:pt x="3" y="11"/>
                    <a:pt x="4" y="10"/>
                  </a:cubicBezTo>
                  <a:cubicBezTo>
                    <a:pt x="5" y="9"/>
                    <a:pt x="7" y="12"/>
                    <a:pt x="8" y="12"/>
                  </a:cubicBezTo>
                  <a:cubicBezTo>
                    <a:pt x="10" y="13"/>
                    <a:pt x="13" y="15"/>
                    <a:pt x="13" y="16"/>
                  </a:cubicBezTo>
                  <a:cubicBezTo>
                    <a:pt x="14" y="17"/>
                    <a:pt x="14" y="19"/>
                    <a:pt x="16" y="18"/>
                  </a:cubicBezTo>
                  <a:cubicBezTo>
                    <a:pt x="18" y="18"/>
                    <a:pt x="20" y="15"/>
                    <a:pt x="20" y="17"/>
                  </a:cubicBezTo>
                  <a:cubicBezTo>
                    <a:pt x="20" y="18"/>
                    <a:pt x="20" y="21"/>
                    <a:pt x="22" y="21"/>
                  </a:cubicBezTo>
                  <a:cubicBezTo>
                    <a:pt x="24" y="20"/>
                    <a:pt x="24" y="24"/>
                    <a:pt x="26" y="23"/>
                  </a:cubicBezTo>
                  <a:cubicBezTo>
                    <a:pt x="27" y="23"/>
                    <a:pt x="27" y="23"/>
                    <a:pt x="28" y="23"/>
                  </a:cubicBezTo>
                  <a:cubicBezTo>
                    <a:pt x="27" y="19"/>
                    <a:pt x="29" y="17"/>
                    <a:pt x="31" y="16"/>
                  </a:cubicBezTo>
                  <a:cubicBezTo>
                    <a:pt x="31" y="15"/>
                    <a:pt x="32" y="15"/>
                    <a:pt x="32" y="14"/>
                  </a:cubicBezTo>
                  <a:cubicBezTo>
                    <a:pt x="33" y="12"/>
                    <a:pt x="30" y="10"/>
                    <a:pt x="30" y="8"/>
                  </a:cubicBezTo>
                  <a:cubicBezTo>
                    <a:pt x="30" y="8"/>
                    <a:pt x="30" y="8"/>
                    <a:pt x="30" y="8"/>
                  </a:cubicBezTo>
                  <a:cubicBezTo>
                    <a:pt x="29" y="8"/>
                    <a:pt x="29" y="7"/>
                    <a:pt x="28" y="7"/>
                  </a:cubicBezTo>
                  <a:cubicBezTo>
                    <a:pt x="26" y="4"/>
                    <a:pt x="24" y="4"/>
                    <a:pt x="22" y="2"/>
                  </a:cubicBezTo>
                  <a:cubicBezTo>
                    <a:pt x="21" y="1"/>
                    <a:pt x="18" y="0"/>
                    <a:pt x="16" y="2"/>
                  </a:cubicBezTo>
                  <a:cubicBezTo>
                    <a:pt x="15" y="3"/>
                    <a:pt x="11" y="4"/>
                    <a:pt x="8" y="4"/>
                  </a:cubicBezTo>
                  <a:cubicBezTo>
                    <a:pt x="8" y="4"/>
                    <a:pt x="7" y="4"/>
                    <a:pt x="5" y="3"/>
                  </a:cubicBezTo>
                  <a:cubicBezTo>
                    <a:pt x="4" y="4"/>
                    <a:pt x="2" y="5"/>
                    <a:pt x="0" y="6"/>
                  </a:cubicBezTo>
                  <a:cubicBezTo>
                    <a:pt x="0" y="6"/>
                    <a:pt x="1" y="6"/>
                    <a:pt x="1" y="7"/>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8" name="Freeform 79">
              <a:extLst>
                <a:ext uri="{FF2B5EF4-FFF2-40B4-BE49-F238E27FC236}">
                  <a16:creationId xmlns:a16="http://schemas.microsoft.com/office/drawing/2014/main" id="{BFF7AE18-20C8-293F-6979-A230C6E9AE36}"/>
                </a:ext>
              </a:extLst>
            </p:cNvPr>
            <p:cNvSpPr>
              <a:spLocks/>
            </p:cNvSpPr>
            <p:nvPr/>
          </p:nvSpPr>
          <p:spPr bwMode="auto">
            <a:xfrm>
              <a:off x="7879557" y="2984471"/>
              <a:ext cx="207614" cy="138755"/>
            </a:xfrm>
            <a:custGeom>
              <a:avLst/>
              <a:gdLst>
                <a:gd name="T0" fmla="*/ 69 w 77"/>
                <a:gd name="T1" fmla="*/ 33 h 50"/>
                <a:gd name="T2" fmla="*/ 65 w 77"/>
                <a:gd name="T3" fmla="*/ 31 h 50"/>
                <a:gd name="T4" fmla="*/ 65 w 77"/>
                <a:gd name="T5" fmla="*/ 31 h 50"/>
                <a:gd name="T6" fmla="*/ 64 w 77"/>
                <a:gd name="T7" fmla="*/ 21 h 50"/>
                <a:gd name="T8" fmla="*/ 59 w 77"/>
                <a:gd name="T9" fmla="*/ 10 h 50"/>
                <a:gd name="T10" fmla="*/ 53 w 77"/>
                <a:gd name="T11" fmla="*/ 0 h 50"/>
                <a:gd name="T12" fmla="*/ 49 w 77"/>
                <a:gd name="T13" fmla="*/ 2 h 50"/>
                <a:gd name="T14" fmla="*/ 44 w 77"/>
                <a:gd name="T15" fmla="*/ 5 h 50"/>
                <a:gd name="T16" fmla="*/ 40 w 77"/>
                <a:gd name="T17" fmla="*/ 5 h 50"/>
                <a:gd name="T18" fmla="*/ 36 w 77"/>
                <a:gd name="T19" fmla="*/ 6 h 50"/>
                <a:gd name="T20" fmla="*/ 31 w 77"/>
                <a:gd name="T21" fmla="*/ 5 h 50"/>
                <a:gd name="T22" fmla="*/ 23 w 77"/>
                <a:gd name="T23" fmla="*/ 3 h 50"/>
                <a:gd name="T24" fmla="*/ 20 w 77"/>
                <a:gd name="T25" fmla="*/ 3 h 50"/>
                <a:gd name="T26" fmla="*/ 19 w 77"/>
                <a:gd name="T27" fmla="*/ 5 h 50"/>
                <a:gd name="T28" fmla="*/ 13 w 77"/>
                <a:gd name="T29" fmla="*/ 9 h 50"/>
                <a:gd name="T30" fmla="*/ 6 w 77"/>
                <a:gd name="T31" fmla="*/ 21 h 50"/>
                <a:gd name="T32" fmla="*/ 0 w 77"/>
                <a:gd name="T33" fmla="*/ 25 h 50"/>
                <a:gd name="T34" fmla="*/ 3 w 77"/>
                <a:gd name="T35" fmla="*/ 30 h 50"/>
                <a:gd name="T36" fmla="*/ 6 w 77"/>
                <a:gd name="T37" fmla="*/ 33 h 50"/>
                <a:gd name="T38" fmla="*/ 7 w 77"/>
                <a:gd name="T39" fmla="*/ 38 h 50"/>
                <a:gd name="T40" fmla="*/ 17 w 77"/>
                <a:gd name="T41" fmla="*/ 41 h 50"/>
                <a:gd name="T42" fmla="*/ 17 w 77"/>
                <a:gd name="T43" fmla="*/ 45 h 50"/>
                <a:gd name="T44" fmla="*/ 22 w 77"/>
                <a:gd name="T45" fmla="*/ 48 h 50"/>
                <a:gd name="T46" fmla="*/ 31 w 77"/>
                <a:gd name="T47" fmla="*/ 49 h 50"/>
                <a:gd name="T48" fmla="*/ 40 w 77"/>
                <a:gd name="T49" fmla="*/ 49 h 50"/>
                <a:gd name="T50" fmla="*/ 46 w 77"/>
                <a:gd name="T51" fmla="*/ 47 h 50"/>
                <a:gd name="T52" fmla="*/ 56 w 77"/>
                <a:gd name="T53" fmla="*/ 45 h 50"/>
                <a:gd name="T54" fmla="*/ 63 w 77"/>
                <a:gd name="T55" fmla="*/ 47 h 50"/>
                <a:gd name="T56" fmla="*/ 68 w 77"/>
                <a:gd name="T57" fmla="*/ 49 h 50"/>
                <a:gd name="T58" fmla="*/ 68 w 77"/>
                <a:gd name="T59" fmla="*/ 45 h 50"/>
                <a:gd name="T60" fmla="*/ 72 w 77"/>
                <a:gd name="T61" fmla="*/ 38 h 50"/>
                <a:gd name="T62" fmla="*/ 76 w 77"/>
                <a:gd name="T63" fmla="*/ 34 h 50"/>
                <a:gd name="T64" fmla="*/ 76 w 77"/>
                <a:gd name="T65" fmla="*/ 33 h 50"/>
                <a:gd name="T66" fmla="*/ 73 w 77"/>
                <a:gd name="T67" fmla="*/ 31 h 50"/>
                <a:gd name="T68" fmla="*/ 69 w 77"/>
                <a:gd name="T69"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 h="50">
                  <a:moveTo>
                    <a:pt x="69" y="33"/>
                  </a:moveTo>
                  <a:cubicBezTo>
                    <a:pt x="67" y="33"/>
                    <a:pt x="65" y="32"/>
                    <a:pt x="65" y="31"/>
                  </a:cubicBezTo>
                  <a:cubicBezTo>
                    <a:pt x="65" y="31"/>
                    <a:pt x="65" y="31"/>
                    <a:pt x="65" y="31"/>
                  </a:cubicBezTo>
                  <a:cubicBezTo>
                    <a:pt x="63" y="29"/>
                    <a:pt x="63" y="23"/>
                    <a:pt x="64" y="21"/>
                  </a:cubicBezTo>
                  <a:cubicBezTo>
                    <a:pt x="66" y="19"/>
                    <a:pt x="61" y="12"/>
                    <a:pt x="59" y="10"/>
                  </a:cubicBezTo>
                  <a:cubicBezTo>
                    <a:pt x="58" y="8"/>
                    <a:pt x="55" y="4"/>
                    <a:pt x="53" y="0"/>
                  </a:cubicBezTo>
                  <a:cubicBezTo>
                    <a:pt x="51" y="1"/>
                    <a:pt x="49" y="1"/>
                    <a:pt x="49" y="2"/>
                  </a:cubicBezTo>
                  <a:cubicBezTo>
                    <a:pt x="48" y="3"/>
                    <a:pt x="46" y="5"/>
                    <a:pt x="44" y="5"/>
                  </a:cubicBezTo>
                  <a:cubicBezTo>
                    <a:pt x="43" y="5"/>
                    <a:pt x="41" y="4"/>
                    <a:pt x="40" y="5"/>
                  </a:cubicBezTo>
                  <a:cubicBezTo>
                    <a:pt x="39" y="6"/>
                    <a:pt x="37" y="7"/>
                    <a:pt x="36" y="6"/>
                  </a:cubicBezTo>
                  <a:cubicBezTo>
                    <a:pt x="36" y="5"/>
                    <a:pt x="33" y="5"/>
                    <a:pt x="31" y="5"/>
                  </a:cubicBezTo>
                  <a:cubicBezTo>
                    <a:pt x="30" y="5"/>
                    <a:pt x="24" y="3"/>
                    <a:pt x="23" y="3"/>
                  </a:cubicBezTo>
                  <a:cubicBezTo>
                    <a:pt x="22" y="3"/>
                    <a:pt x="21" y="3"/>
                    <a:pt x="20" y="3"/>
                  </a:cubicBezTo>
                  <a:cubicBezTo>
                    <a:pt x="20" y="4"/>
                    <a:pt x="20" y="4"/>
                    <a:pt x="19" y="5"/>
                  </a:cubicBezTo>
                  <a:cubicBezTo>
                    <a:pt x="17" y="6"/>
                    <a:pt x="14" y="8"/>
                    <a:pt x="13" y="9"/>
                  </a:cubicBezTo>
                  <a:cubicBezTo>
                    <a:pt x="12" y="9"/>
                    <a:pt x="8" y="19"/>
                    <a:pt x="6" y="21"/>
                  </a:cubicBezTo>
                  <a:cubicBezTo>
                    <a:pt x="3" y="24"/>
                    <a:pt x="1" y="24"/>
                    <a:pt x="0" y="25"/>
                  </a:cubicBezTo>
                  <a:cubicBezTo>
                    <a:pt x="0" y="26"/>
                    <a:pt x="3" y="29"/>
                    <a:pt x="3" y="30"/>
                  </a:cubicBezTo>
                  <a:cubicBezTo>
                    <a:pt x="3" y="32"/>
                    <a:pt x="4" y="33"/>
                    <a:pt x="6" y="33"/>
                  </a:cubicBezTo>
                  <a:cubicBezTo>
                    <a:pt x="8" y="33"/>
                    <a:pt x="6" y="38"/>
                    <a:pt x="7" y="38"/>
                  </a:cubicBezTo>
                  <a:cubicBezTo>
                    <a:pt x="9" y="39"/>
                    <a:pt x="17" y="39"/>
                    <a:pt x="17" y="41"/>
                  </a:cubicBezTo>
                  <a:cubicBezTo>
                    <a:pt x="17" y="43"/>
                    <a:pt x="18" y="44"/>
                    <a:pt x="17" y="45"/>
                  </a:cubicBezTo>
                  <a:cubicBezTo>
                    <a:pt x="19" y="45"/>
                    <a:pt x="21" y="48"/>
                    <a:pt x="22" y="48"/>
                  </a:cubicBezTo>
                  <a:cubicBezTo>
                    <a:pt x="23" y="48"/>
                    <a:pt x="30" y="49"/>
                    <a:pt x="31" y="49"/>
                  </a:cubicBezTo>
                  <a:cubicBezTo>
                    <a:pt x="32" y="49"/>
                    <a:pt x="38" y="49"/>
                    <a:pt x="40" y="49"/>
                  </a:cubicBezTo>
                  <a:cubicBezTo>
                    <a:pt x="42" y="50"/>
                    <a:pt x="44" y="49"/>
                    <a:pt x="46" y="47"/>
                  </a:cubicBezTo>
                  <a:cubicBezTo>
                    <a:pt x="48" y="45"/>
                    <a:pt x="54" y="45"/>
                    <a:pt x="56" y="45"/>
                  </a:cubicBezTo>
                  <a:cubicBezTo>
                    <a:pt x="58" y="45"/>
                    <a:pt x="62" y="46"/>
                    <a:pt x="63" y="47"/>
                  </a:cubicBezTo>
                  <a:cubicBezTo>
                    <a:pt x="63" y="48"/>
                    <a:pt x="65" y="49"/>
                    <a:pt x="68" y="49"/>
                  </a:cubicBezTo>
                  <a:cubicBezTo>
                    <a:pt x="68" y="48"/>
                    <a:pt x="68" y="47"/>
                    <a:pt x="68" y="45"/>
                  </a:cubicBezTo>
                  <a:cubicBezTo>
                    <a:pt x="68" y="42"/>
                    <a:pt x="69" y="38"/>
                    <a:pt x="72" y="38"/>
                  </a:cubicBezTo>
                  <a:cubicBezTo>
                    <a:pt x="74" y="38"/>
                    <a:pt x="77" y="38"/>
                    <a:pt x="76" y="34"/>
                  </a:cubicBezTo>
                  <a:cubicBezTo>
                    <a:pt x="76" y="33"/>
                    <a:pt x="76" y="33"/>
                    <a:pt x="76" y="33"/>
                  </a:cubicBezTo>
                  <a:cubicBezTo>
                    <a:pt x="75" y="32"/>
                    <a:pt x="74" y="31"/>
                    <a:pt x="73" y="31"/>
                  </a:cubicBezTo>
                  <a:cubicBezTo>
                    <a:pt x="72" y="31"/>
                    <a:pt x="69" y="33"/>
                    <a:pt x="69" y="33"/>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19" name="Freeform 80">
              <a:extLst>
                <a:ext uri="{FF2B5EF4-FFF2-40B4-BE49-F238E27FC236}">
                  <a16:creationId xmlns:a16="http://schemas.microsoft.com/office/drawing/2014/main" id="{E6B55FB7-34D1-3872-53A6-A067758A6E68}"/>
                </a:ext>
              </a:extLst>
            </p:cNvPr>
            <p:cNvSpPr>
              <a:spLocks/>
            </p:cNvSpPr>
            <p:nvPr/>
          </p:nvSpPr>
          <p:spPr bwMode="auto">
            <a:xfrm>
              <a:off x="8022148" y="2978591"/>
              <a:ext cx="70725" cy="91719"/>
            </a:xfrm>
            <a:custGeom>
              <a:avLst/>
              <a:gdLst>
                <a:gd name="T0" fmla="*/ 19 w 26"/>
                <a:gd name="T1" fmla="*/ 9 h 33"/>
                <a:gd name="T2" fmla="*/ 13 w 26"/>
                <a:gd name="T3" fmla="*/ 4 h 33"/>
                <a:gd name="T4" fmla="*/ 6 w 26"/>
                <a:gd name="T5" fmla="*/ 1 h 33"/>
                <a:gd name="T6" fmla="*/ 0 w 26"/>
                <a:gd name="T7" fmla="*/ 2 h 33"/>
                <a:gd name="T8" fmla="*/ 6 w 26"/>
                <a:gd name="T9" fmla="*/ 12 h 33"/>
                <a:gd name="T10" fmla="*/ 11 w 26"/>
                <a:gd name="T11" fmla="*/ 23 h 33"/>
                <a:gd name="T12" fmla="*/ 12 w 26"/>
                <a:gd name="T13" fmla="*/ 33 h 33"/>
                <a:gd name="T14" fmla="*/ 17 w 26"/>
                <a:gd name="T15" fmla="*/ 25 h 33"/>
                <a:gd name="T16" fmla="*/ 20 w 26"/>
                <a:gd name="T17" fmla="*/ 22 h 33"/>
                <a:gd name="T18" fmla="*/ 26 w 26"/>
                <a:gd name="T19" fmla="*/ 23 h 33"/>
                <a:gd name="T20" fmla="*/ 24 w 26"/>
                <a:gd name="T21" fmla="*/ 17 h 33"/>
                <a:gd name="T22" fmla="*/ 19 w 26"/>
                <a:gd name="T23"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3">
                  <a:moveTo>
                    <a:pt x="19" y="9"/>
                  </a:moveTo>
                  <a:cubicBezTo>
                    <a:pt x="18" y="6"/>
                    <a:pt x="15" y="4"/>
                    <a:pt x="13" y="4"/>
                  </a:cubicBezTo>
                  <a:cubicBezTo>
                    <a:pt x="11" y="4"/>
                    <a:pt x="8" y="0"/>
                    <a:pt x="6" y="1"/>
                  </a:cubicBezTo>
                  <a:cubicBezTo>
                    <a:pt x="5" y="1"/>
                    <a:pt x="3" y="1"/>
                    <a:pt x="0" y="2"/>
                  </a:cubicBezTo>
                  <a:cubicBezTo>
                    <a:pt x="2" y="6"/>
                    <a:pt x="5" y="10"/>
                    <a:pt x="6" y="12"/>
                  </a:cubicBezTo>
                  <a:cubicBezTo>
                    <a:pt x="8" y="14"/>
                    <a:pt x="13" y="21"/>
                    <a:pt x="11" y="23"/>
                  </a:cubicBezTo>
                  <a:cubicBezTo>
                    <a:pt x="10" y="25"/>
                    <a:pt x="10" y="31"/>
                    <a:pt x="12" y="33"/>
                  </a:cubicBezTo>
                  <a:cubicBezTo>
                    <a:pt x="14" y="31"/>
                    <a:pt x="17" y="27"/>
                    <a:pt x="17" y="25"/>
                  </a:cubicBezTo>
                  <a:cubicBezTo>
                    <a:pt x="17" y="24"/>
                    <a:pt x="17" y="21"/>
                    <a:pt x="20" y="22"/>
                  </a:cubicBezTo>
                  <a:cubicBezTo>
                    <a:pt x="23" y="22"/>
                    <a:pt x="26" y="24"/>
                    <a:pt x="26" y="23"/>
                  </a:cubicBezTo>
                  <a:cubicBezTo>
                    <a:pt x="26" y="22"/>
                    <a:pt x="25" y="18"/>
                    <a:pt x="24" y="17"/>
                  </a:cubicBezTo>
                  <a:cubicBezTo>
                    <a:pt x="23" y="16"/>
                    <a:pt x="20" y="12"/>
                    <a:pt x="19" y="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0" name="Freeform 81">
              <a:extLst>
                <a:ext uri="{FF2B5EF4-FFF2-40B4-BE49-F238E27FC236}">
                  <a16:creationId xmlns:a16="http://schemas.microsoft.com/office/drawing/2014/main" id="{D4CF0B51-35D0-F21D-B7B5-D6D7890BCEBD}"/>
                </a:ext>
              </a:extLst>
            </p:cNvPr>
            <p:cNvSpPr>
              <a:spLocks/>
            </p:cNvSpPr>
            <p:nvPr/>
          </p:nvSpPr>
          <p:spPr bwMode="auto">
            <a:xfrm>
              <a:off x="7919483" y="3109116"/>
              <a:ext cx="143732" cy="81136"/>
            </a:xfrm>
            <a:custGeom>
              <a:avLst/>
              <a:gdLst>
                <a:gd name="T0" fmla="*/ 41 w 53"/>
                <a:gd name="T1" fmla="*/ 0 h 29"/>
                <a:gd name="T2" fmla="*/ 31 w 53"/>
                <a:gd name="T3" fmla="*/ 2 h 29"/>
                <a:gd name="T4" fmla="*/ 25 w 53"/>
                <a:gd name="T5" fmla="*/ 4 h 29"/>
                <a:gd name="T6" fmla="*/ 16 w 53"/>
                <a:gd name="T7" fmla="*/ 4 h 29"/>
                <a:gd name="T8" fmla="*/ 7 w 53"/>
                <a:gd name="T9" fmla="*/ 3 h 29"/>
                <a:gd name="T10" fmla="*/ 2 w 53"/>
                <a:gd name="T11" fmla="*/ 0 h 29"/>
                <a:gd name="T12" fmla="*/ 1 w 53"/>
                <a:gd name="T13" fmla="*/ 1 h 29"/>
                <a:gd name="T14" fmla="*/ 1 w 53"/>
                <a:gd name="T15" fmla="*/ 6 h 29"/>
                <a:gd name="T16" fmla="*/ 4 w 53"/>
                <a:gd name="T17" fmla="*/ 12 h 29"/>
                <a:gd name="T18" fmla="*/ 1 w 53"/>
                <a:gd name="T19" fmla="*/ 15 h 29"/>
                <a:gd name="T20" fmla="*/ 1 w 53"/>
                <a:gd name="T21" fmla="*/ 19 h 29"/>
                <a:gd name="T22" fmla="*/ 6 w 53"/>
                <a:gd name="T23" fmla="*/ 25 h 29"/>
                <a:gd name="T24" fmla="*/ 8 w 53"/>
                <a:gd name="T25" fmla="*/ 27 h 29"/>
                <a:gd name="T26" fmla="*/ 19 w 53"/>
                <a:gd name="T27" fmla="*/ 27 h 29"/>
                <a:gd name="T28" fmla="*/ 28 w 53"/>
                <a:gd name="T29" fmla="*/ 29 h 29"/>
                <a:gd name="T30" fmla="*/ 31 w 53"/>
                <a:gd name="T31" fmla="*/ 27 h 29"/>
                <a:gd name="T32" fmla="*/ 35 w 53"/>
                <a:gd name="T33" fmla="*/ 25 h 29"/>
                <a:gd name="T34" fmla="*/ 35 w 53"/>
                <a:gd name="T35" fmla="*/ 22 h 29"/>
                <a:gd name="T36" fmla="*/ 44 w 53"/>
                <a:gd name="T37" fmla="*/ 22 h 29"/>
                <a:gd name="T38" fmla="*/ 47 w 53"/>
                <a:gd name="T39" fmla="*/ 22 h 29"/>
                <a:gd name="T40" fmla="*/ 46 w 53"/>
                <a:gd name="T41" fmla="*/ 20 h 29"/>
                <a:gd name="T42" fmla="*/ 44 w 53"/>
                <a:gd name="T43" fmla="*/ 14 h 29"/>
                <a:gd name="T44" fmla="*/ 51 w 53"/>
                <a:gd name="T45" fmla="*/ 6 h 29"/>
                <a:gd name="T46" fmla="*/ 53 w 53"/>
                <a:gd name="T47" fmla="*/ 4 h 29"/>
                <a:gd name="T48" fmla="*/ 48 w 53"/>
                <a:gd name="T49" fmla="*/ 2 h 29"/>
                <a:gd name="T50" fmla="*/ 41 w 53"/>
                <a:gd name="T5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3" h="29">
                  <a:moveTo>
                    <a:pt x="41" y="0"/>
                  </a:moveTo>
                  <a:cubicBezTo>
                    <a:pt x="39" y="0"/>
                    <a:pt x="33" y="0"/>
                    <a:pt x="31" y="2"/>
                  </a:cubicBezTo>
                  <a:cubicBezTo>
                    <a:pt x="29" y="4"/>
                    <a:pt x="27" y="5"/>
                    <a:pt x="25" y="4"/>
                  </a:cubicBezTo>
                  <a:cubicBezTo>
                    <a:pt x="23" y="4"/>
                    <a:pt x="17" y="4"/>
                    <a:pt x="16" y="4"/>
                  </a:cubicBezTo>
                  <a:cubicBezTo>
                    <a:pt x="15" y="4"/>
                    <a:pt x="8" y="3"/>
                    <a:pt x="7" y="3"/>
                  </a:cubicBezTo>
                  <a:cubicBezTo>
                    <a:pt x="6" y="3"/>
                    <a:pt x="4" y="0"/>
                    <a:pt x="2" y="0"/>
                  </a:cubicBezTo>
                  <a:cubicBezTo>
                    <a:pt x="2" y="0"/>
                    <a:pt x="2" y="0"/>
                    <a:pt x="1" y="1"/>
                  </a:cubicBezTo>
                  <a:cubicBezTo>
                    <a:pt x="0" y="2"/>
                    <a:pt x="0" y="5"/>
                    <a:pt x="1" y="6"/>
                  </a:cubicBezTo>
                  <a:cubicBezTo>
                    <a:pt x="3" y="8"/>
                    <a:pt x="6" y="12"/>
                    <a:pt x="4" y="12"/>
                  </a:cubicBezTo>
                  <a:cubicBezTo>
                    <a:pt x="2" y="12"/>
                    <a:pt x="1" y="14"/>
                    <a:pt x="1" y="15"/>
                  </a:cubicBezTo>
                  <a:cubicBezTo>
                    <a:pt x="1" y="16"/>
                    <a:pt x="1" y="19"/>
                    <a:pt x="1" y="19"/>
                  </a:cubicBezTo>
                  <a:cubicBezTo>
                    <a:pt x="2" y="20"/>
                    <a:pt x="6" y="24"/>
                    <a:pt x="6" y="25"/>
                  </a:cubicBezTo>
                  <a:cubicBezTo>
                    <a:pt x="6" y="26"/>
                    <a:pt x="8" y="26"/>
                    <a:pt x="8" y="27"/>
                  </a:cubicBezTo>
                  <a:cubicBezTo>
                    <a:pt x="11" y="27"/>
                    <a:pt x="17" y="26"/>
                    <a:pt x="19" y="27"/>
                  </a:cubicBezTo>
                  <a:cubicBezTo>
                    <a:pt x="21" y="28"/>
                    <a:pt x="28" y="29"/>
                    <a:pt x="28" y="29"/>
                  </a:cubicBezTo>
                  <a:cubicBezTo>
                    <a:pt x="30" y="29"/>
                    <a:pt x="32" y="28"/>
                    <a:pt x="31" y="27"/>
                  </a:cubicBezTo>
                  <a:cubicBezTo>
                    <a:pt x="31" y="26"/>
                    <a:pt x="33" y="25"/>
                    <a:pt x="35" y="25"/>
                  </a:cubicBezTo>
                  <a:cubicBezTo>
                    <a:pt x="35" y="24"/>
                    <a:pt x="35" y="23"/>
                    <a:pt x="35" y="22"/>
                  </a:cubicBezTo>
                  <a:cubicBezTo>
                    <a:pt x="36" y="22"/>
                    <a:pt x="41" y="21"/>
                    <a:pt x="44" y="22"/>
                  </a:cubicBezTo>
                  <a:cubicBezTo>
                    <a:pt x="45" y="23"/>
                    <a:pt x="46" y="23"/>
                    <a:pt x="47" y="22"/>
                  </a:cubicBezTo>
                  <a:cubicBezTo>
                    <a:pt x="47" y="21"/>
                    <a:pt x="46" y="20"/>
                    <a:pt x="46" y="20"/>
                  </a:cubicBezTo>
                  <a:cubicBezTo>
                    <a:pt x="45" y="20"/>
                    <a:pt x="42" y="14"/>
                    <a:pt x="44" y="14"/>
                  </a:cubicBezTo>
                  <a:cubicBezTo>
                    <a:pt x="46" y="13"/>
                    <a:pt x="48" y="7"/>
                    <a:pt x="51" y="6"/>
                  </a:cubicBezTo>
                  <a:cubicBezTo>
                    <a:pt x="52" y="6"/>
                    <a:pt x="52" y="5"/>
                    <a:pt x="53" y="4"/>
                  </a:cubicBezTo>
                  <a:cubicBezTo>
                    <a:pt x="50" y="4"/>
                    <a:pt x="48" y="3"/>
                    <a:pt x="48" y="2"/>
                  </a:cubicBezTo>
                  <a:cubicBezTo>
                    <a:pt x="47" y="1"/>
                    <a:pt x="43" y="0"/>
                    <a:pt x="41" y="0"/>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1" name="Freeform 82">
              <a:extLst>
                <a:ext uri="{FF2B5EF4-FFF2-40B4-BE49-F238E27FC236}">
                  <a16:creationId xmlns:a16="http://schemas.microsoft.com/office/drawing/2014/main" id="{14247348-B04C-AA07-C896-3106DE6264EE}"/>
                </a:ext>
              </a:extLst>
            </p:cNvPr>
            <p:cNvSpPr>
              <a:spLocks/>
            </p:cNvSpPr>
            <p:nvPr/>
          </p:nvSpPr>
          <p:spPr bwMode="auto">
            <a:xfrm>
              <a:off x="7879557" y="3159678"/>
              <a:ext cx="61600" cy="44683"/>
            </a:xfrm>
            <a:custGeom>
              <a:avLst/>
              <a:gdLst>
                <a:gd name="T0" fmla="*/ 5 w 23"/>
                <a:gd name="T1" fmla="*/ 16 h 16"/>
                <a:gd name="T2" fmla="*/ 5 w 23"/>
                <a:gd name="T3" fmla="*/ 16 h 16"/>
                <a:gd name="T4" fmla="*/ 5 w 23"/>
                <a:gd name="T5" fmla="*/ 16 h 16"/>
                <a:gd name="T6" fmla="*/ 5 w 23"/>
                <a:gd name="T7" fmla="*/ 16 h 16"/>
                <a:gd name="T8" fmla="*/ 6 w 23"/>
                <a:gd name="T9" fmla="*/ 16 h 16"/>
                <a:gd name="T10" fmla="*/ 6 w 23"/>
                <a:gd name="T11" fmla="*/ 16 h 16"/>
                <a:gd name="T12" fmla="*/ 9 w 23"/>
                <a:gd name="T13" fmla="*/ 16 h 16"/>
                <a:gd name="T14" fmla="*/ 9 w 23"/>
                <a:gd name="T15" fmla="*/ 16 h 16"/>
                <a:gd name="T16" fmla="*/ 10 w 23"/>
                <a:gd name="T17" fmla="*/ 16 h 16"/>
                <a:gd name="T18" fmla="*/ 10 w 23"/>
                <a:gd name="T19" fmla="*/ 16 h 16"/>
                <a:gd name="T20" fmla="*/ 11 w 23"/>
                <a:gd name="T21" fmla="*/ 15 h 16"/>
                <a:gd name="T22" fmla="*/ 15 w 23"/>
                <a:gd name="T23" fmla="*/ 13 h 16"/>
                <a:gd name="T24" fmla="*/ 22 w 23"/>
                <a:gd name="T25" fmla="*/ 9 h 16"/>
                <a:gd name="T26" fmla="*/ 23 w 23"/>
                <a:gd name="T27" fmla="*/ 9 h 16"/>
                <a:gd name="T28" fmla="*/ 21 w 23"/>
                <a:gd name="T29" fmla="*/ 7 h 16"/>
                <a:gd name="T30" fmla="*/ 16 w 23"/>
                <a:gd name="T31" fmla="*/ 1 h 16"/>
                <a:gd name="T32" fmla="*/ 16 w 23"/>
                <a:gd name="T33" fmla="*/ 1 h 16"/>
                <a:gd name="T34" fmla="*/ 16 w 23"/>
                <a:gd name="T35" fmla="*/ 1 h 16"/>
                <a:gd name="T36" fmla="*/ 16 w 23"/>
                <a:gd name="T37" fmla="*/ 0 h 16"/>
                <a:gd name="T38" fmla="*/ 2 w 23"/>
                <a:gd name="T39" fmla="*/ 2 h 16"/>
                <a:gd name="T40" fmla="*/ 1 w 23"/>
                <a:gd name="T41" fmla="*/ 2 h 16"/>
                <a:gd name="T42" fmla="*/ 0 w 23"/>
                <a:gd name="T43" fmla="*/ 11 h 16"/>
                <a:gd name="T44" fmla="*/ 5 w 23"/>
                <a:gd name="T4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16">
                  <a:moveTo>
                    <a:pt x="5" y="16"/>
                  </a:moveTo>
                  <a:cubicBezTo>
                    <a:pt x="5" y="16"/>
                    <a:pt x="5" y="16"/>
                    <a:pt x="5" y="16"/>
                  </a:cubicBezTo>
                  <a:cubicBezTo>
                    <a:pt x="5" y="16"/>
                    <a:pt x="5" y="16"/>
                    <a:pt x="5" y="16"/>
                  </a:cubicBezTo>
                  <a:cubicBezTo>
                    <a:pt x="5" y="16"/>
                    <a:pt x="5" y="16"/>
                    <a:pt x="5" y="16"/>
                  </a:cubicBezTo>
                  <a:cubicBezTo>
                    <a:pt x="6" y="16"/>
                    <a:pt x="6" y="16"/>
                    <a:pt x="6" y="16"/>
                  </a:cubicBezTo>
                  <a:cubicBezTo>
                    <a:pt x="6" y="16"/>
                    <a:pt x="6" y="16"/>
                    <a:pt x="6" y="16"/>
                  </a:cubicBezTo>
                  <a:cubicBezTo>
                    <a:pt x="7" y="16"/>
                    <a:pt x="8" y="16"/>
                    <a:pt x="9" y="16"/>
                  </a:cubicBezTo>
                  <a:cubicBezTo>
                    <a:pt x="9" y="16"/>
                    <a:pt x="9" y="16"/>
                    <a:pt x="9" y="16"/>
                  </a:cubicBezTo>
                  <a:cubicBezTo>
                    <a:pt x="9" y="16"/>
                    <a:pt x="9" y="16"/>
                    <a:pt x="10" y="16"/>
                  </a:cubicBezTo>
                  <a:cubicBezTo>
                    <a:pt x="10" y="16"/>
                    <a:pt x="10" y="16"/>
                    <a:pt x="10" y="16"/>
                  </a:cubicBezTo>
                  <a:cubicBezTo>
                    <a:pt x="10" y="16"/>
                    <a:pt x="10" y="16"/>
                    <a:pt x="11" y="15"/>
                  </a:cubicBezTo>
                  <a:cubicBezTo>
                    <a:pt x="13" y="15"/>
                    <a:pt x="13" y="13"/>
                    <a:pt x="15" y="13"/>
                  </a:cubicBezTo>
                  <a:cubicBezTo>
                    <a:pt x="16" y="14"/>
                    <a:pt x="22" y="11"/>
                    <a:pt x="22" y="9"/>
                  </a:cubicBezTo>
                  <a:cubicBezTo>
                    <a:pt x="23" y="9"/>
                    <a:pt x="23" y="9"/>
                    <a:pt x="23" y="9"/>
                  </a:cubicBezTo>
                  <a:cubicBezTo>
                    <a:pt x="23" y="8"/>
                    <a:pt x="21" y="8"/>
                    <a:pt x="21" y="7"/>
                  </a:cubicBezTo>
                  <a:cubicBezTo>
                    <a:pt x="21" y="6"/>
                    <a:pt x="17" y="2"/>
                    <a:pt x="16" y="1"/>
                  </a:cubicBezTo>
                  <a:cubicBezTo>
                    <a:pt x="16" y="1"/>
                    <a:pt x="16" y="1"/>
                    <a:pt x="16" y="1"/>
                  </a:cubicBezTo>
                  <a:cubicBezTo>
                    <a:pt x="16" y="1"/>
                    <a:pt x="16" y="1"/>
                    <a:pt x="16" y="1"/>
                  </a:cubicBezTo>
                  <a:cubicBezTo>
                    <a:pt x="16" y="0"/>
                    <a:pt x="16" y="0"/>
                    <a:pt x="16" y="0"/>
                  </a:cubicBezTo>
                  <a:cubicBezTo>
                    <a:pt x="10" y="1"/>
                    <a:pt x="2" y="2"/>
                    <a:pt x="2" y="2"/>
                  </a:cubicBezTo>
                  <a:cubicBezTo>
                    <a:pt x="2" y="2"/>
                    <a:pt x="1" y="2"/>
                    <a:pt x="1" y="2"/>
                  </a:cubicBezTo>
                  <a:cubicBezTo>
                    <a:pt x="0" y="5"/>
                    <a:pt x="0" y="9"/>
                    <a:pt x="0" y="11"/>
                  </a:cubicBezTo>
                  <a:cubicBezTo>
                    <a:pt x="1" y="13"/>
                    <a:pt x="3" y="14"/>
                    <a:pt x="5" y="16"/>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2" name="Freeform 83">
              <a:extLst>
                <a:ext uri="{FF2B5EF4-FFF2-40B4-BE49-F238E27FC236}">
                  <a16:creationId xmlns:a16="http://schemas.microsoft.com/office/drawing/2014/main" id="{1613A06D-DBA1-6435-9030-1D32330FB3FA}"/>
                </a:ext>
              </a:extLst>
            </p:cNvPr>
            <p:cNvSpPr>
              <a:spLocks/>
            </p:cNvSpPr>
            <p:nvPr/>
          </p:nvSpPr>
          <p:spPr bwMode="auto">
            <a:xfrm>
              <a:off x="7919483" y="2858652"/>
              <a:ext cx="404961" cy="242234"/>
            </a:xfrm>
            <a:custGeom>
              <a:avLst/>
              <a:gdLst>
                <a:gd name="T0" fmla="*/ 140 w 150"/>
                <a:gd name="T1" fmla="*/ 50 h 87"/>
                <a:gd name="T2" fmla="*/ 148 w 150"/>
                <a:gd name="T3" fmla="*/ 45 h 87"/>
                <a:gd name="T4" fmla="*/ 149 w 150"/>
                <a:gd name="T5" fmla="*/ 40 h 87"/>
                <a:gd name="T6" fmla="*/ 150 w 150"/>
                <a:gd name="T7" fmla="*/ 34 h 87"/>
                <a:gd name="T8" fmla="*/ 138 w 150"/>
                <a:gd name="T9" fmla="*/ 29 h 87"/>
                <a:gd name="T10" fmla="*/ 127 w 150"/>
                <a:gd name="T11" fmla="*/ 23 h 87"/>
                <a:gd name="T12" fmla="*/ 118 w 150"/>
                <a:gd name="T13" fmla="*/ 24 h 87"/>
                <a:gd name="T14" fmla="*/ 111 w 150"/>
                <a:gd name="T15" fmla="*/ 21 h 87"/>
                <a:gd name="T16" fmla="*/ 101 w 150"/>
                <a:gd name="T17" fmla="*/ 13 h 87"/>
                <a:gd name="T18" fmla="*/ 98 w 150"/>
                <a:gd name="T19" fmla="*/ 2 h 87"/>
                <a:gd name="T20" fmla="*/ 85 w 150"/>
                <a:gd name="T21" fmla="*/ 1 h 87"/>
                <a:gd name="T22" fmla="*/ 79 w 150"/>
                <a:gd name="T23" fmla="*/ 2 h 87"/>
                <a:gd name="T24" fmla="*/ 69 w 150"/>
                <a:gd name="T25" fmla="*/ 9 h 87"/>
                <a:gd name="T26" fmla="*/ 59 w 150"/>
                <a:gd name="T27" fmla="*/ 11 h 87"/>
                <a:gd name="T28" fmla="*/ 49 w 150"/>
                <a:gd name="T29" fmla="*/ 9 h 87"/>
                <a:gd name="T30" fmla="*/ 35 w 150"/>
                <a:gd name="T31" fmla="*/ 7 h 87"/>
                <a:gd name="T32" fmla="*/ 15 w 150"/>
                <a:gd name="T33" fmla="*/ 8 h 87"/>
                <a:gd name="T34" fmla="*/ 11 w 150"/>
                <a:gd name="T35" fmla="*/ 12 h 87"/>
                <a:gd name="T36" fmla="*/ 11 w 150"/>
                <a:gd name="T37" fmla="*/ 23 h 87"/>
                <a:gd name="T38" fmla="*/ 3 w 150"/>
                <a:gd name="T39" fmla="*/ 37 h 87"/>
                <a:gd name="T40" fmla="*/ 3 w 150"/>
                <a:gd name="T41" fmla="*/ 47 h 87"/>
                <a:gd name="T42" fmla="*/ 8 w 150"/>
                <a:gd name="T43" fmla="*/ 48 h 87"/>
                <a:gd name="T44" fmla="*/ 21 w 150"/>
                <a:gd name="T45" fmla="*/ 51 h 87"/>
                <a:gd name="T46" fmla="*/ 29 w 150"/>
                <a:gd name="T47" fmla="*/ 50 h 87"/>
                <a:gd name="T48" fmla="*/ 44 w 150"/>
                <a:gd name="T49" fmla="*/ 44 h 87"/>
                <a:gd name="T50" fmla="*/ 57 w 150"/>
                <a:gd name="T51" fmla="*/ 52 h 87"/>
                <a:gd name="T52" fmla="*/ 64 w 150"/>
                <a:gd name="T53" fmla="*/ 66 h 87"/>
                <a:gd name="T54" fmla="*/ 55 w 150"/>
                <a:gd name="T55" fmla="*/ 68 h 87"/>
                <a:gd name="T56" fmla="*/ 54 w 150"/>
                <a:gd name="T57" fmla="*/ 78 h 87"/>
                <a:gd name="T58" fmla="*/ 61 w 150"/>
                <a:gd name="T59" fmla="*/ 78 h 87"/>
                <a:gd name="T60" fmla="*/ 72 w 150"/>
                <a:gd name="T61" fmla="*/ 63 h 87"/>
                <a:gd name="T62" fmla="*/ 83 w 150"/>
                <a:gd name="T63" fmla="*/ 68 h 87"/>
                <a:gd name="T64" fmla="*/ 85 w 150"/>
                <a:gd name="T65" fmla="*/ 76 h 87"/>
                <a:gd name="T66" fmla="*/ 94 w 150"/>
                <a:gd name="T67" fmla="*/ 86 h 87"/>
                <a:gd name="T68" fmla="*/ 109 w 150"/>
                <a:gd name="T69" fmla="*/ 81 h 87"/>
                <a:gd name="T70" fmla="*/ 112 w 150"/>
                <a:gd name="T71" fmla="*/ 77 h 87"/>
                <a:gd name="T72" fmla="*/ 115 w 150"/>
                <a:gd name="T73" fmla="*/ 64 h 87"/>
                <a:gd name="T74" fmla="*/ 133 w 150"/>
                <a:gd name="T75" fmla="*/ 5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0" h="87">
                  <a:moveTo>
                    <a:pt x="133" y="54"/>
                  </a:moveTo>
                  <a:cubicBezTo>
                    <a:pt x="134" y="54"/>
                    <a:pt x="138" y="50"/>
                    <a:pt x="140" y="50"/>
                  </a:cubicBezTo>
                  <a:cubicBezTo>
                    <a:pt x="141" y="50"/>
                    <a:pt x="147" y="51"/>
                    <a:pt x="147" y="50"/>
                  </a:cubicBezTo>
                  <a:cubicBezTo>
                    <a:pt x="147" y="49"/>
                    <a:pt x="148" y="46"/>
                    <a:pt x="148" y="45"/>
                  </a:cubicBezTo>
                  <a:cubicBezTo>
                    <a:pt x="148" y="44"/>
                    <a:pt x="146" y="43"/>
                    <a:pt x="146" y="42"/>
                  </a:cubicBezTo>
                  <a:cubicBezTo>
                    <a:pt x="147" y="41"/>
                    <a:pt x="149" y="41"/>
                    <a:pt x="149" y="40"/>
                  </a:cubicBezTo>
                  <a:cubicBezTo>
                    <a:pt x="149" y="39"/>
                    <a:pt x="147" y="38"/>
                    <a:pt x="147" y="37"/>
                  </a:cubicBezTo>
                  <a:cubicBezTo>
                    <a:pt x="147" y="37"/>
                    <a:pt x="150" y="35"/>
                    <a:pt x="150" y="34"/>
                  </a:cubicBezTo>
                  <a:cubicBezTo>
                    <a:pt x="149" y="32"/>
                    <a:pt x="147" y="32"/>
                    <a:pt x="145" y="31"/>
                  </a:cubicBezTo>
                  <a:cubicBezTo>
                    <a:pt x="142" y="30"/>
                    <a:pt x="140" y="30"/>
                    <a:pt x="138" y="29"/>
                  </a:cubicBezTo>
                  <a:cubicBezTo>
                    <a:pt x="135" y="28"/>
                    <a:pt x="131" y="29"/>
                    <a:pt x="131" y="28"/>
                  </a:cubicBezTo>
                  <a:cubicBezTo>
                    <a:pt x="131" y="27"/>
                    <a:pt x="128" y="25"/>
                    <a:pt x="127" y="23"/>
                  </a:cubicBezTo>
                  <a:cubicBezTo>
                    <a:pt x="126" y="22"/>
                    <a:pt x="124" y="23"/>
                    <a:pt x="122" y="24"/>
                  </a:cubicBezTo>
                  <a:cubicBezTo>
                    <a:pt x="121" y="25"/>
                    <a:pt x="119" y="25"/>
                    <a:pt x="118" y="24"/>
                  </a:cubicBezTo>
                  <a:cubicBezTo>
                    <a:pt x="116" y="23"/>
                    <a:pt x="115" y="22"/>
                    <a:pt x="114" y="22"/>
                  </a:cubicBezTo>
                  <a:cubicBezTo>
                    <a:pt x="113" y="23"/>
                    <a:pt x="110" y="22"/>
                    <a:pt x="111" y="21"/>
                  </a:cubicBezTo>
                  <a:cubicBezTo>
                    <a:pt x="111" y="19"/>
                    <a:pt x="108" y="15"/>
                    <a:pt x="107" y="14"/>
                  </a:cubicBezTo>
                  <a:cubicBezTo>
                    <a:pt x="106" y="14"/>
                    <a:pt x="102" y="14"/>
                    <a:pt x="101" y="13"/>
                  </a:cubicBezTo>
                  <a:cubicBezTo>
                    <a:pt x="100" y="11"/>
                    <a:pt x="98" y="9"/>
                    <a:pt x="99" y="8"/>
                  </a:cubicBezTo>
                  <a:cubicBezTo>
                    <a:pt x="100" y="7"/>
                    <a:pt x="99" y="3"/>
                    <a:pt x="98" y="2"/>
                  </a:cubicBezTo>
                  <a:cubicBezTo>
                    <a:pt x="97" y="0"/>
                    <a:pt x="92" y="0"/>
                    <a:pt x="91" y="1"/>
                  </a:cubicBezTo>
                  <a:cubicBezTo>
                    <a:pt x="90" y="1"/>
                    <a:pt x="87" y="0"/>
                    <a:pt x="85" y="1"/>
                  </a:cubicBezTo>
                  <a:cubicBezTo>
                    <a:pt x="84" y="2"/>
                    <a:pt x="83" y="3"/>
                    <a:pt x="81" y="3"/>
                  </a:cubicBezTo>
                  <a:cubicBezTo>
                    <a:pt x="80" y="3"/>
                    <a:pt x="80" y="3"/>
                    <a:pt x="79" y="2"/>
                  </a:cubicBezTo>
                  <a:cubicBezTo>
                    <a:pt x="77" y="3"/>
                    <a:pt x="74" y="3"/>
                    <a:pt x="74" y="3"/>
                  </a:cubicBezTo>
                  <a:cubicBezTo>
                    <a:pt x="74" y="3"/>
                    <a:pt x="69" y="7"/>
                    <a:pt x="69" y="9"/>
                  </a:cubicBezTo>
                  <a:cubicBezTo>
                    <a:pt x="69" y="10"/>
                    <a:pt x="68" y="13"/>
                    <a:pt x="67" y="11"/>
                  </a:cubicBezTo>
                  <a:cubicBezTo>
                    <a:pt x="66" y="10"/>
                    <a:pt x="61" y="10"/>
                    <a:pt x="59" y="11"/>
                  </a:cubicBezTo>
                  <a:cubicBezTo>
                    <a:pt x="58" y="12"/>
                    <a:pt x="56" y="8"/>
                    <a:pt x="54" y="9"/>
                  </a:cubicBezTo>
                  <a:cubicBezTo>
                    <a:pt x="52" y="10"/>
                    <a:pt x="49" y="7"/>
                    <a:pt x="49" y="9"/>
                  </a:cubicBezTo>
                  <a:cubicBezTo>
                    <a:pt x="48" y="10"/>
                    <a:pt x="45" y="9"/>
                    <a:pt x="43" y="8"/>
                  </a:cubicBezTo>
                  <a:cubicBezTo>
                    <a:pt x="41" y="7"/>
                    <a:pt x="37" y="8"/>
                    <a:pt x="35" y="7"/>
                  </a:cubicBezTo>
                  <a:cubicBezTo>
                    <a:pt x="34" y="5"/>
                    <a:pt x="24" y="5"/>
                    <a:pt x="21" y="5"/>
                  </a:cubicBezTo>
                  <a:cubicBezTo>
                    <a:pt x="17" y="5"/>
                    <a:pt x="17" y="7"/>
                    <a:pt x="15" y="8"/>
                  </a:cubicBezTo>
                  <a:cubicBezTo>
                    <a:pt x="14" y="10"/>
                    <a:pt x="12" y="9"/>
                    <a:pt x="11" y="9"/>
                  </a:cubicBezTo>
                  <a:cubicBezTo>
                    <a:pt x="11" y="10"/>
                    <a:pt x="11" y="12"/>
                    <a:pt x="11" y="12"/>
                  </a:cubicBezTo>
                  <a:cubicBezTo>
                    <a:pt x="12" y="13"/>
                    <a:pt x="16" y="19"/>
                    <a:pt x="15" y="20"/>
                  </a:cubicBezTo>
                  <a:cubicBezTo>
                    <a:pt x="14" y="22"/>
                    <a:pt x="12" y="22"/>
                    <a:pt x="11" y="23"/>
                  </a:cubicBezTo>
                  <a:cubicBezTo>
                    <a:pt x="10" y="25"/>
                    <a:pt x="3" y="30"/>
                    <a:pt x="3" y="31"/>
                  </a:cubicBezTo>
                  <a:cubicBezTo>
                    <a:pt x="3" y="32"/>
                    <a:pt x="4" y="36"/>
                    <a:pt x="3" y="37"/>
                  </a:cubicBezTo>
                  <a:cubicBezTo>
                    <a:pt x="2" y="38"/>
                    <a:pt x="0" y="42"/>
                    <a:pt x="0" y="43"/>
                  </a:cubicBezTo>
                  <a:cubicBezTo>
                    <a:pt x="0" y="45"/>
                    <a:pt x="2" y="47"/>
                    <a:pt x="3" y="47"/>
                  </a:cubicBezTo>
                  <a:cubicBezTo>
                    <a:pt x="4" y="48"/>
                    <a:pt x="4" y="48"/>
                    <a:pt x="5" y="48"/>
                  </a:cubicBezTo>
                  <a:cubicBezTo>
                    <a:pt x="6" y="48"/>
                    <a:pt x="7" y="48"/>
                    <a:pt x="8" y="48"/>
                  </a:cubicBezTo>
                  <a:cubicBezTo>
                    <a:pt x="9" y="48"/>
                    <a:pt x="15" y="50"/>
                    <a:pt x="16" y="50"/>
                  </a:cubicBezTo>
                  <a:cubicBezTo>
                    <a:pt x="18" y="50"/>
                    <a:pt x="21" y="50"/>
                    <a:pt x="21" y="51"/>
                  </a:cubicBezTo>
                  <a:cubicBezTo>
                    <a:pt x="22" y="52"/>
                    <a:pt x="24" y="51"/>
                    <a:pt x="25" y="50"/>
                  </a:cubicBezTo>
                  <a:cubicBezTo>
                    <a:pt x="26" y="49"/>
                    <a:pt x="28" y="50"/>
                    <a:pt x="29" y="50"/>
                  </a:cubicBezTo>
                  <a:cubicBezTo>
                    <a:pt x="31" y="50"/>
                    <a:pt x="33" y="48"/>
                    <a:pt x="34" y="47"/>
                  </a:cubicBezTo>
                  <a:cubicBezTo>
                    <a:pt x="35" y="46"/>
                    <a:pt x="42" y="44"/>
                    <a:pt x="44" y="44"/>
                  </a:cubicBezTo>
                  <a:cubicBezTo>
                    <a:pt x="46" y="43"/>
                    <a:pt x="49" y="47"/>
                    <a:pt x="51" y="47"/>
                  </a:cubicBezTo>
                  <a:cubicBezTo>
                    <a:pt x="53" y="47"/>
                    <a:pt x="56" y="49"/>
                    <a:pt x="57" y="52"/>
                  </a:cubicBezTo>
                  <a:cubicBezTo>
                    <a:pt x="58" y="55"/>
                    <a:pt x="61" y="59"/>
                    <a:pt x="62" y="60"/>
                  </a:cubicBezTo>
                  <a:cubicBezTo>
                    <a:pt x="63" y="61"/>
                    <a:pt x="64" y="65"/>
                    <a:pt x="64" y="66"/>
                  </a:cubicBezTo>
                  <a:cubicBezTo>
                    <a:pt x="64" y="67"/>
                    <a:pt x="61" y="65"/>
                    <a:pt x="58" y="65"/>
                  </a:cubicBezTo>
                  <a:cubicBezTo>
                    <a:pt x="55" y="64"/>
                    <a:pt x="55" y="67"/>
                    <a:pt x="55" y="68"/>
                  </a:cubicBezTo>
                  <a:cubicBezTo>
                    <a:pt x="55" y="70"/>
                    <a:pt x="51" y="75"/>
                    <a:pt x="50" y="76"/>
                  </a:cubicBezTo>
                  <a:cubicBezTo>
                    <a:pt x="50" y="77"/>
                    <a:pt x="52" y="78"/>
                    <a:pt x="54" y="78"/>
                  </a:cubicBezTo>
                  <a:cubicBezTo>
                    <a:pt x="54" y="78"/>
                    <a:pt x="57" y="76"/>
                    <a:pt x="58" y="76"/>
                  </a:cubicBezTo>
                  <a:cubicBezTo>
                    <a:pt x="59" y="76"/>
                    <a:pt x="60" y="77"/>
                    <a:pt x="61" y="78"/>
                  </a:cubicBezTo>
                  <a:cubicBezTo>
                    <a:pt x="61" y="74"/>
                    <a:pt x="62" y="75"/>
                    <a:pt x="65" y="72"/>
                  </a:cubicBezTo>
                  <a:cubicBezTo>
                    <a:pt x="69" y="69"/>
                    <a:pt x="69" y="64"/>
                    <a:pt x="72" y="63"/>
                  </a:cubicBezTo>
                  <a:cubicBezTo>
                    <a:pt x="76" y="63"/>
                    <a:pt x="77" y="61"/>
                    <a:pt x="82" y="62"/>
                  </a:cubicBezTo>
                  <a:cubicBezTo>
                    <a:pt x="86" y="63"/>
                    <a:pt x="79" y="66"/>
                    <a:pt x="83" y="68"/>
                  </a:cubicBezTo>
                  <a:cubicBezTo>
                    <a:pt x="86" y="69"/>
                    <a:pt x="96" y="67"/>
                    <a:pt x="96" y="70"/>
                  </a:cubicBezTo>
                  <a:cubicBezTo>
                    <a:pt x="97" y="72"/>
                    <a:pt x="85" y="75"/>
                    <a:pt x="85" y="76"/>
                  </a:cubicBezTo>
                  <a:cubicBezTo>
                    <a:pt x="85" y="77"/>
                    <a:pt x="91" y="78"/>
                    <a:pt x="94" y="80"/>
                  </a:cubicBezTo>
                  <a:cubicBezTo>
                    <a:pt x="96" y="81"/>
                    <a:pt x="93" y="85"/>
                    <a:pt x="94" y="86"/>
                  </a:cubicBezTo>
                  <a:cubicBezTo>
                    <a:pt x="95" y="87"/>
                    <a:pt x="98" y="86"/>
                    <a:pt x="101" y="84"/>
                  </a:cubicBezTo>
                  <a:cubicBezTo>
                    <a:pt x="103" y="83"/>
                    <a:pt x="106" y="83"/>
                    <a:pt x="109" y="81"/>
                  </a:cubicBezTo>
                  <a:cubicBezTo>
                    <a:pt x="112" y="79"/>
                    <a:pt x="119" y="81"/>
                    <a:pt x="120" y="79"/>
                  </a:cubicBezTo>
                  <a:cubicBezTo>
                    <a:pt x="121" y="78"/>
                    <a:pt x="118" y="77"/>
                    <a:pt x="112" y="77"/>
                  </a:cubicBezTo>
                  <a:cubicBezTo>
                    <a:pt x="105" y="78"/>
                    <a:pt x="105" y="72"/>
                    <a:pt x="105" y="70"/>
                  </a:cubicBezTo>
                  <a:cubicBezTo>
                    <a:pt x="105" y="69"/>
                    <a:pt x="112" y="64"/>
                    <a:pt x="115" y="64"/>
                  </a:cubicBezTo>
                  <a:cubicBezTo>
                    <a:pt x="119" y="63"/>
                    <a:pt x="122" y="62"/>
                    <a:pt x="126" y="60"/>
                  </a:cubicBezTo>
                  <a:cubicBezTo>
                    <a:pt x="128" y="60"/>
                    <a:pt x="130" y="59"/>
                    <a:pt x="133" y="58"/>
                  </a:cubicBezTo>
                  <a:cubicBezTo>
                    <a:pt x="133" y="57"/>
                    <a:pt x="132" y="55"/>
                    <a:pt x="133" y="54"/>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3" name="Freeform 84">
              <a:extLst>
                <a:ext uri="{FF2B5EF4-FFF2-40B4-BE49-F238E27FC236}">
                  <a16:creationId xmlns:a16="http://schemas.microsoft.com/office/drawing/2014/main" id="{9F348A13-08A3-F0EF-0152-2B7374F381FA}"/>
                </a:ext>
              </a:extLst>
            </p:cNvPr>
            <p:cNvSpPr>
              <a:spLocks/>
            </p:cNvSpPr>
            <p:nvPr/>
          </p:nvSpPr>
          <p:spPr bwMode="auto">
            <a:xfrm>
              <a:off x="7941157" y="2736358"/>
              <a:ext cx="213317" cy="158745"/>
            </a:xfrm>
            <a:custGeom>
              <a:avLst/>
              <a:gdLst>
                <a:gd name="T0" fmla="*/ 74 w 79"/>
                <a:gd name="T1" fmla="*/ 27 h 57"/>
                <a:gd name="T2" fmla="*/ 69 w 79"/>
                <a:gd name="T3" fmla="*/ 23 h 57"/>
                <a:gd name="T4" fmla="*/ 65 w 79"/>
                <a:gd name="T5" fmla="*/ 18 h 57"/>
                <a:gd name="T6" fmla="*/ 64 w 79"/>
                <a:gd name="T7" fmla="*/ 12 h 57"/>
                <a:gd name="T8" fmla="*/ 64 w 79"/>
                <a:gd name="T9" fmla="*/ 6 h 57"/>
                <a:gd name="T10" fmla="*/ 56 w 79"/>
                <a:gd name="T11" fmla="*/ 4 h 57"/>
                <a:gd name="T12" fmla="*/ 51 w 79"/>
                <a:gd name="T13" fmla="*/ 4 h 57"/>
                <a:gd name="T14" fmla="*/ 47 w 79"/>
                <a:gd name="T15" fmla="*/ 2 h 57"/>
                <a:gd name="T16" fmla="*/ 43 w 79"/>
                <a:gd name="T17" fmla="*/ 0 h 57"/>
                <a:gd name="T18" fmla="*/ 42 w 79"/>
                <a:gd name="T19" fmla="*/ 0 h 57"/>
                <a:gd name="T20" fmla="*/ 40 w 79"/>
                <a:gd name="T21" fmla="*/ 1 h 57"/>
                <a:gd name="T22" fmla="*/ 36 w 79"/>
                <a:gd name="T23" fmla="*/ 4 h 57"/>
                <a:gd name="T24" fmla="*/ 31 w 79"/>
                <a:gd name="T25" fmla="*/ 4 h 57"/>
                <a:gd name="T26" fmla="*/ 28 w 79"/>
                <a:gd name="T27" fmla="*/ 9 h 57"/>
                <a:gd name="T28" fmla="*/ 27 w 79"/>
                <a:gd name="T29" fmla="*/ 12 h 57"/>
                <a:gd name="T30" fmla="*/ 25 w 79"/>
                <a:gd name="T31" fmla="*/ 14 h 57"/>
                <a:gd name="T32" fmla="*/ 20 w 79"/>
                <a:gd name="T33" fmla="*/ 18 h 57"/>
                <a:gd name="T34" fmla="*/ 19 w 79"/>
                <a:gd name="T35" fmla="*/ 22 h 57"/>
                <a:gd name="T36" fmla="*/ 14 w 79"/>
                <a:gd name="T37" fmla="*/ 24 h 57"/>
                <a:gd name="T38" fmla="*/ 9 w 79"/>
                <a:gd name="T39" fmla="*/ 26 h 57"/>
                <a:gd name="T40" fmla="*/ 3 w 79"/>
                <a:gd name="T41" fmla="*/ 26 h 57"/>
                <a:gd name="T42" fmla="*/ 3 w 79"/>
                <a:gd name="T43" fmla="*/ 26 h 57"/>
                <a:gd name="T44" fmla="*/ 4 w 79"/>
                <a:gd name="T45" fmla="*/ 33 h 57"/>
                <a:gd name="T46" fmla="*/ 5 w 79"/>
                <a:gd name="T47" fmla="*/ 40 h 57"/>
                <a:gd name="T48" fmla="*/ 0 w 79"/>
                <a:gd name="T49" fmla="*/ 44 h 57"/>
                <a:gd name="T50" fmla="*/ 3 w 79"/>
                <a:gd name="T51" fmla="*/ 49 h 57"/>
                <a:gd name="T52" fmla="*/ 3 w 79"/>
                <a:gd name="T53" fmla="*/ 53 h 57"/>
                <a:gd name="T54" fmla="*/ 7 w 79"/>
                <a:gd name="T55" fmla="*/ 52 h 57"/>
                <a:gd name="T56" fmla="*/ 13 w 79"/>
                <a:gd name="T57" fmla="*/ 49 h 57"/>
                <a:gd name="T58" fmla="*/ 27 w 79"/>
                <a:gd name="T59" fmla="*/ 51 h 57"/>
                <a:gd name="T60" fmla="*/ 35 w 79"/>
                <a:gd name="T61" fmla="*/ 52 h 57"/>
                <a:gd name="T62" fmla="*/ 41 w 79"/>
                <a:gd name="T63" fmla="*/ 53 h 57"/>
                <a:gd name="T64" fmla="*/ 46 w 79"/>
                <a:gd name="T65" fmla="*/ 53 h 57"/>
                <a:gd name="T66" fmla="*/ 51 w 79"/>
                <a:gd name="T67" fmla="*/ 55 h 57"/>
                <a:gd name="T68" fmla="*/ 59 w 79"/>
                <a:gd name="T69" fmla="*/ 55 h 57"/>
                <a:gd name="T70" fmla="*/ 61 w 79"/>
                <a:gd name="T71" fmla="*/ 53 h 57"/>
                <a:gd name="T72" fmla="*/ 66 w 79"/>
                <a:gd name="T73" fmla="*/ 47 h 57"/>
                <a:gd name="T74" fmla="*/ 71 w 79"/>
                <a:gd name="T75" fmla="*/ 46 h 57"/>
                <a:gd name="T76" fmla="*/ 70 w 79"/>
                <a:gd name="T77" fmla="*/ 43 h 57"/>
                <a:gd name="T78" fmla="*/ 69 w 79"/>
                <a:gd name="T79" fmla="*/ 35 h 57"/>
                <a:gd name="T80" fmla="*/ 74 w 79"/>
                <a:gd name="T81" fmla="*/ 36 h 57"/>
                <a:gd name="T82" fmla="*/ 79 w 79"/>
                <a:gd name="T83" fmla="*/ 32 h 57"/>
                <a:gd name="T84" fmla="*/ 74 w 79"/>
                <a:gd name="T85" fmla="*/ 2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9" h="57">
                  <a:moveTo>
                    <a:pt x="74" y="27"/>
                  </a:moveTo>
                  <a:cubicBezTo>
                    <a:pt x="73" y="27"/>
                    <a:pt x="72" y="24"/>
                    <a:pt x="69" y="23"/>
                  </a:cubicBezTo>
                  <a:cubicBezTo>
                    <a:pt x="67" y="22"/>
                    <a:pt x="67" y="19"/>
                    <a:pt x="65" y="18"/>
                  </a:cubicBezTo>
                  <a:cubicBezTo>
                    <a:pt x="63" y="16"/>
                    <a:pt x="65" y="14"/>
                    <a:pt x="64" y="12"/>
                  </a:cubicBezTo>
                  <a:cubicBezTo>
                    <a:pt x="64" y="10"/>
                    <a:pt x="65" y="6"/>
                    <a:pt x="64" y="6"/>
                  </a:cubicBezTo>
                  <a:cubicBezTo>
                    <a:pt x="63" y="5"/>
                    <a:pt x="58" y="3"/>
                    <a:pt x="56" y="4"/>
                  </a:cubicBezTo>
                  <a:cubicBezTo>
                    <a:pt x="54" y="4"/>
                    <a:pt x="52" y="5"/>
                    <a:pt x="51" y="4"/>
                  </a:cubicBezTo>
                  <a:cubicBezTo>
                    <a:pt x="50" y="2"/>
                    <a:pt x="49" y="1"/>
                    <a:pt x="47" y="2"/>
                  </a:cubicBezTo>
                  <a:cubicBezTo>
                    <a:pt x="45" y="2"/>
                    <a:pt x="44" y="1"/>
                    <a:pt x="43" y="0"/>
                  </a:cubicBezTo>
                  <a:cubicBezTo>
                    <a:pt x="42" y="0"/>
                    <a:pt x="42" y="0"/>
                    <a:pt x="42" y="0"/>
                  </a:cubicBezTo>
                  <a:cubicBezTo>
                    <a:pt x="41" y="0"/>
                    <a:pt x="40" y="0"/>
                    <a:pt x="40" y="1"/>
                  </a:cubicBezTo>
                  <a:cubicBezTo>
                    <a:pt x="38" y="2"/>
                    <a:pt x="38" y="4"/>
                    <a:pt x="36" y="4"/>
                  </a:cubicBezTo>
                  <a:cubicBezTo>
                    <a:pt x="35" y="4"/>
                    <a:pt x="33" y="3"/>
                    <a:pt x="31" y="4"/>
                  </a:cubicBezTo>
                  <a:cubicBezTo>
                    <a:pt x="29" y="6"/>
                    <a:pt x="28" y="8"/>
                    <a:pt x="28" y="9"/>
                  </a:cubicBezTo>
                  <a:cubicBezTo>
                    <a:pt x="29" y="10"/>
                    <a:pt x="29" y="12"/>
                    <a:pt x="27" y="12"/>
                  </a:cubicBezTo>
                  <a:cubicBezTo>
                    <a:pt x="26" y="12"/>
                    <a:pt x="26" y="14"/>
                    <a:pt x="25" y="14"/>
                  </a:cubicBezTo>
                  <a:cubicBezTo>
                    <a:pt x="23" y="15"/>
                    <a:pt x="21" y="17"/>
                    <a:pt x="20" y="18"/>
                  </a:cubicBezTo>
                  <a:cubicBezTo>
                    <a:pt x="20" y="20"/>
                    <a:pt x="20" y="22"/>
                    <a:pt x="19" y="22"/>
                  </a:cubicBezTo>
                  <a:cubicBezTo>
                    <a:pt x="18" y="22"/>
                    <a:pt x="15" y="23"/>
                    <a:pt x="14" y="24"/>
                  </a:cubicBezTo>
                  <a:cubicBezTo>
                    <a:pt x="13" y="25"/>
                    <a:pt x="11" y="27"/>
                    <a:pt x="9" y="26"/>
                  </a:cubicBezTo>
                  <a:cubicBezTo>
                    <a:pt x="8" y="26"/>
                    <a:pt x="6" y="26"/>
                    <a:pt x="3" y="26"/>
                  </a:cubicBezTo>
                  <a:cubicBezTo>
                    <a:pt x="3" y="26"/>
                    <a:pt x="3" y="26"/>
                    <a:pt x="3" y="26"/>
                  </a:cubicBezTo>
                  <a:cubicBezTo>
                    <a:pt x="2" y="29"/>
                    <a:pt x="3" y="31"/>
                    <a:pt x="4" y="33"/>
                  </a:cubicBezTo>
                  <a:cubicBezTo>
                    <a:pt x="6" y="34"/>
                    <a:pt x="7" y="39"/>
                    <a:pt x="5" y="40"/>
                  </a:cubicBezTo>
                  <a:cubicBezTo>
                    <a:pt x="3" y="41"/>
                    <a:pt x="0" y="43"/>
                    <a:pt x="0" y="44"/>
                  </a:cubicBezTo>
                  <a:cubicBezTo>
                    <a:pt x="0" y="46"/>
                    <a:pt x="3" y="47"/>
                    <a:pt x="3" y="49"/>
                  </a:cubicBezTo>
                  <a:cubicBezTo>
                    <a:pt x="2" y="50"/>
                    <a:pt x="2" y="52"/>
                    <a:pt x="3" y="53"/>
                  </a:cubicBezTo>
                  <a:cubicBezTo>
                    <a:pt x="4" y="53"/>
                    <a:pt x="6" y="54"/>
                    <a:pt x="7" y="52"/>
                  </a:cubicBezTo>
                  <a:cubicBezTo>
                    <a:pt x="9" y="51"/>
                    <a:pt x="9" y="49"/>
                    <a:pt x="13" y="49"/>
                  </a:cubicBezTo>
                  <a:cubicBezTo>
                    <a:pt x="16" y="49"/>
                    <a:pt x="26" y="49"/>
                    <a:pt x="27" y="51"/>
                  </a:cubicBezTo>
                  <a:cubicBezTo>
                    <a:pt x="29" y="52"/>
                    <a:pt x="33" y="51"/>
                    <a:pt x="35" y="52"/>
                  </a:cubicBezTo>
                  <a:cubicBezTo>
                    <a:pt x="37" y="53"/>
                    <a:pt x="40" y="54"/>
                    <a:pt x="41" y="53"/>
                  </a:cubicBezTo>
                  <a:cubicBezTo>
                    <a:pt x="41" y="51"/>
                    <a:pt x="44" y="54"/>
                    <a:pt x="46" y="53"/>
                  </a:cubicBezTo>
                  <a:cubicBezTo>
                    <a:pt x="48" y="52"/>
                    <a:pt x="50" y="56"/>
                    <a:pt x="51" y="55"/>
                  </a:cubicBezTo>
                  <a:cubicBezTo>
                    <a:pt x="53" y="54"/>
                    <a:pt x="58" y="54"/>
                    <a:pt x="59" y="55"/>
                  </a:cubicBezTo>
                  <a:cubicBezTo>
                    <a:pt x="60" y="57"/>
                    <a:pt x="61" y="54"/>
                    <a:pt x="61" y="53"/>
                  </a:cubicBezTo>
                  <a:cubicBezTo>
                    <a:pt x="61" y="51"/>
                    <a:pt x="66" y="47"/>
                    <a:pt x="66" y="47"/>
                  </a:cubicBezTo>
                  <a:cubicBezTo>
                    <a:pt x="66" y="47"/>
                    <a:pt x="69" y="47"/>
                    <a:pt x="71" y="46"/>
                  </a:cubicBezTo>
                  <a:cubicBezTo>
                    <a:pt x="71" y="45"/>
                    <a:pt x="70" y="44"/>
                    <a:pt x="70" y="43"/>
                  </a:cubicBezTo>
                  <a:cubicBezTo>
                    <a:pt x="69" y="38"/>
                    <a:pt x="67" y="36"/>
                    <a:pt x="69" y="35"/>
                  </a:cubicBezTo>
                  <a:cubicBezTo>
                    <a:pt x="70" y="33"/>
                    <a:pt x="73" y="36"/>
                    <a:pt x="74" y="36"/>
                  </a:cubicBezTo>
                  <a:cubicBezTo>
                    <a:pt x="76" y="35"/>
                    <a:pt x="79" y="33"/>
                    <a:pt x="79" y="32"/>
                  </a:cubicBezTo>
                  <a:cubicBezTo>
                    <a:pt x="78" y="30"/>
                    <a:pt x="76" y="28"/>
                    <a:pt x="74" y="27"/>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4" name="Freeform 85">
              <a:extLst>
                <a:ext uri="{FF2B5EF4-FFF2-40B4-BE49-F238E27FC236}">
                  <a16:creationId xmlns:a16="http://schemas.microsoft.com/office/drawing/2014/main" id="{C7FC110E-C037-536B-E2E2-F6F3279EB9EF}"/>
                </a:ext>
              </a:extLst>
            </p:cNvPr>
            <p:cNvSpPr>
              <a:spLocks/>
            </p:cNvSpPr>
            <p:nvPr/>
          </p:nvSpPr>
          <p:spPr bwMode="auto">
            <a:xfrm>
              <a:off x="7887542" y="2671684"/>
              <a:ext cx="167688" cy="81136"/>
            </a:xfrm>
            <a:custGeom>
              <a:avLst/>
              <a:gdLst>
                <a:gd name="T0" fmla="*/ 21 w 62"/>
                <a:gd name="T1" fmla="*/ 20 h 29"/>
                <a:gd name="T2" fmla="*/ 32 w 62"/>
                <a:gd name="T3" fmla="*/ 20 h 29"/>
                <a:gd name="T4" fmla="*/ 37 w 62"/>
                <a:gd name="T5" fmla="*/ 22 h 29"/>
                <a:gd name="T6" fmla="*/ 45 w 62"/>
                <a:gd name="T7" fmla="*/ 26 h 29"/>
                <a:gd name="T8" fmla="*/ 49 w 62"/>
                <a:gd name="T9" fmla="*/ 29 h 29"/>
                <a:gd name="T10" fmla="*/ 51 w 62"/>
                <a:gd name="T11" fmla="*/ 27 h 29"/>
                <a:gd name="T12" fmla="*/ 56 w 62"/>
                <a:gd name="T13" fmla="*/ 27 h 29"/>
                <a:gd name="T14" fmla="*/ 60 w 62"/>
                <a:gd name="T15" fmla="*/ 24 h 29"/>
                <a:gd name="T16" fmla="*/ 62 w 62"/>
                <a:gd name="T17" fmla="*/ 23 h 29"/>
                <a:gd name="T18" fmla="*/ 60 w 62"/>
                <a:gd name="T19" fmla="*/ 17 h 29"/>
                <a:gd name="T20" fmla="*/ 58 w 62"/>
                <a:gd name="T21" fmla="*/ 13 h 29"/>
                <a:gd name="T22" fmla="*/ 57 w 62"/>
                <a:gd name="T23" fmla="*/ 8 h 29"/>
                <a:gd name="T24" fmla="*/ 55 w 62"/>
                <a:gd name="T25" fmla="*/ 6 h 29"/>
                <a:gd name="T26" fmla="*/ 47 w 62"/>
                <a:gd name="T27" fmla="*/ 5 h 29"/>
                <a:gd name="T28" fmla="*/ 39 w 62"/>
                <a:gd name="T29" fmla="*/ 0 h 29"/>
                <a:gd name="T30" fmla="*/ 30 w 62"/>
                <a:gd name="T31" fmla="*/ 0 h 29"/>
                <a:gd name="T32" fmla="*/ 29 w 62"/>
                <a:gd name="T33" fmla="*/ 9 h 29"/>
                <a:gd name="T34" fmla="*/ 22 w 62"/>
                <a:gd name="T35" fmla="*/ 12 h 29"/>
                <a:gd name="T36" fmla="*/ 15 w 62"/>
                <a:gd name="T37" fmla="*/ 3 h 29"/>
                <a:gd name="T38" fmla="*/ 7 w 62"/>
                <a:gd name="T39" fmla="*/ 7 h 29"/>
                <a:gd name="T40" fmla="*/ 3 w 62"/>
                <a:gd name="T41" fmla="*/ 14 h 29"/>
                <a:gd name="T42" fmla="*/ 2 w 62"/>
                <a:gd name="T43" fmla="*/ 22 h 29"/>
                <a:gd name="T44" fmla="*/ 2 w 62"/>
                <a:gd name="T45" fmla="*/ 22 h 29"/>
                <a:gd name="T46" fmla="*/ 9 w 62"/>
                <a:gd name="T47" fmla="*/ 20 h 29"/>
                <a:gd name="T48" fmla="*/ 21 w 62"/>
                <a:gd name="T49" fmla="*/ 2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2" h="29">
                  <a:moveTo>
                    <a:pt x="21" y="20"/>
                  </a:moveTo>
                  <a:cubicBezTo>
                    <a:pt x="23" y="20"/>
                    <a:pt x="29" y="21"/>
                    <a:pt x="32" y="20"/>
                  </a:cubicBezTo>
                  <a:cubicBezTo>
                    <a:pt x="35" y="19"/>
                    <a:pt x="35" y="23"/>
                    <a:pt x="37" y="22"/>
                  </a:cubicBezTo>
                  <a:cubicBezTo>
                    <a:pt x="39" y="22"/>
                    <a:pt x="42" y="25"/>
                    <a:pt x="45" y="26"/>
                  </a:cubicBezTo>
                  <a:cubicBezTo>
                    <a:pt x="46" y="27"/>
                    <a:pt x="47" y="28"/>
                    <a:pt x="49" y="29"/>
                  </a:cubicBezTo>
                  <a:cubicBezTo>
                    <a:pt x="49" y="29"/>
                    <a:pt x="50" y="28"/>
                    <a:pt x="51" y="27"/>
                  </a:cubicBezTo>
                  <a:cubicBezTo>
                    <a:pt x="53" y="26"/>
                    <a:pt x="55" y="27"/>
                    <a:pt x="56" y="27"/>
                  </a:cubicBezTo>
                  <a:cubicBezTo>
                    <a:pt x="58" y="27"/>
                    <a:pt x="58" y="25"/>
                    <a:pt x="60" y="24"/>
                  </a:cubicBezTo>
                  <a:cubicBezTo>
                    <a:pt x="60" y="23"/>
                    <a:pt x="61" y="23"/>
                    <a:pt x="62" y="23"/>
                  </a:cubicBezTo>
                  <a:cubicBezTo>
                    <a:pt x="61" y="21"/>
                    <a:pt x="61" y="19"/>
                    <a:pt x="60" y="17"/>
                  </a:cubicBezTo>
                  <a:cubicBezTo>
                    <a:pt x="59" y="16"/>
                    <a:pt x="57" y="14"/>
                    <a:pt x="58" y="13"/>
                  </a:cubicBezTo>
                  <a:cubicBezTo>
                    <a:pt x="58" y="11"/>
                    <a:pt x="58" y="9"/>
                    <a:pt x="57" y="8"/>
                  </a:cubicBezTo>
                  <a:cubicBezTo>
                    <a:pt x="56" y="7"/>
                    <a:pt x="56" y="6"/>
                    <a:pt x="55" y="6"/>
                  </a:cubicBezTo>
                  <a:cubicBezTo>
                    <a:pt x="52" y="5"/>
                    <a:pt x="48" y="5"/>
                    <a:pt x="47" y="5"/>
                  </a:cubicBezTo>
                  <a:cubicBezTo>
                    <a:pt x="46" y="6"/>
                    <a:pt x="40" y="1"/>
                    <a:pt x="39" y="0"/>
                  </a:cubicBezTo>
                  <a:cubicBezTo>
                    <a:pt x="38" y="0"/>
                    <a:pt x="34" y="0"/>
                    <a:pt x="30" y="0"/>
                  </a:cubicBezTo>
                  <a:cubicBezTo>
                    <a:pt x="27" y="3"/>
                    <a:pt x="29" y="5"/>
                    <a:pt x="29" y="9"/>
                  </a:cubicBezTo>
                  <a:cubicBezTo>
                    <a:pt x="29" y="13"/>
                    <a:pt x="25" y="12"/>
                    <a:pt x="22" y="12"/>
                  </a:cubicBezTo>
                  <a:cubicBezTo>
                    <a:pt x="20" y="12"/>
                    <a:pt x="16" y="5"/>
                    <a:pt x="15" y="3"/>
                  </a:cubicBezTo>
                  <a:cubicBezTo>
                    <a:pt x="13" y="2"/>
                    <a:pt x="9" y="5"/>
                    <a:pt x="7" y="7"/>
                  </a:cubicBezTo>
                  <a:cubicBezTo>
                    <a:pt x="4" y="9"/>
                    <a:pt x="5" y="12"/>
                    <a:pt x="3" y="14"/>
                  </a:cubicBezTo>
                  <a:cubicBezTo>
                    <a:pt x="1" y="15"/>
                    <a:pt x="0" y="18"/>
                    <a:pt x="2" y="22"/>
                  </a:cubicBezTo>
                  <a:cubicBezTo>
                    <a:pt x="2" y="22"/>
                    <a:pt x="2" y="22"/>
                    <a:pt x="2" y="22"/>
                  </a:cubicBezTo>
                  <a:cubicBezTo>
                    <a:pt x="5" y="22"/>
                    <a:pt x="7" y="21"/>
                    <a:pt x="9" y="20"/>
                  </a:cubicBezTo>
                  <a:cubicBezTo>
                    <a:pt x="12" y="18"/>
                    <a:pt x="19" y="20"/>
                    <a:pt x="21" y="20"/>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5" name="Freeform 86">
              <a:extLst>
                <a:ext uri="{FF2B5EF4-FFF2-40B4-BE49-F238E27FC236}">
                  <a16:creationId xmlns:a16="http://schemas.microsoft.com/office/drawing/2014/main" id="{4DE9FA30-D460-B426-87FA-AC45AA503108}"/>
                </a:ext>
              </a:extLst>
            </p:cNvPr>
            <p:cNvSpPr>
              <a:spLocks/>
            </p:cNvSpPr>
            <p:nvPr/>
          </p:nvSpPr>
          <p:spPr bwMode="auto">
            <a:xfrm>
              <a:off x="7887542" y="2722247"/>
              <a:ext cx="132325" cy="89368"/>
            </a:xfrm>
            <a:custGeom>
              <a:avLst/>
              <a:gdLst>
                <a:gd name="T0" fmla="*/ 7 w 49"/>
                <a:gd name="T1" fmla="*/ 16 h 32"/>
                <a:gd name="T2" fmla="*/ 12 w 49"/>
                <a:gd name="T3" fmla="*/ 18 h 32"/>
                <a:gd name="T4" fmla="*/ 17 w 49"/>
                <a:gd name="T5" fmla="*/ 21 h 32"/>
                <a:gd name="T6" fmla="*/ 17 w 49"/>
                <a:gd name="T7" fmla="*/ 27 h 32"/>
                <a:gd name="T8" fmla="*/ 23 w 49"/>
                <a:gd name="T9" fmla="*/ 31 h 32"/>
                <a:gd name="T10" fmla="*/ 29 w 49"/>
                <a:gd name="T11" fmla="*/ 31 h 32"/>
                <a:gd name="T12" fmla="*/ 34 w 49"/>
                <a:gd name="T13" fmla="*/ 29 h 32"/>
                <a:gd name="T14" fmla="*/ 39 w 49"/>
                <a:gd name="T15" fmla="*/ 27 h 32"/>
                <a:gd name="T16" fmla="*/ 40 w 49"/>
                <a:gd name="T17" fmla="*/ 23 h 32"/>
                <a:gd name="T18" fmla="*/ 45 w 49"/>
                <a:gd name="T19" fmla="*/ 19 h 32"/>
                <a:gd name="T20" fmla="*/ 47 w 49"/>
                <a:gd name="T21" fmla="*/ 17 h 32"/>
                <a:gd name="T22" fmla="*/ 48 w 49"/>
                <a:gd name="T23" fmla="*/ 14 h 32"/>
                <a:gd name="T24" fmla="*/ 49 w 49"/>
                <a:gd name="T25" fmla="*/ 11 h 32"/>
                <a:gd name="T26" fmla="*/ 45 w 49"/>
                <a:gd name="T27" fmla="*/ 8 h 32"/>
                <a:gd name="T28" fmla="*/ 37 w 49"/>
                <a:gd name="T29" fmla="*/ 4 h 32"/>
                <a:gd name="T30" fmla="*/ 32 w 49"/>
                <a:gd name="T31" fmla="*/ 2 h 32"/>
                <a:gd name="T32" fmla="*/ 21 w 49"/>
                <a:gd name="T33" fmla="*/ 2 h 32"/>
                <a:gd name="T34" fmla="*/ 9 w 49"/>
                <a:gd name="T35" fmla="*/ 2 h 32"/>
                <a:gd name="T36" fmla="*/ 2 w 49"/>
                <a:gd name="T37" fmla="*/ 4 h 32"/>
                <a:gd name="T38" fmla="*/ 1 w 49"/>
                <a:gd name="T39" fmla="*/ 13 h 32"/>
                <a:gd name="T40" fmla="*/ 2 w 49"/>
                <a:gd name="T41" fmla="*/ 16 h 32"/>
                <a:gd name="T42" fmla="*/ 7 w 49"/>
                <a:gd name="T43"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9" h="32">
                  <a:moveTo>
                    <a:pt x="7" y="16"/>
                  </a:moveTo>
                  <a:cubicBezTo>
                    <a:pt x="8" y="17"/>
                    <a:pt x="11" y="18"/>
                    <a:pt x="12" y="18"/>
                  </a:cubicBezTo>
                  <a:cubicBezTo>
                    <a:pt x="13" y="17"/>
                    <a:pt x="17" y="19"/>
                    <a:pt x="17" y="21"/>
                  </a:cubicBezTo>
                  <a:cubicBezTo>
                    <a:pt x="17" y="22"/>
                    <a:pt x="16" y="27"/>
                    <a:pt x="17" y="27"/>
                  </a:cubicBezTo>
                  <a:cubicBezTo>
                    <a:pt x="17" y="27"/>
                    <a:pt x="23" y="28"/>
                    <a:pt x="23" y="31"/>
                  </a:cubicBezTo>
                  <a:cubicBezTo>
                    <a:pt x="26" y="31"/>
                    <a:pt x="28" y="31"/>
                    <a:pt x="29" y="31"/>
                  </a:cubicBezTo>
                  <a:cubicBezTo>
                    <a:pt x="31" y="32"/>
                    <a:pt x="33" y="30"/>
                    <a:pt x="34" y="29"/>
                  </a:cubicBezTo>
                  <a:cubicBezTo>
                    <a:pt x="35" y="28"/>
                    <a:pt x="38" y="27"/>
                    <a:pt x="39" y="27"/>
                  </a:cubicBezTo>
                  <a:cubicBezTo>
                    <a:pt x="40" y="27"/>
                    <a:pt x="40" y="25"/>
                    <a:pt x="40" y="23"/>
                  </a:cubicBezTo>
                  <a:cubicBezTo>
                    <a:pt x="41" y="22"/>
                    <a:pt x="43" y="20"/>
                    <a:pt x="45" y="19"/>
                  </a:cubicBezTo>
                  <a:cubicBezTo>
                    <a:pt x="46" y="19"/>
                    <a:pt x="46" y="17"/>
                    <a:pt x="47" y="17"/>
                  </a:cubicBezTo>
                  <a:cubicBezTo>
                    <a:pt x="49" y="17"/>
                    <a:pt x="49" y="15"/>
                    <a:pt x="48" y="14"/>
                  </a:cubicBezTo>
                  <a:cubicBezTo>
                    <a:pt x="48" y="13"/>
                    <a:pt x="48" y="12"/>
                    <a:pt x="49" y="11"/>
                  </a:cubicBezTo>
                  <a:cubicBezTo>
                    <a:pt x="47" y="10"/>
                    <a:pt x="46" y="9"/>
                    <a:pt x="45" y="8"/>
                  </a:cubicBezTo>
                  <a:cubicBezTo>
                    <a:pt x="42" y="7"/>
                    <a:pt x="39" y="4"/>
                    <a:pt x="37" y="4"/>
                  </a:cubicBezTo>
                  <a:cubicBezTo>
                    <a:pt x="35" y="5"/>
                    <a:pt x="35" y="1"/>
                    <a:pt x="32" y="2"/>
                  </a:cubicBezTo>
                  <a:cubicBezTo>
                    <a:pt x="29" y="3"/>
                    <a:pt x="23" y="2"/>
                    <a:pt x="21" y="2"/>
                  </a:cubicBezTo>
                  <a:cubicBezTo>
                    <a:pt x="19" y="2"/>
                    <a:pt x="12" y="0"/>
                    <a:pt x="9" y="2"/>
                  </a:cubicBezTo>
                  <a:cubicBezTo>
                    <a:pt x="7" y="3"/>
                    <a:pt x="5" y="4"/>
                    <a:pt x="2" y="4"/>
                  </a:cubicBezTo>
                  <a:cubicBezTo>
                    <a:pt x="4" y="8"/>
                    <a:pt x="3" y="11"/>
                    <a:pt x="1" y="13"/>
                  </a:cubicBezTo>
                  <a:cubicBezTo>
                    <a:pt x="0" y="15"/>
                    <a:pt x="1" y="15"/>
                    <a:pt x="2" y="16"/>
                  </a:cubicBezTo>
                  <a:cubicBezTo>
                    <a:pt x="4" y="15"/>
                    <a:pt x="6" y="15"/>
                    <a:pt x="7" y="16"/>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6" name="Freeform 87">
              <a:extLst>
                <a:ext uri="{FF2B5EF4-FFF2-40B4-BE49-F238E27FC236}">
                  <a16:creationId xmlns:a16="http://schemas.microsoft.com/office/drawing/2014/main" id="{E323BC3A-8348-1BAE-3B67-B0A52DCF22B3}"/>
                </a:ext>
              </a:extLst>
            </p:cNvPr>
            <p:cNvSpPr>
              <a:spLocks/>
            </p:cNvSpPr>
            <p:nvPr/>
          </p:nvSpPr>
          <p:spPr bwMode="auto">
            <a:xfrm>
              <a:off x="7563573" y="3003285"/>
              <a:ext cx="102665" cy="61146"/>
            </a:xfrm>
            <a:custGeom>
              <a:avLst/>
              <a:gdLst>
                <a:gd name="T0" fmla="*/ 34 w 38"/>
                <a:gd name="T1" fmla="*/ 9 h 22"/>
                <a:gd name="T2" fmla="*/ 29 w 38"/>
                <a:gd name="T3" fmla="*/ 7 h 22"/>
                <a:gd name="T4" fmla="*/ 29 w 38"/>
                <a:gd name="T5" fmla="*/ 3 h 22"/>
                <a:gd name="T6" fmla="*/ 24 w 38"/>
                <a:gd name="T7" fmla="*/ 1 h 22"/>
                <a:gd name="T8" fmla="*/ 19 w 38"/>
                <a:gd name="T9" fmla="*/ 1 h 22"/>
                <a:gd name="T10" fmla="*/ 12 w 38"/>
                <a:gd name="T11" fmla="*/ 2 h 22"/>
                <a:gd name="T12" fmla="*/ 10 w 38"/>
                <a:gd name="T13" fmla="*/ 3 h 22"/>
                <a:gd name="T14" fmla="*/ 6 w 38"/>
                <a:gd name="T15" fmla="*/ 7 h 22"/>
                <a:gd name="T16" fmla="*/ 1 w 38"/>
                <a:gd name="T17" fmla="*/ 13 h 22"/>
                <a:gd name="T18" fmla="*/ 2 w 38"/>
                <a:gd name="T19" fmla="*/ 16 h 22"/>
                <a:gd name="T20" fmla="*/ 6 w 38"/>
                <a:gd name="T21" fmla="*/ 16 h 22"/>
                <a:gd name="T22" fmla="*/ 7 w 38"/>
                <a:gd name="T23" fmla="*/ 21 h 22"/>
                <a:gd name="T24" fmla="*/ 7 w 38"/>
                <a:gd name="T25" fmla="*/ 21 h 22"/>
                <a:gd name="T26" fmla="*/ 14 w 38"/>
                <a:gd name="T27" fmla="*/ 20 h 22"/>
                <a:gd name="T28" fmla="*/ 18 w 38"/>
                <a:gd name="T29" fmla="*/ 14 h 22"/>
                <a:gd name="T30" fmla="*/ 23 w 38"/>
                <a:gd name="T31" fmla="*/ 20 h 22"/>
                <a:gd name="T32" fmla="*/ 25 w 38"/>
                <a:gd name="T33" fmla="*/ 17 h 22"/>
                <a:gd name="T34" fmla="*/ 28 w 38"/>
                <a:gd name="T35" fmla="*/ 15 h 22"/>
                <a:gd name="T36" fmla="*/ 32 w 38"/>
                <a:gd name="T37" fmla="*/ 14 h 22"/>
                <a:gd name="T38" fmla="*/ 35 w 38"/>
                <a:gd name="T39" fmla="*/ 13 h 22"/>
                <a:gd name="T40" fmla="*/ 36 w 38"/>
                <a:gd name="T41" fmla="*/ 11 h 22"/>
                <a:gd name="T42" fmla="*/ 38 w 38"/>
                <a:gd name="T43" fmla="*/ 10 h 22"/>
                <a:gd name="T44" fmla="*/ 34 w 38"/>
                <a:gd name="T45"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 h="22">
                  <a:moveTo>
                    <a:pt x="34" y="9"/>
                  </a:moveTo>
                  <a:cubicBezTo>
                    <a:pt x="32" y="10"/>
                    <a:pt x="29" y="8"/>
                    <a:pt x="29" y="7"/>
                  </a:cubicBezTo>
                  <a:cubicBezTo>
                    <a:pt x="29" y="6"/>
                    <a:pt x="29" y="5"/>
                    <a:pt x="29" y="3"/>
                  </a:cubicBezTo>
                  <a:cubicBezTo>
                    <a:pt x="28" y="3"/>
                    <a:pt x="26" y="2"/>
                    <a:pt x="24" y="1"/>
                  </a:cubicBezTo>
                  <a:cubicBezTo>
                    <a:pt x="22" y="0"/>
                    <a:pt x="21" y="0"/>
                    <a:pt x="19" y="1"/>
                  </a:cubicBezTo>
                  <a:cubicBezTo>
                    <a:pt x="17" y="2"/>
                    <a:pt x="14" y="2"/>
                    <a:pt x="12" y="2"/>
                  </a:cubicBezTo>
                  <a:cubicBezTo>
                    <a:pt x="11" y="2"/>
                    <a:pt x="11" y="3"/>
                    <a:pt x="10" y="3"/>
                  </a:cubicBezTo>
                  <a:cubicBezTo>
                    <a:pt x="9" y="3"/>
                    <a:pt x="6" y="5"/>
                    <a:pt x="6" y="7"/>
                  </a:cubicBezTo>
                  <a:cubicBezTo>
                    <a:pt x="6" y="8"/>
                    <a:pt x="2" y="10"/>
                    <a:pt x="1" y="13"/>
                  </a:cubicBezTo>
                  <a:cubicBezTo>
                    <a:pt x="0" y="17"/>
                    <a:pt x="0" y="18"/>
                    <a:pt x="2" y="16"/>
                  </a:cubicBezTo>
                  <a:cubicBezTo>
                    <a:pt x="4" y="14"/>
                    <a:pt x="6" y="15"/>
                    <a:pt x="6" y="16"/>
                  </a:cubicBezTo>
                  <a:cubicBezTo>
                    <a:pt x="6" y="18"/>
                    <a:pt x="8" y="18"/>
                    <a:pt x="7" y="21"/>
                  </a:cubicBezTo>
                  <a:cubicBezTo>
                    <a:pt x="7" y="21"/>
                    <a:pt x="7" y="21"/>
                    <a:pt x="7" y="21"/>
                  </a:cubicBezTo>
                  <a:cubicBezTo>
                    <a:pt x="10" y="20"/>
                    <a:pt x="13" y="20"/>
                    <a:pt x="14" y="20"/>
                  </a:cubicBezTo>
                  <a:cubicBezTo>
                    <a:pt x="16" y="20"/>
                    <a:pt x="18" y="15"/>
                    <a:pt x="18" y="14"/>
                  </a:cubicBezTo>
                  <a:cubicBezTo>
                    <a:pt x="19" y="14"/>
                    <a:pt x="21" y="18"/>
                    <a:pt x="23" y="20"/>
                  </a:cubicBezTo>
                  <a:cubicBezTo>
                    <a:pt x="25" y="22"/>
                    <a:pt x="25" y="18"/>
                    <a:pt x="25" y="17"/>
                  </a:cubicBezTo>
                  <a:cubicBezTo>
                    <a:pt x="25" y="15"/>
                    <a:pt x="27" y="15"/>
                    <a:pt x="28" y="15"/>
                  </a:cubicBezTo>
                  <a:cubicBezTo>
                    <a:pt x="30" y="15"/>
                    <a:pt x="32" y="16"/>
                    <a:pt x="32" y="14"/>
                  </a:cubicBezTo>
                  <a:cubicBezTo>
                    <a:pt x="32" y="12"/>
                    <a:pt x="34" y="13"/>
                    <a:pt x="35" y="13"/>
                  </a:cubicBezTo>
                  <a:cubicBezTo>
                    <a:pt x="36" y="13"/>
                    <a:pt x="36" y="11"/>
                    <a:pt x="36" y="11"/>
                  </a:cubicBezTo>
                  <a:cubicBezTo>
                    <a:pt x="38" y="10"/>
                    <a:pt x="38" y="10"/>
                    <a:pt x="38" y="10"/>
                  </a:cubicBezTo>
                  <a:cubicBezTo>
                    <a:pt x="36" y="9"/>
                    <a:pt x="35" y="9"/>
                    <a:pt x="34" y="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7" name="Freeform 88">
              <a:extLst>
                <a:ext uri="{FF2B5EF4-FFF2-40B4-BE49-F238E27FC236}">
                  <a16:creationId xmlns:a16="http://schemas.microsoft.com/office/drawing/2014/main" id="{D1B4F1E6-38D6-944A-FD93-E2E819C32852}"/>
                </a:ext>
              </a:extLst>
            </p:cNvPr>
            <p:cNvSpPr>
              <a:spLocks/>
            </p:cNvSpPr>
            <p:nvPr/>
          </p:nvSpPr>
          <p:spPr bwMode="auto">
            <a:xfrm>
              <a:off x="7561291" y="2781042"/>
              <a:ext cx="201910" cy="238706"/>
            </a:xfrm>
            <a:custGeom>
              <a:avLst/>
              <a:gdLst>
                <a:gd name="T0" fmla="*/ 9 w 75"/>
                <a:gd name="T1" fmla="*/ 22 h 86"/>
                <a:gd name="T2" fmla="*/ 5 w 75"/>
                <a:gd name="T3" fmla="*/ 26 h 86"/>
                <a:gd name="T4" fmla="*/ 8 w 75"/>
                <a:gd name="T5" fmla="*/ 31 h 86"/>
                <a:gd name="T6" fmla="*/ 6 w 75"/>
                <a:gd name="T7" fmla="*/ 33 h 86"/>
                <a:gd name="T8" fmla="*/ 2 w 75"/>
                <a:gd name="T9" fmla="*/ 36 h 86"/>
                <a:gd name="T10" fmla="*/ 1 w 75"/>
                <a:gd name="T11" fmla="*/ 40 h 86"/>
                <a:gd name="T12" fmla="*/ 0 w 75"/>
                <a:gd name="T13" fmla="*/ 46 h 86"/>
                <a:gd name="T14" fmla="*/ 2 w 75"/>
                <a:gd name="T15" fmla="*/ 52 h 86"/>
                <a:gd name="T16" fmla="*/ 1 w 75"/>
                <a:gd name="T17" fmla="*/ 55 h 86"/>
                <a:gd name="T18" fmla="*/ 3 w 75"/>
                <a:gd name="T19" fmla="*/ 62 h 86"/>
                <a:gd name="T20" fmla="*/ 5 w 75"/>
                <a:gd name="T21" fmla="*/ 63 h 86"/>
                <a:gd name="T22" fmla="*/ 10 w 75"/>
                <a:gd name="T23" fmla="*/ 65 h 86"/>
                <a:gd name="T24" fmla="*/ 15 w 75"/>
                <a:gd name="T25" fmla="*/ 67 h 86"/>
                <a:gd name="T26" fmla="*/ 17 w 75"/>
                <a:gd name="T27" fmla="*/ 70 h 86"/>
                <a:gd name="T28" fmla="*/ 13 w 75"/>
                <a:gd name="T29" fmla="*/ 77 h 86"/>
                <a:gd name="T30" fmla="*/ 13 w 75"/>
                <a:gd name="T31" fmla="*/ 82 h 86"/>
                <a:gd name="T32" fmla="*/ 20 w 75"/>
                <a:gd name="T33" fmla="*/ 81 h 86"/>
                <a:gd name="T34" fmla="*/ 25 w 75"/>
                <a:gd name="T35" fmla="*/ 81 h 86"/>
                <a:gd name="T36" fmla="*/ 30 w 75"/>
                <a:gd name="T37" fmla="*/ 83 h 86"/>
                <a:gd name="T38" fmla="*/ 31 w 75"/>
                <a:gd name="T39" fmla="*/ 82 h 86"/>
                <a:gd name="T40" fmla="*/ 36 w 75"/>
                <a:gd name="T41" fmla="*/ 84 h 86"/>
                <a:gd name="T42" fmla="*/ 41 w 75"/>
                <a:gd name="T43" fmla="*/ 83 h 86"/>
                <a:gd name="T44" fmla="*/ 46 w 75"/>
                <a:gd name="T45" fmla="*/ 83 h 86"/>
                <a:gd name="T46" fmla="*/ 55 w 75"/>
                <a:gd name="T47" fmla="*/ 81 h 86"/>
                <a:gd name="T48" fmla="*/ 58 w 75"/>
                <a:gd name="T49" fmla="*/ 78 h 86"/>
                <a:gd name="T50" fmla="*/ 61 w 75"/>
                <a:gd name="T51" fmla="*/ 73 h 86"/>
                <a:gd name="T52" fmla="*/ 66 w 75"/>
                <a:gd name="T53" fmla="*/ 70 h 86"/>
                <a:gd name="T54" fmla="*/ 57 w 75"/>
                <a:gd name="T55" fmla="*/ 63 h 86"/>
                <a:gd name="T56" fmla="*/ 54 w 75"/>
                <a:gd name="T57" fmla="*/ 56 h 86"/>
                <a:gd name="T58" fmla="*/ 54 w 75"/>
                <a:gd name="T59" fmla="*/ 51 h 86"/>
                <a:gd name="T60" fmla="*/ 63 w 75"/>
                <a:gd name="T61" fmla="*/ 48 h 86"/>
                <a:gd name="T62" fmla="*/ 69 w 75"/>
                <a:gd name="T63" fmla="*/ 45 h 86"/>
                <a:gd name="T64" fmla="*/ 74 w 75"/>
                <a:gd name="T65" fmla="*/ 45 h 86"/>
                <a:gd name="T66" fmla="*/ 74 w 75"/>
                <a:gd name="T67" fmla="*/ 40 h 86"/>
                <a:gd name="T68" fmla="*/ 72 w 75"/>
                <a:gd name="T69" fmla="*/ 33 h 86"/>
                <a:gd name="T70" fmla="*/ 71 w 75"/>
                <a:gd name="T71" fmla="*/ 29 h 86"/>
                <a:gd name="T72" fmla="*/ 69 w 75"/>
                <a:gd name="T73" fmla="*/ 25 h 86"/>
                <a:gd name="T74" fmla="*/ 69 w 75"/>
                <a:gd name="T75" fmla="*/ 21 h 86"/>
                <a:gd name="T76" fmla="*/ 69 w 75"/>
                <a:gd name="T77" fmla="*/ 13 h 86"/>
                <a:gd name="T78" fmla="*/ 69 w 75"/>
                <a:gd name="T79" fmla="*/ 12 h 86"/>
                <a:gd name="T80" fmla="*/ 68 w 75"/>
                <a:gd name="T81" fmla="*/ 11 h 86"/>
                <a:gd name="T82" fmla="*/ 63 w 75"/>
                <a:gd name="T83" fmla="*/ 8 h 86"/>
                <a:gd name="T84" fmla="*/ 64 w 75"/>
                <a:gd name="T85" fmla="*/ 3 h 86"/>
                <a:gd name="T86" fmla="*/ 56 w 75"/>
                <a:gd name="T87" fmla="*/ 5 h 86"/>
                <a:gd name="T88" fmla="*/ 47 w 75"/>
                <a:gd name="T89" fmla="*/ 10 h 86"/>
                <a:gd name="T90" fmla="*/ 42 w 75"/>
                <a:gd name="T91" fmla="*/ 7 h 86"/>
                <a:gd name="T92" fmla="*/ 39 w 75"/>
                <a:gd name="T93" fmla="*/ 6 h 86"/>
                <a:gd name="T94" fmla="*/ 33 w 75"/>
                <a:gd name="T95" fmla="*/ 3 h 86"/>
                <a:gd name="T96" fmla="*/ 33 w 75"/>
                <a:gd name="T97" fmla="*/ 1 h 86"/>
                <a:gd name="T98" fmla="*/ 30 w 75"/>
                <a:gd name="T99" fmla="*/ 1 h 86"/>
                <a:gd name="T100" fmla="*/ 22 w 75"/>
                <a:gd name="T101" fmla="*/ 0 h 86"/>
                <a:gd name="T102" fmla="*/ 23 w 75"/>
                <a:gd name="T103" fmla="*/ 4 h 86"/>
                <a:gd name="T104" fmla="*/ 26 w 75"/>
                <a:gd name="T105" fmla="*/ 11 h 86"/>
                <a:gd name="T106" fmla="*/ 22 w 75"/>
                <a:gd name="T107" fmla="*/ 15 h 86"/>
                <a:gd name="T108" fmla="*/ 16 w 75"/>
                <a:gd name="T109" fmla="*/ 14 h 86"/>
                <a:gd name="T110" fmla="*/ 9 w 75"/>
                <a:gd name="T111" fmla="*/ 15 h 86"/>
                <a:gd name="T112" fmla="*/ 9 w 75"/>
                <a:gd name="T113" fmla="*/ 17 h 86"/>
                <a:gd name="T114" fmla="*/ 9 w 75"/>
                <a:gd name="T115" fmla="*/ 2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5" h="86">
                  <a:moveTo>
                    <a:pt x="9" y="22"/>
                  </a:moveTo>
                  <a:cubicBezTo>
                    <a:pt x="7" y="25"/>
                    <a:pt x="5" y="25"/>
                    <a:pt x="5" y="26"/>
                  </a:cubicBezTo>
                  <a:cubicBezTo>
                    <a:pt x="6" y="27"/>
                    <a:pt x="9" y="29"/>
                    <a:pt x="8" y="31"/>
                  </a:cubicBezTo>
                  <a:cubicBezTo>
                    <a:pt x="7" y="32"/>
                    <a:pt x="6" y="31"/>
                    <a:pt x="6" y="33"/>
                  </a:cubicBezTo>
                  <a:cubicBezTo>
                    <a:pt x="6" y="36"/>
                    <a:pt x="3" y="36"/>
                    <a:pt x="2" y="36"/>
                  </a:cubicBezTo>
                  <a:cubicBezTo>
                    <a:pt x="0" y="36"/>
                    <a:pt x="2" y="38"/>
                    <a:pt x="1" y="40"/>
                  </a:cubicBezTo>
                  <a:cubicBezTo>
                    <a:pt x="0" y="41"/>
                    <a:pt x="0" y="45"/>
                    <a:pt x="0" y="46"/>
                  </a:cubicBezTo>
                  <a:cubicBezTo>
                    <a:pt x="0" y="48"/>
                    <a:pt x="3" y="50"/>
                    <a:pt x="2" y="52"/>
                  </a:cubicBezTo>
                  <a:cubicBezTo>
                    <a:pt x="2" y="53"/>
                    <a:pt x="0" y="54"/>
                    <a:pt x="1" y="55"/>
                  </a:cubicBezTo>
                  <a:cubicBezTo>
                    <a:pt x="1" y="56"/>
                    <a:pt x="3" y="57"/>
                    <a:pt x="3" y="62"/>
                  </a:cubicBezTo>
                  <a:cubicBezTo>
                    <a:pt x="4" y="62"/>
                    <a:pt x="5" y="62"/>
                    <a:pt x="5" y="63"/>
                  </a:cubicBezTo>
                  <a:cubicBezTo>
                    <a:pt x="6" y="64"/>
                    <a:pt x="8" y="65"/>
                    <a:pt x="10" y="65"/>
                  </a:cubicBezTo>
                  <a:cubicBezTo>
                    <a:pt x="13" y="65"/>
                    <a:pt x="14" y="67"/>
                    <a:pt x="15" y="67"/>
                  </a:cubicBezTo>
                  <a:cubicBezTo>
                    <a:pt x="16" y="67"/>
                    <a:pt x="19" y="68"/>
                    <a:pt x="17" y="70"/>
                  </a:cubicBezTo>
                  <a:cubicBezTo>
                    <a:pt x="14" y="72"/>
                    <a:pt x="14" y="74"/>
                    <a:pt x="13" y="77"/>
                  </a:cubicBezTo>
                  <a:cubicBezTo>
                    <a:pt x="13" y="78"/>
                    <a:pt x="13" y="80"/>
                    <a:pt x="13" y="82"/>
                  </a:cubicBezTo>
                  <a:cubicBezTo>
                    <a:pt x="15" y="82"/>
                    <a:pt x="18" y="82"/>
                    <a:pt x="20" y="81"/>
                  </a:cubicBezTo>
                  <a:cubicBezTo>
                    <a:pt x="22" y="80"/>
                    <a:pt x="23" y="80"/>
                    <a:pt x="25" y="81"/>
                  </a:cubicBezTo>
                  <a:cubicBezTo>
                    <a:pt x="27" y="82"/>
                    <a:pt x="29" y="83"/>
                    <a:pt x="30" y="83"/>
                  </a:cubicBezTo>
                  <a:cubicBezTo>
                    <a:pt x="30" y="83"/>
                    <a:pt x="31" y="82"/>
                    <a:pt x="31" y="82"/>
                  </a:cubicBezTo>
                  <a:cubicBezTo>
                    <a:pt x="33" y="82"/>
                    <a:pt x="35" y="86"/>
                    <a:pt x="36" y="84"/>
                  </a:cubicBezTo>
                  <a:cubicBezTo>
                    <a:pt x="37" y="82"/>
                    <a:pt x="40" y="82"/>
                    <a:pt x="41" y="83"/>
                  </a:cubicBezTo>
                  <a:cubicBezTo>
                    <a:pt x="42" y="84"/>
                    <a:pt x="44" y="84"/>
                    <a:pt x="46" y="83"/>
                  </a:cubicBezTo>
                  <a:cubicBezTo>
                    <a:pt x="47" y="81"/>
                    <a:pt x="53" y="80"/>
                    <a:pt x="55" y="81"/>
                  </a:cubicBezTo>
                  <a:cubicBezTo>
                    <a:pt x="56" y="81"/>
                    <a:pt x="59" y="83"/>
                    <a:pt x="58" y="78"/>
                  </a:cubicBezTo>
                  <a:cubicBezTo>
                    <a:pt x="57" y="74"/>
                    <a:pt x="61" y="75"/>
                    <a:pt x="61" y="73"/>
                  </a:cubicBezTo>
                  <a:cubicBezTo>
                    <a:pt x="62" y="72"/>
                    <a:pt x="67" y="71"/>
                    <a:pt x="66" y="70"/>
                  </a:cubicBezTo>
                  <a:cubicBezTo>
                    <a:pt x="65" y="68"/>
                    <a:pt x="59" y="64"/>
                    <a:pt x="57" y="63"/>
                  </a:cubicBezTo>
                  <a:cubicBezTo>
                    <a:pt x="55" y="62"/>
                    <a:pt x="55" y="58"/>
                    <a:pt x="54" y="56"/>
                  </a:cubicBezTo>
                  <a:cubicBezTo>
                    <a:pt x="53" y="54"/>
                    <a:pt x="51" y="52"/>
                    <a:pt x="54" y="51"/>
                  </a:cubicBezTo>
                  <a:cubicBezTo>
                    <a:pt x="56" y="51"/>
                    <a:pt x="61" y="50"/>
                    <a:pt x="63" y="48"/>
                  </a:cubicBezTo>
                  <a:cubicBezTo>
                    <a:pt x="65" y="46"/>
                    <a:pt x="68" y="46"/>
                    <a:pt x="69" y="45"/>
                  </a:cubicBezTo>
                  <a:cubicBezTo>
                    <a:pt x="71" y="44"/>
                    <a:pt x="73" y="46"/>
                    <a:pt x="74" y="45"/>
                  </a:cubicBezTo>
                  <a:cubicBezTo>
                    <a:pt x="75" y="44"/>
                    <a:pt x="75" y="41"/>
                    <a:pt x="74" y="40"/>
                  </a:cubicBezTo>
                  <a:cubicBezTo>
                    <a:pt x="73" y="39"/>
                    <a:pt x="72" y="36"/>
                    <a:pt x="72" y="33"/>
                  </a:cubicBezTo>
                  <a:cubicBezTo>
                    <a:pt x="72" y="30"/>
                    <a:pt x="71" y="30"/>
                    <a:pt x="71" y="29"/>
                  </a:cubicBezTo>
                  <a:cubicBezTo>
                    <a:pt x="71" y="27"/>
                    <a:pt x="70" y="25"/>
                    <a:pt x="69" y="25"/>
                  </a:cubicBezTo>
                  <a:cubicBezTo>
                    <a:pt x="68" y="24"/>
                    <a:pt x="67" y="23"/>
                    <a:pt x="69" y="21"/>
                  </a:cubicBezTo>
                  <a:cubicBezTo>
                    <a:pt x="70" y="19"/>
                    <a:pt x="69" y="14"/>
                    <a:pt x="69" y="13"/>
                  </a:cubicBezTo>
                  <a:cubicBezTo>
                    <a:pt x="69" y="12"/>
                    <a:pt x="69" y="12"/>
                    <a:pt x="69" y="12"/>
                  </a:cubicBezTo>
                  <a:cubicBezTo>
                    <a:pt x="68" y="11"/>
                    <a:pt x="68" y="11"/>
                    <a:pt x="68" y="11"/>
                  </a:cubicBezTo>
                  <a:cubicBezTo>
                    <a:pt x="68" y="9"/>
                    <a:pt x="66" y="8"/>
                    <a:pt x="63" y="8"/>
                  </a:cubicBezTo>
                  <a:cubicBezTo>
                    <a:pt x="60" y="8"/>
                    <a:pt x="65" y="5"/>
                    <a:pt x="64" y="3"/>
                  </a:cubicBezTo>
                  <a:cubicBezTo>
                    <a:pt x="63" y="1"/>
                    <a:pt x="59" y="6"/>
                    <a:pt x="56" y="5"/>
                  </a:cubicBezTo>
                  <a:cubicBezTo>
                    <a:pt x="53" y="4"/>
                    <a:pt x="49" y="8"/>
                    <a:pt x="47" y="10"/>
                  </a:cubicBezTo>
                  <a:cubicBezTo>
                    <a:pt x="44" y="12"/>
                    <a:pt x="40" y="10"/>
                    <a:pt x="42" y="7"/>
                  </a:cubicBezTo>
                  <a:cubicBezTo>
                    <a:pt x="44" y="4"/>
                    <a:pt x="42" y="5"/>
                    <a:pt x="39" y="6"/>
                  </a:cubicBezTo>
                  <a:cubicBezTo>
                    <a:pt x="37" y="7"/>
                    <a:pt x="33" y="5"/>
                    <a:pt x="33" y="3"/>
                  </a:cubicBezTo>
                  <a:cubicBezTo>
                    <a:pt x="33" y="2"/>
                    <a:pt x="33" y="1"/>
                    <a:pt x="33" y="1"/>
                  </a:cubicBezTo>
                  <a:cubicBezTo>
                    <a:pt x="31" y="1"/>
                    <a:pt x="30" y="1"/>
                    <a:pt x="30" y="1"/>
                  </a:cubicBezTo>
                  <a:cubicBezTo>
                    <a:pt x="28" y="0"/>
                    <a:pt x="25" y="0"/>
                    <a:pt x="22" y="0"/>
                  </a:cubicBezTo>
                  <a:cubicBezTo>
                    <a:pt x="23" y="2"/>
                    <a:pt x="24" y="3"/>
                    <a:pt x="23" y="4"/>
                  </a:cubicBezTo>
                  <a:cubicBezTo>
                    <a:pt x="22" y="6"/>
                    <a:pt x="24" y="8"/>
                    <a:pt x="26" y="11"/>
                  </a:cubicBezTo>
                  <a:cubicBezTo>
                    <a:pt x="27" y="14"/>
                    <a:pt x="22" y="13"/>
                    <a:pt x="22" y="15"/>
                  </a:cubicBezTo>
                  <a:cubicBezTo>
                    <a:pt x="22" y="17"/>
                    <a:pt x="17" y="15"/>
                    <a:pt x="16" y="14"/>
                  </a:cubicBezTo>
                  <a:cubicBezTo>
                    <a:pt x="14" y="13"/>
                    <a:pt x="9" y="14"/>
                    <a:pt x="9" y="15"/>
                  </a:cubicBezTo>
                  <a:cubicBezTo>
                    <a:pt x="10" y="15"/>
                    <a:pt x="9" y="16"/>
                    <a:pt x="9" y="17"/>
                  </a:cubicBezTo>
                  <a:cubicBezTo>
                    <a:pt x="10" y="19"/>
                    <a:pt x="10" y="21"/>
                    <a:pt x="9" y="2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28" name="Freeform 89">
              <a:extLst>
                <a:ext uri="{FF2B5EF4-FFF2-40B4-BE49-F238E27FC236}">
                  <a16:creationId xmlns:a16="http://schemas.microsoft.com/office/drawing/2014/main" id="{09B57E67-442B-4990-8B0F-C677A6B6E0C1}"/>
                </a:ext>
              </a:extLst>
            </p:cNvPr>
            <p:cNvSpPr>
              <a:spLocks/>
            </p:cNvSpPr>
            <p:nvPr/>
          </p:nvSpPr>
          <p:spPr bwMode="auto">
            <a:xfrm>
              <a:off x="7893246" y="2213086"/>
              <a:ext cx="237273" cy="392748"/>
            </a:xfrm>
            <a:custGeom>
              <a:avLst/>
              <a:gdLst>
                <a:gd name="T0" fmla="*/ 75 w 88"/>
                <a:gd name="T1" fmla="*/ 118 h 141"/>
                <a:gd name="T2" fmla="*/ 87 w 88"/>
                <a:gd name="T3" fmla="*/ 106 h 141"/>
                <a:gd name="T4" fmla="*/ 85 w 88"/>
                <a:gd name="T5" fmla="*/ 99 h 141"/>
                <a:gd name="T6" fmla="*/ 74 w 88"/>
                <a:gd name="T7" fmla="*/ 91 h 141"/>
                <a:gd name="T8" fmla="*/ 80 w 88"/>
                <a:gd name="T9" fmla="*/ 86 h 141"/>
                <a:gd name="T10" fmla="*/ 75 w 88"/>
                <a:gd name="T11" fmla="*/ 82 h 141"/>
                <a:gd name="T12" fmla="*/ 76 w 88"/>
                <a:gd name="T13" fmla="*/ 78 h 141"/>
                <a:gd name="T14" fmla="*/ 72 w 88"/>
                <a:gd name="T15" fmla="*/ 75 h 141"/>
                <a:gd name="T16" fmla="*/ 74 w 88"/>
                <a:gd name="T17" fmla="*/ 72 h 141"/>
                <a:gd name="T18" fmla="*/ 73 w 88"/>
                <a:gd name="T19" fmla="*/ 66 h 141"/>
                <a:gd name="T20" fmla="*/ 76 w 88"/>
                <a:gd name="T21" fmla="*/ 61 h 141"/>
                <a:gd name="T22" fmla="*/ 68 w 88"/>
                <a:gd name="T23" fmla="*/ 48 h 141"/>
                <a:gd name="T24" fmla="*/ 70 w 88"/>
                <a:gd name="T25" fmla="*/ 43 h 141"/>
                <a:gd name="T26" fmla="*/ 75 w 88"/>
                <a:gd name="T27" fmla="*/ 37 h 141"/>
                <a:gd name="T28" fmla="*/ 69 w 88"/>
                <a:gd name="T29" fmla="*/ 31 h 141"/>
                <a:gd name="T30" fmla="*/ 64 w 88"/>
                <a:gd name="T31" fmla="*/ 28 h 141"/>
                <a:gd name="T32" fmla="*/ 63 w 88"/>
                <a:gd name="T33" fmla="*/ 23 h 141"/>
                <a:gd name="T34" fmla="*/ 64 w 88"/>
                <a:gd name="T35" fmla="*/ 19 h 141"/>
                <a:gd name="T36" fmla="*/ 67 w 88"/>
                <a:gd name="T37" fmla="*/ 16 h 141"/>
                <a:gd name="T38" fmla="*/ 69 w 88"/>
                <a:gd name="T39" fmla="*/ 13 h 141"/>
                <a:gd name="T40" fmla="*/ 69 w 88"/>
                <a:gd name="T41" fmla="*/ 8 h 141"/>
                <a:gd name="T42" fmla="*/ 61 w 88"/>
                <a:gd name="T43" fmla="*/ 2 h 141"/>
                <a:gd name="T44" fmla="*/ 54 w 88"/>
                <a:gd name="T45" fmla="*/ 2 h 141"/>
                <a:gd name="T46" fmla="*/ 45 w 88"/>
                <a:gd name="T47" fmla="*/ 4 h 141"/>
                <a:gd name="T48" fmla="*/ 40 w 88"/>
                <a:gd name="T49" fmla="*/ 10 h 141"/>
                <a:gd name="T50" fmla="*/ 39 w 88"/>
                <a:gd name="T51" fmla="*/ 17 h 141"/>
                <a:gd name="T52" fmla="*/ 35 w 88"/>
                <a:gd name="T53" fmla="*/ 22 h 141"/>
                <a:gd name="T54" fmla="*/ 30 w 88"/>
                <a:gd name="T55" fmla="*/ 21 h 141"/>
                <a:gd name="T56" fmla="*/ 24 w 88"/>
                <a:gd name="T57" fmla="*/ 20 h 141"/>
                <a:gd name="T58" fmla="*/ 15 w 88"/>
                <a:gd name="T59" fmla="*/ 20 h 141"/>
                <a:gd name="T60" fmla="*/ 5 w 88"/>
                <a:gd name="T61" fmla="*/ 13 h 141"/>
                <a:gd name="T62" fmla="*/ 0 w 88"/>
                <a:gd name="T63" fmla="*/ 17 h 141"/>
                <a:gd name="T64" fmla="*/ 9 w 88"/>
                <a:gd name="T65" fmla="*/ 24 h 141"/>
                <a:gd name="T66" fmla="*/ 21 w 88"/>
                <a:gd name="T67" fmla="*/ 31 h 141"/>
                <a:gd name="T68" fmla="*/ 21 w 88"/>
                <a:gd name="T69" fmla="*/ 39 h 141"/>
                <a:gd name="T70" fmla="*/ 23 w 88"/>
                <a:gd name="T71" fmla="*/ 47 h 141"/>
                <a:gd name="T72" fmla="*/ 23 w 88"/>
                <a:gd name="T73" fmla="*/ 54 h 141"/>
                <a:gd name="T74" fmla="*/ 25 w 88"/>
                <a:gd name="T75" fmla="*/ 58 h 141"/>
                <a:gd name="T76" fmla="*/ 26 w 88"/>
                <a:gd name="T77" fmla="*/ 62 h 141"/>
                <a:gd name="T78" fmla="*/ 33 w 88"/>
                <a:gd name="T79" fmla="*/ 65 h 141"/>
                <a:gd name="T80" fmla="*/ 35 w 88"/>
                <a:gd name="T81" fmla="*/ 72 h 141"/>
                <a:gd name="T82" fmla="*/ 34 w 88"/>
                <a:gd name="T83" fmla="*/ 75 h 141"/>
                <a:gd name="T84" fmla="*/ 29 w 88"/>
                <a:gd name="T85" fmla="*/ 78 h 141"/>
                <a:gd name="T86" fmla="*/ 21 w 88"/>
                <a:gd name="T87" fmla="*/ 87 h 141"/>
                <a:gd name="T88" fmla="*/ 16 w 88"/>
                <a:gd name="T89" fmla="*/ 91 h 141"/>
                <a:gd name="T90" fmla="*/ 11 w 88"/>
                <a:gd name="T91" fmla="*/ 95 h 141"/>
                <a:gd name="T92" fmla="*/ 5 w 88"/>
                <a:gd name="T93" fmla="*/ 98 h 141"/>
                <a:gd name="T94" fmla="*/ 2 w 88"/>
                <a:gd name="T95" fmla="*/ 104 h 141"/>
                <a:gd name="T96" fmla="*/ 2 w 88"/>
                <a:gd name="T97" fmla="*/ 108 h 141"/>
                <a:gd name="T98" fmla="*/ 3 w 88"/>
                <a:gd name="T99" fmla="*/ 114 h 141"/>
                <a:gd name="T100" fmla="*/ 4 w 88"/>
                <a:gd name="T101" fmla="*/ 124 h 141"/>
                <a:gd name="T102" fmla="*/ 2 w 88"/>
                <a:gd name="T103" fmla="*/ 132 h 141"/>
                <a:gd name="T104" fmla="*/ 10 w 88"/>
                <a:gd name="T105" fmla="*/ 136 h 141"/>
                <a:gd name="T106" fmla="*/ 15 w 88"/>
                <a:gd name="T107" fmla="*/ 138 h 141"/>
                <a:gd name="T108" fmla="*/ 24 w 88"/>
                <a:gd name="T109" fmla="*/ 140 h 141"/>
                <a:gd name="T110" fmla="*/ 50 w 88"/>
                <a:gd name="T111" fmla="*/ 134 h 141"/>
                <a:gd name="T112" fmla="*/ 58 w 88"/>
                <a:gd name="T113" fmla="*/ 134 h 141"/>
                <a:gd name="T114" fmla="*/ 62 w 88"/>
                <a:gd name="T115" fmla="*/ 128 h 141"/>
                <a:gd name="T116" fmla="*/ 75 w 88"/>
                <a:gd name="T117" fmla="*/ 11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8" h="141">
                  <a:moveTo>
                    <a:pt x="75" y="118"/>
                  </a:moveTo>
                  <a:cubicBezTo>
                    <a:pt x="77" y="113"/>
                    <a:pt x="86" y="110"/>
                    <a:pt x="87" y="106"/>
                  </a:cubicBezTo>
                  <a:cubicBezTo>
                    <a:pt x="88" y="104"/>
                    <a:pt x="88" y="103"/>
                    <a:pt x="85" y="99"/>
                  </a:cubicBezTo>
                  <a:cubicBezTo>
                    <a:pt x="82" y="96"/>
                    <a:pt x="75" y="93"/>
                    <a:pt x="74" y="91"/>
                  </a:cubicBezTo>
                  <a:cubicBezTo>
                    <a:pt x="74" y="89"/>
                    <a:pt x="80" y="89"/>
                    <a:pt x="80" y="86"/>
                  </a:cubicBezTo>
                  <a:cubicBezTo>
                    <a:pt x="79" y="84"/>
                    <a:pt x="76" y="84"/>
                    <a:pt x="75" y="82"/>
                  </a:cubicBezTo>
                  <a:cubicBezTo>
                    <a:pt x="74" y="80"/>
                    <a:pt x="77" y="79"/>
                    <a:pt x="76" y="78"/>
                  </a:cubicBezTo>
                  <a:cubicBezTo>
                    <a:pt x="76" y="77"/>
                    <a:pt x="72" y="76"/>
                    <a:pt x="72" y="75"/>
                  </a:cubicBezTo>
                  <a:cubicBezTo>
                    <a:pt x="72" y="74"/>
                    <a:pt x="75" y="74"/>
                    <a:pt x="74" y="72"/>
                  </a:cubicBezTo>
                  <a:cubicBezTo>
                    <a:pt x="74" y="71"/>
                    <a:pt x="71" y="68"/>
                    <a:pt x="73" y="66"/>
                  </a:cubicBezTo>
                  <a:cubicBezTo>
                    <a:pt x="75" y="64"/>
                    <a:pt x="78" y="66"/>
                    <a:pt x="76" y="61"/>
                  </a:cubicBezTo>
                  <a:cubicBezTo>
                    <a:pt x="73" y="56"/>
                    <a:pt x="69" y="50"/>
                    <a:pt x="68" y="48"/>
                  </a:cubicBezTo>
                  <a:cubicBezTo>
                    <a:pt x="67" y="47"/>
                    <a:pt x="69" y="44"/>
                    <a:pt x="70" y="43"/>
                  </a:cubicBezTo>
                  <a:cubicBezTo>
                    <a:pt x="72" y="42"/>
                    <a:pt x="75" y="39"/>
                    <a:pt x="75" y="37"/>
                  </a:cubicBezTo>
                  <a:cubicBezTo>
                    <a:pt x="75" y="36"/>
                    <a:pt x="71" y="32"/>
                    <a:pt x="69" y="31"/>
                  </a:cubicBezTo>
                  <a:cubicBezTo>
                    <a:pt x="68" y="30"/>
                    <a:pt x="65" y="30"/>
                    <a:pt x="64" y="28"/>
                  </a:cubicBezTo>
                  <a:cubicBezTo>
                    <a:pt x="63" y="25"/>
                    <a:pt x="62" y="25"/>
                    <a:pt x="63" y="23"/>
                  </a:cubicBezTo>
                  <a:cubicBezTo>
                    <a:pt x="64" y="22"/>
                    <a:pt x="64" y="20"/>
                    <a:pt x="64" y="19"/>
                  </a:cubicBezTo>
                  <a:cubicBezTo>
                    <a:pt x="64" y="17"/>
                    <a:pt x="67" y="18"/>
                    <a:pt x="67" y="16"/>
                  </a:cubicBezTo>
                  <a:cubicBezTo>
                    <a:pt x="68" y="15"/>
                    <a:pt x="68" y="14"/>
                    <a:pt x="69" y="13"/>
                  </a:cubicBezTo>
                  <a:cubicBezTo>
                    <a:pt x="69" y="11"/>
                    <a:pt x="70" y="10"/>
                    <a:pt x="69" y="8"/>
                  </a:cubicBezTo>
                  <a:cubicBezTo>
                    <a:pt x="69" y="6"/>
                    <a:pt x="62" y="5"/>
                    <a:pt x="61" y="2"/>
                  </a:cubicBezTo>
                  <a:cubicBezTo>
                    <a:pt x="59" y="0"/>
                    <a:pt x="55" y="1"/>
                    <a:pt x="54" y="2"/>
                  </a:cubicBezTo>
                  <a:cubicBezTo>
                    <a:pt x="53" y="4"/>
                    <a:pt x="45" y="2"/>
                    <a:pt x="45" y="4"/>
                  </a:cubicBezTo>
                  <a:cubicBezTo>
                    <a:pt x="45" y="7"/>
                    <a:pt x="40" y="7"/>
                    <a:pt x="40" y="10"/>
                  </a:cubicBezTo>
                  <a:cubicBezTo>
                    <a:pt x="40" y="13"/>
                    <a:pt x="43" y="18"/>
                    <a:pt x="39" y="17"/>
                  </a:cubicBezTo>
                  <a:cubicBezTo>
                    <a:pt x="35" y="17"/>
                    <a:pt x="37" y="19"/>
                    <a:pt x="35" y="22"/>
                  </a:cubicBezTo>
                  <a:cubicBezTo>
                    <a:pt x="33" y="25"/>
                    <a:pt x="33" y="20"/>
                    <a:pt x="30" y="21"/>
                  </a:cubicBezTo>
                  <a:cubicBezTo>
                    <a:pt x="28" y="22"/>
                    <a:pt x="25" y="18"/>
                    <a:pt x="24" y="20"/>
                  </a:cubicBezTo>
                  <a:cubicBezTo>
                    <a:pt x="23" y="22"/>
                    <a:pt x="19" y="21"/>
                    <a:pt x="15" y="20"/>
                  </a:cubicBezTo>
                  <a:cubicBezTo>
                    <a:pt x="11" y="19"/>
                    <a:pt x="9" y="14"/>
                    <a:pt x="5" y="13"/>
                  </a:cubicBezTo>
                  <a:cubicBezTo>
                    <a:pt x="3" y="13"/>
                    <a:pt x="1" y="15"/>
                    <a:pt x="0" y="17"/>
                  </a:cubicBezTo>
                  <a:cubicBezTo>
                    <a:pt x="3" y="19"/>
                    <a:pt x="5" y="22"/>
                    <a:pt x="9" y="24"/>
                  </a:cubicBezTo>
                  <a:cubicBezTo>
                    <a:pt x="13" y="26"/>
                    <a:pt x="21" y="28"/>
                    <a:pt x="21" y="31"/>
                  </a:cubicBezTo>
                  <a:cubicBezTo>
                    <a:pt x="21" y="34"/>
                    <a:pt x="19" y="38"/>
                    <a:pt x="21" y="39"/>
                  </a:cubicBezTo>
                  <a:cubicBezTo>
                    <a:pt x="23" y="40"/>
                    <a:pt x="21" y="46"/>
                    <a:pt x="23" y="47"/>
                  </a:cubicBezTo>
                  <a:cubicBezTo>
                    <a:pt x="26" y="48"/>
                    <a:pt x="25" y="54"/>
                    <a:pt x="23" y="54"/>
                  </a:cubicBezTo>
                  <a:cubicBezTo>
                    <a:pt x="21" y="54"/>
                    <a:pt x="23" y="57"/>
                    <a:pt x="25" y="58"/>
                  </a:cubicBezTo>
                  <a:cubicBezTo>
                    <a:pt x="25" y="59"/>
                    <a:pt x="26" y="61"/>
                    <a:pt x="26" y="62"/>
                  </a:cubicBezTo>
                  <a:cubicBezTo>
                    <a:pt x="28" y="63"/>
                    <a:pt x="30" y="64"/>
                    <a:pt x="33" y="65"/>
                  </a:cubicBezTo>
                  <a:cubicBezTo>
                    <a:pt x="36" y="67"/>
                    <a:pt x="35" y="69"/>
                    <a:pt x="35" y="72"/>
                  </a:cubicBezTo>
                  <a:cubicBezTo>
                    <a:pt x="36" y="74"/>
                    <a:pt x="36" y="76"/>
                    <a:pt x="34" y="75"/>
                  </a:cubicBezTo>
                  <a:cubicBezTo>
                    <a:pt x="32" y="74"/>
                    <a:pt x="30" y="75"/>
                    <a:pt x="29" y="78"/>
                  </a:cubicBezTo>
                  <a:cubicBezTo>
                    <a:pt x="28" y="82"/>
                    <a:pt x="24" y="87"/>
                    <a:pt x="21" y="87"/>
                  </a:cubicBezTo>
                  <a:cubicBezTo>
                    <a:pt x="18" y="87"/>
                    <a:pt x="18" y="90"/>
                    <a:pt x="16" y="91"/>
                  </a:cubicBezTo>
                  <a:cubicBezTo>
                    <a:pt x="13" y="91"/>
                    <a:pt x="11" y="93"/>
                    <a:pt x="11" y="95"/>
                  </a:cubicBezTo>
                  <a:cubicBezTo>
                    <a:pt x="11" y="98"/>
                    <a:pt x="8" y="98"/>
                    <a:pt x="5" y="98"/>
                  </a:cubicBezTo>
                  <a:cubicBezTo>
                    <a:pt x="3" y="98"/>
                    <a:pt x="4" y="102"/>
                    <a:pt x="2" y="104"/>
                  </a:cubicBezTo>
                  <a:cubicBezTo>
                    <a:pt x="0" y="105"/>
                    <a:pt x="0" y="106"/>
                    <a:pt x="2" y="108"/>
                  </a:cubicBezTo>
                  <a:cubicBezTo>
                    <a:pt x="4" y="111"/>
                    <a:pt x="2" y="113"/>
                    <a:pt x="3" y="114"/>
                  </a:cubicBezTo>
                  <a:cubicBezTo>
                    <a:pt x="4" y="116"/>
                    <a:pt x="6" y="120"/>
                    <a:pt x="4" y="124"/>
                  </a:cubicBezTo>
                  <a:cubicBezTo>
                    <a:pt x="3" y="128"/>
                    <a:pt x="1" y="133"/>
                    <a:pt x="2" y="132"/>
                  </a:cubicBezTo>
                  <a:cubicBezTo>
                    <a:pt x="4" y="132"/>
                    <a:pt x="7" y="136"/>
                    <a:pt x="10" y="136"/>
                  </a:cubicBezTo>
                  <a:cubicBezTo>
                    <a:pt x="12" y="135"/>
                    <a:pt x="13" y="139"/>
                    <a:pt x="15" y="138"/>
                  </a:cubicBezTo>
                  <a:cubicBezTo>
                    <a:pt x="17" y="138"/>
                    <a:pt x="17" y="141"/>
                    <a:pt x="24" y="140"/>
                  </a:cubicBezTo>
                  <a:cubicBezTo>
                    <a:pt x="31" y="140"/>
                    <a:pt x="45" y="134"/>
                    <a:pt x="50" y="134"/>
                  </a:cubicBezTo>
                  <a:cubicBezTo>
                    <a:pt x="54" y="134"/>
                    <a:pt x="56" y="134"/>
                    <a:pt x="58" y="134"/>
                  </a:cubicBezTo>
                  <a:cubicBezTo>
                    <a:pt x="59" y="132"/>
                    <a:pt x="61" y="130"/>
                    <a:pt x="62" y="128"/>
                  </a:cubicBezTo>
                  <a:cubicBezTo>
                    <a:pt x="65" y="125"/>
                    <a:pt x="73" y="122"/>
                    <a:pt x="75" y="118"/>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37" name="Freeform 98">
              <a:extLst>
                <a:ext uri="{FF2B5EF4-FFF2-40B4-BE49-F238E27FC236}">
                  <a16:creationId xmlns:a16="http://schemas.microsoft.com/office/drawing/2014/main" id="{8038B30A-D054-CD6F-86F2-203CD40E1397}"/>
                </a:ext>
              </a:extLst>
            </p:cNvPr>
            <p:cNvSpPr>
              <a:spLocks noEditPoints="1"/>
            </p:cNvSpPr>
            <p:nvPr/>
          </p:nvSpPr>
          <p:spPr bwMode="auto">
            <a:xfrm>
              <a:off x="7310330" y="2903335"/>
              <a:ext cx="331954" cy="283389"/>
            </a:xfrm>
            <a:custGeom>
              <a:avLst/>
              <a:gdLst>
                <a:gd name="T0" fmla="*/ 108 w 123"/>
                <a:gd name="T1" fmla="*/ 23 h 102"/>
                <a:gd name="T2" fmla="*/ 103 w 123"/>
                <a:gd name="T3" fmla="*/ 21 h 102"/>
                <a:gd name="T4" fmla="*/ 98 w 123"/>
                <a:gd name="T5" fmla="*/ 19 h 102"/>
                <a:gd name="T6" fmla="*/ 89 w 123"/>
                <a:gd name="T7" fmla="*/ 17 h 102"/>
                <a:gd name="T8" fmla="*/ 85 w 123"/>
                <a:gd name="T9" fmla="*/ 15 h 102"/>
                <a:gd name="T10" fmla="*/ 83 w 123"/>
                <a:gd name="T11" fmla="*/ 11 h 102"/>
                <a:gd name="T12" fmla="*/ 79 w 123"/>
                <a:gd name="T13" fmla="*/ 12 h 102"/>
                <a:gd name="T14" fmla="*/ 76 w 123"/>
                <a:gd name="T15" fmla="*/ 10 h 102"/>
                <a:gd name="T16" fmla="*/ 71 w 123"/>
                <a:gd name="T17" fmla="*/ 6 h 102"/>
                <a:gd name="T18" fmla="*/ 67 w 123"/>
                <a:gd name="T19" fmla="*/ 4 h 102"/>
                <a:gd name="T20" fmla="*/ 64 w 123"/>
                <a:gd name="T21" fmla="*/ 1 h 102"/>
                <a:gd name="T22" fmla="*/ 63 w 123"/>
                <a:gd name="T23" fmla="*/ 0 h 102"/>
                <a:gd name="T24" fmla="*/ 61 w 123"/>
                <a:gd name="T25" fmla="*/ 0 h 102"/>
                <a:gd name="T26" fmla="*/ 56 w 123"/>
                <a:gd name="T27" fmla="*/ 7 h 102"/>
                <a:gd name="T28" fmla="*/ 47 w 123"/>
                <a:gd name="T29" fmla="*/ 13 h 102"/>
                <a:gd name="T30" fmla="*/ 42 w 123"/>
                <a:gd name="T31" fmla="*/ 19 h 102"/>
                <a:gd name="T32" fmla="*/ 31 w 123"/>
                <a:gd name="T33" fmla="*/ 15 h 102"/>
                <a:gd name="T34" fmla="*/ 26 w 123"/>
                <a:gd name="T35" fmla="*/ 18 h 102"/>
                <a:gd name="T36" fmla="*/ 27 w 123"/>
                <a:gd name="T37" fmla="*/ 27 h 102"/>
                <a:gd name="T38" fmla="*/ 20 w 123"/>
                <a:gd name="T39" fmla="*/ 27 h 102"/>
                <a:gd name="T40" fmla="*/ 15 w 123"/>
                <a:gd name="T41" fmla="*/ 25 h 102"/>
                <a:gd name="T42" fmla="*/ 7 w 123"/>
                <a:gd name="T43" fmla="*/ 25 h 102"/>
                <a:gd name="T44" fmla="*/ 1 w 123"/>
                <a:gd name="T45" fmla="*/ 29 h 102"/>
                <a:gd name="T46" fmla="*/ 2 w 123"/>
                <a:gd name="T47" fmla="*/ 35 h 102"/>
                <a:gd name="T48" fmla="*/ 14 w 123"/>
                <a:gd name="T49" fmla="*/ 38 h 102"/>
                <a:gd name="T50" fmla="*/ 21 w 123"/>
                <a:gd name="T51" fmla="*/ 40 h 102"/>
                <a:gd name="T52" fmla="*/ 24 w 123"/>
                <a:gd name="T53" fmla="*/ 44 h 102"/>
                <a:gd name="T54" fmla="*/ 30 w 123"/>
                <a:gd name="T55" fmla="*/ 51 h 102"/>
                <a:gd name="T56" fmla="*/ 33 w 123"/>
                <a:gd name="T57" fmla="*/ 58 h 102"/>
                <a:gd name="T58" fmla="*/ 31 w 123"/>
                <a:gd name="T59" fmla="*/ 68 h 102"/>
                <a:gd name="T60" fmla="*/ 27 w 123"/>
                <a:gd name="T61" fmla="*/ 83 h 102"/>
                <a:gd name="T62" fmla="*/ 27 w 123"/>
                <a:gd name="T63" fmla="*/ 83 h 102"/>
                <a:gd name="T64" fmla="*/ 32 w 123"/>
                <a:gd name="T65" fmla="*/ 86 h 102"/>
                <a:gd name="T66" fmla="*/ 40 w 123"/>
                <a:gd name="T67" fmla="*/ 89 h 102"/>
                <a:gd name="T68" fmla="*/ 46 w 123"/>
                <a:gd name="T69" fmla="*/ 89 h 102"/>
                <a:gd name="T70" fmla="*/ 50 w 123"/>
                <a:gd name="T71" fmla="*/ 90 h 102"/>
                <a:gd name="T72" fmla="*/ 60 w 123"/>
                <a:gd name="T73" fmla="*/ 92 h 102"/>
                <a:gd name="T74" fmla="*/ 69 w 123"/>
                <a:gd name="T75" fmla="*/ 92 h 102"/>
                <a:gd name="T76" fmla="*/ 69 w 123"/>
                <a:gd name="T77" fmla="*/ 90 h 102"/>
                <a:gd name="T78" fmla="*/ 75 w 123"/>
                <a:gd name="T79" fmla="*/ 82 h 102"/>
                <a:gd name="T80" fmla="*/ 91 w 123"/>
                <a:gd name="T81" fmla="*/ 85 h 102"/>
                <a:gd name="T82" fmla="*/ 101 w 123"/>
                <a:gd name="T83" fmla="*/ 82 h 102"/>
                <a:gd name="T84" fmla="*/ 106 w 123"/>
                <a:gd name="T85" fmla="*/ 79 h 102"/>
                <a:gd name="T86" fmla="*/ 107 w 123"/>
                <a:gd name="T87" fmla="*/ 76 h 102"/>
                <a:gd name="T88" fmla="*/ 103 w 123"/>
                <a:gd name="T89" fmla="*/ 74 h 102"/>
                <a:gd name="T90" fmla="*/ 101 w 123"/>
                <a:gd name="T91" fmla="*/ 70 h 102"/>
                <a:gd name="T92" fmla="*/ 99 w 123"/>
                <a:gd name="T93" fmla="*/ 66 h 102"/>
                <a:gd name="T94" fmla="*/ 100 w 123"/>
                <a:gd name="T95" fmla="*/ 64 h 102"/>
                <a:gd name="T96" fmla="*/ 102 w 123"/>
                <a:gd name="T97" fmla="*/ 61 h 102"/>
                <a:gd name="T98" fmla="*/ 101 w 123"/>
                <a:gd name="T99" fmla="*/ 57 h 102"/>
                <a:gd name="T100" fmla="*/ 100 w 123"/>
                <a:gd name="T101" fmla="*/ 52 h 102"/>
                <a:gd name="T102" fmla="*/ 96 w 123"/>
                <a:gd name="T103" fmla="*/ 52 h 102"/>
                <a:gd name="T104" fmla="*/ 95 w 123"/>
                <a:gd name="T105" fmla="*/ 49 h 102"/>
                <a:gd name="T106" fmla="*/ 100 w 123"/>
                <a:gd name="T107" fmla="*/ 43 h 102"/>
                <a:gd name="T108" fmla="*/ 104 w 123"/>
                <a:gd name="T109" fmla="*/ 39 h 102"/>
                <a:gd name="T110" fmla="*/ 106 w 123"/>
                <a:gd name="T111" fmla="*/ 33 h 102"/>
                <a:gd name="T112" fmla="*/ 110 w 123"/>
                <a:gd name="T113" fmla="*/ 26 h 102"/>
                <a:gd name="T114" fmla="*/ 108 w 123"/>
                <a:gd name="T115" fmla="*/ 23 h 102"/>
                <a:gd name="T116" fmla="*/ 121 w 123"/>
                <a:gd name="T117" fmla="*/ 86 h 102"/>
                <a:gd name="T118" fmla="*/ 116 w 123"/>
                <a:gd name="T119" fmla="*/ 91 h 102"/>
                <a:gd name="T120" fmla="*/ 120 w 123"/>
                <a:gd name="T121" fmla="*/ 102 h 102"/>
                <a:gd name="T122" fmla="*/ 121 w 123"/>
                <a:gd name="T123" fmla="*/ 8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3" h="102">
                  <a:moveTo>
                    <a:pt x="108" y="23"/>
                  </a:moveTo>
                  <a:cubicBezTo>
                    <a:pt x="107" y="23"/>
                    <a:pt x="106" y="21"/>
                    <a:pt x="103" y="21"/>
                  </a:cubicBezTo>
                  <a:cubicBezTo>
                    <a:pt x="101" y="21"/>
                    <a:pt x="99" y="20"/>
                    <a:pt x="98" y="19"/>
                  </a:cubicBezTo>
                  <a:cubicBezTo>
                    <a:pt x="97" y="17"/>
                    <a:pt x="91" y="17"/>
                    <a:pt x="89" y="17"/>
                  </a:cubicBezTo>
                  <a:cubicBezTo>
                    <a:pt x="87" y="18"/>
                    <a:pt x="87" y="14"/>
                    <a:pt x="85" y="15"/>
                  </a:cubicBezTo>
                  <a:cubicBezTo>
                    <a:pt x="83" y="15"/>
                    <a:pt x="83" y="12"/>
                    <a:pt x="83" y="11"/>
                  </a:cubicBezTo>
                  <a:cubicBezTo>
                    <a:pt x="83" y="9"/>
                    <a:pt x="81" y="12"/>
                    <a:pt x="79" y="12"/>
                  </a:cubicBezTo>
                  <a:cubicBezTo>
                    <a:pt x="77" y="13"/>
                    <a:pt x="77" y="11"/>
                    <a:pt x="76" y="10"/>
                  </a:cubicBezTo>
                  <a:cubicBezTo>
                    <a:pt x="76" y="9"/>
                    <a:pt x="73" y="7"/>
                    <a:pt x="71" y="6"/>
                  </a:cubicBezTo>
                  <a:cubicBezTo>
                    <a:pt x="70" y="6"/>
                    <a:pt x="68" y="3"/>
                    <a:pt x="67" y="4"/>
                  </a:cubicBezTo>
                  <a:cubicBezTo>
                    <a:pt x="66" y="5"/>
                    <a:pt x="64" y="2"/>
                    <a:pt x="64" y="1"/>
                  </a:cubicBezTo>
                  <a:cubicBezTo>
                    <a:pt x="64" y="0"/>
                    <a:pt x="63" y="0"/>
                    <a:pt x="63" y="0"/>
                  </a:cubicBezTo>
                  <a:cubicBezTo>
                    <a:pt x="62" y="0"/>
                    <a:pt x="62" y="0"/>
                    <a:pt x="61" y="0"/>
                  </a:cubicBezTo>
                  <a:cubicBezTo>
                    <a:pt x="58" y="0"/>
                    <a:pt x="55" y="2"/>
                    <a:pt x="56" y="7"/>
                  </a:cubicBezTo>
                  <a:cubicBezTo>
                    <a:pt x="56" y="12"/>
                    <a:pt x="52" y="12"/>
                    <a:pt x="47" y="13"/>
                  </a:cubicBezTo>
                  <a:cubicBezTo>
                    <a:pt x="42" y="13"/>
                    <a:pt x="44" y="17"/>
                    <a:pt x="42" y="19"/>
                  </a:cubicBezTo>
                  <a:cubicBezTo>
                    <a:pt x="40" y="20"/>
                    <a:pt x="32" y="18"/>
                    <a:pt x="31" y="15"/>
                  </a:cubicBezTo>
                  <a:cubicBezTo>
                    <a:pt x="30" y="12"/>
                    <a:pt x="23" y="15"/>
                    <a:pt x="26" y="18"/>
                  </a:cubicBezTo>
                  <a:cubicBezTo>
                    <a:pt x="29" y="22"/>
                    <a:pt x="29" y="26"/>
                    <a:pt x="27" y="27"/>
                  </a:cubicBezTo>
                  <a:cubicBezTo>
                    <a:pt x="26" y="29"/>
                    <a:pt x="22" y="25"/>
                    <a:pt x="20" y="27"/>
                  </a:cubicBezTo>
                  <a:cubicBezTo>
                    <a:pt x="18" y="29"/>
                    <a:pt x="18" y="26"/>
                    <a:pt x="15" y="25"/>
                  </a:cubicBezTo>
                  <a:cubicBezTo>
                    <a:pt x="12" y="24"/>
                    <a:pt x="11" y="26"/>
                    <a:pt x="7" y="25"/>
                  </a:cubicBezTo>
                  <a:cubicBezTo>
                    <a:pt x="2" y="25"/>
                    <a:pt x="0" y="28"/>
                    <a:pt x="1" y="29"/>
                  </a:cubicBezTo>
                  <a:cubicBezTo>
                    <a:pt x="3" y="31"/>
                    <a:pt x="1" y="33"/>
                    <a:pt x="2" y="35"/>
                  </a:cubicBezTo>
                  <a:cubicBezTo>
                    <a:pt x="4" y="36"/>
                    <a:pt x="9" y="36"/>
                    <a:pt x="14" y="38"/>
                  </a:cubicBezTo>
                  <a:cubicBezTo>
                    <a:pt x="18" y="40"/>
                    <a:pt x="19" y="39"/>
                    <a:pt x="21" y="40"/>
                  </a:cubicBezTo>
                  <a:cubicBezTo>
                    <a:pt x="23" y="42"/>
                    <a:pt x="24" y="41"/>
                    <a:pt x="24" y="44"/>
                  </a:cubicBezTo>
                  <a:cubicBezTo>
                    <a:pt x="24" y="47"/>
                    <a:pt x="26" y="50"/>
                    <a:pt x="30" y="51"/>
                  </a:cubicBezTo>
                  <a:cubicBezTo>
                    <a:pt x="34" y="52"/>
                    <a:pt x="31" y="55"/>
                    <a:pt x="33" y="58"/>
                  </a:cubicBezTo>
                  <a:cubicBezTo>
                    <a:pt x="34" y="61"/>
                    <a:pt x="31" y="64"/>
                    <a:pt x="31" y="68"/>
                  </a:cubicBezTo>
                  <a:cubicBezTo>
                    <a:pt x="32" y="71"/>
                    <a:pt x="29" y="82"/>
                    <a:pt x="27" y="83"/>
                  </a:cubicBezTo>
                  <a:cubicBezTo>
                    <a:pt x="27" y="83"/>
                    <a:pt x="27" y="83"/>
                    <a:pt x="27" y="83"/>
                  </a:cubicBezTo>
                  <a:cubicBezTo>
                    <a:pt x="29" y="84"/>
                    <a:pt x="31" y="85"/>
                    <a:pt x="32" y="86"/>
                  </a:cubicBezTo>
                  <a:cubicBezTo>
                    <a:pt x="33" y="87"/>
                    <a:pt x="37" y="88"/>
                    <a:pt x="40" y="89"/>
                  </a:cubicBezTo>
                  <a:cubicBezTo>
                    <a:pt x="42" y="91"/>
                    <a:pt x="46" y="91"/>
                    <a:pt x="46" y="89"/>
                  </a:cubicBezTo>
                  <a:cubicBezTo>
                    <a:pt x="46" y="87"/>
                    <a:pt x="49" y="88"/>
                    <a:pt x="50" y="90"/>
                  </a:cubicBezTo>
                  <a:cubicBezTo>
                    <a:pt x="52" y="91"/>
                    <a:pt x="58" y="92"/>
                    <a:pt x="60" y="92"/>
                  </a:cubicBezTo>
                  <a:cubicBezTo>
                    <a:pt x="63" y="93"/>
                    <a:pt x="66" y="92"/>
                    <a:pt x="69" y="92"/>
                  </a:cubicBezTo>
                  <a:cubicBezTo>
                    <a:pt x="69" y="92"/>
                    <a:pt x="69" y="91"/>
                    <a:pt x="69" y="90"/>
                  </a:cubicBezTo>
                  <a:cubicBezTo>
                    <a:pt x="67" y="85"/>
                    <a:pt x="71" y="83"/>
                    <a:pt x="75" y="82"/>
                  </a:cubicBezTo>
                  <a:cubicBezTo>
                    <a:pt x="80" y="81"/>
                    <a:pt x="89" y="84"/>
                    <a:pt x="91" y="85"/>
                  </a:cubicBezTo>
                  <a:cubicBezTo>
                    <a:pt x="93" y="87"/>
                    <a:pt x="97" y="86"/>
                    <a:pt x="101" y="82"/>
                  </a:cubicBezTo>
                  <a:cubicBezTo>
                    <a:pt x="103" y="80"/>
                    <a:pt x="104" y="79"/>
                    <a:pt x="106" y="79"/>
                  </a:cubicBezTo>
                  <a:cubicBezTo>
                    <a:pt x="106" y="78"/>
                    <a:pt x="107" y="77"/>
                    <a:pt x="107" y="76"/>
                  </a:cubicBezTo>
                  <a:cubicBezTo>
                    <a:pt x="107" y="74"/>
                    <a:pt x="105" y="75"/>
                    <a:pt x="103" y="74"/>
                  </a:cubicBezTo>
                  <a:cubicBezTo>
                    <a:pt x="101" y="74"/>
                    <a:pt x="100" y="72"/>
                    <a:pt x="101" y="70"/>
                  </a:cubicBezTo>
                  <a:cubicBezTo>
                    <a:pt x="102" y="68"/>
                    <a:pt x="100" y="68"/>
                    <a:pt x="99" y="66"/>
                  </a:cubicBezTo>
                  <a:cubicBezTo>
                    <a:pt x="97" y="64"/>
                    <a:pt x="99" y="65"/>
                    <a:pt x="100" y="64"/>
                  </a:cubicBezTo>
                  <a:cubicBezTo>
                    <a:pt x="101" y="63"/>
                    <a:pt x="103" y="61"/>
                    <a:pt x="102" y="61"/>
                  </a:cubicBezTo>
                  <a:cubicBezTo>
                    <a:pt x="101" y="60"/>
                    <a:pt x="100" y="59"/>
                    <a:pt x="101" y="57"/>
                  </a:cubicBezTo>
                  <a:cubicBezTo>
                    <a:pt x="102" y="54"/>
                    <a:pt x="100" y="54"/>
                    <a:pt x="100" y="52"/>
                  </a:cubicBezTo>
                  <a:cubicBezTo>
                    <a:pt x="100" y="51"/>
                    <a:pt x="98" y="50"/>
                    <a:pt x="96" y="52"/>
                  </a:cubicBezTo>
                  <a:cubicBezTo>
                    <a:pt x="94" y="54"/>
                    <a:pt x="94" y="53"/>
                    <a:pt x="95" y="49"/>
                  </a:cubicBezTo>
                  <a:cubicBezTo>
                    <a:pt x="96" y="46"/>
                    <a:pt x="100" y="44"/>
                    <a:pt x="100" y="43"/>
                  </a:cubicBezTo>
                  <a:cubicBezTo>
                    <a:pt x="100" y="41"/>
                    <a:pt x="103" y="39"/>
                    <a:pt x="104" y="39"/>
                  </a:cubicBezTo>
                  <a:cubicBezTo>
                    <a:pt x="106" y="39"/>
                    <a:pt x="106" y="35"/>
                    <a:pt x="106" y="33"/>
                  </a:cubicBezTo>
                  <a:cubicBezTo>
                    <a:pt x="107" y="30"/>
                    <a:pt x="107" y="28"/>
                    <a:pt x="110" y="26"/>
                  </a:cubicBezTo>
                  <a:cubicBezTo>
                    <a:pt x="112" y="24"/>
                    <a:pt x="109" y="23"/>
                    <a:pt x="108" y="23"/>
                  </a:cubicBezTo>
                  <a:close/>
                  <a:moveTo>
                    <a:pt x="121" y="86"/>
                  </a:moveTo>
                  <a:cubicBezTo>
                    <a:pt x="120" y="86"/>
                    <a:pt x="120" y="89"/>
                    <a:pt x="116" y="91"/>
                  </a:cubicBezTo>
                  <a:cubicBezTo>
                    <a:pt x="113" y="93"/>
                    <a:pt x="116" y="102"/>
                    <a:pt x="120" y="102"/>
                  </a:cubicBezTo>
                  <a:cubicBezTo>
                    <a:pt x="123" y="101"/>
                    <a:pt x="123" y="86"/>
                    <a:pt x="121" y="86"/>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64" name="Freeform 132">
              <a:extLst>
                <a:ext uri="{FF2B5EF4-FFF2-40B4-BE49-F238E27FC236}">
                  <a16:creationId xmlns:a16="http://schemas.microsoft.com/office/drawing/2014/main" id="{7F21329C-B070-97E3-F9B9-916BF410B3CB}"/>
                </a:ext>
              </a:extLst>
            </p:cNvPr>
            <p:cNvSpPr>
              <a:spLocks noEditPoints="1"/>
            </p:cNvSpPr>
            <p:nvPr/>
          </p:nvSpPr>
          <p:spPr bwMode="auto">
            <a:xfrm>
              <a:off x="7207664" y="3123226"/>
              <a:ext cx="290887" cy="214013"/>
            </a:xfrm>
            <a:custGeom>
              <a:avLst/>
              <a:gdLst>
                <a:gd name="T0" fmla="*/ 107 w 108"/>
                <a:gd name="T1" fmla="*/ 13 h 77"/>
                <a:gd name="T2" fmla="*/ 98 w 108"/>
                <a:gd name="T3" fmla="*/ 13 h 77"/>
                <a:gd name="T4" fmla="*/ 88 w 108"/>
                <a:gd name="T5" fmla="*/ 11 h 77"/>
                <a:gd name="T6" fmla="*/ 84 w 108"/>
                <a:gd name="T7" fmla="*/ 10 h 77"/>
                <a:gd name="T8" fmla="*/ 78 w 108"/>
                <a:gd name="T9" fmla="*/ 10 h 77"/>
                <a:gd name="T10" fmla="*/ 70 w 108"/>
                <a:gd name="T11" fmla="*/ 7 h 77"/>
                <a:gd name="T12" fmla="*/ 65 w 108"/>
                <a:gd name="T13" fmla="*/ 4 h 77"/>
                <a:gd name="T14" fmla="*/ 50 w 108"/>
                <a:gd name="T15" fmla="*/ 3 h 77"/>
                <a:gd name="T16" fmla="*/ 22 w 108"/>
                <a:gd name="T17" fmla="*/ 2 h 77"/>
                <a:gd name="T18" fmla="*/ 12 w 108"/>
                <a:gd name="T19" fmla="*/ 0 h 77"/>
                <a:gd name="T20" fmla="*/ 5 w 108"/>
                <a:gd name="T21" fmla="*/ 4 h 77"/>
                <a:gd name="T22" fmla="*/ 3 w 108"/>
                <a:gd name="T23" fmla="*/ 10 h 77"/>
                <a:gd name="T24" fmla="*/ 5 w 108"/>
                <a:gd name="T25" fmla="*/ 18 h 77"/>
                <a:gd name="T26" fmla="*/ 7 w 108"/>
                <a:gd name="T27" fmla="*/ 17 h 77"/>
                <a:gd name="T28" fmla="*/ 10 w 108"/>
                <a:gd name="T29" fmla="*/ 18 h 77"/>
                <a:gd name="T30" fmla="*/ 15 w 108"/>
                <a:gd name="T31" fmla="*/ 19 h 77"/>
                <a:gd name="T32" fmla="*/ 19 w 108"/>
                <a:gd name="T33" fmla="*/ 19 h 77"/>
                <a:gd name="T34" fmla="*/ 24 w 108"/>
                <a:gd name="T35" fmla="*/ 20 h 77"/>
                <a:gd name="T36" fmla="*/ 26 w 108"/>
                <a:gd name="T37" fmla="*/ 23 h 77"/>
                <a:gd name="T38" fmla="*/ 21 w 108"/>
                <a:gd name="T39" fmla="*/ 28 h 77"/>
                <a:gd name="T40" fmla="*/ 21 w 108"/>
                <a:gd name="T41" fmla="*/ 36 h 77"/>
                <a:gd name="T42" fmla="*/ 20 w 108"/>
                <a:gd name="T43" fmla="*/ 42 h 77"/>
                <a:gd name="T44" fmla="*/ 17 w 108"/>
                <a:gd name="T45" fmla="*/ 45 h 77"/>
                <a:gd name="T46" fmla="*/ 20 w 108"/>
                <a:gd name="T47" fmla="*/ 50 h 77"/>
                <a:gd name="T48" fmla="*/ 18 w 108"/>
                <a:gd name="T49" fmla="*/ 54 h 77"/>
                <a:gd name="T50" fmla="*/ 20 w 108"/>
                <a:gd name="T51" fmla="*/ 58 h 77"/>
                <a:gd name="T52" fmla="*/ 16 w 108"/>
                <a:gd name="T53" fmla="*/ 63 h 77"/>
                <a:gd name="T54" fmla="*/ 18 w 108"/>
                <a:gd name="T55" fmla="*/ 66 h 77"/>
                <a:gd name="T56" fmla="*/ 22 w 108"/>
                <a:gd name="T57" fmla="*/ 67 h 77"/>
                <a:gd name="T58" fmla="*/ 32 w 108"/>
                <a:gd name="T59" fmla="*/ 76 h 77"/>
                <a:gd name="T60" fmla="*/ 34 w 108"/>
                <a:gd name="T61" fmla="*/ 73 h 77"/>
                <a:gd name="T62" fmla="*/ 39 w 108"/>
                <a:gd name="T63" fmla="*/ 73 h 77"/>
                <a:gd name="T64" fmla="*/ 47 w 108"/>
                <a:gd name="T65" fmla="*/ 70 h 77"/>
                <a:gd name="T66" fmla="*/ 57 w 108"/>
                <a:gd name="T67" fmla="*/ 70 h 77"/>
                <a:gd name="T68" fmla="*/ 64 w 108"/>
                <a:gd name="T69" fmla="*/ 67 h 77"/>
                <a:gd name="T70" fmla="*/ 70 w 108"/>
                <a:gd name="T71" fmla="*/ 62 h 77"/>
                <a:gd name="T72" fmla="*/ 73 w 108"/>
                <a:gd name="T73" fmla="*/ 56 h 77"/>
                <a:gd name="T74" fmla="*/ 79 w 108"/>
                <a:gd name="T75" fmla="*/ 50 h 77"/>
                <a:gd name="T76" fmla="*/ 80 w 108"/>
                <a:gd name="T77" fmla="*/ 38 h 77"/>
                <a:gd name="T78" fmla="*/ 87 w 108"/>
                <a:gd name="T79" fmla="*/ 29 h 77"/>
                <a:gd name="T80" fmla="*/ 94 w 108"/>
                <a:gd name="T81" fmla="*/ 25 h 77"/>
                <a:gd name="T82" fmla="*/ 104 w 108"/>
                <a:gd name="T83" fmla="*/ 20 h 77"/>
                <a:gd name="T84" fmla="*/ 107 w 108"/>
                <a:gd name="T85" fmla="*/ 13 h 77"/>
                <a:gd name="T86" fmla="*/ 108 w 108"/>
                <a:gd name="T87" fmla="*/ 41 h 77"/>
                <a:gd name="T88" fmla="*/ 100 w 108"/>
                <a:gd name="T89" fmla="*/ 43 h 77"/>
                <a:gd name="T90" fmla="*/ 108 w 108"/>
                <a:gd name="T91" fmla="*/ 4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8" h="77">
                  <a:moveTo>
                    <a:pt x="107" y="13"/>
                  </a:moveTo>
                  <a:cubicBezTo>
                    <a:pt x="104" y="13"/>
                    <a:pt x="101" y="14"/>
                    <a:pt x="98" y="13"/>
                  </a:cubicBezTo>
                  <a:cubicBezTo>
                    <a:pt x="96" y="13"/>
                    <a:pt x="90" y="12"/>
                    <a:pt x="88" y="11"/>
                  </a:cubicBezTo>
                  <a:cubicBezTo>
                    <a:pt x="87" y="9"/>
                    <a:pt x="84" y="8"/>
                    <a:pt x="84" y="10"/>
                  </a:cubicBezTo>
                  <a:cubicBezTo>
                    <a:pt x="84" y="12"/>
                    <a:pt x="80" y="12"/>
                    <a:pt x="78" y="10"/>
                  </a:cubicBezTo>
                  <a:cubicBezTo>
                    <a:pt x="75" y="9"/>
                    <a:pt x="71" y="8"/>
                    <a:pt x="70" y="7"/>
                  </a:cubicBezTo>
                  <a:cubicBezTo>
                    <a:pt x="69" y="6"/>
                    <a:pt x="67" y="5"/>
                    <a:pt x="65" y="4"/>
                  </a:cubicBezTo>
                  <a:cubicBezTo>
                    <a:pt x="62" y="5"/>
                    <a:pt x="55" y="2"/>
                    <a:pt x="50" y="3"/>
                  </a:cubicBezTo>
                  <a:cubicBezTo>
                    <a:pt x="45" y="3"/>
                    <a:pt x="29" y="2"/>
                    <a:pt x="22" y="2"/>
                  </a:cubicBezTo>
                  <a:cubicBezTo>
                    <a:pt x="16" y="3"/>
                    <a:pt x="16" y="0"/>
                    <a:pt x="12" y="0"/>
                  </a:cubicBezTo>
                  <a:cubicBezTo>
                    <a:pt x="9" y="0"/>
                    <a:pt x="10" y="4"/>
                    <a:pt x="5" y="4"/>
                  </a:cubicBezTo>
                  <a:cubicBezTo>
                    <a:pt x="0" y="4"/>
                    <a:pt x="0" y="7"/>
                    <a:pt x="3" y="10"/>
                  </a:cubicBezTo>
                  <a:cubicBezTo>
                    <a:pt x="5" y="12"/>
                    <a:pt x="5" y="15"/>
                    <a:pt x="5" y="18"/>
                  </a:cubicBezTo>
                  <a:cubicBezTo>
                    <a:pt x="6" y="18"/>
                    <a:pt x="7" y="18"/>
                    <a:pt x="7" y="17"/>
                  </a:cubicBezTo>
                  <a:cubicBezTo>
                    <a:pt x="9" y="16"/>
                    <a:pt x="10" y="16"/>
                    <a:pt x="10" y="18"/>
                  </a:cubicBezTo>
                  <a:cubicBezTo>
                    <a:pt x="10" y="20"/>
                    <a:pt x="14" y="19"/>
                    <a:pt x="15" y="19"/>
                  </a:cubicBezTo>
                  <a:cubicBezTo>
                    <a:pt x="17" y="19"/>
                    <a:pt x="17" y="20"/>
                    <a:pt x="19" y="19"/>
                  </a:cubicBezTo>
                  <a:cubicBezTo>
                    <a:pt x="21" y="17"/>
                    <a:pt x="24" y="18"/>
                    <a:pt x="24" y="20"/>
                  </a:cubicBezTo>
                  <a:cubicBezTo>
                    <a:pt x="24" y="22"/>
                    <a:pt x="28" y="21"/>
                    <a:pt x="26" y="23"/>
                  </a:cubicBezTo>
                  <a:cubicBezTo>
                    <a:pt x="24" y="26"/>
                    <a:pt x="21" y="26"/>
                    <a:pt x="21" y="28"/>
                  </a:cubicBezTo>
                  <a:cubicBezTo>
                    <a:pt x="21" y="30"/>
                    <a:pt x="23" y="34"/>
                    <a:pt x="21" y="36"/>
                  </a:cubicBezTo>
                  <a:cubicBezTo>
                    <a:pt x="19" y="38"/>
                    <a:pt x="22" y="42"/>
                    <a:pt x="20" y="42"/>
                  </a:cubicBezTo>
                  <a:cubicBezTo>
                    <a:pt x="17" y="42"/>
                    <a:pt x="15" y="43"/>
                    <a:pt x="17" y="45"/>
                  </a:cubicBezTo>
                  <a:cubicBezTo>
                    <a:pt x="20" y="47"/>
                    <a:pt x="22" y="50"/>
                    <a:pt x="20" y="50"/>
                  </a:cubicBezTo>
                  <a:cubicBezTo>
                    <a:pt x="18" y="50"/>
                    <a:pt x="17" y="53"/>
                    <a:pt x="18" y="54"/>
                  </a:cubicBezTo>
                  <a:cubicBezTo>
                    <a:pt x="19" y="55"/>
                    <a:pt x="23" y="58"/>
                    <a:pt x="20" y="58"/>
                  </a:cubicBezTo>
                  <a:cubicBezTo>
                    <a:pt x="16" y="59"/>
                    <a:pt x="16" y="62"/>
                    <a:pt x="16" y="63"/>
                  </a:cubicBezTo>
                  <a:cubicBezTo>
                    <a:pt x="16" y="64"/>
                    <a:pt x="17" y="65"/>
                    <a:pt x="18" y="66"/>
                  </a:cubicBezTo>
                  <a:cubicBezTo>
                    <a:pt x="19" y="66"/>
                    <a:pt x="21" y="66"/>
                    <a:pt x="22" y="67"/>
                  </a:cubicBezTo>
                  <a:cubicBezTo>
                    <a:pt x="25" y="68"/>
                    <a:pt x="27" y="77"/>
                    <a:pt x="32" y="76"/>
                  </a:cubicBezTo>
                  <a:cubicBezTo>
                    <a:pt x="34" y="76"/>
                    <a:pt x="33" y="74"/>
                    <a:pt x="34" y="73"/>
                  </a:cubicBezTo>
                  <a:cubicBezTo>
                    <a:pt x="35" y="73"/>
                    <a:pt x="37" y="73"/>
                    <a:pt x="39" y="73"/>
                  </a:cubicBezTo>
                  <a:cubicBezTo>
                    <a:pt x="41" y="73"/>
                    <a:pt x="42" y="70"/>
                    <a:pt x="47" y="70"/>
                  </a:cubicBezTo>
                  <a:cubicBezTo>
                    <a:pt x="51" y="70"/>
                    <a:pt x="54" y="70"/>
                    <a:pt x="57" y="70"/>
                  </a:cubicBezTo>
                  <a:cubicBezTo>
                    <a:pt x="60" y="70"/>
                    <a:pt x="63" y="69"/>
                    <a:pt x="64" y="67"/>
                  </a:cubicBezTo>
                  <a:cubicBezTo>
                    <a:pt x="64" y="65"/>
                    <a:pt x="67" y="63"/>
                    <a:pt x="70" y="62"/>
                  </a:cubicBezTo>
                  <a:cubicBezTo>
                    <a:pt x="74" y="62"/>
                    <a:pt x="73" y="58"/>
                    <a:pt x="73" y="56"/>
                  </a:cubicBezTo>
                  <a:cubicBezTo>
                    <a:pt x="74" y="54"/>
                    <a:pt x="79" y="51"/>
                    <a:pt x="79" y="50"/>
                  </a:cubicBezTo>
                  <a:cubicBezTo>
                    <a:pt x="80" y="48"/>
                    <a:pt x="76" y="43"/>
                    <a:pt x="80" y="38"/>
                  </a:cubicBezTo>
                  <a:cubicBezTo>
                    <a:pt x="83" y="33"/>
                    <a:pt x="87" y="32"/>
                    <a:pt x="87" y="29"/>
                  </a:cubicBezTo>
                  <a:cubicBezTo>
                    <a:pt x="87" y="27"/>
                    <a:pt x="90" y="26"/>
                    <a:pt x="94" y="25"/>
                  </a:cubicBezTo>
                  <a:cubicBezTo>
                    <a:pt x="99" y="25"/>
                    <a:pt x="100" y="22"/>
                    <a:pt x="104" y="20"/>
                  </a:cubicBezTo>
                  <a:cubicBezTo>
                    <a:pt x="107" y="19"/>
                    <a:pt x="108" y="17"/>
                    <a:pt x="107" y="13"/>
                  </a:cubicBezTo>
                  <a:close/>
                  <a:moveTo>
                    <a:pt x="108" y="41"/>
                  </a:moveTo>
                  <a:cubicBezTo>
                    <a:pt x="107" y="36"/>
                    <a:pt x="99" y="42"/>
                    <a:pt x="100" y="43"/>
                  </a:cubicBezTo>
                  <a:cubicBezTo>
                    <a:pt x="104" y="46"/>
                    <a:pt x="108" y="45"/>
                    <a:pt x="108" y="41"/>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65" name="Freeform 133">
              <a:extLst>
                <a:ext uri="{FF2B5EF4-FFF2-40B4-BE49-F238E27FC236}">
                  <a16:creationId xmlns:a16="http://schemas.microsoft.com/office/drawing/2014/main" id="{E2227CED-97C0-58C7-A3D1-0300C22BC949}"/>
                </a:ext>
              </a:extLst>
            </p:cNvPr>
            <p:cNvSpPr>
              <a:spLocks/>
            </p:cNvSpPr>
            <p:nvPr/>
          </p:nvSpPr>
          <p:spPr bwMode="auto">
            <a:xfrm>
              <a:off x="7715290" y="3027978"/>
              <a:ext cx="77569" cy="44683"/>
            </a:xfrm>
            <a:custGeom>
              <a:avLst/>
              <a:gdLst>
                <a:gd name="T0" fmla="*/ 0 w 29"/>
                <a:gd name="T1" fmla="*/ 14 h 16"/>
                <a:gd name="T2" fmla="*/ 6 w 29"/>
                <a:gd name="T3" fmla="*/ 14 h 16"/>
                <a:gd name="T4" fmla="*/ 7 w 29"/>
                <a:gd name="T5" fmla="*/ 16 h 16"/>
                <a:gd name="T6" fmla="*/ 13 w 29"/>
                <a:gd name="T7" fmla="*/ 15 h 16"/>
                <a:gd name="T8" fmla="*/ 18 w 29"/>
                <a:gd name="T9" fmla="*/ 15 h 16"/>
                <a:gd name="T10" fmla="*/ 21 w 29"/>
                <a:gd name="T11" fmla="*/ 11 h 16"/>
                <a:gd name="T12" fmla="*/ 23 w 29"/>
                <a:gd name="T13" fmla="*/ 7 h 16"/>
                <a:gd name="T14" fmla="*/ 29 w 29"/>
                <a:gd name="T15" fmla="*/ 4 h 16"/>
                <a:gd name="T16" fmla="*/ 26 w 29"/>
                <a:gd name="T17" fmla="*/ 1 h 16"/>
                <a:gd name="T18" fmla="*/ 21 w 29"/>
                <a:gd name="T19" fmla="*/ 2 h 16"/>
                <a:gd name="T20" fmla="*/ 13 w 29"/>
                <a:gd name="T21" fmla="*/ 5 h 16"/>
                <a:gd name="T22" fmla="*/ 4 w 29"/>
                <a:gd name="T23" fmla="*/ 3 h 16"/>
                <a:gd name="T24" fmla="*/ 1 w 29"/>
                <a:gd name="T25" fmla="*/ 3 h 16"/>
                <a:gd name="T26" fmla="*/ 0 w 29"/>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6">
                  <a:moveTo>
                    <a:pt x="0" y="14"/>
                  </a:moveTo>
                  <a:cubicBezTo>
                    <a:pt x="2" y="13"/>
                    <a:pt x="5" y="13"/>
                    <a:pt x="6" y="14"/>
                  </a:cubicBezTo>
                  <a:cubicBezTo>
                    <a:pt x="7" y="14"/>
                    <a:pt x="7" y="15"/>
                    <a:pt x="7" y="16"/>
                  </a:cubicBezTo>
                  <a:cubicBezTo>
                    <a:pt x="9" y="16"/>
                    <a:pt x="12" y="15"/>
                    <a:pt x="13" y="15"/>
                  </a:cubicBezTo>
                  <a:cubicBezTo>
                    <a:pt x="15" y="14"/>
                    <a:pt x="18" y="16"/>
                    <a:pt x="18" y="15"/>
                  </a:cubicBezTo>
                  <a:cubicBezTo>
                    <a:pt x="19" y="14"/>
                    <a:pt x="20" y="11"/>
                    <a:pt x="21" y="11"/>
                  </a:cubicBezTo>
                  <a:cubicBezTo>
                    <a:pt x="23" y="11"/>
                    <a:pt x="22" y="7"/>
                    <a:pt x="23" y="7"/>
                  </a:cubicBezTo>
                  <a:cubicBezTo>
                    <a:pt x="25" y="7"/>
                    <a:pt x="29" y="4"/>
                    <a:pt x="29" y="4"/>
                  </a:cubicBezTo>
                  <a:cubicBezTo>
                    <a:pt x="29" y="4"/>
                    <a:pt x="27" y="1"/>
                    <a:pt x="26" y="1"/>
                  </a:cubicBezTo>
                  <a:cubicBezTo>
                    <a:pt x="26" y="0"/>
                    <a:pt x="24" y="2"/>
                    <a:pt x="21" y="2"/>
                  </a:cubicBezTo>
                  <a:cubicBezTo>
                    <a:pt x="17" y="2"/>
                    <a:pt x="15" y="5"/>
                    <a:pt x="13" y="5"/>
                  </a:cubicBezTo>
                  <a:cubicBezTo>
                    <a:pt x="12" y="5"/>
                    <a:pt x="7" y="3"/>
                    <a:pt x="4" y="3"/>
                  </a:cubicBezTo>
                  <a:cubicBezTo>
                    <a:pt x="3" y="3"/>
                    <a:pt x="2" y="3"/>
                    <a:pt x="1" y="3"/>
                  </a:cubicBezTo>
                  <a:cubicBezTo>
                    <a:pt x="0" y="6"/>
                    <a:pt x="0" y="10"/>
                    <a:pt x="0" y="14"/>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66" name="Freeform 134">
              <a:extLst>
                <a:ext uri="{FF2B5EF4-FFF2-40B4-BE49-F238E27FC236}">
                  <a16:creationId xmlns:a16="http://schemas.microsoft.com/office/drawing/2014/main" id="{8A95C310-5FDB-A3DB-ED55-A9A2F524BD80}"/>
                </a:ext>
              </a:extLst>
            </p:cNvPr>
            <p:cNvSpPr>
              <a:spLocks noEditPoints="1"/>
            </p:cNvSpPr>
            <p:nvPr/>
          </p:nvSpPr>
          <p:spPr bwMode="auto">
            <a:xfrm>
              <a:off x="7871571" y="3178492"/>
              <a:ext cx="144874" cy="186967"/>
            </a:xfrm>
            <a:custGeom>
              <a:avLst/>
              <a:gdLst>
                <a:gd name="T0" fmla="*/ 53 w 54"/>
                <a:gd name="T1" fmla="*/ 0 h 67"/>
                <a:gd name="T2" fmla="*/ 49 w 54"/>
                <a:gd name="T3" fmla="*/ 2 h 67"/>
                <a:gd name="T4" fmla="*/ 46 w 54"/>
                <a:gd name="T5" fmla="*/ 4 h 67"/>
                <a:gd name="T6" fmla="*/ 37 w 54"/>
                <a:gd name="T7" fmla="*/ 2 h 67"/>
                <a:gd name="T8" fmla="*/ 26 w 54"/>
                <a:gd name="T9" fmla="*/ 2 h 67"/>
                <a:gd name="T10" fmla="*/ 25 w 54"/>
                <a:gd name="T11" fmla="*/ 2 h 67"/>
                <a:gd name="T12" fmla="*/ 18 w 54"/>
                <a:gd name="T13" fmla="*/ 6 h 67"/>
                <a:gd name="T14" fmla="*/ 14 w 54"/>
                <a:gd name="T15" fmla="*/ 8 h 67"/>
                <a:gd name="T16" fmla="*/ 8 w 54"/>
                <a:gd name="T17" fmla="*/ 9 h 67"/>
                <a:gd name="T18" fmla="*/ 5 w 54"/>
                <a:gd name="T19" fmla="*/ 14 h 67"/>
                <a:gd name="T20" fmla="*/ 3 w 54"/>
                <a:gd name="T21" fmla="*/ 17 h 67"/>
                <a:gd name="T22" fmla="*/ 0 w 54"/>
                <a:gd name="T23" fmla="*/ 22 h 67"/>
                <a:gd name="T24" fmla="*/ 1 w 54"/>
                <a:gd name="T25" fmla="*/ 22 h 67"/>
                <a:gd name="T26" fmla="*/ 5 w 54"/>
                <a:gd name="T27" fmla="*/ 29 h 67"/>
                <a:gd name="T28" fmla="*/ 11 w 54"/>
                <a:gd name="T29" fmla="*/ 31 h 67"/>
                <a:gd name="T30" fmla="*/ 19 w 54"/>
                <a:gd name="T31" fmla="*/ 34 h 67"/>
                <a:gd name="T32" fmla="*/ 10 w 54"/>
                <a:gd name="T33" fmla="*/ 35 h 67"/>
                <a:gd name="T34" fmla="*/ 12 w 54"/>
                <a:gd name="T35" fmla="*/ 42 h 67"/>
                <a:gd name="T36" fmla="*/ 16 w 54"/>
                <a:gd name="T37" fmla="*/ 48 h 67"/>
                <a:gd name="T38" fmla="*/ 24 w 54"/>
                <a:gd name="T39" fmla="*/ 51 h 67"/>
                <a:gd name="T40" fmla="*/ 22 w 54"/>
                <a:gd name="T41" fmla="*/ 43 h 67"/>
                <a:gd name="T42" fmla="*/ 28 w 54"/>
                <a:gd name="T43" fmla="*/ 43 h 67"/>
                <a:gd name="T44" fmla="*/ 24 w 54"/>
                <a:gd name="T45" fmla="*/ 39 h 67"/>
                <a:gd name="T46" fmla="*/ 27 w 54"/>
                <a:gd name="T47" fmla="*/ 38 h 67"/>
                <a:gd name="T48" fmla="*/ 33 w 54"/>
                <a:gd name="T49" fmla="*/ 37 h 67"/>
                <a:gd name="T50" fmla="*/ 31 w 54"/>
                <a:gd name="T51" fmla="*/ 30 h 67"/>
                <a:gd name="T52" fmla="*/ 24 w 54"/>
                <a:gd name="T53" fmla="*/ 30 h 67"/>
                <a:gd name="T54" fmla="*/ 26 w 54"/>
                <a:gd name="T55" fmla="*/ 26 h 67"/>
                <a:gd name="T56" fmla="*/ 20 w 54"/>
                <a:gd name="T57" fmla="*/ 16 h 67"/>
                <a:gd name="T58" fmla="*/ 24 w 54"/>
                <a:gd name="T59" fmla="*/ 14 h 67"/>
                <a:gd name="T60" fmla="*/ 31 w 54"/>
                <a:gd name="T61" fmla="*/ 15 h 67"/>
                <a:gd name="T62" fmla="*/ 32 w 54"/>
                <a:gd name="T63" fmla="*/ 9 h 67"/>
                <a:gd name="T64" fmla="*/ 37 w 54"/>
                <a:gd name="T65" fmla="*/ 10 h 67"/>
                <a:gd name="T66" fmla="*/ 44 w 54"/>
                <a:gd name="T67" fmla="*/ 7 h 67"/>
                <a:gd name="T68" fmla="*/ 49 w 54"/>
                <a:gd name="T69" fmla="*/ 10 h 67"/>
                <a:gd name="T70" fmla="*/ 51 w 54"/>
                <a:gd name="T71" fmla="*/ 7 h 67"/>
                <a:gd name="T72" fmla="*/ 54 w 54"/>
                <a:gd name="T73" fmla="*/ 3 h 67"/>
                <a:gd name="T74" fmla="*/ 53 w 54"/>
                <a:gd name="T75" fmla="*/ 0 h 67"/>
                <a:gd name="T76" fmla="*/ 46 w 54"/>
                <a:gd name="T77" fmla="*/ 63 h 67"/>
                <a:gd name="T78" fmla="*/ 33 w 54"/>
                <a:gd name="T79" fmla="*/ 61 h 67"/>
                <a:gd name="T80" fmla="*/ 28 w 54"/>
                <a:gd name="T81" fmla="*/ 63 h 67"/>
                <a:gd name="T82" fmla="*/ 40 w 54"/>
                <a:gd name="T83" fmla="*/ 66 h 67"/>
                <a:gd name="T84" fmla="*/ 51 w 54"/>
                <a:gd name="T85" fmla="*/ 63 h 67"/>
                <a:gd name="T86" fmla="*/ 46 w 54"/>
                <a:gd name="T87" fmla="*/ 6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4" h="67">
                  <a:moveTo>
                    <a:pt x="53" y="0"/>
                  </a:moveTo>
                  <a:cubicBezTo>
                    <a:pt x="51" y="0"/>
                    <a:pt x="49" y="1"/>
                    <a:pt x="49" y="2"/>
                  </a:cubicBezTo>
                  <a:cubicBezTo>
                    <a:pt x="50" y="3"/>
                    <a:pt x="48" y="4"/>
                    <a:pt x="46" y="4"/>
                  </a:cubicBezTo>
                  <a:cubicBezTo>
                    <a:pt x="46" y="4"/>
                    <a:pt x="39" y="3"/>
                    <a:pt x="37" y="2"/>
                  </a:cubicBezTo>
                  <a:cubicBezTo>
                    <a:pt x="35" y="1"/>
                    <a:pt x="29" y="2"/>
                    <a:pt x="26" y="2"/>
                  </a:cubicBezTo>
                  <a:cubicBezTo>
                    <a:pt x="26" y="2"/>
                    <a:pt x="26" y="2"/>
                    <a:pt x="25" y="2"/>
                  </a:cubicBezTo>
                  <a:cubicBezTo>
                    <a:pt x="25" y="4"/>
                    <a:pt x="19" y="7"/>
                    <a:pt x="18" y="6"/>
                  </a:cubicBezTo>
                  <a:cubicBezTo>
                    <a:pt x="16" y="6"/>
                    <a:pt x="16" y="8"/>
                    <a:pt x="14" y="8"/>
                  </a:cubicBezTo>
                  <a:cubicBezTo>
                    <a:pt x="11" y="9"/>
                    <a:pt x="8" y="8"/>
                    <a:pt x="8" y="9"/>
                  </a:cubicBezTo>
                  <a:cubicBezTo>
                    <a:pt x="8" y="10"/>
                    <a:pt x="6" y="13"/>
                    <a:pt x="5" y="14"/>
                  </a:cubicBezTo>
                  <a:cubicBezTo>
                    <a:pt x="4" y="15"/>
                    <a:pt x="5" y="17"/>
                    <a:pt x="3" y="17"/>
                  </a:cubicBezTo>
                  <a:cubicBezTo>
                    <a:pt x="2" y="18"/>
                    <a:pt x="1" y="20"/>
                    <a:pt x="0" y="22"/>
                  </a:cubicBezTo>
                  <a:cubicBezTo>
                    <a:pt x="1" y="22"/>
                    <a:pt x="1" y="22"/>
                    <a:pt x="1" y="22"/>
                  </a:cubicBezTo>
                  <a:cubicBezTo>
                    <a:pt x="4" y="23"/>
                    <a:pt x="6" y="26"/>
                    <a:pt x="5" y="29"/>
                  </a:cubicBezTo>
                  <a:cubicBezTo>
                    <a:pt x="5" y="32"/>
                    <a:pt x="9" y="33"/>
                    <a:pt x="11" y="31"/>
                  </a:cubicBezTo>
                  <a:cubicBezTo>
                    <a:pt x="13" y="29"/>
                    <a:pt x="19" y="32"/>
                    <a:pt x="19" y="34"/>
                  </a:cubicBezTo>
                  <a:cubicBezTo>
                    <a:pt x="19" y="35"/>
                    <a:pt x="13" y="32"/>
                    <a:pt x="10" y="35"/>
                  </a:cubicBezTo>
                  <a:cubicBezTo>
                    <a:pt x="7" y="37"/>
                    <a:pt x="12" y="39"/>
                    <a:pt x="12" y="42"/>
                  </a:cubicBezTo>
                  <a:cubicBezTo>
                    <a:pt x="11" y="44"/>
                    <a:pt x="13" y="48"/>
                    <a:pt x="16" y="48"/>
                  </a:cubicBezTo>
                  <a:cubicBezTo>
                    <a:pt x="19" y="48"/>
                    <a:pt x="22" y="52"/>
                    <a:pt x="24" y="51"/>
                  </a:cubicBezTo>
                  <a:cubicBezTo>
                    <a:pt x="26" y="51"/>
                    <a:pt x="22" y="44"/>
                    <a:pt x="22" y="43"/>
                  </a:cubicBezTo>
                  <a:cubicBezTo>
                    <a:pt x="23" y="42"/>
                    <a:pt x="26" y="45"/>
                    <a:pt x="28" y="43"/>
                  </a:cubicBezTo>
                  <a:cubicBezTo>
                    <a:pt x="30" y="41"/>
                    <a:pt x="27" y="39"/>
                    <a:pt x="24" y="39"/>
                  </a:cubicBezTo>
                  <a:cubicBezTo>
                    <a:pt x="22" y="39"/>
                    <a:pt x="24" y="36"/>
                    <a:pt x="27" y="38"/>
                  </a:cubicBezTo>
                  <a:cubicBezTo>
                    <a:pt x="30" y="40"/>
                    <a:pt x="32" y="37"/>
                    <a:pt x="33" y="37"/>
                  </a:cubicBezTo>
                  <a:cubicBezTo>
                    <a:pt x="35" y="37"/>
                    <a:pt x="35" y="31"/>
                    <a:pt x="31" y="30"/>
                  </a:cubicBezTo>
                  <a:cubicBezTo>
                    <a:pt x="26" y="29"/>
                    <a:pt x="27" y="33"/>
                    <a:pt x="24" y="30"/>
                  </a:cubicBezTo>
                  <a:cubicBezTo>
                    <a:pt x="21" y="27"/>
                    <a:pt x="26" y="28"/>
                    <a:pt x="26" y="26"/>
                  </a:cubicBezTo>
                  <a:cubicBezTo>
                    <a:pt x="26" y="23"/>
                    <a:pt x="22" y="20"/>
                    <a:pt x="20" y="16"/>
                  </a:cubicBezTo>
                  <a:cubicBezTo>
                    <a:pt x="17" y="13"/>
                    <a:pt x="23" y="12"/>
                    <a:pt x="24" y="14"/>
                  </a:cubicBezTo>
                  <a:cubicBezTo>
                    <a:pt x="25" y="16"/>
                    <a:pt x="29" y="16"/>
                    <a:pt x="31" y="15"/>
                  </a:cubicBezTo>
                  <a:cubicBezTo>
                    <a:pt x="33" y="14"/>
                    <a:pt x="28" y="10"/>
                    <a:pt x="32" y="9"/>
                  </a:cubicBezTo>
                  <a:cubicBezTo>
                    <a:pt x="36" y="7"/>
                    <a:pt x="36" y="10"/>
                    <a:pt x="37" y="10"/>
                  </a:cubicBezTo>
                  <a:cubicBezTo>
                    <a:pt x="39" y="11"/>
                    <a:pt x="40" y="7"/>
                    <a:pt x="44" y="7"/>
                  </a:cubicBezTo>
                  <a:cubicBezTo>
                    <a:pt x="46" y="7"/>
                    <a:pt x="48" y="9"/>
                    <a:pt x="49" y="10"/>
                  </a:cubicBezTo>
                  <a:cubicBezTo>
                    <a:pt x="51" y="9"/>
                    <a:pt x="51" y="8"/>
                    <a:pt x="51" y="7"/>
                  </a:cubicBezTo>
                  <a:cubicBezTo>
                    <a:pt x="51" y="6"/>
                    <a:pt x="54" y="5"/>
                    <a:pt x="54" y="3"/>
                  </a:cubicBezTo>
                  <a:cubicBezTo>
                    <a:pt x="54" y="2"/>
                    <a:pt x="53" y="1"/>
                    <a:pt x="53" y="0"/>
                  </a:cubicBezTo>
                  <a:close/>
                  <a:moveTo>
                    <a:pt x="46" y="63"/>
                  </a:moveTo>
                  <a:cubicBezTo>
                    <a:pt x="44" y="61"/>
                    <a:pt x="35" y="63"/>
                    <a:pt x="33" y="61"/>
                  </a:cubicBezTo>
                  <a:cubicBezTo>
                    <a:pt x="30" y="59"/>
                    <a:pt x="26" y="63"/>
                    <a:pt x="28" y="63"/>
                  </a:cubicBezTo>
                  <a:cubicBezTo>
                    <a:pt x="31" y="64"/>
                    <a:pt x="35" y="66"/>
                    <a:pt x="40" y="66"/>
                  </a:cubicBezTo>
                  <a:cubicBezTo>
                    <a:pt x="45" y="67"/>
                    <a:pt x="51" y="64"/>
                    <a:pt x="51" y="63"/>
                  </a:cubicBezTo>
                  <a:cubicBezTo>
                    <a:pt x="51" y="62"/>
                    <a:pt x="48" y="64"/>
                    <a:pt x="46" y="63"/>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67" name="Freeform 135">
              <a:extLst>
                <a:ext uri="{FF2B5EF4-FFF2-40B4-BE49-F238E27FC236}">
                  <a16:creationId xmlns:a16="http://schemas.microsoft.com/office/drawing/2014/main" id="{EE1C3034-7090-C7FF-9FD4-6CF8DEC70391}"/>
                </a:ext>
              </a:extLst>
            </p:cNvPr>
            <p:cNvSpPr>
              <a:spLocks/>
            </p:cNvSpPr>
            <p:nvPr/>
          </p:nvSpPr>
          <p:spPr bwMode="auto">
            <a:xfrm>
              <a:off x="8140785" y="3337237"/>
              <a:ext cx="59319" cy="38805"/>
            </a:xfrm>
            <a:custGeom>
              <a:avLst/>
              <a:gdLst>
                <a:gd name="T0" fmla="*/ 14 w 22"/>
                <a:gd name="T1" fmla="*/ 9 h 14"/>
                <a:gd name="T2" fmla="*/ 19 w 22"/>
                <a:gd name="T3" fmla="*/ 4 h 14"/>
                <a:gd name="T4" fmla="*/ 19 w 22"/>
                <a:gd name="T5" fmla="*/ 2 h 14"/>
                <a:gd name="T6" fmla="*/ 7 w 22"/>
                <a:gd name="T7" fmla="*/ 6 h 14"/>
                <a:gd name="T8" fmla="*/ 3 w 22"/>
                <a:gd name="T9" fmla="*/ 12 h 14"/>
                <a:gd name="T10" fmla="*/ 14 w 22"/>
                <a:gd name="T11" fmla="*/ 9 h 14"/>
              </a:gdLst>
              <a:ahLst/>
              <a:cxnLst>
                <a:cxn ang="0">
                  <a:pos x="T0" y="T1"/>
                </a:cxn>
                <a:cxn ang="0">
                  <a:pos x="T2" y="T3"/>
                </a:cxn>
                <a:cxn ang="0">
                  <a:pos x="T4" y="T5"/>
                </a:cxn>
                <a:cxn ang="0">
                  <a:pos x="T6" y="T7"/>
                </a:cxn>
                <a:cxn ang="0">
                  <a:pos x="T8" y="T9"/>
                </a:cxn>
                <a:cxn ang="0">
                  <a:pos x="T10" y="T11"/>
                </a:cxn>
              </a:cxnLst>
              <a:rect l="0" t="0" r="r" b="b"/>
              <a:pathLst>
                <a:path w="22" h="14">
                  <a:moveTo>
                    <a:pt x="14" y="9"/>
                  </a:moveTo>
                  <a:cubicBezTo>
                    <a:pt x="14" y="8"/>
                    <a:pt x="16" y="5"/>
                    <a:pt x="19" y="4"/>
                  </a:cubicBezTo>
                  <a:cubicBezTo>
                    <a:pt x="22" y="3"/>
                    <a:pt x="21" y="0"/>
                    <a:pt x="19" y="2"/>
                  </a:cubicBezTo>
                  <a:cubicBezTo>
                    <a:pt x="17" y="4"/>
                    <a:pt x="12" y="5"/>
                    <a:pt x="7" y="6"/>
                  </a:cubicBezTo>
                  <a:cubicBezTo>
                    <a:pt x="1" y="6"/>
                    <a:pt x="0" y="10"/>
                    <a:pt x="3" y="12"/>
                  </a:cubicBezTo>
                  <a:cubicBezTo>
                    <a:pt x="7" y="14"/>
                    <a:pt x="15" y="10"/>
                    <a:pt x="14" y="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68" name="Freeform 136">
              <a:extLst>
                <a:ext uri="{FF2B5EF4-FFF2-40B4-BE49-F238E27FC236}">
                  <a16:creationId xmlns:a16="http://schemas.microsoft.com/office/drawing/2014/main" id="{F8D5B315-4E47-B496-6AF5-4A02D9F59D95}"/>
                </a:ext>
              </a:extLst>
            </p:cNvPr>
            <p:cNvSpPr>
              <a:spLocks/>
            </p:cNvSpPr>
            <p:nvPr/>
          </p:nvSpPr>
          <p:spPr bwMode="auto">
            <a:xfrm>
              <a:off x="6871148" y="2360073"/>
              <a:ext cx="241836" cy="128173"/>
            </a:xfrm>
            <a:custGeom>
              <a:avLst/>
              <a:gdLst>
                <a:gd name="T0" fmla="*/ 76 w 90"/>
                <a:gd name="T1" fmla="*/ 32 h 46"/>
                <a:gd name="T2" fmla="*/ 83 w 90"/>
                <a:gd name="T3" fmla="*/ 27 h 46"/>
                <a:gd name="T4" fmla="*/ 89 w 90"/>
                <a:gd name="T5" fmla="*/ 21 h 46"/>
                <a:gd name="T6" fmla="*/ 85 w 90"/>
                <a:gd name="T7" fmla="*/ 14 h 46"/>
                <a:gd name="T8" fmla="*/ 80 w 90"/>
                <a:gd name="T9" fmla="*/ 10 h 46"/>
                <a:gd name="T10" fmla="*/ 79 w 90"/>
                <a:gd name="T11" fmla="*/ 4 h 46"/>
                <a:gd name="T12" fmla="*/ 73 w 90"/>
                <a:gd name="T13" fmla="*/ 5 h 46"/>
                <a:gd name="T14" fmla="*/ 65 w 90"/>
                <a:gd name="T15" fmla="*/ 1 h 46"/>
                <a:gd name="T16" fmla="*/ 64 w 90"/>
                <a:gd name="T17" fmla="*/ 6 h 46"/>
                <a:gd name="T18" fmla="*/ 59 w 90"/>
                <a:gd name="T19" fmla="*/ 6 h 46"/>
                <a:gd name="T20" fmla="*/ 55 w 90"/>
                <a:gd name="T21" fmla="*/ 7 h 46"/>
                <a:gd name="T22" fmla="*/ 51 w 90"/>
                <a:gd name="T23" fmla="*/ 7 h 46"/>
                <a:gd name="T24" fmla="*/ 46 w 90"/>
                <a:gd name="T25" fmla="*/ 6 h 46"/>
                <a:gd name="T26" fmla="*/ 41 w 90"/>
                <a:gd name="T27" fmla="*/ 10 h 46"/>
                <a:gd name="T28" fmla="*/ 37 w 90"/>
                <a:gd name="T29" fmla="*/ 8 h 46"/>
                <a:gd name="T30" fmla="*/ 33 w 90"/>
                <a:gd name="T31" fmla="*/ 11 h 46"/>
                <a:gd name="T32" fmla="*/ 32 w 90"/>
                <a:gd name="T33" fmla="*/ 14 h 46"/>
                <a:gd name="T34" fmla="*/ 27 w 90"/>
                <a:gd name="T35" fmla="*/ 17 h 46"/>
                <a:gd name="T36" fmla="*/ 25 w 90"/>
                <a:gd name="T37" fmla="*/ 10 h 46"/>
                <a:gd name="T38" fmla="*/ 12 w 90"/>
                <a:gd name="T39" fmla="*/ 2 h 46"/>
                <a:gd name="T40" fmla="*/ 13 w 90"/>
                <a:gd name="T41" fmla="*/ 6 h 46"/>
                <a:gd name="T42" fmla="*/ 10 w 90"/>
                <a:gd name="T43" fmla="*/ 6 h 46"/>
                <a:gd name="T44" fmla="*/ 4 w 90"/>
                <a:gd name="T45" fmla="*/ 8 h 46"/>
                <a:gd name="T46" fmla="*/ 0 w 90"/>
                <a:gd name="T47" fmla="*/ 14 h 46"/>
                <a:gd name="T48" fmla="*/ 8 w 90"/>
                <a:gd name="T49" fmla="*/ 16 h 46"/>
                <a:gd name="T50" fmla="*/ 18 w 90"/>
                <a:gd name="T51" fmla="*/ 16 h 46"/>
                <a:gd name="T52" fmla="*/ 17 w 90"/>
                <a:gd name="T53" fmla="*/ 20 h 46"/>
                <a:gd name="T54" fmla="*/ 12 w 90"/>
                <a:gd name="T55" fmla="*/ 22 h 46"/>
                <a:gd name="T56" fmla="*/ 3 w 90"/>
                <a:gd name="T57" fmla="*/ 25 h 46"/>
                <a:gd name="T58" fmla="*/ 15 w 90"/>
                <a:gd name="T59" fmla="*/ 25 h 46"/>
                <a:gd name="T60" fmla="*/ 18 w 90"/>
                <a:gd name="T61" fmla="*/ 28 h 46"/>
                <a:gd name="T62" fmla="*/ 21 w 90"/>
                <a:gd name="T63" fmla="*/ 31 h 46"/>
                <a:gd name="T64" fmla="*/ 18 w 90"/>
                <a:gd name="T65" fmla="*/ 35 h 46"/>
                <a:gd name="T66" fmla="*/ 13 w 90"/>
                <a:gd name="T67" fmla="*/ 38 h 46"/>
                <a:gd name="T68" fmla="*/ 24 w 90"/>
                <a:gd name="T69" fmla="*/ 37 h 46"/>
                <a:gd name="T70" fmla="*/ 39 w 90"/>
                <a:gd name="T71" fmla="*/ 44 h 46"/>
                <a:gd name="T72" fmla="*/ 54 w 90"/>
                <a:gd name="T73" fmla="*/ 40 h 46"/>
                <a:gd name="T74" fmla="*/ 64 w 90"/>
                <a:gd name="T75" fmla="*/ 37 h 46"/>
                <a:gd name="T76" fmla="*/ 76 w 90"/>
                <a:gd name="T77" fmla="*/ 3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0" h="46">
                  <a:moveTo>
                    <a:pt x="76" y="32"/>
                  </a:moveTo>
                  <a:cubicBezTo>
                    <a:pt x="81" y="32"/>
                    <a:pt x="81" y="27"/>
                    <a:pt x="83" y="27"/>
                  </a:cubicBezTo>
                  <a:cubicBezTo>
                    <a:pt x="85" y="27"/>
                    <a:pt x="88" y="23"/>
                    <a:pt x="89" y="21"/>
                  </a:cubicBezTo>
                  <a:cubicBezTo>
                    <a:pt x="90" y="18"/>
                    <a:pt x="88" y="14"/>
                    <a:pt x="85" y="14"/>
                  </a:cubicBezTo>
                  <a:cubicBezTo>
                    <a:pt x="82" y="14"/>
                    <a:pt x="79" y="11"/>
                    <a:pt x="80" y="10"/>
                  </a:cubicBezTo>
                  <a:cubicBezTo>
                    <a:pt x="81" y="8"/>
                    <a:pt x="78" y="6"/>
                    <a:pt x="79" y="4"/>
                  </a:cubicBezTo>
                  <a:cubicBezTo>
                    <a:pt x="79" y="3"/>
                    <a:pt x="75" y="4"/>
                    <a:pt x="73" y="5"/>
                  </a:cubicBezTo>
                  <a:cubicBezTo>
                    <a:pt x="71" y="5"/>
                    <a:pt x="67" y="0"/>
                    <a:pt x="65" y="1"/>
                  </a:cubicBezTo>
                  <a:cubicBezTo>
                    <a:pt x="63" y="2"/>
                    <a:pt x="64" y="5"/>
                    <a:pt x="64" y="6"/>
                  </a:cubicBezTo>
                  <a:cubicBezTo>
                    <a:pt x="63" y="8"/>
                    <a:pt x="59" y="5"/>
                    <a:pt x="59" y="6"/>
                  </a:cubicBezTo>
                  <a:cubicBezTo>
                    <a:pt x="59" y="8"/>
                    <a:pt x="57" y="8"/>
                    <a:pt x="55" y="7"/>
                  </a:cubicBezTo>
                  <a:cubicBezTo>
                    <a:pt x="54" y="5"/>
                    <a:pt x="50" y="6"/>
                    <a:pt x="51" y="7"/>
                  </a:cubicBezTo>
                  <a:cubicBezTo>
                    <a:pt x="51" y="9"/>
                    <a:pt x="49" y="8"/>
                    <a:pt x="46" y="6"/>
                  </a:cubicBezTo>
                  <a:cubicBezTo>
                    <a:pt x="43" y="4"/>
                    <a:pt x="40" y="8"/>
                    <a:pt x="41" y="10"/>
                  </a:cubicBezTo>
                  <a:cubicBezTo>
                    <a:pt x="41" y="12"/>
                    <a:pt x="40" y="12"/>
                    <a:pt x="37" y="8"/>
                  </a:cubicBezTo>
                  <a:cubicBezTo>
                    <a:pt x="35" y="4"/>
                    <a:pt x="32" y="8"/>
                    <a:pt x="33" y="11"/>
                  </a:cubicBezTo>
                  <a:cubicBezTo>
                    <a:pt x="35" y="13"/>
                    <a:pt x="34" y="16"/>
                    <a:pt x="32" y="14"/>
                  </a:cubicBezTo>
                  <a:cubicBezTo>
                    <a:pt x="30" y="13"/>
                    <a:pt x="28" y="15"/>
                    <a:pt x="27" y="17"/>
                  </a:cubicBezTo>
                  <a:cubicBezTo>
                    <a:pt x="26" y="19"/>
                    <a:pt x="22" y="12"/>
                    <a:pt x="25" y="10"/>
                  </a:cubicBezTo>
                  <a:cubicBezTo>
                    <a:pt x="27" y="9"/>
                    <a:pt x="15" y="2"/>
                    <a:pt x="12" y="2"/>
                  </a:cubicBezTo>
                  <a:cubicBezTo>
                    <a:pt x="8" y="2"/>
                    <a:pt x="10" y="4"/>
                    <a:pt x="13" y="6"/>
                  </a:cubicBezTo>
                  <a:cubicBezTo>
                    <a:pt x="15" y="8"/>
                    <a:pt x="11" y="8"/>
                    <a:pt x="10" y="6"/>
                  </a:cubicBezTo>
                  <a:cubicBezTo>
                    <a:pt x="8" y="4"/>
                    <a:pt x="6" y="6"/>
                    <a:pt x="4" y="8"/>
                  </a:cubicBezTo>
                  <a:cubicBezTo>
                    <a:pt x="3" y="11"/>
                    <a:pt x="0" y="12"/>
                    <a:pt x="0" y="14"/>
                  </a:cubicBezTo>
                  <a:cubicBezTo>
                    <a:pt x="0" y="16"/>
                    <a:pt x="4" y="18"/>
                    <a:pt x="8" y="16"/>
                  </a:cubicBezTo>
                  <a:cubicBezTo>
                    <a:pt x="12" y="14"/>
                    <a:pt x="16" y="14"/>
                    <a:pt x="18" y="16"/>
                  </a:cubicBezTo>
                  <a:cubicBezTo>
                    <a:pt x="20" y="18"/>
                    <a:pt x="15" y="19"/>
                    <a:pt x="17" y="20"/>
                  </a:cubicBezTo>
                  <a:cubicBezTo>
                    <a:pt x="19" y="21"/>
                    <a:pt x="17" y="23"/>
                    <a:pt x="12" y="22"/>
                  </a:cubicBezTo>
                  <a:cubicBezTo>
                    <a:pt x="8" y="22"/>
                    <a:pt x="2" y="23"/>
                    <a:pt x="3" y="25"/>
                  </a:cubicBezTo>
                  <a:cubicBezTo>
                    <a:pt x="4" y="27"/>
                    <a:pt x="15" y="24"/>
                    <a:pt x="15" y="25"/>
                  </a:cubicBezTo>
                  <a:cubicBezTo>
                    <a:pt x="15" y="27"/>
                    <a:pt x="15" y="30"/>
                    <a:pt x="18" y="28"/>
                  </a:cubicBezTo>
                  <a:cubicBezTo>
                    <a:pt x="21" y="27"/>
                    <a:pt x="19" y="31"/>
                    <a:pt x="21" y="31"/>
                  </a:cubicBezTo>
                  <a:cubicBezTo>
                    <a:pt x="22" y="32"/>
                    <a:pt x="22" y="35"/>
                    <a:pt x="18" y="35"/>
                  </a:cubicBezTo>
                  <a:cubicBezTo>
                    <a:pt x="14" y="35"/>
                    <a:pt x="12" y="36"/>
                    <a:pt x="13" y="38"/>
                  </a:cubicBezTo>
                  <a:cubicBezTo>
                    <a:pt x="16" y="40"/>
                    <a:pt x="20" y="38"/>
                    <a:pt x="24" y="37"/>
                  </a:cubicBezTo>
                  <a:cubicBezTo>
                    <a:pt x="28" y="36"/>
                    <a:pt x="34" y="42"/>
                    <a:pt x="39" y="44"/>
                  </a:cubicBezTo>
                  <a:cubicBezTo>
                    <a:pt x="44" y="46"/>
                    <a:pt x="53" y="43"/>
                    <a:pt x="54" y="40"/>
                  </a:cubicBezTo>
                  <a:cubicBezTo>
                    <a:pt x="55" y="38"/>
                    <a:pt x="62" y="39"/>
                    <a:pt x="64" y="37"/>
                  </a:cubicBezTo>
                  <a:cubicBezTo>
                    <a:pt x="67" y="35"/>
                    <a:pt x="71" y="33"/>
                    <a:pt x="76" y="3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69" name="Freeform 137">
              <a:extLst>
                <a:ext uri="{FF2B5EF4-FFF2-40B4-BE49-F238E27FC236}">
                  <a16:creationId xmlns:a16="http://schemas.microsoft.com/office/drawing/2014/main" id="{7F20073F-E766-DF73-6455-4D3448A2A885}"/>
                </a:ext>
              </a:extLst>
            </p:cNvPr>
            <p:cNvSpPr>
              <a:spLocks/>
            </p:cNvSpPr>
            <p:nvPr/>
          </p:nvSpPr>
          <p:spPr bwMode="auto">
            <a:xfrm>
              <a:off x="7183710" y="2769283"/>
              <a:ext cx="102665" cy="119940"/>
            </a:xfrm>
            <a:custGeom>
              <a:avLst/>
              <a:gdLst>
                <a:gd name="T0" fmla="*/ 34 w 38"/>
                <a:gd name="T1" fmla="*/ 14 h 43"/>
                <a:gd name="T2" fmla="*/ 31 w 38"/>
                <a:gd name="T3" fmla="*/ 11 h 43"/>
                <a:gd name="T4" fmla="*/ 26 w 38"/>
                <a:gd name="T5" fmla="*/ 13 h 43"/>
                <a:gd name="T6" fmla="*/ 21 w 38"/>
                <a:gd name="T7" fmla="*/ 12 h 43"/>
                <a:gd name="T8" fmla="*/ 23 w 38"/>
                <a:gd name="T9" fmla="*/ 7 h 43"/>
                <a:gd name="T10" fmla="*/ 25 w 38"/>
                <a:gd name="T11" fmla="*/ 2 h 43"/>
                <a:gd name="T12" fmla="*/ 24 w 38"/>
                <a:gd name="T13" fmla="*/ 2 h 43"/>
                <a:gd name="T14" fmla="*/ 16 w 38"/>
                <a:gd name="T15" fmla="*/ 3 h 43"/>
                <a:gd name="T16" fmla="*/ 20 w 38"/>
                <a:gd name="T17" fmla="*/ 7 h 43"/>
                <a:gd name="T18" fmla="*/ 13 w 38"/>
                <a:gd name="T19" fmla="*/ 11 h 43"/>
                <a:gd name="T20" fmla="*/ 4 w 38"/>
                <a:gd name="T21" fmla="*/ 11 h 43"/>
                <a:gd name="T22" fmla="*/ 5 w 38"/>
                <a:gd name="T23" fmla="*/ 17 h 43"/>
                <a:gd name="T24" fmla="*/ 9 w 38"/>
                <a:gd name="T25" fmla="*/ 23 h 43"/>
                <a:gd name="T26" fmla="*/ 6 w 38"/>
                <a:gd name="T27" fmla="*/ 30 h 43"/>
                <a:gd name="T28" fmla="*/ 1 w 38"/>
                <a:gd name="T29" fmla="*/ 36 h 43"/>
                <a:gd name="T30" fmla="*/ 9 w 38"/>
                <a:gd name="T31" fmla="*/ 43 h 43"/>
                <a:gd name="T32" fmla="*/ 24 w 38"/>
                <a:gd name="T33" fmla="*/ 37 h 43"/>
                <a:gd name="T34" fmla="*/ 34 w 38"/>
                <a:gd name="T35" fmla="*/ 35 h 43"/>
                <a:gd name="T36" fmla="*/ 34 w 38"/>
                <a:gd name="T37" fmla="*/ 15 h 43"/>
                <a:gd name="T38" fmla="*/ 34 w 38"/>
                <a:gd name="T39" fmla="*/ 1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 h="43">
                  <a:moveTo>
                    <a:pt x="34" y="14"/>
                  </a:moveTo>
                  <a:cubicBezTo>
                    <a:pt x="33" y="13"/>
                    <a:pt x="32" y="12"/>
                    <a:pt x="31" y="11"/>
                  </a:cubicBezTo>
                  <a:cubicBezTo>
                    <a:pt x="28" y="7"/>
                    <a:pt x="27" y="10"/>
                    <a:pt x="26" y="13"/>
                  </a:cubicBezTo>
                  <a:cubicBezTo>
                    <a:pt x="26" y="15"/>
                    <a:pt x="23" y="12"/>
                    <a:pt x="21" y="12"/>
                  </a:cubicBezTo>
                  <a:cubicBezTo>
                    <a:pt x="19" y="11"/>
                    <a:pt x="22" y="8"/>
                    <a:pt x="23" y="7"/>
                  </a:cubicBezTo>
                  <a:cubicBezTo>
                    <a:pt x="24" y="6"/>
                    <a:pt x="25" y="4"/>
                    <a:pt x="25" y="2"/>
                  </a:cubicBezTo>
                  <a:cubicBezTo>
                    <a:pt x="25" y="2"/>
                    <a:pt x="24" y="2"/>
                    <a:pt x="24" y="2"/>
                  </a:cubicBezTo>
                  <a:cubicBezTo>
                    <a:pt x="21" y="0"/>
                    <a:pt x="16" y="0"/>
                    <a:pt x="16" y="3"/>
                  </a:cubicBezTo>
                  <a:cubicBezTo>
                    <a:pt x="16" y="7"/>
                    <a:pt x="20" y="5"/>
                    <a:pt x="20" y="7"/>
                  </a:cubicBezTo>
                  <a:cubicBezTo>
                    <a:pt x="20" y="9"/>
                    <a:pt x="16" y="9"/>
                    <a:pt x="13" y="11"/>
                  </a:cubicBezTo>
                  <a:cubicBezTo>
                    <a:pt x="10" y="13"/>
                    <a:pt x="7" y="10"/>
                    <a:pt x="4" y="11"/>
                  </a:cubicBezTo>
                  <a:cubicBezTo>
                    <a:pt x="1" y="13"/>
                    <a:pt x="7" y="14"/>
                    <a:pt x="5" y="17"/>
                  </a:cubicBezTo>
                  <a:cubicBezTo>
                    <a:pt x="3" y="21"/>
                    <a:pt x="5" y="20"/>
                    <a:pt x="9" y="23"/>
                  </a:cubicBezTo>
                  <a:cubicBezTo>
                    <a:pt x="12" y="26"/>
                    <a:pt x="6" y="27"/>
                    <a:pt x="6" y="30"/>
                  </a:cubicBezTo>
                  <a:cubicBezTo>
                    <a:pt x="6" y="34"/>
                    <a:pt x="2" y="34"/>
                    <a:pt x="1" y="36"/>
                  </a:cubicBezTo>
                  <a:cubicBezTo>
                    <a:pt x="0" y="38"/>
                    <a:pt x="5" y="43"/>
                    <a:pt x="9" y="43"/>
                  </a:cubicBezTo>
                  <a:cubicBezTo>
                    <a:pt x="12" y="43"/>
                    <a:pt x="20" y="41"/>
                    <a:pt x="24" y="37"/>
                  </a:cubicBezTo>
                  <a:cubicBezTo>
                    <a:pt x="28" y="33"/>
                    <a:pt x="30" y="37"/>
                    <a:pt x="34" y="35"/>
                  </a:cubicBezTo>
                  <a:cubicBezTo>
                    <a:pt x="38" y="33"/>
                    <a:pt x="36" y="18"/>
                    <a:pt x="34" y="15"/>
                  </a:cubicBezTo>
                  <a:cubicBezTo>
                    <a:pt x="34" y="14"/>
                    <a:pt x="34" y="14"/>
                    <a:pt x="34" y="14"/>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70" name="Freeform 138">
              <a:extLst>
                <a:ext uri="{FF2B5EF4-FFF2-40B4-BE49-F238E27FC236}">
                  <a16:creationId xmlns:a16="http://schemas.microsoft.com/office/drawing/2014/main" id="{2991C17F-F821-69F7-4EED-F80B7224442B}"/>
                </a:ext>
              </a:extLst>
            </p:cNvPr>
            <p:cNvSpPr>
              <a:spLocks noEditPoints="1"/>
            </p:cNvSpPr>
            <p:nvPr/>
          </p:nvSpPr>
          <p:spPr bwMode="auto">
            <a:xfrm>
              <a:off x="7235042" y="2577611"/>
              <a:ext cx="229288" cy="362176"/>
            </a:xfrm>
            <a:custGeom>
              <a:avLst/>
              <a:gdLst>
                <a:gd name="T0" fmla="*/ 6 w 85"/>
                <a:gd name="T1" fmla="*/ 71 h 130"/>
                <a:gd name="T2" fmla="*/ 2 w 85"/>
                <a:gd name="T3" fmla="*/ 81 h 130"/>
                <a:gd name="T4" fmla="*/ 12 w 85"/>
                <a:gd name="T5" fmla="*/ 80 h 130"/>
                <a:gd name="T6" fmla="*/ 21 w 85"/>
                <a:gd name="T7" fmla="*/ 79 h 130"/>
                <a:gd name="T8" fmla="*/ 85 w 85"/>
                <a:gd name="T9" fmla="*/ 100 h 130"/>
                <a:gd name="T10" fmla="*/ 72 w 85"/>
                <a:gd name="T11" fmla="*/ 95 h 130"/>
                <a:gd name="T12" fmla="*/ 69 w 85"/>
                <a:gd name="T13" fmla="*/ 86 h 130"/>
                <a:gd name="T14" fmla="*/ 57 w 85"/>
                <a:gd name="T15" fmla="*/ 66 h 130"/>
                <a:gd name="T16" fmla="*/ 44 w 85"/>
                <a:gd name="T17" fmla="*/ 60 h 130"/>
                <a:gd name="T18" fmla="*/ 53 w 85"/>
                <a:gd name="T19" fmla="*/ 40 h 130"/>
                <a:gd name="T20" fmla="*/ 35 w 85"/>
                <a:gd name="T21" fmla="*/ 36 h 130"/>
                <a:gd name="T22" fmla="*/ 42 w 85"/>
                <a:gd name="T23" fmla="*/ 25 h 130"/>
                <a:gd name="T24" fmla="*/ 30 w 85"/>
                <a:gd name="T25" fmla="*/ 28 h 130"/>
                <a:gd name="T26" fmla="*/ 21 w 85"/>
                <a:gd name="T27" fmla="*/ 41 h 130"/>
                <a:gd name="T28" fmla="*/ 13 w 85"/>
                <a:gd name="T29" fmla="*/ 41 h 130"/>
                <a:gd name="T30" fmla="*/ 16 w 85"/>
                <a:gd name="T31" fmla="*/ 53 h 130"/>
                <a:gd name="T32" fmla="*/ 14 w 85"/>
                <a:gd name="T33" fmla="*/ 62 h 130"/>
                <a:gd name="T34" fmla="*/ 23 w 85"/>
                <a:gd name="T35" fmla="*/ 65 h 130"/>
                <a:gd name="T36" fmla="*/ 29 w 85"/>
                <a:gd name="T37" fmla="*/ 64 h 130"/>
                <a:gd name="T38" fmla="*/ 38 w 85"/>
                <a:gd name="T39" fmla="*/ 72 h 130"/>
                <a:gd name="T40" fmla="*/ 42 w 85"/>
                <a:gd name="T41" fmla="*/ 80 h 130"/>
                <a:gd name="T42" fmla="*/ 43 w 85"/>
                <a:gd name="T43" fmla="*/ 90 h 130"/>
                <a:gd name="T44" fmla="*/ 32 w 85"/>
                <a:gd name="T45" fmla="*/ 92 h 130"/>
                <a:gd name="T46" fmla="*/ 34 w 85"/>
                <a:gd name="T47" fmla="*/ 100 h 130"/>
                <a:gd name="T48" fmla="*/ 30 w 85"/>
                <a:gd name="T49" fmla="*/ 110 h 130"/>
                <a:gd name="T50" fmla="*/ 43 w 85"/>
                <a:gd name="T51" fmla="*/ 112 h 130"/>
                <a:gd name="T52" fmla="*/ 35 w 85"/>
                <a:gd name="T53" fmla="*/ 115 h 130"/>
                <a:gd name="T54" fmla="*/ 30 w 85"/>
                <a:gd name="T55" fmla="*/ 125 h 130"/>
                <a:gd name="T56" fmla="*/ 40 w 85"/>
                <a:gd name="T57" fmla="*/ 123 h 130"/>
                <a:gd name="T58" fmla="*/ 53 w 85"/>
                <a:gd name="T59" fmla="*/ 120 h 130"/>
                <a:gd name="T60" fmla="*/ 69 w 85"/>
                <a:gd name="T61" fmla="*/ 120 h 130"/>
                <a:gd name="T62" fmla="*/ 77 w 85"/>
                <a:gd name="T63" fmla="*/ 113 h 130"/>
                <a:gd name="T64" fmla="*/ 85 w 85"/>
                <a:gd name="T65" fmla="*/ 100 h 130"/>
                <a:gd name="T66" fmla="*/ 16 w 85"/>
                <a:gd name="T67" fmla="*/ 30 h 130"/>
                <a:gd name="T68" fmla="*/ 58 w 85"/>
                <a:gd name="T69" fmla="*/ 11 h 130"/>
                <a:gd name="T70" fmla="*/ 58 w 85"/>
                <a:gd name="T71" fmla="*/ 11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5" h="130">
                  <a:moveTo>
                    <a:pt x="17" y="69"/>
                  </a:moveTo>
                  <a:cubicBezTo>
                    <a:pt x="14" y="66"/>
                    <a:pt x="10" y="71"/>
                    <a:pt x="6" y="71"/>
                  </a:cubicBezTo>
                  <a:cubicBezTo>
                    <a:pt x="6" y="73"/>
                    <a:pt x="5" y="75"/>
                    <a:pt x="4" y="76"/>
                  </a:cubicBezTo>
                  <a:cubicBezTo>
                    <a:pt x="3" y="77"/>
                    <a:pt x="0" y="80"/>
                    <a:pt x="2" y="81"/>
                  </a:cubicBezTo>
                  <a:cubicBezTo>
                    <a:pt x="4" y="81"/>
                    <a:pt x="7" y="84"/>
                    <a:pt x="7" y="82"/>
                  </a:cubicBezTo>
                  <a:cubicBezTo>
                    <a:pt x="8" y="79"/>
                    <a:pt x="9" y="76"/>
                    <a:pt x="12" y="80"/>
                  </a:cubicBezTo>
                  <a:cubicBezTo>
                    <a:pt x="13" y="81"/>
                    <a:pt x="14" y="82"/>
                    <a:pt x="15" y="83"/>
                  </a:cubicBezTo>
                  <a:cubicBezTo>
                    <a:pt x="15" y="81"/>
                    <a:pt x="19" y="81"/>
                    <a:pt x="21" y="79"/>
                  </a:cubicBezTo>
                  <a:cubicBezTo>
                    <a:pt x="24" y="76"/>
                    <a:pt x="20" y="73"/>
                    <a:pt x="17" y="69"/>
                  </a:cubicBezTo>
                  <a:close/>
                  <a:moveTo>
                    <a:pt x="85" y="100"/>
                  </a:moveTo>
                  <a:cubicBezTo>
                    <a:pt x="85" y="96"/>
                    <a:pt x="77" y="94"/>
                    <a:pt x="76" y="96"/>
                  </a:cubicBezTo>
                  <a:cubicBezTo>
                    <a:pt x="75" y="98"/>
                    <a:pt x="73" y="97"/>
                    <a:pt x="72" y="95"/>
                  </a:cubicBezTo>
                  <a:cubicBezTo>
                    <a:pt x="70" y="93"/>
                    <a:pt x="73" y="91"/>
                    <a:pt x="72" y="91"/>
                  </a:cubicBezTo>
                  <a:cubicBezTo>
                    <a:pt x="70" y="90"/>
                    <a:pt x="69" y="87"/>
                    <a:pt x="69" y="86"/>
                  </a:cubicBezTo>
                  <a:cubicBezTo>
                    <a:pt x="69" y="85"/>
                    <a:pt x="67" y="77"/>
                    <a:pt x="63" y="76"/>
                  </a:cubicBezTo>
                  <a:cubicBezTo>
                    <a:pt x="58" y="75"/>
                    <a:pt x="58" y="69"/>
                    <a:pt x="57" y="66"/>
                  </a:cubicBezTo>
                  <a:cubicBezTo>
                    <a:pt x="56" y="62"/>
                    <a:pt x="54" y="64"/>
                    <a:pt x="51" y="61"/>
                  </a:cubicBezTo>
                  <a:cubicBezTo>
                    <a:pt x="49" y="59"/>
                    <a:pt x="46" y="60"/>
                    <a:pt x="44" y="60"/>
                  </a:cubicBezTo>
                  <a:cubicBezTo>
                    <a:pt x="42" y="60"/>
                    <a:pt x="44" y="57"/>
                    <a:pt x="47" y="55"/>
                  </a:cubicBezTo>
                  <a:cubicBezTo>
                    <a:pt x="50" y="53"/>
                    <a:pt x="53" y="42"/>
                    <a:pt x="53" y="40"/>
                  </a:cubicBezTo>
                  <a:cubicBezTo>
                    <a:pt x="53" y="38"/>
                    <a:pt x="40" y="38"/>
                    <a:pt x="38" y="39"/>
                  </a:cubicBezTo>
                  <a:cubicBezTo>
                    <a:pt x="35" y="40"/>
                    <a:pt x="33" y="37"/>
                    <a:pt x="35" y="36"/>
                  </a:cubicBezTo>
                  <a:cubicBezTo>
                    <a:pt x="37" y="36"/>
                    <a:pt x="41" y="31"/>
                    <a:pt x="41" y="30"/>
                  </a:cubicBezTo>
                  <a:cubicBezTo>
                    <a:pt x="41" y="28"/>
                    <a:pt x="44" y="26"/>
                    <a:pt x="42" y="25"/>
                  </a:cubicBezTo>
                  <a:cubicBezTo>
                    <a:pt x="41" y="23"/>
                    <a:pt x="40" y="27"/>
                    <a:pt x="39" y="28"/>
                  </a:cubicBezTo>
                  <a:cubicBezTo>
                    <a:pt x="37" y="29"/>
                    <a:pt x="34" y="29"/>
                    <a:pt x="30" y="28"/>
                  </a:cubicBezTo>
                  <a:cubicBezTo>
                    <a:pt x="26" y="27"/>
                    <a:pt x="24" y="33"/>
                    <a:pt x="24" y="35"/>
                  </a:cubicBezTo>
                  <a:cubicBezTo>
                    <a:pt x="25" y="37"/>
                    <a:pt x="20" y="39"/>
                    <a:pt x="21" y="41"/>
                  </a:cubicBezTo>
                  <a:cubicBezTo>
                    <a:pt x="21" y="43"/>
                    <a:pt x="20" y="44"/>
                    <a:pt x="19" y="43"/>
                  </a:cubicBezTo>
                  <a:cubicBezTo>
                    <a:pt x="17" y="42"/>
                    <a:pt x="16" y="39"/>
                    <a:pt x="13" y="41"/>
                  </a:cubicBezTo>
                  <a:cubicBezTo>
                    <a:pt x="11" y="43"/>
                    <a:pt x="16" y="46"/>
                    <a:pt x="20" y="46"/>
                  </a:cubicBezTo>
                  <a:cubicBezTo>
                    <a:pt x="23" y="47"/>
                    <a:pt x="17" y="49"/>
                    <a:pt x="16" y="53"/>
                  </a:cubicBezTo>
                  <a:cubicBezTo>
                    <a:pt x="16" y="56"/>
                    <a:pt x="21" y="55"/>
                    <a:pt x="21" y="57"/>
                  </a:cubicBezTo>
                  <a:cubicBezTo>
                    <a:pt x="21" y="60"/>
                    <a:pt x="14" y="60"/>
                    <a:pt x="14" y="62"/>
                  </a:cubicBezTo>
                  <a:cubicBezTo>
                    <a:pt x="14" y="65"/>
                    <a:pt x="18" y="61"/>
                    <a:pt x="20" y="60"/>
                  </a:cubicBezTo>
                  <a:cubicBezTo>
                    <a:pt x="22" y="59"/>
                    <a:pt x="19" y="66"/>
                    <a:pt x="23" y="65"/>
                  </a:cubicBezTo>
                  <a:cubicBezTo>
                    <a:pt x="28" y="64"/>
                    <a:pt x="27" y="58"/>
                    <a:pt x="28" y="59"/>
                  </a:cubicBezTo>
                  <a:cubicBezTo>
                    <a:pt x="30" y="59"/>
                    <a:pt x="28" y="62"/>
                    <a:pt x="29" y="64"/>
                  </a:cubicBezTo>
                  <a:cubicBezTo>
                    <a:pt x="30" y="67"/>
                    <a:pt x="26" y="71"/>
                    <a:pt x="26" y="73"/>
                  </a:cubicBezTo>
                  <a:cubicBezTo>
                    <a:pt x="26" y="75"/>
                    <a:pt x="35" y="75"/>
                    <a:pt x="38" y="72"/>
                  </a:cubicBezTo>
                  <a:cubicBezTo>
                    <a:pt x="41" y="69"/>
                    <a:pt x="42" y="72"/>
                    <a:pt x="40" y="74"/>
                  </a:cubicBezTo>
                  <a:cubicBezTo>
                    <a:pt x="38" y="77"/>
                    <a:pt x="39" y="79"/>
                    <a:pt x="42" y="80"/>
                  </a:cubicBezTo>
                  <a:cubicBezTo>
                    <a:pt x="44" y="80"/>
                    <a:pt x="45" y="81"/>
                    <a:pt x="44" y="83"/>
                  </a:cubicBezTo>
                  <a:cubicBezTo>
                    <a:pt x="43" y="85"/>
                    <a:pt x="44" y="88"/>
                    <a:pt x="43" y="90"/>
                  </a:cubicBezTo>
                  <a:cubicBezTo>
                    <a:pt x="42" y="92"/>
                    <a:pt x="35" y="92"/>
                    <a:pt x="35" y="91"/>
                  </a:cubicBezTo>
                  <a:cubicBezTo>
                    <a:pt x="34" y="89"/>
                    <a:pt x="31" y="90"/>
                    <a:pt x="32" y="92"/>
                  </a:cubicBezTo>
                  <a:cubicBezTo>
                    <a:pt x="33" y="94"/>
                    <a:pt x="29" y="96"/>
                    <a:pt x="29" y="97"/>
                  </a:cubicBezTo>
                  <a:cubicBezTo>
                    <a:pt x="30" y="99"/>
                    <a:pt x="34" y="98"/>
                    <a:pt x="34" y="100"/>
                  </a:cubicBezTo>
                  <a:cubicBezTo>
                    <a:pt x="35" y="102"/>
                    <a:pt x="31" y="105"/>
                    <a:pt x="26" y="106"/>
                  </a:cubicBezTo>
                  <a:cubicBezTo>
                    <a:pt x="22" y="108"/>
                    <a:pt x="27" y="111"/>
                    <a:pt x="30" y="110"/>
                  </a:cubicBezTo>
                  <a:cubicBezTo>
                    <a:pt x="32" y="108"/>
                    <a:pt x="31" y="111"/>
                    <a:pt x="35" y="111"/>
                  </a:cubicBezTo>
                  <a:cubicBezTo>
                    <a:pt x="38" y="111"/>
                    <a:pt x="40" y="113"/>
                    <a:pt x="43" y="112"/>
                  </a:cubicBezTo>
                  <a:cubicBezTo>
                    <a:pt x="47" y="111"/>
                    <a:pt x="47" y="112"/>
                    <a:pt x="44" y="114"/>
                  </a:cubicBezTo>
                  <a:cubicBezTo>
                    <a:pt x="41" y="116"/>
                    <a:pt x="37" y="114"/>
                    <a:pt x="35" y="115"/>
                  </a:cubicBezTo>
                  <a:cubicBezTo>
                    <a:pt x="32" y="117"/>
                    <a:pt x="22" y="126"/>
                    <a:pt x="24" y="129"/>
                  </a:cubicBezTo>
                  <a:cubicBezTo>
                    <a:pt x="25" y="130"/>
                    <a:pt x="27" y="127"/>
                    <a:pt x="30" y="125"/>
                  </a:cubicBezTo>
                  <a:cubicBezTo>
                    <a:pt x="34" y="124"/>
                    <a:pt x="35" y="126"/>
                    <a:pt x="37" y="126"/>
                  </a:cubicBezTo>
                  <a:cubicBezTo>
                    <a:pt x="39" y="127"/>
                    <a:pt x="39" y="122"/>
                    <a:pt x="40" y="123"/>
                  </a:cubicBezTo>
                  <a:cubicBezTo>
                    <a:pt x="42" y="123"/>
                    <a:pt x="43" y="121"/>
                    <a:pt x="46" y="122"/>
                  </a:cubicBezTo>
                  <a:cubicBezTo>
                    <a:pt x="49" y="122"/>
                    <a:pt x="51" y="121"/>
                    <a:pt x="53" y="120"/>
                  </a:cubicBezTo>
                  <a:cubicBezTo>
                    <a:pt x="54" y="119"/>
                    <a:pt x="58" y="122"/>
                    <a:pt x="60" y="121"/>
                  </a:cubicBezTo>
                  <a:cubicBezTo>
                    <a:pt x="61" y="121"/>
                    <a:pt x="66" y="120"/>
                    <a:pt x="69" y="120"/>
                  </a:cubicBezTo>
                  <a:cubicBezTo>
                    <a:pt x="72" y="120"/>
                    <a:pt x="79" y="117"/>
                    <a:pt x="81" y="115"/>
                  </a:cubicBezTo>
                  <a:cubicBezTo>
                    <a:pt x="83" y="113"/>
                    <a:pt x="80" y="113"/>
                    <a:pt x="77" y="113"/>
                  </a:cubicBezTo>
                  <a:cubicBezTo>
                    <a:pt x="75" y="114"/>
                    <a:pt x="75" y="111"/>
                    <a:pt x="78" y="108"/>
                  </a:cubicBezTo>
                  <a:cubicBezTo>
                    <a:pt x="80" y="106"/>
                    <a:pt x="85" y="104"/>
                    <a:pt x="85" y="100"/>
                  </a:cubicBezTo>
                  <a:close/>
                  <a:moveTo>
                    <a:pt x="10" y="38"/>
                  </a:moveTo>
                  <a:cubicBezTo>
                    <a:pt x="13" y="37"/>
                    <a:pt x="17" y="32"/>
                    <a:pt x="16" y="30"/>
                  </a:cubicBezTo>
                  <a:cubicBezTo>
                    <a:pt x="14" y="29"/>
                    <a:pt x="7" y="38"/>
                    <a:pt x="10" y="38"/>
                  </a:cubicBezTo>
                  <a:close/>
                  <a:moveTo>
                    <a:pt x="58" y="11"/>
                  </a:moveTo>
                  <a:cubicBezTo>
                    <a:pt x="60" y="8"/>
                    <a:pt x="63" y="0"/>
                    <a:pt x="60" y="1"/>
                  </a:cubicBezTo>
                  <a:cubicBezTo>
                    <a:pt x="56" y="2"/>
                    <a:pt x="57" y="12"/>
                    <a:pt x="58" y="11"/>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71" name="Freeform 140">
              <a:extLst>
                <a:ext uri="{FF2B5EF4-FFF2-40B4-BE49-F238E27FC236}">
                  <a16:creationId xmlns:a16="http://schemas.microsoft.com/office/drawing/2014/main" id="{F6F7351C-A4E3-EA82-6054-AECCEAD4FB53}"/>
                </a:ext>
              </a:extLst>
            </p:cNvPr>
            <p:cNvSpPr>
              <a:spLocks noEditPoints="1"/>
            </p:cNvSpPr>
            <p:nvPr/>
          </p:nvSpPr>
          <p:spPr bwMode="auto">
            <a:xfrm>
              <a:off x="7604641" y="2683443"/>
              <a:ext cx="110652" cy="105829"/>
            </a:xfrm>
            <a:custGeom>
              <a:avLst/>
              <a:gdLst>
                <a:gd name="T0" fmla="*/ 21 w 41"/>
                <a:gd name="T1" fmla="*/ 14 h 38"/>
                <a:gd name="T2" fmla="*/ 20 w 41"/>
                <a:gd name="T3" fmla="*/ 8 h 38"/>
                <a:gd name="T4" fmla="*/ 21 w 41"/>
                <a:gd name="T5" fmla="*/ 1 h 38"/>
                <a:gd name="T6" fmla="*/ 15 w 41"/>
                <a:gd name="T7" fmla="*/ 4 h 38"/>
                <a:gd name="T8" fmla="*/ 10 w 41"/>
                <a:gd name="T9" fmla="*/ 7 h 38"/>
                <a:gd name="T10" fmla="*/ 11 w 41"/>
                <a:gd name="T11" fmla="*/ 11 h 38"/>
                <a:gd name="T12" fmla="*/ 6 w 41"/>
                <a:gd name="T13" fmla="*/ 8 h 38"/>
                <a:gd name="T14" fmla="*/ 1 w 41"/>
                <a:gd name="T15" fmla="*/ 14 h 38"/>
                <a:gd name="T16" fmla="*/ 1 w 41"/>
                <a:gd name="T17" fmla="*/ 24 h 38"/>
                <a:gd name="T18" fmla="*/ 5 w 41"/>
                <a:gd name="T19" fmla="*/ 31 h 38"/>
                <a:gd name="T20" fmla="*/ 6 w 41"/>
                <a:gd name="T21" fmla="*/ 35 h 38"/>
                <a:gd name="T22" fmla="*/ 14 w 41"/>
                <a:gd name="T23" fmla="*/ 36 h 38"/>
                <a:gd name="T24" fmla="*/ 17 w 41"/>
                <a:gd name="T25" fmla="*/ 36 h 38"/>
                <a:gd name="T26" fmla="*/ 13 w 41"/>
                <a:gd name="T27" fmla="*/ 31 h 38"/>
                <a:gd name="T28" fmla="*/ 18 w 41"/>
                <a:gd name="T29" fmla="*/ 32 h 38"/>
                <a:gd name="T30" fmla="*/ 24 w 41"/>
                <a:gd name="T31" fmla="*/ 32 h 38"/>
                <a:gd name="T32" fmla="*/ 21 w 41"/>
                <a:gd name="T33" fmla="*/ 27 h 38"/>
                <a:gd name="T34" fmla="*/ 17 w 41"/>
                <a:gd name="T35" fmla="*/ 26 h 38"/>
                <a:gd name="T36" fmla="*/ 19 w 41"/>
                <a:gd name="T37" fmla="*/ 21 h 38"/>
                <a:gd name="T38" fmla="*/ 25 w 41"/>
                <a:gd name="T39" fmla="*/ 18 h 38"/>
                <a:gd name="T40" fmla="*/ 21 w 41"/>
                <a:gd name="T41" fmla="*/ 14 h 38"/>
                <a:gd name="T42" fmla="*/ 39 w 41"/>
                <a:gd name="T43" fmla="*/ 22 h 38"/>
                <a:gd name="T44" fmla="*/ 37 w 41"/>
                <a:gd name="T45" fmla="*/ 24 h 38"/>
                <a:gd name="T46" fmla="*/ 34 w 41"/>
                <a:gd name="T47" fmla="*/ 22 h 38"/>
                <a:gd name="T48" fmla="*/ 28 w 41"/>
                <a:gd name="T49" fmla="*/ 24 h 38"/>
                <a:gd name="T50" fmla="*/ 31 w 41"/>
                <a:gd name="T51" fmla="*/ 32 h 38"/>
                <a:gd name="T52" fmla="*/ 29 w 41"/>
                <a:gd name="T53" fmla="*/ 34 h 38"/>
                <a:gd name="T54" fmla="*/ 31 w 41"/>
                <a:gd name="T55" fmla="*/ 38 h 38"/>
                <a:gd name="T56" fmla="*/ 37 w 41"/>
                <a:gd name="T57" fmla="*/ 31 h 38"/>
                <a:gd name="T58" fmla="*/ 39 w 41"/>
                <a:gd name="T59" fmla="*/ 2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38">
                  <a:moveTo>
                    <a:pt x="21" y="14"/>
                  </a:moveTo>
                  <a:cubicBezTo>
                    <a:pt x="19" y="14"/>
                    <a:pt x="19" y="10"/>
                    <a:pt x="20" y="8"/>
                  </a:cubicBezTo>
                  <a:cubicBezTo>
                    <a:pt x="22" y="7"/>
                    <a:pt x="22" y="2"/>
                    <a:pt x="21" y="1"/>
                  </a:cubicBezTo>
                  <a:cubicBezTo>
                    <a:pt x="20" y="0"/>
                    <a:pt x="16" y="1"/>
                    <a:pt x="15" y="4"/>
                  </a:cubicBezTo>
                  <a:cubicBezTo>
                    <a:pt x="15" y="8"/>
                    <a:pt x="11" y="6"/>
                    <a:pt x="10" y="7"/>
                  </a:cubicBezTo>
                  <a:cubicBezTo>
                    <a:pt x="9" y="8"/>
                    <a:pt x="12" y="9"/>
                    <a:pt x="11" y="11"/>
                  </a:cubicBezTo>
                  <a:cubicBezTo>
                    <a:pt x="9" y="12"/>
                    <a:pt x="8" y="9"/>
                    <a:pt x="6" y="8"/>
                  </a:cubicBezTo>
                  <a:cubicBezTo>
                    <a:pt x="3" y="8"/>
                    <a:pt x="3" y="12"/>
                    <a:pt x="1" y="14"/>
                  </a:cubicBezTo>
                  <a:cubicBezTo>
                    <a:pt x="0" y="17"/>
                    <a:pt x="1" y="21"/>
                    <a:pt x="1" y="24"/>
                  </a:cubicBezTo>
                  <a:cubicBezTo>
                    <a:pt x="2" y="27"/>
                    <a:pt x="6" y="29"/>
                    <a:pt x="5" y="31"/>
                  </a:cubicBezTo>
                  <a:cubicBezTo>
                    <a:pt x="4" y="32"/>
                    <a:pt x="5" y="34"/>
                    <a:pt x="6" y="35"/>
                  </a:cubicBezTo>
                  <a:cubicBezTo>
                    <a:pt x="9" y="35"/>
                    <a:pt x="12" y="35"/>
                    <a:pt x="14" y="36"/>
                  </a:cubicBezTo>
                  <a:cubicBezTo>
                    <a:pt x="14" y="36"/>
                    <a:pt x="15" y="36"/>
                    <a:pt x="17" y="36"/>
                  </a:cubicBezTo>
                  <a:cubicBezTo>
                    <a:pt x="16" y="34"/>
                    <a:pt x="13" y="33"/>
                    <a:pt x="13" y="31"/>
                  </a:cubicBezTo>
                  <a:cubicBezTo>
                    <a:pt x="14" y="29"/>
                    <a:pt x="16" y="31"/>
                    <a:pt x="18" y="32"/>
                  </a:cubicBezTo>
                  <a:cubicBezTo>
                    <a:pt x="20" y="34"/>
                    <a:pt x="23" y="34"/>
                    <a:pt x="24" y="32"/>
                  </a:cubicBezTo>
                  <a:cubicBezTo>
                    <a:pt x="24" y="31"/>
                    <a:pt x="23" y="25"/>
                    <a:pt x="21" y="27"/>
                  </a:cubicBezTo>
                  <a:cubicBezTo>
                    <a:pt x="18" y="28"/>
                    <a:pt x="18" y="27"/>
                    <a:pt x="17" y="26"/>
                  </a:cubicBezTo>
                  <a:cubicBezTo>
                    <a:pt x="16" y="25"/>
                    <a:pt x="19" y="23"/>
                    <a:pt x="19" y="21"/>
                  </a:cubicBezTo>
                  <a:cubicBezTo>
                    <a:pt x="20" y="19"/>
                    <a:pt x="24" y="20"/>
                    <a:pt x="25" y="18"/>
                  </a:cubicBezTo>
                  <a:cubicBezTo>
                    <a:pt x="25" y="17"/>
                    <a:pt x="22" y="15"/>
                    <a:pt x="21" y="14"/>
                  </a:cubicBezTo>
                  <a:close/>
                  <a:moveTo>
                    <a:pt x="39" y="22"/>
                  </a:moveTo>
                  <a:cubicBezTo>
                    <a:pt x="38" y="21"/>
                    <a:pt x="38" y="23"/>
                    <a:pt x="37" y="24"/>
                  </a:cubicBezTo>
                  <a:cubicBezTo>
                    <a:pt x="35" y="24"/>
                    <a:pt x="34" y="19"/>
                    <a:pt x="34" y="22"/>
                  </a:cubicBezTo>
                  <a:cubicBezTo>
                    <a:pt x="33" y="24"/>
                    <a:pt x="31" y="21"/>
                    <a:pt x="28" y="24"/>
                  </a:cubicBezTo>
                  <a:cubicBezTo>
                    <a:pt x="26" y="28"/>
                    <a:pt x="30" y="31"/>
                    <a:pt x="31" y="32"/>
                  </a:cubicBezTo>
                  <a:cubicBezTo>
                    <a:pt x="33" y="33"/>
                    <a:pt x="31" y="35"/>
                    <a:pt x="29" y="34"/>
                  </a:cubicBezTo>
                  <a:cubicBezTo>
                    <a:pt x="27" y="34"/>
                    <a:pt x="28" y="37"/>
                    <a:pt x="31" y="38"/>
                  </a:cubicBezTo>
                  <a:cubicBezTo>
                    <a:pt x="34" y="38"/>
                    <a:pt x="38" y="32"/>
                    <a:pt x="37" y="31"/>
                  </a:cubicBezTo>
                  <a:cubicBezTo>
                    <a:pt x="37" y="29"/>
                    <a:pt x="41" y="22"/>
                    <a:pt x="39" y="22"/>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72" name="Freeform 141">
              <a:extLst>
                <a:ext uri="{FF2B5EF4-FFF2-40B4-BE49-F238E27FC236}">
                  <a16:creationId xmlns:a16="http://schemas.microsoft.com/office/drawing/2014/main" id="{96FDDBE2-3410-E15A-5ADD-6EBBD3E4C751}"/>
                </a:ext>
              </a:extLst>
            </p:cNvPr>
            <p:cNvSpPr>
              <a:spLocks noEditPoints="1"/>
            </p:cNvSpPr>
            <p:nvPr/>
          </p:nvSpPr>
          <p:spPr bwMode="auto">
            <a:xfrm>
              <a:off x="7679928" y="2254242"/>
              <a:ext cx="282902" cy="512688"/>
            </a:xfrm>
            <a:custGeom>
              <a:avLst/>
              <a:gdLst>
                <a:gd name="T0" fmla="*/ 102 w 105"/>
                <a:gd name="T1" fmla="*/ 39 h 184"/>
                <a:gd name="T2" fmla="*/ 100 w 105"/>
                <a:gd name="T3" fmla="*/ 24 h 184"/>
                <a:gd name="T4" fmla="*/ 88 w 105"/>
                <a:gd name="T5" fmla="*/ 9 h 184"/>
                <a:gd name="T6" fmla="*/ 73 w 105"/>
                <a:gd name="T7" fmla="*/ 8 h 184"/>
                <a:gd name="T8" fmla="*/ 59 w 105"/>
                <a:gd name="T9" fmla="*/ 8 h 184"/>
                <a:gd name="T10" fmla="*/ 50 w 105"/>
                <a:gd name="T11" fmla="*/ 17 h 184"/>
                <a:gd name="T12" fmla="*/ 42 w 105"/>
                <a:gd name="T13" fmla="*/ 27 h 184"/>
                <a:gd name="T14" fmla="*/ 35 w 105"/>
                <a:gd name="T15" fmla="*/ 38 h 184"/>
                <a:gd name="T16" fmla="*/ 27 w 105"/>
                <a:gd name="T17" fmla="*/ 45 h 184"/>
                <a:gd name="T18" fmla="*/ 21 w 105"/>
                <a:gd name="T19" fmla="*/ 63 h 184"/>
                <a:gd name="T20" fmla="*/ 23 w 105"/>
                <a:gd name="T21" fmla="*/ 72 h 184"/>
                <a:gd name="T22" fmla="*/ 9 w 105"/>
                <a:gd name="T23" fmla="*/ 78 h 184"/>
                <a:gd name="T24" fmla="*/ 8 w 105"/>
                <a:gd name="T25" fmla="*/ 95 h 184"/>
                <a:gd name="T26" fmla="*/ 14 w 105"/>
                <a:gd name="T27" fmla="*/ 109 h 184"/>
                <a:gd name="T28" fmla="*/ 11 w 105"/>
                <a:gd name="T29" fmla="*/ 117 h 184"/>
                <a:gd name="T30" fmla="*/ 6 w 105"/>
                <a:gd name="T31" fmla="*/ 127 h 184"/>
                <a:gd name="T32" fmla="*/ 2 w 105"/>
                <a:gd name="T33" fmla="*/ 140 h 184"/>
                <a:gd name="T34" fmla="*/ 0 w 105"/>
                <a:gd name="T35" fmla="*/ 140 h 184"/>
                <a:gd name="T36" fmla="*/ 6 w 105"/>
                <a:gd name="T37" fmla="*/ 157 h 184"/>
                <a:gd name="T38" fmla="*/ 12 w 105"/>
                <a:gd name="T39" fmla="*/ 171 h 184"/>
                <a:gd name="T40" fmla="*/ 15 w 105"/>
                <a:gd name="T41" fmla="*/ 182 h 184"/>
                <a:gd name="T42" fmla="*/ 25 w 105"/>
                <a:gd name="T43" fmla="*/ 177 h 184"/>
                <a:gd name="T44" fmla="*/ 34 w 105"/>
                <a:gd name="T45" fmla="*/ 174 h 184"/>
                <a:gd name="T46" fmla="*/ 42 w 105"/>
                <a:gd name="T47" fmla="*/ 171 h 184"/>
                <a:gd name="T48" fmla="*/ 44 w 105"/>
                <a:gd name="T49" fmla="*/ 164 h 184"/>
                <a:gd name="T50" fmla="*/ 45 w 105"/>
                <a:gd name="T51" fmla="*/ 146 h 184"/>
                <a:gd name="T52" fmla="*/ 57 w 105"/>
                <a:gd name="T53" fmla="*/ 134 h 184"/>
                <a:gd name="T54" fmla="*/ 54 w 105"/>
                <a:gd name="T55" fmla="*/ 118 h 184"/>
                <a:gd name="T56" fmla="*/ 47 w 105"/>
                <a:gd name="T57" fmla="*/ 107 h 184"/>
                <a:gd name="T58" fmla="*/ 53 w 105"/>
                <a:gd name="T59" fmla="*/ 92 h 184"/>
                <a:gd name="T60" fmla="*/ 63 w 105"/>
                <a:gd name="T61" fmla="*/ 82 h 184"/>
                <a:gd name="T62" fmla="*/ 84 w 105"/>
                <a:gd name="T63" fmla="*/ 67 h 184"/>
                <a:gd name="T64" fmla="*/ 86 w 105"/>
                <a:gd name="T65" fmla="*/ 53 h 184"/>
                <a:gd name="T66" fmla="*/ 100 w 105"/>
                <a:gd name="T67" fmla="*/ 47 h 184"/>
                <a:gd name="T68" fmla="*/ 104 w 105"/>
                <a:gd name="T69" fmla="*/ 43 h 184"/>
                <a:gd name="T70" fmla="*/ 56 w 105"/>
                <a:gd name="T71" fmla="*/ 16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5" h="184">
                  <a:moveTo>
                    <a:pt x="104" y="43"/>
                  </a:moveTo>
                  <a:cubicBezTo>
                    <a:pt x="102" y="42"/>
                    <a:pt x="100" y="39"/>
                    <a:pt x="102" y="39"/>
                  </a:cubicBezTo>
                  <a:cubicBezTo>
                    <a:pt x="104" y="39"/>
                    <a:pt x="105" y="33"/>
                    <a:pt x="102" y="32"/>
                  </a:cubicBezTo>
                  <a:cubicBezTo>
                    <a:pt x="100" y="31"/>
                    <a:pt x="102" y="25"/>
                    <a:pt x="100" y="24"/>
                  </a:cubicBezTo>
                  <a:cubicBezTo>
                    <a:pt x="98" y="23"/>
                    <a:pt x="100" y="19"/>
                    <a:pt x="100" y="16"/>
                  </a:cubicBezTo>
                  <a:cubicBezTo>
                    <a:pt x="100" y="13"/>
                    <a:pt x="92" y="11"/>
                    <a:pt x="88" y="9"/>
                  </a:cubicBezTo>
                  <a:cubicBezTo>
                    <a:pt x="84" y="7"/>
                    <a:pt x="82" y="4"/>
                    <a:pt x="78" y="2"/>
                  </a:cubicBezTo>
                  <a:cubicBezTo>
                    <a:pt x="74" y="0"/>
                    <a:pt x="73" y="5"/>
                    <a:pt x="73" y="8"/>
                  </a:cubicBezTo>
                  <a:cubicBezTo>
                    <a:pt x="73" y="11"/>
                    <a:pt x="70" y="12"/>
                    <a:pt x="68" y="10"/>
                  </a:cubicBezTo>
                  <a:cubicBezTo>
                    <a:pt x="65" y="8"/>
                    <a:pt x="62" y="10"/>
                    <a:pt x="59" y="8"/>
                  </a:cubicBezTo>
                  <a:cubicBezTo>
                    <a:pt x="55" y="7"/>
                    <a:pt x="57" y="12"/>
                    <a:pt x="57" y="14"/>
                  </a:cubicBezTo>
                  <a:cubicBezTo>
                    <a:pt x="57" y="17"/>
                    <a:pt x="53" y="17"/>
                    <a:pt x="50" y="17"/>
                  </a:cubicBezTo>
                  <a:cubicBezTo>
                    <a:pt x="48" y="17"/>
                    <a:pt x="44" y="19"/>
                    <a:pt x="44" y="21"/>
                  </a:cubicBezTo>
                  <a:cubicBezTo>
                    <a:pt x="44" y="24"/>
                    <a:pt x="40" y="26"/>
                    <a:pt x="42" y="27"/>
                  </a:cubicBezTo>
                  <a:cubicBezTo>
                    <a:pt x="43" y="29"/>
                    <a:pt x="41" y="31"/>
                    <a:pt x="40" y="32"/>
                  </a:cubicBezTo>
                  <a:cubicBezTo>
                    <a:pt x="38" y="33"/>
                    <a:pt x="36" y="37"/>
                    <a:pt x="35" y="38"/>
                  </a:cubicBezTo>
                  <a:cubicBezTo>
                    <a:pt x="34" y="39"/>
                    <a:pt x="36" y="41"/>
                    <a:pt x="34" y="43"/>
                  </a:cubicBezTo>
                  <a:cubicBezTo>
                    <a:pt x="31" y="45"/>
                    <a:pt x="28" y="43"/>
                    <a:pt x="27" y="45"/>
                  </a:cubicBezTo>
                  <a:cubicBezTo>
                    <a:pt x="26" y="46"/>
                    <a:pt x="27" y="49"/>
                    <a:pt x="27" y="52"/>
                  </a:cubicBezTo>
                  <a:cubicBezTo>
                    <a:pt x="26" y="56"/>
                    <a:pt x="24" y="60"/>
                    <a:pt x="21" y="63"/>
                  </a:cubicBezTo>
                  <a:cubicBezTo>
                    <a:pt x="19" y="66"/>
                    <a:pt x="22" y="67"/>
                    <a:pt x="23" y="67"/>
                  </a:cubicBezTo>
                  <a:cubicBezTo>
                    <a:pt x="24" y="68"/>
                    <a:pt x="24" y="70"/>
                    <a:pt x="23" y="72"/>
                  </a:cubicBezTo>
                  <a:cubicBezTo>
                    <a:pt x="22" y="75"/>
                    <a:pt x="19" y="73"/>
                    <a:pt x="18" y="73"/>
                  </a:cubicBezTo>
                  <a:cubicBezTo>
                    <a:pt x="16" y="72"/>
                    <a:pt x="12" y="74"/>
                    <a:pt x="9" y="78"/>
                  </a:cubicBezTo>
                  <a:cubicBezTo>
                    <a:pt x="7" y="82"/>
                    <a:pt x="8" y="85"/>
                    <a:pt x="8" y="87"/>
                  </a:cubicBezTo>
                  <a:cubicBezTo>
                    <a:pt x="9" y="89"/>
                    <a:pt x="6" y="91"/>
                    <a:pt x="8" y="95"/>
                  </a:cubicBezTo>
                  <a:cubicBezTo>
                    <a:pt x="10" y="99"/>
                    <a:pt x="8" y="100"/>
                    <a:pt x="8" y="103"/>
                  </a:cubicBezTo>
                  <a:cubicBezTo>
                    <a:pt x="8" y="106"/>
                    <a:pt x="13" y="106"/>
                    <a:pt x="14" y="109"/>
                  </a:cubicBezTo>
                  <a:cubicBezTo>
                    <a:pt x="14" y="112"/>
                    <a:pt x="12" y="113"/>
                    <a:pt x="10" y="113"/>
                  </a:cubicBezTo>
                  <a:cubicBezTo>
                    <a:pt x="9" y="113"/>
                    <a:pt x="9" y="117"/>
                    <a:pt x="11" y="117"/>
                  </a:cubicBezTo>
                  <a:cubicBezTo>
                    <a:pt x="12" y="118"/>
                    <a:pt x="12" y="124"/>
                    <a:pt x="11" y="125"/>
                  </a:cubicBezTo>
                  <a:cubicBezTo>
                    <a:pt x="10" y="127"/>
                    <a:pt x="5" y="125"/>
                    <a:pt x="6" y="127"/>
                  </a:cubicBezTo>
                  <a:cubicBezTo>
                    <a:pt x="6" y="129"/>
                    <a:pt x="4" y="133"/>
                    <a:pt x="4" y="134"/>
                  </a:cubicBezTo>
                  <a:cubicBezTo>
                    <a:pt x="4" y="136"/>
                    <a:pt x="4" y="141"/>
                    <a:pt x="2" y="140"/>
                  </a:cubicBezTo>
                  <a:cubicBezTo>
                    <a:pt x="2" y="139"/>
                    <a:pt x="1" y="139"/>
                    <a:pt x="0" y="139"/>
                  </a:cubicBezTo>
                  <a:cubicBezTo>
                    <a:pt x="0" y="140"/>
                    <a:pt x="0" y="140"/>
                    <a:pt x="0" y="140"/>
                  </a:cubicBezTo>
                  <a:cubicBezTo>
                    <a:pt x="0" y="143"/>
                    <a:pt x="1" y="146"/>
                    <a:pt x="3" y="149"/>
                  </a:cubicBezTo>
                  <a:cubicBezTo>
                    <a:pt x="6" y="151"/>
                    <a:pt x="4" y="154"/>
                    <a:pt x="6" y="157"/>
                  </a:cubicBezTo>
                  <a:cubicBezTo>
                    <a:pt x="9" y="160"/>
                    <a:pt x="8" y="163"/>
                    <a:pt x="11" y="165"/>
                  </a:cubicBezTo>
                  <a:cubicBezTo>
                    <a:pt x="13" y="167"/>
                    <a:pt x="14" y="168"/>
                    <a:pt x="12" y="171"/>
                  </a:cubicBezTo>
                  <a:cubicBezTo>
                    <a:pt x="11" y="174"/>
                    <a:pt x="15" y="173"/>
                    <a:pt x="15" y="175"/>
                  </a:cubicBezTo>
                  <a:cubicBezTo>
                    <a:pt x="15" y="177"/>
                    <a:pt x="14" y="180"/>
                    <a:pt x="15" y="182"/>
                  </a:cubicBezTo>
                  <a:cubicBezTo>
                    <a:pt x="16" y="184"/>
                    <a:pt x="18" y="182"/>
                    <a:pt x="22" y="182"/>
                  </a:cubicBezTo>
                  <a:cubicBezTo>
                    <a:pt x="25" y="182"/>
                    <a:pt x="24" y="179"/>
                    <a:pt x="25" y="177"/>
                  </a:cubicBezTo>
                  <a:cubicBezTo>
                    <a:pt x="25" y="175"/>
                    <a:pt x="27" y="176"/>
                    <a:pt x="27" y="174"/>
                  </a:cubicBezTo>
                  <a:cubicBezTo>
                    <a:pt x="28" y="173"/>
                    <a:pt x="31" y="173"/>
                    <a:pt x="34" y="174"/>
                  </a:cubicBezTo>
                  <a:cubicBezTo>
                    <a:pt x="37" y="175"/>
                    <a:pt x="39" y="173"/>
                    <a:pt x="39" y="170"/>
                  </a:cubicBezTo>
                  <a:cubicBezTo>
                    <a:pt x="40" y="167"/>
                    <a:pt x="41" y="171"/>
                    <a:pt x="42" y="171"/>
                  </a:cubicBezTo>
                  <a:cubicBezTo>
                    <a:pt x="43" y="172"/>
                    <a:pt x="46" y="167"/>
                    <a:pt x="47" y="163"/>
                  </a:cubicBezTo>
                  <a:cubicBezTo>
                    <a:pt x="48" y="160"/>
                    <a:pt x="47" y="160"/>
                    <a:pt x="44" y="164"/>
                  </a:cubicBezTo>
                  <a:cubicBezTo>
                    <a:pt x="41" y="167"/>
                    <a:pt x="43" y="160"/>
                    <a:pt x="44" y="158"/>
                  </a:cubicBezTo>
                  <a:cubicBezTo>
                    <a:pt x="45" y="155"/>
                    <a:pt x="45" y="148"/>
                    <a:pt x="45" y="146"/>
                  </a:cubicBezTo>
                  <a:cubicBezTo>
                    <a:pt x="45" y="144"/>
                    <a:pt x="46" y="142"/>
                    <a:pt x="50" y="141"/>
                  </a:cubicBezTo>
                  <a:cubicBezTo>
                    <a:pt x="53" y="140"/>
                    <a:pt x="58" y="136"/>
                    <a:pt x="57" y="134"/>
                  </a:cubicBezTo>
                  <a:cubicBezTo>
                    <a:pt x="57" y="132"/>
                    <a:pt x="62" y="129"/>
                    <a:pt x="62" y="127"/>
                  </a:cubicBezTo>
                  <a:cubicBezTo>
                    <a:pt x="62" y="125"/>
                    <a:pt x="56" y="119"/>
                    <a:pt x="54" y="118"/>
                  </a:cubicBezTo>
                  <a:cubicBezTo>
                    <a:pt x="52" y="117"/>
                    <a:pt x="48" y="118"/>
                    <a:pt x="48" y="116"/>
                  </a:cubicBezTo>
                  <a:cubicBezTo>
                    <a:pt x="49" y="115"/>
                    <a:pt x="48" y="110"/>
                    <a:pt x="47" y="107"/>
                  </a:cubicBezTo>
                  <a:cubicBezTo>
                    <a:pt x="47" y="104"/>
                    <a:pt x="51" y="101"/>
                    <a:pt x="51" y="99"/>
                  </a:cubicBezTo>
                  <a:cubicBezTo>
                    <a:pt x="51" y="96"/>
                    <a:pt x="50" y="93"/>
                    <a:pt x="53" y="92"/>
                  </a:cubicBezTo>
                  <a:cubicBezTo>
                    <a:pt x="55" y="91"/>
                    <a:pt x="54" y="89"/>
                    <a:pt x="57" y="88"/>
                  </a:cubicBezTo>
                  <a:cubicBezTo>
                    <a:pt x="60" y="88"/>
                    <a:pt x="59" y="83"/>
                    <a:pt x="63" y="82"/>
                  </a:cubicBezTo>
                  <a:cubicBezTo>
                    <a:pt x="66" y="80"/>
                    <a:pt x="66" y="79"/>
                    <a:pt x="71" y="77"/>
                  </a:cubicBezTo>
                  <a:cubicBezTo>
                    <a:pt x="75" y="75"/>
                    <a:pt x="82" y="70"/>
                    <a:pt x="84" y="67"/>
                  </a:cubicBezTo>
                  <a:cubicBezTo>
                    <a:pt x="85" y="65"/>
                    <a:pt x="79" y="62"/>
                    <a:pt x="83" y="59"/>
                  </a:cubicBezTo>
                  <a:cubicBezTo>
                    <a:pt x="86" y="57"/>
                    <a:pt x="83" y="54"/>
                    <a:pt x="86" y="53"/>
                  </a:cubicBezTo>
                  <a:cubicBezTo>
                    <a:pt x="88" y="52"/>
                    <a:pt x="89" y="50"/>
                    <a:pt x="91" y="48"/>
                  </a:cubicBezTo>
                  <a:cubicBezTo>
                    <a:pt x="93" y="46"/>
                    <a:pt x="96" y="48"/>
                    <a:pt x="100" y="47"/>
                  </a:cubicBezTo>
                  <a:cubicBezTo>
                    <a:pt x="102" y="47"/>
                    <a:pt x="103" y="47"/>
                    <a:pt x="105" y="47"/>
                  </a:cubicBezTo>
                  <a:cubicBezTo>
                    <a:pt x="105" y="46"/>
                    <a:pt x="104" y="44"/>
                    <a:pt x="104" y="43"/>
                  </a:cubicBezTo>
                  <a:close/>
                  <a:moveTo>
                    <a:pt x="61" y="153"/>
                  </a:moveTo>
                  <a:cubicBezTo>
                    <a:pt x="57" y="153"/>
                    <a:pt x="55" y="162"/>
                    <a:pt x="56" y="164"/>
                  </a:cubicBezTo>
                  <a:cubicBezTo>
                    <a:pt x="57" y="165"/>
                    <a:pt x="66" y="153"/>
                    <a:pt x="61" y="153"/>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73" name="Freeform 142">
              <a:extLst>
                <a:ext uri="{FF2B5EF4-FFF2-40B4-BE49-F238E27FC236}">
                  <a16:creationId xmlns:a16="http://schemas.microsoft.com/office/drawing/2014/main" id="{3345C415-93A6-CB18-EAAC-9239EF929D7F}"/>
                </a:ext>
              </a:extLst>
            </p:cNvPr>
            <p:cNvSpPr>
              <a:spLocks noEditPoints="1"/>
            </p:cNvSpPr>
            <p:nvPr/>
          </p:nvSpPr>
          <p:spPr bwMode="auto">
            <a:xfrm>
              <a:off x="7911497" y="2616416"/>
              <a:ext cx="143732" cy="72905"/>
            </a:xfrm>
            <a:custGeom>
              <a:avLst/>
              <a:gdLst>
                <a:gd name="T0" fmla="*/ 49 w 53"/>
                <a:gd name="T1" fmla="*/ 7 h 26"/>
                <a:gd name="T2" fmla="*/ 51 w 53"/>
                <a:gd name="T3" fmla="*/ 1 h 26"/>
                <a:gd name="T4" fmla="*/ 49 w 53"/>
                <a:gd name="T5" fmla="*/ 2 h 26"/>
                <a:gd name="T6" fmla="*/ 33 w 53"/>
                <a:gd name="T7" fmla="*/ 1 h 26"/>
                <a:gd name="T8" fmla="*/ 18 w 53"/>
                <a:gd name="T9" fmla="*/ 4 h 26"/>
                <a:gd name="T10" fmla="*/ 12 w 53"/>
                <a:gd name="T11" fmla="*/ 9 h 26"/>
                <a:gd name="T12" fmla="*/ 14 w 53"/>
                <a:gd name="T13" fmla="*/ 14 h 26"/>
                <a:gd name="T14" fmla="*/ 19 w 53"/>
                <a:gd name="T15" fmla="*/ 17 h 26"/>
                <a:gd name="T16" fmla="*/ 21 w 53"/>
                <a:gd name="T17" fmla="*/ 20 h 26"/>
                <a:gd name="T18" fmla="*/ 21 w 53"/>
                <a:gd name="T19" fmla="*/ 20 h 26"/>
                <a:gd name="T20" fmla="*/ 30 w 53"/>
                <a:gd name="T21" fmla="*/ 20 h 26"/>
                <a:gd name="T22" fmla="*/ 38 w 53"/>
                <a:gd name="T23" fmla="*/ 25 h 26"/>
                <a:gd name="T24" fmla="*/ 46 w 53"/>
                <a:gd name="T25" fmla="*/ 26 h 26"/>
                <a:gd name="T26" fmla="*/ 47 w 53"/>
                <a:gd name="T27" fmla="*/ 23 h 26"/>
                <a:gd name="T28" fmla="*/ 49 w 53"/>
                <a:gd name="T29" fmla="*/ 21 h 26"/>
                <a:gd name="T30" fmla="*/ 47 w 53"/>
                <a:gd name="T31" fmla="*/ 16 h 26"/>
                <a:gd name="T32" fmla="*/ 46 w 53"/>
                <a:gd name="T33" fmla="*/ 11 h 26"/>
                <a:gd name="T34" fmla="*/ 49 w 53"/>
                <a:gd name="T35" fmla="*/ 7 h 26"/>
                <a:gd name="T36" fmla="*/ 5 w 53"/>
                <a:gd name="T37" fmla="*/ 13 h 26"/>
                <a:gd name="T38" fmla="*/ 2 w 53"/>
                <a:gd name="T39" fmla="*/ 20 h 26"/>
                <a:gd name="T40" fmla="*/ 11 w 53"/>
                <a:gd name="T41" fmla="*/ 15 h 26"/>
                <a:gd name="T42" fmla="*/ 5 w 53"/>
                <a:gd name="T43" fmla="*/ 13 h 26"/>
                <a:gd name="T44" fmla="*/ 9 w 53"/>
                <a:gd name="T45" fmla="*/ 9 h 26"/>
                <a:gd name="T46" fmla="*/ 4 w 53"/>
                <a:gd name="T47" fmla="*/ 10 h 26"/>
                <a:gd name="T48" fmla="*/ 9 w 53"/>
                <a:gd name="T49" fmla="*/ 9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 h="26">
                  <a:moveTo>
                    <a:pt x="49" y="7"/>
                  </a:moveTo>
                  <a:cubicBezTo>
                    <a:pt x="50" y="5"/>
                    <a:pt x="53" y="4"/>
                    <a:pt x="51" y="1"/>
                  </a:cubicBezTo>
                  <a:cubicBezTo>
                    <a:pt x="51" y="2"/>
                    <a:pt x="50" y="2"/>
                    <a:pt x="49" y="2"/>
                  </a:cubicBezTo>
                  <a:cubicBezTo>
                    <a:pt x="46" y="3"/>
                    <a:pt x="38" y="0"/>
                    <a:pt x="33" y="1"/>
                  </a:cubicBezTo>
                  <a:cubicBezTo>
                    <a:pt x="29" y="2"/>
                    <a:pt x="20" y="2"/>
                    <a:pt x="18" y="4"/>
                  </a:cubicBezTo>
                  <a:cubicBezTo>
                    <a:pt x="15" y="6"/>
                    <a:pt x="10" y="7"/>
                    <a:pt x="12" y="9"/>
                  </a:cubicBezTo>
                  <a:cubicBezTo>
                    <a:pt x="15" y="11"/>
                    <a:pt x="12" y="12"/>
                    <a:pt x="14" y="14"/>
                  </a:cubicBezTo>
                  <a:cubicBezTo>
                    <a:pt x="16" y="16"/>
                    <a:pt x="17" y="17"/>
                    <a:pt x="19" y="17"/>
                  </a:cubicBezTo>
                  <a:cubicBezTo>
                    <a:pt x="22" y="16"/>
                    <a:pt x="23" y="18"/>
                    <a:pt x="21" y="20"/>
                  </a:cubicBezTo>
                  <a:cubicBezTo>
                    <a:pt x="21" y="20"/>
                    <a:pt x="21" y="20"/>
                    <a:pt x="21" y="20"/>
                  </a:cubicBezTo>
                  <a:cubicBezTo>
                    <a:pt x="25" y="20"/>
                    <a:pt x="29" y="20"/>
                    <a:pt x="30" y="20"/>
                  </a:cubicBezTo>
                  <a:cubicBezTo>
                    <a:pt x="31" y="21"/>
                    <a:pt x="37" y="26"/>
                    <a:pt x="38" y="25"/>
                  </a:cubicBezTo>
                  <a:cubicBezTo>
                    <a:pt x="39" y="25"/>
                    <a:pt x="43" y="25"/>
                    <a:pt x="46" y="26"/>
                  </a:cubicBezTo>
                  <a:cubicBezTo>
                    <a:pt x="46" y="25"/>
                    <a:pt x="46" y="24"/>
                    <a:pt x="47" y="23"/>
                  </a:cubicBezTo>
                  <a:cubicBezTo>
                    <a:pt x="48" y="22"/>
                    <a:pt x="50" y="22"/>
                    <a:pt x="49" y="21"/>
                  </a:cubicBezTo>
                  <a:cubicBezTo>
                    <a:pt x="48" y="19"/>
                    <a:pt x="47" y="18"/>
                    <a:pt x="47" y="16"/>
                  </a:cubicBezTo>
                  <a:cubicBezTo>
                    <a:pt x="47" y="14"/>
                    <a:pt x="46" y="13"/>
                    <a:pt x="46" y="11"/>
                  </a:cubicBezTo>
                  <a:cubicBezTo>
                    <a:pt x="47" y="10"/>
                    <a:pt x="48" y="9"/>
                    <a:pt x="49" y="7"/>
                  </a:cubicBezTo>
                  <a:close/>
                  <a:moveTo>
                    <a:pt x="5" y="13"/>
                  </a:moveTo>
                  <a:cubicBezTo>
                    <a:pt x="1" y="14"/>
                    <a:pt x="0" y="20"/>
                    <a:pt x="2" y="20"/>
                  </a:cubicBezTo>
                  <a:cubicBezTo>
                    <a:pt x="4" y="20"/>
                    <a:pt x="9" y="16"/>
                    <a:pt x="11" y="15"/>
                  </a:cubicBezTo>
                  <a:cubicBezTo>
                    <a:pt x="12" y="13"/>
                    <a:pt x="10" y="12"/>
                    <a:pt x="5" y="13"/>
                  </a:cubicBezTo>
                  <a:close/>
                  <a:moveTo>
                    <a:pt x="9" y="9"/>
                  </a:moveTo>
                  <a:cubicBezTo>
                    <a:pt x="10" y="8"/>
                    <a:pt x="2" y="8"/>
                    <a:pt x="4" y="10"/>
                  </a:cubicBezTo>
                  <a:cubicBezTo>
                    <a:pt x="5" y="11"/>
                    <a:pt x="8" y="11"/>
                    <a:pt x="9" y="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377" name="Freeform 146">
              <a:extLst>
                <a:ext uri="{FF2B5EF4-FFF2-40B4-BE49-F238E27FC236}">
                  <a16:creationId xmlns:a16="http://schemas.microsoft.com/office/drawing/2014/main" id="{A4CC8A1F-F046-1849-3F36-ACC801145099}"/>
                </a:ext>
              </a:extLst>
            </p:cNvPr>
            <p:cNvSpPr>
              <a:spLocks noEditPoints="1"/>
            </p:cNvSpPr>
            <p:nvPr/>
          </p:nvSpPr>
          <p:spPr bwMode="auto">
            <a:xfrm>
              <a:off x="7533914" y="1714508"/>
              <a:ext cx="588619" cy="960703"/>
            </a:xfrm>
            <a:custGeom>
              <a:avLst/>
              <a:gdLst>
                <a:gd name="T0" fmla="*/ 206 w 218"/>
                <a:gd name="T1" fmla="*/ 180 h 345"/>
                <a:gd name="T2" fmla="*/ 207 w 218"/>
                <a:gd name="T3" fmla="*/ 170 h 345"/>
                <a:gd name="T4" fmla="*/ 195 w 218"/>
                <a:gd name="T5" fmla="*/ 168 h 345"/>
                <a:gd name="T6" fmla="*/ 181 w 218"/>
                <a:gd name="T7" fmla="*/ 167 h 345"/>
                <a:gd name="T8" fmla="*/ 175 w 218"/>
                <a:gd name="T9" fmla="*/ 166 h 345"/>
                <a:gd name="T10" fmla="*/ 162 w 218"/>
                <a:gd name="T11" fmla="*/ 169 h 345"/>
                <a:gd name="T12" fmla="*/ 151 w 218"/>
                <a:gd name="T13" fmla="*/ 181 h 345"/>
                <a:gd name="T14" fmla="*/ 151 w 218"/>
                <a:gd name="T15" fmla="*/ 168 h 345"/>
                <a:gd name="T16" fmla="*/ 136 w 218"/>
                <a:gd name="T17" fmla="*/ 177 h 345"/>
                <a:gd name="T18" fmla="*/ 130 w 218"/>
                <a:gd name="T19" fmla="*/ 180 h 345"/>
                <a:gd name="T20" fmla="*/ 123 w 218"/>
                <a:gd name="T21" fmla="*/ 178 h 345"/>
                <a:gd name="T22" fmla="*/ 112 w 218"/>
                <a:gd name="T23" fmla="*/ 187 h 345"/>
                <a:gd name="T24" fmla="*/ 104 w 218"/>
                <a:gd name="T25" fmla="*/ 194 h 345"/>
                <a:gd name="T26" fmla="*/ 96 w 218"/>
                <a:gd name="T27" fmla="*/ 197 h 345"/>
                <a:gd name="T28" fmla="*/ 83 w 218"/>
                <a:gd name="T29" fmla="*/ 200 h 345"/>
                <a:gd name="T30" fmla="*/ 78 w 218"/>
                <a:gd name="T31" fmla="*/ 208 h 345"/>
                <a:gd name="T32" fmla="*/ 96 w 218"/>
                <a:gd name="T33" fmla="*/ 208 h 345"/>
                <a:gd name="T34" fmla="*/ 83 w 218"/>
                <a:gd name="T35" fmla="*/ 218 h 345"/>
                <a:gd name="T36" fmla="*/ 64 w 218"/>
                <a:gd name="T37" fmla="*/ 238 h 345"/>
                <a:gd name="T38" fmla="*/ 52 w 218"/>
                <a:gd name="T39" fmla="*/ 254 h 345"/>
                <a:gd name="T40" fmla="*/ 42 w 218"/>
                <a:gd name="T41" fmla="*/ 269 h 345"/>
                <a:gd name="T42" fmla="*/ 27 w 218"/>
                <a:gd name="T43" fmla="*/ 279 h 345"/>
                <a:gd name="T44" fmla="*/ 12 w 218"/>
                <a:gd name="T45" fmla="*/ 289 h 345"/>
                <a:gd name="T46" fmla="*/ 4 w 218"/>
                <a:gd name="T47" fmla="*/ 301 h 345"/>
                <a:gd name="T48" fmla="*/ 2 w 218"/>
                <a:gd name="T49" fmla="*/ 317 h 345"/>
                <a:gd name="T50" fmla="*/ 9 w 218"/>
                <a:gd name="T51" fmla="*/ 322 h 345"/>
                <a:gd name="T52" fmla="*/ 7 w 218"/>
                <a:gd name="T53" fmla="*/ 328 h 345"/>
                <a:gd name="T54" fmla="*/ 15 w 218"/>
                <a:gd name="T55" fmla="*/ 341 h 345"/>
                <a:gd name="T56" fmla="*/ 48 w 218"/>
                <a:gd name="T57" fmla="*/ 325 h 345"/>
                <a:gd name="T58" fmla="*/ 58 w 218"/>
                <a:gd name="T59" fmla="*/ 328 h 345"/>
                <a:gd name="T60" fmla="*/ 64 w 218"/>
                <a:gd name="T61" fmla="*/ 307 h 345"/>
                <a:gd name="T62" fmla="*/ 62 w 218"/>
                <a:gd name="T63" fmla="*/ 281 h 345"/>
                <a:gd name="T64" fmla="*/ 77 w 218"/>
                <a:gd name="T65" fmla="*/ 261 h 345"/>
                <a:gd name="T66" fmla="*/ 88 w 218"/>
                <a:gd name="T67" fmla="*/ 237 h 345"/>
                <a:gd name="T68" fmla="*/ 98 w 218"/>
                <a:gd name="T69" fmla="*/ 215 h 345"/>
                <a:gd name="T70" fmla="*/ 122 w 218"/>
                <a:gd name="T71" fmla="*/ 204 h 345"/>
                <a:gd name="T72" fmla="*/ 138 w 218"/>
                <a:gd name="T73" fmla="*/ 192 h 345"/>
                <a:gd name="T74" fmla="*/ 168 w 218"/>
                <a:gd name="T75" fmla="*/ 201 h 345"/>
                <a:gd name="T76" fmla="*/ 187 w 218"/>
                <a:gd name="T77" fmla="*/ 181 h 345"/>
                <a:gd name="T78" fmla="*/ 206 w 218"/>
                <a:gd name="T79" fmla="*/ 190 h 345"/>
                <a:gd name="T80" fmla="*/ 61 w 218"/>
                <a:gd name="T81" fmla="*/ 25 h 345"/>
                <a:gd name="T82" fmla="*/ 81 w 218"/>
                <a:gd name="T83" fmla="*/ 36 h 345"/>
                <a:gd name="T84" fmla="*/ 96 w 218"/>
                <a:gd name="T85" fmla="*/ 40 h 345"/>
                <a:gd name="T86" fmla="*/ 98 w 218"/>
                <a:gd name="T87" fmla="*/ 51 h 345"/>
                <a:gd name="T88" fmla="*/ 83 w 218"/>
                <a:gd name="T89" fmla="*/ 65 h 345"/>
                <a:gd name="T90" fmla="*/ 99 w 218"/>
                <a:gd name="T91" fmla="*/ 71 h 345"/>
                <a:gd name="T92" fmla="*/ 119 w 218"/>
                <a:gd name="T93" fmla="*/ 39 h 345"/>
                <a:gd name="T94" fmla="*/ 135 w 218"/>
                <a:gd name="T95" fmla="*/ 47 h 345"/>
                <a:gd name="T96" fmla="*/ 157 w 218"/>
                <a:gd name="T97" fmla="*/ 56 h 345"/>
                <a:gd name="T98" fmla="*/ 150 w 218"/>
                <a:gd name="T99" fmla="*/ 44 h 345"/>
                <a:gd name="T100" fmla="*/ 131 w 218"/>
                <a:gd name="T101" fmla="*/ 29 h 345"/>
                <a:gd name="T102" fmla="*/ 112 w 218"/>
                <a:gd name="T103" fmla="*/ 19 h 345"/>
                <a:gd name="T104" fmla="*/ 94 w 218"/>
                <a:gd name="T105" fmla="*/ 9 h 345"/>
                <a:gd name="T106" fmla="*/ 87 w 218"/>
                <a:gd name="T107" fmla="*/ 19 h 345"/>
                <a:gd name="T108" fmla="*/ 69 w 218"/>
                <a:gd name="T109" fmla="*/ 18 h 345"/>
                <a:gd name="T110" fmla="*/ 59 w 218"/>
                <a:gd name="T111" fmla="*/ 14 h 345"/>
                <a:gd name="T112" fmla="*/ 53 w 218"/>
                <a:gd name="T113" fmla="*/ 40 h 345"/>
                <a:gd name="T114" fmla="*/ 53 w 218"/>
                <a:gd name="T115" fmla="*/ 40 h 345"/>
                <a:gd name="T116" fmla="*/ 124 w 218"/>
                <a:gd name="T117" fmla="*/ 20 h 345"/>
                <a:gd name="T118" fmla="*/ 175 w 218"/>
                <a:gd name="T119" fmla="*/ 18 h 345"/>
                <a:gd name="T120" fmla="*/ 152 w 218"/>
                <a:gd name="T121" fmla="*/ 7 h 345"/>
                <a:gd name="T122" fmla="*/ 133 w 218"/>
                <a:gd name="T123" fmla="*/ 6 h 345"/>
                <a:gd name="T124" fmla="*/ 118 w 218"/>
                <a:gd name="T125" fmla="*/ 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8" h="345">
                  <a:moveTo>
                    <a:pt x="211" y="184"/>
                  </a:moveTo>
                  <a:cubicBezTo>
                    <a:pt x="211" y="186"/>
                    <a:pt x="207" y="186"/>
                    <a:pt x="207" y="184"/>
                  </a:cubicBezTo>
                  <a:cubicBezTo>
                    <a:pt x="208" y="182"/>
                    <a:pt x="202" y="180"/>
                    <a:pt x="202" y="180"/>
                  </a:cubicBezTo>
                  <a:cubicBezTo>
                    <a:pt x="202" y="179"/>
                    <a:pt x="204" y="179"/>
                    <a:pt x="206" y="180"/>
                  </a:cubicBezTo>
                  <a:cubicBezTo>
                    <a:pt x="208" y="181"/>
                    <a:pt x="210" y="180"/>
                    <a:pt x="212" y="178"/>
                  </a:cubicBezTo>
                  <a:cubicBezTo>
                    <a:pt x="214" y="176"/>
                    <a:pt x="217" y="178"/>
                    <a:pt x="218" y="176"/>
                  </a:cubicBezTo>
                  <a:cubicBezTo>
                    <a:pt x="218" y="174"/>
                    <a:pt x="214" y="173"/>
                    <a:pt x="213" y="172"/>
                  </a:cubicBezTo>
                  <a:cubicBezTo>
                    <a:pt x="212" y="171"/>
                    <a:pt x="210" y="169"/>
                    <a:pt x="207" y="170"/>
                  </a:cubicBezTo>
                  <a:cubicBezTo>
                    <a:pt x="204" y="170"/>
                    <a:pt x="204" y="169"/>
                    <a:pt x="202" y="167"/>
                  </a:cubicBezTo>
                  <a:cubicBezTo>
                    <a:pt x="201" y="166"/>
                    <a:pt x="196" y="168"/>
                    <a:pt x="196" y="172"/>
                  </a:cubicBezTo>
                  <a:cubicBezTo>
                    <a:pt x="196" y="175"/>
                    <a:pt x="193" y="175"/>
                    <a:pt x="194" y="173"/>
                  </a:cubicBezTo>
                  <a:cubicBezTo>
                    <a:pt x="195" y="171"/>
                    <a:pt x="192" y="169"/>
                    <a:pt x="195" y="168"/>
                  </a:cubicBezTo>
                  <a:cubicBezTo>
                    <a:pt x="197" y="167"/>
                    <a:pt x="196" y="164"/>
                    <a:pt x="191" y="163"/>
                  </a:cubicBezTo>
                  <a:cubicBezTo>
                    <a:pt x="187" y="163"/>
                    <a:pt x="185" y="167"/>
                    <a:pt x="186" y="168"/>
                  </a:cubicBezTo>
                  <a:cubicBezTo>
                    <a:pt x="187" y="169"/>
                    <a:pt x="183" y="175"/>
                    <a:pt x="181" y="175"/>
                  </a:cubicBezTo>
                  <a:cubicBezTo>
                    <a:pt x="179" y="175"/>
                    <a:pt x="181" y="170"/>
                    <a:pt x="181" y="167"/>
                  </a:cubicBezTo>
                  <a:cubicBezTo>
                    <a:pt x="181" y="165"/>
                    <a:pt x="179" y="166"/>
                    <a:pt x="176" y="170"/>
                  </a:cubicBezTo>
                  <a:cubicBezTo>
                    <a:pt x="172" y="174"/>
                    <a:pt x="170" y="178"/>
                    <a:pt x="168" y="178"/>
                  </a:cubicBezTo>
                  <a:cubicBezTo>
                    <a:pt x="166" y="179"/>
                    <a:pt x="166" y="175"/>
                    <a:pt x="169" y="173"/>
                  </a:cubicBezTo>
                  <a:cubicBezTo>
                    <a:pt x="172" y="171"/>
                    <a:pt x="173" y="166"/>
                    <a:pt x="175" y="166"/>
                  </a:cubicBezTo>
                  <a:cubicBezTo>
                    <a:pt x="177" y="166"/>
                    <a:pt x="177" y="164"/>
                    <a:pt x="174" y="163"/>
                  </a:cubicBezTo>
                  <a:cubicBezTo>
                    <a:pt x="171" y="162"/>
                    <a:pt x="170" y="166"/>
                    <a:pt x="169" y="167"/>
                  </a:cubicBezTo>
                  <a:cubicBezTo>
                    <a:pt x="168" y="168"/>
                    <a:pt x="163" y="165"/>
                    <a:pt x="163" y="166"/>
                  </a:cubicBezTo>
                  <a:cubicBezTo>
                    <a:pt x="163" y="167"/>
                    <a:pt x="160" y="168"/>
                    <a:pt x="162" y="169"/>
                  </a:cubicBezTo>
                  <a:cubicBezTo>
                    <a:pt x="163" y="171"/>
                    <a:pt x="161" y="173"/>
                    <a:pt x="160" y="171"/>
                  </a:cubicBezTo>
                  <a:cubicBezTo>
                    <a:pt x="159" y="168"/>
                    <a:pt x="155" y="170"/>
                    <a:pt x="154" y="173"/>
                  </a:cubicBezTo>
                  <a:cubicBezTo>
                    <a:pt x="152" y="175"/>
                    <a:pt x="150" y="175"/>
                    <a:pt x="152" y="176"/>
                  </a:cubicBezTo>
                  <a:cubicBezTo>
                    <a:pt x="153" y="177"/>
                    <a:pt x="153" y="180"/>
                    <a:pt x="151" y="181"/>
                  </a:cubicBezTo>
                  <a:cubicBezTo>
                    <a:pt x="149" y="181"/>
                    <a:pt x="150" y="175"/>
                    <a:pt x="148" y="175"/>
                  </a:cubicBezTo>
                  <a:cubicBezTo>
                    <a:pt x="146" y="176"/>
                    <a:pt x="147" y="172"/>
                    <a:pt x="150" y="172"/>
                  </a:cubicBezTo>
                  <a:cubicBezTo>
                    <a:pt x="152" y="172"/>
                    <a:pt x="154" y="169"/>
                    <a:pt x="154" y="168"/>
                  </a:cubicBezTo>
                  <a:cubicBezTo>
                    <a:pt x="154" y="166"/>
                    <a:pt x="151" y="167"/>
                    <a:pt x="151" y="168"/>
                  </a:cubicBezTo>
                  <a:cubicBezTo>
                    <a:pt x="151" y="170"/>
                    <a:pt x="147" y="170"/>
                    <a:pt x="144" y="170"/>
                  </a:cubicBezTo>
                  <a:cubicBezTo>
                    <a:pt x="141" y="170"/>
                    <a:pt x="141" y="173"/>
                    <a:pt x="145" y="175"/>
                  </a:cubicBezTo>
                  <a:cubicBezTo>
                    <a:pt x="148" y="177"/>
                    <a:pt x="144" y="179"/>
                    <a:pt x="142" y="177"/>
                  </a:cubicBezTo>
                  <a:cubicBezTo>
                    <a:pt x="141" y="176"/>
                    <a:pt x="138" y="176"/>
                    <a:pt x="136" y="177"/>
                  </a:cubicBezTo>
                  <a:cubicBezTo>
                    <a:pt x="134" y="178"/>
                    <a:pt x="141" y="180"/>
                    <a:pt x="141" y="182"/>
                  </a:cubicBezTo>
                  <a:cubicBezTo>
                    <a:pt x="141" y="183"/>
                    <a:pt x="138" y="180"/>
                    <a:pt x="137" y="181"/>
                  </a:cubicBezTo>
                  <a:cubicBezTo>
                    <a:pt x="136" y="182"/>
                    <a:pt x="133" y="180"/>
                    <a:pt x="132" y="178"/>
                  </a:cubicBezTo>
                  <a:cubicBezTo>
                    <a:pt x="132" y="176"/>
                    <a:pt x="127" y="179"/>
                    <a:pt x="130" y="180"/>
                  </a:cubicBezTo>
                  <a:cubicBezTo>
                    <a:pt x="133" y="181"/>
                    <a:pt x="132" y="183"/>
                    <a:pt x="132" y="185"/>
                  </a:cubicBezTo>
                  <a:cubicBezTo>
                    <a:pt x="132" y="188"/>
                    <a:pt x="128" y="186"/>
                    <a:pt x="129" y="184"/>
                  </a:cubicBezTo>
                  <a:cubicBezTo>
                    <a:pt x="130" y="181"/>
                    <a:pt x="127" y="182"/>
                    <a:pt x="124" y="183"/>
                  </a:cubicBezTo>
                  <a:cubicBezTo>
                    <a:pt x="122" y="185"/>
                    <a:pt x="124" y="181"/>
                    <a:pt x="123" y="178"/>
                  </a:cubicBezTo>
                  <a:cubicBezTo>
                    <a:pt x="122" y="176"/>
                    <a:pt x="120" y="178"/>
                    <a:pt x="118" y="179"/>
                  </a:cubicBezTo>
                  <a:cubicBezTo>
                    <a:pt x="115" y="179"/>
                    <a:pt x="114" y="180"/>
                    <a:pt x="115" y="181"/>
                  </a:cubicBezTo>
                  <a:cubicBezTo>
                    <a:pt x="117" y="183"/>
                    <a:pt x="117" y="186"/>
                    <a:pt x="114" y="185"/>
                  </a:cubicBezTo>
                  <a:cubicBezTo>
                    <a:pt x="112" y="185"/>
                    <a:pt x="111" y="185"/>
                    <a:pt x="112" y="187"/>
                  </a:cubicBezTo>
                  <a:cubicBezTo>
                    <a:pt x="112" y="189"/>
                    <a:pt x="109" y="189"/>
                    <a:pt x="109" y="188"/>
                  </a:cubicBezTo>
                  <a:cubicBezTo>
                    <a:pt x="108" y="186"/>
                    <a:pt x="104" y="186"/>
                    <a:pt x="103" y="188"/>
                  </a:cubicBezTo>
                  <a:cubicBezTo>
                    <a:pt x="102" y="190"/>
                    <a:pt x="98" y="192"/>
                    <a:pt x="99" y="194"/>
                  </a:cubicBezTo>
                  <a:cubicBezTo>
                    <a:pt x="99" y="196"/>
                    <a:pt x="102" y="193"/>
                    <a:pt x="104" y="194"/>
                  </a:cubicBezTo>
                  <a:cubicBezTo>
                    <a:pt x="106" y="194"/>
                    <a:pt x="104" y="195"/>
                    <a:pt x="105" y="197"/>
                  </a:cubicBezTo>
                  <a:cubicBezTo>
                    <a:pt x="106" y="198"/>
                    <a:pt x="106" y="200"/>
                    <a:pt x="104" y="199"/>
                  </a:cubicBezTo>
                  <a:cubicBezTo>
                    <a:pt x="103" y="197"/>
                    <a:pt x="100" y="197"/>
                    <a:pt x="100" y="199"/>
                  </a:cubicBezTo>
                  <a:cubicBezTo>
                    <a:pt x="100" y="202"/>
                    <a:pt x="98" y="199"/>
                    <a:pt x="96" y="197"/>
                  </a:cubicBezTo>
                  <a:cubicBezTo>
                    <a:pt x="95" y="195"/>
                    <a:pt x="93" y="201"/>
                    <a:pt x="92" y="199"/>
                  </a:cubicBezTo>
                  <a:cubicBezTo>
                    <a:pt x="90" y="198"/>
                    <a:pt x="95" y="194"/>
                    <a:pt x="94" y="192"/>
                  </a:cubicBezTo>
                  <a:cubicBezTo>
                    <a:pt x="92" y="191"/>
                    <a:pt x="92" y="193"/>
                    <a:pt x="89" y="196"/>
                  </a:cubicBezTo>
                  <a:cubicBezTo>
                    <a:pt x="86" y="199"/>
                    <a:pt x="82" y="199"/>
                    <a:pt x="83" y="200"/>
                  </a:cubicBezTo>
                  <a:cubicBezTo>
                    <a:pt x="85" y="202"/>
                    <a:pt x="80" y="203"/>
                    <a:pt x="80" y="205"/>
                  </a:cubicBezTo>
                  <a:cubicBezTo>
                    <a:pt x="79" y="207"/>
                    <a:pt x="73" y="208"/>
                    <a:pt x="69" y="211"/>
                  </a:cubicBezTo>
                  <a:cubicBezTo>
                    <a:pt x="66" y="213"/>
                    <a:pt x="70" y="213"/>
                    <a:pt x="72" y="211"/>
                  </a:cubicBezTo>
                  <a:cubicBezTo>
                    <a:pt x="74" y="209"/>
                    <a:pt x="75" y="210"/>
                    <a:pt x="78" y="208"/>
                  </a:cubicBezTo>
                  <a:cubicBezTo>
                    <a:pt x="82" y="206"/>
                    <a:pt x="85" y="204"/>
                    <a:pt x="87" y="205"/>
                  </a:cubicBezTo>
                  <a:cubicBezTo>
                    <a:pt x="88" y="206"/>
                    <a:pt x="90" y="206"/>
                    <a:pt x="92" y="204"/>
                  </a:cubicBezTo>
                  <a:cubicBezTo>
                    <a:pt x="93" y="202"/>
                    <a:pt x="95" y="202"/>
                    <a:pt x="97" y="204"/>
                  </a:cubicBezTo>
                  <a:cubicBezTo>
                    <a:pt x="99" y="205"/>
                    <a:pt x="94" y="206"/>
                    <a:pt x="96" y="208"/>
                  </a:cubicBezTo>
                  <a:cubicBezTo>
                    <a:pt x="98" y="210"/>
                    <a:pt x="94" y="211"/>
                    <a:pt x="94" y="210"/>
                  </a:cubicBezTo>
                  <a:cubicBezTo>
                    <a:pt x="94" y="208"/>
                    <a:pt x="91" y="206"/>
                    <a:pt x="90" y="208"/>
                  </a:cubicBezTo>
                  <a:cubicBezTo>
                    <a:pt x="90" y="210"/>
                    <a:pt x="88" y="211"/>
                    <a:pt x="86" y="211"/>
                  </a:cubicBezTo>
                  <a:cubicBezTo>
                    <a:pt x="85" y="212"/>
                    <a:pt x="83" y="215"/>
                    <a:pt x="83" y="218"/>
                  </a:cubicBezTo>
                  <a:cubicBezTo>
                    <a:pt x="83" y="221"/>
                    <a:pt x="80" y="218"/>
                    <a:pt x="80" y="220"/>
                  </a:cubicBezTo>
                  <a:cubicBezTo>
                    <a:pt x="80" y="223"/>
                    <a:pt x="76" y="227"/>
                    <a:pt x="72" y="231"/>
                  </a:cubicBezTo>
                  <a:cubicBezTo>
                    <a:pt x="69" y="234"/>
                    <a:pt x="72" y="235"/>
                    <a:pt x="71" y="237"/>
                  </a:cubicBezTo>
                  <a:cubicBezTo>
                    <a:pt x="70" y="239"/>
                    <a:pt x="66" y="237"/>
                    <a:pt x="64" y="238"/>
                  </a:cubicBezTo>
                  <a:cubicBezTo>
                    <a:pt x="63" y="239"/>
                    <a:pt x="65" y="244"/>
                    <a:pt x="63" y="246"/>
                  </a:cubicBezTo>
                  <a:cubicBezTo>
                    <a:pt x="61" y="247"/>
                    <a:pt x="63" y="250"/>
                    <a:pt x="63" y="251"/>
                  </a:cubicBezTo>
                  <a:cubicBezTo>
                    <a:pt x="63" y="253"/>
                    <a:pt x="58" y="250"/>
                    <a:pt x="58" y="252"/>
                  </a:cubicBezTo>
                  <a:cubicBezTo>
                    <a:pt x="58" y="254"/>
                    <a:pt x="53" y="254"/>
                    <a:pt x="52" y="254"/>
                  </a:cubicBezTo>
                  <a:cubicBezTo>
                    <a:pt x="51" y="255"/>
                    <a:pt x="55" y="258"/>
                    <a:pt x="57" y="259"/>
                  </a:cubicBezTo>
                  <a:cubicBezTo>
                    <a:pt x="59" y="261"/>
                    <a:pt x="55" y="262"/>
                    <a:pt x="54" y="260"/>
                  </a:cubicBezTo>
                  <a:cubicBezTo>
                    <a:pt x="54" y="258"/>
                    <a:pt x="51" y="262"/>
                    <a:pt x="47" y="263"/>
                  </a:cubicBezTo>
                  <a:cubicBezTo>
                    <a:pt x="43" y="265"/>
                    <a:pt x="45" y="269"/>
                    <a:pt x="42" y="269"/>
                  </a:cubicBezTo>
                  <a:cubicBezTo>
                    <a:pt x="39" y="269"/>
                    <a:pt x="39" y="274"/>
                    <a:pt x="37" y="275"/>
                  </a:cubicBezTo>
                  <a:cubicBezTo>
                    <a:pt x="35" y="277"/>
                    <a:pt x="36" y="272"/>
                    <a:pt x="33" y="272"/>
                  </a:cubicBezTo>
                  <a:cubicBezTo>
                    <a:pt x="30" y="271"/>
                    <a:pt x="30" y="274"/>
                    <a:pt x="32" y="276"/>
                  </a:cubicBezTo>
                  <a:cubicBezTo>
                    <a:pt x="34" y="279"/>
                    <a:pt x="29" y="277"/>
                    <a:pt x="27" y="279"/>
                  </a:cubicBezTo>
                  <a:cubicBezTo>
                    <a:pt x="25" y="281"/>
                    <a:pt x="20" y="280"/>
                    <a:pt x="19" y="282"/>
                  </a:cubicBezTo>
                  <a:cubicBezTo>
                    <a:pt x="18" y="284"/>
                    <a:pt x="23" y="284"/>
                    <a:pt x="24" y="285"/>
                  </a:cubicBezTo>
                  <a:cubicBezTo>
                    <a:pt x="24" y="287"/>
                    <a:pt x="19" y="286"/>
                    <a:pt x="16" y="286"/>
                  </a:cubicBezTo>
                  <a:cubicBezTo>
                    <a:pt x="14" y="285"/>
                    <a:pt x="14" y="289"/>
                    <a:pt x="12" y="289"/>
                  </a:cubicBezTo>
                  <a:cubicBezTo>
                    <a:pt x="9" y="288"/>
                    <a:pt x="6" y="291"/>
                    <a:pt x="8" y="292"/>
                  </a:cubicBezTo>
                  <a:cubicBezTo>
                    <a:pt x="10" y="294"/>
                    <a:pt x="7" y="294"/>
                    <a:pt x="5" y="293"/>
                  </a:cubicBezTo>
                  <a:cubicBezTo>
                    <a:pt x="3" y="292"/>
                    <a:pt x="2" y="295"/>
                    <a:pt x="1" y="297"/>
                  </a:cubicBezTo>
                  <a:cubicBezTo>
                    <a:pt x="0" y="299"/>
                    <a:pt x="4" y="300"/>
                    <a:pt x="4" y="301"/>
                  </a:cubicBezTo>
                  <a:cubicBezTo>
                    <a:pt x="4" y="302"/>
                    <a:pt x="1" y="304"/>
                    <a:pt x="3" y="304"/>
                  </a:cubicBezTo>
                  <a:cubicBezTo>
                    <a:pt x="6" y="305"/>
                    <a:pt x="4" y="307"/>
                    <a:pt x="2" y="308"/>
                  </a:cubicBezTo>
                  <a:cubicBezTo>
                    <a:pt x="1" y="308"/>
                    <a:pt x="1" y="310"/>
                    <a:pt x="2" y="311"/>
                  </a:cubicBezTo>
                  <a:cubicBezTo>
                    <a:pt x="4" y="313"/>
                    <a:pt x="0" y="314"/>
                    <a:pt x="2" y="317"/>
                  </a:cubicBezTo>
                  <a:cubicBezTo>
                    <a:pt x="4" y="319"/>
                    <a:pt x="5" y="316"/>
                    <a:pt x="6" y="318"/>
                  </a:cubicBezTo>
                  <a:cubicBezTo>
                    <a:pt x="7" y="320"/>
                    <a:pt x="9" y="318"/>
                    <a:pt x="12" y="316"/>
                  </a:cubicBezTo>
                  <a:cubicBezTo>
                    <a:pt x="15" y="313"/>
                    <a:pt x="16" y="318"/>
                    <a:pt x="14" y="318"/>
                  </a:cubicBezTo>
                  <a:cubicBezTo>
                    <a:pt x="11" y="318"/>
                    <a:pt x="9" y="320"/>
                    <a:pt x="9" y="322"/>
                  </a:cubicBezTo>
                  <a:cubicBezTo>
                    <a:pt x="10" y="324"/>
                    <a:pt x="6" y="324"/>
                    <a:pt x="6" y="321"/>
                  </a:cubicBezTo>
                  <a:cubicBezTo>
                    <a:pt x="6" y="318"/>
                    <a:pt x="1" y="321"/>
                    <a:pt x="3" y="323"/>
                  </a:cubicBezTo>
                  <a:cubicBezTo>
                    <a:pt x="5" y="325"/>
                    <a:pt x="2" y="327"/>
                    <a:pt x="2" y="328"/>
                  </a:cubicBezTo>
                  <a:cubicBezTo>
                    <a:pt x="2" y="330"/>
                    <a:pt x="6" y="330"/>
                    <a:pt x="7" y="328"/>
                  </a:cubicBezTo>
                  <a:cubicBezTo>
                    <a:pt x="9" y="326"/>
                    <a:pt x="11" y="326"/>
                    <a:pt x="12" y="328"/>
                  </a:cubicBezTo>
                  <a:cubicBezTo>
                    <a:pt x="13" y="330"/>
                    <a:pt x="10" y="329"/>
                    <a:pt x="10" y="332"/>
                  </a:cubicBezTo>
                  <a:cubicBezTo>
                    <a:pt x="10" y="335"/>
                    <a:pt x="8" y="332"/>
                    <a:pt x="6" y="334"/>
                  </a:cubicBezTo>
                  <a:cubicBezTo>
                    <a:pt x="4" y="337"/>
                    <a:pt x="12" y="341"/>
                    <a:pt x="15" y="341"/>
                  </a:cubicBezTo>
                  <a:cubicBezTo>
                    <a:pt x="17" y="342"/>
                    <a:pt x="20" y="345"/>
                    <a:pt x="25" y="344"/>
                  </a:cubicBezTo>
                  <a:cubicBezTo>
                    <a:pt x="30" y="343"/>
                    <a:pt x="39" y="334"/>
                    <a:pt x="40" y="332"/>
                  </a:cubicBezTo>
                  <a:cubicBezTo>
                    <a:pt x="42" y="331"/>
                    <a:pt x="44" y="333"/>
                    <a:pt x="46" y="331"/>
                  </a:cubicBezTo>
                  <a:cubicBezTo>
                    <a:pt x="48" y="330"/>
                    <a:pt x="47" y="326"/>
                    <a:pt x="48" y="325"/>
                  </a:cubicBezTo>
                  <a:cubicBezTo>
                    <a:pt x="50" y="324"/>
                    <a:pt x="50" y="329"/>
                    <a:pt x="52" y="330"/>
                  </a:cubicBezTo>
                  <a:cubicBezTo>
                    <a:pt x="53" y="330"/>
                    <a:pt x="54" y="331"/>
                    <a:pt x="54" y="333"/>
                  </a:cubicBezTo>
                  <a:cubicBezTo>
                    <a:pt x="55" y="333"/>
                    <a:pt x="56" y="333"/>
                    <a:pt x="56" y="334"/>
                  </a:cubicBezTo>
                  <a:cubicBezTo>
                    <a:pt x="58" y="335"/>
                    <a:pt x="58" y="330"/>
                    <a:pt x="58" y="328"/>
                  </a:cubicBezTo>
                  <a:cubicBezTo>
                    <a:pt x="58" y="327"/>
                    <a:pt x="60" y="323"/>
                    <a:pt x="60" y="321"/>
                  </a:cubicBezTo>
                  <a:cubicBezTo>
                    <a:pt x="59" y="319"/>
                    <a:pt x="64" y="321"/>
                    <a:pt x="65" y="319"/>
                  </a:cubicBezTo>
                  <a:cubicBezTo>
                    <a:pt x="66" y="318"/>
                    <a:pt x="66" y="312"/>
                    <a:pt x="65" y="311"/>
                  </a:cubicBezTo>
                  <a:cubicBezTo>
                    <a:pt x="63" y="311"/>
                    <a:pt x="63" y="307"/>
                    <a:pt x="64" y="307"/>
                  </a:cubicBezTo>
                  <a:cubicBezTo>
                    <a:pt x="66" y="307"/>
                    <a:pt x="68" y="306"/>
                    <a:pt x="68" y="303"/>
                  </a:cubicBezTo>
                  <a:cubicBezTo>
                    <a:pt x="67" y="300"/>
                    <a:pt x="62" y="300"/>
                    <a:pt x="62" y="297"/>
                  </a:cubicBezTo>
                  <a:cubicBezTo>
                    <a:pt x="62" y="294"/>
                    <a:pt x="64" y="293"/>
                    <a:pt x="62" y="289"/>
                  </a:cubicBezTo>
                  <a:cubicBezTo>
                    <a:pt x="60" y="285"/>
                    <a:pt x="63" y="283"/>
                    <a:pt x="62" y="281"/>
                  </a:cubicBezTo>
                  <a:cubicBezTo>
                    <a:pt x="62" y="279"/>
                    <a:pt x="61" y="276"/>
                    <a:pt x="63" y="272"/>
                  </a:cubicBezTo>
                  <a:cubicBezTo>
                    <a:pt x="66" y="268"/>
                    <a:pt x="70" y="266"/>
                    <a:pt x="72" y="267"/>
                  </a:cubicBezTo>
                  <a:cubicBezTo>
                    <a:pt x="73" y="267"/>
                    <a:pt x="76" y="269"/>
                    <a:pt x="77" y="266"/>
                  </a:cubicBezTo>
                  <a:cubicBezTo>
                    <a:pt x="78" y="264"/>
                    <a:pt x="78" y="262"/>
                    <a:pt x="77" y="261"/>
                  </a:cubicBezTo>
                  <a:cubicBezTo>
                    <a:pt x="76" y="261"/>
                    <a:pt x="73" y="260"/>
                    <a:pt x="75" y="257"/>
                  </a:cubicBezTo>
                  <a:cubicBezTo>
                    <a:pt x="78" y="254"/>
                    <a:pt x="80" y="250"/>
                    <a:pt x="81" y="246"/>
                  </a:cubicBezTo>
                  <a:cubicBezTo>
                    <a:pt x="81" y="243"/>
                    <a:pt x="80" y="240"/>
                    <a:pt x="81" y="239"/>
                  </a:cubicBezTo>
                  <a:cubicBezTo>
                    <a:pt x="82" y="237"/>
                    <a:pt x="85" y="239"/>
                    <a:pt x="88" y="237"/>
                  </a:cubicBezTo>
                  <a:cubicBezTo>
                    <a:pt x="90" y="235"/>
                    <a:pt x="88" y="233"/>
                    <a:pt x="89" y="232"/>
                  </a:cubicBezTo>
                  <a:cubicBezTo>
                    <a:pt x="90" y="231"/>
                    <a:pt x="92" y="227"/>
                    <a:pt x="94" y="226"/>
                  </a:cubicBezTo>
                  <a:cubicBezTo>
                    <a:pt x="95" y="225"/>
                    <a:pt x="97" y="223"/>
                    <a:pt x="96" y="221"/>
                  </a:cubicBezTo>
                  <a:cubicBezTo>
                    <a:pt x="94" y="220"/>
                    <a:pt x="98" y="218"/>
                    <a:pt x="98" y="215"/>
                  </a:cubicBezTo>
                  <a:cubicBezTo>
                    <a:pt x="98" y="213"/>
                    <a:pt x="102" y="211"/>
                    <a:pt x="104" y="211"/>
                  </a:cubicBezTo>
                  <a:cubicBezTo>
                    <a:pt x="107" y="211"/>
                    <a:pt x="111" y="211"/>
                    <a:pt x="111" y="208"/>
                  </a:cubicBezTo>
                  <a:cubicBezTo>
                    <a:pt x="111" y="206"/>
                    <a:pt x="109" y="201"/>
                    <a:pt x="113" y="202"/>
                  </a:cubicBezTo>
                  <a:cubicBezTo>
                    <a:pt x="116" y="204"/>
                    <a:pt x="119" y="202"/>
                    <a:pt x="122" y="204"/>
                  </a:cubicBezTo>
                  <a:cubicBezTo>
                    <a:pt x="124" y="206"/>
                    <a:pt x="127" y="205"/>
                    <a:pt x="127" y="202"/>
                  </a:cubicBezTo>
                  <a:cubicBezTo>
                    <a:pt x="127" y="199"/>
                    <a:pt x="128" y="194"/>
                    <a:pt x="132" y="196"/>
                  </a:cubicBezTo>
                  <a:cubicBezTo>
                    <a:pt x="132" y="196"/>
                    <a:pt x="132" y="196"/>
                    <a:pt x="133" y="196"/>
                  </a:cubicBezTo>
                  <a:cubicBezTo>
                    <a:pt x="134" y="194"/>
                    <a:pt x="136" y="192"/>
                    <a:pt x="138" y="192"/>
                  </a:cubicBezTo>
                  <a:cubicBezTo>
                    <a:pt x="142" y="193"/>
                    <a:pt x="144" y="198"/>
                    <a:pt x="148" y="199"/>
                  </a:cubicBezTo>
                  <a:cubicBezTo>
                    <a:pt x="152" y="200"/>
                    <a:pt x="156" y="201"/>
                    <a:pt x="157" y="199"/>
                  </a:cubicBezTo>
                  <a:cubicBezTo>
                    <a:pt x="158" y="197"/>
                    <a:pt x="161" y="201"/>
                    <a:pt x="163" y="200"/>
                  </a:cubicBezTo>
                  <a:cubicBezTo>
                    <a:pt x="166" y="199"/>
                    <a:pt x="166" y="204"/>
                    <a:pt x="168" y="201"/>
                  </a:cubicBezTo>
                  <a:cubicBezTo>
                    <a:pt x="170" y="198"/>
                    <a:pt x="168" y="196"/>
                    <a:pt x="172" y="196"/>
                  </a:cubicBezTo>
                  <a:cubicBezTo>
                    <a:pt x="176" y="197"/>
                    <a:pt x="173" y="192"/>
                    <a:pt x="173" y="189"/>
                  </a:cubicBezTo>
                  <a:cubicBezTo>
                    <a:pt x="173" y="186"/>
                    <a:pt x="178" y="186"/>
                    <a:pt x="178" y="183"/>
                  </a:cubicBezTo>
                  <a:cubicBezTo>
                    <a:pt x="178" y="181"/>
                    <a:pt x="186" y="183"/>
                    <a:pt x="187" y="181"/>
                  </a:cubicBezTo>
                  <a:cubicBezTo>
                    <a:pt x="188" y="180"/>
                    <a:pt x="192" y="179"/>
                    <a:pt x="194" y="181"/>
                  </a:cubicBezTo>
                  <a:cubicBezTo>
                    <a:pt x="195" y="184"/>
                    <a:pt x="202" y="185"/>
                    <a:pt x="202" y="187"/>
                  </a:cubicBezTo>
                  <a:cubicBezTo>
                    <a:pt x="203" y="189"/>
                    <a:pt x="202" y="190"/>
                    <a:pt x="202" y="192"/>
                  </a:cubicBezTo>
                  <a:cubicBezTo>
                    <a:pt x="203" y="191"/>
                    <a:pt x="205" y="190"/>
                    <a:pt x="206" y="190"/>
                  </a:cubicBezTo>
                  <a:cubicBezTo>
                    <a:pt x="209" y="190"/>
                    <a:pt x="211" y="186"/>
                    <a:pt x="213" y="187"/>
                  </a:cubicBezTo>
                  <a:cubicBezTo>
                    <a:pt x="215" y="187"/>
                    <a:pt x="217" y="187"/>
                    <a:pt x="217" y="184"/>
                  </a:cubicBezTo>
                  <a:cubicBezTo>
                    <a:pt x="215" y="183"/>
                    <a:pt x="212" y="182"/>
                    <a:pt x="211" y="184"/>
                  </a:cubicBezTo>
                  <a:close/>
                  <a:moveTo>
                    <a:pt x="61" y="25"/>
                  </a:moveTo>
                  <a:cubicBezTo>
                    <a:pt x="64" y="25"/>
                    <a:pt x="57" y="29"/>
                    <a:pt x="56" y="33"/>
                  </a:cubicBezTo>
                  <a:cubicBezTo>
                    <a:pt x="55" y="36"/>
                    <a:pt x="61" y="40"/>
                    <a:pt x="64" y="42"/>
                  </a:cubicBezTo>
                  <a:cubicBezTo>
                    <a:pt x="67" y="45"/>
                    <a:pt x="74" y="44"/>
                    <a:pt x="76" y="43"/>
                  </a:cubicBezTo>
                  <a:cubicBezTo>
                    <a:pt x="79" y="41"/>
                    <a:pt x="78" y="36"/>
                    <a:pt x="81" y="36"/>
                  </a:cubicBezTo>
                  <a:cubicBezTo>
                    <a:pt x="84" y="37"/>
                    <a:pt x="82" y="34"/>
                    <a:pt x="85" y="33"/>
                  </a:cubicBezTo>
                  <a:cubicBezTo>
                    <a:pt x="88" y="32"/>
                    <a:pt x="88" y="35"/>
                    <a:pt x="86" y="38"/>
                  </a:cubicBezTo>
                  <a:cubicBezTo>
                    <a:pt x="84" y="40"/>
                    <a:pt x="90" y="40"/>
                    <a:pt x="93" y="37"/>
                  </a:cubicBezTo>
                  <a:cubicBezTo>
                    <a:pt x="96" y="34"/>
                    <a:pt x="97" y="37"/>
                    <a:pt x="96" y="40"/>
                  </a:cubicBezTo>
                  <a:cubicBezTo>
                    <a:pt x="96" y="43"/>
                    <a:pt x="89" y="41"/>
                    <a:pt x="86" y="44"/>
                  </a:cubicBezTo>
                  <a:cubicBezTo>
                    <a:pt x="84" y="48"/>
                    <a:pt x="77" y="45"/>
                    <a:pt x="73" y="49"/>
                  </a:cubicBezTo>
                  <a:cubicBezTo>
                    <a:pt x="70" y="53"/>
                    <a:pt x="76" y="53"/>
                    <a:pt x="81" y="52"/>
                  </a:cubicBezTo>
                  <a:cubicBezTo>
                    <a:pt x="85" y="51"/>
                    <a:pt x="94" y="50"/>
                    <a:pt x="98" y="51"/>
                  </a:cubicBezTo>
                  <a:cubicBezTo>
                    <a:pt x="101" y="52"/>
                    <a:pt x="96" y="53"/>
                    <a:pt x="90" y="53"/>
                  </a:cubicBezTo>
                  <a:cubicBezTo>
                    <a:pt x="84" y="53"/>
                    <a:pt x="82" y="55"/>
                    <a:pt x="83" y="56"/>
                  </a:cubicBezTo>
                  <a:cubicBezTo>
                    <a:pt x="83" y="58"/>
                    <a:pt x="75" y="54"/>
                    <a:pt x="74" y="58"/>
                  </a:cubicBezTo>
                  <a:cubicBezTo>
                    <a:pt x="74" y="61"/>
                    <a:pt x="82" y="62"/>
                    <a:pt x="83" y="65"/>
                  </a:cubicBezTo>
                  <a:cubicBezTo>
                    <a:pt x="84" y="67"/>
                    <a:pt x="89" y="65"/>
                    <a:pt x="91" y="65"/>
                  </a:cubicBezTo>
                  <a:cubicBezTo>
                    <a:pt x="93" y="66"/>
                    <a:pt x="88" y="68"/>
                    <a:pt x="87" y="69"/>
                  </a:cubicBezTo>
                  <a:cubicBezTo>
                    <a:pt x="86" y="70"/>
                    <a:pt x="93" y="71"/>
                    <a:pt x="94" y="73"/>
                  </a:cubicBezTo>
                  <a:cubicBezTo>
                    <a:pt x="95" y="75"/>
                    <a:pt x="100" y="74"/>
                    <a:pt x="99" y="71"/>
                  </a:cubicBezTo>
                  <a:cubicBezTo>
                    <a:pt x="99" y="68"/>
                    <a:pt x="104" y="58"/>
                    <a:pt x="109" y="56"/>
                  </a:cubicBezTo>
                  <a:cubicBezTo>
                    <a:pt x="115" y="54"/>
                    <a:pt x="112" y="52"/>
                    <a:pt x="112" y="49"/>
                  </a:cubicBezTo>
                  <a:cubicBezTo>
                    <a:pt x="113" y="46"/>
                    <a:pt x="118" y="48"/>
                    <a:pt x="116" y="46"/>
                  </a:cubicBezTo>
                  <a:cubicBezTo>
                    <a:pt x="115" y="43"/>
                    <a:pt x="116" y="42"/>
                    <a:pt x="119" y="39"/>
                  </a:cubicBezTo>
                  <a:cubicBezTo>
                    <a:pt x="123" y="35"/>
                    <a:pt x="125" y="38"/>
                    <a:pt x="129" y="36"/>
                  </a:cubicBezTo>
                  <a:cubicBezTo>
                    <a:pt x="134" y="34"/>
                    <a:pt x="136" y="37"/>
                    <a:pt x="131" y="37"/>
                  </a:cubicBezTo>
                  <a:cubicBezTo>
                    <a:pt x="127" y="38"/>
                    <a:pt x="129" y="42"/>
                    <a:pt x="132" y="44"/>
                  </a:cubicBezTo>
                  <a:cubicBezTo>
                    <a:pt x="136" y="45"/>
                    <a:pt x="133" y="46"/>
                    <a:pt x="135" y="47"/>
                  </a:cubicBezTo>
                  <a:cubicBezTo>
                    <a:pt x="138" y="47"/>
                    <a:pt x="137" y="51"/>
                    <a:pt x="134" y="55"/>
                  </a:cubicBezTo>
                  <a:cubicBezTo>
                    <a:pt x="130" y="58"/>
                    <a:pt x="135" y="59"/>
                    <a:pt x="142" y="56"/>
                  </a:cubicBezTo>
                  <a:cubicBezTo>
                    <a:pt x="149" y="54"/>
                    <a:pt x="144" y="59"/>
                    <a:pt x="147" y="61"/>
                  </a:cubicBezTo>
                  <a:cubicBezTo>
                    <a:pt x="149" y="63"/>
                    <a:pt x="154" y="59"/>
                    <a:pt x="157" y="56"/>
                  </a:cubicBezTo>
                  <a:cubicBezTo>
                    <a:pt x="160" y="52"/>
                    <a:pt x="165" y="53"/>
                    <a:pt x="164" y="51"/>
                  </a:cubicBezTo>
                  <a:cubicBezTo>
                    <a:pt x="164" y="49"/>
                    <a:pt x="161" y="48"/>
                    <a:pt x="158" y="49"/>
                  </a:cubicBezTo>
                  <a:cubicBezTo>
                    <a:pt x="156" y="51"/>
                    <a:pt x="149" y="50"/>
                    <a:pt x="152" y="48"/>
                  </a:cubicBezTo>
                  <a:cubicBezTo>
                    <a:pt x="154" y="46"/>
                    <a:pt x="153" y="44"/>
                    <a:pt x="150" y="44"/>
                  </a:cubicBezTo>
                  <a:cubicBezTo>
                    <a:pt x="147" y="45"/>
                    <a:pt x="141" y="43"/>
                    <a:pt x="144" y="42"/>
                  </a:cubicBezTo>
                  <a:cubicBezTo>
                    <a:pt x="146" y="41"/>
                    <a:pt x="141" y="37"/>
                    <a:pt x="139" y="37"/>
                  </a:cubicBezTo>
                  <a:cubicBezTo>
                    <a:pt x="136" y="37"/>
                    <a:pt x="137" y="34"/>
                    <a:pt x="137" y="32"/>
                  </a:cubicBezTo>
                  <a:cubicBezTo>
                    <a:pt x="137" y="30"/>
                    <a:pt x="130" y="29"/>
                    <a:pt x="131" y="29"/>
                  </a:cubicBezTo>
                  <a:cubicBezTo>
                    <a:pt x="133" y="28"/>
                    <a:pt x="128" y="26"/>
                    <a:pt x="127" y="28"/>
                  </a:cubicBezTo>
                  <a:cubicBezTo>
                    <a:pt x="126" y="29"/>
                    <a:pt x="124" y="29"/>
                    <a:pt x="124" y="27"/>
                  </a:cubicBezTo>
                  <a:cubicBezTo>
                    <a:pt x="124" y="24"/>
                    <a:pt x="118" y="25"/>
                    <a:pt x="116" y="25"/>
                  </a:cubicBezTo>
                  <a:cubicBezTo>
                    <a:pt x="113" y="25"/>
                    <a:pt x="115" y="20"/>
                    <a:pt x="112" y="19"/>
                  </a:cubicBezTo>
                  <a:cubicBezTo>
                    <a:pt x="110" y="17"/>
                    <a:pt x="107" y="22"/>
                    <a:pt x="105" y="22"/>
                  </a:cubicBezTo>
                  <a:cubicBezTo>
                    <a:pt x="104" y="21"/>
                    <a:pt x="107" y="18"/>
                    <a:pt x="108" y="16"/>
                  </a:cubicBezTo>
                  <a:cubicBezTo>
                    <a:pt x="109" y="13"/>
                    <a:pt x="100" y="10"/>
                    <a:pt x="99" y="13"/>
                  </a:cubicBezTo>
                  <a:cubicBezTo>
                    <a:pt x="98" y="15"/>
                    <a:pt x="96" y="9"/>
                    <a:pt x="94" y="9"/>
                  </a:cubicBezTo>
                  <a:cubicBezTo>
                    <a:pt x="93" y="8"/>
                    <a:pt x="94" y="12"/>
                    <a:pt x="92" y="13"/>
                  </a:cubicBezTo>
                  <a:cubicBezTo>
                    <a:pt x="91" y="13"/>
                    <a:pt x="88" y="15"/>
                    <a:pt x="91" y="17"/>
                  </a:cubicBezTo>
                  <a:cubicBezTo>
                    <a:pt x="94" y="19"/>
                    <a:pt x="97" y="28"/>
                    <a:pt x="96" y="29"/>
                  </a:cubicBezTo>
                  <a:cubicBezTo>
                    <a:pt x="96" y="31"/>
                    <a:pt x="88" y="23"/>
                    <a:pt x="87" y="19"/>
                  </a:cubicBezTo>
                  <a:cubicBezTo>
                    <a:pt x="87" y="15"/>
                    <a:pt x="82" y="12"/>
                    <a:pt x="81" y="14"/>
                  </a:cubicBezTo>
                  <a:cubicBezTo>
                    <a:pt x="80" y="17"/>
                    <a:pt x="77" y="18"/>
                    <a:pt x="78" y="21"/>
                  </a:cubicBezTo>
                  <a:cubicBezTo>
                    <a:pt x="79" y="24"/>
                    <a:pt x="76" y="25"/>
                    <a:pt x="76" y="23"/>
                  </a:cubicBezTo>
                  <a:cubicBezTo>
                    <a:pt x="76" y="20"/>
                    <a:pt x="71" y="18"/>
                    <a:pt x="69" y="18"/>
                  </a:cubicBezTo>
                  <a:cubicBezTo>
                    <a:pt x="68" y="17"/>
                    <a:pt x="74" y="16"/>
                    <a:pt x="77" y="15"/>
                  </a:cubicBezTo>
                  <a:cubicBezTo>
                    <a:pt x="79" y="14"/>
                    <a:pt x="74" y="12"/>
                    <a:pt x="72" y="13"/>
                  </a:cubicBezTo>
                  <a:cubicBezTo>
                    <a:pt x="69" y="15"/>
                    <a:pt x="66" y="12"/>
                    <a:pt x="65" y="14"/>
                  </a:cubicBezTo>
                  <a:cubicBezTo>
                    <a:pt x="63" y="17"/>
                    <a:pt x="61" y="14"/>
                    <a:pt x="59" y="14"/>
                  </a:cubicBezTo>
                  <a:cubicBezTo>
                    <a:pt x="56" y="13"/>
                    <a:pt x="54" y="18"/>
                    <a:pt x="52" y="17"/>
                  </a:cubicBezTo>
                  <a:cubicBezTo>
                    <a:pt x="50" y="16"/>
                    <a:pt x="49" y="21"/>
                    <a:pt x="52" y="25"/>
                  </a:cubicBezTo>
                  <a:cubicBezTo>
                    <a:pt x="55" y="30"/>
                    <a:pt x="57" y="24"/>
                    <a:pt x="61" y="25"/>
                  </a:cubicBezTo>
                  <a:close/>
                  <a:moveTo>
                    <a:pt x="53" y="40"/>
                  </a:moveTo>
                  <a:cubicBezTo>
                    <a:pt x="55" y="40"/>
                    <a:pt x="57" y="44"/>
                    <a:pt x="59" y="44"/>
                  </a:cubicBezTo>
                  <a:cubicBezTo>
                    <a:pt x="60" y="44"/>
                    <a:pt x="56" y="39"/>
                    <a:pt x="53" y="37"/>
                  </a:cubicBezTo>
                  <a:cubicBezTo>
                    <a:pt x="51" y="34"/>
                    <a:pt x="51" y="31"/>
                    <a:pt x="48" y="32"/>
                  </a:cubicBezTo>
                  <a:cubicBezTo>
                    <a:pt x="44" y="33"/>
                    <a:pt x="51" y="39"/>
                    <a:pt x="53" y="40"/>
                  </a:cubicBezTo>
                  <a:close/>
                  <a:moveTo>
                    <a:pt x="112" y="9"/>
                  </a:moveTo>
                  <a:cubicBezTo>
                    <a:pt x="114" y="11"/>
                    <a:pt x="110" y="11"/>
                    <a:pt x="111" y="13"/>
                  </a:cubicBezTo>
                  <a:cubicBezTo>
                    <a:pt x="117" y="18"/>
                    <a:pt x="139" y="12"/>
                    <a:pt x="142" y="14"/>
                  </a:cubicBezTo>
                  <a:cubicBezTo>
                    <a:pt x="145" y="15"/>
                    <a:pt x="124" y="17"/>
                    <a:pt x="124" y="20"/>
                  </a:cubicBezTo>
                  <a:cubicBezTo>
                    <a:pt x="125" y="22"/>
                    <a:pt x="143" y="24"/>
                    <a:pt x="144" y="22"/>
                  </a:cubicBezTo>
                  <a:cubicBezTo>
                    <a:pt x="146" y="21"/>
                    <a:pt x="149" y="25"/>
                    <a:pt x="154" y="26"/>
                  </a:cubicBezTo>
                  <a:cubicBezTo>
                    <a:pt x="160" y="26"/>
                    <a:pt x="160" y="23"/>
                    <a:pt x="164" y="23"/>
                  </a:cubicBezTo>
                  <a:cubicBezTo>
                    <a:pt x="168" y="23"/>
                    <a:pt x="175" y="21"/>
                    <a:pt x="175" y="18"/>
                  </a:cubicBezTo>
                  <a:cubicBezTo>
                    <a:pt x="175" y="16"/>
                    <a:pt x="187" y="13"/>
                    <a:pt x="186" y="9"/>
                  </a:cubicBezTo>
                  <a:cubicBezTo>
                    <a:pt x="185" y="5"/>
                    <a:pt x="173" y="8"/>
                    <a:pt x="170" y="6"/>
                  </a:cubicBezTo>
                  <a:cubicBezTo>
                    <a:pt x="166" y="4"/>
                    <a:pt x="158" y="2"/>
                    <a:pt x="157" y="5"/>
                  </a:cubicBezTo>
                  <a:cubicBezTo>
                    <a:pt x="156" y="7"/>
                    <a:pt x="154" y="8"/>
                    <a:pt x="152" y="7"/>
                  </a:cubicBezTo>
                  <a:cubicBezTo>
                    <a:pt x="151" y="6"/>
                    <a:pt x="153" y="0"/>
                    <a:pt x="148" y="1"/>
                  </a:cubicBezTo>
                  <a:cubicBezTo>
                    <a:pt x="142" y="3"/>
                    <a:pt x="147" y="9"/>
                    <a:pt x="146" y="10"/>
                  </a:cubicBezTo>
                  <a:cubicBezTo>
                    <a:pt x="145" y="10"/>
                    <a:pt x="140" y="9"/>
                    <a:pt x="139" y="6"/>
                  </a:cubicBezTo>
                  <a:cubicBezTo>
                    <a:pt x="139" y="3"/>
                    <a:pt x="133" y="9"/>
                    <a:pt x="133" y="6"/>
                  </a:cubicBezTo>
                  <a:cubicBezTo>
                    <a:pt x="132" y="2"/>
                    <a:pt x="125" y="0"/>
                    <a:pt x="123" y="0"/>
                  </a:cubicBezTo>
                  <a:cubicBezTo>
                    <a:pt x="122" y="0"/>
                    <a:pt x="125" y="3"/>
                    <a:pt x="124" y="4"/>
                  </a:cubicBezTo>
                  <a:cubicBezTo>
                    <a:pt x="123" y="6"/>
                    <a:pt x="119" y="3"/>
                    <a:pt x="118" y="2"/>
                  </a:cubicBezTo>
                  <a:cubicBezTo>
                    <a:pt x="116" y="2"/>
                    <a:pt x="119" y="6"/>
                    <a:pt x="118" y="7"/>
                  </a:cubicBezTo>
                  <a:cubicBezTo>
                    <a:pt x="117" y="9"/>
                    <a:pt x="114" y="3"/>
                    <a:pt x="112" y="3"/>
                  </a:cubicBezTo>
                  <a:cubicBezTo>
                    <a:pt x="109" y="3"/>
                    <a:pt x="110" y="6"/>
                    <a:pt x="108" y="6"/>
                  </a:cubicBezTo>
                  <a:cubicBezTo>
                    <a:pt x="106" y="6"/>
                    <a:pt x="111" y="8"/>
                    <a:pt x="112" y="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400" name="Freeform 172">
              <a:extLst>
                <a:ext uri="{FF2B5EF4-FFF2-40B4-BE49-F238E27FC236}">
                  <a16:creationId xmlns:a16="http://schemas.microsoft.com/office/drawing/2014/main" id="{6803FB54-3AEE-9215-D219-2CE67515872D}"/>
                </a:ext>
              </a:extLst>
            </p:cNvPr>
            <p:cNvSpPr>
              <a:spLocks/>
            </p:cNvSpPr>
            <p:nvPr/>
          </p:nvSpPr>
          <p:spPr bwMode="auto">
            <a:xfrm>
              <a:off x="8395169" y="3192602"/>
              <a:ext cx="77569" cy="67026"/>
            </a:xfrm>
            <a:custGeom>
              <a:avLst/>
              <a:gdLst>
                <a:gd name="T0" fmla="*/ 27 w 29"/>
                <a:gd name="T1" fmla="*/ 19 h 24"/>
                <a:gd name="T2" fmla="*/ 22 w 29"/>
                <a:gd name="T3" fmla="*/ 12 h 24"/>
                <a:gd name="T4" fmla="*/ 19 w 29"/>
                <a:gd name="T5" fmla="*/ 6 h 24"/>
                <a:gd name="T6" fmla="*/ 16 w 29"/>
                <a:gd name="T7" fmla="*/ 1 h 24"/>
                <a:gd name="T8" fmla="*/ 9 w 29"/>
                <a:gd name="T9" fmla="*/ 0 h 24"/>
                <a:gd name="T10" fmla="*/ 0 w 29"/>
                <a:gd name="T11" fmla="*/ 2 h 24"/>
                <a:gd name="T12" fmla="*/ 2 w 29"/>
                <a:gd name="T13" fmla="*/ 8 h 24"/>
                <a:gd name="T14" fmla="*/ 9 w 29"/>
                <a:gd name="T15" fmla="*/ 11 h 24"/>
                <a:gd name="T16" fmla="*/ 10 w 29"/>
                <a:gd name="T17" fmla="*/ 14 h 24"/>
                <a:gd name="T18" fmla="*/ 11 w 29"/>
                <a:gd name="T19" fmla="*/ 14 h 24"/>
                <a:gd name="T20" fmla="*/ 13 w 29"/>
                <a:gd name="T21" fmla="*/ 16 h 24"/>
                <a:gd name="T22" fmla="*/ 17 w 29"/>
                <a:gd name="T23" fmla="*/ 18 h 24"/>
                <a:gd name="T24" fmla="*/ 21 w 29"/>
                <a:gd name="T25" fmla="*/ 19 h 24"/>
                <a:gd name="T26" fmla="*/ 23 w 29"/>
                <a:gd name="T27" fmla="*/ 24 h 24"/>
                <a:gd name="T28" fmla="*/ 29 w 29"/>
                <a:gd name="T29" fmla="*/ 23 h 24"/>
                <a:gd name="T30" fmla="*/ 27 w 29"/>
                <a:gd name="T31"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24">
                  <a:moveTo>
                    <a:pt x="27" y="19"/>
                  </a:moveTo>
                  <a:cubicBezTo>
                    <a:pt x="27" y="17"/>
                    <a:pt x="22" y="15"/>
                    <a:pt x="22" y="12"/>
                  </a:cubicBezTo>
                  <a:cubicBezTo>
                    <a:pt x="22" y="10"/>
                    <a:pt x="18" y="8"/>
                    <a:pt x="19" y="6"/>
                  </a:cubicBezTo>
                  <a:cubicBezTo>
                    <a:pt x="19" y="4"/>
                    <a:pt x="17" y="2"/>
                    <a:pt x="16" y="1"/>
                  </a:cubicBezTo>
                  <a:cubicBezTo>
                    <a:pt x="14" y="0"/>
                    <a:pt x="11" y="0"/>
                    <a:pt x="9" y="0"/>
                  </a:cubicBezTo>
                  <a:cubicBezTo>
                    <a:pt x="6" y="0"/>
                    <a:pt x="3" y="1"/>
                    <a:pt x="0" y="2"/>
                  </a:cubicBezTo>
                  <a:cubicBezTo>
                    <a:pt x="2" y="4"/>
                    <a:pt x="1" y="5"/>
                    <a:pt x="2" y="8"/>
                  </a:cubicBezTo>
                  <a:cubicBezTo>
                    <a:pt x="4" y="12"/>
                    <a:pt x="7" y="10"/>
                    <a:pt x="9" y="11"/>
                  </a:cubicBezTo>
                  <a:cubicBezTo>
                    <a:pt x="9" y="12"/>
                    <a:pt x="10" y="13"/>
                    <a:pt x="10" y="14"/>
                  </a:cubicBezTo>
                  <a:cubicBezTo>
                    <a:pt x="10" y="14"/>
                    <a:pt x="11" y="14"/>
                    <a:pt x="11" y="14"/>
                  </a:cubicBezTo>
                  <a:cubicBezTo>
                    <a:pt x="12" y="15"/>
                    <a:pt x="13" y="15"/>
                    <a:pt x="13" y="16"/>
                  </a:cubicBezTo>
                  <a:cubicBezTo>
                    <a:pt x="15" y="17"/>
                    <a:pt x="17" y="18"/>
                    <a:pt x="17" y="18"/>
                  </a:cubicBezTo>
                  <a:cubicBezTo>
                    <a:pt x="18" y="19"/>
                    <a:pt x="19" y="17"/>
                    <a:pt x="21" y="19"/>
                  </a:cubicBezTo>
                  <a:cubicBezTo>
                    <a:pt x="23" y="22"/>
                    <a:pt x="23" y="22"/>
                    <a:pt x="23" y="24"/>
                  </a:cubicBezTo>
                  <a:cubicBezTo>
                    <a:pt x="25" y="24"/>
                    <a:pt x="27" y="24"/>
                    <a:pt x="29" y="23"/>
                  </a:cubicBezTo>
                  <a:cubicBezTo>
                    <a:pt x="28" y="21"/>
                    <a:pt x="27" y="20"/>
                    <a:pt x="27" y="1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401" name="Freeform 173">
              <a:extLst>
                <a:ext uri="{FF2B5EF4-FFF2-40B4-BE49-F238E27FC236}">
                  <a16:creationId xmlns:a16="http://schemas.microsoft.com/office/drawing/2014/main" id="{C2E19969-ED58-59B6-D5FD-E121E31D55D7}"/>
                </a:ext>
              </a:extLst>
            </p:cNvPr>
            <p:cNvSpPr>
              <a:spLocks noEditPoints="1"/>
            </p:cNvSpPr>
            <p:nvPr/>
          </p:nvSpPr>
          <p:spPr bwMode="auto">
            <a:xfrm>
              <a:off x="8429390" y="3176141"/>
              <a:ext cx="114074" cy="97599"/>
            </a:xfrm>
            <a:custGeom>
              <a:avLst/>
              <a:gdLst>
                <a:gd name="T0" fmla="*/ 40 w 42"/>
                <a:gd name="T1" fmla="*/ 12 h 35"/>
                <a:gd name="T2" fmla="*/ 32 w 42"/>
                <a:gd name="T3" fmla="*/ 2 h 35"/>
                <a:gd name="T4" fmla="*/ 27 w 42"/>
                <a:gd name="T5" fmla="*/ 6 h 35"/>
                <a:gd name="T6" fmla="*/ 23 w 42"/>
                <a:gd name="T7" fmla="*/ 6 h 35"/>
                <a:gd name="T8" fmla="*/ 17 w 42"/>
                <a:gd name="T9" fmla="*/ 1 h 35"/>
                <a:gd name="T10" fmla="*/ 14 w 42"/>
                <a:gd name="T11" fmla="*/ 0 h 35"/>
                <a:gd name="T12" fmla="*/ 12 w 42"/>
                <a:gd name="T13" fmla="*/ 3 h 35"/>
                <a:gd name="T14" fmla="*/ 15 w 42"/>
                <a:gd name="T15" fmla="*/ 7 h 35"/>
                <a:gd name="T16" fmla="*/ 9 w 42"/>
                <a:gd name="T17" fmla="*/ 7 h 35"/>
                <a:gd name="T18" fmla="*/ 3 w 42"/>
                <a:gd name="T19" fmla="*/ 5 h 35"/>
                <a:gd name="T20" fmla="*/ 6 w 42"/>
                <a:gd name="T21" fmla="*/ 12 h 35"/>
                <a:gd name="T22" fmla="*/ 9 w 42"/>
                <a:gd name="T23" fmla="*/ 18 h 35"/>
                <a:gd name="T24" fmla="*/ 14 w 42"/>
                <a:gd name="T25" fmla="*/ 25 h 35"/>
                <a:gd name="T26" fmla="*/ 16 w 42"/>
                <a:gd name="T27" fmla="*/ 29 h 35"/>
                <a:gd name="T28" fmla="*/ 26 w 42"/>
                <a:gd name="T29" fmla="*/ 23 h 35"/>
                <a:gd name="T30" fmla="*/ 27 w 42"/>
                <a:gd name="T31" fmla="*/ 30 h 35"/>
                <a:gd name="T32" fmla="*/ 33 w 42"/>
                <a:gd name="T33" fmla="*/ 35 h 35"/>
                <a:gd name="T34" fmla="*/ 35 w 42"/>
                <a:gd name="T35" fmla="*/ 30 h 35"/>
                <a:gd name="T36" fmla="*/ 40 w 42"/>
                <a:gd name="T37" fmla="*/ 12 h 35"/>
                <a:gd name="T38" fmla="*/ 4 w 42"/>
                <a:gd name="T39" fmla="*/ 24 h 35"/>
                <a:gd name="T40" fmla="*/ 0 w 42"/>
                <a:gd name="T41" fmla="*/ 22 h 35"/>
                <a:gd name="T42" fmla="*/ 3 w 42"/>
                <a:gd name="T43" fmla="*/ 27 h 35"/>
                <a:gd name="T44" fmla="*/ 9 w 42"/>
                <a:gd name="T45" fmla="*/ 30 h 35"/>
                <a:gd name="T46" fmla="*/ 10 w 42"/>
                <a:gd name="T47" fmla="*/ 30 h 35"/>
                <a:gd name="T48" fmla="*/ 8 w 42"/>
                <a:gd name="T49" fmla="*/ 25 h 35"/>
                <a:gd name="T50" fmla="*/ 4 w 42"/>
                <a:gd name="T51"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35">
                  <a:moveTo>
                    <a:pt x="40" y="12"/>
                  </a:moveTo>
                  <a:cubicBezTo>
                    <a:pt x="39" y="10"/>
                    <a:pt x="36" y="6"/>
                    <a:pt x="32" y="2"/>
                  </a:cubicBezTo>
                  <a:cubicBezTo>
                    <a:pt x="31" y="5"/>
                    <a:pt x="28" y="4"/>
                    <a:pt x="27" y="6"/>
                  </a:cubicBezTo>
                  <a:cubicBezTo>
                    <a:pt x="26" y="8"/>
                    <a:pt x="24" y="6"/>
                    <a:pt x="23" y="6"/>
                  </a:cubicBezTo>
                  <a:cubicBezTo>
                    <a:pt x="22" y="6"/>
                    <a:pt x="19" y="2"/>
                    <a:pt x="17" y="1"/>
                  </a:cubicBezTo>
                  <a:cubicBezTo>
                    <a:pt x="16" y="1"/>
                    <a:pt x="15" y="1"/>
                    <a:pt x="14" y="0"/>
                  </a:cubicBezTo>
                  <a:cubicBezTo>
                    <a:pt x="13" y="2"/>
                    <a:pt x="12" y="3"/>
                    <a:pt x="12" y="3"/>
                  </a:cubicBezTo>
                  <a:cubicBezTo>
                    <a:pt x="13" y="5"/>
                    <a:pt x="16" y="6"/>
                    <a:pt x="15" y="7"/>
                  </a:cubicBezTo>
                  <a:cubicBezTo>
                    <a:pt x="14" y="8"/>
                    <a:pt x="10" y="8"/>
                    <a:pt x="9" y="7"/>
                  </a:cubicBezTo>
                  <a:cubicBezTo>
                    <a:pt x="7" y="5"/>
                    <a:pt x="4" y="3"/>
                    <a:pt x="3" y="5"/>
                  </a:cubicBezTo>
                  <a:cubicBezTo>
                    <a:pt x="2" y="6"/>
                    <a:pt x="6" y="10"/>
                    <a:pt x="6" y="12"/>
                  </a:cubicBezTo>
                  <a:cubicBezTo>
                    <a:pt x="5" y="14"/>
                    <a:pt x="9" y="16"/>
                    <a:pt x="9" y="18"/>
                  </a:cubicBezTo>
                  <a:cubicBezTo>
                    <a:pt x="9" y="21"/>
                    <a:pt x="14" y="23"/>
                    <a:pt x="14" y="25"/>
                  </a:cubicBezTo>
                  <a:cubicBezTo>
                    <a:pt x="14" y="26"/>
                    <a:pt x="15" y="27"/>
                    <a:pt x="16" y="29"/>
                  </a:cubicBezTo>
                  <a:cubicBezTo>
                    <a:pt x="20" y="27"/>
                    <a:pt x="23" y="24"/>
                    <a:pt x="26" y="23"/>
                  </a:cubicBezTo>
                  <a:cubicBezTo>
                    <a:pt x="30" y="21"/>
                    <a:pt x="28" y="29"/>
                    <a:pt x="27" y="30"/>
                  </a:cubicBezTo>
                  <a:cubicBezTo>
                    <a:pt x="27" y="31"/>
                    <a:pt x="30" y="33"/>
                    <a:pt x="33" y="35"/>
                  </a:cubicBezTo>
                  <a:cubicBezTo>
                    <a:pt x="33" y="33"/>
                    <a:pt x="34" y="31"/>
                    <a:pt x="35" y="30"/>
                  </a:cubicBezTo>
                  <a:cubicBezTo>
                    <a:pt x="39" y="24"/>
                    <a:pt x="42" y="16"/>
                    <a:pt x="40" y="12"/>
                  </a:cubicBezTo>
                  <a:close/>
                  <a:moveTo>
                    <a:pt x="4" y="24"/>
                  </a:moveTo>
                  <a:cubicBezTo>
                    <a:pt x="4" y="24"/>
                    <a:pt x="2" y="23"/>
                    <a:pt x="0" y="22"/>
                  </a:cubicBezTo>
                  <a:cubicBezTo>
                    <a:pt x="1" y="24"/>
                    <a:pt x="1" y="26"/>
                    <a:pt x="3" y="27"/>
                  </a:cubicBezTo>
                  <a:cubicBezTo>
                    <a:pt x="7" y="28"/>
                    <a:pt x="1" y="29"/>
                    <a:pt x="9" y="30"/>
                  </a:cubicBezTo>
                  <a:cubicBezTo>
                    <a:pt x="9" y="30"/>
                    <a:pt x="10" y="30"/>
                    <a:pt x="10" y="30"/>
                  </a:cubicBezTo>
                  <a:cubicBezTo>
                    <a:pt x="10" y="28"/>
                    <a:pt x="10" y="28"/>
                    <a:pt x="8" y="25"/>
                  </a:cubicBezTo>
                  <a:cubicBezTo>
                    <a:pt x="6" y="23"/>
                    <a:pt x="5" y="25"/>
                    <a:pt x="4" y="24"/>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406" name="Freeform 178">
              <a:extLst>
                <a:ext uri="{FF2B5EF4-FFF2-40B4-BE49-F238E27FC236}">
                  <a16:creationId xmlns:a16="http://schemas.microsoft.com/office/drawing/2014/main" id="{3F7ADB53-FDC7-DEC8-DAE7-EF1BD9829EDD}"/>
                </a:ext>
              </a:extLst>
            </p:cNvPr>
            <p:cNvSpPr>
              <a:spLocks noEditPoints="1"/>
            </p:cNvSpPr>
            <p:nvPr/>
          </p:nvSpPr>
          <p:spPr bwMode="auto">
            <a:xfrm>
              <a:off x="7571558" y="3025627"/>
              <a:ext cx="262369" cy="292797"/>
            </a:xfrm>
            <a:custGeom>
              <a:avLst/>
              <a:gdLst>
                <a:gd name="T0" fmla="*/ 68 w 97"/>
                <a:gd name="T1" fmla="*/ 91 h 105"/>
                <a:gd name="T2" fmla="*/ 58 w 97"/>
                <a:gd name="T3" fmla="*/ 91 h 105"/>
                <a:gd name="T4" fmla="*/ 50 w 97"/>
                <a:gd name="T5" fmla="*/ 95 h 105"/>
                <a:gd name="T6" fmla="*/ 59 w 97"/>
                <a:gd name="T7" fmla="*/ 99 h 105"/>
                <a:gd name="T8" fmla="*/ 69 w 97"/>
                <a:gd name="T9" fmla="*/ 105 h 105"/>
                <a:gd name="T10" fmla="*/ 71 w 97"/>
                <a:gd name="T11" fmla="*/ 100 h 105"/>
                <a:gd name="T12" fmla="*/ 74 w 97"/>
                <a:gd name="T13" fmla="*/ 92 h 105"/>
                <a:gd name="T14" fmla="*/ 68 w 97"/>
                <a:gd name="T15" fmla="*/ 91 h 105"/>
                <a:gd name="T16" fmla="*/ 20 w 97"/>
                <a:gd name="T17" fmla="*/ 63 h 105"/>
                <a:gd name="T18" fmla="*/ 13 w 97"/>
                <a:gd name="T19" fmla="*/ 64 h 105"/>
                <a:gd name="T20" fmla="*/ 17 w 97"/>
                <a:gd name="T21" fmla="*/ 75 h 105"/>
                <a:gd name="T22" fmla="*/ 20 w 97"/>
                <a:gd name="T23" fmla="*/ 83 h 105"/>
                <a:gd name="T24" fmla="*/ 26 w 97"/>
                <a:gd name="T25" fmla="*/ 80 h 105"/>
                <a:gd name="T26" fmla="*/ 27 w 97"/>
                <a:gd name="T27" fmla="*/ 66 h 105"/>
                <a:gd name="T28" fmla="*/ 20 w 97"/>
                <a:gd name="T29" fmla="*/ 63 h 105"/>
                <a:gd name="T30" fmla="*/ 81 w 97"/>
                <a:gd name="T31" fmla="*/ 59 h 105"/>
                <a:gd name="T32" fmla="*/ 74 w 97"/>
                <a:gd name="T33" fmla="*/ 54 h 105"/>
                <a:gd name="T34" fmla="*/ 61 w 97"/>
                <a:gd name="T35" fmla="*/ 41 h 105"/>
                <a:gd name="T36" fmla="*/ 49 w 97"/>
                <a:gd name="T37" fmla="*/ 28 h 105"/>
                <a:gd name="T38" fmla="*/ 50 w 97"/>
                <a:gd name="T39" fmla="*/ 20 h 105"/>
                <a:gd name="T40" fmla="*/ 53 w 97"/>
                <a:gd name="T41" fmla="*/ 15 h 105"/>
                <a:gd name="T42" fmla="*/ 54 w 97"/>
                <a:gd name="T43" fmla="*/ 4 h 105"/>
                <a:gd name="T44" fmla="*/ 49 w 97"/>
                <a:gd name="T45" fmla="*/ 3 h 105"/>
                <a:gd name="T46" fmla="*/ 48 w 97"/>
                <a:gd name="T47" fmla="*/ 0 h 105"/>
                <a:gd name="T48" fmla="*/ 41 w 97"/>
                <a:gd name="T49" fmla="*/ 1 h 105"/>
                <a:gd name="T50" fmla="*/ 36 w 97"/>
                <a:gd name="T51" fmla="*/ 2 h 105"/>
                <a:gd name="T52" fmla="*/ 35 w 97"/>
                <a:gd name="T53" fmla="*/ 2 h 105"/>
                <a:gd name="T54" fmla="*/ 33 w 97"/>
                <a:gd name="T55" fmla="*/ 3 h 105"/>
                <a:gd name="T56" fmla="*/ 32 w 97"/>
                <a:gd name="T57" fmla="*/ 5 h 105"/>
                <a:gd name="T58" fmla="*/ 29 w 97"/>
                <a:gd name="T59" fmla="*/ 6 h 105"/>
                <a:gd name="T60" fmla="*/ 25 w 97"/>
                <a:gd name="T61" fmla="*/ 7 h 105"/>
                <a:gd name="T62" fmla="*/ 22 w 97"/>
                <a:gd name="T63" fmla="*/ 9 h 105"/>
                <a:gd name="T64" fmla="*/ 20 w 97"/>
                <a:gd name="T65" fmla="*/ 12 h 105"/>
                <a:gd name="T66" fmla="*/ 15 w 97"/>
                <a:gd name="T67" fmla="*/ 6 h 105"/>
                <a:gd name="T68" fmla="*/ 11 w 97"/>
                <a:gd name="T69" fmla="*/ 12 h 105"/>
                <a:gd name="T70" fmla="*/ 4 w 97"/>
                <a:gd name="T71" fmla="*/ 13 h 105"/>
                <a:gd name="T72" fmla="*/ 5 w 97"/>
                <a:gd name="T73" fmla="*/ 17 h 105"/>
                <a:gd name="T74" fmla="*/ 3 w 97"/>
                <a:gd name="T75" fmla="*/ 20 h 105"/>
                <a:gd name="T76" fmla="*/ 2 w 97"/>
                <a:gd name="T77" fmla="*/ 22 h 105"/>
                <a:gd name="T78" fmla="*/ 4 w 97"/>
                <a:gd name="T79" fmla="*/ 26 h 105"/>
                <a:gd name="T80" fmla="*/ 6 w 97"/>
                <a:gd name="T81" fmla="*/ 30 h 105"/>
                <a:gd name="T82" fmla="*/ 10 w 97"/>
                <a:gd name="T83" fmla="*/ 32 h 105"/>
                <a:gd name="T84" fmla="*/ 9 w 97"/>
                <a:gd name="T85" fmla="*/ 35 h 105"/>
                <a:gd name="T86" fmla="*/ 13 w 97"/>
                <a:gd name="T87" fmla="*/ 33 h 105"/>
                <a:gd name="T88" fmla="*/ 19 w 97"/>
                <a:gd name="T89" fmla="*/ 28 h 105"/>
                <a:gd name="T90" fmla="*/ 31 w 97"/>
                <a:gd name="T91" fmla="*/ 33 h 105"/>
                <a:gd name="T92" fmla="*/ 33 w 97"/>
                <a:gd name="T93" fmla="*/ 38 h 105"/>
                <a:gd name="T94" fmla="*/ 41 w 97"/>
                <a:gd name="T95" fmla="*/ 49 h 105"/>
                <a:gd name="T96" fmla="*/ 53 w 97"/>
                <a:gd name="T97" fmla="*/ 58 h 105"/>
                <a:gd name="T98" fmla="*/ 61 w 97"/>
                <a:gd name="T99" fmla="*/ 62 h 105"/>
                <a:gd name="T100" fmla="*/ 68 w 97"/>
                <a:gd name="T101" fmla="*/ 67 h 105"/>
                <a:gd name="T102" fmla="*/ 74 w 97"/>
                <a:gd name="T103" fmla="*/ 72 h 105"/>
                <a:gd name="T104" fmla="*/ 77 w 97"/>
                <a:gd name="T105" fmla="*/ 77 h 105"/>
                <a:gd name="T106" fmla="*/ 77 w 97"/>
                <a:gd name="T107" fmla="*/ 86 h 105"/>
                <a:gd name="T108" fmla="*/ 78 w 97"/>
                <a:gd name="T109" fmla="*/ 93 h 105"/>
                <a:gd name="T110" fmla="*/ 82 w 97"/>
                <a:gd name="T111" fmla="*/ 86 h 105"/>
                <a:gd name="T112" fmla="*/ 87 w 97"/>
                <a:gd name="T113" fmla="*/ 81 h 105"/>
                <a:gd name="T114" fmla="*/ 83 w 97"/>
                <a:gd name="T115" fmla="*/ 74 h 105"/>
                <a:gd name="T116" fmla="*/ 91 w 97"/>
                <a:gd name="T117" fmla="*/ 70 h 105"/>
                <a:gd name="T118" fmla="*/ 97 w 97"/>
                <a:gd name="T119" fmla="*/ 71 h 105"/>
                <a:gd name="T120" fmla="*/ 81 w 97"/>
                <a:gd name="T121" fmla="*/ 5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7" h="105">
                  <a:moveTo>
                    <a:pt x="68" y="91"/>
                  </a:moveTo>
                  <a:cubicBezTo>
                    <a:pt x="63" y="92"/>
                    <a:pt x="61" y="93"/>
                    <a:pt x="58" y="91"/>
                  </a:cubicBezTo>
                  <a:cubicBezTo>
                    <a:pt x="55" y="90"/>
                    <a:pt x="50" y="93"/>
                    <a:pt x="50" y="95"/>
                  </a:cubicBezTo>
                  <a:cubicBezTo>
                    <a:pt x="51" y="96"/>
                    <a:pt x="53" y="98"/>
                    <a:pt x="59" y="99"/>
                  </a:cubicBezTo>
                  <a:cubicBezTo>
                    <a:pt x="65" y="101"/>
                    <a:pt x="66" y="105"/>
                    <a:pt x="69" y="105"/>
                  </a:cubicBezTo>
                  <a:cubicBezTo>
                    <a:pt x="71" y="105"/>
                    <a:pt x="72" y="103"/>
                    <a:pt x="71" y="100"/>
                  </a:cubicBezTo>
                  <a:cubicBezTo>
                    <a:pt x="70" y="96"/>
                    <a:pt x="74" y="92"/>
                    <a:pt x="74" y="92"/>
                  </a:cubicBezTo>
                  <a:cubicBezTo>
                    <a:pt x="75" y="91"/>
                    <a:pt x="73" y="90"/>
                    <a:pt x="68" y="91"/>
                  </a:cubicBezTo>
                  <a:close/>
                  <a:moveTo>
                    <a:pt x="20" y="63"/>
                  </a:moveTo>
                  <a:cubicBezTo>
                    <a:pt x="17" y="65"/>
                    <a:pt x="15" y="63"/>
                    <a:pt x="13" y="64"/>
                  </a:cubicBezTo>
                  <a:cubicBezTo>
                    <a:pt x="12" y="67"/>
                    <a:pt x="18" y="70"/>
                    <a:pt x="17" y="75"/>
                  </a:cubicBezTo>
                  <a:cubicBezTo>
                    <a:pt x="15" y="80"/>
                    <a:pt x="17" y="86"/>
                    <a:pt x="20" y="83"/>
                  </a:cubicBezTo>
                  <a:cubicBezTo>
                    <a:pt x="23" y="80"/>
                    <a:pt x="24" y="82"/>
                    <a:pt x="26" y="80"/>
                  </a:cubicBezTo>
                  <a:cubicBezTo>
                    <a:pt x="28" y="78"/>
                    <a:pt x="26" y="70"/>
                    <a:pt x="27" y="66"/>
                  </a:cubicBezTo>
                  <a:cubicBezTo>
                    <a:pt x="28" y="62"/>
                    <a:pt x="22" y="61"/>
                    <a:pt x="20" y="63"/>
                  </a:cubicBezTo>
                  <a:close/>
                  <a:moveTo>
                    <a:pt x="81" y="59"/>
                  </a:moveTo>
                  <a:cubicBezTo>
                    <a:pt x="77" y="57"/>
                    <a:pt x="79" y="54"/>
                    <a:pt x="74" y="54"/>
                  </a:cubicBezTo>
                  <a:cubicBezTo>
                    <a:pt x="69" y="54"/>
                    <a:pt x="63" y="48"/>
                    <a:pt x="61" y="41"/>
                  </a:cubicBezTo>
                  <a:cubicBezTo>
                    <a:pt x="59" y="33"/>
                    <a:pt x="51" y="33"/>
                    <a:pt x="49" y="28"/>
                  </a:cubicBezTo>
                  <a:cubicBezTo>
                    <a:pt x="47" y="24"/>
                    <a:pt x="51" y="24"/>
                    <a:pt x="50" y="20"/>
                  </a:cubicBezTo>
                  <a:cubicBezTo>
                    <a:pt x="49" y="18"/>
                    <a:pt x="51" y="16"/>
                    <a:pt x="53" y="15"/>
                  </a:cubicBezTo>
                  <a:cubicBezTo>
                    <a:pt x="53" y="11"/>
                    <a:pt x="53" y="7"/>
                    <a:pt x="54" y="4"/>
                  </a:cubicBezTo>
                  <a:cubicBezTo>
                    <a:pt x="52" y="4"/>
                    <a:pt x="50" y="4"/>
                    <a:pt x="49" y="3"/>
                  </a:cubicBezTo>
                  <a:cubicBezTo>
                    <a:pt x="48" y="3"/>
                    <a:pt x="48" y="0"/>
                    <a:pt x="48" y="0"/>
                  </a:cubicBezTo>
                  <a:cubicBezTo>
                    <a:pt x="47" y="0"/>
                    <a:pt x="42" y="0"/>
                    <a:pt x="41" y="1"/>
                  </a:cubicBezTo>
                  <a:cubicBezTo>
                    <a:pt x="40" y="2"/>
                    <a:pt x="37" y="3"/>
                    <a:pt x="36" y="2"/>
                  </a:cubicBezTo>
                  <a:cubicBezTo>
                    <a:pt x="35" y="2"/>
                    <a:pt x="35" y="2"/>
                    <a:pt x="35" y="2"/>
                  </a:cubicBezTo>
                  <a:cubicBezTo>
                    <a:pt x="33" y="3"/>
                    <a:pt x="33" y="3"/>
                    <a:pt x="33" y="3"/>
                  </a:cubicBezTo>
                  <a:cubicBezTo>
                    <a:pt x="33" y="3"/>
                    <a:pt x="33" y="5"/>
                    <a:pt x="32" y="5"/>
                  </a:cubicBezTo>
                  <a:cubicBezTo>
                    <a:pt x="31" y="5"/>
                    <a:pt x="29" y="4"/>
                    <a:pt x="29" y="6"/>
                  </a:cubicBezTo>
                  <a:cubicBezTo>
                    <a:pt x="29" y="8"/>
                    <a:pt x="27" y="7"/>
                    <a:pt x="25" y="7"/>
                  </a:cubicBezTo>
                  <a:cubicBezTo>
                    <a:pt x="24" y="7"/>
                    <a:pt x="22" y="7"/>
                    <a:pt x="22" y="9"/>
                  </a:cubicBezTo>
                  <a:cubicBezTo>
                    <a:pt x="22" y="10"/>
                    <a:pt x="22" y="14"/>
                    <a:pt x="20" y="12"/>
                  </a:cubicBezTo>
                  <a:cubicBezTo>
                    <a:pt x="18" y="10"/>
                    <a:pt x="16" y="6"/>
                    <a:pt x="15" y="6"/>
                  </a:cubicBezTo>
                  <a:cubicBezTo>
                    <a:pt x="15" y="7"/>
                    <a:pt x="13" y="12"/>
                    <a:pt x="11" y="12"/>
                  </a:cubicBezTo>
                  <a:cubicBezTo>
                    <a:pt x="10" y="12"/>
                    <a:pt x="7" y="12"/>
                    <a:pt x="4" y="13"/>
                  </a:cubicBezTo>
                  <a:cubicBezTo>
                    <a:pt x="3" y="15"/>
                    <a:pt x="4" y="16"/>
                    <a:pt x="5" y="17"/>
                  </a:cubicBezTo>
                  <a:cubicBezTo>
                    <a:pt x="6" y="17"/>
                    <a:pt x="4" y="19"/>
                    <a:pt x="3" y="20"/>
                  </a:cubicBezTo>
                  <a:cubicBezTo>
                    <a:pt x="2" y="21"/>
                    <a:pt x="0" y="20"/>
                    <a:pt x="2" y="22"/>
                  </a:cubicBezTo>
                  <a:cubicBezTo>
                    <a:pt x="3" y="24"/>
                    <a:pt x="5" y="24"/>
                    <a:pt x="4" y="26"/>
                  </a:cubicBezTo>
                  <a:cubicBezTo>
                    <a:pt x="3" y="28"/>
                    <a:pt x="4" y="30"/>
                    <a:pt x="6" y="30"/>
                  </a:cubicBezTo>
                  <a:cubicBezTo>
                    <a:pt x="8" y="31"/>
                    <a:pt x="10" y="30"/>
                    <a:pt x="10" y="32"/>
                  </a:cubicBezTo>
                  <a:cubicBezTo>
                    <a:pt x="10" y="33"/>
                    <a:pt x="9" y="34"/>
                    <a:pt x="9" y="35"/>
                  </a:cubicBezTo>
                  <a:cubicBezTo>
                    <a:pt x="10" y="34"/>
                    <a:pt x="12" y="34"/>
                    <a:pt x="13" y="33"/>
                  </a:cubicBezTo>
                  <a:cubicBezTo>
                    <a:pt x="16" y="32"/>
                    <a:pt x="14" y="30"/>
                    <a:pt x="19" y="28"/>
                  </a:cubicBezTo>
                  <a:cubicBezTo>
                    <a:pt x="23" y="27"/>
                    <a:pt x="29" y="31"/>
                    <a:pt x="31" y="33"/>
                  </a:cubicBezTo>
                  <a:cubicBezTo>
                    <a:pt x="32" y="36"/>
                    <a:pt x="33" y="36"/>
                    <a:pt x="33" y="38"/>
                  </a:cubicBezTo>
                  <a:cubicBezTo>
                    <a:pt x="34" y="41"/>
                    <a:pt x="35" y="45"/>
                    <a:pt x="41" y="49"/>
                  </a:cubicBezTo>
                  <a:cubicBezTo>
                    <a:pt x="47" y="52"/>
                    <a:pt x="50" y="57"/>
                    <a:pt x="53" y="58"/>
                  </a:cubicBezTo>
                  <a:cubicBezTo>
                    <a:pt x="56" y="60"/>
                    <a:pt x="59" y="60"/>
                    <a:pt x="61" y="62"/>
                  </a:cubicBezTo>
                  <a:cubicBezTo>
                    <a:pt x="63" y="64"/>
                    <a:pt x="65" y="65"/>
                    <a:pt x="68" y="67"/>
                  </a:cubicBezTo>
                  <a:cubicBezTo>
                    <a:pt x="71" y="68"/>
                    <a:pt x="71" y="71"/>
                    <a:pt x="74" y="72"/>
                  </a:cubicBezTo>
                  <a:cubicBezTo>
                    <a:pt x="77" y="72"/>
                    <a:pt x="75" y="75"/>
                    <a:pt x="77" y="77"/>
                  </a:cubicBezTo>
                  <a:cubicBezTo>
                    <a:pt x="79" y="79"/>
                    <a:pt x="79" y="83"/>
                    <a:pt x="77" y="86"/>
                  </a:cubicBezTo>
                  <a:cubicBezTo>
                    <a:pt x="75" y="88"/>
                    <a:pt x="76" y="93"/>
                    <a:pt x="78" y="93"/>
                  </a:cubicBezTo>
                  <a:cubicBezTo>
                    <a:pt x="79" y="93"/>
                    <a:pt x="81" y="88"/>
                    <a:pt x="82" y="86"/>
                  </a:cubicBezTo>
                  <a:cubicBezTo>
                    <a:pt x="82" y="83"/>
                    <a:pt x="85" y="83"/>
                    <a:pt x="87" y="81"/>
                  </a:cubicBezTo>
                  <a:cubicBezTo>
                    <a:pt x="89" y="78"/>
                    <a:pt x="84" y="77"/>
                    <a:pt x="83" y="74"/>
                  </a:cubicBezTo>
                  <a:cubicBezTo>
                    <a:pt x="82" y="71"/>
                    <a:pt x="87" y="68"/>
                    <a:pt x="91" y="70"/>
                  </a:cubicBezTo>
                  <a:cubicBezTo>
                    <a:pt x="95" y="73"/>
                    <a:pt x="97" y="75"/>
                    <a:pt x="97" y="71"/>
                  </a:cubicBezTo>
                  <a:cubicBezTo>
                    <a:pt x="97" y="67"/>
                    <a:pt x="84" y="61"/>
                    <a:pt x="81" y="59"/>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407" name="Freeform 179">
              <a:extLst>
                <a:ext uri="{FF2B5EF4-FFF2-40B4-BE49-F238E27FC236}">
                  <a16:creationId xmlns:a16="http://schemas.microsoft.com/office/drawing/2014/main" id="{FC3F2B89-536E-C437-9F0C-2EFDCCBC6029}"/>
                </a:ext>
              </a:extLst>
            </p:cNvPr>
            <p:cNvSpPr>
              <a:spLocks/>
            </p:cNvSpPr>
            <p:nvPr/>
          </p:nvSpPr>
          <p:spPr bwMode="auto">
            <a:xfrm>
              <a:off x="7833927" y="3131457"/>
              <a:ext cx="29659" cy="38805"/>
            </a:xfrm>
            <a:custGeom>
              <a:avLst/>
              <a:gdLst>
                <a:gd name="T0" fmla="*/ 4 w 11"/>
                <a:gd name="T1" fmla="*/ 0 h 14"/>
                <a:gd name="T2" fmla="*/ 1 w 11"/>
                <a:gd name="T3" fmla="*/ 7 h 14"/>
                <a:gd name="T4" fmla="*/ 0 w 11"/>
                <a:gd name="T5" fmla="*/ 9 h 14"/>
                <a:gd name="T6" fmla="*/ 6 w 11"/>
                <a:gd name="T7" fmla="*/ 14 h 14"/>
                <a:gd name="T8" fmla="*/ 7 w 11"/>
                <a:gd name="T9" fmla="*/ 14 h 14"/>
                <a:gd name="T10" fmla="*/ 11 w 11"/>
                <a:gd name="T11" fmla="*/ 8 h 14"/>
                <a:gd name="T12" fmla="*/ 4 w 1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1" h="14">
                  <a:moveTo>
                    <a:pt x="4" y="0"/>
                  </a:moveTo>
                  <a:cubicBezTo>
                    <a:pt x="2" y="3"/>
                    <a:pt x="1" y="6"/>
                    <a:pt x="1" y="7"/>
                  </a:cubicBezTo>
                  <a:cubicBezTo>
                    <a:pt x="1" y="7"/>
                    <a:pt x="1" y="8"/>
                    <a:pt x="0" y="9"/>
                  </a:cubicBezTo>
                  <a:cubicBezTo>
                    <a:pt x="3" y="11"/>
                    <a:pt x="5" y="13"/>
                    <a:pt x="6" y="14"/>
                  </a:cubicBezTo>
                  <a:cubicBezTo>
                    <a:pt x="6" y="14"/>
                    <a:pt x="7" y="14"/>
                    <a:pt x="7" y="14"/>
                  </a:cubicBezTo>
                  <a:cubicBezTo>
                    <a:pt x="7" y="11"/>
                    <a:pt x="9" y="8"/>
                    <a:pt x="11" y="8"/>
                  </a:cubicBezTo>
                  <a:cubicBezTo>
                    <a:pt x="9" y="6"/>
                    <a:pt x="6" y="2"/>
                    <a:pt x="4" y="0"/>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sp>
          <p:nvSpPr>
            <p:cNvPr id="408" name="Freeform 180">
              <a:extLst>
                <a:ext uri="{FF2B5EF4-FFF2-40B4-BE49-F238E27FC236}">
                  <a16:creationId xmlns:a16="http://schemas.microsoft.com/office/drawing/2014/main" id="{4FFDFB3E-855C-4172-E59D-BFCABAC32C38}"/>
                </a:ext>
              </a:extLst>
            </p:cNvPr>
            <p:cNvSpPr>
              <a:spLocks/>
            </p:cNvSpPr>
            <p:nvPr/>
          </p:nvSpPr>
          <p:spPr bwMode="auto">
            <a:xfrm>
              <a:off x="7841913" y="3047968"/>
              <a:ext cx="94681" cy="116413"/>
            </a:xfrm>
            <a:custGeom>
              <a:avLst/>
              <a:gdLst>
                <a:gd name="T0" fmla="*/ 30 w 35"/>
                <a:gd name="T1" fmla="*/ 28 h 42"/>
                <a:gd name="T2" fmla="*/ 30 w 35"/>
                <a:gd name="T3" fmla="*/ 23 h 42"/>
                <a:gd name="T4" fmla="*/ 31 w 35"/>
                <a:gd name="T5" fmla="*/ 18 h 42"/>
                <a:gd name="T6" fmla="*/ 21 w 35"/>
                <a:gd name="T7" fmla="*/ 15 h 42"/>
                <a:gd name="T8" fmla="*/ 20 w 35"/>
                <a:gd name="T9" fmla="*/ 10 h 42"/>
                <a:gd name="T10" fmla="*/ 17 w 35"/>
                <a:gd name="T11" fmla="*/ 7 h 42"/>
                <a:gd name="T12" fmla="*/ 14 w 35"/>
                <a:gd name="T13" fmla="*/ 2 h 42"/>
                <a:gd name="T14" fmla="*/ 15 w 35"/>
                <a:gd name="T15" fmla="*/ 2 h 42"/>
                <a:gd name="T16" fmla="*/ 12 w 35"/>
                <a:gd name="T17" fmla="*/ 2 h 42"/>
                <a:gd name="T18" fmla="*/ 9 w 35"/>
                <a:gd name="T19" fmla="*/ 0 h 42"/>
                <a:gd name="T20" fmla="*/ 0 w 35"/>
                <a:gd name="T21" fmla="*/ 3 h 42"/>
                <a:gd name="T22" fmla="*/ 2 w 35"/>
                <a:gd name="T23" fmla="*/ 8 h 42"/>
                <a:gd name="T24" fmla="*/ 5 w 35"/>
                <a:gd name="T25" fmla="*/ 14 h 42"/>
                <a:gd name="T26" fmla="*/ 4 w 35"/>
                <a:gd name="T27" fmla="*/ 27 h 42"/>
                <a:gd name="T28" fmla="*/ 1 w 35"/>
                <a:gd name="T29" fmla="*/ 30 h 42"/>
                <a:gd name="T30" fmla="*/ 8 w 35"/>
                <a:gd name="T31" fmla="*/ 38 h 42"/>
                <a:gd name="T32" fmla="*/ 8 w 35"/>
                <a:gd name="T33" fmla="*/ 38 h 42"/>
                <a:gd name="T34" fmla="*/ 16 w 35"/>
                <a:gd name="T35" fmla="*/ 42 h 42"/>
                <a:gd name="T36" fmla="*/ 30 w 35"/>
                <a:gd name="T37" fmla="*/ 40 h 42"/>
                <a:gd name="T38" fmla="*/ 30 w 35"/>
                <a:gd name="T39" fmla="*/ 37 h 42"/>
                <a:gd name="T40" fmla="*/ 33 w 35"/>
                <a:gd name="T41" fmla="*/ 34 h 42"/>
                <a:gd name="T42" fmla="*/ 30 w 35"/>
                <a:gd name="T43" fmla="*/ 2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42">
                  <a:moveTo>
                    <a:pt x="30" y="28"/>
                  </a:moveTo>
                  <a:cubicBezTo>
                    <a:pt x="29" y="27"/>
                    <a:pt x="29" y="24"/>
                    <a:pt x="30" y="23"/>
                  </a:cubicBezTo>
                  <a:cubicBezTo>
                    <a:pt x="32" y="22"/>
                    <a:pt x="31" y="20"/>
                    <a:pt x="31" y="18"/>
                  </a:cubicBezTo>
                  <a:cubicBezTo>
                    <a:pt x="31" y="16"/>
                    <a:pt x="23" y="16"/>
                    <a:pt x="21" y="15"/>
                  </a:cubicBezTo>
                  <a:cubicBezTo>
                    <a:pt x="20" y="15"/>
                    <a:pt x="22" y="10"/>
                    <a:pt x="20" y="10"/>
                  </a:cubicBezTo>
                  <a:cubicBezTo>
                    <a:pt x="18" y="10"/>
                    <a:pt x="17" y="9"/>
                    <a:pt x="17" y="7"/>
                  </a:cubicBezTo>
                  <a:cubicBezTo>
                    <a:pt x="17" y="6"/>
                    <a:pt x="14" y="3"/>
                    <a:pt x="14" y="2"/>
                  </a:cubicBezTo>
                  <a:cubicBezTo>
                    <a:pt x="14" y="2"/>
                    <a:pt x="15" y="2"/>
                    <a:pt x="15" y="2"/>
                  </a:cubicBezTo>
                  <a:cubicBezTo>
                    <a:pt x="13" y="2"/>
                    <a:pt x="13" y="2"/>
                    <a:pt x="12" y="2"/>
                  </a:cubicBezTo>
                  <a:cubicBezTo>
                    <a:pt x="11" y="1"/>
                    <a:pt x="9" y="0"/>
                    <a:pt x="9" y="0"/>
                  </a:cubicBezTo>
                  <a:cubicBezTo>
                    <a:pt x="9" y="0"/>
                    <a:pt x="3" y="2"/>
                    <a:pt x="0" y="3"/>
                  </a:cubicBezTo>
                  <a:cubicBezTo>
                    <a:pt x="0" y="5"/>
                    <a:pt x="1" y="8"/>
                    <a:pt x="2" y="8"/>
                  </a:cubicBezTo>
                  <a:cubicBezTo>
                    <a:pt x="5" y="9"/>
                    <a:pt x="4" y="12"/>
                    <a:pt x="5" y="14"/>
                  </a:cubicBezTo>
                  <a:cubicBezTo>
                    <a:pt x="6" y="17"/>
                    <a:pt x="5" y="27"/>
                    <a:pt x="4" y="27"/>
                  </a:cubicBezTo>
                  <a:cubicBezTo>
                    <a:pt x="4" y="27"/>
                    <a:pt x="2" y="29"/>
                    <a:pt x="1" y="30"/>
                  </a:cubicBezTo>
                  <a:cubicBezTo>
                    <a:pt x="3" y="32"/>
                    <a:pt x="6" y="36"/>
                    <a:pt x="8" y="38"/>
                  </a:cubicBezTo>
                  <a:cubicBezTo>
                    <a:pt x="8" y="38"/>
                    <a:pt x="8" y="38"/>
                    <a:pt x="8" y="38"/>
                  </a:cubicBezTo>
                  <a:cubicBezTo>
                    <a:pt x="9" y="38"/>
                    <a:pt x="16" y="42"/>
                    <a:pt x="16" y="42"/>
                  </a:cubicBezTo>
                  <a:cubicBezTo>
                    <a:pt x="16" y="42"/>
                    <a:pt x="24" y="41"/>
                    <a:pt x="30" y="40"/>
                  </a:cubicBezTo>
                  <a:cubicBezTo>
                    <a:pt x="30" y="39"/>
                    <a:pt x="30" y="38"/>
                    <a:pt x="30" y="37"/>
                  </a:cubicBezTo>
                  <a:cubicBezTo>
                    <a:pt x="30" y="36"/>
                    <a:pt x="31" y="34"/>
                    <a:pt x="33" y="34"/>
                  </a:cubicBezTo>
                  <a:cubicBezTo>
                    <a:pt x="35" y="34"/>
                    <a:pt x="32" y="30"/>
                    <a:pt x="30" y="28"/>
                  </a:cubicBezTo>
                  <a:close/>
                </a:path>
              </a:pathLst>
            </a:custGeom>
            <a:solidFill>
              <a:schemeClr val="accent2"/>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ysClr val="windowText" lastClr="000000"/>
                </a:solidFill>
              </a:endParaRPr>
            </a:p>
          </p:txBody>
        </p:sp>
      </p:grpSp>
      <p:grpSp>
        <p:nvGrpSpPr>
          <p:cNvPr id="438" name="Group 437">
            <a:extLst>
              <a:ext uri="{FF2B5EF4-FFF2-40B4-BE49-F238E27FC236}">
                <a16:creationId xmlns:a16="http://schemas.microsoft.com/office/drawing/2014/main" id="{B54EE01F-5544-CF2E-B053-B91A2B70D8BC}"/>
              </a:ext>
            </a:extLst>
          </p:cNvPr>
          <p:cNvGrpSpPr/>
          <p:nvPr/>
        </p:nvGrpSpPr>
        <p:grpSpPr>
          <a:xfrm>
            <a:off x="7027427" y="3300785"/>
            <a:ext cx="1545696" cy="1785005"/>
            <a:chOff x="7027427" y="3300785"/>
            <a:chExt cx="1545696" cy="1785005"/>
          </a:xfrm>
          <a:solidFill>
            <a:srgbClr val="AAAAAA"/>
          </a:solidFill>
        </p:grpSpPr>
        <p:sp>
          <p:nvSpPr>
            <p:cNvPr id="245" name="Freeform 2">
              <a:extLst>
                <a:ext uri="{FF2B5EF4-FFF2-40B4-BE49-F238E27FC236}">
                  <a16:creationId xmlns:a16="http://schemas.microsoft.com/office/drawing/2014/main" id="{A73E37E4-A19A-7676-1D0E-9E99D4231613}"/>
                </a:ext>
              </a:extLst>
            </p:cNvPr>
            <p:cNvSpPr>
              <a:spLocks/>
            </p:cNvSpPr>
            <p:nvPr/>
          </p:nvSpPr>
          <p:spPr bwMode="auto">
            <a:xfrm>
              <a:off x="7687913" y="4634246"/>
              <a:ext cx="288606" cy="298677"/>
            </a:xfrm>
            <a:custGeom>
              <a:avLst/>
              <a:gdLst>
                <a:gd name="T0" fmla="*/ 40 w 107"/>
                <a:gd name="T1" fmla="*/ 102 h 107"/>
                <a:gd name="T2" fmla="*/ 44 w 107"/>
                <a:gd name="T3" fmla="*/ 99 h 107"/>
                <a:gd name="T4" fmla="*/ 49 w 107"/>
                <a:gd name="T5" fmla="*/ 105 h 107"/>
                <a:gd name="T6" fmla="*/ 60 w 107"/>
                <a:gd name="T7" fmla="*/ 105 h 107"/>
                <a:gd name="T8" fmla="*/ 65 w 107"/>
                <a:gd name="T9" fmla="*/ 100 h 107"/>
                <a:gd name="T10" fmla="*/ 65 w 107"/>
                <a:gd name="T11" fmla="*/ 44 h 107"/>
                <a:gd name="T12" fmla="*/ 74 w 107"/>
                <a:gd name="T13" fmla="*/ 41 h 107"/>
                <a:gd name="T14" fmla="*/ 74 w 107"/>
                <a:gd name="T15" fmla="*/ 12 h 107"/>
                <a:gd name="T16" fmla="*/ 81 w 107"/>
                <a:gd name="T17" fmla="*/ 11 h 107"/>
                <a:gd name="T18" fmla="*/ 91 w 107"/>
                <a:gd name="T19" fmla="*/ 8 h 107"/>
                <a:gd name="T20" fmla="*/ 95 w 107"/>
                <a:gd name="T21" fmla="*/ 11 h 107"/>
                <a:gd name="T22" fmla="*/ 101 w 107"/>
                <a:gd name="T23" fmla="*/ 8 h 107"/>
                <a:gd name="T24" fmla="*/ 107 w 107"/>
                <a:gd name="T25" fmla="*/ 7 h 107"/>
                <a:gd name="T26" fmla="*/ 106 w 107"/>
                <a:gd name="T27" fmla="*/ 5 h 107"/>
                <a:gd name="T28" fmla="*/ 89 w 107"/>
                <a:gd name="T29" fmla="*/ 6 h 107"/>
                <a:gd name="T30" fmla="*/ 76 w 107"/>
                <a:gd name="T31" fmla="*/ 7 h 107"/>
                <a:gd name="T32" fmla="*/ 57 w 107"/>
                <a:gd name="T33" fmla="*/ 7 h 107"/>
                <a:gd name="T34" fmla="*/ 54 w 107"/>
                <a:gd name="T35" fmla="*/ 4 h 107"/>
                <a:gd name="T36" fmla="*/ 25 w 107"/>
                <a:gd name="T37" fmla="*/ 4 h 107"/>
                <a:gd name="T38" fmla="*/ 18 w 107"/>
                <a:gd name="T39" fmla="*/ 2 h 107"/>
                <a:gd name="T40" fmla="*/ 10 w 107"/>
                <a:gd name="T41" fmla="*/ 1 h 107"/>
                <a:gd name="T42" fmla="*/ 6 w 107"/>
                <a:gd name="T43" fmla="*/ 0 h 107"/>
                <a:gd name="T44" fmla="*/ 3 w 107"/>
                <a:gd name="T45" fmla="*/ 2 h 107"/>
                <a:gd name="T46" fmla="*/ 0 w 107"/>
                <a:gd name="T47" fmla="*/ 2 h 107"/>
                <a:gd name="T48" fmla="*/ 5 w 107"/>
                <a:gd name="T49" fmla="*/ 13 h 107"/>
                <a:gd name="T50" fmla="*/ 13 w 107"/>
                <a:gd name="T51" fmla="*/ 31 h 107"/>
                <a:gd name="T52" fmla="*/ 22 w 107"/>
                <a:gd name="T53" fmla="*/ 48 h 107"/>
                <a:gd name="T54" fmla="*/ 22 w 107"/>
                <a:gd name="T55" fmla="*/ 62 h 107"/>
                <a:gd name="T56" fmla="*/ 25 w 107"/>
                <a:gd name="T57" fmla="*/ 76 h 107"/>
                <a:gd name="T58" fmla="*/ 31 w 107"/>
                <a:gd name="T59" fmla="*/ 96 h 107"/>
                <a:gd name="T60" fmla="*/ 36 w 107"/>
                <a:gd name="T61" fmla="*/ 103 h 107"/>
                <a:gd name="T62" fmla="*/ 40 w 107"/>
                <a:gd name="T63" fmla="*/ 10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 h="107">
                  <a:moveTo>
                    <a:pt x="40" y="102"/>
                  </a:moveTo>
                  <a:cubicBezTo>
                    <a:pt x="40" y="100"/>
                    <a:pt x="43" y="97"/>
                    <a:pt x="44" y="99"/>
                  </a:cubicBezTo>
                  <a:cubicBezTo>
                    <a:pt x="46" y="102"/>
                    <a:pt x="45" y="105"/>
                    <a:pt x="49" y="105"/>
                  </a:cubicBezTo>
                  <a:cubicBezTo>
                    <a:pt x="52" y="105"/>
                    <a:pt x="59" y="107"/>
                    <a:pt x="60" y="105"/>
                  </a:cubicBezTo>
                  <a:cubicBezTo>
                    <a:pt x="61" y="104"/>
                    <a:pt x="65" y="102"/>
                    <a:pt x="65" y="100"/>
                  </a:cubicBezTo>
                  <a:cubicBezTo>
                    <a:pt x="65" y="97"/>
                    <a:pt x="65" y="46"/>
                    <a:pt x="65" y="44"/>
                  </a:cubicBezTo>
                  <a:cubicBezTo>
                    <a:pt x="65" y="42"/>
                    <a:pt x="74" y="44"/>
                    <a:pt x="74" y="41"/>
                  </a:cubicBezTo>
                  <a:cubicBezTo>
                    <a:pt x="74" y="38"/>
                    <a:pt x="74" y="12"/>
                    <a:pt x="74" y="12"/>
                  </a:cubicBezTo>
                  <a:cubicBezTo>
                    <a:pt x="74" y="12"/>
                    <a:pt x="80" y="11"/>
                    <a:pt x="81" y="11"/>
                  </a:cubicBezTo>
                  <a:cubicBezTo>
                    <a:pt x="83" y="10"/>
                    <a:pt x="89" y="7"/>
                    <a:pt x="91" y="8"/>
                  </a:cubicBezTo>
                  <a:cubicBezTo>
                    <a:pt x="92" y="9"/>
                    <a:pt x="94" y="13"/>
                    <a:pt x="95" y="11"/>
                  </a:cubicBezTo>
                  <a:cubicBezTo>
                    <a:pt x="96" y="10"/>
                    <a:pt x="99" y="8"/>
                    <a:pt x="101" y="8"/>
                  </a:cubicBezTo>
                  <a:cubicBezTo>
                    <a:pt x="103" y="8"/>
                    <a:pt x="105" y="7"/>
                    <a:pt x="107" y="7"/>
                  </a:cubicBezTo>
                  <a:cubicBezTo>
                    <a:pt x="107" y="6"/>
                    <a:pt x="106" y="5"/>
                    <a:pt x="106" y="5"/>
                  </a:cubicBezTo>
                  <a:cubicBezTo>
                    <a:pt x="106" y="3"/>
                    <a:pt x="91" y="5"/>
                    <a:pt x="89" y="6"/>
                  </a:cubicBezTo>
                  <a:cubicBezTo>
                    <a:pt x="86" y="7"/>
                    <a:pt x="78" y="8"/>
                    <a:pt x="76" y="7"/>
                  </a:cubicBezTo>
                  <a:cubicBezTo>
                    <a:pt x="73" y="6"/>
                    <a:pt x="57" y="7"/>
                    <a:pt x="57" y="7"/>
                  </a:cubicBezTo>
                  <a:cubicBezTo>
                    <a:pt x="54" y="4"/>
                    <a:pt x="54" y="4"/>
                    <a:pt x="54" y="4"/>
                  </a:cubicBezTo>
                  <a:cubicBezTo>
                    <a:pt x="54" y="4"/>
                    <a:pt x="28" y="4"/>
                    <a:pt x="25" y="4"/>
                  </a:cubicBezTo>
                  <a:cubicBezTo>
                    <a:pt x="22" y="4"/>
                    <a:pt x="20" y="3"/>
                    <a:pt x="18" y="2"/>
                  </a:cubicBezTo>
                  <a:cubicBezTo>
                    <a:pt x="15" y="0"/>
                    <a:pt x="13" y="0"/>
                    <a:pt x="10" y="1"/>
                  </a:cubicBezTo>
                  <a:cubicBezTo>
                    <a:pt x="7" y="3"/>
                    <a:pt x="8" y="0"/>
                    <a:pt x="6" y="0"/>
                  </a:cubicBezTo>
                  <a:cubicBezTo>
                    <a:pt x="4" y="0"/>
                    <a:pt x="3" y="2"/>
                    <a:pt x="3" y="2"/>
                  </a:cubicBezTo>
                  <a:cubicBezTo>
                    <a:pt x="0" y="2"/>
                    <a:pt x="0" y="2"/>
                    <a:pt x="0" y="2"/>
                  </a:cubicBezTo>
                  <a:cubicBezTo>
                    <a:pt x="0" y="5"/>
                    <a:pt x="2" y="10"/>
                    <a:pt x="5" y="13"/>
                  </a:cubicBezTo>
                  <a:cubicBezTo>
                    <a:pt x="8" y="17"/>
                    <a:pt x="11" y="25"/>
                    <a:pt x="13" y="31"/>
                  </a:cubicBezTo>
                  <a:cubicBezTo>
                    <a:pt x="15" y="37"/>
                    <a:pt x="20" y="44"/>
                    <a:pt x="22" y="48"/>
                  </a:cubicBezTo>
                  <a:cubicBezTo>
                    <a:pt x="23" y="53"/>
                    <a:pt x="21" y="59"/>
                    <a:pt x="22" y="62"/>
                  </a:cubicBezTo>
                  <a:cubicBezTo>
                    <a:pt x="23" y="65"/>
                    <a:pt x="24" y="70"/>
                    <a:pt x="25" y="76"/>
                  </a:cubicBezTo>
                  <a:cubicBezTo>
                    <a:pt x="26" y="81"/>
                    <a:pt x="26" y="92"/>
                    <a:pt x="31" y="96"/>
                  </a:cubicBezTo>
                  <a:cubicBezTo>
                    <a:pt x="33" y="98"/>
                    <a:pt x="34" y="100"/>
                    <a:pt x="36" y="103"/>
                  </a:cubicBezTo>
                  <a:cubicBezTo>
                    <a:pt x="38" y="103"/>
                    <a:pt x="40" y="103"/>
                    <a:pt x="40" y="10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46" name="Freeform 3">
              <a:extLst>
                <a:ext uri="{FF2B5EF4-FFF2-40B4-BE49-F238E27FC236}">
                  <a16:creationId xmlns:a16="http://schemas.microsoft.com/office/drawing/2014/main" id="{20299517-D9EC-C78E-4561-A2BDBE0B366F}"/>
                </a:ext>
              </a:extLst>
            </p:cNvPr>
            <p:cNvSpPr>
              <a:spLocks/>
            </p:cNvSpPr>
            <p:nvPr/>
          </p:nvSpPr>
          <p:spPr bwMode="auto">
            <a:xfrm>
              <a:off x="7976519" y="4601323"/>
              <a:ext cx="180237" cy="161097"/>
            </a:xfrm>
            <a:custGeom>
              <a:avLst/>
              <a:gdLst>
                <a:gd name="T0" fmla="*/ 45 w 67"/>
                <a:gd name="T1" fmla="*/ 3 h 58"/>
                <a:gd name="T2" fmla="*/ 43 w 67"/>
                <a:gd name="T3" fmla="*/ 0 h 58"/>
                <a:gd name="T4" fmla="*/ 36 w 67"/>
                <a:gd name="T5" fmla="*/ 0 h 58"/>
                <a:gd name="T6" fmla="*/ 32 w 67"/>
                <a:gd name="T7" fmla="*/ 4 h 58"/>
                <a:gd name="T8" fmla="*/ 24 w 67"/>
                <a:gd name="T9" fmla="*/ 10 h 58"/>
                <a:gd name="T10" fmla="*/ 15 w 67"/>
                <a:gd name="T11" fmla="*/ 20 h 58"/>
                <a:gd name="T12" fmla="*/ 4 w 67"/>
                <a:gd name="T13" fmla="*/ 18 h 58"/>
                <a:gd name="T14" fmla="*/ 0 w 67"/>
                <a:gd name="T15" fmla="*/ 19 h 58"/>
                <a:gd name="T16" fmla="*/ 5 w 67"/>
                <a:gd name="T17" fmla="*/ 23 h 58"/>
                <a:gd name="T18" fmla="*/ 9 w 67"/>
                <a:gd name="T19" fmla="*/ 34 h 58"/>
                <a:gd name="T20" fmla="*/ 18 w 67"/>
                <a:gd name="T21" fmla="*/ 39 h 58"/>
                <a:gd name="T22" fmla="*/ 21 w 67"/>
                <a:gd name="T23" fmla="*/ 46 h 58"/>
                <a:gd name="T24" fmla="*/ 27 w 67"/>
                <a:gd name="T25" fmla="*/ 52 h 58"/>
                <a:gd name="T26" fmla="*/ 33 w 67"/>
                <a:gd name="T27" fmla="*/ 55 h 58"/>
                <a:gd name="T28" fmla="*/ 41 w 67"/>
                <a:gd name="T29" fmla="*/ 57 h 58"/>
                <a:gd name="T30" fmla="*/ 51 w 67"/>
                <a:gd name="T31" fmla="*/ 58 h 58"/>
                <a:gd name="T32" fmla="*/ 59 w 67"/>
                <a:gd name="T33" fmla="*/ 50 h 58"/>
                <a:gd name="T34" fmla="*/ 61 w 67"/>
                <a:gd name="T35" fmla="*/ 42 h 58"/>
                <a:gd name="T36" fmla="*/ 66 w 67"/>
                <a:gd name="T37" fmla="*/ 35 h 58"/>
                <a:gd name="T38" fmla="*/ 63 w 67"/>
                <a:gd name="T39" fmla="*/ 29 h 58"/>
                <a:gd name="T40" fmla="*/ 66 w 67"/>
                <a:gd name="T41" fmla="*/ 22 h 58"/>
                <a:gd name="T42" fmla="*/ 65 w 67"/>
                <a:gd name="T43" fmla="*/ 9 h 58"/>
                <a:gd name="T44" fmla="*/ 56 w 67"/>
                <a:gd name="T45" fmla="*/ 5 h 58"/>
                <a:gd name="T46" fmla="*/ 45 w 67"/>
                <a:gd name="T47"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58">
                  <a:moveTo>
                    <a:pt x="45" y="3"/>
                  </a:moveTo>
                  <a:cubicBezTo>
                    <a:pt x="43" y="0"/>
                    <a:pt x="43" y="0"/>
                    <a:pt x="43" y="0"/>
                  </a:cubicBezTo>
                  <a:cubicBezTo>
                    <a:pt x="36" y="0"/>
                    <a:pt x="36" y="0"/>
                    <a:pt x="36" y="0"/>
                  </a:cubicBezTo>
                  <a:cubicBezTo>
                    <a:pt x="32" y="1"/>
                    <a:pt x="32" y="3"/>
                    <a:pt x="32" y="4"/>
                  </a:cubicBezTo>
                  <a:cubicBezTo>
                    <a:pt x="32" y="6"/>
                    <a:pt x="27" y="9"/>
                    <a:pt x="24" y="10"/>
                  </a:cubicBezTo>
                  <a:cubicBezTo>
                    <a:pt x="21" y="11"/>
                    <a:pt x="17" y="19"/>
                    <a:pt x="15" y="20"/>
                  </a:cubicBezTo>
                  <a:cubicBezTo>
                    <a:pt x="13" y="21"/>
                    <a:pt x="6" y="18"/>
                    <a:pt x="4" y="18"/>
                  </a:cubicBezTo>
                  <a:cubicBezTo>
                    <a:pt x="3" y="18"/>
                    <a:pt x="2" y="18"/>
                    <a:pt x="0" y="19"/>
                  </a:cubicBezTo>
                  <a:cubicBezTo>
                    <a:pt x="1" y="21"/>
                    <a:pt x="4" y="23"/>
                    <a:pt x="5" y="23"/>
                  </a:cubicBezTo>
                  <a:cubicBezTo>
                    <a:pt x="6" y="23"/>
                    <a:pt x="7" y="32"/>
                    <a:pt x="9" y="34"/>
                  </a:cubicBezTo>
                  <a:cubicBezTo>
                    <a:pt x="12" y="35"/>
                    <a:pt x="18" y="38"/>
                    <a:pt x="18" y="39"/>
                  </a:cubicBezTo>
                  <a:cubicBezTo>
                    <a:pt x="18" y="41"/>
                    <a:pt x="21" y="43"/>
                    <a:pt x="21" y="46"/>
                  </a:cubicBezTo>
                  <a:cubicBezTo>
                    <a:pt x="21" y="48"/>
                    <a:pt x="25" y="52"/>
                    <a:pt x="27" y="52"/>
                  </a:cubicBezTo>
                  <a:cubicBezTo>
                    <a:pt x="33" y="51"/>
                    <a:pt x="33" y="54"/>
                    <a:pt x="33" y="55"/>
                  </a:cubicBezTo>
                  <a:cubicBezTo>
                    <a:pt x="33" y="57"/>
                    <a:pt x="40" y="55"/>
                    <a:pt x="41" y="57"/>
                  </a:cubicBezTo>
                  <a:cubicBezTo>
                    <a:pt x="42" y="58"/>
                    <a:pt x="49" y="58"/>
                    <a:pt x="51" y="58"/>
                  </a:cubicBezTo>
                  <a:cubicBezTo>
                    <a:pt x="54" y="56"/>
                    <a:pt x="58" y="52"/>
                    <a:pt x="59" y="50"/>
                  </a:cubicBezTo>
                  <a:cubicBezTo>
                    <a:pt x="61" y="47"/>
                    <a:pt x="60" y="43"/>
                    <a:pt x="61" y="42"/>
                  </a:cubicBezTo>
                  <a:cubicBezTo>
                    <a:pt x="63" y="41"/>
                    <a:pt x="67" y="36"/>
                    <a:pt x="66" y="35"/>
                  </a:cubicBezTo>
                  <a:cubicBezTo>
                    <a:pt x="64" y="35"/>
                    <a:pt x="66" y="31"/>
                    <a:pt x="63" y="29"/>
                  </a:cubicBezTo>
                  <a:cubicBezTo>
                    <a:pt x="61" y="27"/>
                    <a:pt x="66" y="26"/>
                    <a:pt x="66" y="22"/>
                  </a:cubicBezTo>
                  <a:cubicBezTo>
                    <a:pt x="65" y="18"/>
                    <a:pt x="66" y="9"/>
                    <a:pt x="65" y="9"/>
                  </a:cubicBezTo>
                  <a:cubicBezTo>
                    <a:pt x="64" y="8"/>
                    <a:pt x="59" y="7"/>
                    <a:pt x="56" y="5"/>
                  </a:cubicBezTo>
                  <a:cubicBezTo>
                    <a:pt x="52" y="3"/>
                    <a:pt x="45" y="3"/>
                    <a:pt x="45" y="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47" name="Freeform 4">
              <a:extLst>
                <a:ext uri="{FF2B5EF4-FFF2-40B4-BE49-F238E27FC236}">
                  <a16:creationId xmlns:a16="http://schemas.microsoft.com/office/drawing/2014/main" id="{FA868700-3FD6-E334-C0E9-928B5A97F4D3}"/>
                </a:ext>
              </a:extLst>
            </p:cNvPr>
            <p:cNvSpPr>
              <a:spLocks/>
            </p:cNvSpPr>
            <p:nvPr/>
          </p:nvSpPr>
          <p:spPr bwMode="auto">
            <a:xfrm>
              <a:off x="7863586" y="4654237"/>
              <a:ext cx="201910" cy="225771"/>
            </a:xfrm>
            <a:custGeom>
              <a:avLst/>
              <a:gdLst>
                <a:gd name="T0" fmla="*/ 69 w 75"/>
                <a:gd name="T1" fmla="*/ 33 h 81"/>
                <a:gd name="T2" fmla="*/ 63 w 75"/>
                <a:gd name="T3" fmla="*/ 27 h 81"/>
                <a:gd name="T4" fmla="*/ 60 w 75"/>
                <a:gd name="T5" fmla="*/ 20 h 81"/>
                <a:gd name="T6" fmla="*/ 51 w 75"/>
                <a:gd name="T7" fmla="*/ 15 h 81"/>
                <a:gd name="T8" fmla="*/ 47 w 75"/>
                <a:gd name="T9" fmla="*/ 4 h 81"/>
                <a:gd name="T10" fmla="*/ 42 w 75"/>
                <a:gd name="T11" fmla="*/ 0 h 81"/>
                <a:gd name="T12" fmla="*/ 36 w 75"/>
                <a:gd name="T13" fmla="*/ 1 h 81"/>
                <a:gd name="T14" fmla="*/ 30 w 75"/>
                <a:gd name="T15" fmla="*/ 4 h 81"/>
                <a:gd name="T16" fmla="*/ 26 w 75"/>
                <a:gd name="T17" fmla="*/ 1 h 81"/>
                <a:gd name="T18" fmla="*/ 16 w 75"/>
                <a:gd name="T19" fmla="*/ 4 h 81"/>
                <a:gd name="T20" fmla="*/ 9 w 75"/>
                <a:gd name="T21" fmla="*/ 5 h 81"/>
                <a:gd name="T22" fmla="*/ 9 w 75"/>
                <a:gd name="T23" fmla="*/ 34 h 81"/>
                <a:gd name="T24" fmla="*/ 0 w 75"/>
                <a:gd name="T25" fmla="*/ 37 h 81"/>
                <a:gd name="T26" fmla="*/ 0 w 75"/>
                <a:gd name="T27" fmla="*/ 62 h 81"/>
                <a:gd name="T28" fmla="*/ 4 w 75"/>
                <a:gd name="T29" fmla="*/ 64 h 81"/>
                <a:gd name="T30" fmla="*/ 7 w 75"/>
                <a:gd name="T31" fmla="*/ 74 h 81"/>
                <a:gd name="T32" fmla="*/ 5 w 75"/>
                <a:gd name="T33" fmla="*/ 76 h 81"/>
                <a:gd name="T34" fmla="*/ 7 w 75"/>
                <a:gd name="T35" fmla="*/ 80 h 81"/>
                <a:gd name="T36" fmla="*/ 15 w 75"/>
                <a:gd name="T37" fmla="*/ 79 h 81"/>
                <a:gd name="T38" fmla="*/ 23 w 75"/>
                <a:gd name="T39" fmla="*/ 70 h 81"/>
                <a:gd name="T40" fmla="*/ 28 w 75"/>
                <a:gd name="T41" fmla="*/ 66 h 81"/>
                <a:gd name="T42" fmla="*/ 38 w 75"/>
                <a:gd name="T43" fmla="*/ 69 h 81"/>
                <a:gd name="T44" fmla="*/ 46 w 75"/>
                <a:gd name="T45" fmla="*/ 65 h 81"/>
                <a:gd name="T46" fmla="*/ 50 w 75"/>
                <a:gd name="T47" fmla="*/ 59 h 81"/>
                <a:gd name="T48" fmla="*/ 57 w 75"/>
                <a:gd name="T49" fmla="*/ 54 h 81"/>
                <a:gd name="T50" fmla="*/ 60 w 75"/>
                <a:gd name="T51" fmla="*/ 48 h 81"/>
                <a:gd name="T52" fmla="*/ 67 w 75"/>
                <a:gd name="T53" fmla="*/ 43 h 81"/>
                <a:gd name="T54" fmla="*/ 72 w 75"/>
                <a:gd name="T55" fmla="*/ 40 h 81"/>
                <a:gd name="T56" fmla="*/ 75 w 75"/>
                <a:gd name="T57" fmla="*/ 36 h 81"/>
                <a:gd name="T58" fmla="*/ 75 w 75"/>
                <a:gd name="T59" fmla="*/ 36 h 81"/>
                <a:gd name="T60" fmla="*/ 69 w 75"/>
                <a:gd name="T61" fmla="*/ 3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81">
                  <a:moveTo>
                    <a:pt x="69" y="33"/>
                  </a:moveTo>
                  <a:cubicBezTo>
                    <a:pt x="67" y="33"/>
                    <a:pt x="63" y="29"/>
                    <a:pt x="63" y="27"/>
                  </a:cubicBezTo>
                  <a:cubicBezTo>
                    <a:pt x="63" y="24"/>
                    <a:pt x="60" y="22"/>
                    <a:pt x="60" y="20"/>
                  </a:cubicBezTo>
                  <a:cubicBezTo>
                    <a:pt x="60" y="19"/>
                    <a:pt x="54" y="16"/>
                    <a:pt x="51" y="15"/>
                  </a:cubicBezTo>
                  <a:cubicBezTo>
                    <a:pt x="49" y="13"/>
                    <a:pt x="48" y="4"/>
                    <a:pt x="47" y="4"/>
                  </a:cubicBezTo>
                  <a:cubicBezTo>
                    <a:pt x="46" y="4"/>
                    <a:pt x="43" y="2"/>
                    <a:pt x="42" y="0"/>
                  </a:cubicBezTo>
                  <a:cubicBezTo>
                    <a:pt x="40" y="0"/>
                    <a:pt x="38" y="1"/>
                    <a:pt x="36" y="1"/>
                  </a:cubicBezTo>
                  <a:cubicBezTo>
                    <a:pt x="34" y="1"/>
                    <a:pt x="31" y="3"/>
                    <a:pt x="30" y="4"/>
                  </a:cubicBezTo>
                  <a:cubicBezTo>
                    <a:pt x="29" y="6"/>
                    <a:pt x="27" y="2"/>
                    <a:pt x="26" y="1"/>
                  </a:cubicBezTo>
                  <a:cubicBezTo>
                    <a:pt x="24" y="0"/>
                    <a:pt x="18" y="3"/>
                    <a:pt x="16" y="4"/>
                  </a:cubicBezTo>
                  <a:cubicBezTo>
                    <a:pt x="15" y="4"/>
                    <a:pt x="9" y="5"/>
                    <a:pt x="9" y="5"/>
                  </a:cubicBezTo>
                  <a:cubicBezTo>
                    <a:pt x="9" y="5"/>
                    <a:pt x="9" y="31"/>
                    <a:pt x="9" y="34"/>
                  </a:cubicBezTo>
                  <a:cubicBezTo>
                    <a:pt x="9" y="37"/>
                    <a:pt x="0" y="35"/>
                    <a:pt x="0" y="37"/>
                  </a:cubicBezTo>
                  <a:cubicBezTo>
                    <a:pt x="0" y="38"/>
                    <a:pt x="0" y="50"/>
                    <a:pt x="0" y="62"/>
                  </a:cubicBezTo>
                  <a:cubicBezTo>
                    <a:pt x="2" y="63"/>
                    <a:pt x="4" y="63"/>
                    <a:pt x="4" y="64"/>
                  </a:cubicBezTo>
                  <a:cubicBezTo>
                    <a:pt x="5" y="67"/>
                    <a:pt x="7" y="72"/>
                    <a:pt x="7" y="74"/>
                  </a:cubicBezTo>
                  <a:cubicBezTo>
                    <a:pt x="6" y="75"/>
                    <a:pt x="5" y="74"/>
                    <a:pt x="5" y="76"/>
                  </a:cubicBezTo>
                  <a:cubicBezTo>
                    <a:pt x="5" y="77"/>
                    <a:pt x="4" y="80"/>
                    <a:pt x="7" y="80"/>
                  </a:cubicBezTo>
                  <a:cubicBezTo>
                    <a:pt x="9" y="80"/>
                    <a:pt x="13" y="81"/>
                    <a:pt x="15" y="79"/>
                  </a:cubicBezTo>
                  <a:cubicBezTo>
                    <a:pt x="17" y="77"/>
                    <a:pt x="22" y="73"/>
                    <a:pt x="23" y="70"/>
                  </a:cubicBezTo>
                  <a:cubicBezTo>
                    <a:pt x="23" y="68"/>
                    <a:pt x="24" y="63"/>
                    <a:pt x="28" y="66"/>
                  </a:cubicBezTo>
                  <a:cubicBezTo>
                    <a:pt x="33" y="69"/>
                    <a:pt x="33" y="69"/>
                    <a:pt x="38" y="69"/>
                  </a:cubicBezTo>
                  <a:cubicBezTo>
                    <a:pt x="44" y="69"/>
                    <a:pt x="45" y="69"/>
                    <a:pt x="46" y="65"/>
                  </a:cubicBezTo>
                  <a:cubicBezTo>
                    <a:pt x="47" y="62"/>
                    <a:pt x="46" y="59"/>
                    <a:pt x="50" y="59"/>
                  </a:cubicBezTo>
                  <a:cubicBezTo>
                    <a:pt x="53" y="59"/>
                    <a:pt x="57" y="56"/>
                    <a:pt x="57" y="54"/>
                  </a:cubicBezTo>
                  <a:cubicBezTo>
                    <a:pt x="57" y="52"/>
                    <a:pt x="58" y="48"/>
                    <a:pt x="60" y="48"/>
                  </a:cubicBezTo>
                  <a:cubicBezTo>
                    <a:pt x="62" y="48"/>
                    <a:pt x="67" y="46"/>
                    <a:pt x="67" y="43"/>
                  </a:cubicBezTo>
                  <a:cubicBezTo>
                    <a:pt x="68" y="41"/>
                    <a:pt x="71" y="42"/>
                    <a:pt x="72" y="40"/>
                  </a:cubicBezTo>
                  <a:cubicBezTo>
                    <a:pt x="73" y="40"/>
                    <a:pt x="74" y="38"/>
                    <a:pt x="75" y="36"/>
                  </a:cubicBezTo>
                  <a:cubicBezTo>
                    <a:pt x="75" y="36"/>
                    <a:pt x="75" y="36"/>
                    <a:pt x="75" y="36"/>
                  </a:cubicBezTo>
                  <a:cubicBezTo>
                    <a:pt x="75" y="35"/>
                    <a:pt x="75" y="32"/>
                    <a:pt x="69" y="3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48" name="Freeform 5">
              <a:extLst>
                <a:ext uri="{FF2B5EF4-FFF2-40B4-BE49-F238E27FC236}">
                  <a16:creationId xmlns:a16="http://schemas.microsoft.com/office/drawing/2014/main" id="{1A75CC2D-3BFB-1CAE-D7C0-3CB726AB67D0}"/>
                </a:ext>
              </a:extLst>
            </p:cNvPr>
            <p:cNvSpPr>
              <a:spLocks/>
            </p:cNvSpPr>
            <p:nvPr/>
          </p:nvSpPr>
          <p:spPr bwMode="auto">
            <a:xfrm>
              <a:off x="8103141" y="4849435"/>
              <a:ext cx="29659" cy="38805"/>
            </a:xfrm>
            <a:custGeom>
              <a:avLst/>
              <a:gdLst>
                <a:gd name="T0" fmla="*/ 5 w 11"/>
                <a:gd name="T1" fmla="*/ 0 h 14"/>
                <a:gd name="T2" fmla="*/ 0 w 11"/>
                <a:gd name="T3" fmla="*/ 6 h 14"/>
                <a:gd name="T4" fmla="*/ 5 w 11"/>
                <a:gd name="T5" fmla="*/ 14 h 14"/>
                <a:gd name="T6" fmla="*/ 9 w 11"/>
                <a:gd name="T7" fmla="*/ 12 h 14"/>
                <a:gd name="T8" fmla="*/ 11 w 11"/>
                <a:gd name="T9" fmla="*/ 10 h 14"/>
                <a:gd name="T10" fmla="*/ 10 w 11"/>
                <a:gd name="T11" fmla="*/ 2 h 14"/>
                <a:gd name="T12" fmla="*/ 5 w 1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1" h="14">
                  <a:moveTo>
                    <a:pt x="5" y="0"/>
                  </a:moveTo>
                  <a:cubicBezTo>
                    <a:pt x="3" y="0"/>
                    <a:pt x="0" y="5"/>
                    <a:pt x="0" y="6"/>
                  </a:cubicBezTo>
                  <a:cubicBezTo>
                    <a:pt x="0" y="7"/>
                    <a:pt x="2" y="14"/>
                    <a:pt x="5" y="14"/>
                  </a:cubicBezTo>
                  <a:cubicBezTo>
                    <a:pt x="7" y="14"/>
                    <a:pt x="9" y="14"/>
                    <a:pt x="9" y="12"/>
                  </a:cubicBezTo>
                  <a:cubicBezTo>
                    <a:pt x="10" y="11"/>
                    <a:pt x="10" y="10"/>
                    <a:pt x="11" y="10"/>
                  </a:cubicBezTo>
                  <a:cubicBezTo>
                    <a:pt x="11" y="8"/>
                    <a:pt x="10" y="4"/>
                    <a:pt x="10" y="2"/>
                  </a:cubicBezTo>
                  <a:cubicBezTo>
                    <a:pt x="9" y="1"/>
                    <a:pt x="7" y="0"/>
                    <a:pt x="5" y="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49" name="Freeform 6">
              <a:extLst>
                <a:ext uri="{FF2B5EF4-FFF2-40B4-BE49-F238E27FC236}">
                  <a16:creationId xmlns:a16="http://schemas.microsoft.com/office/drawing/2014/main" id="{CF342F02-D231-0B87-5F73-318C6E414E69}"/>
                </a:ext>
              </a:extLst>
            </p:cNvPr>
            <p:cNvSpPr>
              <a:spLocks/>
            </p:cNvSpPr>
            <p:nvPr/>
          </p:nvSpPr>
          <p:spPr bwMode="auto">
            <a:xfrm>
              <a:off x="8019867" y="4915283"/>
              <a:ext cx="51333" cy="56442"/>
            </a:xfrm>
            <a:custGeom>
              <a:avLst/>
              <a:gdLst>
                <a:gd name="T0" fmla="*/ 14 w 19"/>
                <a:gd name="T1" fmla="*/ 2 h 20"/>
                <a:gd name="T2" fmla="*/ 5 w 19"/>
                <a:gd name="T3" fmla="*/ 5 h 20"/>
                <a:gd name="T4" fmla="*/ 0 w 19"/>
                <a:gd name="T5" fmla="*/ 13 h 20"/>
                <a:gd name="T6" fmla="*/ 5 w 19"/>
                <a:gd name="T7" fmla="*/ 20 h 20"/>
                <a:gd name="T8" fmla="*/ 9 w 19"/>
                <a:gd name="T9" fmla="*/ 20 h 20"/>
                <a:gd name="T10" fmla="*/ 11 w 19"/>
                <a:gd name="T11" fmla="*/ 16 h 20"/>
                <a:gd name="T12" fmla="*/ 16 w 19"/>
                <a:gd name="T13" fmla="*/ 14 h 20"/>
                <a:gd name="T14" fmla="*/ 19 w 19"/>
                <a:gd name="T15" fmla="*/ 8 h 20"/>
                <a:gd name="T16" fmla="*/ 14 w 19"/>
                <a:gd name="T1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20">
                  <a:moveTo>
                    <a:pt x="14" y="2"/>
                  </a:moveTo>
                  <a:cubicBezTo>
                    <a:pt x="13" y="0"/>
                    <a:pt x="6" y="3"/>
                    <a:pt x="5" y="5"/>
                  </a:cubicBezTo>
                  <a:cubicBezTo>
                    <a:pt x="4" y="7"/>
                    <a:pt x="0" y="13"/>
                    <a:pt x="0" y="13"/>
                  </a:cubicBezTo>
                  <a:cubicBezTo>
                    <a:pt x="5" y="20"/>
                    <a:pt x="5" y="20"/>
                    <a:pt x="5" y="20"/>
                  </a:cubicBezTo>
                  <a:cubicBezTo>
                    <a:pt x="9" y="20"/>
                    <a:pt x="9" y="20"/>
                    <a:pt x="9" y="20"/>
                  </a:cubicBezTo>
                  <a:cubicBezTo>
                    <a:pt x="9" y="20"/>
                    <a:pt x="10" y="18"/>
                    <a:pt x="11" y="16"/>
                  </a:cubicBezTo>
                  <a:cubicBezTo>
                    <a:pt x="12" y="14"/>
                    <a:pt x="16" y="16"/>
                    <a:pt x="16" y="14"/>
                  </a:cubicBezTo>
                  <a:cubicBezTo>
                    <a:pt x="16" y="12"/>
                    <a:pt x="19" y="10"/>
                    <a:pt x="19" y="8"/>
                  </a:cubicBezTo>
                  <a:cubicBezTo>
                    <a:pt x="19" y="6"/>
                    <a:pt x="15" y="4"/>
                    <a:pt x="14" y="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0" name="Freeform 7">
              <a:extLst>
                <a:ext uri="{FF2B5EF4-FFF2-40B4-BE49-F238E27FC236}">
                  <a16:creationId xmlns:a16="http://schemas.microsoft.com/office/drawing/2014/main" id="{C6E351FC-C951-4F2B-ABD0-D073770F3CD9}"/>
                </a:ext>
              </a:extLst>
            </p:cNvPr>
            <p:cNvSpPr>
              <a:spLocks noEditPoints="1"/>
            </p:cNvSpPr>
            <p:nvPr/>
          </p:nvSpPr>
          <p:spPr bwMode="auto">
            <a:xfrm>
              <a:off x="7784875" y="4754188"/>
              <a:ext cx="363894" cy="331602"/>
            </a:xfrm>
            <a:custGeom>
              <a:avLst/>
              <a:gdLst>
                <a:gd name="T0" fmla="*/ 129 w 135"/>
                <a:gd name="T1" fmla="*/ 44 h 119"/>
                <a:gd name="T2" fmla="*/ 129 w 135"/>
                <a:gd name="T3" fmla="*/ 44 h 119"/>
                <a:gd name="T4" fmla="*/ 127 w 135"/>
                <a:gd name="T5" fmla="*/ 46 h 119"/>
                <a:gd name="T6" fmla="*/ 123 w 135"/>
                <a:gd name="T7" fmla="*/ 48 h 119"/>
                <a:gd name="T8" fmla="*/ 118 w 135"/>
                <a:gd name="T9" fmla="*/ 40 h 119"/>
                <a:gd name="T10" fmla="*/ 123 w 135"/>
                <a:gd name="T11" fmla="*/ 34 h 119"/>
                <a:gd name="T12" fmla="*/ 128 w 135"/>
                <a:gd name="T13" fmla="*/ 36 h 119"/>
                <a:gd name="T14" fmla="*/ 128 w 135"/>
                <a:gd name="T15" fmla="*/ 35 h 119"/>
                <a:gd name="T16" fmla="*/ 127 w 135"/>
                <a:gd name="T17" fmla="*/ 19 h 119"/>
                <a:gd name="T18" fmla="*/ 122 w 135"/>
                <a:gd name="T19" fmla="*/ 4 h 119"/>
                <a:gd name="T20" fmla="*/ 112 w 135"/>
                <a:gd name="T21" fmla="*/ 2 h 119"/>
                <a:gd name="T22" fmla="*/ 104 w 135"/>
                <a:gd name="T23" fmla="*/ 0 h 119"/>
                <a:gd name="T24" fmla="*/ 101 w 135"/>
                <a:gd name="T25" fmla="*/ 4 h 119"/>
                <a:gd name="T26" fmla="*/ 96 w 135"/>
                <a:gd name="T27" fmla="*/ 7 h 119"/>
                <a:gd name="T28" fmla="*/ 89 w 135"/>
                <a:gd name="T29" fmla="*/ 12 h 119"/>
                <a:gd name="T30" fmla="*/ 86 w 135"/>
                <a:gd name="T31" fmla="*/ 18 h 119"/>
                <a:gd name="T32" fmla="*/ 79 w 135"/>
                <a:gd name="T33" fmla="*/ 23 h 119"/>
                <a:gd name="T34" fmla="*/ 75 w 135"/>
                <a:gd name="T35" fmla="*/ 29 h 119"/>
                <a:gd name="T36" fmla="*/ 67 w 135"/>
                <a:gd name="T37" fmla="*/ 33 h 119"/>
                <a:gd name="T38" fmla="*/ 57 w 135"/>
                <a:gd name="T39" fmla="*/ 30 h 119"/>
                <a:gd name="T40" fmla="*/ 52 w 135"/>
                <a:gd name="T41" fmla="*/ 34 h 119"/>
                <a:gd name="T42" fmla="*/ 44 w 135"/>
                <a:gd name="T43" fmla="*/ 43 h 119"/>
                <a:gd name="T44" fmla="*/ 36 w 135"/>
                <a:gd name="T45" fmla="*/ 44 h 119"/>
                <a:gd name="T46" fmla="*/ 34 w 135"/>
                <a:gd name="T47" fmla="*/ 40 h 119"/>
                <a:gd name="T48" fmla="*/ 36 w 135"/>
                <a:gd name="T49" fmla="*/ 38 h 119"/>
                <a:gd name="T50" fmla="*/ 33 w 135"/>
                <a:gd name="T51" fmla="*/ 28 h 119"/>
                <a:gd name="T52" fmla="*/ 29 w 135"/>
                <a:gd name="T53" fmla="*/ 26 h 119"/>
                <a:gd name="T54" fmla="*/ 29 w 135"/>
                <a:gd name="T55" fmla="*/ 57 h 119"/>
                <a:gd name="T56" fmla="*/ 24 w 135"/>
                <a:gd name="T57" fmla="*/ 62 h 119"/>
                <a:gd name="T58" fmla="*/ 13 w 135"/>
                <a:gd name="T59" fmla="*/ 62 h 119"/>
                <a:gd name="T60" fmla="*/ 8 w 135"/>
                <a:gd name="T61" fmla="*/ 56 h 119"/>
                <a:gd name="T62" fmla="*/ 4 w 135"/>
                <a:gd name="T63" fmla="*/ 59 h 119"/>
                <a:gd name="T64" fmla="*/ 0 w 135"/>
                <a:gd name="T65" fmla="*/ 60 h 119"/>
                <a:gd name="T66" fmla="*/ 6 w 135"/>
                <a:gd name="T67" fmla="*/ 73 h 119"/>
                <a:gd name="T68" fmla="*/ 14 w 135"/>
                <a:gd name="T69" fmla="*/ 90 h 119"/>
                <a:gd name="T70" fmla="*/ 14 w 135"/>
                <a:gd name="T71" fmla="*/ 98 h 119"/>
                <a:gd name="T72" fmla="*/ 15 w 135"/>
                <a:gd name="T73" fmla="*/ 105 h 119"/>
                <a:gd name="T74" fmla="*/ 17 w 135"/>
                <a:gd name="T75" fmla="*/ 112 h 119"/>
                <a:gd name="T76" fmla="*/ 21 w 135"/>
                <a:gd name="T77" fmla="*/ 114 h 119"/>
                <a:gd name="T78" fmla="*/ 25 w 135"/>
                <a:gd name="T79" fmla="*/ 117 h 119"/>
                <a:gd name="T80" fmla="*/ 31 w 135"/>
                <a:gd name="T81" fmla="*/ 117 h 119"/>
                <a:gd name="T82" fmla="*/ 41 w 135"/>
                <a:gd name="T83" fmla="*/ 114 h 119"/>
                <a:gd name="T84" fmla="*/ 48 w 135"/>
                <a:gd name="T85" fmla="*/ 111 h 119"/>
                <a:gd name="T86" fmla="*/ 61 w 135"/>
                <a:gd name="T87" fmla="*/ 111 h 119"/>
                <a:gd name="T88" fmla="*/ 70 w 135"/>
                <a:gd name="T89" fmla="*/ 110 h 119"/>
                <a:gd name="T90" fmla="*/ 75 w 135"/>
                <a:gd name="T91" fmla="*/ 109 h 119"/>
                <a:gd name="T92" fmla="*/ 82 w 135"/>
                <a:gd name="T93" fmla="*/ 107 h 119"/>
                <a:gd name="T94" fmla="*/ 99 w 135"/>
                <a:gd name="T95" fmla="*/ 96 h 119"/>
                <a:gd name="T96" fmla="*/ 119 w 135"/>
                <a:gd name="T97" fmla="*/ 71 h 119"/>
                <a:gd name="T98" fmla="*/ 131 w 135"/>
                <a:gd name="T99" fmla="*/ 58 h 119"/>
                <a:gd name="T100" fmla="*/ 135 w 135"/>
                <a:gd name="T101" fmla="*/ 44 h 119"/>
                <a:gd name="T102" fmla="*/ 129 w 135"/>
                <a:gd name="T103" fmla="*/ 44 h 119"/>
                <a:gd name="T104" fmla="*/ 103 w 135"/>
                <a:gd name="T105" fmla="*/ 72 h 119"/>
                <a:gd name="T106" fmla="*/ 98 w 135"/>
                <a:gd name="T107" fmla="*/ 74 h 119"/>
                <a:gd name="T108" fmla="*/ 96 w 135"/>
                <a:gd name="T109" fmla="*/ 78 h 119"/>
                <a:gd name="T110" fmla="*/ 92 w 135"/>
                <a:gd name="T111" fmla="*/ 78 h 119"/>
                <a:gd name="T112" fmla="*/ 87 w 135"/>
                <a:gd name="T113" fmla="*/ 71 h 119"/>
                <a:gd name="T114" fmla="*/ 92 w 135"/>
                <a:gd name="T115" fmla="*/ 63 h 119"/>
                <a:gd name="T116" fmla="*/ 101 w 135"/>
                <a:gd name="T117" fmla="*/ 60 h 119"/>
                <a:gd name="T118" fmla="*/ 106 w 135"/>
                <a:gd name="T119" fmla="*/ 66 h 119"/>
                <a:gd name="T120" fmla="*/ 103 w 135"/>
                <a:gd name="T121" fmla="*/ 7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5" h="119">
                  <a:moveTo>
                    <a:pt x="129" y="44"/>
                  </a:moveTo>
                  <a:cubicBezTo>
                    <a:pt x="129" y="44"/>
                    <a:pt x="129" y="44"/>
                    <a:pt x="129" y="44"/>
                  </a:cubicBezTo>
                  <a:cubicBezTo>
                    <a:pt x="128" y="44"/>
                    <a:pt x="128" y="45"/>
                    <a:pt x="127" y="46"/>
                  </a:cubicBezTo>
                  <a:cubicBezTo>
                    <a:pt x="127" y="48"/>
                    <a:pt x="125" y="48"/>
                    <a:pt x="123" y="48"/>
                  </a:cubicBezTo>
                  <a:cubicBezTo>
                    <a:pt x="120" y="48"/>
                    <a:pt x="118" y="41"/>
                    <a:pt x="118" y="40"/>
                  </a:cubicBezTo>
                  <a:cubicBezTo>
                    <a:pt x="118" y="39"/>
                    <a:pt x="121" y="34"/>
                    <a:pt x="123" y="34"/>
                  </a:cubicBezTo>
                  <a:cubicBezTo>
                    <a:pt x="125" y="34"/>
                    <a:pt x="127" y="35"/>
                    <a:pt x="128" y="36"/>
                  </a:cubicBezTo>
                  <a:cubicBezTo>
                    <a:pt x="128" y="36"/>
                    <a:pt x="128" y="35"/>
                    <a:pt x="128" y="35"/>
                  </a:cubicBezTo>
                  <a:cubicBezTo>
                    <a:pt x="128" y="34"/>
                    <a:pt x="130" y="21"/>
                    <a:pt x="127" y="19"/>
                  </a:cubicBezTo>
                  <a:cubicBezTo>
                    <a:pt x="125" y="18"/>
                    <a:pt x="123" y="5"/>
                    <a:pt x="122" y="4"/>
                  </a:cubicBezTo>
                  <a:cubicBezTo>
                    <a:pt x="121" y="2"/>
                    <a:pt x="113" y="3"/>
                    <a:pt x="112" y="2"/>
                  </a:cubicBezTo>
                  <a:cubicBezTo>
                    <a:pt x="111" y="0"/>
                    <a:pt x="104" y="2"/>
                    <a:pt x="104" y="0"/>
                  </a:cubicBezTo>
                  <a:cubicBezTo>
                    <a:pt x="103" y="2"/>
                    <a:pt x="102" y="4"/>
                    <a:pt x="101" y="4"/>
                  </a:cubicBezTo>
                  <a:cubicBezTo>
                    <a:pt x="100" y="6"/>
                    <a:pt x="97" y="5"/>
                    <a:pt x="96" y="7"/>
                  </a:cubicBezTo>
                  <a:cubicBezTo>
                    <a:pt x="96" y="10"/>
                    <a:pt x="91" y="12"/>
                    <a:pt x="89" y="12"/>
                  </a:cubicBezTo>
                  <a:cubicBezTo>
                    <a:pt x="87" y="12"/>
                    <a:pt x="86" y="16"/>
                    <a:pt x="86" y="18"/>
                  </a:cubicBezTo>
                  <a:cubicBezTo>
                    <a:pt x="86" y="20"/>
                    <a:pt x="82" y="23"/>
                    <a:pt x="79" y="23"/>
                  </a:cubicBezTo>
                  <a:cubicBezTo>
                    <a:pt x="75" y="23"/>
                    <a:pt x="76" y="26"/>
                    <a:pt x="75" y="29"/>
                  </a:cubicBezTo>
                  <a:cubicBezTo>
                    <a:pt x="74" y="33"/>
                    <a:pt x="73" y="33"/>
                    <a:pt x="67" y="33"/>
                  </a:cubicBezTo>
                  <a:cubicBezTo>
                    <a:pt x="62" y="33"/>
                    <a:pt x="62" y="33"/>
                    <a:pt x="57" y="30"/>
                  </a:cubicBezTo>
                  <a:cubicBezTo>
                    <a:pt x="53" y="27"/>
                    <a:pt x="52" y="32"/>
                    <a:pt x="52" y="34"/>
                  </a:cubicBezTo>
                  <a:cubicBezTo>
                    <a:pt x="51" y="37"/>
                    <a:pt x="46" y="41"/>
                    <a:pt x="44" y="43"/>
                  </a:cubicBezTo>
                  <a:cubicBezTo>
                    <a:pt x="42" y="45"/>
                    <a:pt x="38" y="44"/>
                    <a:pt x="36" y="44"/>
                  </a:cubicBezTo>
                  <a:cubicBezTo>
                    <a:pt x="33" y="44"/>
                    <a:pt x="34" y="41"/>
                    <a:pt x="34" y="40"/>
                  </a:cubicBezTo>
                  <a:cubicBezTo>
                    <a:pt x="34" y="38"/>
                    <a:pt x="35" y="39"/>
                    <a:pt x="36" y="38"/>
                  </a:cubicBezTo>
                  <a:cubicBezTo>
                    <a:pt x="36" y="36"/>
                    <a:pt x="34" y="31"/>
                    <a:pt x="33" y="28"/>
                  </a:cubicBezTo>
                  <a:cubicBezTo>
                    <a:pt x="33" y="27"/>
                    <a:pt x="31" y="27"/>
                    <a:pt x="29" y="26"/>
                  </a:cubicBezTo>
                  <a:cubicBezTo>
                    <a:pt x="29" y="40"/>
                    <a:pt x="29" y="55"/>
                    <a:pt x="29" y="57"/>
                  </a:cubicBezTo>
                  <a:cubicBezTo>
                    <a:pt x="29" y="59"/>
                    <a:pt x="25" y="61"/>
                    <a:pt x="24" y="62"/>
                  </a:cubicBezTo>
                  <a:cubicBezTo>
                    <a:pt x="23" y="64"/>
                    <a:pt x="16" y="62"/>
                    <a:pt x="13" y="62"/>
                  </a:cubicBezTo>
                  <a:cubicBezTo>
                    <a:pt x="9" y="62"/>
                    <a:pt x="10" y="59"/>
                    <a:pt x="8" y="56"/>
                  </a:cubicBezTo>
                  <a:cubicBezTo>
                    <a:pt x="7" y="54"/>
                    <a:pt x="4" y="57"/>
                    <a:pt x="4" y="59"/>
                  </a:cubicBezTo>
                  <a:cubicBezTo>
                    <a:pt x="4" y="60"/>
                    <a:pt x="2" y="60"/>
                    <a:pt x="0" y="60"/>
                  </a:cubicBezTo>
                  <a:cubicBezTo>
                    <a:pt x="3" y="64"/>
                    <a:pt x="5" y="69"/>
                    <a:pt x="6" y="73"/>
                  </a:cubicBezTo>
                  <a:cubicBezTo>
                    <a:pt x="8" y="80"/>
                    <a:pt x="13" y="86"/>
                    <a:pt x="14" y="90"/>
                  </a:cubicBezTo>
                  <a:cubicBezTo>
                    <a:pt x="16" y="94"/>
                    <a:pt x="17" y="97"/>
                    <a:pt x="14" y="98"/>
                  </a:cubicBezTo>
                  <a:cubicBezTo>
                    <a:pt x="12" y="98"/>
                    <a:pt x="12" y="100"/>
                    <a:pt x="15" y="105"/>
                  </a:cubicBezTo>
                  <a:cubicBezTo>
                    <a:pt x="17" y="109"/>
                    <a:pt x="15" y="111"/>
                    <a:pt x="17" y="112"/>
                  </a:cubicBezTo>
                  <a:cubicBezTo>
                    <a:pt x="20" y="112"/>
                    <a:pt x="19" y="114"/>
                    <a:pt x="21" y="114"/>
                  </a:cubicBezTo>
                  <a:cubicBezTo>
                    <a:pt x="23" y="114"/>
                    <a:pt x="24" y="116"/>
                    <a:pt x="25" y="117"/>
                  </a:cubicBezTo>
                  <a:cubicBezTo>
                    <a:pt x="27" y="119"/>
                    <a:pt x="29" y="119"/>
                    <a:pt x="31" y="117"/>
                  </a:cubicBezTo>
                  <a:cubicBezTo>
                    <a:pt x="32" y="115"/>
                    <a:pt x="36" y="114"/>
                    <a:pt x="41" y="114"/>
                  </a:cubicBezTo>
                  <a:cubicBezTo>
                    <a:pt x="45" y="114"/>
                    <a:pt x="44" y="113"/>
                    <a:pt x="48" y="111"/>
                  </a:cubicBezTo>
                  <a:cubicBezTo>
                    <a:pt x="53" y="110"/>
                    <a:pt x="58" y="110"/>
                    <a:pt x="61" y="111"/>
                  </a:cubicBezTo>
                  <a:cubicBezTo>
                    <a:pt x="65" y="113"/>
                    <a:pt x="68" y="111"/>
                    <a:pt x="70" y="110"/>
                  </a:cubicBezTo>
                  <a:cubicBezTo>
                    <a:pt x="71" y="109"/>
                    <a:pt x="75" y="112"/>
                    <a:pt x="75" y="109"/>
                  </a:cubicBezTo>
                  <a:cubicBezTo>
                    <a:pt x="75" y="106"/>
                    <a:pt x="79" y="107"/>
                    <a:pt x="82" y="107"/>
                  </a:cubicBezTo>
                  <a:cubicBezTo>
                    <a:pt x="85" y="107"/>
                    <a:pt x="93" y="102"/>
                    <a:pt x="99" y="96"/>
                  </a:cubicBezTo>
                  <a:cubicBezTo>
                    <a:pt x="105" y="90"/>
                    <a:pt x="116" y="77"/>
                    <a:pt x="119" y="71"/>
                  </a:cubicBezTo>
                  <a:cubicBezTo>
                    <a:pt x="123" y="65"/>
                    <a:pt x="128" y="60"/>
                    <a:pt x="131" y="58"/>
                  </a:cubicBezTo>
                  <a:cubicBezTo>
                    <a:pt x="133" y="56"/>
                    <a:pt x="135" y="49"/>
                    <a:pt x="135" y="44"/>
                  </a:cubicBezTo>
                  <a:cubicBezTo>
                    <a:pt x="132" y="44"/>
                    <a:pt x="129" y="44"/>
                    <a:pt x="129" y="44"/>
                  </a:cubicBezTo>
                  <a:close/>
                  <a:moveTo>
                    <a:pt x="103" y="72"/>
                  </a:moveTo>
                  <a:cubicBezTo>
                    <a:pt x="103" y="74"/>
                    <a:pt x="99" y="72"/>
                    <a:pt x="98" y="74"/>
                  </a:cubicBezTo>
                  <a:cubicBezTo>
                    <a:pt x="97" y="76"/>
                    <a:pt x="96" y="78"/>
                    <a:pt x="96" y="78"/>
                  </a:cubicBezTo>
                  <a:cubicBezTo>
                    <a:pt x="92" y="78"/>
                    <a:pt x="92" y="78"/>
                    <a:pt x="92" y="78"/>
                  </a:cubicBezTo>
                  <a:cubicBezTo>
                    <a:pt x="87" y="71"/>
                    <a:pt x="87" y="71"/>
                    <a:pt x="87" y="71"/>
                  </a:cubicBezTo>
                  <a:cubicBezTo>
                    <a:pt x="87" y="71"/>
                    <a:pt x="91" y="65"/>
                    <a:pt x="92" y="63"/>
                  </a:cubicBezTo>
                  <a:cubicBezTo>
                    <a:pt x="93" y="61"/>
                    <a:pt x="100" y="58"/>
                    <a:pt x="101" y="60"/>
                  </a:cubicBezTo>
                  <a:cubicBezTo>
                    <a:pt x="102" y="62"/>
                    <a:pt x="106" y="64"/>
                    <a:pt x="106" y="66"/>
                  </a:cubicBezTo>
                  <a:cubicBezTo>
                    <a:pt x="106" y="68"/>
                    <a:pt x="103" y="70"/>
                    <a:pt x="103" y="7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1" name="Freeform 11">
              <a:extLst>
                <a:ext uri="{FF2B5EF4-FFF2-40B4-BE49-F238E27FC236}">
                  <a16:creationId xmlns:a16="http://schemas.microsoft.com/office/drawing/2014/main" id="{D437415D-675E-1538-E72D-3083186CCD18}"/>
                </a:ext>
              </a:extLst>
            </p:cNvPr>
            <p:cNvSpPr>
              <a:spLocks/>
            </p:cNvSpPr>
            <p:nvPr/>
          </p:nvSpPr>
          <p:spPr bwMode="auto">
            <a:xfrm>
              <a:off x="7687913" y="4367320"/>
              <a:ext cx="266932" cy="289269"/>
            </a:xfrm>
            <a:custGeom>
              <a:avLst/>
              <a:gdLst>
                <a:gd name="T0" fmla="*/ 6 w 99"/>
                <a:gd name="T1" fmla="*/ 96 h 104"/>
                <a:gd name="T2" fmla="*/ 10 w 99"/>
                <a:gd name="T3" fmla="*/ 97 h 104"/>
                <a:gd name="T4" fmla="*/ 18 w 99"/>
                <a:gd name="T5" fmla="*/ 98 h 104"/>
                <a:gd name="T6" fmla="*/ 25 w 99"/>
                <a:gd name="T7" fmla="*/ 100 h 104"/>
                <a:gd name="T8" fmla="*/ 54 w 99"/>
                <a:gd name="T9" fmla="*/ 100 h 104"/>
                <a:gd name="T10" fmla="*/ 57 w 99"/>
                <a:gd name="T11" fmla="*/ 103 h 104"/>
                <a:gd name="T12" fmla="*/ 76 w 99"/>
                <a:gd name="T13" fmla="*/ 103 h 104"/>
                <a:gd name="T14" fmla="*/ 89 w 99"/>
                <a:gd name="T15" fmla="*/ 102 h 104"/>
                <a:gd name="T16" fmla="*/ 91 w 99"/>
                <a:gd name="T17" fmla="*/ 101 h 104"/>
                <a:gd name="T18" fmla="*/ 81 w 99"/>
                <a:gd name="T19" fmla="*/ 88 h 104"/>
                <a:gd name="T20" fmla="*/ 82 w 99"/>
                <a:gd name="T21" fmla="*/ 60 h 104"/>
                <a:gd name="T22" fmla="*/ 95 w 99"/>
                <a:gd name="T23" fmla="*/ 61 h 104"/>
                <a:gd name="T24" fmla="*/ 97 w 99"/>
                <a:gd name="T25" fmla="*/ 59 h 104"/>
                <a:gd name="T26" fmla="*/ 99 w 99"/>
                <a:gd name="T27" fmla="*/ 42 h 104"/>
                <a:gd name="T28" fmla="*/ 96 w 99"/>
                <a:gd name="T29" fmla="*/ 42 h 104"/>
                <a:gd name="T30" fmla="*/ 89 w 99"/>
                <a:gd name="T31" fmla="*/ 43 h 104"/>
                <a:gd name="T32" fmla="*/ 84 w 99"/>
                <a:gd name="T33" fmla="*/ 45 h 104"/>
                <a:gd name="T34" fmla="*/ 84 w 99"/>
                <a:gd name="T35" fmla="*/ 38 h 104"/>
                <a:gd name="T36" fmla="*/ 80 w 99"/>
                <a:gd name="T37" fmla="*/ 31 h 104"/>
                <a:gd name="T38" fmla="*/ 81 w 99"/>
                <a:gd name="T39" fmla="*/ 19 h 104"/>
                <a:gd name="T40" fmla="*/ 80 w 99"/>
                <a:gd name="T41" fmla="*/ 13 h 104"/>
                <a:gd name="T42" fmla="*/ 74 w 99"/>
                <a:gd name="T43" fmla="*/ 12 h 104"/>
                <a:gd name="T44" fmla="*/ 70 w 99"/>
                <a:gd name="T45" fmla="*/ 10 h 104"/>
                <a:gd name="T46" fmla="*/ 64 w 99"/>
                <a:gd name="T47" fmla="*/ 10 h 104"/>
                <a:gd name="T48" fmla="*/ 60 w 99"/>
                <a:gd name="T49" fmla="*/ 17 h 104"/>
                <a:gd name="T50" fmla="*/ 50 w 99"/>
                <a:gd name="T51" fmla="*/ 19 h 104"/>
                <a:gd name="T52" fmla="*/ 43 w 99"/>
                <a:gd name="T53" fmla="*/ 13 h 104"/>
                <a:gd name="T54" fmla="*/ 40 w 99"/>
                <a:gd name="T55" fmla="*/ 7 h 104"/>
                <a:gd name="T56" fmla="*/ 39 w 99"/>
                <a:gd name="T57" fmla="*/ 0 h 104"/>
                <a:gd name="T58" fmla="*/ 11 w 99"/>
                <a:gd name="T59" fmla="*/ 0 h 104"/>
                <a:gd name="T60" fmla="*/ 7 w 99"/>
                <a:gd name="T61" fmla="*/ 3 h 104"/>
                <a:gd name="T62" fmla="*/ 14 w 99"/>
                <a:gd name="T63" fmla="*/ 20 h 104"/>
                <a:gd name="T64" fmla="*/ 13 w 99"/>
                <a:gd name="T65" fmla="*/ 29 h 104"/>
                <a:gd name="T66" fmla="*/ 18 w 99"/>
                <a:gd name="T67" fmla="*/ 47 h 104"/>
                <a:gd name="T68" fmla="*/ 12 w 99"/>
                <a:gd name="T69" fmla="*/ 59 h 104"/>
                <a:gd name="T70" fmla="*/ 6 w 99"/>
                <a:gd name="T71" fmla="*/ 75 h 104"/>
                <a:gd name="T72" fmla="*/ 1 w 99"/>
                <a:gd name="T73" fmla="*/ 87 h 104"/>
                <a:gd name="T74" fmla="*/ 0 w 99"/>
                <a:gd name="T75" fmla="*/ 98 h 104"/>
                <a:gd name="T76" fmla="*/ 0 w 99"/>
                <a:gd name="T77" fmla="*/ 98 h 104"/>
                <a:gd name="T78" fmla="*/ 3 w 99"/>
                <a:gd name="T79" fmla="*/ 98 h 104"/>
                <a:gd name="T80" fmla="*/ 6 w 99"/>
                <a:gd name="T81" fmla="*/ 9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 h="104">
                  <a:moveTo>
                    <a:pt x="6" y="96"/>
                  </a:moveTo>
                  <a:cubicBezTo>
                    <a:pt x="8" y="96"/>
                    <a:pt x="7" y="99"/>
                    <a:pt x="10" y="97"/>
                  </a:cubicBezTo>
                  <a:cubicBezTo>
                    <a:pt x="13" y="96"/>
                    <a:pt x="15" y="96"/>
                    <a:pt x="18" y="98"/>
                  </a:cubicBezTo>
                  <a:cubicBezTo>
                    <a:pt x="20" y="99"/>
                    <a:pt x="22" y="100"/>
                    <a:pt x="25" y="100"/>
                  </a:cubicBezTo>
                  <a:cubicBezTo>
                    <a:pt x="28" y="100"/>
                    <a:pt x="54" y="100"/>
                    <a:pt x="54" y="100"/>
                  </a:cubicBezTo>
                  <a:cubicBezTo>
                    <a:pt x="57" y="103"/>
                    <a:pt x="57" y="103"/>
                    <a:pt x="57" y="103"/>
                  </a:cubicBezTo>
                  <a:cubicBezTo>
                    <a:pt x="57" y="103"/>
                    <a:pt x="73" y="102"/>
                    <a:pt x="76" y="103"/>
                  </a:cubicBezTo>
                  <a:cubicBezTo>
                    <a:pt x="78" y="104"/>
                    <a:pt x="86" y="103"/>
                    <a:pt x="89" y="102"/>
                  </a:cubicBezTo>
                  <a:cubicBezTo>
                    <a:pt x="89" y="102"/>
                    <a:pt x="90" y="102"/>
                    <a:pt x="91" y="101"/>
                  </a:cubicBezTo>
                  <a:cubicBezTo>
                    <a:pt x="81" y="88"/>
                    <a:pt x="81" y="88"/>
                    <a:pt x="81" y="88"/>
                  </a:cubicBezTo>
                  <a:cubicBezTo>
                    <a:pt x="82" y="60"/>
                    <a:pt x="82" y="60"/>
                    <a:pt x="82" y="60"/>
                  </a:cubicBezTo>
                  <a:cubicBezTo>
                    <a:pt x="95" y="61"/>
                    <a:pt x="95" y="61"/>
                    <a:pt x="95" y="61"/>
                  </a:cubicBezTo>
                  <a:cubicBezTo>
                    <a:pt x="97" y="59"/>
                    <a:pt x="97" y="59"/>
                    <a:pt x="97" y="59"/>
                  </a:cubicBezTo>
                  <a:cubicBezTo>
                    <a:pt x="99" y="42"/>
                    <a:pt x="99" y="42"/>
                    <a:pt x="99" y="42"/>
                  </a:cubicBezTo>
                  <a:cubicBezTo>
                    <a:pt x="98" y="42"/>
                    <a:pt x="97" y="41"/>
                    <a:pt x="96" y="42"/>
                  </a:cubicBezTo>
                  <a:cubicBezTo>
                    <a:pt x="94" y="43"/>
                    <a:pt x="92" y="43"/>
                    <a:pt x="89" y="43"/>
                  </a:cubicBezTo>
                  <a:cubicBezTo>
                    <a:pt x="86" y="43"/>
                    <a:pt x="86" y="45"/>
                    <a:pt x="84" y="45"/>
                  </a:cubicBezTo>
                  <a:cubicBezTo>
                    <a:pt x="83" y="44"/>
                    <a:pt x="84" y="40"/>
                    <a:pt x="84" y="38"/>
                  </a:cubicBezTo>
                  <a:cubicBezTo>
                    <a:pt x="85" y="36"/>
                    <a:pt x="82" y="33"/>
                    <a:pt x="80" y="31"/>
                  </a:cubicBezTo>
                  <a:cubicBezTo>
                    <a:pt x="79" y="30"/>
                    <a:pt x="83" y="20"/>
                    <a:pt x="81" y="19"/>
                  </a:cubicBezTo>
                  <a:cubicBezTo>
                    <a:pt x="80" y="18"/>
                    <a:pt x="80" y="15"/>
                    <a:pt x="80" y="13"/>
                  </a:cubicBezTo>
                  <a:cubicBezTo>
                    <a:pt x="80" y="10"/>
                    <a:pt x="78" y="12"/>
                    <a:pt x="74" y="12"/>
                  </a:cubicBezTo>
                  <a:cubicBezTo>
                    <a:pt x="71" y="12"/>
                    <a:pt x="70" y="10"/>
                    <a:pt x="70" y="10"/>
                  </a:cubicBezTo>
                  <a:cubicBezTo>
                    <a:pt x="70" y="10"/>
                    <a:pt x="66" y="9"/>
                    <a:pt x="64" y="10"/>
                  </a:cubicBezTo>
                  <a:cubicBezTo>
                    <a:pt x="61" y="11"/>
                    <a:pt x="62" y="17"/>
                    <a:pt x="60" y="17"/>
                  </a:cubicBezTo>
                  <a:cubicBezTo>
                    <a:pt x="59" y="17"/>
                    <a:pt x="54" y="17"/>
                    <a:pt x="50" y="19"/>
                  </a:cubicBezTo>
                  <a:cubicBezTo>
                    <a:pt x="47" y="20"/>
                    <a:pt x="45" y="18"/>
                    <a:pt x="43" y="13"/>
                  </a:cubicBezTo>
                  <a:cubicBezTo>
                    <a:pt x="42" y="9"/>
                    <a:pt x="39" y="10"/>
                    <a:pt x="40" y="7"/>
                  </a:cubicBezTo>
                  <a:cubicBezTo>
                    <a:pt x="41" y="4"/>
                    <a:pt x="39" y="0"/>
                    <a:pt x="39" y="0"/>
                  </a:cubicBezTo>
                  <a:cubicBezTo>
                    <a:pt x="39" y="0"/>
                    <a:pt x="14" y="0"/>
                    <a:pt x="11" y="0"/>
                  </a:cubicBezTo>
                  <a:cubicBezTo>
                    <a:pt x="10" y="0"/>
                    <a:pt x="8" y="1"/>
                    <a:pt x="7" y="3"/>
                  </a:cubicBezTo>
                  <a:cubicBezTo>
                    <a:pt x="8" y="8"/>
                    <a:pt x="13" y="18"/>
                    <a:pt x="14" y="20"/>
                  </a:cubicBezTo>
                  <a:cubicBezTo>
                    <a:pt x="15" y="22"/>
                    <a:pt x="13" y="25"/>
                    <a:pt x="13" y="29"/>
                  </a:cubicBezTo>
                  <a:cubicBezTo>
                    <a:pt x="13" y="33"/>
                    <a:pt x="17" y="41"/>
                    <a:pt x="18" y="47"/>
                  </a:cubicBezTo>
                  <a:cubicBezTo>
                    <a:pt x="18" y="52"/>
                    <a:pt x="15" y="55"/>
                    <a:pt x="12" y="59"/>
                  </a:cubicBezTo>
                  <a:cubicBezTo>
                    <a:pt x="9" y="62"/>
                    <a:pt x="6" y="70"/>
                    <a:pt x="6" y="75"/>
                  </a:cubicBezTo>
                  <a:cubicBezTo>
                    <a:pt x="6" y="80"/>
                    <a:pt x="1" y="85"/>
                    <a:pt x="1" y="87"/>
                  </a:cubicBezTo>
                  <a:cubicBezTo>
                    <a:pt x="1" y="89"/>
                    <a:pt x="1" y="96"/>
                    <a:pt x="0" y="98"/>
                  </a:cubicBezTo>
                  <a:cubicBezTo>
                    <a:pt x="0" y="98"/>
                    <a:pt x="0" y="98"/>
                    <a:pt x="0" y="98"/>
                  </a:cubicBezTo>
                  <a:cubicBezTo>
                    <a:pt x="3" y="98"/>
                    <a:pt x="3" y="98"/>
                    <a:pt x="3" y="98"/>
                  </a:cubicBezTo>
                  <a:cubicBezTo>
                    <a:pt x="3" y="98"/>
                    <a:pt x="4" y="96"/>
                    <a:pt x="6" y="96"/>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2" name="Freeform 12">
              <a:extLst>
                <a:ext uri="{FF2B5EF4-FFF2-40B4-BE49-F238E27FC236}">
                  <a16:creationId xmlns:a16="http://schemas.microsoft.com/office/drawing/2014/main" id="{E925A532-2B89-ABCC-1F7D-47AD45586916}"/>
                </a:ext>
              </a:extLst>
            </p:cNvPr>
            <p:cNvSpPr>
              <a:spLocks/>
            </p:cNvSpPr>
            <p:nvPr/>
          </p:nvSpPr>
          <p:spPr bwMode="auto">
            <a:xfrm>
              <a:off x="7906935" y="4420235"/>
              <a:ext cx="261229" cy="239882"/>
            </a:xfrm>
            <a:custGeom>
              <a:avLst/>
              <a:gdLst>
                <a:gd name="T0" fmla="*/ 75 w 97"/>
                <a:gd name="T1" fmla="*/ 4 h 86"/>
                <a:gd name="T2" fmla="*/ 69 w 97"/>
                <a:gd name="T3" fmla="*/ 0 h 86"/>
                <a:gd name="T4" fmla="*/ 59 w 97"/>
                <a:gd name="T5" fmla="*/ 2 h 86"/>
                <a:gd name="T6" fmla="*/ 57 w 97"/>
                <a:gd name="T7" fmla="*/ 7 h 86"/>
                <a:gd name="T8" fmla="*/ 55 w 97"/>
                <a:gd name="T9" fmla="*/ 12 h 86"/>
                <a:gd name="T10" fmla="*/ 55 w 97"/>
                <a:gd name="T11" fmla="*/ 21 h 86"/>
                <a:gd name="T12" fmla="*/ 53 w 97"/>
                <a:gd name="T13" fmla="*/ 29 h 86"/>
                <a:gd name="T14" fmla="*/ 59 w 97"/>
                <a:gd name="T15" fmla="*/ 36 h 86"/>
                <a:gd name="T16" fmla="*/ 64 w 97"/>
                <a:gd name="T17" fmla="*/ 34 h 86"/>
                <a:gd name="T18" fmla="*/ 65 w 97"/>
                <a:gd name="T19" fmla="*/ 40 h 86"/>
                <a:gd name="T20" fmla="*/ 64 w 97"/>
                <a:gd name="T21" fmla="*/ 44 h 86"/>
                <a:gd name="T22" fmla="*/ 58 w 97"/>
                <a:gd name="T23" fmla="*/ 44 h 86"/>
                <a:gd name="T24" fmla="*/ 55 w 97"/>
                <a:gd name="T25" fmla="*/ 37 h 86"/>
                <a:gd name="T26" fmla="*/ 48 w 97"/>
                <a:gd name="T27" fmla="*/ 35 h 86"/>
                <a:gd name="T28" fmla="*/ 44 w 97"/>
                <a:gd name="T29" fmla="*/ 30 h 86"/>
                <a:gd name="T30" fmla="*/ 41 w 97"/>
                <a:gd name="T31" fmla="*/ 32 h 86"/>
                <a:gd name="T32" fmla="*/ 37 w 97"/>
                <a:gd name="T33" fmla="*/ 33 h 86"/>
                <a:gd name="T34" fmla="*/ 30 w 97"/>
                <a:gd name="T35" fmla="*/ 31 h 86"/>
                <a:gd name="T36" fmla="*/ 27 w 97"/>
                <a:gd name="T37" fmla="*/ 26 h 86"/>
                <a:gd name="T38" fmla="*/ 22 w 97"/>
                <a:gd name="T39" fmla="*/ 27 h 86"/>
                <a:gd name="T40" fmla="*/ 20 w 97"/>
                <a:gd name="T41" fmla="*/ 25 h 86"/>
                <a:gd name="T42" fmla="*/ 18 w 97"/>
                <a:gd name="T43" fmla="*/ 23 h 86"/>
                <a:gd name="T44" fmla="*/ 16 w 97"/>
                <a:gd name="T45" fmla="*/ 40 h 86"/>
                <a:gd name="T46" fmla="*/ 14 w 97"/>
                <a:gd name="T47" fmla="*/ 42 h 86"/>
                <a:gd name="T48" fmla="*/ 1 w 97"/>
                <a:gd name="T49" fmla="*/ 41 h 86"/>
                <a:gd name="T50" fmla="*/ 0 w 97"/>
                <a:gd name="T51" fmla="*/ 69 h 86"/>
                <a:gd name="T52" fmla="*/ 10 w 97"/>
                <a:gd name="T53" fmla="*/ 82 h 86"/>
                <a:gd name="T54" fmla="*/ 25 w 97"/>
                <a:gd name="T55" fmla="*/ 82 h 86"/>
                <a:gd name="T56" fmla="*/ 26 w 97"/>
                <a:gd name="T57" fmla="*/ 84 h 86"/>
                <a:gd name="T58" fmla="*/ 30 w 97"/>
                <a:gd name="T59" fmla="*/ 83 h 86"/>
                <a:gd name="T60" fmla="*/ 41 w 97"/>
                <a:gd name="T61" fmla="*/ 85 h 86"/>
                <a:gd name="T62" fmla="*/ 50 w 97"/>
                <a:gd name="T63" fmla="*/ 75 h 86"/>
                <a:gd name="T64" fmla="*/ 58 w 97"/>
                <a:gd name="T65" fmla="*/ 69 h 86"/>
                <a:gd name="T66" fmla="*/ 62 w 97"/>
                <a:gd name="T67" fmla="*/ 65 h 86"/>
                <a:gd name="T68" fmla="*/ 69 w 97"/>
                <a:gd name="T69" fmla="*/ 65 h 86"/>
                <a:gd name="T70" fmla="*/ 70 w 97"/>
                <a:gd name="T71" fmla="*/ 65 h 86"/>
                <a:gd name="T72" fmla="*/ 68 w 97"/>
                <a:gd name="T73" fmla="*/ 59 h 86"/>
                <a:gd name="T74" fmla="*/ 92 w 97"/>
                <a:gd name="T75" fmla="*/ 50 h 86"/>
                <a:gd name="T76" fmla="*/ 90 w 97"/>
                <a:gd name="T77" fmla="*/ 46 h 86"/>
                <a:gd name="T78" fmla="*/ 91 w 97"/>
                <a:gd name="T79" fmla="*/ 38 h 86"/>
                <a:gd name="T80" fmla="*/ 95 w 97"/>
                <a:gd name="T81" fmla="*/ 36 h 86"/>
                <a:gd name="T82" fmla="*/ 94 w 97"/>
                <a:gd name="T83" fmla="*/ 22 h 86"/>
                <a:gd name="T84" fmla="*/ 97 w 97"/>
                <a:gd name="T85" fmla="*/ 21 h 86"/>
                <a:gd name="T86" fmla="*/ 93 w 97"/>
                <a:gd name="T87" fmla="*/ 12 h 86"/>
                <a:gd name="T88" fmla="*/ 83 w 97"/>
                <a:gd name="T89" fmla="*/ 7 h 86"/>
                <a:gd name="T90" fmla="*/ 75 w 97"/>
                <a:gd name="T91" fmla="*/ 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86">
                  <a:moveTo>
                    <a:pt x="75" y="4"/>
                  </a:moveTo>
                  <a:cubicBezTo>
                    <a:pt x="74" y="4"/>
                    <a:pt x="71" y="2"/>
                    <a:pt x="69" y="0"/>
                  </a:cubicBezTo>
                  <a:cubicBezTo>
                    <a:pt x="67" y="2"/>
                    <a:pt x="62" y="2"/>
                    <a:pt x="59" y="2"/>
                  </a:cubicBezTo>
                  <a:cubicBezTo>
                    <a:pt x="56" y="2"/>
                    <a:pt x="58" y="6"/>
                    <a:pt x="57" y="7"/>
                  </a:cubicBezTo>
                  <a:cubicBezTo>
                    <a:pt x="55" y="9"/>
                    <a:pt x="54" y="11"/>
                    <a:pt x="55" y="12"/>
                  </a:cubicBezTo>
                  <a:cubicBezTo>
                    <a:pt x="57" y="13"/>
                    <a:pt x="55" y="19"/>
                    <a:pt x="55" y="21"/>
                  </a:cubicBezTo>
                  <a:cubicBezTo>
                    <a:pt x="55" y="24"/>
                    <a:pt x="52" y="28"/>
                    <a:pt x="53" y="29"/>
                  </a:cubicBezTo>
                  <a:cubicBezTo>
                    <a:pt x="54" y="30"/>
                    <a:pt x="56" y="35"/>
                    <a:pt x="59" y="36"/>
                  </a:cubicBezTo>
                  <a:cubicBezTo>
                    <a:pt x="61" y="37"/>
                    <a:pt x="63" y="34"/>
                    <a:pt x="64" y="34"/>
                  </a:cubicBezTo>
                  <a:cubicBezTo>
                    <a:pt x="65" y="34"/>
                    <a:pt x="65" y="37"/>
                    <a:pt x="65" y="40"/>
                  </a:cubicBezTo>
                  <a:cubicBezTo>
                    <a:pt x="65" y="43"/>
                    <a:pt x="64" y="44"/>
                    <a:pt x="64" y="44"/>
                  </a:cubicBezTo>
                  <a:cubicBezTo>
                    <a:pt x="64" y="44"/>
                    <a:pt x="60" y="45"/>
                    <a:pt x="58" y="44"/>
                  </a:cubicBezTo>
                  <a:cubicBezTo>
                    <a:pt x="56" y="42"/>
                    <a:pt x="55" y="38"/>
                    <a:pt x="55" y="37"/>
                  </a:cubicBezTo>
                  <a:cubicBezTo>
                    <a:pt x="55" y="35"/>
                    <a:pt x="50" y="35"/>
                    <a:pt x="48" y="35"/>
                  </a:cubicBezTo>
                  <a:cubicBezTo>
                    <a:pt x="46" y="35"/>
                    <a:pt x="45" y="32"/>
                    <a:pt x="44" y="30"/>
                  </a:cubicBezTo>
                  <a:cubicBezTo>
                    <a:pt x="43" y="29"/>
                    <a:pt x="41" y="31"/>
                    <a:pt x="41" y="32"/>
                  </a:cubicBezTo>
                  <a:cubicBezTo>
                    <a:pt x="41" y="33"/>
                    <a:pt x="39" y="33"/>
                    <a:pt x="37" y="33"/>
                  </a:cubicBezTo>
                  <a:cubicBezTo>
                    <a:pt x="35" y="33"/>
                    <a:pt x="31" y="30"/>
                    <a:pt x="30" y="31"/>
                  </a:cubicBezTo>
                  <a:cubicBezTo>
                    <a:pt x="28" y="31"/>
                    <a:pt x="27" y="28"/>
                    <a:pt x="27" y="26"/>
                  </a:cubicBezTo>
                  <a:cubicBezTo>
                    <a:pt x="28" y="25"/>
                    <a:pt x="24" y="26"/>
                    <a:pt x="22" y="27"/>
                  </a:cubicBezTo>
                  <a:cubicBezTo>
                    <a:pt x="21" y="28"/>
                    <a:pt x="20" y="25"/>
                    <a:pt x="20" y="25"/>
                  </a:cubicBezTo>
                  <a:cubicBezTo>
                    <a:pt x="20" y="25"/>
                    <a:pt x="19" y="23"/>
                    <a:pt x="18" y="23"/>
                  </a:cubicBezTo>
                  <a:cubicBezTo>
                    <a:pt x="16" y="40"/>
                    <a:pt x="16" y="40"/>
                    <a:pt x="16" y="40"/>
                  </a:cubicBezTo>
                  <a:cubicBezTo>
                    <a:pt x="14" y="42"/>
                    <a:pt x="14" y="42"/>
                    <a:pt x="14" y="42"/>
                  </a:cubicBezTo>
                  <a:cubicBezTo>
                    <a:pt x="1" y="41"/>
                    <a:pt x="1" y="41"/>
                    <a:pt x="1" y="41"/>
                  </a:cubicBezTo>
                  <a:cubicBezTo>
                    <a:pt x="0" y="69"/>
                    <a:pt x="0" y="69"/>
                    <a:pt x="0" y="69"/>
                  </a:cubicBezTo>
                  <a:cubicBezTo>
                    <a:pt x="10" y="82"/>
                    <a:pt x="10" y="82"/>
                    <a:pt x="10" y="82"/>
                  </a:cubicBezTo>
                  <a:cubicBezTo>
                    <a:pt x="15" y="81"/>
                    <a:pt x="25" y="80"/>
                    <a:pt x="25" y="82"/>
                  </a:cubicBezTo>
                  <a:cubicBezTo>
                    <a:pt x="25" y="82"/>
                    <a:pt x="26" y="83"/>
                    <a:pt x="26" y="84"/>
                  </a:cubicBezTo>
                  <a:cubicBezTo>
                    <a:pt x="28" y="83"/>
                    <a:pt x="29" y="83"/>
                    <a:pt x="30" y="83"/>
                  </a:cubicBezTo>
                  <a:cubicBezTo>
                    <a:pt x="32" y="83"/>
                    <a:pt x="39" y="86"/>
                    <a:pt x="41" y="85"/>
                  </a:cubicBezTo>
                  <a:cubicBezTo>
                    <a:pt x="43" y="84"/>
                    <a:pt x="47" y="76"/>
                    <a:pt x="50" y="75"/>
                  </a:cubicBezTo>
                  <a:cubicBezTo>
                    <a:pt x="53" y="74"/>
                    <a:pt x="58" y="71"/>
                    <a:pt x="58" y="69"/>
                  </a:cubicBezTo>
                  <a:cubicBezTo>
                    <a:pt x="58" y="68"/>
                    <a:pt x="58" y="66"/>
                    <a:pt x="62" y="65"/>
                  </a:cubicBezTo>
                  <a:cubicBezTo>
                    <a:pt x="69" y="65"/>
                    <a:pt x="69" y="65"/>
                    <a:pt x="69" y="65"/>
                  </a:cubicBezTo>
                  <a:cubicBezTo>
                    <a:pt x="70" y="65"/>
                    <a:pt x="70" y="65"/>
                    <a:pt x="70" y="65"/>
                  </a:cubicBezTo>
                  <a:cubicBezTo>
                    <a:pt x="68" y="59"/>
                    <a:pt x="68" y="59"/>
                    <a:pt x="68" y="59"/>
                  </a:cubicBezTo>
                  <a:cubicBezTo>
                    <a:pt x="68" y="59"/>
                    <a:pt x="90" y="50"/>
                    <a:pt x="92" y="50"/>
                  </a:cubicBezTo>
                  <a:cubicBezTo>
                    <a:pt x="91" y="48"/>
                    <a:pt x="90" y="47"/>
                    <a:pt x="90" y="46"/>
                  </a:cubicBezTo>
                  <a:cubicBezTo>
                    <a:pt x="91" y="46"/>
                    <a:pt x="91" y="40"/>
                    <a:pt x="91" y="38"/>
                  </a:cubicBezTo>
                  <a:cubicBezTo>
                    <a:pt x="91" y="37"/>
                    <a:pt x="97" y="38"/>
                    <a:pt x="95" y="36"/>
                  </a:cubicBezTo>
                  <a:cubicBezTo>
                    <a:pt x="93" y="34"/>
                    <a:pt x="93" y="24"/>
                    <a:pt x="94" y="22"/>
                  </a:cubicBezTo>
                  <a:cubicBezTo>
                    <a:pt x="95" y="20"/>
                    <a:pt x="97" y="22"/>
                    <a:pt x="97" y="21"/>
                  </a:cubicBezTo>
                  <a:cubicBezTo>
                    <a:pt x="97" y="19"/>
                    <a:pt x="95" y="13"/>
                    <a:pt x="93" y="12"/>
                  </a:cubicBezTo>
                  <a:cubicBezTo>
                    <a:pt x="93" y="10"/>
                    <a:pt x="85" y="7"/>
                    <a:pt x="83" y="7"/>
                  </a:cubicBezTo>
                  <a:cubicBezTo>
                    <a:pt x="81" y="6"/>
                    <a:pt x="77" y="4"/>
                    <a:pt x="75" y="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3" name="Freeform 13">
              <a:extLst>
                <a:ext uri="{FF2B5EF4-FFF2-40B4-BE49-F238E27FC236}">
                  <a16:creationId xmlns:a16="http://schemas.microsoft.com/office/drawing/2014/main" id="{BDCEE251-BD0B-9559-30DA-18FBE1E2A416}"/>
                </a:ext>
              </a:extLst>
            </p:cNvPr>
            <p:cNvSpPr>
              <a:spLocks/>
            </p:cNvSpPr>
            <p:nvPr/>
          </p:nvSpPr>
          <p:spPr bwMode="auto">
            <a:xfrm>
              <a:off x="8063215" y="4253258"/>
              <a:ext cx="45629" cy="38805"/>
            </a:xfrm>
            <a:custGeom>
              <a:avLst/>
              <a:gdLst>
                <a:gd name="T0" fmla="*/ 13 w 17"/>
                <a:gd name="T1" fmla="*/ 0 h 14"/>
                <a:gd name="T2" fmla="*/ 9 w 17"/>
                <a:gd name="T3" fmla="*/ 1 h 14"/>
                <a:gd name="T4" fmla="*/ 5 w 17"/>
                <a:gd name="T5" fmla="*/ 2 h 14"/>
                <a:gd name="T6" fmla="*/ 4 w 17"/>
                <a:gd name="T7" fmla="*/ 3 h 14"/>
                <a:gd name="T8" fmla="*/ 2 w 17"/>
                <a:gd name="T9" fmla="*/ 8 h 14"/>
                <a:gd name="T10" fmla="*/ 0 w 17"/>
                <a:gd name="T11" fmla="*/ 11 h 14"/>
                <a:gd name="T12" fmla="*/ 2 w 17"/>
                <a:gd name="T13" fmla="*/ 13 h 14"/>
                <a:gd name="T14" fmla="*/ 4 w 17"/>
                <a:gd name="T15" fmla="*/ 13 h 14"/>
                <a:gd name="T16" fmla="*/ 9 w 17"/>
                <a:gd name="T17" fmla="*/ 11 h 14"/>
                <a:gd name="T18" fmla="*/ 16 w 17"/>
                <a:gd name="T19" fmla="*/ 9 h 14"/>
                <a:gd name="T20" fmla="*/ 15 w 17"/>
                <a:gd name="T21" fmla="*/ 3 h 14"/>
                <a:gd name="T22" fmla="*/ 13 w 17"/>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4">
                  <a:moveTo>
                    <a:pt x="13" y="0"/>
                  </a:moveTo>
                  <a:cubicBezTo>
                    <a:pt x="12" y="0"/>
                    <a:pt x="10" y="1"/>
                    <a:pt x="9" y="1"/>
                  </a:cubicBezTo>
                  <a:cubicBezTo>
                    <a:pt x="8" y="2"/>
                    <a:pt x="7" y="2"/>
                    <a:pt x="5" y="2"/>
                  </a:cubicBezTo>
                  <a:cubicBezTo>
                    <a:pt x="4" y="2"/>
                    <a:pt x="4" y="3"/>
                    <a:pt x="4" y="3"/>
                  </a:cubicBezTo>
                  <a:cubicBezTo>
                    <a:pt x="1" y="4"/>
                    <a:pt x="2" y="8"/>
                    <a:pt x="2" y="8"/>
                  </a:cubicBezTo>
                  <a:cubicBezTo>
                    <a:pt x="2" y="8"/>
                    <a:pt x="0" y="8"/>
                    <a:pt x="0" y="11"/>
                  </a:cubicBezTo>
                  <a:cubicBezTo>
                    <a:pt x="0" y="12"/>
                    <a:pt x="1" y="13"/>
                    <a:pt x="2" y="13"/>
                  </a:cubicBezTo>
                  <a:cubicBezTo>
                    <a:pt x="3" y="13"/>
                    <a:pt x="4" y="13"/>
                    <a:pt x="4" y="13"/>
                  </a:cubicBezTo>
                  <a:cubicBezTo>
                    <a:pt x="9" y="14"/>
                    <a:pt x="9" y="11"/>
                    <a:pt x="9" y="11"/>
                  </a:cubicBezTo>
                  <a:cubicBezTo>
                    <a:pt x="9" y="11"/>
                    <a:pt x="16" y="11"/>
                    <a:pt x="16" y="9"/>
                  </a:cubicBezTo>
                  <a:cubicBezTo>
                    <a:pt x="17" y="7"/>
                    <a:pt x="15" y="3"/>
                    <a:pt x="15" y="3"/>
                  </a:cubicBezTo>
                  <a:lnTo>
                    <a:pt x="13" y="0"/>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4" name="Freeform 14">
              <a:extLst>
                <a:ext uri="{FF2B5EF4-FFF2-40B4-BE49-F238E27FC236}">
                  <a16:creationId xmlns:a16="http://schemas.microsoft.com/office/drawing/2014/main" id="{8CD36FFC-527F-DAD0-8FA3-EEE7F422D944}"/>
                </a:ext>
              </a:extLst>
            </p:cNvPr>
            <p:cNvSpPr>
              <a:spLocks/>
            </p:cNvSpPr>
            <p:nvPr/>
          </p:nvSpPr>
          <p:spPr bwMode="auto">
            <a:xfrm>
              <a:off x="8335850" y="3939295"/>
              <a:ext cx="237273" cy="324545"/>
            </a:xfrm>
            <a:custGeom>
              <a:avLst/>
              <a:gdLst>
                <a:gd name="T0" fmla="*/ 21 w 88"/>
                <a:gd name="T1" fmla="*/ 22 h 117"/>
                <a:gd name="T2" fmla="*/ 26 w 88"/>
                <a:gd name="T3" fmla="*/ 27 h 117"/>
                <a:gd name="T4" fmla="*/ 43 w 88"/>
                <a:gd name="T5" fmla="*/ 33 h 117"/>
                <a:gd name="T6" fmla="*/ 55 w 88"/>
                <a:gd name="T7" fmla="*/ 36 h 117"/>
                <a:gd name="T8" fmla="*/ 58 w 88"/>
                <a:gd name="T9" fmla="*/ 37 h 117"/>
                <a:gd name="T10" fmla="*/ 35 w 88"/>
                <a:gd name="T11" fmla="*/ 60 h 117"/>
                <a:gd name="T12" fmla="*/ 26 w 88"/>
                <a:gd name="T13" fmla="*/ 62 h 117"/>
                <a:gd name="T14" fmla="*/ 15 w 88"/>
                <a:gd name="T15" fmla="*/ 67 h 117"/>
                <a:gd name="T16" fmla="*/ 8 w 88"/>
                <a:gd name="T17" fmla="*/ 68 h 117"/>
                <a:gd name="T18" fmla="*/ 4 w 88"/>
                <a:gd name="T19" fmla="*/ 74 h 117"/>
                <a:gd name="T20" fmla="*/ 0 w 88"/>
                <a:gd name="T21" fmla="*/ 80 h 117"/>
                <a:gd name="T22" fmla="*/ 1 w 88"/>
                <a:gd name="T23" fmla="*/ 110 h 117"/>
                <a:gd name="T24" fmla="*/ 5 w 88"/>
                <a:gd name="T25" fmla="*/ 117 h 117"/>
                <a:gd name="T26" fmla="*/ 24 w 88"/>
                <a:gd name="T27" fmla="*/ 97 h 117"/>
                <a:gd name="T28" fmla="*/ 38 w 88"/>
                <a:gd name="T29" fmla="*/ 86 h 117"/>
                <a:gd name="T30" fmla="*/ 59 w 88"/>
                <a:gd name="T31" fmla="*/ 66 h 117"/>
                <a:gd name="T32" fmla="*/ 69 w 88"/>
                <a:gd name="T33" fmla="*/ 50 h 117"/>
                <a:gd name="T34" fmla="*/ 77 w 88"/>
                <a:gd name="T35" fmla="*/ 37 h 117"/>
                <a:gd name="T36" fmla="*/ 84 w 88"/>
                <a:gd name="T37" fmla="*/ 20 h 117"/>
                <a:gd name="T38" fmla="*/ 87 w 88"/>
                <a:gd name="T39" fmla="*/ 6 h 117"/>
                <a:gd name="T40" fmla="*/ 82 w 88"/>
                <a:gd name="T41" fmla="*/ 3 h 117"/>
                <a:gd name="T42" fmla="*/ 63 w 88"/>
                <a:gd name="T43" fmla="*/ 8 h 117"/>
                <a:gd name="T44" fmla="*/ 49 w 88"/>
                <a:gd name="T45" fmla="*/ 11 h 117"/>
                <a:gd name="T46" fmla="*/ 39 w 88"/>
                <a:gd name="T47" fmla="*/ 13 h 117"/>
                <a:gd name="T48" fmla="*/ 25 w 88"/>
                <a:gd name="T49" fmla="*/ 12 h 117"/>
                <a:gd name="T50" fmla="*/ 20 w 88"/>
                <a:gd name="T51" fmla="*/ 7 h 117"/>
                <a:gd name="T52" fmla="*/ 16 w 88"/>
                <a:gd name="T53" fmla="*/ 14 h 117"/>
                <a:gd name="T54" fmla="*/ 21 w 88"/>
                <a:gd name="T55" fmla="*/ 2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8" h="117">
                  <a:moveTo>
                    <a:pt x="21" y="22"/>
                  </a:moveTo>
                  <a:cubicBezTo>
                    <a:pt x="22" y="23"/>
                    <a:pt x="25" y="27"/>
                    <a:pt x="26" y="27"/>
                  </a:cubicBezTo>
                  <a:cubicBezTo>
                    <a:pt x="28" y="27"/>
                    <a:pt x="37" y="31"/>
                    <a:pt x="43" y="33"/>
                  </a:cubicBezTo>
                  <a:cubicBezTo>
                    <a:pt x="49" y="35"/>
                    <a:pt x="53" y="36"/>
                    <a:pt x="55" y="36"/>
                  </a:cubicBezTo>
                  <a:cubicBezTo>
                    <a:pt x="57" y="36"/>
                    <a:pt x="60" y="36"/>
                    <a:pt x="58" y="37"/>
                  </a:cubicBezTo>
                  <a:cubicBezTo>
                    <a:pt x="56" y="39"/>
                    <a:pt x="38" y="57"/>
                    <a:pt x="35" y="60"/>
                  </a:cubicBezTo>
                  <a:cubicBezTo>
                    <a:pt x="33" y="62"/>
                    <a:pt x="32" y="62"/>
                    <a:pt x="26" y="62"/>
                  </a:cubicBezTo>
                  <a:cubicBezTo>
                    <a:pt x="21" y="62"/>
                    <a:pt x="17" y="67"/>
                    <a:pt x="15" y="67"/>
                  </a:cubicBezTo>
                  <a:cubicBezTo>
                    <a:pt x="14" y="67"/>
                    <a:pt x="11" y="68"/>
                    <a:pt x="8" y="68"/>
                  </a:cubicBezTo>
                  <a:cubicBezTo>
                    <a:pt x="4" y="74"/>
                    <a:pt x="4" y="74"/>
                    <a:pt x="4" y="74"/>
                  </a:cubicBezTo>
                  <a:cubicBezTo>
                    <a:pt x="0" y="80"/>
                    <a:pt x="0" y="80"/>
                    <a:pt x="0" y="80"/>
                  </a:cubicBezTo>
                  <a:cubicBezTo>
                    <a:pt x="1" y="110"/>
                    <a:pt x="1" y="110"/>
                    <a:pt x="1" y="110"/>
                  </a:cubicBezTo>
                  <a:cubicBezTo>
                    <a:pt x="5" y="117"/>
                    <a:pt x="5" y="117"/>
                    <a:pt x="5" y="117"/>
                  </a:cubicBezTo>
                  <a:cubicBezTo>
                    <a:pt x="8" y="113"/>
                    <a:pt x="17" y="104"/>
                    <a:pt x="24" y="97"/>
                  </a:cubicBezTo>
                  <a:cubicBezTo>
                    <a:pt x="31" y="90"/>
                    <a:pt x="34" y="88"/>
                    <a:pt x="38" y="86"/>
                  </a:cubicBezTo>
                  <a:cubicBezTo>
                    <a:pt x="42" y="84"/>
                    <a:pt x="52" y="74"/>
                    <a:pt x="59" y="66"/>
                  </a:cubicBezTo>
                  <a:cubicBezTo>
                    <a:pt x="64" y="60"/>
                    <a:pt x="68" y="54"/>
                    <a:pt x="69" y="50"/>
                  </a:cubicBezTo>
                  <a:cubicBezTo>
                    <a:pt x="70" y="46"/>
                    <a:pt x="74" y="41"/>
                    <a:pt x="77" y="37"/>
                  </a:cubicBezTo>
                  <a:cubicBezTo>
                    <a:pt x="80" y="33"/>
                    <a:pt x="85" y="23"/>
                    <a:pt x="84" y="20"/>
                  </a:cubicBezTo>
                  <a:cubicBezTo>
                    <a:pt x="84" y="17"/>
                    <a:pt x="87" y="11"/>
                    <a:pt x="87" y="6"/>
                  </a:cubicBezTo>
                  <a:cubicBezTo>
                    <a:pt x="88" y="0"/>
                    <a:pt x="83" y="0"/>
                    <a:pt x="82" y="3"/>
                  </a:cubicBezTo>
                  <a:cubicBezTo>
                    <a:pt x="80" y="6"/>
                    <a:pt x="70" y="8"/>
                    <a:pt x="63" y="8"/>
                  </a:cubicBezTo>
                  <a:cubicBezTo>
                    <a:pt x="56" y="8"/>
                    <a:pt x="52" y="9"/>
                    <a:pt x="49" y="11"/>
                  </a:cubicBezTo>
                  <a:cubicBezTo>
                    <a:pt x="47" y="13"/>
                    <a:pt x="41" y="10"/>
                    <a:pt x="39" y="13"/>
                  </a:cubicBezTo>
                  <a:cubicBezTo>
                    <a:pt x="36" y="16"/>
                    <a:pt x="27" y="18"/>
                    <a:pt x="25" y="12"/>
                  </a:cubicBezTo>
                  <a:cubicBezTo>
                    <a:pt x="23" y="9"/>
                    <a:pt x="22" y="8"/>
                    <a:pt x="20" y="7"/>
                  </a:cubicBezTo>
                  <a:cubicBezTo>
                    <a:pt x="18" y="9"/>
                    <a:pt x="15" y="13"/>
                    <a:pt x="16" y="14"/>
                  </a:cubicBezTo>
                  <a:cubicBezTo>
                    <a:pt x="16" y="16"/>
                    <a:pt x="19" y="21"/>
                    <a:pt x="21" y="2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5" name="Freeform 15">
              <a:extLst>
                <a:ext uri="{FF2B5EF4-FFF2-40B4-BE49-F238E27FC236}">
                  <a16:creationId xmlns:a16="http://schemas.microsoft.com/office/drawing/2014/main" id="{8FE1635E-B763-8F8C-B442-DC4BD3CDBE7E}"/>
                </a:ext>
              </a:extLst>
            </p:cNvPr>
            <p:cNvSpPr>
              <a:spLocks/>
            </p:cNvSpPr>
            <p:nvPr/>
          </p:nvSpPr>
          <p:spPr bwMode="auto">
            <a:xfrm>
              <a:off x="7124391" y="3340766"/>
              <a:ext cx="272635" cy="224595"/>
            </a:xfrm>
            <a:custGeom>
              <a:avLst/>
              <a:gdLst>
                <a:gd name="T0" fmla="*/ 37 w 101"/>
                <a:gd name="T1" fmla="*/ 81 h 81"/>
                <a:gd name="T2" fmla="*/ 37 w 101"/>
                <a:gd name="T3" fmla="*/ 70 h 81"/>
                <a:gd name="T4" fmla="*/ 50 w 101"/>
                <a:gd name="T5" fmla="*/ 61 h 81"/>
                <a:gd name="T6" fmla="*/ 56 w 101"/>
                <a:gd name="T7" fmla="*/ 59 h 81"/>
                <a:gd name="T8" fmla="*/ 63 w 101"/>
                <a:gd name="T9" fmla="*/ 58 h 81"/>
                <a:gd name="T10" fmla="*/ 67 w 101"/>
                <a:gd name="T11" fmla="*/ 53 h 81"/>
                <a:gd name="T12" fmla="*/ 74 w 101"/>
                <a:gd name="T13" fmla="*/ 50 h 81"/>
                <a:gd name="T14" fmla="*/ 78 w 101"/>
                <a:gd name="T15" fmla="*/ 48 h 81"/>
                <a:gd name="T16" fmla="*/ 79 w 101"/>
                <a:gd name="T17" fmla="*/ 43 h 81"/>
                <a:gd name="T18" fmla="*/ 81 w 101"/>
                <a:gd name="T19" fmla="*/ 41 h 81"/>
                <a:gd name="T20" fmla="*/ 86 w 101"/>
                <a:gd name="T21" fmla="*/ 38 h 81"/>
                <a:gd name="T22" fmla="*/ 99 w 101"/>
                <a:gd name="T23" fmla="*/ 37 h 81"/>
                <a:gd name="T24" fmla="*/ 101 w 101"/>
                <a:gd name="T25" fmla="*/ 34 h 81"/>
                <a:gd name="T26" fmla="*/ 97 w 101"/>
                <a:gd name="T27" fmla="*/ 28 h 81"/>
                <a:gd name="T28" fmla="*/ 97 w 101"/>
                <a:gd name="T29" fmla="*/ 20 h 81"/>
                <a:gd name="T30" fmla="*/ 94 w 101"/>
                <a:gd name="T31" fmla="*/ 11 h 81"/>
                <a:gd name="T32" fmla="*/ 93 w 101"/>
                <a:gd name="T33" fmla="*/ 9 h 81"/>
                <a:gd name="T34" fmla="*/ 83 w 101"/>
                <a:gd name="T35" fmla="*/ 7 h 81"/>
                <a:gd name="T36" fmla="*/ 69 w 101"/>
                <a:gd name="T37" fmla="*/ 5 h 81"/>
                <a:gd name="T38" fmla="*/ 61 w 101"/>
                <a:gd name="T39" fmla="*/ 1 h 81"/>
                <a:gd name="T40" fmla="*/ 52 w 101"/>
                <a:gd name="T41" fmla="*/ 19 h 81"/>
                <a:gd name="T42" fmla="*/ 39 w 101"/>
                <a:gd name="T43" fmla="*/ 25 h 81"/>
                <a:gd name="T44" fmla="*/ 33 w 101"/>
                <a:gd name="T45" fmla="*/ 32 h 81"/>
                <a:gd name="T46" fmla="*/ 28 w 101"/>
                <a:gd name="T47" fmla="*/ 40 h 81"/>
                <a:gd name="T48" fmla="*/ 28 w 101"/>
                <a:gd name="T49" fmla="*/ 53 h 81"/>
                <a:gd name="T50" fmla="*/ 18 w 101"/>
                <a:gd name="T51" fmla="*/ 67 h 81"/>
                <a:gd name="T52" fmla="*/ 6 w 101"/>
                <a:gd name="T53" fmla="*/ 75 h 81"/>
                <a:gd name="T54" fmla="*/ 0 w 101"/>
                <a:gd name="T55" fmla="*/ 78 h 81"/>
                <a:gd name="T56" fmla="*/ 31 w 101"/>
                <a:gd name="T57" fmla="*/ 78 h 81"/>
                <a:gd name="T58" fmla="*/ 37 w 101"/>
                <a:gd name="T5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 h="81">
                  <a:moveTo>
                    <a:pt x="37" y="81"/>
                  </a:moveTo>
                  <a:cubicBezTo>
                    <a:pt x="37" y="76"/>
                    <a:pt x="37" y="70"/>
                    <a:pt x="37" y="70"/>
                  </a:cubicBezTo>
                  <a:cubicBezTo>
                    <a:pt x="37" y="69"/>
                    <a:pt x="48" y="62"/>
                    <a:pt x="50" y="61"/>
                  </a:cubicBezTo>
                  <a:cubicBezTo>
                    <a:pt x="52" y="60"/>
                    <a:pt x="56" y="61"/>
                    <a:pt x="56" y="59"/>
                  </a:cubicBezTo>
                  <a:cubicBezTo>
                    <a:pt x="56" y="57"/>
                    <a:pt x="60" y="58"/>
                    <a:pt x="63" y="58"/>
                  </a:cubicBezTo>
                  <a:cubicBezTo>
                    <a:pt x="66" y="57"/>
                    <a:pt x="67" y="55"/>
                    <a:pt x="67" y="53"/>
                  </a:cubicBezTo>
                  <a:cubicBezTo>
                    <a:pt x="67" y="50"/>
                    <a:pt x="71" y="51"/>
                    <a:pt x="74" y="50"/>
                  </a:cubicBezTo>
                  <a:cubicBezTo>
                    <a:pt x="76" y="50"/>
                    <a:pt x="76" y="48"/>
                    <a:pt x="78" y="48"/>
                  </a:cubicBezTo>
                  <a:cubicBezTo>
                    <a:pt x="79" y="48"/>
                    <a:pt x="78" y="45"/>
                    <a:pt x="79" y="43"/>
                  </a:cubicBezTo>
                  <a:cubicBezTo>
                    <a:pt x="79" y="40"/>
                    <a:pt x="79" y="41"/>
                    <a:pt x="81" y="41"/>
                  </a:cubicBezTo>
                  <a:cubicBezTo>
                    <a:pt x="84" y="41"/>
                    <a:pt x="86" y="39"/>
                    <a:pt x="86" y="38"/>
                  </a:cubicBezTo>
                  <a:cubicBezTo>
                    <a:pt x="86" y="36"/>
                    <a:pt x="97" y="37"/>
                    <a:pt x="99" y="37"/>
                  </a:cubicBezTo>
                  <a:cubicBezTo>
                    <a:pt x="100" y="37"/>
                    <a:pt x="101" y="35"/>
                    <a:pt x="101" y="34"/>
                  </a:cubicBezTo>
                  <a:cubicBezTo>
                    <a:pt x="100" y="32"/>
                    <a:pt x="99" y="28"/>
                    <a:pt x="97" y="28"/>
                  </a:cubicBezTo>
                  <a:cubicBezTo>
                    <a:pt x="96" y="28"/>
                    <a:pt x="97" y="24"/>
                    <a:pt x="97" y="20"/>
                  </a:cubicBezTo>
                  <a:cubicBezTo>
                    <a:pt x="97" y="17"/>
                    <a:pt x="96" y="14"/>
                    <a:pt x="94" y="11"/>
                  </a:cubicBezTo>
                  <a:cubicBezTo>
                    <a:pt x="94" y="11"/>
                    <a:pt x="94" y="10"/>
                    <a:pt x="93" y="9"/>
                  </a:cubicBezTo>
                  <a:cubicBezTo>
                    <a:pt x="90" y="9"/>
                    <a:pt x="86" y="7"/>
                    <a:pt x="83" y="7"/>
                  </a:cubicBezTo>
                  <a:cubicBezTo>
                    <a:pt x="79" y="6"/>
                    <a:pt x="72" y="9"/>
                    <a:pt x="69" y="5"/>
                  </a:cubicBezTo>
                  <a:cubicBezTo>
                    <a:pt x="66" y="1"/>
                    <a:pt x="63" y="0"/>
                    <a:pt x="61" y="1"/>
                  </a:cubicBezTo>
                  <a:cubicBezTo>
                    <a:pt x="59" y="3"/>
                    <a:pt x="54" y="15"/>
                    <a:pt x="52" y="19"/>
                  </a:cubicBezTo>
                  <a:cubicBezTo>
                    <a:pt x="49" y="22"/>
                    <a:pt x="42" y="25"/>
                    <a:pt x="39" y="25"/>
                  </a:cubicBezTo>
                  <a:cubicBezTo>
                    <a:pt x="36" y="25"/>
                    <a:pt x="35" y="30"/>
                    <a:pt x="33" y="32"/>
                  </a:cubicBezTo>
                  <a:cubicBezTo>
                    <a:pt x="30" y="34"/>
                    <a:pt x="31" y="37"/>
                    <a:pt x="28" y="40"/>
                  </a:cubicBezTo>
                  <a:cubicBezTo>
                    <a:pt x="25" y="42"/>
                    <a:pt x="26" y="50"/>
                    <a:pt x="28" y="53"/>
                  </a:cubicBezTo>
                  <a:cubicBezTo>
                    <a:pt x="30" y="55"/>
                    <a:pt x="22" y="64"/>
                    <a:pt x="18" y="67"/>
                  </a:cubicBezTo>
                  <a:cubicBezTo>
                    <a:pt x="14" y="69"/>
                    <a:pt x="12" y="74"/>
                    <a:pt x="6" y="75"/>
                  </a:cubicBezTo>
                  <a:cubicBezTo>
                    <a:pt x="3" y="75"/>
                    <a:pt x="1" y="76"/>
                    <a:pt x="0" y="78"/>
                  </a:cubicBezTo>
                  <a:cubicBezTo>
                    <a:pt x="10" y="78"/>
                    <a:pt x="26" y="78"/>
                    <a:pt x="31" y="78"/>
                  </a:cubicBezTo>
                  <a:cubicBezTo>
                    <a:pt x="37" y="78"/>
                    <a:pt x="36" y="79"/>
                    <a:pt x="37" y="8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6" name="Freeform 16">
              <a:extLst>
                <a:ext uri="{FF2B5EF4-FFF2-40B4-BE49-F238E27FC236}">
                  <a16:creationId xmlns:a16="http://schemas.microsoft.com/office/drawing/2014/main" id="{40D95963-7A4D-E57E-D219-480985925FDA}"/>
                </a:ext>
              </a:extLst>
            </p:cNvPr>
            <p:cNvSpPr>
              <a:spLocks/>
            </p:cNvSpPr>
            <p:nvPr/>
          </p:nvSpPr>
          <p:spPr bwMode="auto">
            <a:xfrm>
              <a:off x="7588669" y="3300785"/>
              <a:ext cx="96963" cy="189319"/>
            </a:xfrm>
            <a:custGeom>
              <a:avLst/>
              <a:gdLst>
                <a:gd name="T0" fmla="*/ 10 w 36"/>
                <a:gd name="T1" fmla="*/ 17 h 68"/>
                <a:gd name="T2" fmla="*/ 8 w 36"/>
                <a:gd name="T3" fmla="*/ 26 h 68"/>
                <a:gd name="T4" fmla="*/ 2 w 36"/>
                <a:gd name="T5" fmla="*/ 32 h 68"/>
                <a:gd name="T6" fmla="*/ 6 w 36"/>
                <a:gd name="T7" fmla="*/ 41 h 68"/>
                <a:gd name="T8" fmla="*/ 9 w 36"/>
                <a:gd name="T9" fmla="*/ 46 h 68"/>
                <a:gd name="T10" fmla="*/ 16 w 36"/>
                <a:gd name="T11" fmla="*/ 51 h 68"/>
                <a:gd name="T12" fmla="*/ 20 w 36"/>
                <a:gd name="T13" fmla="*/ 66 h 68"/>
                <a:gd name="T14" fmla="*/ 20 w 36"/>
                <a:gd name="T15" fmla="*/ 68 h 68"/>
                <a:gd name="T16" fmla="*/ 24 w 36"/>
                <a:gd name="T17" fmla="*/ 65 h 68"/>
                <a:gd name="T18" fmla="*/ 25 w 36"/>
                <a:gd name="T19" fmla="*/ 58 h 68"/>
                <a:gd name="T20" fmla="*/ 26 w 36"/>
                <a:gd name="T21" fmla="*/ 55 h 68"/>
                <a:gd name="T22" fmla="*/ 33 w 36"/>
                <a:gd name="T23" fmla="*/ 49 h 68"/>
                <a:gd name="T24" fmla="*/ 36 w 36"/>
                <a:gd name="T25" fmla="*/ 46 h 68"/>
                <a:gd name="T26" fmla="*/ 36 w 36"/>
                <a:gd name="T27" fmla="*/ 42 h 68"/>
                <a:gd name="T28" fmla="*/ 33 w 36"/>
                <a:gd name="T29" fmla="*/ 38 h 68"/>
                <a:gd name="T30" fmla="*/ 30 w 36"/>
                <a:gd name="T31" fmla="*/ 35 h 68"/>
                <a:gd name="T32" fmla="*/ 23 w 36"/>
                <a:gd name="T33" fmla="*/ 32 h 68"/>
                <a:gd name="T34" fmla="*/ 30 w 36"/>
                <a:gd name="T35" fmla="*/ 26 h 68"/>
                <a:gd name="T36" fmla="*/ 30 w 36"/>
                <a:gd name="T37" fmla="*/ 15 h 68"/>
                <a:gd name="T38" fmla="*/ 31 w 36"/>
                <a:gd name="T39" fmla="*/ 8 h 68"/>
                <a:gd name="T40" fmla="*/ 30 w 36"/>
                <a:gd name="T41" fmla="*/ 5 h 68"/>
                <a:gd name="T42" fmla="*/ 26 w 36"/>
                <a:gd name="T43" fmla="*/ 3 h 68"/>
                <a:gd name="T44" fmla="*/ 15 w 36"/>
                <a:gd name="T45" fmla="*/ 3 h 68"/>
                <a:gd name="T46" fmla="*/ 10 w 36"/>
                <a:gd name="T47" fmla="*/ 4 h 68"/>
                <a:gd name="T48" fmla="*/ 10 w 36"/>
                <a:gd name="T49" fmla="*/ 1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 h="68">
                  <a:moveTo>
                    <a:pt x="10" y="17"/>
                  </a:moveTo>
                  <a:cubicBezTo>
                    <a:pt x="12" y="20"/>
                    <a:pt x="10" y="25"/>
                    <a:pt x="8" y="26"/>
                  </a:cubicBezTo>
                  <a:cubicBezTo>
                    <a:pt x="6" y="27"/>
                    <a:pt x="4" y="32"/>
                    <a:pt x="2" y="32"/>
                  </a:cubicBezTo>
                  <a:cubicBezTo>
                    <a:pt x="0" y="32"/>
                    <a:pt x="2" y="39"/>
                    <a:pt x="6" y="41"/>
                  </a:cubicBezTo>
                  <a:cubicBezTo>
                    <a:pt x="9" y="42"/>
                    <a:pt x="9" y="45"/>
                    <a:pt x="9" y="46"/>
                  </a:cubicBezTo>
                  <a:cubicBezTo>
                    <a:pt x="9" y="48"/>
                    <a:pt x="14" y="49"/>
                    <a:pt x="16" y="51"/>
                  </a:cubicBezTo>
                  <a:cubicBezTo>
                    <a:pt x="17" y="53"/>
                    <a:pt x="20" y="63"/>
                    <a:pt x="20" y="66"/>
                  </a:cubicBezTo>
                  <a:cubicBezTo>
                    <a:pt x="20" y="67"/>
                    <a:pt x="20" y="68"/>
                    <a:pt x="20" y="68"/>
                  </a:cubicBezTo>
                  <a:cubicBezTo>
                    <a:pt x="22" y="67"/>
                    <a:pt x="23" y="66"/>
                    <a:pt x="24" y="65"/>
                  </a:cubicBezTo>
                  <a:cubicBezTo>
                    <a:pt x="25" y="63"/>
                    <a:pt x="26" y="59"/>
                    <a:pt x="25" y="58"/>
                  </a:cubicBezTo>
                  <a:cubicBezTo>
                    <a:pt x="25" y="57"/>
                    <a:pt x="25" y="56"/>
                    <a:pt x="26" y="55"/>
                  </a:cubicBezTo>
                  <a:cubicBezTo>
                    <a:pt x="27" y="54"/>
                    <a:pt x="32" y="49"/>
                    <a:pt x="33" y="49"/>
                  </a:cubicBezTo>
                  <a:cubicBezTo>
                    <a:pt x="33" y="48"/>
                    <a:pt x="36" y="49"/>
                    <a:pt x="36" y="46"/>
                  </a:cubicBezTo>
                  <a:cubicBezTo>
                    <a:pt x="36" y="45"/>
                    <a:pt x="36" y="43"/>
                    <a:pt x="36" y="42"/>
                  </a:cubicBezTo>
                  <a:cubicBezTo>
                    <a:pt x="34" y="40"/>
                    <a:pt x="33" y="39"/>
                    <a:pt x="33" y="38"/>
                  </a:cubicBezTo>
                  <a:cubicBezTo>
                    <a:pt x="33" y="36"/>
                    <a:pt x="31" y="34"/>
                    <a:pt x="30" y="35"/>
                  </a:cubicBezTo>
                  <a:cubicBezTo>
                    <a:pt x="28" y="37"/>
                    <a:pt x="24" y="35"/>
                    <a:pt x="23" y="32"/>
                  </a:cubicBezTo>
                  <a:cubicBezTo>
                    <a:pt x="23" y="29"/>
                    <a:pt x="26" y="29"/>
                    <a:pt x="30" y="26"/>
                  </a:cubicBezTo>
                  <a:cubicBezTo>
                    <a:pt x="33" y="24"/>
                    <a:pt x="34" y="18"/>
                    <a:pt x="30" y="15"/>
                  </a:cubicBezTo>
                  <a:cubicBezTo>
                    <a:pt x="26" y="12"/>
                    <a:pt x="29" y="10"/>
                    <a:pt x="31" y="8"/>
                  </a:cubicBezTo>
                  <a:cubicBezTo>
                    <a:pt x="34" y="5"/>
                    <a:pt x="32" y="4"/>
                    <a:pt x="30" y="5"/>
                  </a:cubicBezTo>
                  <a:cubicBezTo>
                    <a:pt x="29" y="6"/>
                    <a:pt x="27" y="6"/>
                    <a:pt x="26" y="3"/>
                  </a:cubicBezTo>
                  <a:cubicBezTo>
                    <a:pt x="26" y="0"/>
                    <a:pt x="18" y="0"/>
                    <a:pt x="15" y="3"/>
                  </a:cubicBezTo>
                  <a:cubicBezTo>
                    <a:pt x="14" y="4"/>
                    <a:pt x="12" y="4"/>
                    <a:pt x="10" y="4"/>
                  </a:cubicBezTo>
                  <a:cubicBezTo>
                    <a:pt x="10" y="9"/>
                    <a:pt x="9" y="15"/>
                    <a:pt x="10" y="1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7" name="Freeform 18">
              <a:extLst>
                <a:ext uri="{FF2B5EF4-FFF2-40B4-BE49-F238E27FC236}">
                  <a16:creationId xmlns:a16="http://schemas.microsoft.com/office/drawing/2014/main" id="{12E0C2F9-9593-5458-2082-18985654D236}"/>
                </a:ext>
              </a:extLst>
            </p:cNvPr>
            <p:cNvSpPr>
              <a:spLocks/>
            </p:cNvSpPr>
            <p:nvPr/>
          </p:nvSpPr>
          <p:spPr bwMode="auto">
            <a:xfrm>
              <a:off x="7636581" y="3418375"/>
              <a:ext cx="347925" cy="339832"/>
            </a:xfrm>
            <a:custGeom>
              <a:avLst/>
              <a:gdLst>
                <a:gd name="T0" fmla="*/ 15 w 129"/>
                <a:gd name="T1" fmla="*/ 7 h 122"/>
                <a:gd name="T2" fmla="*/ 8 w 129"/>
                <a:gd name="T3" fmla="*/ 13 h 122"/>
                <a:gd name="T4" fmla="*/ 7 w 129"/>
                <a:gd name="T5" fmla="*/ 16 h 122"/>
                <a:gd name="T6" fmla="*/ 6 w 129"/>
                <a:gd name="T7" fmla="*/ 23 h 122"/>
                <a:gd name="T8" fmla="*/ 1 w 129"/>
                <a:gd name="T9" fmla="*/ 28 h 122"/>
                <a:gd name="T10" fmla="*/ 4 w 129"/>
                <a:gd name="T11" fmla="*/ 36 h 122"/>
                <a:gd name="T12" fmla="*/ 4 w 129"/>
                <a:gd name="T13" fmla="*/ 45 h 122"/>
                <a:gd name="T14" fmla="*/ 4 w 129"/>
                <a:gd name="T15" fmla="*/ 50 h 122"/>
                <a:gd name="T16" fmla="*/ 4 w 129"/>
                <a:gd name="T17" fmla="*/ 56 h 122"/>
                <a:gd name="T18" fmla="*/ 5 w 129"/>
                <a:gd name="T19" fmla="*/ 59 h 122"/>
                <a:gd name="T20" fmla="*/ 1 w 129"/>
                <a:gd name="T21" fmla="*/ 64 h 122"/>
                <a:gd name="T22" fmla="*/ 5 w 129"/>
                <a:gd name="T23" fmla="*/ 69 h 122"/>
                <a:gd name="T24" fmla="*/ 6 w 129"/>
                <a:gd name="T25" fmla="*/ 75 h 122"/>
                <a:gd name="T26" fmla="*/ 12 w 129"/>
                <a:gd name="T27" fmla="*/ 79 h 122"/>
                <a:gd name="T28" fmla="*/ 18 w 129"/>
                <a:gd name="T29" fmla="*/ 81 h 122"/>
                <a:gd name="T30" fmla="*/ 22 w 129"/>
                <a:gd name="T31" fmla="*/ 88 h 122"/>
                <a:gd name="T32" fmla="*/ 34 w 129"/>
                <a:gd name="T33" fmla="*/ 90 h 122"/>
                <a:gd name="T34" fmla="*/ 40 w 129"/>
                <a:gd name="T35" fmla="*/ 95 h 122"/>
                <a:gd name="T36" fmla="*/ 54 w 129"/>
                <a:gd name="T37" fmla="*/ 88 h 122"/>
                <a:gd name="T38" fmla="*/ 118 w 129"/>
                <a:gd name="T39" fmla="*/ 122 h 122"/>
                <a:gd name="T40" fmla="*/ 118 w 129"/>
                <a:gd name="T41" fmla="*/ 118 h 122"/>
                <a:gd name="T42" fmla="*/ 126 w 129"/>
                <a:gd name="T43" fmla="*/ 118 h 122"/>
                <a:gd name="T44" fmla="*/ 126 w 129"/>
                <a:gd name="T45" fmla="*/ 35 h 122"/>
                <a:gd name="T46" fmla="*/ 126 w 129"/>
                <a:gd name="T47" fmla="*/ 23 h 122"/>
                <a:gd name="T48" fmla="*/ 127 w 129"/>
                <a:gd name="T49" fmla="*/ 12 h 122"/>
                <a:gd name="T50" fmla="*/ 128 w 129"/>
                <a:gd name="T51" fmla="*/ 10 h 122"/>
                <a:gd name="T52" fmla="*/ 128 w 129"/>
                <a:gd name="T53" fmla="*/ 10 h 122"/>
                <a:gd name="T54" fmla="*/ 116 w 129"/>
                <a:gd name="T55" fmla="*/ 7 h 122"/>
                <a:gd name="T56" fmla="*/ 103 w 129"/>
                <a:gd name="T57" fmla="*/ 0 h 122"/>
                <a:gd name="T58" fmla="*/ 85 w 129"/>
                <a:gd name="T59" fmla="*/ 10 h 122"/>
                <a:gd name="T60" fmla="*/ 86 w 129"/>
                <a:gd name="T61" fmla="*/ 21 h 122"/>
                <a:gd name="T62" fmla="*/ 73 w 129"/>
                <a:gd name="T63" fmla="*/ 21 h 122"/>
                <a:gd name="T64" fmla="*/ 57 w 129"/>
                <a:gd name="T65" fmla="*/ 16 h 122"/>
                <a:gd name="T66" fmla="*/ 49 w 129"/>
                <a:gd name="T67" fmla="*/ 10 h 122"/>
                <a:gd name="T68" fmla="*/ 43 w 129"/>
                <a:gd name="T69" fmla="*/ 5 h 122"/>
                <a:gd name="T70" fmla="*/ 28 w 129"/>
                <a:gd name="T71" fmla="*/ 2 h 122"/>
                <a:gd name="T72" fmla="*/ 18 w 129"/>
                <a:gd name="T73" fmla="*/ 0 h 122"/>
                <a:gd name="T74" fmla="*/ 18 w 129"/>
                <a:gd name="T75" fmla="*/ 4 h 122"/>
                <a:gd name="T76" fmla="*/ 15 w 129"/>
                <a:gd name="T77" fmla="*/ 7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9" h="122">
                  <a:moveTo>
                    <a:pt x="15" y="7"/>
                  </a:moveTo>
                  <a:cubicBezTo>
                    <a:pt x="14" y="7"/>
                    <a:pt x="9" y="12"/>
                    <a:pt x="8" y="13"/>
                  </a:cubicBezTo>
                  <a:cubicBezTo>
                    <a:pt x="7" y="14"/>
                    <a:pt x="7" y="15"/>
                    <a:pt x="7" y="16"/>
                  </a:cubicBezTo>
                  <a:cubicBezTo>
                    <a:pt x="8" y="17"/>
                    <a:pt x="7" y="21"/>
                    <a:pt x="6" y="23"/>
                  </a:cubicBezTo>
                  <a:cubicBezTo>
                    <a:pt x="5" y="25"/>
                    <a:pt x="1" y="27"/>
                    <a:pt x="1" y="28"/>
                  </a:cubicBezTo>
                  <a:cubicBezTo>
                    <a:pt x="0" y="29"/>
                    <a:pt x="3" y="32"/>
                    <a:pt x="4" y="36"/>
                  </a:cubicBezTo>
                  <a:cubicBezTo>
                    <a:pt x="6" y="39"/>
                    <a:pt x="3" y="42"/>
                    <a:pt x="4" y="45"/>
                  </a:cubicBezTo>
                  <a:cubicBezTo>
                    <a:pt x="6" y="47"/>
                    <a:pt x="5" y="49"/>
                    <a:pt x="4" y="50"/>
                  </a:cubicBezTo>
                  <a:cubicBezTo>
                    <a:pt x="2" y="52"/>
                    <a:pt x="4" y="54"/>
                    <a:pt x="4" y="56"/>
                  </a:cubicBezTo>
                  <a:cubicBezTo>
                    <a:pt x="4" y="57"/>
                    <a:pt x="5" y="59"/>
                    <a:pt x="5" y="59"/>
                  </a:cubicBezTo>
                  <a:cubicBezTo>
                    <a:pt x="4" y="60"/>
                    <a:pt x="1" y="62"/>
                    <a:pt x="1" y="64"/>
                  </a:cubicBezTo>
                  <a:cubicBezTo>
                    <a:pt x="1" y="65"/>
                    <a:pt x="3" y="66"/>
                    <a:pt x="5" y="69"/>
                  </a:cubicBezTo>
                  <a:cubicBezTo>
                    <a:pt x="7" y="72"/>
                    <a:pt x="5" y="73"/>
                    <a:pt x="6" y="75"/>
                  </a:cubicBezTo>
                  <a:cubicBezTo>
                    <a:pt x="6" y="78"/>
                    <a:pt x="9" y="79"/>
                    <a:pt x="12" y="79"/>
                  </a:cubicBezTo>
                  <a:cubicBezTo>
                    <a:pt x="14" y="79"/>
                    <a:pt x="16" y="81"/>
                    <a:pt x="18" y="81"/>
                  </a:cubicBezTo>
                  <a:cubicBezTo>
                    <a:pt x="20" y="81"/>
                    <a:pt x="21" y="84"/>
                    <a:pt x="22" y="88"/>
                  </a:cubicBezTo>
                  <a:cubicBezTo>
                    <a:pt x="23" y="88"/>
                    <a:pt x="31" y="88"/>
                    <a:pt x="34" y="90"/>
                  </a:cubicBezTo>
                  <a:cubicBezTo>
                    <a:pt x="38" y="93"/>
                    <a:pt x="40" y="95"/>
                    <a:pt x="40" y="95"/>
                  </a:cubicBezTo>
                  <a:cubicBezTo>
                    <a:pt x="54" y="88"/>
                    <a:pt x="54" y="88"/>
                    <a:pt x="54" y="88"/>
                  </a:cubicBezTo>
                  <a:cubicBezTo>
                    <a:pt x="118" y="122"/>
                    <a:pt x="118" y="122"/>
                    <a:pt x="118" y="122"/>
                  </a:cubicBezTo>
                  <a:cubicBezTo>
                    <a:pt x="118" y="118"/>
                    <a:pt x="118" y="118"/>
                    <a:pt x="118" y="118"/>
                  </a:cubicBezTo>
                  <a:cubicBezTo>
                    <a:pt x="126" y="118"/>
                    <a:pt x="126" y="118"/>
                    <a:pt x="126" y="118"/>
                  </a:cubicBezTo>
                  <a:cubicBezTo>
                    <a:pt x="126" y="118"/>
                    <a:pt x="126" y="41"/>
                    <a:pt x="126" y="35"/>
                  </a:cubicBezTo>
                  <a:cubicBezTo>
                    <a:pt x="126" y="30"/>
                    <a:pt x="123" y="26"/>
                    <a:pt x="126" y="23"/>
                  </a:cubicBezTo>
                  <a:cubicBezTo>
                    <a:pt x="129" y="20"/>
                    <a:pt x="125" y="18"/>
                    <a:pt x="127" y="12"/>
                  </a:cubicBezTo>
                  <a:cubicBezTo>
                    <a:pt x="127" y="12"/>
                    <a:pt x="128" y="11"/>
                    <a:pt x="128" y="10"/>
                  </a:cubicBezTo>
                  <a:cubicBezTo>
                    <a:pt x="128" y="10"/>
                    <a:pt x="128" y="10"/>
                    <a:pt x="128" y="10"/>
                  </a:cubicBezTo>
                  <a:cubicBezTo>
                    <a:pt x="127" y="8"/>
                    <a:pt x="124" y="8"/>
                    <a:pt x="116" y="7"/>
                  </a:cubicBezTo>
                  <a:cubicBezTo>
                    <a:pt x="109" y="6"/>
                    <a:pt x="112" y="1"/>
                    <a:pt x="103" y="0"/>
                  </a:cubicBezTo>
                  <a:cubicBezTo>
                    <a:pt x="95" y="0"/>
                    <a:pt x="85" y="7"/>
                    <a:pt x="85" y="10"/>
                  </a:cubicBezTo>
                  <a:cubicBezTo>
                    <a:pt x="85" y="14"/>
                    <a:pt x="89" y="17"/>
                    <a:pt x="86" y="21"/>
                  </a:cubicBezTo>
                  <a:cubicBezTo>
                    <a:pt x="83" y="25"/>
                    <a:pt x="77" y="25"/>
                    <a:pt x="73" y="21"/>
                  </a:cubicBezTo>
                  <a:cubicBezTo>
                    <a:pt x="69" y="17"/>
                    <a:pt x="62" y="16"/>
                    <a:pt x="57" y="16"/>
                  </a:cubicBezTo>
                  <a:cubicBezTo>
                    <a:pt x="52" y="16"/>
                    <a:pt x="49" y="12"/>
                    <a:pt x="49" y="10"/>
                  </a:cubicBezTo>
                  <a:cubicBezTo>
                    <a:pt x="49" y="7"/>
                    <a:pt x="48" y="6"/>
                    <a:pt x="43" y="5"/>
                  </a:cubicBezTo>
                  <a:cubicBezTo>
                    <a:pt x="39" y="4"/>
                    <a:pt x="36" y="0"/>
                    <a:pt x="28" y="2"/>
                  </a:cubicBezTo>
                  <a:cubicBezTo>
                    <a:pt x="24" y="2"/>
                    <a:pt x="21" y="1"/>
                    <a:pt x="18" y="0"/>
                  </a:cubicBezTo>
                  <a:cubicBezTo>
                    <a:pt x="18" y="1"/>
                    <a:pt x="18" y="3"/>
                    <a:pt x="18" y="4"/>
                  </a:cubicBezTo>
                  <a:cubicBezTo>
                    <a:pt x="18" y="7"/>
                    <a:pt x="15" y="6"/>
                    <a:pt x="15" y="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8" name="Freeform 19">
              <a:extLst>
                <a:ext uri="{FF2B5EF4-FFF2-40B4-BE49-F238E27FC236}">
                  <a16:creationId xmlns:a16="http://schemas.microsoft.com/office/drawing/2014/main" id="{9B00CF9B-B495-EF80-E98E-232A570B6B69}"/>
                </a:ext>
              </a:extLst>
            </p:cNvPr>
            <p:cNvSpPr>
              <a:spLocks/>
            </p:cNvSpPr>
            <p:nvPr/>
          </p:nvSpPr>
          <p:spPr bwMode="auto">
            <a:xfrm>
              <a:off x="7041117" y="3894612"/>
              <a:ext cx="67303" cy="24694"/>
            </a:xfrm>
            <a:custGeom>
              <a:avLst/>
              <a:gdLst>
                <a:gd name="T0" fmla="*/ 13 w 25"/>
                <a:gd name="T1" fmla="*/ 5 h 9"/>
                <a:gd name="T2" fmla="*/ 20 w 25"/>
                <a:gd name="T3" fmla="*/ 7 h 9"/>
                <a:gd name="T4" fmla="*/ 25 w 25"/>
                <a:gd name="T5" fmla="*/ 6 h 9"/>
                <a:gd name="T6" fmla="*/ 20 w 25"/>
                <a:gd name="T7" fmla="*/ 5 h 9"/>
                <a:gd name="T8" fmla="*/ 12 w 25"/>
                <a:gd name="T9" fmla="*/ 2 h 9"/>
                <a:gd name="T10" fmla="*/ 2 w 25"/>
                <a:gd name="T11" fmla="*/ 3 h 9"/>
                <a:gd name="T12" fmla="*/ 0 w 25"/>
                <a:gd name="T13" fmla="*/ 9 h 9"/>
                <a:gd name="T14" fmla="*/ 3 w 25"/>
                <a:gd name="T15" fmla="*/ 8 h 9"/>
                <a:gd name="T16" fmla="*/ 13 w 25"/>
                <a:gd name="T1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9">
                  <a:moveTo>
                    <a:pt x="13" y="5"/>
                  </a:moveTo>
                  <a:cubicBezTo>
                    <a:pt x="14" y="4"/>
                    <a:pt x="17" y="7"/>
                    <a:pt x="20" y="7"/>
                  </a:cubicBezTo>
                  <a:cubicBezTo>
                    <a:pt x="22" y="8"/>
                    <a:pt x="25" y="6"/>
                    <a:pt x="25" y="6"/>
                  </a:cubicBezTo>
                  <a:cubicBezTo>
                    <a:pt x="25" y="6"/>
                    <a:pt x="24" y="6"/>
                    <a:pt x="20" y="5"/>
                  </a:cubicBezTo>
                  <a:cubicBezTo>
                    <a:pt x="16" y="5"/>
                    <a:pt x="16" y="0"/>
                    <a:pt x="12" y="2"/>
                  </a:cubicBezTo>
                  <a:cubicBezTo>
                    <a:pt x="9" y="3"/>
                    <a:pt x="6" y="4"/>
                    <a:pt x="2" y="3"/>
                  </a:cubicBezTo>
                  <a:cubicBezTo>
                    <a:pt x="2" y="5"/>
                    <a:pt x="1" y="7"/>
                    <a:pt x="0" y="9"/>
                  </a:cubicBezTo>
                  <a:cubicBezTo>
                    <a:pt x="2" y="8"/>
                    <a:pt x="3" y="8"/>
                    <a:pt x="3" y="8"/>
                  </a:cubicBezTo>
                  <a:cubicBezTo>
                    <a:pt x="5" y="8"/>
                    <a:pt x="11" y="7"/>
                    <a:pt x="13" y="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59" name="Freeform 20">
              <a:extLst>
                <a:ext uri="{FF2B5EF4-FFF2-40B4-BE49-F238E27FC236}">
                  <a16:creationId xmlns:a16="http://schemas.microsoft.com/office/drawing/2014/main" id="{22DD7FFD-9DE7-32B3-83FA-5F6168A08A19}"/>
                </a:ext>
              </a:extLst>
            </p:cNvPr>
            <p:cNvSpPr>
              <a:spLocks/>
            </p:cNvSpPr>
            <p:nvPr/>
          </p:nvSpPr>
          <p:spPr bwMode="auto">
            <a:xfrm>
              <a:off x="7027427" y="3829937"/>
              <a:ext cx="134606" cy="109358"/>
            </a:xfrm>
            <a:custGeom>
              <a:avLst/>
              <a:gdLst>
                <a:gd name="T0" fmla="*/ 12 w 50"/>
                <a:gd name="T1" fmla="*/ 38 h 39"/>
                <a:gd name="T2" fmla="*/ 16 w 50"/>
                <a:gd name="T3" fmla="*/ 36 h 39"/>
                <a:gd name="T4" fmla="*/ 29 w 50"/>
                <a:gd name="T5" fmla="*/ 35 h 39"/>
                <a:gd name="T6" fmla="*/ 31 w 50"/>
                <a:gd name="T7" fmla="*/ 35 h 39"/>
                <a:gd name="T8" fmla="*/ 31 w 50"/>
                <a:gd name="T9" fmla="*/ 35 h 39"/>
                <a:gd name="T10" fmla="*/ 37 w 50"/>
                <a:gd name="T11" fmla="*/ 37 h 39"/>
                <a:gd name="T12" fmla="*/ 49 w 50"/>
                <a:gd name="T13" fmla="*/ 38 h 39"/>
                <a:gd name="T14" fmla="*/ 50 w 50"/>
                <a:gd name="T15" fmla="*/ 37 h 39"/>
                <a:gd name="T16" fmla="*/ 50 w 50"/>
                <a:gd name="T17" fmla="*/ 32 h 39"/>
                <a:gd name="T18" fmla="*/ 45 w 50"/>
                <a:gd name="T19" fmla="*/ 27 h 39"/>
                <a:gd name="T20" fmla="*/ 44 w 50"/>
                <a:gd name="T21" fmla="*/ 21 h 39"/>
                <a:gd name="T22" fmla="*/ 43 w 50"/>
                <a:gd name="T23" fmla="*/ 19 h 39"/>
                <a:gd name="T24" fmla="*/ 38 w 50"/>
                <a:gd name="T25" fmla="*/ 13 h 39"/>
                <a:gd name="T26" fmla="*/ 32 w 50"/>
                <a:gd name="T27" fmla="*/ 5 h 39"/>
                <a:gd name="T28" fmla="*/ 29 w 50"/>
                <a:gd name="T29" fmla="*/ 5 h 39"/>
                <a:gd name="T30" fmla="*/ 24 w 50"/>
                <a:gd name="T31" fmla="*/ 1 h 39"/>
                <a:gd name="T32" fmla="*/ 18 w 50"/>
                <a:gd name="T33" fmla="*/ 2 h 39"/>
                <a:gd name="T34" fmla="*/ 10 w 50"/>
                <a:gd name="T35" fmla="*/ 2 h 39"/>
                <a:gd name="T36" fmla="*/ 5 w 50"/>
                <a:gd name="T37" fmla="*/ 6 h 39"/>
                <a:gd name="T38" fmla="*/ 5 w 50"/>
                <a:gd name="T39" fmla="*/ 6 h 39"/>
                <a:gd name="T40" fmla="*/ 3 w 50"/>
                <a:gd name="T41" fmla="*/ 13 h 39"/>
                <a:gd name="T42" fmla="*/ 6 w 50"/>
                <a:gd name="T43" fmla="*/ 25 h 39"/>
                <a:gd name="T44" fmla="*/ 7 w 50"/>
                <a:gd name="T45" fmla="*/ 26 h 39"/>
                <a:gd name="T46" fmla="*/ 17 w 50"/>
                <a:gd name="T47" fmla="*/ 25 h 39"/>
                <a:gd name="T48" fmla="*/ 25 w 50"/>
                <a:gd name="T49" fmla="*/ 28 h 39"/>
                <a:gd name="T50" fmla="*/ 30 w 50"/>
                <a:gd name="T51" fmla="*/ 29 h 39"/>
                <a:gd name="T52" fmla="*/ 25 w 50"/>
                <a:gd name="T53" fmla="*/ 30 h 39"/>
                <a:gd name="T54" fmla="*/ 18 w 50"/>
                <a:gd name="T55" fmla="*/ 28 h 39"/>
                <a:gd name="T56" fmla="*/ 8 w 50"/>
                <a:gd name="T57" fmla="*/ 31 h 39"/>
                <a:gd name="T58" fmla="*/ 5 w 50"/>
                <a:gd name="T59" fmla="*/ 32 h 39"/>
                <a:gd name="T60" fmla="*/ 6 w 50"/>
                <a:gd name="T61" fmla="*/ 35 h 39"/>
                <a:gd name="T62" fmla="*/ 7 w 50"/>
                <a:gd name="T63" fmla="*/ 36 h 39"/>
                <a:gd name="T64" fmla="*/ 12 w 50"/>
                <a:gd name="T65"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39">
                  <a:moveTo>
                    <a:pt x="12" y="38"/>
                  </a:moveTo>
                  <a:cubicBezTo>
                    <a:pt x="13" y="38"/>
                    <a:pt x="16" y="36"/>
                    <a:pt x="16" y="36"/>
                  </a:cubicBezTo>
                  <a:cubicBezTo>
                    <a:pt x="16" y="36"/>
                    <a:pt x="27" y="35"/>
                    <a:pt x="29" y="35"/>
                  </a:cubicBezTo>
                  <a:cubicBezTo>
                    <a:pt x="29" y="35"/>
                    <a:pt x="30" y="35"/>
                    <a:pt x="31" y="35"/>
                  </a:cubicBezTo>
                  <a:cubicBezTo>
                    <a:pt x="31" y="35"/>
                    <a:pt x="31" y="35"/>
                    <a:pt x="31" y="35"/>
                  </a:cubicBezTo>
                  <a:cubicBezTo>
                    <a:pt x="31" y="35"/>
                    <a:pt x="36" y="36"/>
                    <a:pt x="37" y="37"/>
                  </a:cubicBezTo>
                  <a:cubicBezTo>
                    <a:pt x="37" y="38"/>
                    <a:pt x="45" y="39"/>
                    <a:pt x="49" y="38"/>
                  </a:cubicBezTo>
                  <a:cubicBezTo>
                    <a:pt x="49" y="38"/>
                    <a:pt x="50" y="38"/>
                    <a:pt x="50" y="37"/>
                  </a:cubicBezTo>
                  <a:cubicBezTo>
                    <a:pt x="50" y="36"/>
                    <a:pt x="50" y="33"/>
                    <a:pt x="50" y="32"/>
                  </a:cubicBezTo>
                  <a:cubicBezTo>
                    <a:pt x="50" y="31"/>
                    <a:pt x="47" y="28"/>
                    <a:pt x="45" y="27"/>
                  </a:cubicBezTo>
                  <a:cubicBezTo>
                    <a:pt x="44" y="25"/>
                    <a:pt x="44" y="21"/>
                    <a:pt x="44" y="21"/>
                  </a:cubicBezTo>
                  <a:cubicBezTo>
                    <a:pt x="43" y="19"/>
                    <a:pt x="43" y="19"/>
                    <a:pt x="43" y="19"/>
                  </a:cubicBezTo>
                  <a:cubicBezTo>
                    <a:pt x="43" y="19"/>
                    <a:pt x="41" y="14"/>
                    <a:pt x="38" y="13"/>
                  </a:cubicBezTo>
                  <a:cubicBezTo>
                    <a:pt x="34" y="12"/>
                    <a:pt x="32" y="5"/>
                    <a:pt x="32" y="5"/>
                  </a:cubicBezTo>
                  <a:cubicBezTo>
                    <a:pt x="29" y="5"/>
                    <a:pt x="29" y="5"/>
                    <a:pt x="29" y="5"/>
                  </a:cubicBezTo>
                  <a:cubicBezTo>
                    <a:pt x="29" y="5"/>
                    <a:pt x="27" y="3"/>
                    <a:pt x="24" y="1"/>
                  </a:cubicBezTo>
                  <a:cubicBezTo>
                    <a:pt x="22" y="0"/>
                    <a:pt x="18" y="2"/>
                    <a:pt x="18" y="2"/>
                  </a:cubicBezTo>
                  <a:cubicBezTo>
                    <a:pt x="18" y="2"/>
                    <a:pt x="13" y="3"/>
                    <a:pt x="10" y="2"/>
                  </a:cubicBezTo>
                  <a:cubicBezTo>
                    <a:pt x="7" y="1"/>
                    <a:pt x="8" y="5"/>
                    <a:pt x="5" y="6"/>
                  </a:cubicBezTo>
                  <a:cubicBezTo>
                    <a:pt x="5" y="6"/>
                    <a:pt x="5" y="6"/>
                    <a:pt x="5" y="6"/>
                  </a:cubicBezTo>
                  <a:cubicBezTo>
                    <a:pt x="5" y="9"/>
                    <a:pt x="4" y="11"/>
                    <a:pt x="3" y="13"/>
                  </a:cubicBezTo>
                  <a:cubicBezTo>
                    <a:pt x="0" y="17"/>
                    <a:pt x="4" y="23"/>
                    <a:pt x="6" y="25"/>
                  </a:cubicBezTo>
                  <a:cubicBezTo>
                    <a:pt x="6" y="25"/>
                    <a:pt x="7" y="26"/>
                    <a:pt x="7" y="26"/>
                  </a:cubicBezTo>
                  <a:cubicBezTo>
                    <a:pt x="11" y="27"/>
                    <a:pt x="14" y="26"/>
                    <a:pt x="17" y="25"/>
                  </a:cubicBezTo>
                  <a:cubicBezTo>
                    <a:pt x="21" y="23"/>
                    <a:pt x="21" y="28"/>
                    <a:pt x="25" y="28"/>
                  </a:cubicBezTo>
                  <a:cubicBezTo>
                    <a:pt x="29" y="29"/>
                    <a:pt x="30" y="29"/>
                    <a:pt x="30" y="29"/>
                  </a:cubicBezTo>
                  <a:cubicBezTo>
                    <a:pt x="30" y="29"/>
                    <a:pt x="27" y="31"/>
                    <a:pt x="25" y="30"/>
                  </a:cubicBezTo>
                  <a:cubicBezTo>
                    <a:pt x="22" y="30"/>
                    <a:pt x="19" y="27"/>
                    <a:pt x="18" y="28"/>
                  </a:cubicBezTo>
                  <a:cubicBezTo>
                    <a:pt x="16" y="30"/>
                    <a:pt x="10" y="31"/>
                    <a:pt x="8" y="31"/>
                  </a:cubicBezTo>
                  <a:cubicBezTo>
                    <a:pt x="8" y="31"/>
                    <a:pt x="7" y="31"/>
                    <a:pt x="5" y="32"/>
                  </a:cubicBezTo>
                  <a:cubicBezTo>
                    <a:pt x="5" y="33"/>
                    <a:pt x="5" y="34"/>
                    <a:pt x="6" y="35"/>
                  </a:cubicBezTo>
                  <a:cubicBezTo>
                    <a:pt x="7" y="36"/>
                    <a:pt x="7" y="36"/>
                    <a:pt x="7" y="36"/>
                  </a:cubicBezTo>
                  <a:cubicBezTo>
                    <a:pt x="12" y="35"/>
                    <a:pt x="10" y="38"/>
                    <a:pt x="12" y="3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0" name="Freeform 21">
              <a:extLst>
                <a:ext uri="{FF2B5EF4-FFF2-40B4-BE49-F238E27FC236}">
                  <a16:creationId xmlns:a16="http://schemas.microsoft.com/office/drawing/2014/main" id="{90ABE55B-E421-C06C-CA5F-06156A2DAF32}"/>
                </a:ext>
              </a:extLst>
            </p:cNvPr>
            <p:cNvSpPr>
              <a:spLocks/>
            </p:cNvSpPr>
            <p:nvPr/>
          </p:nvSpPr>
          <p:spPr bwMode="auto">
            <a:xfrm>
              <a:off x="7045681" y="3927536"/>
              <a:ext cx="65022" cy="38805"/>
            </a:xfrm>
            <a:custGeom>
              <a:avLst/>
              <a:gdLst>
                <a:gd name="T0" fmla="*/ 13 w 24"/>
                <a:gd name="T1" fmla="*/ 13 h 14"/>
                <a:gd name="T2" fmla="*/ 19 w 24"/>
                <a:gd name="T3" fmla="*/ 9 h 14"/>
                <a:gd name="T4" fmla="*/ 22 w 24"/>
                <a:gd name="T5" fmla="*/ 7 h 14"/>
                <a:gd name="T6" fmla="*/ 22 w 24"/>
                <a:gd name="T7" fmla="*/ 4 h 14"/>
                <a:gd name="T8" fmla="*/ 24 w 24"/>
                <a:gd name="T9" fmla="*/ 0 h 14"/>
                <a:gd name="T10" fmla="*/ 22 w 24"/>
                <a:gd name="T11" fmla="*/ 0 h 14"/>
                <a:gd name="T12" fmla="*/ 9 w 24"/>
                <a:gd name="T13" fmla="*/ 1 h 14"/>
                <a:gd name="T14" fmla="*/ 5 w 24"/>
                <a:gd name="T15" fmla="*/ 3 h 14"/>
                <a:gd name="T16" fmla="*/ 0 w 24"/>
                <a:gd name="T17" fmla="*/ 1 h 14"/>
                <a:gd name="T18" fmla="*/ 7 w 24"/>
                <a:gd name="T19" fmla="*/ 7 h 14"/>
                <a:gd name="T20" fmla="*/ 11 w 24"/>
                <a:gd name="T21" fmla="*/ 13 h 14"/>
                <a:gd name="T22" fmla="*/ 12 w 24"/>
                <a:gd name="T23" fmla="*/ 14 h 14"/>
                <a:gd name="T24" fmla="*/ 13 w 24"/>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14">
                  <a:moveTo>
                    <a:pt x="13" y="13"/>
                  </a:moveTo>
                  <a:cubicBezTo>
                    <a:pt x="14" y="12"/>
                    <a:pt x="18" y="8"/>
                    <a:pt x="19" y="9"/>
                  </a:cubicBezTo>
                  <a:cubicBezTo>
                    <a:pt x="21" y="9"/>
                    <a:pt x="22" y="8"/>
                    <a:pt x="22" y="7"/>
                  </a:cubicBezTo>
                  <a:cubicBezTo>
                    <a:pt x="22" y="7"/>
                    <a:pt x="20" y="4"/>
                    <a:pt x="22" y="4"/>
                  </a:cubicBezTo>
                  <a:cubicBezTo>
                    <a:pt x="23" y="3"/>
                    <a:pt x="24" y="1"/>
                    <a:pt x="24" y="0"/>
                  </a:cubicBezTo>
                  <a:cubicBezTo>
                    <a:pt x="23" y="0"/>
                    <a:pt x="22" y="0"/>
                    <a:pt x="22" y="0"/>
                  </a:cubicBezTo>
                  <a:cubicBezTo>
                    <a:pt x="20" y="0"/>
                    <a:pt x="9" y="1"/>
                    <a:pt x="9" y="1"/>
                  </a:cubicBezTo>
                  <a:cubicBezTo>
                    <a:pt x="9" y="1"/>
                    <a:pt x="6" y="3"/>
                    <a:pt x="5" y="3"/>
                  </a:cubicBezTo>
                  <a:cubicBezTo>
                    <a:pt x="3" y="3"/>
                    <a:pt x="5" y="0"/>
                    <a:pt x="0" y="1"/>
                  </a:cubicBezTo>
                  <a:cubicBezTo>
                    <a:pt x="2" y="4"/>
                    <a:pt x="3" y="5"/>
                    <a:pt x="7" y="7"/>
                  </a:cubicBezTo>
                  <a:cubicBezTo>
                    <a:pt x="12" y="8"/>
                    <a:pt x="7" y="11"/>
                    <a:pt x="11" y="13"/>
                  </a:cubicBezTo>
                  <a:cubicBezTo>
                    <a:pt x="11" y="13"/>
                    <a:pt x="11" y="14"/>
                    <a:pt x="12" y="14"/>
                  </a:cubicBezTo>
                  <a:cubicBezTo>
                    <a:pt x="12" y="13"/>
                    <a:pt x="12" y="13"/>
                    <a:pt x="13" y="1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1" name="Freeform 22">
              <a:extLst>
                <a:ext uri="{FF2B5EF4-FFF2-40B4-BE49-F238E27FC236}">
                  <a16:creationId xmlns:a16="http://schemas.microsoft.com/office/drawing/2014/main" id="{F14C7C6D-1ECC-D52F-586F-4A94D5E76D96}"/>
                </a:ext>
              </a:extLst>
            </p:cNvPr>
            <p:cNvSpPr>
              <a:spLocks/>
            </p:cNvSpPr>
            <p:nvPr/>
          </p:nvSpPr>
          <p:spPr bwMode="auto">
            <a:xfrm>
              <a:off x="7749513" y="3960461"/>
              <a:ext cx="278338" cy="203429"/>
            </a:xfrm>
            <a:custGeom>
              <a:avLst/>
              <a:gdLst>
                <a:gd name="T0" fmla="*/ 95 w 103"/>
                <a:gd name="T1" fmla="*/ 42 h 73"/>
                <a:gd name="T2" fmla="*/ 92 w 103"/>
                <a:gd name="T3" fmla="*/ 36 h 73"/>
                <a:gd name="T4" fmla="*/ 87 w 103"/>
                <a:gd name="T5" fmla="*/ 31 h 73"/>
                <a:gd name="T6" fmla="*/ 84 w 103"/>
                <a:gd name="T7" fmla="*/ 26 h 73"/>
                <a:gd name="T8" fmla="*/ 77 w 103"/>
                <a:gd name="T9" fmla="*/ 23 h 73"/>
                <a:gd name="T10" fmla="*/ 76 w 103"/>
                <a:gd name="T11" fmla="*/ 21 h 73"/>
                <a:gd name="T12" fmla="*/ 72 w 103"/>
                <a:gd name="T13" fmla="*/ 20 h 73"/>
                <a:gd name="T14" fmla="*/ 73 w 103"/>
                <a:gd name="T15" fmla="*/ 17 h 73"/>
                <a:gd name="T16" fmla="*/ 73 w 103"/>
                <a:gd name="T17" fmla="*/ 10 h 73"/>
                <a:gd name="T18" fmla="*/ 67 w 103"/>
                <a:gd name="T19" fmla="*/ 2 h 73"/>
                <a:gd name="T20" fmla="*/ 65 w 103"/>
                <a:gd name="T21" fmla="*/ 1 h 73"/>
                <a:gd name="T22" fmla="*/ 58 w 103"/>
                <a:gd name="T23" fmla="*/ 4 h 73"/>
                <a:gd name="T24" fmla="*/ 57 w 103"/>
                <a:gd name="T25" fmla="*/ 8 h 73"/>
                <a:gd name="T26" fmla="*/ 48 w 103"/>
                <a:gd name="T27" fmla="*/ 16 h 73"/>
                <a:gd name="T28" fmla="*/ 36 w 103"/>
                <a:gd name="T29" fmla="*/ 19 h 73"/>
                <a:gd name="T30" fmla="*/ 36 w 103"/>
                <a:gd name="T31" fmla="*/ 23 h 73"/>
                <a:gd name="T32" fmla="*/ 28 w 103"/>
                <a:gd name="T33" fmla="*/ 27 h 73"/>
                <a:gd name="T34" fmla="*/ 19 w 103"/>
                <a:gd name="T35" fmla="*/ 30 h 73"/>
                <a:gd name="T36" fmla="*/ 14 w 103"/>
                <a:gd name="T37" fmla="*/ 30 h 73"/>
                <a:gd name="T38" fmla="*/ 9 w 103"/>
                <a:gd name="T39" fmla="*/ 32 h 73"/>
                <a:gd name="T40" fmla="*/ 8 w 103"/>
                <a:gd name="T41" fmla="*/ 31 h 73"/>
                <a:gd name="T42" fmla="*/ 4 w 103"/>
                <a:gd name="T43" fmla="*/ 37 h 73"/>
                <a:gd name="T44" fmla="*/ 0 w 103"/>
                <a:gd name="T45" fmla="*/ 45 h 73"/>
                <a:gd name="T46" fmla="*/ 1 w 103"/>
                <a:gd name="T47" fmla="*/ 52 h 73"/>
                <a:gd name="T48" fmla="*/ 3 w 103"/>
                <a:gd name="T49" fmla="*/ 59 h 73"/>
                <a:gd name="T50" fmla="*/ 5 w 103"/>
                <a:gd name="T51" fmla="*/ 64 h 73"/>
                <a:gd name="T52" fmla="*/ 7 w 103"/>
                <a:gd name="T53" fmla="*/ 66 h 73"/>
                <a:gd name="T54" fmla="*/ 12 w 103"/>
                <a:gd name="T55" fmla="*/ 72 h 73"/>
                <a:gd name="T56" fmla="*/ 13 w 103"/>
                <a:gd name="T57" fmla="*/ 73 h 73"/>
                <a:gd name="T58" fmla="*/ 14 w 103"/>
                <a:gd name="T59" fmla="*/ 72 h 73"/>
                <a:gd name="T60" fmla="*/ 16 w 103"/>
                <a:gd name="T61" fmla="*/ 66 h 73"/>
                <a:gd name="T62" fmla="*/ 20 w 103"/>
                <a:gd name="T63" fmla="*/ 65 h 73"/>
                <a:gd name="T64" fmla="*/ 24 w 103"/>
                <a:gd name="T65" fmla="*/ 64 h 73"/>
                <a:gd name="T66" fmla="*/ 31 w 103"/>
                <a:gd name="T67" fmla="*/ 65 h 73"/>
                <a:gd name="T68" fmla="*/ 31 w 103"/>
                <a:gd name="T69" fmla="*/ 59 h 73"/>
                <a:gd name="T70" fmla="*/ 40 w 103"/>
                <a:gd name="T71" fmla="*/ 53 h 73"/>
                <a:gd name="T72" fmla="*/ 47 w 103"/>
                <a:gd name="T73" fmla="*/ 57 h 73"/>
                <a:gd name="T74" fmla="*/ 63 w 103"/>
                <a:gd name="T75" fmla="*/ 60 h 73"/>
                <a:gd name="T76" fmla="*/ 65 w 103"/>
                <a:gd name="T77" fmla="*/ 55 h 73"/>
                <a:gd name="T78" fmla="*/ 72 w 103"/>
                <a:gd name="T79" fmla="*/ 55 h 73"/>
                <a:gd name="T80" fmla="*/ 81 w 103"/>
                <a:gd name="T81" fmla="*/ 52 h 73"/>
                <a:gd name="T82" fmla="*/ 88 w 103"/>
                <a:gd name="T83" fmla="*/ 51 h 73"/>
                <a:gd name="T84" fmla="*/ 97 w 103"/>
                <a:gd name="T85" fmla="*/ 52 h 73"/>
                <a:gd name="T86" fmla="*/ 103 w 103"/>
                <a:gd name="T87" fmla="*/ 51 h 73"/>
                <a:gd name="T88" fmla="*/ 101 w 103"/>
                <a:gd name="T89" fmla="*/ 46 h 73"/>
                <a:gd name="T90" fmla="*/ 95 w 103"/>
                <a:gd name="T91" fmla="*/ 4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3" h="73">
                  <a:moveTo>
                    <a:pt x="95" y="42"/>
                  </a:moveTo>
                  <a:cubicBezTo>
                    <a:pt x="95" y="40"/>
                    <a:pt x="95" y="39"/>
                    <a:pt x="92" y="36"/>
                  </a:cubicBezTo>
                  <a:cubicBezTo>
                    <a:pt x="89" y="33"/>
                    <a:pt x="87" y="33"/>
                    <a:pt x="87" y="31"/>
                  </a:cubicBezTo>
                  <a:cubicBezTo>
                    <a:pt x="87" y="30"/>
                    <a:pt x="86" y="29"/>
                    <a:pt x="84" y="26"/>
                  </a:cubicBezTo>
                  <a:cubicBezTo>
                    <a:pt x="81" y="23"/>
                    <a:pt x="77" y="23"/>
                    <a:pt x="77" y="23"/>
                  </a:cubicBezTo>
                  <a:cubicBezTo>
                    <a:pt x="76" y="21"/>
                    <a:pt x="76" y="21"/>
                    <a:pt x="76" y="21"/>
                  </a:cubicBezTo>
                  <a:cubicBezTo>
                    <a:pt x="72" y="20"/>
                    <a:pt x="72" y="20"/>
                    <a:pt x="72" y="20"/>
                  </a:cubicBezTo>
                  <a:cubicBezTo>
                    <a:pt x="72" y="20"/>
                    <a:pt x="70" y="18"/>
                    <a:pt x="73" y="17"/>
                  </a:cubicBezTo>
                  <a:cubicBezTo>
                    <a:pt x="76" y="15"/>
                    <a:pt x="73" y="11"/>
                    <a:pt x="73" y="10"/>
                  </a:cubicBezTo>
                  <a:cubicBezTo>
                    <a:pt x="72" y="8"/>
                    <a:pt x="68" y="3"/>
                    <a:pt x="67" y="2"/>
                  </a:cubicBezTo>
                  <a:cubicBezTo>
                    <a:pt x="66" y="2"/>
                    <a:pt x="66" y="2"/>
                    <a:pt x="65" y="1"/>
                  </a:cubicBezTo>
                  <a:cubicBezTo>
                    <a:pt x="63" y="0"/>
                    <a:pt x="60" y="2"/>
                    <a:pt x="58" y="4"/>
                  </a:cubicBezTo>
                  <a:cubicBezTo>
                    <a:pt x="57" y="6"/>
                    <a:pt x="58" y="7"/>
                    <a:pt x="57" y="8"/>
                  </a:cubicBezTo>
                  <a:cubicBezTo>
                    <a:pt x="55" y="9"/>
                    <a:pt x="51" y="13"/>
                    <a:pt x="48" y="16"/>
                  </a:cubicBezTo>
                  <a:cubicBezTo>
                    <a:pt x="46" y="20"/>
                    <a:pt x="39" y="18"/>
                    <a:pt x="36" y="19"/>
                  </a:cubicBezTo>
                  <a:cubicBezTo>
                    <a:pt x="34" y="20"/>
                    <a:pt x="37" y="22"/>
                    <a:pt x="36" y="23"/>
                  </a:cubicBezTo>
                  <a:cubicBezTo>
                    <a:pt x="34" y="25"/>
                    <a:pt x="30" y="27"/>
                    <a:pt x="28" y="27"/>
                  </a:cubicBezTo>
                  <a:cubicBezTo>
                    <a:pt x="27" y="28"/>
                    <a:pt x="21" y="28"/>
                    <a:pt x="19" y="30"/>
                  </a:cubicBezTo>
                  <a:cubicBezTo>
                    <a:pt x="17" y="32"/>
                    <a:pt x="15" y="28"/>
                    <a:pt x="14" y="30"/>
                  </a:cubicBezTo>
                  <a:cubicBezTo>
                    <a:pt x="12" y="33"/>
                    <a:pt x="10" y="33"/>
                    <a:pt x="9" y="32"/>
                  </a:cubicBezTo>
                  <a:cubicBezTo>
                    <a:pt x="9" y="32"/>
                    <a:pt x="8" y="32"/>
                    <a:pt x="8" y="31"/>
                  </a:cubicBezTo>
                  <a:cubicBezTo>
                    <a:pt x="7" y="33"/>
                    <a:pt x="5" y="34"/>
                    <a:pt x="4" y="37"/>
                  </a:cubicBezTo>
                  <a:cubicBezTo>
                    <a:pt x="3" y="40"/>
                    <a:pt x="0" y="43"/>
                    <a:pt x="0" y="45"/>
                  </a:cubicBezTo>
                  <a:cubicBezTo>
                    <a:pt x="0" y="47"/>
                    <a:pt x="1" y="49"/>
                    <a:pt x="1" y="52"/>
                  </a:cubicBezTo>
                  <a:cubicBezTo>
                    <a:pt x="1" y="55"/>
                    <a:pt x="2" y="56"/>
                    <a:pt x="3" y="59"/>
                  </a:cubicBezTo>
                  <a:cubicBezTo>
                    <a:pt x="5" y="61"/>
                    <a:pt x="5" y="64"/>
                    <a:pt x="5" y="64"/>
                  </a:cubicBezTo>
                  <a:cubicBezTo>
                    <a:pt x="5" y="64"/>
                    <a:pt x="5" y="65"/>
                    <a:pt x="7" y="66"/>
                  </a:cubicBezTo>
                  <a:cubicBezTo>
                    <a:pt x="8" y="68"/>
                    <a:pt x="12" y="70"/>
                    <a:pt x="12" y="72"/>
                  </a:cubicBezTo>
                  <a:cubicBezTo>
                    <a:pt x="12" y="72"/>
                    <a:pt x="13" y="73"/>
                    <a:pt x="13" y="73"/>
                  </a:cubicBezTo>
                  <a:cubicBezTo>
                    <a:pt x="14" y="73"/>
                    <a:pt x="14" y="73"/>
                    <a:pt x="14" y="72"/>
                  </a:cubicBezTo>
                  <a:cubicBezTo>
                    <a:pt x="16" y="70"/>
                    <a:pt x="16" y="66"/>
                    <a:pt x="16" y="66"/>
                  </a:cubicBezTo>
                  <a:cubicBezTo>
                    <a:pt x="20" y="65"/>
                    <a:pt x="20" y="65"/>
                    <a:pt x="20" y="65"/>
                  </a:cubicBezTo>
                  <a:cubicBezTo>
                    <a:pt x="24" y="64"/>
                    <a:pt x="24" y="64"/>
                    <a:pt x="24" y="64"/>
                  </a:cubicBezTo>
                  <a:cubicBezTo>
                    <a:pt x="31" y="65"/>
                    <a:pt x="31" y="65"/>
                    <a:pt x="31" y="65"/>
                  </a:cubicBezTo>
                  <a:cubicBezTo>
                    <a:pt x="31" y="59"/>
                    <a:pt x="31" y="59"/>
                    <a:pt x="31" y="59"/>
                  </a:cubicBezTo>
                  <a:cubicBezTo>
                    <a:pt x="31" y="59"/>
                    <a:pt x="36" y="53"/>
                    <a:pt x="40" y="53"/>
                  </a:cubicBezTo>
                  <a:cubicBezTo>
                    <a:pt x="44" y="53"/>
                    <a:pt x="47" y="57"/>
                    <a:pt x="47" y="57"/>
                  </a:cubicBezTo>
                  <a:cubicBezTo>
                    <a:pt x="63" y="60"/>
                    <a:pt x="63" y="60"/>
                    <a:pt x="63" y="60"/>
                  </a:cubicBezTo>
                  <a:cubicBezTo>
                    <a:pt x="63" y="60"/>
                    <a:pt x="64" y="56"/>
                    <a:pt x="65" y="55"/>
                  </a:cubicBezTo>
                  <a:cubicBezTo>
                    <a:pt x="67" y="54"/>
                    <a:pt x="70" y="56"/>
                    <a:pt x="72" y="55"/>
                  </a:cubicBezTo>
                  <a:cubicBezTo>
                    <a:pt x="74" y="54"/>
                    <a:pt x="77" y="52"/>
                    <a:pt x="81" y="52"/>
                  </a:cubicBezTo>
                  <a:cubicBezTo>
                    <a:pt x="85" y="52"/>
                    <a:pt x="86" y="54"/>
                    <a:pt x="88" y="51"/>
                  </a:cubicBezTo>
                  <a:cubicBezTo>
                    <a:pt x="89" y="48"/>
                    <a:pt x="97" y="52"/>
                    <a:pt x="97" y="52"/>
                  </a:cubicBezTo>
                  <a:cubicBezTo>
                    <a:pt x="103" y="51"/>
                    <a:pt x="103" y="51"/>
                    <a:pt x="103" y="51"/>
                  </a:cubicBezTo>
                  <a:cubicBezTo>
                    <a:pt x="101" y="46"/>
                    <a:pt x="101" y="46"/>
                    <a:pt x="101" y="46"/>
                  </a:cubicBezTo>
                  <a:cubicBezTo>
                    <a:pt x="101" y="46"/>
                    <a:pt x="95" y="43"/>
                    <a:pt x="95" y="4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2" name="Freeform 23">
              <a:extLst>
                <a:ext uri="{FF2B5EF4-FFF2-40B4-BE49-F238E27FC236}">
                  <a16:creationId xmlns:a16="http://schemas.microsoft.com/office/drawing/2014/main" id="{D990CF18-E21B-3993-E764-A40968F3716B}"/>
                </a:ext>
              </a:extLst>
            </p:cNvPr>
            <p:cNvSpPr>
              <a:spLocks/>
            </p:cNvSpPr>
            <p:nvPr/>
          </p:nvSpPr>
          <p:spPr bwMode="auto">
            <a:xfrm>
              <a:off x="7482581" y="3894612"/>
              <a:ext cx="272635" cy="232826"/>
            </a:xfrm>
            <a:custGeom>
              <a:avLst/>
              <a:gdLst>
                <a:gd name="T0" fmla="*/ 62 w 101"/>
                <a:gd name="T1" fmla="*/ 61 h 84"/>
                <a:gd name="T2" fmla="*/ 67 w 101"/>
                <a:gd name="T3" fmla="*/ 60 h 84"/>
                <a:gd name="T4" fmla="*/ 73 w 101"/>
                <a:gd name="T5" fmla="*/ 65 h 84"/>
                <a:gd name="T6" fmla="*/ 77 w 101"/>
                <a:gd name="T7" fmla="*/ 61 h 84"/>
                <a:gd name="T8" fmla="*/ 83 w 101"/>
                <a:gd name="T9" fmla="*/ 48 h 84"/>
                <a:gd name="T10" fmla="*/ 87 w 101"/>
                <a:gd name="T11" fmla="*/ 43 h 84"/>
                <a:gd name="T12" fmla="*/ 88 w 101"/>
                <a:gd name="T13" fmla="*/ 38 h 84"/>
                <a:gd name="T14" fmla="*/ 90 w 101"/>
                <a:gd name="T15" fmla="*/ 33 h 84"/>
                <a:gd name="T16" fmla="*/ 95 w 101"/>
                <a:gd name="T17" fmla="*/ 24 h 84"/>
                <a:gd name="T18" fmla="*/ 100 w 101"/>
                <a:gd name="T19" fmla="*/ 21 h 84"/>
                <a:gd name="T20" fmla="*/ 99 w 101"/>
                <a:gd name="T21" fmla="*/ 16 h 84"/>
                <a:gd name="T22" fmla="*/ 96 w 101"/>
                <a:gd name="T23" fmla="*/ 12 h 84"/>
                <a:gd name="T24" fmla="*/ 96 w 101"/>
                <a:gd name="T25" fmla="*/ 8 h 84"/>
                <a:gd name="T26" fmla="*/ 93 w 101"/>
                <a:gd name="T27" fmla="*/ 4 h 84"/>
                <a:gd name="T28" fmla="*/ 90 w 101"/>
                <a:gd name="T29" fmla="*/ 3 h 84"/>
                <a:gd name="T30" fmla="*/ 84 w 101"/>
                <a:gd name="T31" fmla="*/ 8 h 84"/>
                <a:gd name="T32" fmla="*/ 77 w 101"/>
                <a:gd name="T33" fmla="*/ 6 h 84"/>
                <a:gd name="T34" fmla="*/ 66 w 101"/>
                <a:gd name="T35" fmla="*/ 6 h 84"/>
                <a:gd name="T36" fmla="*/ 60 w 101"/>
                <a:gd name="T37" fmla="*/ 10 h 84"/>
                <a:gd name="T38" fmla="*/ 52 w 101"/>
                <a:gd name="T39" fmla="*/ 10 h 84"/>
                <a:gd name="T40" fmla="*/ 45 w 101"/>
                <a:gd name="T41" fmla="*/ 7 h 84"/>
                <a:gd name="T42" fmla="*/ 38 w 101"/>
                <a:gd name="T43" fmla="*/ 9 h 84"/>
                <a:gd name="T44" fmla="*/ 34 w 101"/>
                <a:gd name="T45" fmla="*/ 4 h 84"/>
                <a:gd name="T46" fmla="*/ 27 w 101"/>
                <a:gd name="T47" fmla="*/ 2 h 84"/>
                <a:gd name="T48" fmla="*/ 22 w 101"/>
                <a:gd name="T49" fmla="*/ 4 h 84"/>
                <a:gd name="T50" fmla="*/ 14 w 101"/>
                <a:gd name="T51" fmla="*/ 4 h 84"/>
                <a:gd name="T52" fmla="*/ 12 w 101"/>
                <a:gd name="T53" fmla="*/ 11 h 84"/>
                <a:gd name="T54" fmla="*/ 9 w 101"/>
                <a:gd name="T55" fmla="*/ 17 h 84"/>
                <a:gd name="T56" fmla="*/ 8 w 101"/>
                <a:gd name="T57" fmla="*/ 18 h 84"/>
                <a:gd name="T58" fmla="*/ 9 w 101"/>
                <a:gd name="T59" fmla="*/ 24 h 84"/>
                <a:gd name="T60" fmla="*/ 8 w 101"/>
                <a:gd name="T61" fmla="*/ 36 h 84"/>
                <a:gd name="T62" fmla="*/ 5 w 101"/>
                <a:gd name="T63" fmla="*/ 41 h 84"/>
                <a:gd name="T64" fmla="*/ 1 w 101"/>
                <a:gd name="T65" fmla="*/ 47 h 84"/>
                <a:gd name="T66" fmla="*/ 1 w 101"/>
                <a:gd name="T67" fmla="*/ 57 h 84"/>
                <a:gd name="T68" fmla="*/ 4 w 101"/>
                <a:gd name="T69" fmla="*/ 63 h 84"/>
                <a:gd name="T70" fmla="*/ 4 w 101"/>
                <a:gd name="T71" fmla="*/ 64 h 84"/>
                <a:gd name="T72" fmla="*/ 16 w 101"/>
                <a:gd name="T73" fmla="*/ 67 h 84"/>
                <a:gd name="T74" fmla="*/ 24 w 101"/>
                <a:gd name="T75" fmla="*/ 75 h 84"/>
                <a:gd name="T76" fmla="*/ 29 w 101"/>
                <a:gd name="T77" fmla="*/ 83 h 84"/>
                <a:gd name="T78" fmla="*/ 37 w 101"/>
                <a:gd name="T79" fmla="*/ 81 h 84"/>
                <a:gd name="T80" fmla="*/ 49 w 101"/>
                <a:gd name="T81" fmla="*/ 79 h 84"/>
                <a:gd name="T82" fmla="*/ 50 w 101"/>
                <a:gd name="T83" fmla="*/ 79 h 84"/>
                <a:gd name="T84" fmla="*/ 52 w 101"/>
                <a:gd name="T85" fmla="*/ 70 h 84"/>
                <a:gd name="T86" fmla="*/ 62 w 101"/>
                <a:gd name="T87"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84">
                  <a:moveTo>
                    <a:pt x="62" y="61"/>
                  </a:moveTo>
                  <a:cubicBezTo>
                    <a:pt x="63" y="61"/>
                    <a:pt x="65" y="62"/>
                    <a:pt x="67" y="60"/>
                  </a:cubicBezTo>
                  <a:cubicBezTo>
                    <a:pt x="69" y="59"/>
                    <a:pt x="73" y="62"/>
                    <a:pt x="73" y="65"/>
                  </a:cubicBezTo>
                  <a:cubicBezTo>
                    <a:pt x="74" y="67"/>
                    <a:pt x="75" y="64"/>
                    <a:pt x="77" y="61"/>
                  </a:cubicBezTo>
                  <a:cubicBezTo>
                    <a:pt x="78" y="58"/>
                    <a:pt x="83" y="50"/>
                    <a:pt x="83" y="48"/>
                  </a:cubicBezTo>
                  <a:cubicBezTo>
                    <a:pt x="83" y="46"/>
                    <a:pt x="87" y="44"/>
                    <a:pt x="87" y="43"/>
                  </a:cubicBezTo>
                  <a:cubicBezTo>
                    <a:pt x="87" y="42"/>
                    <a:pt x="87" y="39"/>
                    <a:pt x="88" y="38"/>
                  </a:cubicBezTo>
                  <a:cubicBezTo>
                    <a:pt x="89" y="38"/>
                    <a:pt x="90" y="34"/>
                    <a:pt x="90" y="33"/>
                  </a:cubicBezTo>
                  <a:cubicBezTo>
                    <a:pt x="90" y="32"/>
                    <a:pt x="94" y="25"/>
                    <a:pt x="95" y="24"/>
                  </a:cubicBezTo>
                  <a:cubicBezTo>
                    <a:pt x="96" y="23"/>
                    <a:pt x="99" y="23"/>
                    <a:pt x="100" y="21"/>
                  </a:cubicBezTo>
                  <a:cubicBezTo>
                    <a:pt x="100" y="19"/>
                    <a:pt x="101" y="16"/>
                    <a:pt x="99" y="16"/>
                  </a:cubicBezTo>
                  <a:cubicBezTo>
                    <a:pt x="98" y="15"/>
                    <a:pt x="96" y="14"/>
                    <a:pt x="96" y="12"/>
                  </a:cubicBezTo>
                  <a:cubicBezTo>
                    <a:pt x="96" y="12"/>
                    <a:pt x="96" y="10"/>
                    <a:pt x="96" y="8"/>
                  </a:cubicBezTo>
                  <a:cubicBezTo>
                    <a:pt x="94" y="8"/>
                    <a:pt x="94" y="6"/>
                    <a:pt x="93" y="4"/>
                  </a:cubicBezTo>
                  <a:cubicBezTo>
                    <a:pt x="92" y="3"/>
                    <a:pt x="92" y="2"/>
                    <a:pt x="90" y="3"/>
                  </a:cubicBezTo>
                  <a:cubicBezTo>
                    <a:pt x="88" y="3"/>
                    <a:pt x="86" y="7"/>
                    <a:pt x="84" y="8"/>
                  </a:cubicBezTo>
                  <a:cubicBezTo>
                    <a:pt x="82" y="9"/>
                    <a:pt x="79" y="7"/>
                    <a:pt x="77" y="6"/>
                  </a:cubicBezTo>
                  <a:cubicBezTo>
                    <a:pt x="76" y="6"/>
                    <a:pt x="69" y="6"/>
                    <a:pt x="66" y="6"/>
                  </a:cubicBezTo>
                  <a:cubicBezTo>
                    <a:pt x="64" y="6"/>
                    <a:pt x="62" y="9"/>
                    <a:pt x="60" y="10"/>
                  </a:cubicBezTo>
                  <a:cubicBezTo>
                    <a:pt x="58" y="11"/>
                    <a:pt x="53" y="11"/>
                    <a:pt x="52" y="10"/>
                  </a:cubicBezTo>
                  <a:cubicBezTo>
                    <a:pt x="50" y="10"/>
                    <a:pt x="47" y="7"/>
                    <a:pt x="45" y="7"/>
                  </a:cubicBezTo>
                  <a:cubicBezTo>
                    <a:pt x="44" y="7"/>
                    <a:pt x="41" y="7"/>
                    <a:pt x="38" y="9"/>
                  </a:cubicBezTo>
                  <a:cubicBezTo>
                    <a:pt x="36" y="10"/>
                    <a:pt x="35" y="6"/>
                    <a:pt x="34" y="4"/>
                  </a:cubicBezTo>
                  <a:cubicBezTo>
                    <a:pt x="32" y="2"/>
                    <a:pt x="29" y="4"/>
                    <a:pt x="27" y="2"/>
                  </a:cubicBezTo>
                  <a:cubicBezTo>
                    <a:pt x="25" y="0"/>
                    <a:pt x="24" y="4"/>
                    <a:pt x="22" y="4"/>
                  </a:cubicBezTo>
                  <a:cubicBezTo>
                    <a:pt x="20" y="4"/>
                    <a:pt x="16" y="3"/>
                    <a:pt x="14" y="4"/>
                  </a:cubicBezTo>
                  <a:cubicBezTo>
                    <a:pt x="13" y="5"/>
                    <a:pt x="13" y="10"/>
                    <a:pt x="12" y="11"/>
                  </a:cubicBezTo>
                  <a:cubicBezTo>
                    <a:pt x="12" y="11"/>
                    <a:pt x="9" y="15"/>
                    <a:pt x="9" y="17"/>
                  </a:cubicBezTo>
                  <a:cubicBezTo>
                    <a:pt x="9" y="17"/>
                    <a:pt x="8" y="18"/>
                    <a:pt x="8" y="18"/>
                  </a:cubicBezTo>
                  <a:cubicBezTo>
                    <a:pt x="8" y="20"/>
                    <a:pt x="9" y="23"/>
                    <a:pt x="9" y="24"/>
                  </a:cubicBezTo>
                  <a:cubicBezTo>
                    <a:pt x="9" y="26"/>
                    <a:pt x="10" y="34"/>
                    <a:pt x="8" y="36"/>
                  </a:cubicBezTo>
                  <a:cubicBezTo>
                    <a:pt x="6" y="38"/>
                    <a:pt x="5" y="41"/>
                    <a:pt x="5" y="41"/>
                  </a:cubicBezTo>
                  <a:cubicBezTo>
                    <a:pt x="5" y="41"/>
                    <a:pt x="2" y="43"/>
                    <a:pt x="1" y="47"/>
                  </a:cubicBezTo>
                  <a:cubicBezTo>
                    <a:pt x="0" y="51"/>
                    <a:pt x="1" y="54"/>
                    <a:pt x="1" y="57"/>
                  </a:cubicBezTo>
                  <a:cubicBezTo>
                    <a:pt x="1" y="59"/>
                    <a:pt x="3" y="61"/>
                    <a:pt x="4" y="63"/>
                  </a:cubicBezTo>
                  <a:cubicBezTo>
                    <a:pt x="4" y="63"/>
                    <a:pt x="4" y="63"/>
                    <a:pt x="4" y="64"/>
                  </a:cubicBezTo>
                  <a:cubicBezTo>
                    <a:pt x="5" y="66"/>
                    <a:pt x="12" y="66"/>
                    <a:pt x="16" y="67"/>
                  </a:cubicBezTo>
                  <a:cubicBezTo>
                    <a:pt x="20" y="68"/>
                    <a:pt x="25" y="73"/>
                    <a:pt x="24" y="75"/>
                  </a:cubicBezTo>
                  <a:cubicBezTo>
                    <a:pt x="24" y="77"/>
                    <a:pt x="27" y="82"/>
                    <a:pt x="29" y="83"/>
                  </a:cubicBezTo>
                  <a:cubicBezTo>
                    <a:pt x="31" y="84"/>
                    <a:pt x="35" y="81"/>
                    <a:pt x="37" y="81"/>
                  </a:cubicBezTo>
                  <a:cubicBezTo>
                    <a:pt x="40" y="81"/>
                    <a:pt x="47" y="81"/>
                    <a:pt x="49" y="79"/>
                  </a:cubicBezTo>
                  <a:cubicBezTo>
                    <a:pt x="49" y="79"/>
                    <a:pt x="50" y="79"/>
                    <a:pt x="50" y="79"/>
                  </a:cubicBezTo>
                  <a:cubicBezTo>
                    <a:pt x="52" y="75"/>
                    <a:pt x="52" y="70"/>
                    <a:pt x="52" y="70"/>
                  </a:cubicBezTo>
                  <a:cubicBezTo>
                    <a:pt x="52" y="70"/>
                    <a:pt x="61" y="61"/>
                    <a:pt x="62" y="6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3" name="Freeform 24">
              <a:extLst>
                <a:ext uri="{FF2B5EF4-FFF2-40B4-BE49-F238E27FC236}">
                  <a16:creationId xmlns:a16="http://schemas.microsoft.com/office/drawing/2014/main" id="{142EE5AD-4B7A-47A7-51EF-58DF62825BC7}"/>
                </a:ext>
              </a:extLst>
            </p:cNvPr>
            <p:cNvSpPr>
              <a:spLocks/>
            </p:cNvSpPr>
            <p:nvPr/>
          </p:nvSpPr>
          <p:spPr bwMode="auto">
            <a:xfrm>
              <a:off x="7439234" y="3929888"/>
              <a:ext cx="70725" cy="148162"/>
            </a:xfrm>
            <a:custGeom>
              <a:avLst/>
              <a:gdLst>
                <a:gd name="T0" fmla="*/ 17 w 26"/>
                <a:gd name="T1" fmla="*/ 34 h 53"/>
                <a:gd name="T2" fmla="*/ 21 w 26"/>
                <a:gd name="T3" fmla="*/ 28 h 53"/>
                <a:gd name="T4" fmla="*/ 24 w 26"/>
                <a:gd name="T5" fmla="*/ 23 h 53"/>
                <a:gd name="T6" fmla="*/ 25 w 26"/>
                <a:gd name="T7" fmla="*/ 11 h 53"/>
                <a:gd name="T8" fmla="*/ 24 w 26"/>
                <a:gd name="T9" fmla="*/ 5 h 53"/>
                <a:gd name="T10" fmla="*/ 21 w 26"/>
                <a:gd name="T11" fmla="*/ 5 h 53"/>
                <a:gd name="T12" fmla="*/ 18 w 26"/>
                <a:gd name="T13" fmla="*/ 1 h 53"/>
                <a:gd name="T14" fmla="*/ 15 w 26"/>
                <a:gd name="T15" fmla="*/ 5 h 53"/>
                <a:gd name="T16" fmla="*/ 13 w 26"/>
                <a:gd name="T17" fmla="*/ 8 h 53"/>
                <a:gd name="T18" fmla="*/ 6 w 26"/>
                <a:gd name="T19" fmla="*/ 10 h 53"/>
                <a:gd name="T20" fmla="*/ 1 w 26"/>
                <a:gd name="T21" fmla="*/ 13 h 53"/>
                <a:gd name="T22" fmla="*/ 0 w 26"/>
                <a:gd name="T23" fmla="*/ 13 h 53"/>
                <a:gd name="T24" fmla="*/ 5 w 26"/>
                <a:gd name="T25" fmla="*/ 21 h 53"/>
                <a:gd name="T26" fmla="*/ 6 w 26"/>
                <a:gd name="T27" fmla="*/ 27 h 53"/>
                <a:gd name="T28" fmla="*/ 8 w 26"/>
                <a:gd name="T29" fmla="*/ 37 h 53"/>
                <a:gd name="T30" fmla="*/ 8 w 26"/>
                <a:gd name="T31" fmla="*/ 53 h 53"/>
                <a:gd name="T32" fmla="*/ 14 w 26"/>
                <a:gd name="T33" fmla="*/ 52 h 53"/>
                <a:gd name="T34" fmla="*/ 20 w 26"/>
                <a:gd name="T35" fmla="*/ 50 h 53"/>
                <a:gd name="T36" fmla="*/ 17 w 26"/>
                <a:gd name="T37" fmla="*/ 44 h 53"/>
                <a:gd name="T38" fmla="*/ 17 w 26"/>
                <a:gd name="T39" fmla="*/ 3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53">
                  <a:moveTo>
                    <a:pt x="17" y="34"/>
                  </a:moveTo>
                  <a:cubicBezTo>
                    <a:pt x="18" y="30"/>
                    <a:pt x="21" y="28"/>
                    <a:pt x="21" y="28"/>
                  </a:cubicBezTo>
                  <a:cubicBezTo>
                    <a:pt x="21" y="28"/>
                    <a:pt x="22" y="25"/>
                    <a:pt x="24" y="23"/>
                  </a:cubicBezTo>
                  <a:cubicBezTo>
                    <a:pt x="26" y="21"/>
                    <a:pt x="25" y="13"/>
                    <a:pt x="25" y="11"/>
                  </a:cubicBezTo>
                  <a:cubicBezTo>
                    <a:pt x="25" y="10"/>
                    <a:pt x="24" y="7"/>
                    <a:pt x="24" y="5"/>
                  </a:cubicBezTo>
                  <a:cubicBezTo>
                    <a:pt x="23" y="6"/>
                    <a:pt x="22" y="6"/>
                    <a:pt x="21" y="5"/>
                  </a:cubicBezTo>
                  <a:cubicBezTo>
                    <a:pt x="19" y="4"/>
                    <a:pt x="21" y="2"/>
                    <a:pt x="18" y="1"/>
                  </a:cubicBezTo>
                  <a:cubicBezTo>
                    <a:pt x="16" y="0"/>
                    <a:pt x="15" y="3"/>
                    <a:pt x="15" y="5"/>
                  </a:cubicBezTo>
                  <a:cubicBezTo>
                    <a:pt x="16" y="7"/>
                    <a:pt x="14" y="7"/>
                    <a:pt x="13" y="8"/>
                  </a:cubicBezTo>
                  <a:cubicBezTo>
                    <a:pt x="12" y="10"/>
                    <a:pt x="8" y="10"/>
                    <a:pt x="6" y="10"/>
                  </a:cubicBezTo>
                  <a:cubicBezTo>
                    <a:pt x="5" y="10"/>
                    <a:pt x="3" y="13"/>
                    <a:pt x="1" y="13"/>
                  </a:cubicBezTo>
                  <a:cubicBezTo>
                    <a:pt x="1" y="13"/>
                    <a:pt x="1" y="13"/>
                    <a:pt x="0" y="13"/>
                  </a:cubicBezTo>
                  <a:cubicBezTo>
                    <a:pt x="0" y="20"/>
                    <a:pt x="2" y="19"/>
                    <a:pt x="5" y="21"/>
                  </a:cubicBezTo>
                  <a:cubicBezTo>
                    <a:pt x="8" y="23"/>
                    <a:pt x="5" y="26"/>
                    <a:pt x="6" y="27"/>
                  </a:cubicBezTo>
                  <a:cubicBezTo>
                    <a:pt x="8" y="29"/>
                    <a:pt x="7" y="33"/>
                    <a:pt x="8" y="37"/>
                  </a:cubicBezTo>
                  <a:cubicBezTo>
                    <a:pt x="8" y="40"/>
                    <a:pt x="8" y="47"/>
                    <a:pt x="8" y="53"/>
                  </a:cubicBezTo>
                  <a:cubicBezTo>
                    <a:pt x="10" y="52"/>
                    <a:pt x="13" y="52"/>
                    <a:pt x="14" y="52"/>
                  </a:cubicBezTo>
                  <a:cubicBezTo>
                    <a:pt x="17" y="52"/>
                    <a:pt x="18" y="49"/>
                    <a:pt x="20" y="50"/>
                  </a:cubicBezTo>
                  <a:cubicBezTo>
                    <a:pt x="19" y="48"/>
                    <a:pt x="17" y="46"/>
                    <a:pt x="17" y="44"/>
                  </a:cubicBezTo>
                  <a:cubicBezTo>
                    <a:pt x="17" y="41"/>
                    <a:pt x="16" y="38"/>
                    <a:pt x="17" y="3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4" name="Freeform 25">
              <a:extLst>
                <a:ext uri="{FF2B5EF4-FFF2-40B4-BE49-F238E27FC236}">
                  <a16:creationId xmlns:a16="http://schemas.microsoft.com/office/drawing/2014/main" id="{5E0E3AF9-E961-9C08-82CF-737E1B699468}"/>
                </a:ext>
              </a:extLst>
            </p:cNvPr>
            <p:cNvSpPr>
              <a:spLocks/>
            </p:cNvSpPr>
            <p:nvPr/>
          </p:nvSpPr>
          <p:spPr bwMode="auto">
            <a:xfrm>
              <a:off x="7420981" y="3963989"/>
              <a:ext cx="39926" cy="122293"/>
            </a:xfrm>
            <a:custGeom>
              <a:avLst/>
              <a:gdLst>
                <a:gd name="T0" fmla="*/ 13 w 15"/>
                <a:gd name="T1" fmla="*/ 15 h 44"/>
                <a:gd name="T2" fmla="*/ 12 w 15"/>
                <a:gd name="T3" fmla="*/ 9 h 44"/>
                <a:gd name="T4" fmla="*/ 7 w 15"/>
                <a:gd name="T5" fmla="*/ 1 h 44"/>
                <a:gd name="T6" fmla="*/ 1 w 15"/>
                <a:gd name="T7" fmla="*/ 0 h 44"/>
                <a:gd name="T8" fmla="*/ 0 w 15"/>
                <a:gd name="T9" fmla="*/ 0 h 44"/>
                <a:gd name="T10" fmla="*/ 1 w 15"/>
                <a:gd name="T11" fmla="*/ 6 h 44"/>
                <a:gd name="T12" fmla="*/ 3 w 15"/>
                <a:gd name="T13" fmla="*/ 11 h 44"/>
                <a:gd name="T14" fmla="*/ 4 w 15"/>
                <a:gd name="T15" fmla="*/ 22 h 44"/>
                <a:gd name="T16" fmla="*/ 6 w 15"/>
                <a:gd name="T17" fmla="*/ 34 h 44"/>
                <a:gd name="T18" fmla="*/ 9 w 15"/>
                <a:gd name="T19" fmla="*/ 44 h 44"/>
                <a:gd name="T20" fmla="*/ 11 w 15"/>
                <a:gd name="T21" fmla="*/ 43 h 44"/>
                <a:gd name="T22" fmla="*/ 15 w 15"/>
                <a:gd name="T23" fmla="*/ 41 h 44"/>
                <a:gd name="T24" fmla="*/ 15 w 15"/>
                <a:gd name="T25" fmla="*/ 25 h 44"/>
                <a:gd name="T26" fmla="*/ 13 w 15"/>
                <a:gd name="T27" fmla="*/ 1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4">
                  <a:moveTo>
                    <a:pt x="13" y="15"/>
                  </a:moveTo>
                  <a:cubicBezTo>
                    <a:pt x="12" y="14"/>
                    <a:pt x="15" y="11"/>
                    <a:pt x="12" y="9"/>
                  </a:cubicBezTo>
                  <a:cubicBezTo>
                    <a:pt x="9" y="7"/>
                    <a:pt x="7" y="8"/>
                    <a:pt x="7" y="1"/>
                  </a:cubicBezTo>
                  <a:cubicBezTo>
                    <a:pt x="5" y="1"/>
                    <a:pt x="3" y="0"/>
                    <a:pt x="1" y="0"/>
                  </a:cubicBezTo>
                  <a:cubicBezTo>
                    <a:pt x="0" y="0"/>
                    <a:pt x="0" y="0"/>
                    <a:pt x="0" y="0"/>
                  </a:cubicBezTo>
                  <a:cubicBezTo>
                    <a:pt x="0" y="3"/>
                    <a:pt x="1" y="5"/>
                    <a:pt x="1" y="6"/>
                  </a:cubicBezTo>
                  <a:cubicBezTo>
                    <a:pt x="3" y="6"/>
                    <a:pt x="4" y="8"/>
                    <a:pt x="3" y="11"/>
                  </a:cubicBezTo>
                  <a:cubicBezTo>
                    <a:pt x="3" y="13"/>
                    <a:pt x="3" y="20"/>
                    <a:pt x="4" y="22"/>
                  </a:cubicBezTo>
                  <a:cubicBezTo>
                    <a:pt x="5" y="25"/>
                    <a:pt x="6" y="30"/>
                    <a:pt x="6" y="34"/>
                  </a:cubicBezTo>
                  <a:cubicBezTo>
                    <a:pt x="6" y="37"/>
                    <a:pt x="7" y="41"/>
                    <a:pt x="9" y="44"/>
                  </a:cubicBezTo>
                  <a:cubicBezTo>
                    <a:pt x="10" y="43"/>
                    <a:pt x="10" y="43"/>
                    <a:pt x="11" y="43"/>
                  </a:cubicBezTo>
                  <a:cubicBezTo>
                    <a:pt x="12" y="42"/>
                    <a:pt x="14" y="41"/>
                    <a:pt x="15" y="41"/>
                  </a:cubicBezTo>
                  <a:cubicBezTo>
                    <a:pt x="15" y="35"/>
                    <a:pt x="15" y="28"/>
                    <a:pt x="15" y="25"/>
                  </a:cubicBezTo>
                  <a:cubicBezTo>
                    <a:pt x="14" y="21"/>
                    <a:pt x="15" y="17"/>
                    <a:pt x="13" y="1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5" name="Freeform 26">
              <a:extLst>
                <a:ext uri="{FF2B5EF4-FFF2-40B4-BE49-F238E27FC236}">
                  <a16:creationId xmlns:a16="http://schemas.microsoft.com/office/drawing/2014/main" id="{A578BE1C-FDC2-D69D-600C-7721658AE9F2}"/>
                </a:ext>
              </a:extLst>
            </p:cNvPr>
            <p:cNvSpPr>
              <a:spLocks/>
            </p:cNvSpPr>
            <p:nvPr/>
          </p:nvSpPr>
          <p:spPr bwMode="auto">
            <a:xfrm>
              <a:off x="7618328" y="3916953"/>
              <a:ext cx="166547" cy="269279"/>
            </a:xfrm>
            <a:custGeom>
              <a:avLst/>
              <a:gdLst>
                <a:gd name="T0" fmla="*/ 26 w 62"/>
                <a:gd name="T1" fmla="*/ 92 h 97"/>
                <a:gd name="T2" fmla="*/ 48 w 62"/>
                <a:gd name="T3" fmla="*/ 93 h 97"/>
                <a:gd name="T4" fmla="*/ 60 w 62"/>
                <a:gd name="T5" fmla="*/ 97 h 97"/>
                <a:gd name="T6" fmla="*/ 62 w 62"/>
                <a:gd name="T7" fmla="*/ 89 h 97"/>
                <a:gd name="T8" fmla="*/ 61 w 62"/>
                <a:gd name="T9" fmla="*/ 88 h 97"/>
                <a:gd name="T10" fmla="*/ 56 w 62"/>
                <a:gd name="T11" fmla="*/ 82 h 97"/>
                <a:gd name="T12" fmla="*/ 54 w 62"/>
                <a:gd name="T13" fmla="*/ 80 h 97"/>
                <a:gd name="T14" fmla="*/ 52 w 62"/>
                <a:gd name="T15" fmla="*/ 75 h 97"/>
                <a:gd name="T16" fmla="*/ 50 w 62"/>
                <a:gd name="T17" fmla="*/ 68 h 97"/>
                <a:gd name="T18" fmla="*/ 49 w 62"/>
                <a:gd name="T19" fmla="*/ 61 h 97"/>
                <a:gd name="T20" fmla="*/ 53 w 62"/>
                <a:gd name="T21" fmla="*/ 53 h 97"/>
                <a:gd name="T22" fmla="*/ 57 w 62"/>
                <a:gd name="T23" fmla="*/ 47 h 97"/>
                <a:gd name="T24" fmla="*/ 55 w 62"/>
                <a:gd name="T25" fmla="*/ 41 h 97"/>
                <a:gd name="T26" fmla="*/ 48 w 62"/>
                <a:gd name="T27" fmla="*/ 34 h 97"/>
                <a:gd name="T28" fmla="*/ 46 w 62"/>
                <a:gd name="T29" fmla="*/ 28 h 97"/>
                <a:gd name="T30" fmla="*/ 53 w 62"/>
                <a:gd name="T31" fmla="*/ 27 h 97"/>
                <a:gd name="T32" fmla="*/ 56 w 62"/>
                <a:gd name="T33" fmla="*/ 26 h 97"/>
                <a:gd name="T34" fmla="*/ 53 w 62"/>
                <a:gd name="T35" fmla="*/ 15 h 97"/>
                <a:gd name="T36" fmla="*/ 52 w 62"/>
                <a:gd name="T37" fmla="*/ 8 h 97"/>
                <a:gd name="T38" fmla="*/ 47 w 62"/>
                <a:gd name="T39" fmla="*/ 0 h 97"/>
                <a:gd name="T40" fmla="*/ 46 w 62"/>
                <a:gd name="T41" fmla="*/ 0 h 97"/>
                <a:gd name="T42" fmla="*/ 46 w 62"/>
                <a:gd name="T43" fmla="*/ 4 h 97"/>
                <a:gd name="T44" fmla="*/ 49 w 62"/>
                <a:gd name="T45" fmla="*/ 8 h 97"/>
                <a:gd name="T46" fmla="*/ 50 w 62"/>
                <a:gd name="T47" fmla="*/ 13 h 97"/>
                <a:gd name="T48" fmla="*/ 45 w 62"/>
                <a:gd name="T49" fmla="*/ 16 h 97"/>
                <a:gd name="T50" fmla="*/ 40 w 62"/>
                <a:gd name="T51" fmla="*/ 25 h 97"/>
                <a:gd name="T52" fmla="*/ 38 w 62"/>
                <a:gd name="T53" fmla="*/ 30 h 97"/>
                <a:gd name="T54" fmla="*/ 37 w 62"/>
                <a:gd name="T55" fmla="*/ 35 h 97"/>
                <a:gd name="T56" fmla="*/ 33 w 62"/>
                <a:gd name="T57" fmla="*/ 40 h 97"/>
                <a:gd name="T58" fmla="*/ 27 w 62"/>
                <a:gd name="T59" fmla="*/ 53 h 97"/>
                <a:gd name="T60" fmla="*/ 23 w 62"/>
                <a:gd name="T61" fmla="*/ 57 h 97"/>
                <a:gd name="T62" fmla="*/ 17 w 62"/>
                <a:gd name="T63" fmla="*/ 52 h 97"/>
                <a:gd name="T64" fmla="*/ 12 w 62"/>
                <a:gd name="T65" fmla="*/ 53 h 97"/>
                <a:gd name="T66" fmla="*/ 2 w 62"/>
                <a:gd name="T67" fmla="*/ 62 h 97"/>
                <a:gd name="T68" fmla="*/ 0 w 62"/>
                <a:gd name="T69" fmla="*/ 71 h 97"/>
                <a:gd name="T70" fmla="*/ 4 w 62"/>
                <a:gd name="T71" fmla="*/ 76 h 97"/>
                <a:gd name="T72" fmla="*/ 10 w 62"/>
                <a:gd name="T73" fmla="*/ 77 h 97"/>
                <a:gd name="T74" fmla="*/ 12 w 62"/>
                <a:gd name="T75" fmla="*/ 86 h 97"/>
                <a:gd name="T76" fmla="*/ 11 w 62"/>
                <a:gd name="T77" fmla="*/ 93 h 97"/>
                <a:gd name="T78" fmla="*/ 22 w 62"/>
                <a:gd name="T79" fmla="*/ 93 h 97"/>
                <a:gd name="T80" fmla="*/ 26 w 62"/>
                <a:gd name="T81" fmla="*/ 9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2" h="97">
                  <a:moveTo>
                    <a:pt x="26" y="92"/>
                  </a:moveTo>
                  <a:cubicBezTo>
                    <a:pt x="26" y="92"/>
                    <a:pt x="46" y="93"/>
                    <a:pt x="48" y="93"/>
                  </a:cubicBezTo>
                  <a:cubicBezTo>
                    <a:pt x="51" y="92"/>
                    <a:pt x="60" y="97"/>
                    <a:pt x="60" y="97"/>
                  </a:cubicBezTo>
                  <a:cubicBezTo>
                    <a:pt x="60" y="97"/>
                    <a:pt x="61" y="92"/>
                    <a:pt x="62" y="89"/>
                  </a:cubicBezTo>
                  <a:cubicBezTo>
                    <a:pt x="62" y="89"/>
                    <a:pt x="61" y="88"/>
                    <a:pt x="61" y="88"/>
                  </a:cubicBezTo>
                  <a:cubicBezTo>
                    <a:pt x="61" y="86"/>
                    <a:pt x="57" y="84"/>
                    <a:pt x="56" y="82"/>
                  </a:cubicBezTo>
                  <a:cubicBezTo>
                    <a:pt x="54" y="81"/>
                    <a:pt x="54" y="80"/>
                    <a:pt x="54" y="80"/>
                  </a:cubicBezTo>
                  <a:cubicBezTo>
                    <a:pt x="54" y="80"/>
                    <a:pt x="54" y="77"/>
                    <a:pt x="52" y="75"/>
                  </a:cubicBezTo>
                  <a:cubicBezTo>
                    <a:pt x="51" y="72"/>
                    <a:pt x="50" y="71"/>
                    <a:pt x="50" y="68"/>
                  </a:cubicBezTo>
                  <a:cubicBezTo>
                    <a:pt x="50" y="65"/>
                    <a:pt x="49" y="63"/>
                    <a:pt x="49" y="61"/>
                  </a:cubicBezTo>
                  <a:cubicBezTo>
                    <a:pt x="49" y="59"/>
                    <a:pt x="52" y="56"/>
                    <a:pt x="53" y="53"/>
                  </a:cubicBezTo>
                  <a:cubicBezTo>
                    <a:pt x="54" y="50"/>
                    <a:pt x="56" y="49"/>
                    <a:pt x="57" y="47"/>
                  </a:cubicBezTo>
                  <a:cubicBezTo>
                    <a:pt x="56" y="46"/>
                    <a:pt x="55" y="44"/>
                    <a:pt x="55" y="41"/>
                  </a:cubicBezTo>
                  <a:cubicBezTo>
                    <a:pt x="54" y="38"/>
                    <a:pt x="51" y="37"/>
                    <a:pt x="48" y="34"/>
                  </a:cubicBezTo>
                  <a:cubicBezTo>
                    <a:pt x="45" y="31"/>
                    <a:pt x="46" y="29"/>
                    <a:pt x="46" y="28"/>
                  </a:cubicBezTo>
                  <a:cubicBezTo>
                    <a:pt x="46" y="27"/>
                    <a:pt x="50" y="27"/>
                    <a:pt x="53" y="27"/>
                  </a:cubicBezTo>
                  <a:cubicBezTo>
                    <a:pt x="56" y="27"/>
                    <a:pt x="58" y="27"/>
                    <a:pt x="56" y="26"/>
                  </a:cubicBezTo>
                  <a:cubicBezTo>
                    <a:pt x="55" y="25"/>
                    <a:pt x="53" y="19"/>
                    <a:pt x="53" y="15"/>
                  </a:cubicBezTo>
                  <a:cubicBezTo>
                    <a:pt x="53" y="11"/>
                    <a:pt x="52" y="10"/>
                    <a:pt x="52" y="8"/>
                  </a:cubicBezTo>
                  <a:cubicBezTo>
                    <a:pt x="52" y="6"/>
                    <a:pt x="49" y="0"/>
                    <a:pt x="47" y="0"/>
                  </a:cubicBezTo>
                  <a:cubicBezTo>
                    <a:pt x="47" y="0"/>
                    <a:pt x="46" y="0"/>
                    <a:pt x="46" y="0"/>
                  </a:cubicBezTo>
                  <a:cubicBezTo>
                    <a:pt x="46" y="2"/>
                    <a:pt x="46" y="4"/>
                    <a:pt x="46" y="4"/>
                  </a:cubicBezTo>
                  <a:cubicBezTo>
                    <a:pt x="46" y="6"/>
                    <a:pt x="48" y="7"/>
                    <a:pt x="49" y="8"/>
                  </a:cubicBezTo>
                  <a:cubicBezTo>
                    <a:pt x="51" y="8"/>
                    <a:pt x="50" y="11"/>
                    <a:pt x="50" y="13"/>
                  </a:cubicBezTo>
                  <a:cubicBezTo>
                    <a:pt x="49" y="15"/>
                    <a:pt x="46" y="15"/>
                    <a:pt x="45" y="16"/>
                  </a:cubicBezTo>
                  <a:cubicBezTo>
                    <a:pt x="44" y="17"/>
                    <a:pt x="40" y="24"/>
                    <a:pt x="40" y="25"/>
                  </a:cubicBezTo>
                  <a:cubicBezTo>
                    <a:pt x="40" y="26"/>
                    <a:pt x="39" y="30"/>
                    <a:pt x="38" y="30"/>
                  </a:cubicBezTo>
                  <a:cubicBezTo>
                    <a:pt x="37" y="31"/>
                    <a:pt x="37" y="34"/>
                    <a:pt x="37" y="35"/>
                  </a:cubicBezTo>
                  <a:cubicBezTo>
                    <a:pt x="37" y="36"/>
                    <a:pt x="33" y="38"/>
                    <a:pt x="33" y="40"/>
                  </a:cubicBezTo>
                  <a:cubicBezTo>
                    <a:pt x="33" y="42"/>
                    <a:pt x="28" y="50"/>
                    <a:pt x="27" y="53"/>
                  </a:cubicBezTo>
                  <a:cubicBezTo>
                    <a:pt x="25" y="56"/>
                    <a:pt x="24" y="59"/>
                    <a:pt x="23" y="57"/>
                  </a:cubicBezTo>
                  <a:cubicBezTo>
                    <a:pt x="23" y="54"/>
                    <a:pt x="19" y="51"/>
                    <a:pt x="17" y="52"/>
                  </a:cubicBezTo>
                  <a:cubicBezTo>
                    <a:pt x="15" y="54"/>
                    <a:pt x="13" y="53"/>
                    <a:pt x="12" y="53"/>
                  </a:cubicBezTo>
                  <a:cubicBezTo>
                    <a:pt x="11" y="53"/>
                    <a:pt x="2" y="62"/>
                    <a:pt x="2" y="62"/>
                  </a:cubicBezTo>
                  <a:cubicBezTo>
                    <a:pt x="2" y="62"/>
                    <a:pt x="2" y="67"/>
                    <a:pt x="0" y="71"/>
                  </a:cubicBezTo>
                  <a:cubicBezTo>
                    <a:pt x="1" y="72"/>
                    <a:pt x="2" y="74"/>
                    <a:pt x="4" y="76"/>
                  </a:cubicBezTo>
                  <a:cubicBezTo>
                    <a:pt x="5" y="79"/>
                    <a:pt x="9" y="77"/>
                    <a:pt x="10" y="77"/>
                  </a:cubicBezTo>
                  <a:cubicBezTo>
                    <a:pt x="11" y="78"/>
                    <a:pt x="13" y="84"/>
                    <a:pt x="12" y="86"/>
                  </a:cubicBezTo>
                  <a:cubicBezTo>
                    <a:pt x="12" y="87"/>
                    <a:pt x="10" y="91"/>
                    <a:pt x="11" y="93"/>
                  </a:cubicBezTo>
                  <a:cubicBezTo>
                    <a:pt x="22" y="93"/>
                    <a:pt x="22" y="93"/>
                    <a:pt x="22" y="93"/>
                  </a:cubicBezTo>
                  <a:lnTo>
                    <a:pt x="26" y="92"/>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6" name="Freeform 27">
              <a:extLst>
                <a:ext uri="{FF2B5EF4-FFF2-40B4-BE49-F238E27FC236}">
                  <a16:creationId xmlns:a16="http://schemas.microsoft.com/office/drawing/2014/main" id="{66F4A2A5-F91A-A8D3-D55E-336BFDFF133E}"/>
                </a:ext>
              </a:extLst>
            </p:cNvPr>
            <p:cNvSpPr>
              <a:spLocks/>
            </p:cNvSpPr>
            <p:nvPr/>
          </p:nvSpPr>
          <p:spPr bwMode="auto">
            <a:xfrm>
              <a:off x="7223634" y="3972219"/>
              <a:ext cx="143732" cy="150514"/>
            </a:xfrm>
            <a:custGeom>
              <a:avLst/>
              <a:gdLst>
                <a:gd name="T0" fmla="*/ 50 w 53"/>
                <a:gd name="T1" fmla="*/ 45 h 54"/>
                <a:gd name="T2" fmla="*/ 46 w 53"/>
                <a:gd name="T3" fmla="*/ 36 h 54"/>
                <a:gd name="T4" fmla="*/ 49 w 53"/>
                <a:gd name="T5" fmla="*/ 27 h 54"/>
                <a:gd name="T6" fmla="*/ 53 w 53"/>
                <a:gd name="T7" fmla="*/ 22 h 54"/>
                <a:gd name="T8" fmla="*/ 50 w 53"/>
                <a:gd name="T9" fmla="*/ 9 h 54"/>
                <a:gd name="T10" fmla="*/ 48 w 53"/>
                <a:gd name="T11" fmla="*/ 8 h 54"/>
                <a:gd name="T12" fmla="*/ 38 w 53"/>
                <a:gd name="T13" fmla="*/ 9 h 54"/>
                <a:gd name="T14" fmla="*/ 31 w 53"/>
                <a:gd name="T15" fmla="*/ 6 h 54"/>
                <a:gd name="T16" fmla="*/ 24 w 53"/>
                <a:gd name="T17" fmla="*/ 4 h 54"/>
                <a:gd name="T18" fmla="*/ 21 w 53"/>
                <a:gd name="T19" fmla="*/ 3 h 54"/>
                <a:gd name="T20" fmla="*/ 17 w 53"/>
                <a:gd name="T21" fmla="*/ 3 h 54"/>
                <a:gd name="T22" fmla="*/ 12 w 53"/>
                <a:gd name="T23" fmla="*/ 5 h 54"/>
                <a:gd name="T24" fmla="*/ 8 w 53"/>
                <a:gd name="T25" fmla="*/ 4 h 54"/>
                <a:gd name="T26" fmla="*/ 5 w 53"/>
                <a:gd name="T27" fmla="*/ 5 h 54"/>
                <a:gd name="T28" fmla="*/ 5 w 53"/>
                <a:gd name="T29" fmla="*/ 11 h 54"/>
                <a:gd name="T30" fmla="*/ 7 w 53"/>
                <a:gd name="T31" fmla="*/ 15 h 54"/>
                <a:gd name="T32" fmla="*/ 8 w 53"/>
                <a:gd name="T33" fmla="*/ 21 h 54"/>
                <a:gd name="T34" fmla="*/ 4 w 53"/>
                <a:gd name="T35" fmla="*/ 21 h 54"/>
                <a:gd name="T36" fmla="*/ 5 w 53"/>
                <a:gd name="T37" fmla="*/ 26 h 54"/>
                <a:gd name="T38" fmla="*/ 3 w 53"/>
                <a:gd name="T39" fmla="*/ 31 h 54"/>
                <a:gd name="T40" fmla="*/ 2 w 53"/>
                <a:gd name="T41" fmla="*/ 37 h 54"/>
                <a:gd name="T42" fmla="*/ 4 w 53"/>
                <a:gd name="T43" fmla="*/ 39 h 54"/>
                <a:gd name="T44" fmla="*/ 11 w 53"/>
                <a:gd name="T45" fmla="*/ 46 h 54"/>
                <a:gd name="T46" fmla="*/ 8 w 53"/>
                <a:gd name="T47" fmla="*/ 54 h 54"/>
                <a:gd name="T48" fmla="*/ 33 w 53"/>
                <a:gd name="T49" fmla="*/ 48 h 54"/>
                <a:gd name="T50" fmla="*/ 50 w 53"/>
                <a:gd name="T51" fmla="*/ 49 h 54"/>
                <a:gd name="T52" fmla="*/ 50 w 53"/>
                <a:gd name="T53"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3" h="54">
                  <a:moveTo>
                    <a:pt x="50" y="45"/>
                  </a:moveTo>
                  <a:cubicBezTo>
                    <a:pt x="49" y="44"/>
                    <a:pt x="46" y="37"/>
                    <a:pt x="46" y="36"/>
                  </a:cubicBezTo>
                  <a:cubicBezTo>
                    <a:pt x="46" y="34"/>
                    <a:pt x="50" y="30"/>
                    <a:pt x="49" y="27"/>
                  </a:cubicBezTo>
                  <a:cubicBezTo>
                    <a:pt x="49" y="25"/>
                    <a:pt x="53" y="24"/>
                    <a:pt x="53" y="22"/>
                  </a:cubicBezTo>
                  <a:cubicBezTo>
                    <a:pt x="53" y="20"/>
                    <a:pt x="52" y="13"/>
                    <a:pt x="50" y="9"/>
                  </a:cubicBezTo>
                  <a:cubicBezTo>
                    <a:pt x="49" y="9"/>
                    <a:pt x="49" y="9"/>
                    <a:pt x="48" y="8"/>
                  </a:cubicBezTo>
                  <a:cubicBezTo>
                    <a:pt x="47" y="7"/>
                    <a:pt x="40" y="7"/>
                    <a:pt x="38" y="9"/>
                  </a:cubicBezTo>
                  <a:cubicBezTo>
                    <a:pt x="36" y="12"/>
                    <a:pt x="31" y="7"/>
                    <a:pt x="31" y="6"/>
                  </a:cubicBezTo>
                  <a:cubicBezTo>
                    <a:pt x="30" y="5"/>
                    <a:pt x="27" y="2"/>
                    <a:pt x="24" y="4"/>
                  </a:cubicBezTo>
                  <a:cubicBezTo>
                    <a:pt x="22" y="5"/>
                    <a:pt x="21" y="5"/>
                    <a:pt x="21" y="3"/>
                  </a:cubicBezTo>
                  <a:cubicBezTo>
                    <a:pt x="21" y="0"/>
                    <a:pt x="17" y="1"/>
                    <a:pt x="17" y="3"/>
                  </a:cubicBezTo>
                  <a:cubicBezTo>
                    <a:pt x="16" y="5"/>
                    <a:pt x="13" y="7"/>
                    <a:pt x="12" y="5"/>
                  </a:cubicBezTo>
                  <a:cubicBezTo>
                    <a:pt x="11" y="4"/>
                    <a:pt x="9" y="2"/>
                    <a:pt x="8" y="4"/>
                  </a:cubicBezTo>
                  <a:cubicBezTo>
                    <a:pt x="7" y="6"/>
                    <a:pt x="6" y="5"/>
                    <a:pt x="5" y="5"/>
                  </a:cubicBezTo>
                  <a:cubicBezTo>
                    <a:pt x="5" y="7"/>
                    <a:pt x="4" y="11"/>
                    <a:pt x="5" y="11"/>
                  </a:cubicBezTo>
                  <a:cubicBezTo>
                    <a:pt x="7" y="12"/>
                    <a:pt x="7" y="14"/>
                    <a:pt x="7" y="15"/>
                  </a:cubicBezTo>
                  <a:cubicBezTo>
                    <a:pt x="6" y="16"/>
                    <a:pt x="9" y="19"/>
                    <a:pt x="8" y="21"/>
                  </a:cubicBezTo>
                  <a:cubicBezTo>
                    <a:pt x="7" y="22"/>
                    <a:pt x="5" y="19"/>
                    <a:pt x="4" y="21"/>
                  </a:cubicBezTo>
                  <a:cubicBezTo>
                    <a:pt x="3" y="23"/>
                    <a:pt x="6" y="25"/>
                    <a:pt x="5" y="26"/>
                  </a:cubicBezTo>
                  <a:cubicBezTo>
                    <a:pt x="4" y="28"/>
                    <a:pt x="2" y="28"/>
                    <a:pt x="3" y="31"/>
                  </a:cubicBezTo>
                  <a:cubicBezTo>
                    <a:pt x="3" y="34"/>
                    <a:pt x="3" y="36"/>
                    <a:pt x="2" y="37"/>
                  </a:cubicBezTo>
                  <a:cubicBezTo>
                    <a:pt x="0" y="38"/>
                    <a:pt x="2" y="38"/>
                    <a:pt x="4" y="39"/>
                  </a:cubicBezTo>
                  <a:cubicBezTo>
                    <a:pt x="7" y="41"/>
                    <a:pt x="11" y="43"/>
                    <a:pt x="11" y="46"/>
                  </a:cubicBezTo>
                  <a:cubicBezTo>
                    <a:pt x="11" y="48"/>
                    <a:pt x="9" y="49"/>
                    <a:pt x="8" y="54"/>
                  </a:cubicBezTo>
                  <a:cubicBezTo>
                    <a:pt x="14" y="54"/>
                    <a:pt x="23" y="50"/>
                    <a:pt x="33" y="48"/>
                  </a:cubicBezTo>
                  <a:cubicBezTo>
                    <a:pt x="40" y="47"/>
                    <a:pt x="46" y="48"/>
                    <a:pt x="50" y="49"/>
                  </a:cubicBezTo>
                  <a:cubicBezTo>
                    <a:pt x="50" y="48"/>
                    <a:pt x="50" y="46"/>
                    <a:pt x="50" y="4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7" name="Freeform 28">
              <a:extLst>
                <a:ext uri="{FF2B5EF4-FFF2-40B4-BE49-F238E27FC236}">
                  <a16:creationId xmlns:a16="http://schemas.microsoft.com/office/drawing/2014/main" id="{4AEB2B8C-80AB-BAD9-6EA5-FBAD46BF2D3F}"/>
                </a:ext>
              </a:extLst>
            </p:cNvPr>
            <p:cNvSpPr>
              <a:spLocks/>
            </p:cNvSpPr>
            <p:nvPr/>
          </p:nvSpPr>
          <p:spPr bwMode="auto">
            <a:xfrm>
              <a:off x="7347975" y="3963989"/>
              <a:ext cx="96963" cy="152866"/>
            </a:xfrm>
            <a:custGeom>
              <a:avLst/>
              <a:gdLst>
                <a:gd name="T0" fmla="*/ 31 w 36"/>
                <a:gd name="T1" fmla="*/ 22 h 55"/>
                <a:gd name="T2" fmla="*/ 30 w 36"/>
                <a:gd name="T3" fmla="*/ 11 h 55"/>
                <a:gd name="T4" fmla="*/ 28 w 36"/>
                <a:gd name="T5" fmla="*/ 6 h 55"/>
                <a:gd name="T6" fmla="*/ 27 w 36"/>
                <a:gd name="T7" fmla="*/ 0 h 55"/>
                <a:gd name="T8" fmla="*/ 25 w 36"/>
                <a:gd name="T9" fmla="*/ 2 h 55"/>
                <a:gd name="T10" fmla="*/ 3 w 36"/>
                <a:gd name="T11" fmla="*/ 2 h 55"/>
                <a:gd name="T12" fmla="*/ 5 w 36"/>
                <a:gd name="T13" fmla="*/ 10 h 55"/>
                <a:gd name="T14" fmla="*/ 4 w 36"/>
                <a:gd name="T15" fmla="*/ 12 h 55"/>
                <a:gd name="T16" fmla="*/ 7 w 36"/>
                <a:gd name="T17" fmla="*/ 25 h 55"/>
                <a:gd name="T18" fmla="*/ 3 w 36"/>
                <a:gd name="T19" fmla="*/ 30 h 55"/>
                <a:gd name="T20" fmla="*/ 0 w 36"/>
                <a:gd name="T21" fmla="*/ 39 h 55"/>
                <a:gd name="T22" fmla="*/ 4 w 36"/>
                <a:gd name="T23" fmla="*/ 48 h 55"/>
                <a:gd name="T24" fmla="*/ 4 w 36"/>
                <a:gd name="T25" fmla="*/ 52 h 55"/>
                <a:gd name="T26" fmla="*/ 10 w 36"/>
                <a:gd name="T27" fmla="*/ 54 h 55"/>
                <a:gd name="T28" fmla="*/ 26 w 36"/>
                <a:gd name="T29" fmla="*/ 48 h 55"/>
                <a:gd name="T30" fmla="*/ 36 w 36"/>
                <a:gd name="T31" fmla="*/ 44 h 55"/>
                <a:gd name="T32" fmla="*/ 33 w 36"/>
                <a:gd name="T33" fmla="*/ 34 h 55"/>
                <a:gd name="T34" fmla="*/ 31 w 36"/>
                <a:gd name="T35" fmla="*/ 2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55">
                  <a:moveTo>
                    <a:pt x="31" y="22"/>
                  </a:moveTo>
                  <a:cubicBezTo>
                    <a:pt x="30" y="20"/>
                    <a:pt x="30" y="13"/>
                    <a:pt x="30" y="11"/>
                  </a:cubicBezTo>
                  <a:cubicBezTo>
                    <a:pt x="31" y="8"/>
                    <a:pt x="30" y="6"/>
                    <a:pt x="28" y="6"/>
                  </a:cubicBezTo>
                  <a:cubicBezTo>
                    <a:pt x="28" y="5"/>
                    <a:pt x="27" y="3"/>
                    <a:pt x="27" y="0"/>
                  </a:cubicBezTo>
                  <a:cubicBezTo>
                    <a:pt x="25" y="1"/>
                    <a:pt x="25" y="3"/>
                    <a:pt x="25" y="2"/>
                  </a:cubicBezTo>
                  <a:cubicBezTo>
                    <a:pt x="24" y="1"/>
                    <a:pt x="4" y="0"/>
                    <a:pt x="3" y="2"/>
                  </a:cubicBezTo>
                  <a:cubicBezTo>
                    <a:pt x="2" y="3"/>
                    <a:pt x="5" y="9"/>
                    <a:pt x="5" y="10"/>
                  </a:cubicBezTo>
                  <a:cubicBezTo>
                    <a:pt x="5" y="11"/>
                    <a:pt x="4" y="12"/>
                    <a:pt x="4" y="12"/>
                  </a:cubicBezTo>
                  <a:cubicBezTo>
                    <a:pt x="6" y="16"/>
                    <a:pt x="7" y="23"/>
                    <a:pt x="7" y="25"/>
                  </a:cubicBezTo>
                  <a:cubicBezTo>
                    <a:pt x="7" y="27"/>
                    <a:pt x="3" y="28"/>
                    <a:pt x="3" y="30"/>
                  </a:cubicBezTo>
                  <a:cubicBezTo>
                    <a:pt x="4" y="33"/>
                    <a:pt x="0" y="37"/>
                    <a:pt x="0" y="39"/>
                  </a:cubicBezTo>
                  <a:cubicBezTo>
                    <a:pt x="0" y="40"/>
                    <a:pt x="3" y="47"/>
                    <a:pt x="4" y="48"/>
                  </a:cubicBezTo>
                  <a:cubicBezTo>
                    <a:pt x="4" y="49"/>
                    <a:pt x="4" y="51"/>
                    <a:pt x="4" y="52"/>
                  </a:cubicBezTo>
                  <a:cubicBezTo>
                    <a:pt x="7" y="53"/>
                    <a:pt x="9" y="54"/>
                    <a:pt x="10" y="54"/>
                  </a:cubicBezTo>
                  <a:cubicBezTo>
                    <a:pt x="11" y="55"/>
                    <a:pt x="22" y="50"/>
                    <a:pt x="26" y="48"/>
                  </a:cubicBezTo>
                  <a:cubicBezTo>
                    <a:pt x="30" y="46"/>
                    <a:pt x="33" y="45"/>
                    <a:pt x="36" y="44"/>
                  </a:cubicBezTo>
                  <a:cubicBezTo>
                    <a:pt x="34" y="41"/>
                    <a:pt x="33" y="37"/>
                    <a:pt x="33" y="34"/>
                  </a:cubicBezTo>
                  <a:cubicBezTo>
                    <a:pt x="33" y="30"/>
                    <a:pt x="32" y="25"/>
                    <a:pt x="31" y="2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8" name="Freeform 29">
              <a:extLst>
                <a:ext uri="{FF2B5EF4-FFF2-40B4-BE49-F238E27FC236}">
                  <a16:creationId xmlns:a16="http://schemas.microsoft.com/office/drawing/2014/main" id="{F4D786E1-10E3-D139-2A09-F59BA1432D38}"/>
                </a:ext>
              </a:extLst>
            </p:cNvPr>
            <p:cNvSpPr>
              <a:spLocks/>
            </p:cNvSpPr>
            <p:nvPr/>
          </p:nvSpPr>
          <p:spPr bwMode="auto">
            <a:xfrm>
              <a:off x="7078761" y="3927536"/>
              <a:ext cx="169970" cy="134051"/>
            </a:xfrm>
            <a:custGeom>
              <a:avLst/>
              <a:gdLst>
                <a:gd name="T0" fmla="*/ 21 w 63"/>
                <a:gd name="T1" fmla="*/ 25 h 48"/>
                <a:gd name="T2" fmla="*/ 25 w 63"/>
                <a:gd name="T3" fmla="*/ 24 h 48"/>
                <a:gd name="T4" fmla="*/ 31 w 63"/>
                <a:gd name="T5" fmla="*/ 23 h 48"/>
                <a:gd name="T6" fmla="*/ 38 w 63"/>
                <a:gd name="T7" fmla="*/ 31 h 48"/>
                <a:gd name="T8" fmla="*/ 39 w 63"/>
                <a:gd name="T9" fmla="*/ 36 h 48"/>
                <a:gd name="T10" fmla="*/ 39 w 63"/>
                <a:gd name="T11" fmla="*/ 37 h 48"/>
                <a:gd name="T12" fmla="*/ 45 w 63"/>
                <a:gd name="T13" fmla="*/ 36 h 48"/>
                <a:gd name="T14" fmla="*/ 48 w 63"/>
                <a:gd name="T15" fmla="*/ 43 h 48"/>
                <a:gd name="T16" fmla="*/ 52 w 63"/>
                <a:gd name="T17" fmla="*/ 46 h 48"/>
                <a:gd name="T18" fmla="*/ 55 w 63"/>
                <a:gd name="T19" fmla="*/ 43 h 48"/>
                <a:gd name="T20" fmla="*/ 57 w 63"/>
                <a:gd name="T21" fmla="*/ 45 h 48"/>
                <a:gd name="T22" fmla="*/ 59 w 63"/>
                <a:gd name="T23" fmla="*/ 42 h 48"/>
                <a:gd name="T24" fmla="*/ 58 w 63"/>
                <a:gd name="T25" fmla="*/ 37 h 48"/>
                <a:gd name="T26" fmla="*/ 62 w 63"/>
                <a:gd name="T27" fmla="*/ 37 h 48"/>
                <a:gd name="T28" fmla="*/ 61 w 63"/>
                <a:gd name="T29" fmla="*/ 31 h 48"/>
                <a:gd name="T30" fmla="*/ 59 w 63"/>
                <a:gd name="T31" fmla="*/ 27 h 48"/>
                <a:gd name="T32" fmla="*/ 59 w 63"/>
                <a:gd name="T33" fmla="*/ 21 h 48"/>
                <a:gd name="T34" fmla="*/ 58 w 63"/>
                <a:gd name="T35" fmla="*/ 20 h 48"/>
                <a:gd name="T36" fmla="*/ 56 w 63"/>
                <a:gd name="T37" fmla="*/ 15 h 48"/>
                <a:gd name="T38" fmla="*/ 56 w 63"/>
                <a:gd name="T39" fmla="*/ 12 h 48"/>
                <a:gd name="T40" fmla="*/ 53 w 63"/>
                <a:gd name="T41" fmla="*/ 8 h 48"/>
                <a:gd name="T42" fmla="*/ 50 w 63"/>
                <a:gd name="T43" fmla="*/ 2 h 48"/>
                <a:gd name="T44" fmla="*/ 44 w 63"/>
                <a:gd name="T45" fmla="*/ 6 h 48"/>
                <a:gd name="T46" fmla="*/ 38 w 63"/>
                <a:gd name="T47" fmla="*/ 5 h 48"/>
                <a:gd name="T48" fmla="*/ 33 w 63"/>
                <a:gd name="T49" fmla="*/ 6 h 48"/>
                <a:gd name="T50" fmla="*/ 31 w 63"/>
                <a:gd name="T51" fmla="*/ 4 h 48"/>
                <a:gd name="T52" fmla="*/ 31 w 63"/>
                <a:gd name="T53" fmla="*/ 2 h 48"/>
                <a:gd name="T54" fmla="*/ 30 w 63"/>
                <a:gd name="T55" fmla="*/ 3 h 48"/>
                <a:gd name="T56" fmla="*/ 18 w 63"/>
                <a:gd name="T57" fmla="*/ 2 h 48"/>
                <a:gd name="T58" fmla="*/ 12 w 63"/>
                <a:gd name="T59" fmla="*/ 0 h 48"/>
                <a:gd name="T60" fmla="*/ 10 w 63"/>
                <a:gd name="T61" fmla="*/ 4 h 48"/>
                <a:gd name="T62" fmla="*/ 10 w 63"/>
                <a:gd name="T63" fmla="*/ 7 h 48"/>
                <a:gd name="T64" fmla="*/ 7 w 63"/>
                <a:gd name="T65" fmla="*/ 9 h 48"/>
                <a:gd name="T66" fmla="*/ 1 w 63"/>
                <a:gd name="T67" fmla="*/ 13 h 48"/>
                <a:gd name="T68" fmla="*/ 0 w 63"/>
                <a:gd name="T69" fmla="*/ 14 h 48"/>
                <a:gd name="T70" fmla="*/ 6 w 63"/>
                <a:gd name="T71" fmla="*/ 21 h 48"/>
                <a:gd name="T72" fmla="*/ 15 w 63"/>
                <a:gd name="T73" fmla="*/ 31 h 48"/>
                <a:gd name="T74" fmla="*/ 21 w 63"/>
                <a:gd name="T75"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 h="48">
                  <a:moveTo>
                    <a:pt x="21" y="25"/>
                  </a:moveTo>
                  <a:cubicBezTo>
                    <a:pt x="21" y="23"/>
                    <a:pt x="23" y="24"/>
                    <a:pt x="25" y="24"/>
                  </a:cubicBezTo>
                  <a:cubicBezTo>
                    <a:pt x="27" y="25"/>
                    <a:pt x="29" y="23"/>
                    <a:pt x="31" y="23"/>
                  </a:cubicBezTo>
                  <a:cubicBezTo>
                    <a:pt x="33" y="23"/>
                    <a:pt x="38" y="29"/>
                    <a:pt x="38" y="31"/>
                  </a:cubicBezTo>
                  <a:cubicBezTo>
                    <a:pt x="38" y="33"/>
                    <a:pt x="38" y="35"/>
                    <a:pt x="39" y="36"/>
                  </a:cubicBezTo>
                  <a:cubicBezTo>
                    <a:pt x="39" y="37"/>
                    <a:pt x="39" y="37"/>
                    <a:pt x="39" y="37"/>
                  </a:cubicBezTo>
                  <a:cubicBezTo>
                    <a:pt x="42" y="36"/>
                    <a:pt x="45" y="36"/>
                    <a:pt x="45" y="36"/>
                  </a:cubicBezTo>
                  <a:cubicBezTo>
                    <a:pt x="46" y="36"/>
                    <a:pt x="48" y="40"/>
                    <a:pt x="48" y="43"/>
                  </a:cubicBezTo>
                  <a:cubicBezTo>
                    <a:pt x="47" y="46"/>
                    <a:pt x="50" y="48"/>
                    <a:pt x="52" y="46"/>
                  </a:cubicBezTo>
                  <a:cubicBezTo>
                    <a:pt x="53" y="44"/>
                    <a:pt x="55" y="42"/>
                    <a:pt x="55" y="43"/>
                  </a:cubicBezTo>
                  <a:cubicBezTo>
                    <a:pt x="55" y="44"/>
                    <a:pt x="56" y="44"/>
                    <a:pt x="57" y="45"/>
                  </a:cubicBezTo>
                  <a:cubicBezTo>
                    <a:pt x="57" y="44"/>
                    <a:pt x="58" y="43"/>
                    <a:pt x="59" y="42"/>
                  </a:cubicBezTo>
                  <a:cubicBezTo>
                    <a:pt x="60" y="41"/>
                    <a:pt x="57" y="39"/>
                    <a:pt x="58" y="37"/>
                  </a:cubicBezTo>
                  <a:cubicBezTo>
                    <a:pt x="59" y="35"/>
                    <a:pt x="61" y="38"/>
                    <a:pt x="62" y="37"/>
                  </a:cubicBezTo>
                  <a:cubicBezTo>
                    <a:pt x="63" y="35"/>
                    <a:pt x="60" y="32"/>
                    <a:pt x="61" y="31"/>
                  </a:cubicBezTo>
                  <a:cubicBezTo>
                    <a:pt x="61" y="30"/>
                    <a:pt x="61" y="28"/>
                    <a:pt x="59" y="27"/>
                  </a:cubicBezTo>
                  <a:cubicBezTo>
                    <a:pt x="58" y="27"/>
                    <a:pt x="59" y="23"/>
                    <a:pt x="59" y="21"/>
                  </a:cubicBezTo>
                  <a:cubicBezTo>
                    <a:pt x="59" y="20"/>
                    <a:pt x="58" y="20"/>
                    <a:pt x="58" y="20"/>
                  </a:cubicBezTo>
                  <a:cubicBezTo>
                    <a:pt x="57" y="18"/>
                    <a:pt x="58" y="15"/>
                    <a:pt x="56" y="15"/>
                  </a:cubicBezTo>
                  <a:cubicBezTo>
                    <a:pt x="54" y="15"/>
                    <a:pt x="55" y="12"/>
                    <a:pt x="56" y="12"/>
                  </a:cubicBezTo>
                  <a:cubicBezTo>
                    <a:pt x="58" y="11"/>
                    <a:pt x="53" y="10"/>
                    <a:pt x="53" y="8"/>
                  </a:cubicBezTo>
                  <a:cubicBezTo>
                    <a:pt x="53" y="6"/>
                    <a:pt x="51" y="2"/>
                    <a:pt x="50" y="2"/>
                  </a:cubicBezTo>
                  <a:cubicBezTo>
                    <a:pt x="49" y="1"/>
                    <a:pt x="45" y="6"/>
                    <a:pt x="44" y="6"/>
                  </a:cubicBezTo>
                  <a:cubicBezTo>
                    <a:pt x="42" y="6"/>
                    <a:pt x="39" y="3"/>
                    <a:pt x="38" y="5"/>
                  </a:cubicBezTo>
                  <a:cubicBezTo>
                    <a:pt x="37" y="8"/>
                    <a:pt x="35" y="4"/>
                    <a:pt x="33" y="6"/>
                  </a:cubicBezTo>
                  <a:cubicBezTo>
                    <a:pt x="32" y="8"/>
                    <a:pt x="31" y="4"/>
                    <a:pt x="31" y="4"/>
                  </a:cubicBezTo>
                  <a:cubicBezTo>
                    <a:pt x="31" y="4"/>
                    <a:pt x="31" y="3"/>
                    <a:pt x="31" y="2"/>
                  </a:cubicBezTo>
                  <a:cubicBezTo>
                    <a:pt x="31" y="3"/>
                    <a:pt x="30" y="3"/>
                    <a:pt x="30" y="3"/>
                  </a:cubicBezTo>
                  <a:cubicBezTo>
                    <a:pt x="26" y="4"/>
                    <a:pt x="18" y="3"/>
                    <a:pt x="18" y="2"/>
                  </a:cubicBezTo>
                  <a:cubicBezTo>
                    <a:pt x="17" y="1"/>
                    <a:pt x="12" y="0"/>
                    <a:pt x="12" y="0"/>
                  </a:cubicBezTo>
                  <a:cubicBezTo>
                    <a:pt x="12" y="0"/>
                    <a:pt x="12" y="3"/>
                    <a:pt x="10" y="4"/>
                  </a:cubicBezTo>
                  <a:cubicBezTo>
                    <a:pt x="8" y="4"/>
                    <a:pt x="10" y="7"/>
                    <a:pt x="10" y="7"/>
                  </a:cubicBezTo>
                  <a:cubicBezTo>
                    <a:pt x="10" y="8"/>
                    <a:pt x="9" y="9"/>
                    <a:pt x="7" y="9"/>
                  </a:cubicBezTo>
                  <a:cubicBezTo>
                    <a:pt x="6" y="8"/>
                    <a:pt x="2" y="12"/>
                    <a:pt x="1" y="13"/>
                  </a:cubicBezTo>
                  <a:cubicBezTo>
                    <a:pt x="0" y="13"/>
                    <a:pt x="0" y="13"/>
                    <a:pt x="0" y="14"/>
                  </a:cubicBezTo>
                  <a:cubicBezTo>
                    <a:pt x="3" y="16"/>
                    <a:pt x="2" y="19"/>
                    <a:pt x="6" y="21"/>
                  </a:cubicBezTo>
                  <a:cubicBezTo>
                    <a:pt x="9" y="23"/>
                    <a:pt x="13" y="27"/>
                    <a:pt x="15" y="31"/>
                  </a:cubicBezTo>
                  <a:cubicBezTo>
                    <a:pt x="18" y="29"/>
                    <a:pt x="21" y="27"/>
                    <a:pt x="21" y="2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69" name="Freeform 30">
              <a:extLst>
                <a:ext uri="{FF2B5EF4-FFF2-40B4-BE49-F238E27FC236}">
                  <a16:creationId xmlns:a16="http://schemas.microsoft.com/office/drawing/2014/main" id="{1688EAA5-B495-9FD2-5284-5DBC6541EAC1}"/>
                </a:ext>
              </a:extLst>
            </p:cNvPr>
            <p:cNvSpPr>
              <a:spLocks/>
            </p:cNvSpPr>
            <p:nvPr/>
          </p:nvSpPr>
          <p:spPr bwMode="auto">
            <a:xfrm>
              <a:off x="7159754" y="4027486"/>
              <a:ext cx="93541" cy="95247"/>
            </a:xfrm>
            <a:custGeom>
              <a:avLst/>
              <a:gdLst>
                <a:gd name="T0" fmla="*/ 28 w 35"/>
                <a:gd name="T1" fmla="*/ 19 h 34"/>
                <a:gd name="T2" fmla="*/ 26 w 35"/>
                <a:gd name="T3" fmla="*/ 17 h 34"/>
                <a:gd name="T4" fmla="*/ 27 w 35"/>
                <a:gd name="T5" fmla="*/ 11 h 34"/>
                <a:gd name="T6" fmla="*/ 27 w 35"/>
                <a:gd name="T7" fmla="*/ 9 h 34"/>
                <a:gd name="T8" fmla="*/ 25 w 35"/>
                <a:gd name="T9" fmla="*/ 7 h 34"/>
                <a:gd name="T10" fmla="*/ 22 w 35"/>
                <a:gd name="T11" fmla="*/ 10 h 34"/>
                <a:gd name="T12" fmla="*/ 18 w 35"/>
                <a:gd name="T13" fmla="*/ 7 h 34"/>
                <a:gd name="T14" fmla="*/ 15 w 35"/>
                <a:gd name="T15" fmla="*/ 0 h 34"/>
                <a:gd name="T16" fmla="*/ 9 w 35"/>
                <a:gd name="T17" fmla="*/ 1 h 34"/>
                <a:gd name="T18" fmla="*/ 8 w 35"/>
                <a:gd name="T19" fmla="*/ 5 h 34"/>
                <a:gd name="T20" fmla="*/ 2 w 35"/>
                <a:gd name="T21" fmla="*/ 11 h 34"/>
                <a:gd name="T22" fmla="*/ 0 w 35"/>
                <a:gd name="T23" fmla="*/ 14 h 34"/>
                <a:gd name="T24" fmla="*/ 11 w 35"/>
                <a:gd name="T25" fmla="*/ 21 h 34"/>
                <a:gd name="T26" fmla="*/ 30 w 35"/>
                <a:gd name="T27" fmla="*/ 33 h 34"/>
                <a:gd name="T28" fmla="*/ 32 w 35"/>
                <a:gd name="T29" fmla="*/ 34 h 34"/>
                <a:gd name="T30" fmla="*/ 35 w 35"/>
                <a:gd name="T31" fmla="*/ 26 h 34"/>
                <a:gd name="T32" fmla="*/ 28 w 35"/>
                <a:gd name="T33"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28" y="19"/>
                  </a:moveTo>
                  <a:cubicBezTo>
                    <a:pt x="26" y="18"/>
                    <a:pt x="24" y="18"/>
                    <a:pt x="26" y="17"/>
                  </a:cubicBezTo>
                  <a:cubicBezTo>
                    <a:pt x="27" y="16"/>
                    <a:pt x="27" y="14"/>
                    <a:pt x="27" y="11"/>
                  </a:cubicBezTo>
                  <a:cubicBezTo>
                    <a:pt x="26" y="10"/>
                    <a:pt x="27" y="9"/>
                    <a:pt x="27" y="9"/>
                  </a:cubicBezTo>
                  <a:cubicBezTo>
                    <a:pt x="26" y="8"/>
                    <a:pt x="25" y="8"/>
                    <a:pt x="25" y="7"/>
                  </a:cubicBezTo>
                  <a:cubicBezTo>
                    <a:pt x="25" y="6"/>
                    <a:pt x="23" y="8"/>
                    <a:pt x="22" y="10"/>
                  </a:cubicBezTo>
                  <a:cubicBezTo>
                    <a:pt x="20" y="12"/>
                    <a:pt x="17" y="10"/>
                    <a:pt x="18" y="7"/>
                  </a:cubicBezTo>
                  <a:cubicBezTo>
                    <a:pt x="18" y="4"/>
                    <a:pt x="16" y="0"/>
                    <a:pt x="15" y="0"/>
                  </a:cubicBezTo>
                  <a:cubicBezTo>
                    <a:pt x="15" y="0"/>
                    <a:pt x="12" y="0"/>
                    <a:pt x="9" y="1"/>
                  </a:cubicBezTo>
                  <a:cubicBezTo>
                    <a:pt x="10" y="2"/>
                    <a:pt x="9" y="4"/>
                    <a:pt x="8" y="5"/>
                  </a:cubicBezTo>
                  <a:cubicBezTo>
                    <a:pt x="8" y="7"/>
                    <a:pt x="4" y="9"/>
                    <a:pt x="2" y="11"/>
                  </a:cubicBezTo>
                  <a:cubicBezTo>
                    <a:pt x="1" y="11"/>
                    <a:pt x="1" y="12"/>
                    <a:pt x="0" y="14"/>
                  </a:cubicBezTo>
                  <a:cubicBezTo>
                    <a:pt x="3" y="16"/>
                    <a:pt x="7" y="18"/>
                    <a:pt x="11" y="21"/>
                  </a:cubicBezTo>
                  <a:cubicBezTo>
                    <a:pt x="17" y="26"/>
                    <a:pt x="26" y="32"/>
                    <a:pt x="30" y="33"/>
                  </a:cubicBezTo>
                  <a:cubicBezTo>
                    <a:pt x="31" y="34"/>
                    <a:pt x="32" y="34"/>
                    <a:pt x="32" y="34"/>
                  </a:cubicBezTo>
                  <a:cubicBezTo>
                    <a:pt x="33" y="29"/>
                    <a:pt x="35" y="28"/>
                    <a:pt x="35" y="26"/>
                  </a:cubicBezTo>
                  <a:cubicBezTo>
                    <a:pt x="35" y="23"/>
                    <a:pt x="31" y="21"/>
                    <a:pt x="28" y="19"/>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0" name="Freeform 31">
              <a:extLst>
                <a:ext uri="{FF2B5EF4-FFF2-40B4-BE49-F238E27FC236}">
                  <a16:creationId xmlns:a16="http://schemas.microsoft.com/office/drawing/2014/main" id="{3A5C9297-9737-121C-FE2A-05935163860A}"/>
                </a:ext>
              </a:extLst>
            </p:cNvPr>
            <p:cNvSpPr>
              <a:spLocks/>
            </p:cNvSpPr>
            <p:nvPr/>
          </p:nvSpPr>
          <p:spPr bwMode="auto">
            <a:xfrm>
              <a:off x="7118687" y="3991035"/>
              <a:ext cx="67303" cy="75257"/>
            </a:xfrm>
            <a:custGeom>
              <a:avLst/>
              <a:gdLst>
                <a:gd name="T0" fmla="*/ 23 w 25"/>
                <a:gd name="T1" fmla="*/ 18 h 27"/>
                <a:gd name="T2" fmla="*/ 24 w 25"/>
                <a:gd name="T3" fmla="*/ 13 h 27"/>
                <a:gd name="T4" fmla="*/ 23 w 25"/>
                <a:gd name="T5" fmla="*/ 8 h 27"/>
                <a:gd name="T6" fmla="*/ 16 w 25"/>
                <a:gd name="T7" fmla="*/ 0 h 27"/>
                <a:gd name="T8" fmla="*/ 10 w 25"/>
                <a:gd name="T9" fmla="*/ 1 h 27"/>
                <a:gd name="T10" fmla="*/ 6 w 25"/>
                <a:gd name="T11" fmla="*/ 2 h 27"/>
                <a:gd name="T12" fmla="*/ 0 w 25"/>
                <a:gd name="T13" fmla="*/ 8 h 27"/>
                <a:gd name="T14" fmla="*/ 1 w 25"/>
                <a:gd name="T15" fmla="*/ 12 h 27"/>
                <a:gd name="T16" fmla="*/ 8 w 25"/>
                <a:gd name="T17" fmla="*/ 22 h 27"/>
                <a:gd name="T18" fmla="*/ 15 w 25"/>
                <a:gd name="T19" fmla="*/ 27 h 27"/>
                <a:gd name="T20" fmla="*/ 17 w 25"/>
                <a:gd name="T21" fmla="*/ 24 h 27"/>
                <a:gd name="T22" fmla="*/ 23 w 25"/>
                <a:gd name="T23"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27">
                  <a:moveTo>
                    <a:pt x="23" y="18"/>
                  </a:moveTo>
                  <a:cubicBezTo>
                    <a:pt x="24" y="17"/>
                    <a:pt x="25" y="15"/>
                    <a:pt x="24" y="13"/>
                  </a:cubicBezTo>
                  <a:cubicBezTo>
                    <a:pt x="23" y="12"/>
                    <a:pt x="23" y="10"/>
                    <a:pt x="23" y="8"/>
                  </a:cubicBezTo>
                  <a:cubicBezTo>
                    <a:pt x="23" y="6"/>
                    <a:pt x="18" y="0"/>
                    <a:pt x="16" y="0"/>
                  </a:cubicBezTo>
                  <a:cubicBezTo>
                    <a:pt x="14" y="0"/>
                    <a:pt x="12" y="2"/>
                    <a:pt x="10" y="1"/>
                  </a:cubicBezTo>
                  <a:cubicBezTo>
                    <a:pt x="8" y="1"/>
                    <a:pt x="6" y="0"/>
                    <a:pt x="6" y="2"/>
                  </a:cubicBezTo>
                  <a:cubicBezTo>
                    <a:pt x="6" y="4"/>
                    <a:pt x="3" y="6"/>
                    <a:pt x="0" y="8"/>
                  </a:cubicBezTo>
                  <a:cubicBezTo>
                    <a:pt x="1" y="9"/>
                    <a:pt x="1" y="10"/>
                    <a:pt x="1" y="12"/>
                  </a:cubicBezTo>
                  <a:cubicBezTo>
                    <a:pt x="3" y="18"/>
                    <a:pt x="5" y="20"/>
                    <a:pt x="8" y="22"/>
                  </a:cubicBezTo>
                  <a:cubicBezTo>
                    <a:pt x="9" y="23"/>
                    <a:pt x="12" y="25"/>
                    <a:pt x="15" y="27"/>
                  </a:cubicBezTo>
                  <a:cubicBezTo>
                    <a:pt x="16" y="25"/>
                    <a:pt x="16" y="24"/>
                    <a:pt x="17" y="24"/>
                  </a:cubicBezTo>
                  <a:cubicBezTo>
                    <a:pt x="19" y="22"/>
                    <a:pt x="23" y="20"/>
                    <a:pt x="23" y="1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1" name="Freeform 32">
              <a:extLst>
                <a:ext uri="{FF2B5EF4-FFF2-40B4-BE49-F238E27FC236}">
                  <a16:creationId xmlns:a16="http://schemas.microsoft.com/office/drawing/2014/main" id="{A7EB10B0-E1AB-420C-6597-BA121A8AEC30}"/>
                </a:ext>
              </a:extLst>
            </p:cNvPr>
            <p:cNvSpPr>
              <a:spLocks/>
            </p:cNvSpPr>
            <p:nvPr/>
          </p:nvSpPr>
          <p:spPr bwMode="auto">
            <a:xfrm>
              <a:off x="7031991" y="3557130"/>
              <a:ext cx="191642" cy="158745"/>
            </a:xfrm>
            <a:custGeom>
              <a:avLst/>
              <a:gdLst>
                <a:gd name="T0" fmla="*/ 34 w 71"/>
                <a:gd name="T1" fmla="*/ 44 h 57"/>
                <a:gd name="T2" fmla="*/ 42 w 71"/>
                <a:gd name="T3" fmla="*/ 38 h 57"/>
                <a:gd name="T4" fmla="*/ 42 w 71"/>
                <a:gd name="T5" fmla="*/ 15 h 57"/>
                <a:gd name="T6" fmla="*/ 71 w 71"/>
                <a:gd name="T7" fmla="*/ 15 h 57"/>
                <a:gd name="T8" fmla="*/ 71 w 71"/>
                <a:gd name="T9" fmla="*/ 3 h 57"/>
                <a:gd name="T10" fmla="*/ 65 w 71"/>
                <a:gd name="T11" fmla="*/ 0 h 57"/>
                <a:gd name="T12" fmla="*/ 34 w 71"/>
                <a:gd name="T13" fmla="*/ 0 h 57"/>
                <a:gd name="T14" fmla="*/ 29 w 71"/>
                <a:gd name="T15" fmla="*/ 8 h 57"/>
                <a:gd name="T16" fmla="*/ 18 w 71"/>
                <a:gd name="T17" fmla="*/ 23 h 57"/>
                <a:gd name="T18" fmla="*/ 3 w 71"/>
                <a:gd name="T19" fmla="*/ 49 h 57"/>
                <a:gd name="T20" fmla="*/ 0 w 71"/>
                <a:gd name="T21" fmla="*/ 57 h 57"/>
                <a:gd name="T22" fmla="*/ 34 w 71"/>
                <a:gd name="T23" fmla="*/ 57 h 57"/>
                <a:gd name="T24" fmla="*/ 34 w 71"/>
                <a:gd name="T25" fmla="*/ 4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57">
                  <a:moveTo>
                    <a:pt x="34" y="44"/>
                  </a:moveTo>
                  <a:cubicBezTo>
                    <a:pt x="34" y="42"/>
                    <a:pt x="42" y="40"/>
                    <a:pt x="42" y="38"/>
                  </a:cubicBezTo>
                  <a:cubicBezTo>
                    <a:pt x="42" y="36"/>
                    <a:pt x="42" y="15"/>
                    <a:pt x="42" y="15"/>
                  </a:cubicBezTo>
                  <a:cubicBezTo>
                    <a:pt x="42" y="15"/>
                    <a:pt x="70" y="16"/>
                    <a:pt x="71" y="15"/>
                  </a:cubicBezTo>
                  <a:cubicBezTo>
                    <a:pt x="71" y="15"/>
                    <a:pt x="71" y="9"/>
                    <a:pt x="71" y="3"/>
                  </a:cubicBezTo>
                  <a:cubicBezTo>
                    <a:pt x="70" y="1"/>
                    <a:pt x="71" y="0"/>
                    <a:pt x="65" y="0"/>
                  </a:cubicBezTo>
                  <a:cubicBezTo>
                    <a:pt x="60" y="0"/>
                    <a:pt x="44" y="0"/>
                    <a:pt x="34" y="0"/>
                  </a:cubicBezTo>
                  <a:cubicBezTo>
                    <a:pt x="31" y="2"/>
                    <a:pt x="30" y="5"/>
                    <a:pt x="29" y="8"/>
                  </a:cubicBezTo>
                  <a:cubicBezTo>
                    <a:pt x="27" y="12"/>
                    <a:pt x="18" y="17"/>
                    <a:pt x="18" y="23"/>
                  </a:cubicBezTo>
                  <a:cubicBezTo>
                    <a:pt x="17" y="29"/>
                    <a:pt x="9" y="37"/>
                    <a:pt x="3" y="49"/>
                  </a:cubicBezTo>
                  <a:cubicBezTo>
                    <a:pt x="1" y="53"/>
                    <a:pt x="1" y="55"/>
                    <a:pt x="0" y="57"/>
                  </a:cubicBezTo>
                  <a:cubicBezTo>
                    <a:pt x="34" y="57"/>
                    <a:pt x="34" y="57"/>
                    <a:pt x="34" y="57"/>
                  </a:cubicBezTo>
                  <a:cubicBezTo>
                    <a:pt x="34" y="57"/>
                    <a:pt x="34" y="46"/>
                    <a:pt x="34" y="4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2" name="Freeform 33">
              <a:extLst>
                <a:ext uri="{FF2B5EF4-FFF2-40B4-BE49-F238E27FC236}">
                  <a16:creationId xmlns:a16="http://schemas.microsoft.com/office/drawing/2014/main" id="{F2331DEB-288E-255B-DE08-E7AA4B8B70E7}"/>
                </a:ext>
              </a:extLst>
            </p:cNvPr>
            <p:cNvSpPr>
              <a:spLocks/>
            </p:cNvSpPr>
            <p:nvPr/>
          </p:nvSpPr>
          <p:spPr bwMode="auto">
            <a:xfrm>
              <a:off x="7031991" y="3565362"/>
              <a:ext cx="276058" cy="311611"/>
            </a:xfrm>
            <a:custGeom>
              <a:avLst/>
              <a:gdLst>
                <a:gd name="T0" fmla="*/ 8 w 102"/>
                <a:gd name="T1" fmla="*/ 97 h 112"/>
                <a:gd name="T2" fmla="*/ 16 w 102"/>
                <a:gd name="T3" fmla="*/ 97 h 112"/>
                <a:gd name="T4" fmla="*/ 22 w 102"/>
                <a:gd name="T5" fmla="*/ 96 h 112"/>
                <a:gd name="T6" fmla="*/ 27 w 102"/>
                <a:gd name="T7" fmla="*/ 100 h 112"/>
                <a:gd name="T8" fmla="*/ 30 w 102"/>
                <a:gd name="T9" fmla="*/ 100 h 112"/>
                <a:gd name="T10" fmla="*/ 36 w 102"/>
                <a:gd name="T11" fmla="*/ 108 h 112"/>
                <a:gd name="T12" fmla="*/ 40 w 102"/>
                <a:gd name="T13" fmla="*/ 112 h 112"/>
                <a:gd name="T14" fmla="*/ 44 w 102"/>
                <a:gd name="T15" fmla="*/ 109 h 112"/>
                <a:gd name="T16" fmla="*/ 49 w 102"/>
                <a:gd name="T17" fmla="*/ 108 h 112"/>
                <a:gd name="T18" fmla="*/ 54 w 102"/>
                <a:gd name="T19" fmla="*/ 107 h 112"/>
                <a:gd name="T20" fmla="*/ 59 w 102"/>
                <a:gd name="T21" fmla="*/ 107 h 112"/>
                <a:gd name="T22" fmla="*/ 65 w 102"/>
                <a:gd name="T23" fmla="*/ 106 h 112"/>
                <a:gd name="T24" fmla="*/ 98 w 102"/>
                <a:gd name="T25" fmla="*/ 105 h 112"/>
                <a:gd name="T26" fmla="*/ 99 w 102"/>
                <a:gd name="T27" fmla="*/ 98 h 112"/>
                <a:gd name="T28" fmla="*/ 96 w 102"/>
                <a:gd name="T29" fmla="*/ 95 h 112"/>
                <a:gd name="T30" fmla="*/ 88 w 102"/>
                <a:gd name="T31" fmla="*/ 21 h 112"/>
                <a:gd name="T32" fmla="*/ 102 w 102"/>
                <a:gd name="T33" fmla="*/ 21 h 112"/>
                <a:gd name="T34" fmla="*/ 73 w 102"/>
                <a:gd name="T35" fmla="*/ 2 h 112"/>
                <a:gd name="T36" fmla="*/ 71 w 102"/>
                <a:gd name="T37" fmla="*/ 0 h 112"/>
                <a:gd name="T38" fmla="*/ 71 w 102"/>
                <a:gd name="T39" fmla="*/ 12 h 112"/>
                <a:gd name="T40" fmla="*/ 42 w 102"/>
                <a:gd name="T41" fmla="*/ 12 h 112"/>
                <a:gd name="T42" fmla="*/ 42 w 102"/>
                <a:gd name="T43" fmla="*/ 35 h 112"/>
                <a:gd name="T44" fmla="*/ 34 w 102"/>
                <a:gd name="T45" fmla="*/ 41 h 112"/>
                <a:gd name="T46" fmla="*/ 34 w 102"/>
                <a:gd name="T47" fmla="*/ 54 h 112"/>
                <a:gd name="T48" fmla="*/ 0 w 102"/>
                <a:gd name="T49" fmla="*/ 54 h 112"/>
                <a:gd name="T50" fmla="*/ 5 w 102"/>
                <a:gd name="T51" fmla="*/ 64 h 112"/>
                <a:gd name="T52" fmla="*/ 7 w 102"/>
                <a:gd name="T53" fmla="*/ 77 h 112"/>
                <a:gd name="T54" fmla="*/ 4 w 102"/>
                <a:gd name="T55" fmla="*/ 94 h 112"/>
                <a:gd name="T56" fmla="*/ 3 w 102"/>
                <a:gd name="T57" fmla="*/ 101 h 112"/>
                <a:gd name="T58" fmla="*/ 3 w 102"/>
                <a:gd name="T59" fmla="*/ 101 h 112"/>
                <a:gd name="T60" fmla="*/ 8 w 102"/>
                <a:gd name="T61" fmla="*/ 9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 h="112">
                  <a:moveTo>
                    <a:pt x="8" y="97"/>
                  </a:moveTo>
                  <a:cubicBezTo>
                    <a:pt x="11" y="98"/>
                    <a:pt x="16" y="97"/>
                    <a:pt x="16" y="97"/>
                  </a:cubicBezTo>
                  <a:cubicBezTo>
                    <a:pt x="16" y="97"/>
                    <a:pt x="20" y="95"/>
                    <a:pt x="22" y="96"/>
                  </a:cubicBezTo>
                  <a:cubicBezTo>
                    <a:pt x="25" y="98"/>
                    <a:pt x="27" y="100"/>
                    <a:pt x="27" y="100"/>
                  </a:cubicBezTo>
                  <a:cubicBezTo>
                    <a:pt x="30" y="100"/>
                    <a:pt x="30" y="100"/>
                    <a:pt x="30" y="100"/>
                  </a:cubicBezTo>
                  <a:cubicBezTo>
                    <a:pt x="30" y="100"/>
                    <a:pt x="32" y="107"/>
                    <a:pt x="36" y="108"/>
                  </a:cubicBezTo>
                  <a:cubicBezTo>
                    <a:pt x="38" y="109"/>
                    <a:pt x="39" y="111"/>
                    <a:pt x="40" y="112"/>
                  </a:cubicBezTo>
                  <a:cubicBezTo>
                    <a:pt x="42" y="112"/>
                    <a:pt x="44" y="111"/>
                    <a:pt x="44" y="109"/>
                  </a:cubicBezTo>
                  <a:cubicBezTo>
                    <a:pt x="44" y="107"/>
                    <a:pt x="46" y="104"/>
                    <a:pt x="49" y="108"/>
                  </a:cubicBezTo>
                  <a:cubicBezTo>
                    <a:pt x="53" y="111"/>
                    <a:pt x="53" y="108"/>
                    <a:pt x="54" y="107"/>
                  </a:cubicBezTo>
                  <a:cubicBezTo>
                    <a:pt x="55" y="106"/>
                    <a:pt x="57" y="107"/>
                    <a:pt x="59" y="107"/>
                  </a:cubicBezTo>
                  <a:cubicBezTo>
                    <a:pt x="62" y="107"/>
                    <a:pt x="65" y="106"/>
                    <a:pt x="65" y="106"/>
                  </a:cubicBezTo>
                  <a:cubicBezTo>
                    <a:pt x="65" y="106"/>
                    <a:pt x="96" y="106"/>
                    <a:pt x="98" y="105"/>
                  </a:cubicBezTo>
                  <a:cubicBezTo>
                    <a:pt x="99" y="105"/>
                    <a:pt x="99" y="98"/>
                    <a:pt x="99" y="98"/>
                  </a:cubicBezTo>
                  <a:cubicBezTo>
                    <a:pt x="96" y="95"/>
                    <a:pt x="96" y="95"/>
                    <a:pt x="96" y="95"/>
                  </a:cubicBezTo>
                  <a:cubicBezTo>
                    <a:pt x="88" y="21"/>
                    <a:pt x="88" y="21"/>
                    <a:pt x="88" y="21"/>
                  </a:cubicBezTo>
                  <a:cubicBezTo>
                    <a:pt x="102" y="21"/>
                    <a:pt x="102" y="21"/>
                    <a:pt x="102" y="21"/>
                  </a:cubicBezTo>
                  <a:cubicBezTo>
                    <a:pt x="87" y="11"/>
                    <a:pt x="74" y="3"/>
                    <a:pt x="73" y="2"/>
                  </a:cubicBezTo>
                  <a:cubicBezTo>
                    <a:pt x="72" y="1"/>
                    <a:pt x="71" y="1"/>
                    <a:pt x="71" y="0"/>
                  </a:cubicBezTo>
                  <a:cubicBezTo>
                    <a:pt x="71" y="6"/>
                    <a:pt x="71" y="12"/>
                    <a:pt x="71" y="12"/>
                  </a:cubicBezTo>
                  <a:cubicBezTo>
                    <a:pt x="70" y="13"/>
                    <a:pt x="42" y="12"/>
                    <a:pt x="42" y="12"/>
                  </a:cubicBezTo>
                  <a:cubicBezTo>
                    <a:pt x="42" y="12"/>
                    <a:pt x="42" y="33"/>
                    <a:pt x="42" y="35"/>
                  </a:cubicBezTo>
                  <a:cubicBezTo>
                    <a:pt x="42" y="37"/>
                    <a:pt x="34" y="39"/>
                    <a:pt x="34" y="41"/>
                  </a:cubicBezTo>
                  <a:cubicBezTo>
                    <a:pt x="34" y="43"/>
                    <a:pt x="34" y="54"/>
                    <a:pt x="34" y="54"/>
                  </a:cubicBezTo>
                  <a:cubicBezTo>
                    <a:pt x="0" y="54"/>
                    <a:pt x="0" y="54"/>
                    <a:pt x="0" y="54"/>
                  </a:cubicBezTo>
                  <a:cubicBezTo>
                    <a:pt x="0" y="60"/>
                    <a:pt x="3" y="62"/>
                    <a:pt x="5" y="64"/>
                  </a:cubicBezTo>
                  <a:cubicBezTo>
                    <a:pt x="8" y="67"/>
                    <a:pt x="3" y="72"/>
                    <a:pt x="7" y="77"/>
                  </a:cubicBezTo>
                  <a:cubicBezTo>
                    <a:pt x="11" y="83"/>
                    <a:pt x="6" y="91"/>
                    <a:pt x="4" y="94"/>
                  </a:cubicBezTo>
                  <a:cubicBezTo>
                    <a:pt x="3" y="96"/>
                    <a:pt x="3" y="98"/>
                    <a:pt x="3" y="101"/>
                  </a:cubicBezTo>
                  <a:cubicBezTo>
                    <a:pt x="3" y="101"/>
                    <a:pt x="3" y="101"/>
                    <a:pt x="3" y="101"/>
                  </a:cubicBezTo>
                  <a:cubicBezTo>
                    <a:pt x="6" y="100"/>
                    <a:pt x="5" y="96"/>
                    <a:pt x="8" y="9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3" name="Freeform 34">
              <a:extLst>
                <a:ext uri="{FF2B5EF4-FFF2-40B4-BE49-F238E27FC236}">
                  <a16:creationId xmlns:a16="http://schemas.microsoft.com/office/drawing/2014/main" id="{FB99DB82-EEB4-1BA2-17A4-B4527BC5D4EE}"/>
                </a:ext>
              </a:extLst>
            </p:cNvPr>
            <p:cNvSpPr>
              <a:spLocks/>
            </p:cNvSpPr>
            <p:nvPr/>
          </p:nvSpPr>
          <p:spPr bwMode="auto">
            <a:xfrm>
              <a:off x="7140360" y="3624156"/>
              <a:ext cx="379864" cy="366878"/>
            </a:xfrm>
            <a:custGeom>
              <a:avLst/>
              <a:gdLst>
                <a:gd name="T0" fmla="*/ 133 w 141"/>
                <a:gd name="T1" fmla="*/ 55 h 132"/>
                <a:gd name="T2" fmla="*/ 129 w 141"/>
                <a:gd name="T3" fmla="*/ 46 h 132"/>
                <a:gd name="T4" fmla="*/ 120 w 141"/>
                <a:gd name="T5" fmla="*/ 43 h 132"/>
                <a:gd name="T6" fmla="*/ 114 w 141"/>
                <a:gd name="T7" fmla="*/ 35 h 132"/>
                <a:gd name="T8" fmla="*/ 62 w 141"/>
                <a:gd name="T9" fmla="*/ 0 h 132"/>
                <a:gd name="T10" fmla="*/ 48 w 141"/>
                <a:gd name="T11" fmla="*/ 0 h 132"/>
                <a:gd name="T12" fmla="*/ 56 w 141"/>
                <a:gd name="T13" fmla="*/ 74 h 132"/>
                <a:gd name="T14" fmla="*/ 59 w 141"/>
                <a:gd name="T15" fmla="*/ 77 h 132"/>
                <a:gd name="T16" fmla="*/ 58 w 141"/>
                <a:gd name="T17" fmla="*/ 84 h 132"/>
                <a:gd name="T18" fmla="*/ 25 w 141"/>
                <a:gd name="T19" fmla="*/ 85 h 132"/>
                <a:gd name="T20" fmla="*/ 19 w 141"/>
                <a:gd name="T21" fmla="*/ 86 h 132"/>
                <a:gd name="T22" fmla="*/ 14 w 141"/>
                <a:gd name="T23" fmla="*/ 86 h 132"/>
                <a:gd name="T24" fmla="*/ 9 w 141"/>
                <a:gd name="T25" fmla="*/ 87 h 132"/>
                <a:gd name="T26" fmla="*/ 4 w 141"/>
                <a:gd name="T27" fmla="*/ 88 h 132"/>
                <a:gd name="T28" fmla="*/ 0 w 141"/>
                <a:gd name="T29" fmla="*/ 91 h 132"/>
                <a:gd name="T30" fmla="*/ 1 w 141"/>
                <a:gd name="T31" fmla="*/ 93 h 132"/>
                <a:gd name="T32" fmla="*/ 2 w 141"/>
                <a:gd name="T33" fmla="*/ 95 h 132"/>
                <a:gd name="T34" fmla="*/ 3 w 141"/>
                <a:gd name="T35" fmla="*/ 101 h 132"/>
                <a:gd name="T36" fmla="*/ 8 w 141"/>
                <a:gd name="T37" fmla="*/ 106 h 132"/>
                <a:gd name="T38" fmla="*/ 8 w 141"/>
                <a:gd name="T39" fmla="*/ 113 h 132"/>
                <a:gd name="T40" fmla="*/ 10 w 141"/>
                <a:gd name="T41" fmla="*/ 115 h 132"/>
                <a:gd name="T42" fmla="*/ 15 w 141"/>
                <a:gd name="T43" fmla="*/ 114 h 132"/>
                <a:gd name="T44" fmla="*/ 21 w 141"/>
                <a:gd name="T45" fmla="*/ 115 h 132"/>
                <a:gd name="T46" fmla="*/ 27 w 141"/>
                <a:gd name="T47" fmla="*/ 111 h 132"/>
                <a:gd name="T48" fmla="*/ 30 w 141"/>
                <a:gd name="T49" fmla="*/ 117 h 132"/>
                <a:gd name="T50" fmla="*/ 33 w 141"/>
                <a:gd name="T51" fmla="*/ 121 h 132"/>
                <a:gd name="T52" fmla="*/ 33 w 141"/>
                <a:gd name="T53" fmla="*/ 124 h 132"/>
                <a:gd name="T54" fmla="*/ 35 w 141"/>
                <a:gd name="T55" fmla="*/ 129 h 132"/>
                <a:gd name="T56" fmla="*/ 39 w 141"/>
                <a:gd name="T57" fmla="*/ 129 h 132"/>
                <a:gd name="T58" fmla="*/ 43 w 141"/>
                <a:gd name="T59" fmla="*/ 130 h 132"/>
                <a:gd name="T60" fmla="*/ 48 w 141"/>
                <a:gd name="T61" fmla="*/ 128 h 132"/>
                <a:gd name="T62" fmla="*/ 52 w 141"/>
                <a:gd name="T63" fmla="*/ 128 h 132"/>
                <a:gd name="T64" fmla="*/ 55 w 141"/>
                <a:gd name="T65" fmla="*/ 129 h 132"/>
                <a:gd name="T66" fmla="*/ 58 w 141"/>
                <a:gd name="T67" fmla="*/ 128 h 132"/>
                <a:gd name="T68" fmla="*/ 60 w 141"/>
                <a:gd name="T69" fmla="*/ 122 h 132"/>
                <a:gd name="T70" fmla="*/ 59 w 141"/>
                <a:gd name="T71" fmla="*/ 116 h 132"/>
                <a:gd name="T72" fmla="*/ 66 w 141"/>
                <a:gd name="T73" fmla="*/ 113 h 132"/>
                <a:gd name="T74" fmla="*/ 69 w 141"/>
                <a:gd name="T75" fmla="*/ 108 h 132"/>
                <a:gd name="T76" fmla="*/ 72 w 141"/>
                <a:gd name="T77" fmla="*/ 102 h 132"/>
                <a:gd name="T78" fmla="*/ 77 w 141"/>
                <a:gd name="T79" fmla="*/ 102 h 132"/>
                <a:gd name="T80" fmla="*/ 81 w 141"/>
                <a:gd name="T81" fmla="*/ 98 h 132"/>
                <a:gd name="T82" fmla="*/ 85 w 141"/>
                <a:gd name="T83" fmla="*/ 96 h 132"/>
                <a:gd name="T84" fmla="*/ 88 w 141"/>
                <a:gd name="T85" fmla="*/ 94 h 132"/>
                <a:gd name="T86" fmla="*/ 95 w 141"/>
                <a:gd name="T87" fmla="*/ 91 h 132"/>
                <a:gd name="T88" fmla="*/ 101 w 141"/>
                <a:gd name="T89" fmla="*/ 88 h 132"/>
                <a:gd name="T90" fmla="*/ 112 w 141"/>
                <a:gd name="T91" fmla="*/ 89 h 132"/>
                <a:gd name="T92" fmla="*/ 119 w 141"/>
                <a:gd name="T93" fmla="*/ 87 h 132"/>
                <a:gd name="T94" fmla="*/ 132 w 141"/>
                <a:gd name="T95" fmla="*/ 85 h 132"/>
                <a:gd name="T96" fmla="*/ 137 w 141"/>
                <a:gd name="T97" fmla="*/ 82 h 132"/>
                <a:gd name="T98" fmla="*/ 140 w 141"/>
                <a:gd name="T99" fmla="*/ 75 h 132"/>
                <a:gd name="T100" fmla="*/ 140 w 141"/>
                <a:gd name="T101" fmla="*/ 53 h 132"/>
                <a:gd name="T102" fmla="*/ 133 w 141"/>
                <a:gd name="T103" fmla="*/ 5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1" h="132">
                  <a:moveTo>
                    <a:pt x="133" y="55"/>
                  </a:moveTo>
                  <a:cubicBezTo>
                    <a:pt x="133" y="55"/>
                    <a:pt x="133" y="48"/>
                    <a:pt x="129" y="46"/>
                  </a:cubicBezTo>
                  <a:cubicBezTo>
                    <a:pt x="125" y="43"/>
                    <a:pt x="120" y="43"/>
                    <a:pt x="120" y="43"/>
                  </a:cubicBezTo>
                  <a:cubicBezTo>
                    <a:pt x="120" y="43"/>
                    <a:pt x="117" y="37"/>
                    <a:pt x="114" y="35"/>
                  </a:cubicBezTo>
                  <a:cubicBezTo>
                    <a:pt x="113" y="34"/>
                    <a:pt x="85" y="15"/>
                    <a:pt x="62" y="0"/>
                  </a:cubicBezTo>
                  <a:cubicBezTo>
                    <a:pt x="48" y="0"/>
                    <a:pt x="48" y="0"/>
                    <a:pt x="48" y="0"/>
                  </a:cubicBezTo>
                  <a:cubicBezTo>
                    <a:pt x="56" y="74"/>
                    <a:pt x="56" y="74"/>
                    <a:pt x="56" y="74"/>
                  </a:cubicBezTo>
                  <a:cubicBezTo>
                    <a:pt x="59" y="77"/>
                    <a:pt x="59" y="77"/>
                    <a:pt x="59" y="77"/>
                  </a:cubicBezTo>
                  <a:cubicBezTo>
                    <a:pt x="59" y="77"/>
                    <a:pt x="59" y="84"/>
                    <a:pt x="58" y="84"/>
                  </a:cubicBezTo>
                  <a:cubicBezTo>
                    <a:pt x="56" y="85"/>
                    <a:pt x="25" y="85"/>
                    <a:pt x="25" y="85"/>
                  </a:cubicBezTo>
                  <a:cubicBezTo>
                    <a:pt x="25" y="85"/>
                    <a:pt x="22" y="86"/>
                    <a:pt x="19" y="86"/>
                  </a:cubicBezTo>
                  <a:cubicBezTo>
                    <a:pt x="17" y="86"/>
                    <a:pt x="15" y="85"/>
                    <a:pt x="14" y="86"/>
                  </a:cubicBezTo>
                  <a:cubicBezTo>
                    <a:pt x="13" y="87"/>
                    <a:pt x="13" y="90"/>
                    <a:pt x="9" y="87"/>
                  </a:cubicBezTo>
                  <a:cubicBezTo>
                    <a:pt x="6" y="83"/>
                    <a:pt x="4" y="86"/>
                    <a:pt x="4" y="88"/>
                  </a:cubicBezTo>
                  <a:cubicBezTo>
                    <a:pt x="4" y="90"/>
                    <a:pt x="2" y="91"/>
                    <a:pt x="0" y="91"/>
                  </a:cubicBezTo>
                  <a:cubicBezTo>
                    <a:pt x="0" y="92"/>
                    <a:pt x="1" y="93"/>
                    <a:pt x="1" y="93"/>
                  </a:cubicBezTo>
                  <a:cubicBezTo>
                    <a:pt x="2" y="95"/>
                    <a:pt x="2" y="95"/>
                    <a:pt x="2" y="95"/>
                  </a:cubicBezTo>
                  <a:cubicBezTo>
                    <a:pt x="2" y="95"/>
                    <a:pt x="2" y="99"/>
                    <a:pt x="3" y="101"/>
                  </a:cubicBezTo>
                  <a:cubicBezTo>
                    <a:pt x="5" y="102"/>
                    <a:pt x="8" y="105"/>
                    <a:pt x="8" y="106"/>
                  </a:cubicBezTo>
                  <a:cubicBezTo>
                    <a:pt x="8" y="107"/>
                    <a:pt x="8" y="113"/>
                    <a:pt x="8" y="113"/>
                  </a:cubicBezTo>
                  <a:cubicBezTo>
                    <a:pt x="8" y="113"/>
                    <a:pt x="9" y="117"/>
                    <a:pt x="10" y="115"/>
                  </a:cubicBezTo>
                  <a:cubicBezTo>
                    <a:pt x="12" y="113"/>
                    <a:pt x="14" y="117"/>
                    <a:pt x="15" y="114"/>
                  </a:cubicBezTo>
                  <a:cubicBezTo>
                    <a:pt x="16" y="112"/>
                    <a:pt x="19" y="115"/>
                    <a:pt x="21" y="115"/>
                  </a:cubicBezTo>
                  <a:cubicBezTo>
                    <a:pt x="22" y="115"/>
                    <a:pt x="26" y="110"/>
                    <a:pt x="27" y="111"/>
                  </a:cubicBezTo>
                  <a:cubicBezTo>
                    <a:pt x="28" y="111"/>
                    <a:pt x="30" y="115"/>
                    <a:pt x="30" y="117"/>
                  </a:cubicBezTo>
                  <a:cubicBezTo>
                    <a:pt x="30" y="119"/>
                    <a:pt x="35" y="120"/>
                    <a:pt x="33" y="121"/>
                  </a:cubicBezTo>
                  <a:cubicBezTo>
                    <a:pt x="32" y="121"/>
                    <a:pt x="31" y="124"/>
                    <a:pt x="33" y="124"/>
                  </a:cubicBezTo>
                  <a:cubicBezTo>
                    <a:pt x="35" y="124"/>
                    <a:pt x="34" y="127"/>
                    <a:pt x="35" y="129"/>
                  </a:cubicBezTo>
                  <a:cubicBezTo>
                    <a:pt x="36" y="130"/>
                    <a:pt x="38" y="131"/>
                    <a:pt x="39" y="129"/>
                  </a:cubicBezTo>
                  <a:cubicBezTo>
                    <a:pt x="40" y="127"/>
                    <a:pt x="42" y="129"/>
                    <a:pt x="43" y="130"/>
                  </a:cubicBezTo>
                  <a:cubicBezTo>
                    <a:pt x="44" y="132"/>
                    <a:pt x="47" y="130"/>
                    <a:pt x="48" y="128"/>
                  </a:cubicBezTo>
                  <a:cubicBezTo>
                    <a:pt x="48" y="126"/>
                    <a:pt x="52" y="125"/>
                    <a:pt x="52" y="128"/>
                  </a:cubicBezTo>
                  <a:cubicBezTo>
                    <a:pt x="52" y="130"/>
                    <a:pt x="53" y="130"/>
                    <a:pt x="55" y="129"/>
                  </a:cubicBezTo>
                  <a:cubicBezTo>
                    <a:pt x="56" y="128"/>
                    <a:pt x="57" y="128"/>
                    <a:pt x="58" y="128"/>
                  </a:cubicBezTo>
                  <a:cubicBezTo>
                    <a:pt x="58" y="125"/>
                    <a:pt x="59" y="122"/>
                    <a:pt x="60" y="122"/>
                  </a:cubicBezTo>
                  <a:cubicBezTo>
                    <a:pt x="61" y="120"/>
                    <a:pt x="58" y="117"/>
                    <a:pt x="59" y="116"/>
                  </a:cubicBezTo>
                  <a:cubicBezTo>
                    <a:pt x="61" y="116"/>
                    <a:pt x="65" y="117"/>
                    <a:pt x="66" y="113"/>
                  </a:cubicBezTo>
                  <a:cubicBezTo>
                    <a:pt x="67" y="110"/>
                    <a:pt x="69" y="108"/>
                    <a:pt x="69" y="108"/>
                  </a:cubicBezTo>
                  <a:cubicBezTo>
                    <a:pt x="69" y="108"/>
                    <a:pt x="69" y="100"/>
                    <a:pt x="72" y="102"/>
                  </a:cubicBezTo>
                  <a:cubicBezTo>
                    <a:pt x="74" y="103"/>
                    <a:pt x="77" y="105"/>
                    <a:pt x="77" y="102"/>
                  </a:cubicBezTo>
                  <a:cubicBezTo>
                    <a:pt x="77" y="99"/>
                    <a:pt x="80" y="101"/>
                    <a:pt x="81" y="98"/>
                  </a:cubicBezTo>
                  <a:cubicBezTo>
                    <a:pt x="81" y="95"/>
                    <a:pt x="83" y="95"/>
                    <a:pt x="85" y="96"/>
                  </a:cubicBezTo>
                  <a:cubicBezTo>
                    <a:pt x="86" y="96"/>
                    <a:pt x="88" y="96"/>
                    <a:pt x="88" y="94"/>
                  </a:cubicBezTo>
                  <a:cubicBezTo>
                    <a:pt x="88" y="93"/>
                    <a:pt x="92" y="93"/>
                    <a:pt x="95" y="91"/>
                  </a:cubicBezTo>
                  <a:cubicBezTo>
                    <a:pt x="98" y="89"/>
                    <a:pt x="100" y="87"/>
                    <a:pt x="101" y="88"/>
                  </a:cubicBezTo>
                  <a:cubicBezTo>
                    <a:pt x="103" y="90"/>
                    <a:pt x="111" y="89"/>
                    <a:pt x="112" y="89"/>
                  </a:cubicBezTo>
                  <a:cubicBezTo>
                    <a:pt x="113" y="88"/>
                    <a:pt x="116" y="86"/>
                    <a:pt x="119" y="87"/>
                  </a:cubicBezTo>
                  <a:cubicBezTo>
                    <a:pt x="122" y="87"/>
                    <a:pt x="129" y="85"/>
                    <a:pt x="132" y="85"/>
                  </a:cubicBezTo>
                  <a:cubicBezTo>
                    <a:pt x="135" y="85"/>
                    <a:pt x="136" y="83"/>
                    <a:pt x="137" y="82"/>
                  </a:cubicBezTo>
                  <a:cubicBezTo>
                    <a:pt x="138" y="81"/>
                    <a:pt x="139" y="76"/>
                    <a:pt x="140" y="75"/>
                  </a:cubicBezTo>
                  <a:cubicBezTo>
                    <a:pt x="141" y="75"/>
                    <a:pt x="140" y="59"/>
                    <a:pt x="140" y="53"/>
                  </a:cubicBezTo>
                  <a:cubicBezTo>
                    <a:pt x="137" y="54"/>
                    <a:pt x="133" y="55"/>
                    <a:pt x="133" y="5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4" name="Freeform 35">
              <a:extLst>
                <a:ext uri="{FF2B5EF4-FFF2-40B4-BE49-F238E27FC236}">
                  <a16:creationId xmlns:a16="http://schemas.microsoft.com/office/drawing/2014/main" id="{FCCC1847-C23D-8F34-9281-75A02FCEF9F9}"/>
                </a:ext>
              </a:extLst>
            </p:cNvPr>
            <p:cNvSpPr>
              <a:spLocks/>
            </p:cNvSpPr>
            <p:nvPr/>
          </p:nvSpPr>
          <p:spPr bwMode="auto">
            <a:xfrm>
              <a:off x="7296642" y="3866389"/>
              <a:ext cx="185939" cy="138755"/>
            </a:xfrm>
            <a:custGeom>
              <a:avLst/>
              <a:gdLst>
                <a:gd name="T0" fmla="*/ 68 w 69"/>
                <a:gd name="T1" fmla="*/ 28 h 50"/>
                <a:gd name="T2" fmla="*/ 65 w 69"/>
                <a:gd name="T3" fmla="*/ 26 h 50"/>
                <a:gd name="T4" fmla="*/ 64 w 69"/>
                <a:gd name="T5" fmla="*/ 22 h 50"/>
                <a:gd name="T6" fmla="*/ 60 w 69"/>
                <a:gd name="T7" fmla="*/ 22 h 50"/>
                <a:gd name="T8" fmla="*/ 57 w 69"/>
                <a:gd name="T9" fmla="*/ 19 h 50"/>
                <a:gd name="T10" fmla="*/ 55 w 69"/>
                <a:gd name="T11" fmla="*/ 16 h 50"/>
                <a:gd name="T12" fmla="*/ 51 w 69"/>
                <a:gd name="T13" fmla="*/ 12 h 50"/>
                <a:gd name="T14" fmla="*/ 49 w 69"/>
                <a:gd name="T15" fmla="*/ 7 h 50"/>
                <a:gd name="T16" fmla="*/ 48 w 69"/>
                <a:gd name="T17" fmla="*/ 2 h 50"/>
                <a:gd name="T18" fmla="*/ 43 w 69"/>
                <a:gd name="T19" fmla="*/ 1 h 50"/>
                <a:gd name="T20" fmla="*/ 37 w 69"/>
                <a:gd name="T21" fmla="*/ 4 h 50"/>
                <a:gd name="T22" fmla="*/ 30 w 69"/>
                <a:gd name="T23" fmla="*/ 7 h 50"/>
                <a:gd name="T24" fmla="*/ 27 w 69"/>
                <a:gd name="T25" fmla="*/ 9 h 50"/>
                <a:gd name="T26" fmla="*/ 23 w 69"/>
                <a:gd name="T27" fmla="*/ 11 h 50"/>
                <a:gd name="T28" fmla="*/ 19 w 69"/>
                <a:gd name="T29" fmla="*/ 15 h 50"/>
                <a:gd name="T30" fmla="*/ 14 w 69"/>
                <a:gd name="T31" fmla="*/ 15 h 50"/>
                <a:gd name="T32" fmla="*/ 11 w 69"/>
                <a:gd name="T33" fmla="*/ 21 h 50"/>
                <a:gd name="T34" fmla="*/ 8 w 69"/>
                <a:gd name="T35" fmla="*/ 26 h 50"/>
                <a:gd name="T36" fmla="*/ 1 w 69"/>
                <a:gd name="T37" fmla="*/ 29 h 50"/>
                <a:gd name="T38" fmla="*/ 2 w 69"/>
                <a:gd name="T39" fmla="*/ 35 h 50"/>
                <a:gd name="T40" fmla="*/ 0 w 69"/>
                <a:gd name="T41" fmla="*/ 41 h 50"/>
                <a:gd name="T42" fmla="*/ 4 w 69"/>
                <a:gd name="T43" fmla="*/ 44 h 50"/>
                <a:gd name="T44" fmla="*/ 11 w 69"/>
                <a:gd name="T45" fmla="*/ 47 h 50"/>
                <a:gd name="T46" fmla="*/ 21 w 69"/>
                <a:gd name="T47" fmla="*/ 46 h 50"/>
                <a:gd name="T48" fmla="*/ 24 w 69"/>
                <a:gd name="T49" fmla="*/ 45 h 50"/>
                <a:gd name="T50" fmla="*/ 22 w 69"/>
                <a:gd name="T51" fmla="*/ 37 h 50"/>
                <a:gd name="T52" fmla="*/ 44 w 69"/>
                <a:gd name="T53" fmla="*/ 37 h 50"/>
                <a:gd name="T54" fmla="*/ 47 w 69"/>
                <a:gd name="T55" fmla="*/ 35 h 50"/>
                <a:gd name="T56" fmla="*/ 54 w 69"/>
                <a:gd name="T57" fmla="*/ 36 h 50"/>
                <a:gd name="T58" fmla="*/ 59 w 69"/>
                <a:gd name="T59" fmla="*/ 33 h 50"/>
                <a:gd name="T60" fmla="*/ 66 w 69"/>
                <a:gd name="T61" fmla="*/ 31 h 50"/>
                <a:gd name="T62" fmla="*/ 68 w 69"/>
                <a:gd name="T63" fmla="*/ 28 h 50"/>
                <a:gd name="T64" fmla="*/ 68 w 69"/>
                <a:gd name="T65" fmla="*/ 2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 h="50">
                  <a:moveTo>
                    <a:pt x="68" y="28"/>
                  </a:moveTo>
                  <a:cubicBezTo>
                    <a:pt x="67" y="27"/>
                    <a:pt x="65" y="26"/>
                    <a:pt x="65" y="26"/>
                  </a:cubicBezTo>
                  <a:cubicBezTo>
                    <a:pt x="64" y="26"/>
                    <a:pt x="65" y="22"/>
                    <a:pt x="64" y="22"/>
                  </a:cubicBezTo>
                  <a:cubicBezTo>
                    <a:pt x="64" y="21"/>
                    <a:pt x="62" y="23"/>
                    <a:pt x="60" y="22"/>
                  </a:cubicBezTo>
                  <a:cubicBezTo>
                    <a:pt x="59" y="22"/>
                    <a:pt x="58" y="19"/>
                    <a:pt x="57" y="19"/>
                  </a:cubicBezTo>
                  <a:cubicBezTo>
                    <a:pt x="55" y="19"/>
                    <a:pt x="55" y="18"/>
                    <a:pt x="55" y="16"/>
                  </a:cubicBezTo>
                  <a:cubicBezTo>
                    <a:pt x="55" y="14"/>
                    <a:pt x="53" y="13"/>
                    <a:pt x="51" y="12"/>
                  </a:cubicBezTo>
                  <a:cubicBezTo>
                    <a:pt x="50" y="11"/>
                    <a:pt x="49" y="7"/>
                    <a:pt x="49" y="7"/>
                  </a:cubicBezTo>
                  <a:cubicBezTo>
                    <a:pt x="48" y="7"/>
                    <a:pt x="48" y="4"/>
                    <a:pt x="48" y="2"/>
                  </a:cubicBezTo>
                  <a:cubicBezTo>
                    <a:pt x="46" y="2"/>
                    <a:pt x="44" y="2"/>
                    <a:pt x="43" y="1"/>
                  </a:cubicBezTo>
                  <a:cubicBezTo>
                    <a:pt x="42" y="0"/>
                    <a:pt x="40" y="2"/>
                    <a:pt x="37" y="4"/>
                  </a:cubicBezTo>
                  <a:cubicBezTo>
                    <a:pt x="34" y="6"/>
                    <a:pt x="30" y="6"/>
                    <a:pt x="30" y="7"/>
                  </a:cubicBezTo>
                  <a:cubicBezTo>
                    <a:pt x="30" y="9"/>
                    <a:pt x="28" y="9"/>
                    <a:pt x="27" y="9"/>
                  </a:cubicBezTo>
                  <a:cubicBezTo>
                    <a:pt x="25" y="8"/>
                    <a:pt x="23" y="8"/>
                    <a:pt x="23" y="11"/>
                  </a:cubicBezTo>
                  <a:cubicBezTo>
                    <a:pt x="22" y="14"/>
                    <a:pt x="19" y="12"/>
                    <a:pt x="19" y="15"/>
                  </a:cubicBezTo>
                  <a:cubicBezTo>
                    <a:pt x="19" y="18"/>
                    <a:pt x="16" y="16"/>
                    <a:pt x="14" y="15"/>
                  </a:cubicBezTo>
                  <a:cubicBezTo>
                    <a:pt x="11" y="13"/>
                    <a:pt x="11" y="21"/>
                    <a:pt x="11" y="21"/>
                  </a:cubicBezTo>
                  <a:cubicBezTo>
                    <a:pt x="11" y="21"/>
                    <a:pt x="9" y="23"/>
                    <a:pt x="8" y="26"/>
                  </a:cubicBezTo>
                  <a:cubicBezTo>
                    <a:pt x="7" y="30"/>
                    <a:pt x="3" y="29"/>
                    <a:pt x="1" y="29"/>
                  </a:cubicBezTo>
                  <a:cubicBezTo>
                    <a:pt x="0" y="30"/>
                    <a:pt x="3" y="33"/>
                    <a:pt x="2" y="35"/>
                  </a:cubicBezTo>
                  <a:cubicBezTo>
                    <a:pt x="1" y="35"/>
                    <a:pt x="0" y="38"/>
                    <a:pt x="0" y="41"/>
                  </a:cubicBezTo>
                  <a:cubicBezTo>
                    <a:pt x="1" y="41"/>
                    <a:pt x="3" y="43"/>
                    <a:pt x="4" y="44"/>
                  </a:cubicBezTo>
                  <a:cubicBezTo>
                    <a:pt x="4" y="45"/>
                    <a:pt x="9" y="50"/>
                    <a:pt x="11" y="47"/>
                  </a:cubicBezTo>
                  <a:cubicBezTo>
                    <a:pt x="13" y="45"/>
                    <a:pt x="20" y="45"/>
                    <a:pt x="21" y="46"/>
                  </a:cubicBezTo>
                  <a:cubicBezTo>
                    <a:pt x="23" y="47"/>
                    <a:pt x="24" y="47"/>
                    <a:pt x="24" y="45"/>
                  </a:cubicBezTo>
                  <a:cubicBezTo>
                    <a:pt x="24" y="44"/>
                    <a:pt x="21" y="38"/>
                    <a:pt x="22" y="37"/>
                  </a:cubicBezTo>
                  <a:cubicBezTo>
                    <a:pt x="23" y="35"/>
                    <a:pt x="43" y="36"/>
                    <a:pt x="44" y="37"/>
                  </a:cubicBezTo>
                  <a:cubicBezTo>
                    <a:pt x="44" y="39"/>
                    <a:pt x="44" y="35"/>
                    <a:pt x="47" y="35"/>
                  </a:cubicBezTo>
                  <a:cubicBezTo>
                    <a:pt x="49" y="35"/>
                    <a:pt x="53" y="37"/>
                    <a:pt x="54" y="36"/>
                  </a:cubicBezTo>
                  <a:cubicBezTo>
                    <a:pt x="56" y="36"/>
                    <a:pt x="58" y="33"/>
                    <a:pt x="59" y="33"/>
                  </a:cubicBezTo>
                  <a:cubicBezTo>
                    <a:pt x="61" y="33"/>
                    <a:pt x="65" y="33"/>
                    <a:pt x="66" y="31"/>
                  </a:cubicBezTo>
                  <a:cubicBezTo>
                    <a:pt x="67" y="30"/>
                    <a:pt x="69" y="30"/>
                    <a:pt x="68" y="28"/>
                  </a:cubicBezTo>
                  <a:cubicBezTo>
                    <a:pt x="68" y="28"/>
                    <a:pt x="68" y="28"/>
                    <a:pt x="68" y="2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5" name="Freeform 36">
              <a:extLst>
                <a:ext uri="{FF2B5EF4-FFF2-40B4-BE49-F238E27FC236}">
                  <a16:creationId xmlns:a16="http://schemas.microsoft.com/office/drawing/2014/main" id="{7D1053E9-A23C-6169-DF6C-7942B9C1BCF8}"/>
                </a:ext>
              </a:extLst>
            </p:cNvPr>
            <p:cNvSpPr>
              <a:spLocks/>
            </p:cNvSpPr>
            <p:nvPr/>
          </p:nvSpPr>
          <p:spPr bwMode="auto">
            <a:xfrm>
              <a:off x="7426685" y="3662960"/>
              <a:ext cx="352486" cy="284566"/>
            </a:xfrm>
            <a:custGeom>
              <a:avLst/>
              <a:gdLst>
                <a:gd name="T0" fmla="*/ 125 w 131"/>
                <a:gd name="T1" fmla="*/ 15 h 102"/>
                <a:gd name="T2" fmla="*/ 124 w 131"/>
                <a:gd name="T3" fmla="*/ 4 h 102"/>
                <a:gd name="T4" fmla="*/ 118 w 131"/>
                <a:gd name="T5" fmla="*/ 7 h 102"/>
                <a:gd name="T6" fmla="*/ 112 w 131"/>
                <a:gd name="T7" fmla="*/ 2 h 102"/>
                <a:gd name="T8" fmla="*/ 100 w 131"/>
                <a:gd name="T9" fmla="*/ 0 h 102"/>
                <a:gd name="T10" fmla="*/ 64 w 131"/>
                <a:gd name="T11" fmla="*/ 22 h 102"/>
                <a:gd name="T12" fmla="*/ 49 w 131"/>
                <a:gd name="T13" fmla="*/ 35 h 102"/>
                <a:gd name="T14" fmla="*/ 36 w 131"/>
                <a:gd name="T15" fmla="*/ 39 h 102"/>
                <a:gd name="T16" fmla="*/ 34 w 131"/>
                <a:gd name="T17" fmla="*/ 39 h 102"/>
                <a:gd name="T18" fmla="*/ 34 w 131"/>
                <a:gd name="T19" fmla="*/ 61 h 102"/>
                <a:gd name="T20" fmla="*/ 31 w 131"/>
                <a:gd name="T21" fmla="*/ 68 h 102"/>
                <a:gd name="T22" fmla="*/ 26 w 131"/>
                <a:gd name="T23" fmla="*/ 71 h 102"/>
                <a:gd name="T24" fmla="*/ 13 w 131"/>
                <a:gd name="T25" fmla="*/ 73 h 102"/>
                <a:gd name="T26" fmla="*/ 6 w 131"/>
                <a:gd name="T27" fmla="*/ 75 h 102"/>
                <a:gd name="T28" fmla="*/ 0 w 131"/>
                <a:gd name="T29" fmla="*/ 75 h 102"/>
                <a:gd name="T30" fmla="*/ 1 w 131"/>
                <a:gd name="T31" fmla="*/ 80 h 102"/>
                <a:gd name="T32" fmla="*/ 3 w 131"/>
                <a:gd name="T33" fmla="*/ 85 h 102"/>
                <a:gd name="T34" fmla="*/ 7 w 131"/>
                <a:gd name="T35" fmla="*/ 89 h 102"/>
                <a:gd name="T36" fmla="*/ 9 w 131"/>
                <a:gd name="T37" fmla="*/ 92 h 102"/>
                <a:gd name="T38" fmla="*/ 12 w 131"/>
                <a:gd name="T39" fmla="*/ 95 h 102"/>
                <a:gd name="T40" fmla="*/ 16 w 131"/>
                <a:gd name="T41" fmla="*/ 95 h 102"/>
                <a:gd name="T42" fmla="*/ 17 w 131"/>
                <a:gd name="T43" fmla="*/ 99 h 102"/>
                <a:gd name="T44" fmla="*/ 20 w 131"/>
                <a:gd name="T45" fmla="*/ 101 h 102"/>
                <a:gd name="T46" fmla="*/ 23 w 131"/>
                <a:gd name="T47" fmla="*/ 97 h 102"/>
                <a:gd name="T48" fmla="*/ 26 w 131"/>
                <a:gd name="T49" fmla="*/ 101 h 102"/>
                <a:gd name="T50" fmla="*/ 30 w 131"/>
                <a:gd name="T51" fmla="*/ 100 h 102"/>
                <a:gd name="T52" fmla="*/ 33 w 131"/>
                <a:gd name="T53" fmla="*/ 94 h 102"/>
                <a:gd name="T54" fmla="*/ 35 w 131"/>
                <a:gd name="T55" fmla="*/ 87 h 102"/>
                <a:gd name="T56" fmla="*/ 43 w 131"/>
                <a:gd name="T57" fmla="*/ 87 h 102"/>
                <a:gd name="T58" fmla="*/ 48 w 131"/>
                <a:gd name="T59" fmla="*/ 85 h 102"/>
                <a:gd name="T60" fmla="*/ 55 w 131"/>
                <a:gd name="T61" fmla="*/ 87 h 102"/>
                <a:gd name="T62" fmla="*/ 59 w 131"/>
                <a:gd name="T63" fmla="*/ 92 h 102"/>
                <a:gd name="T64" fmla="*/ 66 w 131"/>
                <a:gd name="T65" fmla="*/ 90 h 102"/>
                <a:gd name="T66" fmla="*/ 73 w 131"/>
                <a:gd name="T67" fmla="*/ 93 h 102"/>
                <a:gd name="T68" fmla="*/ 81 w 131"/>
                <a:gd name="T69" fmla="*/ 93 h 102"/>
                <a:gd name="T70" fmla="*/ 87 w 131"/>
                <a:gd name="T71" fmla="*/ 89 h 102"/>
                <a:gd name="T72" fmla="*/ 98 w 131"/>
                <a:gd name="T73" fmla="*/ 89 h 102"/>
                <a:gd name="T74" fmla="*/ 105 w 131"/>
                <a:gd name="T75" fmla="*/ 91 h 102"/>
                <a:gd name="T76" fmla="*/ 111 w 131"/>
                <a:gd name="T77" fmla="*/ 86 h 102"/>
                <a:gd name="T78" fmla="*/ 112 w 131"/>
                <a:gd name="T79" fmla="*/ 86 h 102"/>
                <a:gd name="T80" fmla="*/ 112 w 131"/>
                <a:gd name="T81" fmla="*/ 83 h 102"/>
                <a:gd name="T82" fmla="*/ 114 w 131"/>
                <a:gd name="T83" fmla="*/ 76 h 102"/>
                <a:gd name="T84" fmla="*/ 127 w 131"/>
                <a:gd name="T85" fmla="*/ 59 h 102"/>
                <a:gd name="T86" fmla="*/ 128 w 131"/>
                <a:gd name="T87" fmla="*/ 38 h 102"/>
                <a:gd name="T88" fmla="*/ 130 w 131"/>
                <a:gd name="T89" fmla="*/ 29 h 102"/>
                <a:gd name="T90" fmla="*/ 128 w 131"/>
                <a:gd name="T91" fmla="*/ 22 h 102"/>
                <a:gd name="T92" fmla="*/ 125 w 131"/>
                <a:gd name="T93" fmla="*/ 1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 h="102">
                  <a:moveTo>
                    <a:pt x="125" y="15"/>
                  </a:moveTo>
                  <a:cubicBezTo>
                    <a:pt x="125" y="13"/>
                    <a:pt x="125" y="8"/>
                    <a:pt x="124" y="4"/>
                  </a:cubicBezTo>
                  <a:cubicBezTo>
                    <a:pt x="118" y="7"/>
                    <a:pt x="118" y="7"/>
                    <a:pt x="118" y="7"/>
                  </a:cubicBezTo>
                  <a:cubicBezTo>
                    <a:pt x="118" y="7"/>
                    <a:pt x="116" y="5"/>
                    <a:pt x="112" y="2"/>
                  </a:cubicBezTo>
                  <a:cubicBezTo>
                    <a:pt x="109" y="0"/>
                    <a:pt x="100" y="0"/>
                    <a:pt x="100" y="0"/>
                  </a:cubicBezTo>
                  <a:cubicBezTo>
                    <a:pt x="64" y="22"/>
                    <a:pt x="64" y="22"/>
                    <a:pt x="64" y="22"/>
                  </a:cubicBezTo>
                  <a:cubicBezTo>
                    <a:pt x="49" y="35"/>
                    <a:pt x="49" y="35"/>
                    <a:pt x="49" y="35"/>
                  </a:cubicBezTo>
                  <a:cubicBezTo>
                    <a:pt x="49" y="35"/>
                    <a:pt x="38" y="38"/>
                    <a:pt x="36" y="39"/>
                  </a:cubicBezTo>
                  <a:cubicBezTo>
                    <a:pt x="35" y="39"/>
                    <a:pt x="35" y="39"/>
                    <a:pt x="34" y="39"/>
                  </a:cubicBezTo>
                  <a:cubicBezTo>
                    <a:pt x="34" y="45"/>
                    <a:pt x="35" y="61"/>
                    <a:pt x="34" y="61"/>
                  </a:cubicBezTo>
                  <a:cubicBezTo>
                    <a:pt x="33" y="62"/>
                    <a:pt x="32" y="67"/>
                    <a:pt x="31" y="68"/>
                  </a:cubicBezTo>
                  <a:cubicBezTo>
                    <a:pt x="30" y="69"/>
                    <a:pt x="29" y="71"/>
                    <a:pt x="26" y="71"/>
                  </a:cubicBezTo>
                  <a:cubicBezTo>
                    <a:pt x="23" y="71"/>
                    <a:pt x="16" y="73"/>
                    <a:pt x="13" y="73"/>
                  </a:cubicBezTo>
                  <a:cubicBezTo>
                    <a:pt x="10" y="72"/>
                    <a:pt x="7" y="74"/>
                    <a:pt x="6" y="75"/>
                  </a:cubicBezTo>
                  <a:cubicBezTo>
                    <a:pt x="5" y="75"/>
                    <a:pt x="3" y="75"/>
                    <a:pt x="0" y="75"/>
                  </a:cubicBezTo>
                  <a:cubicBezTo>
                    <a:pt x="0" y="77"/>
                    <a:pt x="0" y="80"/>
                    <a:pt x="1" y="80"/>
                  </a:cubicBezTo>
                  <a:cubicBezTo>
                    <a:pt x="1" y="80"/>
                    <a:pt x="2" y="84"/>
                    <a:pt x="3" y="85"/>
                  </a:cubicBezTo>
                  <a:cubicBezTo>
                    <a:pt x="5" y="86"/>
                    <a:pt x="7" y="87"/>
                    <a:pt x="7" y="89"/>
                  </a:cubicBezTo>
                  <a:cubicBezTo>
                    <a:pt x="7" y="91"/>
                    <a:pt x="7" y="92"/>
                    <a:pt x="9" y="92"/>
                  </a:cubicBezTo>
                  <a:cubicBezTo>
                    <a:pt x="10" y="92"/>
                    <a:pt x="11" y="95"/>
                    <a:pt x="12" y="95"/>
                  </a:cubicBezTo>
                  <a:cubicBezTo>
                    <a:pt x="14" y="96"/>
                    <a:pt x="16" y="94"/>
                    <a:pt x="16" y="95"/>
                  </a:cubicBezTo>
                  <a:cubicBezTo>
                    <a:pt x="17" y="95"/>
                    <a:pt x="16" y="99"/>
                    <a:pt x="17" y="99"/>
                  </a:cubicBezTo>
                  <a:cubicBezTo>
                    <a:pt x="17" y="99"/>
                    <a:pt x="19" y="100"/>
                    <a:pt x="20" y="101"/>
                  </a:cubicBezTo>
                  <a:cubicBezTo>
                    <a:pt x="20" y="99"/>
                    <a:pt x="21" y="96"/>
                    <a:pt x="23" y="97"/>
                  </a:cubicBezTo>
                  <a:cubicBezTo>
                    <a:pt x="26" y="98"/>
                    <a:pt x="24" y="100"/>
                    <a:pt x="26" y="101"/>
                  </a:cubicBezTo>
                  <a:cubicBezTo>
                    <a:pt x="28" y="102"/>
                    <a:pt x="30" y="101"/>
                    <a:pt x="30" y="100"/>
                  </a:cubicBezTo>
                  <a:cubicBezTo>
                    <a:pt x="30" y="98"/>
                    <a:pt x="33" y="94"/>
                    <a:pt x="33" y="94"/>
                  </a:cubicBezTo>
                  <a:cubicBezTo>
                    <a:pt x="34" y="93"/>
                    <a:pt x="34" y="88"/>
                    <a:pt x="35" y="87"/>
                  </a:cubicBezTo>
                  <a:cubicBezTo>
                    <a:pt x="37" y="86"/>
                    <a:pt x="41" y="87"/>
                    <a:pt x="43" y="87"/>
                  </a:cubicBezTo>
                  <a:cubicBezTo>
                    <a:pt x="45" y="87"/>
                    <a:pt x="46" y="83"/>
                    <a:pt x="48" y="85"/>
                  </a:cubicBezTo>
                  <a:cubicBezTo>
                    <a:pt x="50" y="87"/>
                    <a:pt x="53" y="85"/>
                    <a:pt x="55" y="87"/>
                  </a:cubicBezTo>
                  <a:cubicBezTo>
                    <a:pt x="56" y="89"/>
                    <a:pt x="57" y="93"/>
                    <a:pt x="59" y="92"/>
                  </a:cubicBezTo>
                  <a:cubicBezTo>
                    <a:pt x="62" y="90"/>
                    <a:pt x="65" y="90"/>
                    <a:pt x="66" y="90"/>
                  </a:cubicBezTo>
                  <a:cubicBezTo>
                    <a:pt x="68" y="90"/>
                    <a:pt x="71" y="93"/>
                    <a:pt x="73" y="93"/>
                  </a:cubicBezTo>
                  <a:cubicBezTo>
                    <a:pt x="74" y="94"/>
                    <a:pt x="79" y="94"/>
                    <a:pt x="81" y="93"/>
                  </a:cubicBezTo>
                  <a:cubicBezTo>
                    <a:pt x="83" y="92"/>
                    <a:pt x="85" y="89"/>
                    <a:pt x="87" y="89"/>
                  </a:cubicBezTo>
                  <a:cubicBezTo>
                    <a:pt x="90" y="89"/>
                    <a:pt x="97" y="89"/>
                    <a:pt x="98" y="89"/>
                  </a:cubicBezTo>
                  <a:cubicBezTo>
                    <a:pt x="100" y="90"/>
                    <a:pt x="103" y="92"/>
                    <a:pt x="105" y="91"/>
                  </a:cubicBezTo>
                  <a:cubicBezTo>
                    <a:pt x="107" y="90"/>
                    <a:pt x="109" y="86"/>
                    <a:pt x="111" y="86"/>
                  </a:cubicBezTo>
                  <a:cubicBezTo>
                    <a:pt x="112" y="85"/>
                    <a:pt x="112" y="86"/>
                    <a:pt x="112" y="86"/>
                  </a:cubicBezTo>
                  <a:cubicBezTo>
                    <a:pt x="112" y="85"/>
                    <a:pt x="112" y="84"/>
                    <a:pt x="112" y="83"/>
                  </a:cubicBezTo>
                  <a:cubicBezTo>
                    <a:pt x="112" y="78"/>
                    <a:pt x="113" y="80"/>
                    <a:pt x="114" y="76"/>
                  </a:cubicBezTo>
                  <a:cubicBezTo>
                    <a:pt x="115" y="71"/>
                    <a:pt x="126" y="59"/>
                    <a:pt x="127" y="59"/>
                  </a:cubicBezTo>
                  <a:cubicBezTo>
                    <a:pt x="128" y="58"/>
                    <a:pt x="128" y="40"/>
                    <a:pt x="128" y="38"/>
                  </a:cubicBezTo>
                  <a:cubicBezTo>
                    <a:pt x="128" y="35"/>
                    <a:pt x="129" y="32"/>
                    <a:pt x="130" y="29"/>
                  </a:cubicBezTo>
                  <a:cubicBezTo>
                    <a:pt x="131" y="25"/>
                    <a:pt x="128" y="26"/>
                    <a:pt x="128" y="22"/>
                  </a:cubicBezTo>
                  <a:cubicBezTo>
                    <a:pt x="129" y="19"/>
                    <a:pt x="125" y="17"/>
                    <a:pt x="125" y="1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6" name="Freeform 37">
              <a:extLst>
                <a:ext uri="{FF2B5EF4-FFF2-40B4-BE49-F238E27FC236}">
                  <a16:creationId xmlns:a16="http://schemas.microsoft.com/office/drawing/2014/main" id="{490CC045-68FE-E083-740F-D3AEDF0E327A}"/>
                </a:ext>
              </a:extLst>
            </p:cNvPr>
            <p:cNvSpPr>
              <a:spLocks/>
            </p:cNvSpPr>
            <p:nvPr/>
          </p:nvSpPr>
          <p:spPr bwMode="auto">
            <a:xfrm>
              <a:off x="7727838" y="3662960"/>
              <a:ext cx="229288" cy="390396"/>
            </a:xfrm>
            <a:custGeom>
              <a:avLst/>
              <a:gdLst>
                <a:gd name="T0" fmla="*/ 84 w 85"/>
                <a:gd name="T1" fmla="*/ 34 h 140"/>
                <a:gd name="T2" fmla="*/ 20 w 85"/>
                <a:gd name="T3" fmla="*/ 0 h 140"/>
                <a:gd name="T4" fmla="*/ 12 w 85"/>
                <a:gd name="T5" fmla="*/ 4 h 140"/>
                <a:gd name="T6" fmla="*/ 13 w 85"/>
                <a:gd name="T7" fmla="*/ 15 h 140"/>
                <a:gd name="T8" fmla="*/ 16 w 85"/>
                <a:gd name="T9" fmla="*/ 22 h 140"/>
                <a:gd name="T10" fmla="*/ 18 w 85"/>
                <a:gd name="T11" fmla="*/ 29 h 140"/>
                <a:gd name="T12" fmla="*/ 16 w 85"/>
                <a:gd name="T13" fmla="*/ 38 h 140"/>
                <a:gd name="T14" fmla="*/ 15 w 85"/>
                <a:gd name="T15" fmla="*/ 59 h 140"/>
                <a:gd name="T16" fmla="*/ 2 w 85"/>
                <a:gd name="T17" fmla="*/ 76 h 140"/>
                <a:gd name="T18" fmla="*/ 0 w 85"/>
                <a:gd name="T19" fmla="*/ 83 h 140"/>
                <a:gd name="T20" fmla="*/ 0 w 85"/>
                <a:gd name="T21" fmla="*/ 86 h 140"/>
                <a:gd name="T22" fmla="*/ 2 w 85"/>
                <a:gd name="T23" fmla="*/ 87 h 140"/>
                <a:gd name="T24" fmla="*/ 6 w 85"/>
                <a:gd name="T25" fmla="*/ 91 h 140"/>
                <a:gd name="T26" fmla="*/ 11 w 85"/>
                <a:gd name="T27" fmla="*/ 99 h 140"/>
                <a:gd name="T28" fmla="*/ 12 w 85"/>
                <a:gd name="T29" fmla="*/ 106 h 140"/>
                <a:gd name="T30" fmla="*/ 15 w 85"/>
                <a:gd name="T31" fmla="*/ 117 h 140"/>
                <a:gd name="T32" fmla="*/ 12 w 85"/>
                <a:gd name="T33" fmla="*/ 118 h 140"/>
                <a:gd name="T34" fmla="*/ 5 w 85"/>
                <a:gd name="T35" fmla="*/ 119 h 140"/>
                <a:gd name="T36" fmla="*/ 7 w 85"/>
                <a:gd name="T37" fmla="*/ 125 h 140"/>
                <a:gd name="T38" fmla="*/ 14 w 85"/>
                <a:gd name="T39" fmla="*/ 132 h 140"/>
                <a:gd name="T40" fmla="*/ 17 w 85"/>
                <a:gd name="T41" fmla="*/ 139 h 140"/>
                <a:gd name="T42" fmla="*/ 22 w 85"/>
                <a:gd name="T43" fmla="*/ 137 h 140"/>
                <a:gd name="T44" fmla="*/ 27 w 85"/>
                <a:gd name="T45" fmla="*/ 137 h 140"/>
                <a:gd name="T46" fmla="*/ 36 w 85"/>
                <a:gd name="T47" fmla="*/ 134 h 140"/>
                <a:gd name="T48" fmla="*/ 44 w 85"/>
                <a:gd name="T49" fmla="*/ 130 h 140"/>
                <a:gd name="T50" fmla="*/ 44 w 85"/>
                <a:gd name="T51" fmla="*/ 126 h 140"/>
                <a:gd name="T52" fmla="*/ 56 w 85"/>
                <a:gd name="T53" fmla="*/ 123 h 140"/>
                <a:gd name="T54" fmla="*/ 65 w 85"/>
                <a:gd name="T55" fmla="*/ 115 h 140"/>
                <a:gd name="T56" fmla="*/ 66 w 85"/>
                <a:gd name="T57" fmla="*/ 111 h 140"/>
                <a:gd name="T58" fmla="*/ 73 w 85"/>
                <a:gd name="T59" fmla="*/ 108 h 140"/>
                <a:gd name="T60" fmla="*/ 75 w 85"/>
                <a:gd name="T61" fmla="*/ 109 h 140"/>
                <a:gd name="T62" fmla="*/ 74 w 85"/>
                <a:gd name="T63" fmla="*/ 108 h 140"/>
                <a:gd name="T64" fmla="*/ 75 w 85"/>
                <a:gd name="T65" fmla="*/ 105 h 140"/>
                <a:gd name="T66" fmla="*/ 71 w 85"/>
                <a:gd name="T67" fmla="*/ 99 h 140"/>
                <a:gd name="T68" fmla="*/ 70 w 85"/>
                <a:gd name="T69" fmla="*/ 93 h 140"/>
                <a:gd name="T70" fmla="*/ 69 w 85"/>
                <a:gd name="T71" fmla="*/ 89 h 140"/>
                <a:gd name="T72" fmla="*/ 69 w 85"/>
                <a:gd name="T73" fmla="*/ 82 h 140"/>
                <a:gd name="T74" fmla="*/ 73 w 85"/>
                <a:gd name="T75" fmla="*/ 76 h 140"/>
                <a:gd name="T76" fmla="*/ 76 w 85"/>
                <a:gd name="T77" fmla="*/ 71 h 140"/>
                <a:gd name="T78" fmla="*/ 83 w 85"/>
                <a:gd name="T79" fmla="*/ 66 h 140"/>
                <a:gd name="T80" fmla="*/ 84 w 85"/>
                <a:gd name="T81" fmla="*/ 57 h 140"/>
                <a:gd name="T82" fmla="*/ 84 w 85"/>
                <a:gd name="T83" fmla="*/ 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4" y="34"/>
                  </a:moveTo>
                  <a:cubicBezTo>
                    <a:pt x="20" y="0"/>
                    <a:pt x="20" y="0"/>
                    <a:pt x="20" y="0"/>
                  </a:cubicBezTo>
                  <a:cubicBezTo>
                    <a:pt x="12" y="4"/>
                    <a:pt x="12" y="4"/>
                    <a:pt x="12" y="4"/>
                  </a:cubicBezTo>
                  <a:cubicBezTo>
                    <a:pt x="13" y="8"/>
                    <a:pt x="13" y="13"/>
                    <a:pt x="13" y="15"/>
                  </a:cubicBezTo>
                  <a:cubicBezTo>
                    <a:pt x="13" y="17"/>
                    <a:pt x="17" y="19"/>
                    <a:pt x="16" y="22"/>
                  </a:cubicBezTo>
                  <a:cubicBezTo>
                    <a:pt x="16" y="26"/>
                    <a:pt x="19" y="25"/>
                    <a:pt x="18" y="29"/>
                  </a:cubicBezTo>
                  <a:cubicBezTo>
                    <a:pt x="17" y="32"/>
                    <a:pt x="16" y="35"/>
                    <a:pt x="16" y="38"/>
                  </a:cubicBezTo>
                  <a:cubicBezTo>
                    <a:pt x="16" y="40"/>
                    <a:pt x="16" y="58"/>
                    <a:pt x="15" y="59"/>
                  </a:cubicBezTo>
                  <a:cubicBezTo>
                    <a:pt x="14" y="59"/>
                    <a:pt x="3" y="71"/>
                    <a:pt x="2" y="76"/>
                  </a:cubicBezTo>
                  <a:cubicBezTo>
                    <a:pt x="1" y="80"/>
                    <a:pt x="0" y="78"/>
                    <a:pt x="0" y="83"/>
                  </a:cubicBezTo>
                  <a:cubicBezTo>
                    <a:pt x="0" y="84"/>
                    <a:pt x="0" y="85"/>
                    <a:pt x="0" y="86"/>
                  </a:cubicBezTo>
                  <a:cubicBezTo>
                    <a:pt x="1" y="86"/>
                    <a:pt x="1" y="87"/>
                    <a:pt x="2" y="87"/>
                  </a:cubicBezTo>
                  <a:cubicBezTo>
                    <a:pt x="3" y="89"/>
                    <a:pt x="3" y="91"/>
                    <a:pt x="6" y="91"/>
                  </a:cubicBezTo>
                  <a:cubicBezTo>
                    <a:pt x="8" y="91"/>
                    <a:pt x="11" y="97"/>
                    <a:pt x="11" y="99"/>
                  </a:cubicBezTo>
                  <a:cubicBezTo>
                    <a:pt x="11" y="101"/>
                    <a:pt x="12" y="102"/>
                    <a:pt x="12" y="106"/>
                  </a:cubicBezTo>
                  <a:cubicBezTo>
                    <a:pt x="12" y="110"/>
                    <a:pt x="14" y="116"/>
                    <a:pt x="15" y="117"/>
                  </a:cubicBezTo>
                  <a:cubicBezTo>
                    <a:pt x="17" y="118"/>
                    <a:pt x="15" y="118"/>
                    <a:pt x="12" y="118"/>
                  </a:cubicBezTo>
                  <a:cubicBezTo>
                    <a:pt x="9" y="118"/>
                    <a:pt x="5" y="118"/>
                    <a:pt x="5" y="119"/>
                  </a:cubicBezTo>
                  <a:cubicBezTo>
                    <a:pt x="5" y="120"/>
                    <a:pt x="4" y="122"/>
                    <a:pt x="7" y="125"/>
                  </a:cubicBezTo>
                  <a:cubicBezTo>
                    <a:pt x="10" y="128"/>
                    <a:pt x="13" y="129"/>
                    <a:pt x="14" y="132"/>
                  </a:cubicBezTo>
                  <a:cubicBezTo>
                    <a:pt x="15" y="135"/>
                    <a:pt x="16" y="138"/>
                    <a:pt x="17" y="139"/>
                  </a:cubicBezTo>
                  <a:cubicBezTo>
                    <a:pt x="18" y="140"/>
                    <a:pt x="20" y="140"/>
                    <a:pt x="22" y="137"/>
                  </a:cubicBezTo>
                  <a:cubicBezTo>
                    <a:pt x="23" y="135"/>
                    <a:pt x="25" y="139"/>
                    <a:pt x="27" y="137"/>
                  </a:cubicBezTo>
                  <a:cubicBezTo>
                    <a:pt x="29" y="135"/>
                    <a:pt x="35" y="135"/>
                    <a:pt x="36" y="134"/>
                  </a:cubicBezTo>
                  <a:cubicBezTo>
                    <a:pt x="38" y="134"/>
                    <a:pt x="42" y="132"/>
                    <a:pt x="44" y="130"/>
                  </a:cubicBezTo>
                  <a:cubicBezTo>
                    <a:pt x="45" y="129"/>
                    <a:pt x="42" y="127"/>
                    <a:pt x="44" y="126"/>
                  </a:cubicBezTo>
                  <a:cubicBezTo>
                    <a:pt x="47" y="125"/>
                    <a:pt x="54" y="127"/>
                    <a:pt x="56" y="123"/>
                  </a:cubicBezTo>
                  <a:cubicBezTo>
                    <a:pt x="59" y="120"/>
                    <a:pt x="63" y="116"/>
                    <a:pt x="65" y="115"/>
                  </a:cubicBezTo>
                  <a:cubicBezTo>
                    <a:pt x="66" y="114"/>
                    <a:pt x="65" y="113"/>
                    <a:pt x="66" y="111"/>
                  </a:cubicBezTo>
                  <a:cubicBezTo>
                    <a:pt x="68" y="109"/>
                    <a:pt x="71" y="107"/>
                    <a:pt x="73" y="108"/>
                  </a:cubicBezTo>
                  <a:cubicBezTo>
                    <a:pt x="74" y="109"/>
                    <a:pt x="74" y="109"/>
                    <a:pt x="75" y="109"/>
                  </a:cubicBezTo>
                  <a:cubicBezTo>
                    <a:pt x="75" y="108"/>
                    <a:pt x="74" y="108"/>
                    <a:pt x="74" y="108"/>
                  </a:cubicBezTo>
                  <a:cubicBezTo>
                    <a:pt x="75" y="105"/>
                    <a:pt x="75" y="105"/>
                    <a:pt x="75" y="105"/>
                  </a:cubicBezTo>
                  <a:cubicBezTo>
                    <a:pt x="75" y="105"/>
                    <a:pt x="71" y="103"/>
                    <a:pt x="71" y="99"/>
                  </a:cubicBezTo>
                  <a:cubicBezTo>
                    <a:pt x="71" y="96"/>
                    <a:pt x="72" y="93"/>
                    <a:pt x="70" y="93"/>
                  </a:cubicBezTo>
                  <a:cubicBezTo>
                    <a:pt x="67" y="93"/>
                    <a:pt x="67" y="91"/>
                    <a:pt x="69" y="89"/>
                  </a:cubicBezTo>
                  <a:cubicBezTo>
                    <a:pt x="71" y="86"/>
                    <a:pt x="66" y="82"/>
                    <a:pt x="69" y="82"/>
                  </a:cubicBezTo>
                  <a:cubicBezTo>
                    <a:pt x="73" y="82"/>
                    <a:pt x="70" y="77"/>
                    <a:pt x="73" y="76"/>
                  </a:cubicBezTo>
                  <a:cubicBezTo>
                    <a:pt x="75" y="76"/>
                    <a:pt x="76" y="74"/>
                    <a:pt x="76" y="71"/>
                  </a:cubicBezTo>
                  <a:cubicBezTo>
                    <a:pt x="76" y="68"/>
                    <a:pt x="82" y="67"/>
                    <a:pt x="83" y="66"/>
                  </a:cubicBezTo>
                  <a:cubicBezTo>
                    <a:pt x="85" y="66"/>
                    <a:pt x="84" y="57"/>
                    <a:pt x="84" y="57"/>
                  </a:cubicBezTo>
                  <a:lnTo>
                    <a:pt x="84" y="34"/>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7" name="Freeform 38">
              <a:extLst>
                <a:ext uri="{FF2B5EF4-FFF2-40B4-BE49-F238E27FC236}">
                  <a16:creationId xmlns:a16="http://schemas.microsoft.com/office/drawing/2014/main" id="{32A3C678-569A-81B7-5E22-7ABFCB1736AE}"/>
                </a:ext>
              </a:extLst>
            </p:cNvPr>
            <p:cNvSpPr>
              <a:spLocks/>
            </p:cNvSpPr>
            <p:nvPr/>
          </p:nvSpPr>
          <p:spPr bwMode="auto">
            <a:xfrm>
              <a:off x="7968534" y="3445421"/>
              <a:ext cx="250961" cy="256344"/>
            </a:xfrm>
            <a:custGeom>
              <a:avLst/>
              <a:gdLst>
                <a:gd name="T0" fmla="*/ 87 w 93"/>
                <a:gd name="T1" fmla="*/ 20 h 92"/>
                <a:gd name="T2" fmla="*/ 81 w 93"/>
                <a:gd name="T3" fmla="*/ 5 h 92"/>
                <a:gd name="T4" fmla="*/ 80 w 93"/>
                <a:gd name="T5" fmla="*/ 7 h 92"/>
                <a:gd name="T6" fmla="*/ 71 w 93"/>
                <a:gd name="T7" fmla="*/ 6 h 92"/>
                <a:gd name="T8" fmla="*/ 60 w 93"/>
                <a:gd name="T9" fmla="*/ 4 h 92"/>
                <a:gd name="T10" fmla="*/ 42 w 93"/>
                <a:gd name="T11" fmla="*/ 7 h 92"/>
                <a:gd name="T12" fmla="*/ 33 w 93"/>
                <a:gd name="T13" fmla="*/ 8 h 92"/>
                <a:gd name="T14" fmla="*/ 18 w 93"/>
                <a:gd name="T15" fmla="*/ 3 h 92"/>
                <a:gd name="T16" fmla="*/ 5 w 93"/>
                <a:gd name="T17" fmla="*/ 0 h 92"/>
                <a:gd name="T18" fmla="*/ 4 w 93"/>
                <a:gd name="T19" fmla="*/ 2 h 92"/>
                <a:gd name="T20" fmla="*/ 3 w 93"/>
                <a:gd name="T21" fmla="*/ 13 h 92"/>
                <a:gd name="T22" fmla="*/ 3 w 93"/>
                <a:gd name="T23" fmla="*/ 25 h 92"/>
                <a:gd name="T24" fmla="*/ 3 w 93"/>
                <a:gd name="T25" fmla="*/ 90 h 92"/>
                <a:gd name="T26" fmla="*/ 54 w 93"/>
                <a:gd name="T27" fmla="*/ 90 h 92"/>
                <a:gd name="T28" fmla="*/ 57 w 93"/>
                <a:gd name="T29" fmla="*/ 88 h 92"/>
                <a:gd name="T30" fmla="*/ 61 w 93"/>
                <a:gd name="T31" fmla="*/ 90 h 92"/>
                <a:gd name="T32" fmla="*/ 72 w 93"/>
                <a:gd name="T33" fmla="*/ 90 h 92"/>
                <a:gd name="T34" fmla="*/ 77 w 93"/>
                <a:gd name="T35" fmla="*/ 92 h 92"/>
                <a:gd name="T36" fmla="*/ 82 w 93"/>
                <a:gd name="T37" fmla="*/ 88 h 92"/>
                <a:gd name="T38" fmla="*/ 87 w 93"/>
                <a:gd name="T39" fmla="*/ 82 h 92"/>
                <a:gd name="T40" fmla="*/ 92 w 93"/>
                <a:gd name="T41" fmla="*/ 79 h 92"/>
                <a:gd name="T42" fmla="*/ 92 w 93"/>
                <a:gd name="T43" fmla="*/ 79 h 92"/>
                <a:gd name="T44" fmla="*/ 92 w 93"/>
                <a:gd name="T45" fmla="*/ 76 h 92"/>
                <a:gd name="T46" fmla="*/ 88 w 93"/>
                <a:gd name="T47" fmla="*/ 66 h 92"/>
                <a:gd name="T48" fmla="*/ 79 w 93"/>
                <a:gd name="T49" fmla="*/ 49 h 92"/>
                <a:gd name="T50" fmla="*/ 75 w 93"/>
                <a:gd name="T51" fmla="*/ 40 h 92"/>
                <a:gd name="T52" fmla="*/ 69 w 93"/>
                <a:gd name="T53" fmla="*/ 31 h 92"/>
                <a:gd name="T54" fmla="*/ 66 w 93"/>
                <a:gd name="T55" fmla="*/ 16 h 92"/>
                <a:gd name="T56" fmla="*/ 71 w 93"/>
                <a:gd name="T57" fmla="*/ 26 h 92"/>
                <a:gd name="T58" fmla="*/ 80 w 93"/>
                <a:gd name="T59" fmla="*/ 38 h 92"/>
                <a:gd name="T60" fmla="*/ 85 w 93"/>
                <a:gd name="T61" fmla="*/ 26 h 92"/>
                <a:gd name="T62" fmla="*/ 85 w 93"/>
                <a:gd name="T63" fmla="*/ 26 h 92"/>
                <a:gd name="T64" fmla="*/ 85 w 93"/>
                <a:gd name="T65" fmla="*/ 24 h 92"/>
                <a:gd name="T66" fmla="*/ 87 w 93"/>
                <a:gd name="T67"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 h="92">
                  <a:moveTo>
                    <a:pt x="87" y="20"/>
                  </a:moveTo>
                  <a:cubicBezTo>
                    <a:pt x="81" y="5"/>
                    <a:pt x="81" y="5"/>
                    <a:pt x="81" y="5"/>
                  </a:cubicBezTo>
                  <a:cubicBezTo>
                    <a:pt x="80" y="6"/>
                    <a:pt x="80" y="7"/>
                    <a:pt x="80" y="7"/>
                  </a:cubicBezTo>
                  <a:cubicBezTo>
                    <a:pt x="79" y="8"/>
                    <a:pt x="74" y="5"/>
                    <a:pt x="71" y="6"/>
                  </a:cubicBezTo>
                  <a:cubicBezTo>
                    <a:pt x="67" y="7"/>
                    <a:pt x="64" y="6"/>
                    <a:pt x="60" y="4"/>
                  </a:cubicBezTo>
                  <a:cubicBezTo>
                    <a:pt x="56" y="2"/>
                    <a:pt x="44" y="5"/>
                    <a:pt x="42" y="7"/>
                  </a:cubicBezTo>
                  <a:cubicBezTo>
                    <a:pt x="41" y="9"/>
                    <a:pt x="37" y="9"/>
                    <a:pt x="33" y="8"/>
                  </a:cubicBezTo>
                  <a:cubicBezTo>
                    <a:pt x="29" y="6"/>
                    <a:pt x="24" y="4"/>
                    <a:pt x="18" y="3"/>
                  </a:cubicBezTo>
                  <a:cubicBezTo>
                    <a:pt x="11" y="3"/>
                    <a:pt x="6" y="2"/>
                    <a:pt x="5" y="0"/>
                  </a:cubicBezTo>
                  <a:cubicBezTo>
                    <a:pt x="5" y="1"/>
                    <a:pt x="4" y="2"/>
                    <a:pt x="4" y="2"/>
                  </a:cubicBezTo>
                  <a:cubicBezTo>
                    <a:pt x="2" y="8"/>
                    <a:pt x="6" y="10"/>
                    <a:pt x="3" y="13"/>
                  </a:cubicBezTo>
                  <a:cubicBezTo>
                    <a:pt x="0" y="16"/>
                    <a:pt x="3" y="20"/>
                    <a:pt x="3" y="25"/>
                  </a:cubicBezTo>
                  <a:cubicBezTo>
                    <a:pt x="3" y="29"/>
                    <a:pt x="3" y="67"/>
                    <a:pt x="3" y="90"/>
                  </a:cubicBezTo>
                  <a:cubicBezTo>
                    <a:pt x="54" y="90"/>
                    <a:pt x="54" y="90"/>
                    <a:pt x="54" y="90"/>
                  </a:cubicBezTo>
                  <a:cubicBezTo>
                    <a:pt x="54" y="90"/>
                    <a:pt x="56" y="89"/>
                    <a:pt x="57" y="88"/>
                  </a:cubicBezTo>
                  <a:cubicBezTo>
                    <a:pt x="59" y="87"/>
                    <a:pt x="61" y="90"/>
                    <a:pt x="61" y="90"/>
                  </a:cubicBezTo>
                  <a:cubicBezTo>
                    <a:pt x="72" y="90"/>
                    <a:pt x="72" y="90"/>
                    <a:pt x="72" y="90"/>
                  </a:cubicBezTo>
                  <a:cubicBezTo>
                    <a:pt x="72" y="90"/>
                    <a:pt x="74" y="92"/>
                    <a:pt x="77" y="92"/>
                  </a:cubicBezTo>
                  <a:cubicBezTo>
                    <a:pt x="79" y="92"/>
                    <a:pt x="78" y="88"/>
                    <a:pt x="82" y="88"/>
                  </a:cubicBezTo>
                  <a:cubicBezTo>
                    <a:pt x="86" y="88"/>
                    <a:pt x="85" y="82"/>
                    <a:pt x="87" y="82"/>
                  </a:cubicBezTo>
                  <a:cubicBezTo>
                    <a:pt x="90" y="82"/>
                    <a:pt x="89" y="83"/>
                    <a:pt x="92" y="79"/>
                  </a:cubicBezTo>
                  <a:cubicBezTo>
                    <a:pt x="92" y="79"/>
                    <a:pt x="92" y="79"/>
                    <a:pt x="92" y="79"/>
                  </a:cubicBezTo>
                  <a:cubicBezTo>
                    <a:pt x="92" y="78"/>
                    <a:pt x="92" y="77"/>
                    <a:pt x="92" y="76"/>
                  </a:cubicBezTo>
                  <a:cubicBezTo>
                    <a:pt x="93" y="72"/>
                    <a:pt x="90" y="72"/>
                    <a:pt x="88" y="66"/>
                  </a:cubicBezTo>
                  <a:cubicBezTo>
                    <a:pt x="86" y="61"/>
                    <a:pt x="79" y="52"/>
                    <a:pt x="79" y="49"/>
                  </a:cubicBezTo>
                  <a:cubicBezTo>
                    <a:pt x="79" y="46"/>
                    <a:pt x="75" y="44"/>
                    <a:pt x="75" y="40"/>
                  </a:cubicBezTo>
                  <a:cubicBezTo>
                    <a:pt x="75" y="37"/>
                    <a:pt x="73" y="37"/>
                    <a:pt x="69" y="31"/>
                  </a:cubicBezTo>
                  <a:cubicBezTo>
                    <a:pt x="66" y="26"/>
                    <a:pt x="64" y="16"/>
                    <a:pt x="66" y="16"/>
                  </a:cubicBezTo>
                  <a:cubicBezTo>
                    <a:pt x="67" y="15"/>
                    <a:pt x="70" y="24"/>
                    <a:pt x="71" y="26"/>
                  </a:cubicBezTo>
                  <a:cubicBezTo>
                    <a:pt x="72" y="29"/>
                    <a:pt x="77" y="38"/>
                    <a:pt x="80" y="38"/>
                  </a:cubicBezTo>
                  <a:cubicBezTo>
                    <a:pt x="83" y="38"/>
                    <a:pt x="84" y="25"/>
                    <a:pt x="85" y="26"/>
                  </a:cubicBezTo>
                  <a:cubicBezTo>
                    <a:pt x="85" y="26"/>
                    <a:pt x="85" y="26"/>
                    <a:pt x="85" y="26"/>
                  </a:cubicBezTo>
                  <a:cubicBezTo>
                    <a:pt x="85" y="24"/>
                    <a:pt x="85" y="24"/>
                    <a:pt x="85" y="24"/>
                  </a:cubicBezTo>
                  <a:lnTo>
                    <a:pt x="87" y="20"/>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8" name="Freeform 39">
              <a:extLst>
                <a:ext uri="{FF2B5EF4-FFF2-40B4-BE49-F238E27FC236}">
                  <a16:creationId xmlns:a16="http://schemas.microsoft.com/office/drawing/2014/main" id="{3E957054-B860-ED1C-124A-1F8369465216}"/>
                </a:ext>
              </a:extLst>
            </p:cNvPr>
            <p:cNvSpPr>
              <a:spLocks/>
            </p:cNvSpPr>
            <p:nvPr/>
          </p:nvSpPr>
          <p:spPr bwMode="auto">
            <a:xfrm>
              <a:off x="7620610" y="4172123"/>
              <a:ext cx="128903" cy="148162"/>
            </a:xfrm>
            <a:custGeom>
              <a:avLst/>
              <a:gdLst>
                <a:gd name="T0" fmla="*/ 24 w 48"/>
                <a:gd name="T1" fmla="*/ 50 h 53"/>
                <a:gd name="T2" fmla="*/ 25 w 48"/>
                <a:gd name="T3" fmla="*/ 44 h 53"/>
                <a:gd name="T4" fmla="*/ 30 w 48"/>
                <a:gd name="T5" fmla="*/ 40 h 53"/>
                <a:gd name="T6" fmla="*/ 34 w 48"/>
                <a:gd name="T7" fmla="*/ 35 h 53"/>
                <a:gd name="T8" fmla="*/ 39 w 48"/>
                <a:gd name="T9" fmla="*/ 41 h 53"/>
                <a:gd name="T10" fmla="*/ 45 w 48"/>
                <a:gd name="T11" fmla="*/ 42 h 53"/>
                <a:gd name="T12" fmla="*/ 48 w 48"/>
                <a:gd name="T13" fmla="*/ 32 h 53"/>
                <a:gd name="T14" fmla="*/ 46 w 48"/>
                <a:gd name="T15" fmla="*/ 23 h 53"/>
                <a:gd name="T16" fmla="*/ 44 w 48"/>
                <a:gd name="T17" fmla="*/ 16 h 53"/>
                <a:gd name="T18" fmla="*/ 45 w 48"/>
                <a:gd name="T19" fmla="*/ 9 h 53"/>
                <a:gd name="T20" fmla="*/ 37 w 48"/>
                <a:gd name="T21" fmla="*/ 9 h 53"/>
                <a:gd name="T22" fmla="*/ 38 w 48"/>
                <a:gd name="T23" fmla="*/ 1 h 53"/>
                <a:gd name="T24" fmla="*/ 25 w 48"/>
                <a:gd name="T25" fmla="*/ 0 h 53"/>
                <a:gd name="T26" fmla="*/ 24 w 48"/>
                <a:gd name="T27" fmla="*/ 1 h 53"/>
                <a:gd name="T28" fmla="*/ 23 w 48"/>
                <a:gd name="T29" fmla="*/ 11 h 53"/>
                <a:gd name="T30" fmla="*/ 12 w 48"/>
                <a:gd name="T31" fmla="*/ 12 h 53"/>
                <a:gd name="T32" fmla="*/ 8 w 48"/>
                <a:gd name="T33" fmla="*/ 12 h 53"/>
                <a:gd name="T34" fmla="*/ 6 w 48"/>
                <a:gd name="T35" fmla="*/ 14 h 53"/>
                <a:gd name="T36" fmla="*/ 10 w 48"/>
                <a:gd name="T37" fmla="*/ 18 h 53"/>
                <a:gd name="T38" fmla="*/ 5 w 48"/>
                <a:gd name="T39" fmla="*/ 22 h 53"/>
                <a:gd name="T40" fmla="*/ 2 w 48"/>
                <a:gd name="T41" fmla="*/ 27 h 53"/>
                <a:gd name="T42" fmla="*/ 6 w 48"/>
                <a:gd name="T43" fmla="*/ 35 h 53"/>
                <a:gd name="T44" fmla="*/ 12 w 48"/>
                <a:gd name="T45" fmla="*/ 42 h 53"/>
                <a:gd name="T46" fmla="*/ 20 w 48"/>
                <a:gd name="T47" fmla="*/ 53 h 53"/>
                <a:gd name="T48" fmla="*/ 24 w 48"/>
                <a:gd name="T49" fmla="*/ 5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8" h="53">
                  <a:moveTo>
                    <a:pt x="24" y="50"/>
                  </a:moveTo>
                  <a:cubicBezTo>
                    <a:pt x="28" y="50"/>
                    <a:pt x="27" y="48"/>
                    <a:pt x="25" y="44"/>
                  </a:cubicBezTo>
                  <a:cubicBezTo>
                    <a:pt x="24" y="39"/>
                    <a:pt x="28" y="40"/>
                    <a:pt x="30" y="40"/>
                  </a:cubicBezTo>
                  <a:cubicBezTo>
                    <a:pt x="33" y="40"/>
                    <a:pt x="32" y="35"/>
                    <a:pt x="34" y="35"/>
                  </a:cubicBezTo>
                  <a:cubicBezTo>
                    <a:pt x="36" y="35"/>
                    <a:pt x="37" y="41"/>
                    <a:pt x="39" y="41"/>
                  </a:cubicBezTo>
                  <a:cubicBezTo>
                    <a:pt x="41" y="40"/>
                    <a:pt x="42" y="42"/>
                    <a:pt x="45" y="42"/>
                  </a:cubicBezTo>
                  <a:cubicBezTo>
                    <a:pt x="48" y="41"/>
                    <a:pt x="48" y="36"/>
                    <a:pt x="48" y="32"/>
                  </a:cubicBezTo>
                  <a:cubicBezTo>
                    <a:pt x="48" y="27"/>
                    <a:pt x="48" y="24"/>
                    <a:pt x="46" y="23"/>
                  </a:cubicBezTo>
                  <a:cubicBezTo>
                    <a:pt x="43" y="21"/>
                    <a:pt x="41" y="18"/>
                    <a:pt x="44" y="16"/>
                  </a:cubicBezTo>
                  <a:cubicBezTo>
                    <a:pt x="47" y="14"/>
                    <a:pt x="48" y="11"/>
                    <a:pt x="45" y="9"/>
                  </a:cubicBezTo>
                  <a:cubicBezTo>
                    <a:pt x="42" y="7"/>
                    <a:pt x="37" y="11"/>
                    <a:pt x="37" y="9"/>
                  </a:cubicBezTo>
                  <a:cubicBezTo>
                    <a:pt x="37" y="8"/>
                    <a:pt x="37" y="4"/>
                    <a:pt x="38" y="1"/>
                  </a:cubicBezTo>
                  <a:cubicBezTo>
                    <a:pt x="32" y="0"/>
                    <a:pt x="25" y="0"/>
                    <a:pt x="25" y="0"/>
                  </a:cubicBezTo>
                  <a:cubicBezTo>
                    <a:pt x="24" y="1"/>
                    <a:pt x="24" y="1"/>
                    <a:pt x="24" y="1"/>
                  </a:cubicBezTo>
                  <a:cubicBezTo>
                    <a:pt x="24" y="7"/>
                    <a:pt x="23" y="11"/>
                    <a:pt x="23" y="11"/>
                  </a:cubicBezTo>
                  <a:cubicBezTo>
                    <a:pt x="23" y="11"/>
                    <a:pt x="14" y="12"/>
                    <a:pt x="12" y="12"/>
                  </a:cubicBezTo>
                  <a:cubicBezTo>
                    <a:pt x="11" y="12"/>
                    <a:pt x="10" y="12"/>
                    <a:pt x="8" y="12"/>
                  </a:cubicBezTo>
                  <a:cubicBezTo>
                    <a:pt x="7" y="13"/>
                    <a:pt x="7" y="14"/>
                    <a:pt x="6" y="14"/>
                  </a:cubicBezTo>
                  <a:cubicBezTo>
                    <a:pt x="5" y="15"/>
                    <a:pt x="9" y="17"/>
                    <a:pt x="10" y="18"/>
                  </a:cubicBezTo>
                  <a:cubicBezTo>
                    <a:pt x="10" y="20"/>
                    <a:pt x="5" y="20"/>
                    <a:pt x="5" y="22"/>
                  </a:cubicBezTo>
                  <a:cubicBezTo>
                    <a:pt x="5" y="24"/>
                    <a:pt x="3" y="26"/>
                    <a:pt x="2" y="27"/>
                  </a:cubicBezTo>
                  <a:cubicBezTo>
                    <a:pt x="0" y="28"/>
                    <a:pt x="6" y="33"/>
                    <a:pt x="6" y="35"/>
                  </a:cubicBezTo>
                  <a:cubicBezTo>
                    <a:pt x="6" y="36"/>
                    <a:pt x="7" y="38"/>
                    <a:pt x="12" y="42"/>
                  </a:cubicBezTo>
                  <a:cubicBezTo>
                    <a:pt x="16" y="47"/>
                    <a:pt x="14" y="48"/>
                    <a:pt x="20" y="53"/>
                  </a:cubicBezTo>
                  <a:cubicBezTo>
                    <a:pt x="21" y="52"/>
                    <a:pt x="22" y="50"/>
                    <a:pt x="24" y="5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79" name="Freeform 40">
              <a:extLst>
                <a:ext uri="{FF2B5EF4-FFF2-40B4-BE49-F238E27FC236}">
                  <a16:creationId xmlns:a16="http://schemas.microsoft.com/office/drawing/2014/main" id="{3B8C3322-DA07-9C44-502E-113DFF668874}"/>
                </a:ext>
              </a:extLst>
            </p:cNvPr>
            <p:cNvSpPr>
              <a:spLocks/>
            </p:cNvSpPr>
            <p:nvPr/>
          </p:nvSpPr>
          <p:spPr bwMode="auto">
            <a:xfrm>
              <a:off x="7634299" y="4175649"/>
              <a:ext cx="51333" cy="30573"/>
            </a:xfrm>
            <a:custGeom>
              <a:avLst/>
              <a:gdLst>
                <a:gd name="T0" fmla="*/ 18 w 19"/>
                <a:gd name="T1" fmla="*/ 10 h 11"/>
                <a:gd name="T2" fmla="*/ 19 w 19"/>
                <a:gd name="T3" fmla="*/ 0 h 11"/>
                <a:gd name="T4" fmla="*/ 16 w 19"/>
                <a:gd name="T5" fmla="*/ 0 h 11"/>
                <a:gd name="T6" fmla="*/ 5 w 19"/>
                <a:gd name="T7" fmla="*/ 0 h 11"/>
                <a:gd name="T8" fmla="*/ 5 w 19"/>
                <a:gd name="T9" fmla="*/ 0 h 11"/>
                <a:gd name="T10" fmla="*/ 3 w 19"/>
                <a:gd name="T11" fmla="*/ 6 h 11"/>
                <a:gd name="T12" fmla="*/ 3 w 19"/>
                <a:gd name="T13" fmla="*/ 9 h 11"/>
                <a:gd name="T14" fmla="*/ 3 w 19"/>
                <a:gd name="T15" fmla="*/ 11 h 11"/>
                <a:gd name="T16" fmla="*/ 7 w 19"/>
                <a:gd name="T17" fmla="*/ 11 h 11"/>
                <a:gd name="T18" fmla="*/ 18 w 19"/>
                <a:gd name="T19"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11">
                  <a:moveTo>
                    <a:pt x="18" y="10"/>
                  </a:moveTo>
                  <a:cubicBezTo>
                    <a:pt x="18" y="10"/>
                    <a:pt x="19" y="6"/>
                    <a:pt x="19" y="0"/>
                  </a:cubicBezTo>
                  <a:cubicBezTo>
                    <a:pt x="16" y="0"/>
                    <a:pt x="16" y="0"/>
                    <a:pt x="16" y="0"/>
                  </a:cubicBezTo>
                  <a:cubicBezTo>
                    <a:pt x="5" y="0"/>
                    <a:pt x="5" y="0"/>
                    <a:pt x="5" y="0"/>
                  </a:cubicBezTo>
                  <a:cubicBezTo>
                    <a:pt x="5" y="0"/>
                    <a:pt x="5" y="0"/>
                    <a:pt x="5" y="0"/>
                  </a:cubicBezTo>
                  <a:cubicBezTo>
                    <a:pt x="6" y="2"/>
                    <a:pt x="6" y="5"/>
                    <a:pt x="3" y="6"/>
                  </a:cubicBezTo>
                  <a:cubicBezTo>
                    <a:pt x="0" y="7"/>
                    <a:pt x="0" y="9"/>
                    <a:pt x="3" y="9"/>
                  </a:cubicBezTo>
                  <a:cubicBezTo>
                    <a:pt x="4" y="9"/>
                    <a:pt x="4" y="10"/>
                    <a:pt x="3" y="11"/>
                  </a:cubicBezTo>
                  <a:cubicBezTo>
                    <a:pt x="5" y="11"/>
                    <a:pt x="6" y="11"/>
                    <a:pt x="7" y="11"/>
                  </a:cubicBezTo>
                  <a:cubicBezTo>
                    <a:pt x="9" y="11"/>
                    <a:pt x="18" y="10"/>
                    <a:pt x="18" y="1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80" name="Freeform 41">
              <a:extLst>
                <a:ext uri="{FF2B5EF4-FFF2-40B4-BE49-F238E27FC236}">
                  <a16:creationId xmlns:a16="http://schemas.microsoft.com/office/drawing/2014/main" id="{685DAA08-36B1-F2D5-1167-78D9EBCF9D40}"/>
                </a:ext>
              </a:extLst>
            </p:cNvPr>
            <p:cNvSpPr>
              <a:spLocks/>
            </p:cNvSpPr>
            <p:nvPr/>
          </p:nvSpPr>
          <p:spPr bwMode="auto">
            <a:xfrm>
              <a:off x="7674224" y="4139198"/>
              <a:ext cx="161984" cy="205781"/>
            </a:xfrm>
            <a:custGeom>
              <a:avLst/>
              <a:gdLst>
                <a:gd name="T0" fmla="*/ 16 w 60"/>
                <a:gd name="T1" fmla="*/ 70 h 74"/>
                <a:gd name="T2" fmla="*/ 22 w 60"/>
                <a:gd name="T3" fmla="*/ 71 h 74"/>
                <a:gd name="T4" fmla="*/ 29 w 60"/>
                <a:gd name="T5" fmla="*/ 71 h 74"/>
                <a:gd name="T6" fmla="*/ 32 w 60"/>
                <a:gd name="T7" fmla="*/ 71 h 74"/>
                <a:gd name="T8" fmla="*/ 38 w 60"/>
                <a:gd name="T9" fmla="*/ 66 h 74"/>
                <a:gd name="T10" fmla="*/ 41 w 60"/>
                <a:gd name="T11" fmla="*/ 60 h 74"/>
                <a:gd name="T12" fmla="*/ 41 w 60"/>
                <a:gd name="T13" fmla="*/ 46 h 74"/>
                <a:gd name="T14" fmla="*/ 48 w 60"/>
                <a:gd name="T15" fmla="*/ 36 h 74"/>
                <a:gd name="T16" fmla="*/ 55 w 60"/>
                <a:gd name="T17" fmla="*/ 19 h 74"/>
                <a:gd name="T18" fmla="*/ 58 w 60"/>
                <a:gd name="T19" fmla="*/ 10 h 74"/>
                <a:gd name="T20" fmla="*/ 59 w 60"/>
                <a:gd name="T21" fmla="*/ 1 h 74"/>
                <a:gd name="T22" fmla="*/ 59 w 60"/>
                <a:gd name="T23" fmla="*/ 1 h 74"/>
                <a:gd name="T24" fmla="*/ 52 w 60"/>
                <a:gd name="T25" fmla="*/ 0 h 74"/>
                <a:gd name="T26" fmla="*/ 48 w 60"/>
                <a:gd name="T27" fmla="*/ 1 h 74"/>
                <a:gd name="T28" fmla="*/ 44 w 60"/>
                <a:gd name="T29" fmla="*/ 2 h 74"/>
                <a:gd name="T30" fmla="*/ 42 w 60"/>
                <a:gd name="T31" fmla="*/ 8 h 74"/>
                <a:gd name="T32" fmla="*/ 39 w 60"/>
                <a:gd name="T33" fmla="*/ 17 h 74"/>
                <a:gd name="T34" fmla="*/ 27 w 60"/>
                <a:gd name="T35" fmla="*/ 13 h 74"/>
                <a:gd name="T36" fmla="*/ 18 w 60"/>
                <a:gd name="T37" fmla="*/ 13 h 74"/>
                <a:gd name="T38" fmla="*/ 17 w 60"/>
                <a:gd name="T39" fmla="*/ 21 h 74"/>
                <a:gd name="T40" fmla="*/ 25 w 60"/>
                <a:gd name="T41" fmla="*/ 21 h 74"/>
                <a:gd name="T42" fmla="*/ 24 w 60"/>
                <a:gd name="T43" fmla="*/ 28 h 74"/>
                <a:gd name="T44" fmla="*/ 26 w 60"/>
                <a:gd name="T45" fmla="*/ 35 h 74"/>
                <a:gd name="T46" fmla="*/ 28 w 60"/>
                <a:gd name="T47" fmla="*/ 44 h 74"/>
                <a:gd name="T48" fmla="*/ 25 w 60"/>
                <a:gd name="T49" fmla="*/ 54 h 74"/>
                <a:gd name="T50" fmla="*/ 19 w 60"/>
                <a:gd name="T51" fmla="*/ 53 h 74"/>
                <a:gd name="T52" fmla="*/ 14 w 60"/>
                <a:gd name="T53" fmla="*/ 47 h 74"/>
                <a:gd name="T54" fmla="*/ 10 w 60"/>
                <a:gd name="T55" fmla="*/ 52 h 74"/>
                <a:gd name="T56" fmla="*/ 5 w 60"/>
                <a:gd name="T57" fmla="*/ 56 h 74"/>
                <a:gd name="T58" fmla="*/ 4 w 60"/>
                <a:gd name="T59" fmla="*/ 62 h 74"/>
                <a:gd name="T60" fmla="*/ 0 w 60"/>
                <a:gd name="T61" fmla="*/ 65 h 74"/>
                <a:gd name="T62" fmla="*/ 1 w 60"/>
                <a:gd name="T63" fmla="*/ 66 h 74"/>
                <a:gd name="T64" fmla="*/ 8 w 60"/>
                <a:gd name="T65" fmla="*/ 74 h 74"/>
                <a:gd name="T66" fmla="*/ 16 w 60"/>
                <a:gd name="T67" fmla="*/ 7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 h="74">
                  <a:moveTo>
                    <a:pt x="16" y="70"/>
                  </a:moveTo>
                  <a:cubicBezTo>
                    <a:pt x="18" y="71"/>
                    <a:pt x="19" y="73"/>
                    <a:pt x="22" y="71"/>
                  </a:cubicBezTo>
                  <a:cubicBezTo>
                    <a:pt x="25" y="68"/>
                    <a:pt x="29" y="69"/>
                    <a:pt x="29" y="71"/>
                  </a:cubicBezTo>
                  <a:cubicBezTo>
                    <a:pt x="29" y="74"/>
                    <a:pt x="30" y="73"/>
                    <a:pt x="32" y="71"/>
                  </a:cubicBezTo>
                  <a:cubicBezTo>
                    <a:pt x="35" y="68"/>
                    <a:pt x="38" y="71"/>
                    <a:pt x="38" y="66"/>
                  </a:cubicBezTo>
                  <a:cubicBezTo>
                    <a:pt x="38" y="61"/>
                    <a:pt x="41" y="66"/>
                    <a:pt x="41" y="60"/>
                  </a:cubicBezTo>
                  <a:cubicBezTo>
                    <a:pt x="41" y="54"/>
                    <a:pt x="41" y="48"/>
                    <a:pt x="41" y="46"/>
                  </a:cubicBezTo>
                  <a:cubicBezTo>
                    <a:pt x="41" y="43"/>
                    <a:pt x="48" y="41"/>
                    <a:pt x="48" y="36"/>
                  </a:cubicBezTo>
                  <a:cubicBezTo>
                    <a:pt x="48" y="32"/>
                    <a:pt x="55" y="24"/>
                    <a:pt x="55" y="19"/>
                  </a:cubicBezTo>
                  <a:cubicBezTo>
                    <a:pt x="55" y="13"/>
                    <a:pt x="56" y="12"/>
                    <a:pt x="58" y="10"/>
                  </a:cubicBezTo>
                  <a:cubicBezTo>
                    <a:pt x="59" y="8"/>
                    <a:pt x="60" y="4"/>
                    <a:pt x="59" y="1"/>
                  </a:cubicBezTo>
                  <a:cubicBezTo>
                    <a:pt x="59" y="1"/>
                    <a:pt x="59" y="1"/>
                    <a:pt x="59" y="1"/>
                  </a:cubicBezTo>
                  <a:cubicBezTo>
                    <a:pt x="52" y="0"/>
                    <a:pt x="52" y="0"/>
                    <a:pt x="52" y="0"/>
                  </a:cubicBezTo>
                  <a:cubicBezTo>
                    <a:pt x="48" y="1"/>
                    <a:pt x="48" y="1"/>
                    <a:pt x="48" y="1"/>
                  </a:cubicBezTo>
                  <a:cubicBezTo>
                    <a:pt x="44" y="2"/>
                    <a:pt x="44" y="2"/>
                    <a:pt x="44" y="2"/>
                  </a:cubicBezTo>
                  <a:cubicBezTo>
                    <a:pt x="44" y="2"/>
                    <a:pt x="44" y="6"/>
                    <a:pt x="42" y="8"/>
                  </a:cubicBezTo>
                  <a:cubicBezTo>
                    <a:pt x="40" y="11"/>
                    <a:pt x="39" y="17"/>
                    <a:pt x="39" y="17"/>
                  </a:cubicBezTo>
                  <a:cubicBezTo>
                    <a:pt x="39" y="17"/>
                    <a:pt x="30" y="12"/>
                    <a:pt x="27" y="13"/>
                  </a:cubicBezTo>
                  <a:cubicBezTo>
                    <a:pt x="26" y="13"/>
                    <a:pt x="22" y="13"/>
                    <a:pt x="18" y="13"/>
                  </a:cubicBezTo>
                  <a:cubicBezTo>
                    <a:pt x="17" y="16"/>
                    <a:pt x="17" y="20"/>
                    <a:pt x="17" y="21"/>
                  </a:cubicBezTo>
                  <a:cubicBezTo>
                    <a:pt x="17" y="23"/>
                    <a:pt x="22" y="19"/>
                    <a:pt x="25" y="21"/>
                  </a:cubicBezTo>
                  <a:cubicBezTo>
                    <a:pt x="28" y="23"/>
                    <a:pt x="27" y="26"/>
                    <a:pt x="24" y="28"/>
                  </a:cubicBezTo>
                  <a:cubicBezTo>
                    <a:pt x="21" y="30"/>
                    <a:pt x="23" y="33"/>
                    <a:pt x="26" y="35"/>
                  </a:cubicBezTo>
                  <a:cubicBezTo>
                    <a:pt x="28" y="36"/>
                    <a:pt x="28" y="39"/>
                    <a:pt x="28" y="44"/>
                  </a:cubicBezTo>
                  <a:cubicBezTo>
                    <a:pt x="28" y="48"/>
                    <a:pt x="28" y="53"/>
                    <a:pt x="25" y="54"/>
                  </a:cubicBezTo>
                  <a:cubicBezTo>
                    <a:pt x="22" y="54"/>
                    <a:pt x="21" y="52"/>
                    <a:pt x="19" y="53"/>
                  </a:cubicBezTo>
                  <a:cubicBezTo>
                    <a:pt x="17" y="53"/>
                    <a:pt x="16" y="47"/>
                    <a:pt x="14" y="47"/>
                  </a:cubicBezTo>
                  <a:cubicBezTo>
                    <a:pt x="12" y="47"/>
                    <a:pt x="13" y="52"/>
                    <a:pt x="10" y="52"/>
                  </a:cubicBezTo>
                  <a:cubicBezTo>
                    <a:pt x="8" y="52"/>
                    <a:pt x="4" y="51"/>
                    <a:pt x="5" y="56"/>
                  </a:cubicBezTo>
                  <a:cubicBezTo>
                    <a:pt x="7" y="60"/>
                    <a:pt x="8" y="62"/>
                    <a:pt x="4" y="62"/>
                  </a:cubicBezTo>
                  <a:cubicBezTo>
                    <a:pt x="2" y="62"/>
                    <a:pt x="1" y="64"/>
                    <a:pt x="0" y="65"/>
                  </a:cubicBezTo>
                  <a:cubicBezTo>
                    <a:pt x="0" y="65"/>
                    <a:pt x="1" y="65"/>
                    <a:pt x="1" y="66"/>
                  </a:cubicBezTo>
                  <a:cubicBezTo>
                    <a:pt x="5" y="68"/>
                    <a:pt x="7" y="71"/>
                    <a:pt x="8" y="74"/>
                  </a:cubicBezTo>
                  <a:cubicBezTo>
                    <a:pt x="12" y="72"/>
                    <a:pt x="15" y="70"/>
                    <a:pt x="16" y="7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81" name="Freeform 42">
              <a:extLst>
                <a:ext uri="{FF2B5EF4-FFF2-40B4-BE49-F238E27FC236}">
                  <a16:creationId xmlns:a16="http://schemas.microsoft.com/office/drawing/2014/main" id="{13D6F55C-86C0-8766-88D4-8ED0E5AD1CFE}"/>
                </a:ext>
              </a:extLst>
            </p:cNvPr>
            <p:cNvSpPr>
              <a:spLocks/>
            </p:cNvSpPr>
            <p:nvPr/>
          </p:nvSpPr>
          <p:spPr bwMode="auto">
            <a:xfrm>
              <a:off x="7906935" y="3666487"/>
              <a:ext cx="374161" cy="478589"/>
            </a:xfrm>
            <a:custGeom>
              <a:avLst/>
              <a:gdLst>
                <a:gd name="T0" fmla="*/ 105 w 139"/>
                <a:gd name="T1" fmla="*/ 9 h 172"/>
                <a:gd name="T2" fmla="*/ 95 w 139"/>
                <a:gd name="T3" fmla="*/ 11 h 172"/>
                <a:gd name="T4" fmla="*/ 80 w 139"/>
                <a:gd name="T5" fmla="*/ 9 h 172"/>
                <a:gd name="T6" fmla="*/ 26 w 139"/>
                <a:gd name="T7" fmla="*/ 11 h 172"/>
                <a:gd name="T8" fmla="*/ 18 w 139"/>
                <a:gd name="T9" fmla="*/ 29 h 172"/>
                <a:gd name="T10" fmla="*/ 17 w 139"/>
                <a:gd name="T11" fmla="*/ 65 h 172"/>
                <a:gd name="T12" fmla="*/ 7 w 139"/>
                <a:gd name="T13" fmla="*/ 75 h 172"/>
                <a:gd name="T14" fmla="*/ 3 w 139"/>
                <a:gd name="T15" fmla="*/ 88 h 172"/>
                <a:gd name="T16" fmla="*/ 5 w 139"/>
                <a:gd name="T17" fmla="*/ 98 h 172"/>
                <a:gd name="T18" fmla="*/ 8 w 139"/>
                <a:gd name="T19" fmla="*/ 107 h 172"/>
                <a:gd name="T20" fmla="*/ 15 w 139"/>
                <a:gd name="T21" fmla="*/ 123 h 172"/>
                <a:gd name="T22" fmla="*/ 18 w 139"/>
                <a:gd name="T23" fmla="*/ 127 h 172"/>
                <a:gd name="T24" fmla="*/ 26 w 139"/>
                <a:gd name="T25" fmla="*/ 132 h 172"/>
                <a:gd name="T26" fmla="*/ 34 w 139"/>
                <a:gd name="T27" fmla="*/ 142 h 172"/>
                <a:gd name="T28" fmla="*/ 43 w 139"/>
                <a:gd name="T29" fmla="*/ 152 h 172"/>
                <a:gd name="T30" fmla="*/ 47 w 139"/>
                <a:gd name="T31" fmla="*/ 159 h 172"/>
                <a:gd name="T32" fmla="*/ 56 w 139"/>
                <a:gd name="T33" fmla="*/ 163 h 172"/>
                <a:gd name="T34" fmla="*/ 65 w 139"/>
                <a:gd name="T35" fmla="*/ 163 h 172"/>
                <a:gd name="T36" fmla="*/ 81 w 139"/>
                <a:gd name="T37" fmla="*/ 169 h 172"/>
                <a:gd name="T38" fmla="*/ 92 w 139"/>
                <a:gd name="T39" fmla="*/ 169 h 172"/>
                <a:gd name="T40" fmla="*/ 100 w 139"/>
                <a:gd name="T41" fmla="*/ 166 h 172"/>
                <a:gd name="T42" fmla="*/ 108 w 139"/>
                <a:gd name="T43" fmla="*/ 160 h 172"/>
                <a:gd name="T44" fmla="*/ 115 w 139"/>
                <a:gd name="T45" fmla="*/ 162 h 172"/>
                <a:gd name="T46" fmla="*/ 108 w 139"/>
                <a:gd name="T47" fmla="*/ 148 h 172"/>
                <a:gd name="T48" fmla="*/ 93 w 139"/>
                <a:gd name="T49" fmla="*/ 135 h 172"/>
                <a:gd name="T50" fmla="*/ 101 w 139"/>
                <a:gd name="T51" fmla="*/ 128 h 172"/>
                <a:gd name="T52" fmla="*/ 105 w 139"/>
                <a:gd name="T53" fmla="*/ 111 h 172"/>
                <a:gd name="T54" fmla="*/ 111 w 139"/>
                <a:gd name="T55" fmla="*/ 99 h 172"/>
                <a:gd name="T56" fmla="*/ 120 w 139"/>
                <a:gd name="T57" fmla="*/ 89 h 172"/>
                <a:gd name="T58" fmla="*/ 123 w 139"/>
                <a:gd name="T59" fmla="*/ 67 h 172"/>
                <a:gd name="T60" fmla="*/ 131 w 139"/>
                <a:gd name="T61" fmla="*/ 54 h 172"/>
                <a:gd name="T62" fmla="*/ 134 w 139"/>
                <a:gd name="T63" fmla="*/ 42 h 172"/>
                <a:gd name="T64" fmla="*/ 127 w 139"/>
                <a:gd name="T65" fmla="*/ 15 h 172"/>
                <a:gd name="T66" fmla="*/ 115 w 139"/>
                <a:gd name="T67" fmla="*/ 0 h 172"/>
                <a:gd name="T68" fmla="*/ 110 w 139"/>
                <a:gd name="T69" fmla="*/ 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9" h="172">
                  <a:moveTo>
                    <a:pt x="110" y="3"/>
                  </a:moveTo>
                  <a:cubicBezTo>
                    <a:pt x="108" y="3"/>
                    <a:pt x="109" y="9"/>
                    <a:pt x="105" y="9"/>
                  </a:cubicBezTo>
                  <a:cubicBezTo>
                    <a:pt x="101" y="9"/>
                    <a:pt x="102" y="13"/>
                    <a:pt x="100" y="13"/>
                  </a:cubicBezTo>
                  <a:cubicBezTo>
                    <a:pt x="97" y="13"/>
                    <a:pt x="95" y="11"/>
                    <a:pt x="95" y="11"/>
                  </a:cubicBezTo>
                  <a:cubicBezTo>
                    <a:pt x="84" y="11"/>
                    <a:pt x="84" y="11"/>
                    <a:pt x="84" y="11"/>
                  </a:cubicBezTo>
                  <a:cubicBezTo>
                    <a:pt x="84" y="11"/>
                    <a:pt x="82" y="8"/>
                    <a:pt x="80" y="9"/>
                  </a:cubicBezTo>
                  <a:cubicBezTo>
                    <a:pt x="79" y="10"/>
                    <a:pt x="77" y="11"/>
                    <a:pt x="77" y="11"/>
                  </a:cubicBezTo>
                  <a:cubicBezTo>
                    <a:pt x="26" y="11"/>
                    <a:pt x="26" y="11"/>
                    <a:pt x="26" y="11"/>
                  </a:cubicBezTo>
                  <a:cubicBezTo>
                    <a:pt x="26" y="22"/>
                    <a:pt x="26" y="29"/>
                    <a:pt x="26" y="29"/>
                  </a:cubicBezTo>
                  <a:cubicBezTo>
                    <a:pt x="18" y="29"/>
                    <a:pt x="18" y="29"/>
                    <a:pt x="18" y="29"/>
                  </a:cubicBezTo>
                  <a:cubicBezTo>
                    <a:pt x="18" y="56"/>
                    <a:pt x="18" y="56"/>
                    <a:pt x="18" y="56"/>
                  </a:cubicBezTo>
                  <a:cubicBezTo>
                    <a:pt x="18" y="56"/>
                    <a:pt x="19" y="65"/>
                    <a:pt x="17" y="65"/>
                  </a:cubicBezTo>
                  <a:cubicBezTo>
                    <a:pt x="16" y="66"/>
                    <a:pt x="10" y="67"/>
                    <a:pt x="10" y="70"/>
                  </a:cubicBezTo>
                  <a:cubicBezTo>
                    <a:pt x="10" y="73"/>
                    <a:pt x="9" y="75"/>
                    <a:pt x="7" y="75"/>
                  </a:cubicBezTo>
                  <a:cubicBezTo>
                    <a:pt x="4" y="76"/>
                    <a:pt x="7" y="81"/>
                    <a:pt x="3" y="81"/>
                  </a:cubicBezTo>
                  <a:cubicBezTo>
                    <a:pt x="0" y="81"/>
                    <a:pt x="5" y="85"/>
                    <a:pt x="3" y="88"/>
                  </a:cubicBezTo>
                  <a:cubicBezTo>
                    <a:pt x="1" y="90"/>
                    <a:pt x="1" y="92"/>
                    <a:pt x="4" y="92"/>
                  </a:cubicBezTo>
                  <a:cubicBezTo>
                    <a:pt x="6" y="92"/>
                    <a:pt x="5" y="95"/>
                    <a:pt x="5" y="98"/>
                  </a:cubicBezTo>
                  <a:cubicBezTo>
                    <a:pt x="5" y="102"/>
                    <a:pt x="9" y="104"/>
                    <a:pt x="9" y="104"/>
                  </a:cubicBezTo>
                  <a:cubicBezTo>
                    <a:pt x="8" y="107"/>
                    <a:pt x="8" y="107"/>
                    <a:pt x="8" y="107"/>
                  </a:cubicBezTo>
                  <a:cubicBezTo>
                    <a:pt x="8" y="107"/>
                    <a:pt x="14" y="114"/>
                    <a:pt x="15" y="116"/>
                  </a:cubicBezTo>
                  <a:cubicBezTo>
                    <a:pt x="15" y="117"/>
                    <a:pt x="18" y="121"/>
                    <a:pt x="15" y="123"/>
                  </a:cubicBezTo>
                  <a:cubicBezTo>
                    <a:pt x="12" y="124"/>
                    <a:pt x="14" y="126"/>
                    <a:pt x="14" y="126"/>
                  </a:cubicBezTo>
                  <a:cubicBezTo>
                    <a:pt x="18" y="127"/>
                    <a:pt x="18" y="127"/>
                    <a:pt x="18" y="127"/>
                  </a:cubicBezTo>
                  <a:cubicBezTo>
                    <a:pt x="19" y="129"/>
                    <a:pt x="19" y="129"/>
                    <a:pt x="19" y="129"/>
                  </a:cubicBezTo>
                  <a:cubicBezTo>
                    <a:pt x="19" y="129"/>
                    <a:pt x="23" y="129"/>
                    <a:pt x="26" y="132"/>
                  </a:cubicBezTo>
                  <a:cubicBezTo>
                    <a:pt x="28" y="135"/>
                    <a:pt x="29" y="136"/>
                    <a:pt x="29" y="137"/>
                  </a:cubicBezTo>
                  <a:cubicBezTo>
                    <a:pt x="29" y="139"/>
                    <a:pt x="31" y="139"/>
                    <a:pt x="34" y="142"/>
                  </a:cubicBezTo>
                  <a:cubicBezTo>
                    <a:pt x="37" y="145"/>
                    <a:pt x="37" y="146"/>
                    <a:pt x="37" y="148"/>
                  </a:cubicBezTo>
                  <a:cubicBezTo>
                    <a:pt x="37" y="149"/>
                    <a:pt x="43" y="152"/>
                    <a:pt x="43" y="152"/>
                  </a:cubicBezTo>
                  <a:cubicBezTo>
                    <a:pt x="45" y="157"/>
                    <a:pt x="45" y="157"/>
                    <a:pt x="45" y="157"/>
                  </a:cubicBezTo>
                  <a:cubicBezTo>
                    <a:pt x="46" y="157"/>
                    <a:pt x="47" y="158"/>
                    <a:pt x="47" y="159"/>
                  </a:cubicBezTo>
                  <a:cubicBezTo>
                    <a:pt x="48" y="162"/>
                    <a:pt x="51" y="163"/>
                    <a:pt x="51" y="163"/>
                  </a:cubicBezTo>
                  <a:cubicBezTo>
                    <a:pt x="51" y="163"/>
                    <a:pt x="54" y="165"/>
                    <a:pt x="56" y="163"/>
                  </a:cubicBezTo>
                  <a:cubicBezTo>
                    <a:pt x="58" y="161"/>
                    <a:pt x="61" y="164"/>
                    <a:pt x="61" y="164"/>
                  </a:cubicBezTo>
                  <a:cubicBezTo>
                    <a:pt x="61" y="164"/>
                    <a:pt x="63" y="162"/>
                    <a:pt x="65" y="163"/>
                  </a:cubicBezTo>
                  <a:cubicBezTo>
                    <a:pt x="66" y="163"/>
                    <a:pt x="71" y="167"/>
                    <a:pt x="75" y="171"/>
                  </a:cubicBezTo>
                  <a:cubicBezTo>
                    <a:pt x="75" y="171"/>
                    <a:pt x="79" y="169"/>
                    <a:pt x="81" y="169"/>
                  </a:cubicBezTo>
                  <a:cubicBezTo>
                    <a:pt x="83" y="169"/>
                    <a:pt x="85" y="172"/>
                    <a:pt x="86" y="171"/>
                  </a:cubicBezTo>
                  <a:cubicBezTo>
                    <a:pt x="87" y="170"/>
                    <a:pt x="91" y="168"/>
                    <a:pt x="92" y="169"/>
                  </a:cubicBezTo>
                  <a:cubicBezTo>
                    <a:pt x="94" y="170"/>
                    <a:pt x="97" y="170"/>
                    <a:pt x="98" y="168"/>
                  </a:cubicBezTo>
                  <a:cubicBezTo>
                    <a:pt x="98" y="168"/>
                    <a:pt x="99" y="167"/>
                    <a:pt x="100" y="166"/>
                  </a:cubicBezTo>
                  <a:cubicBezTo>
                    <a:pt x="101" y="165"/>
                    <a:pt x="101" y="165"/>
                    <a:pt x="102" y="164"/>
                  </a:cubicBezTo>
                  <a:cubicBezTo>
                    <a:pt x="102" y="163"/>
                    <a:pt x="106" y="160"/>
                    <a:pt x="108" y="160"/>
                  </a:cubicBezTo>
                  <a:cubicBezTo>
                    <a:pt x="110" y="160"/>
                    <a:pt x="112" y="159"/>
                    <a:pt x="113" y="160"/>
                  </a:cubicBezTo>
                  <a:cubicBezTo>
                    <a:pt x="114" y="161"/>
                    <a:pt x="115" y="161"/>
                    <a:pt x="115" y="162"/>
                  </a:cubicBezTo>
                  <a:cubicBezTo>
                    <a:pt x="116" y="157"/>
                    <a:pt x="117" y="154"/>
                    <a:pt x="116" y="154"/>
                  </a:cubicBezTo>
                  <a:cubicBezTo>
                    <a:pt x="113" y="154"/>
                    <a:pt x="109" y="152"/>
                    <a:pt x="108" y="148"/>
                  </a:cubicBezTo>
                  <a:cubicBezTo>
                    <a:pt x="106" y="144"/>
                    <a:pt x="101" y="141"/>
                    <a:pt x="100" y="139"/>
                  </a:cubicBezTo>
                  <a:cubicBezTo>
                    <a:pt x="99" y="136"/>
                    <a:pt x="94" y="137"/>
                    <a:pt x="93" y="135"/>
                  </a:cubicBezTo>
                  <a:cubicBezTo>
                    <a:pt x="92" y="132"/>
                    <a:pt x="94" y="132"/>
                    <a:pt x="94" y="130"/>
                  </a:cubicBezTo>
                  <a:cubicBezTo>
                    <a:pt x="94" y="127"/>
                    <a:pt x="100" y="129"/>
                    <a:pt x="101" y="128"/>
                  </a:cubicBezTo>
                  <a:cubicBezTo>
                    <a:pt x="101" y="128"/>
                    <a:pt x="102" y="122"/>
                    <a:pt x="102" y="119"/>
                  </a:cubicBezTo>
                  <a:cubicBezTo>
                    <a:pt x="102" y="116"/>
                    <a:pt x="106" y="113"/>
                    <a:pt x="105" y="111"/>
                  </a:cubicBezTo>
                  <a:cubicBezTo>
                    <a:pt x="103" y="110"/>
                    <a:pt x="106" y="109"/>
                    <a:pt x="108" y="107"/>
                  </a:cubicBezTo>
                  <a:cubicBezTo>
                    <a:pt x="110" y="106"/>
                    <a:pt x="109" y="101"/>
                    <a:pt x="111" y="99"/>
                  </a:cubicBezTo>
                  <a:cubicBezTo>
                    <a:pt x="113" y="97"/>
                    <a:pt x="114" y="93"/>
                    <a:pt x="116" y="93"/>
                  </a:cubicBezTo>
                  <a:cubicBezTo>
                    <a:pt x="118" y="93"/>
                    <a:pt x="120" y="91"/>
                    <a:pt x="120" y="89"/>
                  </a:cubicBezTo>
                  <a:cubicBezTo>
                    <a:pt x="120" y="87"/>
                    <a:pt x="123" y="82"/>
                    <a:pt x="123" y="79"/>
                  </a:cubicBezTo>
                  <a:cubicBezTo>
                    <a:pt x="122" y="75"/>
                    <a:pt x="121" y="71"/>
                    <a:pt x="123" y="67"/>
                  </a:cubicBezTo>
                  <a:cubicBezTo>
                    <a:pt x="126" y="64"/>
                    <a:pt x="127" y="62"/>
                    <a:pt x="126" y="59"/>
                  </a:cubicBezTo>
                  <a:cubicBezTo>
                    <a:pt x="126" y="56"/>
                    <a:pt x="130" y="56"/>
                    <a:pt x="131" y="54"/>
                  </a:cubicBezTo>
                  <a:cubicBezTo>
                    <a:pt x="132" y="53"/>
                    <a:pt x="136" y="52"/>
                    <a:pt x="139" y="47"/>
                  </a:cubicBezTo>
                  <a:cubicBezTo>
                    <a:pt x="137" y="45"/>
                    <a:pt x="135" y="43"/>
                    <a:pt x="134" y="42"/>
                  </a:cubicBezTo>
                  <a:cubicBezTo>
                    <a:pt x="131" y="41"/>
                    <a:pt x="129" y="35"/>
                    <a:pt x="129" y="29"/>
                  </a:cubicBezTo>
                  <a:cubicBezTo>
                    <a:pt x="129" y="22"/>
                    <a:pt x="127" y="17"/>
                    <a:pt x="127" y="15"/>
                  </a:cubicBezTo>
                  <a:cubicBezTo>
                    <a:pt x="127" y="13"/>
                    <a:pt x="124" y="8"/>
                    <a:pt x="120" y="6"/>
                  </a:cubicBezTo>
                  <a:cubicBezTo>
                    <a:pt x="117" y="5"/>
                    <a:pt x="115" y="2"/>
                    <a:pt x="115" y="0"/>
                  </a:cubicBezTo>
                  <a:cubicBezTo>
                    <a:pt x="115" y="0"/>
                    <a:pt x="115" y="0"/>
                    <a:pt x="115" y="0"/>
                  </a:cubicBezTo>
                  <a:cubicBezTo>
                    <a:pt x="112" y="4"/>
                    <a:pt x="113" y="3"/>
                    <a:pt x="110" y="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82" name="Freeform 43">
              <a:extLst>
                <a:ext uri="{FF2B5EF4-FFF2-40B4-BE49-F238E27FC236}">
                  <a16:creationId xmlns:a16="http://schemas.microsoft.com/office/drawing/2014/main" id="{5899143B-0BF7-8001-A134-7DEB1F3B7BF9}"/>
                </a:ext>
              </a:extLst>
            </p:cNvPr>
            <p:cNvSpPr>
              <a:spLocks/>
            </p:cNvSpPr>
            <p:nvPr/>
          </p:nvSpPr>
          <p:spPr bwMode="auto">
            <a:xfrm>
              <a:off x="8354102" y="3925184"/>
              <a:ext cx="43347" cy="44683"/>
            </a:xfrm>
            <a:custGeom>
              <a:avLst/>
              <a:gdLst>
                <a:gd name="T0" fmla="*/ 5 w 16"/>
                <a:gd name="T1" fmla="*/ 2 h 16"/>
                <a:gd name="T2" fmla="*/ 1 w 16"/>
                <a:gd name="T3" fmla="*/ 8 h 16"/>
                <a:gd name="T4" fmla="*/ 1 w 16"/>
                <a:gd name="T5" fmla="*/ 15 h 16"/>
                <a:gd name="T6" fmla="*/ 6 w 16"/>
                <a:gd name="T7" fmla="*/ 15 h 16"/>
                <a:gd name="T8" fmla="*/ 10 w 16"/>
                <a:gd name="T9" fmla="*/ 16 h 16"/>
                <a:gd name="T10" fmla="*/ 13 w 16"/>
                <a:gd name="T11" fmla="*/ 12 h 16"/>
                <a:gd name="T12" fmla="*/ 9 w 16"/>
                <a:gd name="T13" fmla="*/ 10 h 16"/>
                <a:gd name="T14" fmla="*/ 14 w 16"/>
                <a:gd name="T15" fmla="*/ 6 h 16"/>
                <a:gd name="T16" fmla="*/ 13 w 16"/>
                <a:gd name="T17" fmla="*/ 1 h 16"/>
                <a:gd name="T18" fmla="*/ 12 w 16"/>
                <a:gd name="T19" fmla="*/ 0 h 16"/>
                <a:gd name="T20" fmla="*/ 9 w 16"/>
                <a:gd name="T21" fmla="*/ 2 h 16"/>
                <a:gd name="T22" fmla="*/ 5 w 16"/>
                <a:gd name="T2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6">
                  <a:moveTo>
                    <a:pt x="5" y="2"/>
                  </a:moveTo>
                  <a:cubicBezTo>
                    <a:pt x="5" y="3"/>
                    <a:pt x="3" y="6"/>
                    <a:pt x="1" y="8"/>
                  </a:cubicBezTo>
                  <a:cubicBezTo>
                    <a:pt x="0" y="10"/>
                    <a:pt x="1" y="14"/>
                    <a:pt x="1" y="15"/>
                  </a:cubicBezTo>
                  <a:cubicBezTo>
                    <a:pt x="2" y="16"/>
                    <a:pt x="4" y="16"/>
                    <a:pt x="6" y="15"/>
                  </a:cubicBezTo>
                  <a:cubicBezTo>
                    <a:pt x="7" y="14"/>
                    <a:pt x="8" y="14"/>
                    <a:pt x="10" y="16"/>
                  </a:cubicBezTo>
                  <a:cubicBezTo>
                    <a:pt x="11" y="15"/>
                    <a:pt x="12" y="13"/>
                    <a:pt x="13" y="12"/>
                  </a:cubicBezTo>
                  <a:cubicBezTo>
                    <a:pt x="11" y="11"/>
                    <a:pt x="9" y="11"/>
                    <a:pt x="9" y="10"/>
                  </a:cubicBezTo>
                  <a:cubicBezTo>
                    <a:pt x="8" y="9"/>
                    <a:pt x="11" y="7"/>
                    <a:pt x="14" y="6"/>
                  </a:cubicBezTo>
                  <a:cubicBezTo>
                    <a:pt x="16" y="6"/>
                    <a:pt x="15" y="3"/>
                    <a:pt x="13" y="1"/>
                  </a:cubicBezTo>
                  <a:cubicBezTo>
                    <a:pt x="13" y="1"/>
                    <a:pt x="12" y="1"/>
                    <a:pt x="12" y="0"/>
                  </a:cubicBezTo>
                  <a:cubicBezTo>
                    <a:pt x="11" y="1"/>
                    <a:pt x="10" y="1"/>
                    <a:pt x="9" y="2"/>
                  </a:cubicBezTo>
                  <a:cubicBezTo>
                    <a:pt x="9" y="3"/>
                    <a:pt x="7" y="2"/>
                    <a:pt x="5" y="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83" name="Freeform 44">
              <a:extLst>
                <a:ext uri="{FF2B5EF4-FFF2-40B4-BE49-F238E27FC236}">
                  <a16:creationId xmlns:a16="http://schemas.microsoft.com/office/drawing/2014/main" id="{7BCC17A4-B790-50A2-0172-2DE655EECE5F}"/>
                </a:ext>
              </a:extLst>
            </p:cNvPr>
            <p:cNvSpPr>
              <a:spLocks/>
            </p:cNvSpPr>
            <p:nvPr/>
          </p:nvSpPr>
          <p:spPr bwMode="auto">
            <a:xfrm>
              <a:off x="8233184" y="3797011"/>
              <a:ext cx="152859" cy="136403"/>
            </a:xfrm>
            <a:custGeom>
              <a:avLst/>
              <a:gdLst>
                <a:gd name="T0" fmla="*/ 10 w 57"/>
                <a:gd name="T1" fmla="*/ 7 h 49"/>
                <a:gd name="T2" fmla="*/ 5 w 57"/>
                <a:gd name="T3" fmla="*/ 12 h 49"/>
                <a:gd name="T4" fmla="*/ 2 w 57"/>
                <a:gd name="T5" fmla="*/ 20 h 49"/>
                <a:gd name="T6" fmla="*/ 2 w 57"/>
                <a:gd name="T7" fmla="*/ 32 h 49"/>
                <a:gd name="T8" fmla="*/ 9 w 57"/>
                <a:gd name="T9" fmla="*/ 32 h 49"/>
                <a:gd name="T10" fmla="*/ 11 w 57"/>
                <a:gd name="T11" fmla="*/ 30 h 49"/>
                <a:gd name="T12" fmla="*/ 15 w 57"/>
                <a:gd name="T13" fmla="*/ 28 h 49"/>
                <a:gd name="T14" fmla="*/ 21 w 57"/>
                <a:gd name="T15" fmla="*/ 31 h 49"/>
                <a:gd name="T16" fmla="*/ 24 w 57"/>
                <a:gd name="T17" fmla="*/ 31 h 49"/>
                <a:gd name="T18" fmla="*/ 33 w 57"/>
                <a:gd name="T19" fmla="*/ 31 h 49"/>
                <a:gd name="T20" fmla="*/ 51 w 57"/>
                <a:gd name="T21" fmla="*/ 48 h 49"/>
                <a:gd name="T22" fmla="*/ 50 w 57"/>
                <a:gd name="T23" fmla="*/ 48 h 49"/>
                <a:gd name="T24" fmla="*/ 54 w 57"/>
                <a:gd name="T25" fmla="*/ 48 h 49"/>
                <a:gd name="T26" fmla="*/ 57 w 57"/>
                <a:gd name="T27" fmla="*/ 46 h 49"/>
                <a:gd name="T28" fmla="*/ 48 w 57"/>
                <a:gd name="T29" fmla="*/ 36 h 49"/>
                <a:gd name="T30" fmla="*/ 34 w 57"/>
                <a:gd name="T31" fmla="*/ 27 h 49"/>
                <a:gd name="T32" fmla="*/ 29 w 57"/>
                <a:gd name="T33" fmla="*/ 22 h 49"/>
                <a:gd name="T34" fmla="*/ 23 w 57"/>
                <a:gd name="T35" fmla="*/ 9 h 49"/>
                <a:gd name="T36" fmla="*/ 18 w 57"/>
                <a:gd name="T37" fmla="*/ 0 h 49"/>
                <a:gd name="T38" fmla="*/ 10 w 57"/>
                <a:gd name="T39" fmla="*/ 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7" h="49">
                  <a:moveTo>
                    <a:pt x="10" y="7"/>
                  </a:moveTo>
                  <a:cubicBezTo>
                    <a:pt x="9" y="9"/>
                    <a:pt x="5" y="9"/>
                    <a:pt x="5" y="12"/>
                  </a:cubicBezTo>
                  <a:cubicBezTo>
                    <a:pt x="6" y="15"/>
                    <a:pt x="5" y="17"/>
                    <a:pt x="2" y="20"/>
                  </a:cubicBezTo>
                  <a:cubicBezTo>
                    <a:pt x="0" y="24"/>
                    <a:pt x="1" y="28"/>
                    <a:pt x="2" y="32"/>
                  </a:cubicBezTo>
                  <a:cubicBezTo>
                    <a:pt x="5" y="32"/>
                    <a:pt x="8" y="32"/>
                    <a:pt x="9" y="32"/>
                  </a:cubicBezTo>
                  <a:cubicBezTo>
                    <a:pt x="10" y="33"/>
                    <a:pt x="11" y="32"/>
                    <a:pt x="11" y="30"/>
                  </a:cubicBezTo>
                  <a:cubicBezTo>
                    <a:pt x="12" y="27"/>
                    <a:pt x="14" y="27"/>
                    <a:pt x="15" y="28"/>
                  </a:cubicBezTo>
                  <a:cubicBezTo>
                    <a:pt x="17" y="30"/>
                    <a:pt x="18" y="32"/>
                    <a:pt x="21" y="31"/>
                  </a:cubicBezTo>
                  <a:cubicBezTo>
                    <a:pt x="23" y="29"/>
                    <a:pt x="23" y="30"/>
                    <a:pt x="24" y="31"/>
                  </a:cubicBezTo>
                  <a:cubicBezTo>
                    <a:pt x="26" y="31"/>
                    <a:pt x="31" y="30"/>
                    <a:pt x="33" y="31"/>
                  </a:cubicBezTo>
                  <a:cubicBezTo>
                    <a:pt x="35" y="31"/>
                    <a:pt x="51" y="48"/>
                    <a:pt x="51" y="48"/>
                  </a:cubicBezTo>
                  <a:cubicBezTo>
                    <a:pt x="51" y="48"/>
                    <a:pt x="51" y="48"/>
                    <a:pt x="50" y="48"/>
                  </a:cubicBezTo>
                  <a:cubicBezTo>
                    <a:pt x="52" y="48"/>
                    <a:pt x="54" y="49"/>
                    <a:pt x="54" y="48"/>
                  </a:cubicBezTo>
                  <a:cubicBezTo>
                    <a:pt x="55" y="47"/>
                    <a:pt x="56" y="47"/>
                    <a:pt x="57" y="46"/>
                  </a:cubicBezTo>
                  <a:cubicBezTo>
                    <a:pt x="55" y="44"/>
                    <a:pt x="52" y="41"/>
                    <a:pt x="48" y="36"/>
                  </a:cubicBezTo>
                  <a:cubicBezTo>
                    <a:pt x="43" y="30"/>
                    <a:pt x="37" y="27"/>
                    <a:pt x="34" y="27"/>
                  </a:cubicBezTo>
                  <a:cubicBezTo>
                    <a:pt x="31" y="27"/>
                    <a:pt x="31" y="22"/>
                    <a:pt x="29" y="22"/>
                  </a:cubicBezTo>
                  <a:cubicBezTo>
                    <a:pt x="27" y="21"/>
                    <a:pt x="23" y="14"/>
                    <a:pt x="23" y="9"/>
                  </a:cubicBezTo>
                  <a:cubicBezTo>
                    <a:pt x="23" y="7"/>
                    <a:pt x="21" y="3"/>
                    <a:pt x="18" y="0"/>
                  </a:cubicBezTo>
                  <a:cubicBezTo>
                    <a:pt x="15" y="5"/>
                    <a:pt x="11" y="6"/>
                    <a:pt x="10" y="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284" name="Freeform 45">
              <a:extLst>
                <a:ext uri="{FF2B5EF4-FFF2-40B4-BE49-F238E27FC236}">
                  <a16:creationId xmlns:a16="http://schemas.microsoft.com/office/drawing/2014/main" id="{C8204739-9E13-3816-07D9-AB2EE4C4FCFA}"/>
                </a:ext>
              </a:extLst>
            </p:cNvPr>
            <p:cNvSpPr>
              <a:spLocks/>
            </p:cNvSpPr>
            <p:nvPr/>
          </p:nvSpPr>
          <p:spPr bwMode="auto">
            <a:xfrm>
              <a:off x="8154474" y="3872268"/>
              <a:ext cx="342221" cy="275159"/>
            </a:xfrm>
            <a:custGeom>
              <a:avLst/>
              <a:gdLst>
                <a:gd name="T0" fmla="*/ 8 w 127"/>
                <a:gd name="T1" fmla="*/ 65 h 99"/>
                <a:gd name="T2" fmla="*/ 16 w 127"/>
                <a:gd name="T3" fmla="*/ 74 h 99"/>
                <a:gd name="T4" fmla="*/ 24 w 127"/>
                <a:gd name="T5" fmla="*/ 80 h 99"/>
                <a:gd name="T6" fmla="*/ 23 w 127"/>
                <a:gd name="T7" fmla="*/ 88 h 99"/>
                <a:gd name="T8" fmla="*/ 26 w 127"/>
                <a:gd name="T9" fmla="*/ 89 h 99"/>
                <a:gd name="T10" fmla="*/ 35 w 127"/>
                <a:gd name="T11" fmla="*/ 91 h 99"/>
                <a:gd name="T12" fmla="*/ 44 w 127"/>
                <a:gd name="T13" fmla="*/ 96 h 99"/>
                <a:gd name="T14" fmla="*/ 54 w 127"/>
                <a:gd name="T15" fmla="*/ 98 h 99"/>
                <a:gd name="T16" fmla="*/ 60 w 127"/>
                <a:gd name="T17" fmla="*/ 93 h 99"/>
                <a:gd name="T18" fmla="*/ 67 w 127"/>
                <a:gd name="T19" fmla="*/ 92 h 99"/>
                <a:gd name="T20" fmla="*/ 71 w 127"/>
                <a:gd name="T21" fmla="*/ 94 h 99"/>
                <a:gd name="T22" fmla="*/ 75 w 127"/>
                <a:gd name="T23" fmla="*/ 92 h 99"/>
                <a:gd name="T24" fmla="*/ 82 w 127"/>
                <a:gd name="T25" fmla="*/ 91 h 99"/>
                <a:gd name="T26" fmla="*/ 93 w 127"/>
                <a:gd name="T27" fmla="*/ 86 h 99"/>
                <a:gd name="T28" fmla="*/ 102 w 127"/>
                <a:gd name="T29" fmla="*/ 84 h 99"/>
                <a:gd name="T30" fmla="*/ 125 w 127"/>
                <a:gd name="T31" fmla="*/ 61 h 99"/>
                <a:gd name="T32" fmla="*/ 122 w 127"/>
                <a:gd name="T33" fmla="*/ 60 h 99"/>
                <a:gd name="T34" fmla="*/ 110 w 127"/>
                <a:gd name="T35" fmla="*/ 57 h 99"/>
                <a:gd name="T36" fmla="*/ 93 w 127"/>
                <a:gd name="T37" fmla="*/ 51 h 99"/>
                <a:gd name="T38" fmla="*/ 88 w 127"/>
                <a:gd name="T39" fmla="*/ 46 h 99"/>
                <a:gd name="T40" fmla="*/ 83 w 127"/>
                <a:gd name="T41" fmla="*/ 38 h 99"/>
                <a:gd name="T42" fmla="*/ 84 w 127"/>
                <a:gd name="T43" fmla="*/ 35 h 99"/>
                <a:gd name="T44" fmla="*/ 80 w 127"/>
                <a:gd name="T45" fmla="*/ 34 h 99"/>
                <a:gd name="T46" fmla="*/ 75 w 127"/>
                <a:gd name="T47" fmla="*/ 34 h 99"/>
                <a:gd name="T48" fmla="*/ 75 w 127"/>
                <a:gd name="T49" fmla="*/ 27 h 99"/>
                <a:gd name="T50" fmla="*/ 80 w 127"/>
                <a:gd name="T51" fmla="*/ 21 h 99"/>
                <a:gd name="T52" fmla="*/ 62 w 127"/>
                <a:gd name="T53" fmla="*/ 4 h 99"/>
                <a:gd name="T54" fmla="*/ 53 w 127"/>
                <a:gd name="T55" fmla="*/ 4 h 99"/>
                <a:gd name="T56" fmla="*/ 50 w 127"/>
                <a:gd name="T57" fmla="*/ 4 h 99"/>
                <a:gd name="T58" fmla="*/ 44 w 127"/>
                <a:gd name="T59" fmla="*/ 1 h 99"/>
                <a:gd name="T60" fmla="*/ 40 w 127"/>
                <a:gd name="T61" fmla="*/ 3 h 99"/>
                <a:gd name="T62" fmla="*/ 38 w 127"/>
                <a:gd name="T63" fmla="*/ 5 h 99"/>
                <a:gd name="T64" fmla="*/ 31 w 127"/>
                <a:gd name="T65" fmla="*/ 5 h 99"/>
                <a:gd name="T66" fmla="*/ 31 w 127"/>
                <a:gd name="T67" fmla="*/ 5 h 99"/>
                <a:gd name="T68" fmla="*/ 28 w 127"/>
                <a:gd name="T69" fmla="*/ 15 h 99"/>
                <a:gd name="T70" fmla="*/ 24 w 127"/>
                <a:gd name="T71" fmla="*/ 19 h 99"/>
                <a:gd name="T72" fmla="*/ 19 w 127"/>
                <a:gd name="T73" fmla="*/ 25 h 99"/>
                <a:gd name="T74" fmla="*/ 16 w 127"/>
                <a:gd name="T75" fmla="*/ 33 h 99"/>
                <a:gd name="T76" fmla="*/ 13 w 127"/>
                <a:gd name="T77" fmla="*/ 37 h 99"/>
                <a:gd name="T78" fmla="*/ 10 w 127"/>
                <a:gd name="T79" fmla="*/ 45 h 99"/>
                <a:gd name="T80" fmla="*/ 9 w 127"/>
                <a:gd name="T81" fmla="*/ 54 h 99"/>
                <a:gd name="T82" fmla="*/ 2 w 127"/>
                <a:gd name="T83" fmla="*/ 56 h 99"/>
                <a:gd name="T84" fmla="*/ 1 w 127"/>
                <a:gd name="T85" fmla="*/ 61 h 99"/>
                <a:gd name="T86" fmla="*/ 8 w 127"/>
                <a:gd name="T87" fmla="*/ 6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 h="99">
                  <a:moveTo>
                    <a:pt x="8" y="65"/>
                  </a:moveTo>
                  <a:cubicBezTo>
                    <a:pt x="9" y="67"/>
                    <a:pt x="14" y="70"/>
                    <a:pt x="16" y="74"/>
                  </a:cubicBezTo>
                  <a:cubicBezTo>
                    <a:pt x="17" y="78"/>
                    <a:pt x="21" y="80"/>
                    <a:pt x="24" y="80"/>
                  </a:cubicBezTo>
                  <a:cubicBezTo>
                    <a:pt x="25" y="80"/>
                    <a:pt x="24" y="83"/>
                    <a:pt x="23" y="88"/>
                  </a:cubicBezTo>
                  <a:cubicBezTo>
                    <a:pt x="24" y="88"/>
                    <a:pt x="25" y="88"/>
                    <a:pt x="26" y="89"/>
                  </a:cubicBezTo>
                  <a:cubicBezTo>
                    <a:pt x="27" y="90"/>
                    <a:pt x="33" y="89"/>
                    <a:pt x="35" y="91"/>
                  </a:cubicBezTo>
                  <a:cubicBezTo>
                    <a:pt x="37" y="92"/>
                    <a:pt x="43" y="96"/>
                    <a:pt x="44" y="96"/>
                  </a:cubicBezTo>
                  <a:cubicBezTo>
                    <a:pt x="46" y="96"/>
                    <a:pt x="53" y="97"/>
                    <a:pt x="54" y="98"/>
                  </a:cubicBezTo>
                  <a:cubicBezTo>
                    <a:pt x="55" y="99"/>
                    <a:pt x="57" y="95"/>
                    <a:pt x="60" y="93"/>
                  </a:cubicBezTo>
                  <a:cubicBezTo>
                    <a:pt x="63" y="92"/>
                    <a:pt x="66" y="91"/>
                    <a:pt x="67" y="92"/>
                  </a:cubicBezTo>
                  <a:cubicBezTo>
                    <a:pt x="68" y="93"/>
                    <a:pt x="70" y="94"/>
                    <a:pt x="71" y="94"/>
                  </a:cubicBezTo>
                  <a:cubicBezTo>
                    <a:pt x="72" y="93"/>
                    <a:pt x="73" y="93"/>
                    <a:pt x="75" y="92"/>
                  </a:cubicBezTo>
                  <a:cubicBezTo>
                    <a:pt x="78" y="92"/>
                    <a:pt x="81" y="91"/>
                    <a:pt x="82" y="91"/>
                  </a:cubicBezTo>
                  <a:cubicBezTo>
                    <a:pt x="84" y="91"/>
                    <a:pt x="88" y="86"/>
                    <a:pt x="93" y="86"/>
                  </a:cubicBezTo>
                  <a:cubicBezTo>
                    <a:pt x="99" y="86"/>
                    <a:pt x="100" y="86"/>
                    <a:pt x="102" y="84"/>
                  </a:cubicBezTo>
                  <a:cubicBezTo>
                    <a:pt x="105" y="81"/>
                    <a:pt x="123" y="63"/>
                    <a:pt x="125" y="61"/>
                  </a:cubicBezTo>
                  <a:cubicBezTo>
                    <a:pt x="127" y="60"/>
                    <a:pt x="124" y="60"/>
                    <a:pt x="122" y="60"/>
                  </a:cubicBezTo>
                  <a:cubicBezTo>
                    <a:pt x="120" y="60"/>
                    <a:pt x="116" y="59"/>
                    <a:pt x="110" y="57"/>
                  </a:cubicBezTo>
                  <a:cubicBezTo>
                    <a:pt x="104" y="55"/>
                    <a:pt x="95" y="51"/>
                    <a:pt x="93" y="51"/>
                  </a:cubicBezTo>
                  <a:cubicBezTo>
                    <a:pt x="92" y="51"/>
                    <a:pt x="89" y="47"/>
                    <a:pt x="88" y="46"/>
                  </a:cubicBezTo>
                  <a:cubicBezTo>
                    <a:pt x="86" y="45"/>
                    <a:pt x="83" y="40"/>
                    <a:pt x="83" y="38"/>
                  </a:cubicBezTo>
                  <a:cubicBezTo>
                    <a:pt x="82" y="38"/>
                    <a:pt x="83" y="36"/>
                    <a:pt x="84" y="35"/>
                  </a:cubicBezTo>
                  <a:cubicBezTo>
                    <a:pt x="82" y="33"/>
                    <a:pt x="81" y="33"/>
                    <a:pt x="80" y="34"/>
                  </a:cubicBezTo>
                  <a:cubicBezTo>
                    <a:pt x="78" y="35"/>
                    <a:pt x="76" y="35"/>
                    <a:pt x="75" y="34"/>
                  </a:cubicBezTo>
                  <a:cubicBezTo>
                    <a:pt x="75" y="33"/>
                    <a:pt x="74" y="29"/>
                    <a:pt x="75" y="27"/>
                  </a:cubicBezTo>
                  <a:cubicBezTo>
                    <a:pt x="77" y="25"/>
                    <a:pt x="80" y="21"/>
                    <a:pt x="80" y="21"/>
                  </a:cubicBezTo>
                  <a:cubicBezTo>
                    <a:pt x="80" y="21"/>
                    <a:pt x="64" y="4"/>
                    <a:pt x="62" y="4"/>
                  </a:cubicBezTo>
                  <a:cubicBezTo>
                    <a:pt x="60" y="3"/>
                    <a:pt x="55" y="4"/>
                    <a:pt x="53" y="4"/>
                  </a:cubicBezTo>
                  <a:cubicBezTo>
                    <a:pt x="52" y="3"/>
                    <a:pt x="52" y="2"/>
                    <a:pt x="50" y="4"/>
                  </a:cubicBezTo>
                  <a:cubicBezTo>
                    <a:pt x="47" y="5"/>
                    <a:pt x="46" y="3"/>
                    <a:pt x="44" y="1"/>
                  </a:cubicBezTo>
                  <a:cubicBezTo>
                    <a:pt x="43" y="0"/>
                    <a:pt x="41" y="0"/>
                    <a:pt x="40" y="3"/>
                  </a:cubicBezTo>
                  <a:cubicBezTo>
                    <a:pt x="40" y="5"/>
                    <a:pt x="39" y="6"/>
                    <a:pt x="38" y="5"/>
                  </a:cubicBezTo>
                  <a:cubicBezTo>
                    <a:pt x="37" y="5"/>
                    <a:pt x="34" y="5"/>
                    <a:pt x="31" y="5"/>
                  </a:cubicBezTo>
                  <a:cubicBezTo>
                    <a:pt x="31" y="5"/>
                    <a:pt x="31" y="5"/>
                    <a:pt x="31" y="5"/>
                  </a:cubicBezTo>
                  <a:cubicBezTo>
                    <a:pt x="31" y="8"/>
                    <a:pt x="28" y="13"/>
                    <a:pt x="28" y="15"/>
                  </a:cubicBezTo>
                  <a:cubicBezTo>
                    <a:pt x="28" y="17"/>
                    <a:pt x="26" y="19"/>
                    <a:pt x="24" y="19"/>
                  </a:cubicBezTo>
                  <a:cubicBezTo>
                    <a:pt x="22" y="19"/>
                    <a:pt x="21" y="23"/>
                    <a:pt x="19" y="25"/>
                  </a:cubicBezTo>
                  <a:cubicBezTo>
                    <a:pt x="17" y="27"/>
                    <a:pt x="18" y="32"/>
                    <a:pt x="16" y="33"/>
                  </a:cubicBezTo>
                  <a:cubicBezTo>
                    <a:pt x="14" y="35"/>
                    <a:pt x="11" y="36"/>
                    <a:pt x="13" y="37"/>
                  </a:cubicBezTo>
                  <a:cubicBezTo>
                    <a:pt x="14" y="39"/>
                    <a:pt x="10" y="42"/>
                    <a:pt x="10" y="45"/>
                  </a:cubicBezTo>
                  <a:cubicBezTo>
                    <a:pt x="10" y="48"/>
                    <a:pt x="9" y="54"/>
                    <a:pt x="9" y="54"/>
                  </a:cubicBezTo>
                  <a:cubicBezTo>
                    <a:pt x="8" y="55"/>
                    <a:pt x="2" y="53"/>
                    <a:pt x="2" y="56"/>
                  </a:cubicBezTo>
                  <a:cubicBezTo>
                    <a:pt x="2" y="58"/>
                    <a:pt x="0" y="58"/>
                    <a:pt x="1" y="61"/>
                  </a:cubicBezTo>
                  <a:cubicBezTo>
                    <a:pt x="2" y="63"/>
                    <a:pt x="7" y="62"/>
                    <a:pt x="8" y="6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74" name="Freeform 143">
              <a:extLst>
                <a:ext uri="{FF2B5EF4-FFF2-40B4-BE49-F238E27FC236}">
                  <a16:creationId xmlns:a16="http://schemas.microsoft.com/office/drawing/2014/main" id="{B7544F30-45CD-9EA1-DDC9-D1C389009244}"/>
                </a:ext>
              </a:extLst>
            </p:cNvPr>
            <p:cNvSpPr>
              <a:spLocks/>
            </p:cNvSpPr>
            <p:nvPr/>
          </p:nvSpPr>
          <p:spPr bwMode="auto">
            <a:xfrm>
              <a:off x="8176148" y="4108624"/>
              <a:ext cx="180237" cy="230475"/>
            </a:xfrm>
            <a:custGeom>
              <a:avLst/>
              <a:gdLst>
                <a:gd name="T0" fmla="*/ 59 w 67"/>
                <a:gd name="T1" fmla="*/ 19 h 83"/>
                <a:gd name="T2" fmla="*/ 63 w 67"/>
                <a:gd name="T3" fmla="*/ 13 h 83"/>
                <a:gd name="T4" fmla="*/ 67 w 67"/>
                <a:gd name="T5" fmla="*/ 7 h 83"/>
                <a:gd name="T6" fmla="*/ 63 w 67"/>
                <a:gd name="T7" fmla="*/ 9 h 83"/>
                <a:gd name="T8" fmla="*/ 59 w 67"/>
                <a:gd name="T9" fmla="*/ 7 h 83"/>
                <a:gd name="T10" fmla="*/ 52 w 67"/>
                <a:gd name="T11" fmla="*/ 8 h 83"/>
                <a:gd name="T12" fmla="*/ 46 w 67"/>
                <a:gd name="T13" fmla="*/ 13 h 83"/>
                <a:gd name="T14" fmla="*/ 36 w 67"/>
                <a:gd name="T15" fmla="*/ 11 h 83"/>
                <a:gd name="T16" fmla="*/ 27 w 67"/>
                <a:gd name="T17" fmla="*/ 6 h 83"/>
                <a:gd name="T18" fmla="*/ 18 w 67"/>
                <a:gd name="T19" fmla="*/ 4 h 83"/>
                <a:gd name="T20" fmla="*/ 13 w 67"/>
                <a:gd name="T21" fmla="*/ 1 h 83"/>
                <a:gd name="T22" fmla="*/ 8 w 67"/>
                <a:gd name="T23" fmla="*/ 1 h 83"/>
                <a:gd name="T24" fmla="*/ 2 w 67"/>
                <a:gd name="T25" fmla="*/ 5 h 83"/>
                <a:gd name="T26" fmla="*/ 0 w 67"/>
                <a:gd name="T27" fmla="*/ 7 h 83"/>
                <a:gd name="T28" fmla="*/ 4 w 67"/>
                <a:gd name="T29" fmla="*/ 10 h 83"/>
                <a:gd name="T30" fmla="*/ 5 w 67"/>
                <a:gd name="T31" fmla="*/ 16 h 83"/>
                <a:gd name="T32" fmla="*/ 9 w 67"/>
                <a:gd name="T33" fmla="*/ 19 h 83"/>
                <a:gd name="T34" fmla="*/ 8 w 67"/>
                <a:gd name="T35" fmla="*/ 26 h 83"/>
                <a:gd name="T36" fmla="*/ 3 w 67"/>
                <a:gd name="T37" fmla="*/ 36 h 83"/>
                <a:gd name="T38" fmla="*/ 0 w 67"/>
                <a:gd name="T39" fmla="*/ 41 h 83"/>
                <a:gd name="T40" fmla="*/ 6 w 67"/>
                <a:gd name="T41" fmla="*/ 44 h 83"/>
                <a:gd name="T42" fmla="*/ 0 w 67"/>
                <a:gd name="T43" fmla="*/ 50 h 83"/>
                <a:gd name="T44" fmla="*/ 0 w 67"/>
                <a:gd name="T45" fmla="*/ 51 h 83"/>
                <a:gd name="T46" fmla="*/ 31 w 67"/>
                <a:gd name="T47" fmla="*/ 68 h 83"/>
                <a:gd name="T48" fmla="*/ 31 w 67"/>
                <a:gd name="T49" fmla="*/ 73 h 83"/>
                <a:gd name="T50" fmla="*/ 45 w 67"/>
                <a:gd name="T51" fmla="*/ 83 h 83"/>
                <a:gd name="T52" fmla="*/ 53 w 67"/>
                <a:gd name="T53" fmla="*/ 64 h 83"/>
                <a:gd name="T54" fmla="*/ 59 w 67"/>
                <a:gd name="T55" fmla="*/ 60 h 83"/>
                <a:gd name="T56" fmla="*/ 63 w 67"/>
                <a:gd name="T57" fmla="*/ 57 h 83"/>
                <a:gd name="T58" fmla="*/ 64 w 67"/>
                <a:gd name="T59" fmla="*/ 56 h 83"/>
                <a:gd name="T60" fmla="*/ 60 w 67"/>
                <a:gd name="T61" fmla="*/ 49 h 83"/>
                <a:gd name="T62" fmla="*/ 59 w 67"/>
                <a:gd name="T63"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 h="83">
                  <a:moveTo>
                    <a:pt x="59" y="19"/>
                  </a:moveTo>
                  <a:cubicBezTo>
                    <a:pt x="63" y="13"/>
                    <a:pt x="63" y="13"/>
                    <a:pt x="63" y="13"/>
                  </a:cubicBezTo>
                  <a:cubicBezTo>
                    <a:pt x="67" y="7"/>
                    <a:pt x="67" y="7"/>
                    <a:pt x="67" y="7"/>
                  </a:cubicBezTo>
                  <a:cubicBezTo>
                    <a:pt x="65" y="8"/>
                    <a:pt x="64" y="8"/>
                    <a:pt x="63" y="9"/>
                  </a:cubicBezTo>
                  <a:cubicBezTo>
                    <a:pt x="62" y="9"/>
                    <a:pt x="60" y="8"/>
                    <a:pt x="59" y="7"/>
                  </a:cubicBezTo>
                  <a:cubicBezTo>
                    <a:pt x="58" y="6"/>
                    <a:pt x="55" y="7"/>
                    <a:pt x="52" y="8"/>
                  </a:cubicBezTo>
                  <a:cubicBezTo>
                    <a:pt x="49" y="10"/>
                    <a:pt x="47" y="14"/>
                    <a:pt x="46" y="13"/>
                  </a:cubicBezTo>
                  <a:cubicBezTo>
                    <a:pt x="45" y="12"/>
                    <a:pt x="38" y="11"/>
                    <a:pt x="36" y="11"/>
                  </a:cubicBezTo>
                  <a:cubicBezTo>
                    <a:pt x="35" y="11"/>
                    <a:pt x="29" y="7"/>
                    <a:pt x="27" y="6"/>
                  </a:cubicBezTo>
                  <a:cubicBezTo>
                    <a:pt x="25" y="4"/>
                    <a:pt x="19" y="5"/>
                    <a:pt x="18" y="4"/>
                  </a:cubicBezTo>
                  <a:cubicBezTo>
                    <a:pt x="17" y="3"/>
                    <a:pt x="14" y="3"/>
                    <a:pt x="13" y="1"/>
                  </a:cubicBezTo>
                  <a:cubicBezTo>
                    <a:pt x="12" y="0"/>
                    <a:pt x="10" y="1"/>
                    <a:pt x="8" y="1"/>
                  </a:cubicBezTo>
                  <a:cubicBezTo>
                    <a:pt x="6" y="1"/>
                    <a:pt x="2" y="4"/>
                    <a:pt x="2" y="5"/>
                  </a:cubicBezTo>
                  <a:cubicBezTo>
                    <a:pt x="1" y="6"/>
                    <a:pt x="1" y="6"/>
                    <a:pt x="0" y="7"/>
                  </a:cubicBezTo>
                  <a:cubicBezTo>
                    <a:pt x="4" y="10"/>
                    <a:pt x="4" y="10"/>
                    <a:pt x="4" y="10"/>
                  </a:cubicBezTo>
                  <a:cubicBezTo>
                    <a:pt x="5" y="16"/>
                    <a:pt x="5" y="16"/>
                    <a:pt x="5" y="16"/>
                  </a:cubicBezTo>
                  <a:cubicBezTo>
                    <a:pt x="9" y="19"/>
                    <a:pt x="9" y="19"/>
                    <a:pt x="9" y="19"/>
                  </a:cubicBezTo>
                  <a:cubicBezTo>
                    <a:pt x="9" y="19"/>
                    <a:pt x="9" y="23"/>
                    <a:pt x="8" y="26"/>
                  </a:cubicBezTo>
                  <a:cubicBezTo>
                    <a:pt x="8" y="30"/>
                    <a:pt x="5" y="34"/>
                    <a:pt x="3" y="36"/>
                  </a:cubicBezTo>
                  <a:cubicBezTo>
                    <a:pt x="2" y="37"/>
                    <a:pt x="1" y="39"/>
                    <a:pt x="0" y="41"/>
                  </a:cubicBezTo>
                  <a:cubicBezTo>
                    <a:pt x="3" y="42"/>
                    <a:pt x="6" y="43"/>
                    <a:pt x="6" y="44"/>
                  </a:cubicBezTo>
                  <a:cubicBezTo>
                    <a:pt x="5" y="46"/>
                    <a:pt x="0" y="46"/>
                    <a:pt x="0" y="50"/>
                  </a:cubicBezTo>
                  <a:cubicBezTo>
                    <a:pt x="0" y="50"/>
                    <a:pt x="0" y="50"/>
                    <a:pt x="0" y="51"/>
                  </a:cubicBezTo>
                  <a:cubicBezTo>
                    <a:pt x="31" y="68"/>
                    <a:pt x="31" y="68"/>
                    <a:pt x="31" y="68"/>
                  </a:cubicBezTo>
                  <a:cubicBezTo>
                    <a:pt x="31" y="73"/>
                    <a:pt x="31" y="73"/>
                    <a:pt x="31" y="73"/>
                  </a:cubicBezTo>
                  <a:cubicBezTo>
                    <a:pt x="31" y="73"/>
                    <a:pt x="38" y="78"/>
                    <a:pt x="45" y="83"/>
                  </a:cubicBezTo>
                  <a:cubicBezTo>
                    <a:pt x="48" y="75"/>
                    <a:pt x="52" y="66"/>
                    <a:pt x="53" y="64"/>
                  </a:cubicBezTo>
                  <a:cubicBezTo>
                    <a:pt x="55" y="62"/>
                    <a:pt x="57" y="62"/>
                    <a:pt x="59" y="60"/>
                  </a:cubicBezTo>
                  <a:cubicBezTo>
                    <a:pt x="60" y="58"/>
                    <a:pt x="61" y="61"/>
                    <a:pt x="63" y="57"/>
                  </a:cubicBezTo>
                  <a:cubicBezTo>
                    <a:pt x="64" y="57"/>
                    <a:pt x="64" y="56"/>
                    <a:pt x="64" y="56"/>
                  </a:cubicBezTo>
                  <a:cubicBezTo>
                    <a:pt x="60" y="49"/>
                    <a:pt x="60" y="49"/>
                    <a:pt x="60" y="49"/>
                  </a:cubicBezTo>
                  <a:lnTo>
                    <a:pt x="59" y="19"/>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75" name="Freeform 144">
              <a:extLst>
                <a:ext uri="{FF2B5EF4-FFF2-40B4-BE49-F238E27FC236}">
                  <a16:creationId xmlns:a16="http://schemas.microsoft.com/office/drawing/2014/main" id="{40738E14-C95C-FB7D-122F-E982CE9A8A7D}"/>
                </a:ext>
              </a:extLst>
            </p:cNvPr>
            <p:cNvSpPr>
              <a:spLocks/>
            </p:cNvSpPr>
            <p:nvPr/>
          </p:nvSpPr>
          <p:spPr bwMode="auto">
            <a:xfrm>
              <a:off x="8076903" y="4127437"/>
              <a:ext cx="123200" cy="131699"/>
            </a:xfrm>
            <a:custGeom>
              <a:avLst/>
              <a:gdLst>
                <a:gd name="T0" fmla="*/ 42 w 46"/>
                <a:gd name="T1" fmla="*/ 9 h 47"/>
                <a:gd name="T2" fmla="*/ 41 w 46"/>
                <a:gd name="T3" fmla="*/ 3 h 47"/>
                <a:gd name="T4" fmla="*/ 37 w 46"/>
                <a:gd name="T5" fmla="*/ 0 h 47"/>
                <a:gd name="T6" fmla="*/ 35 w 46"/>
                <a:gd name="T7" fmla="*/ 2 h 47"/>
                <a:gd name="T8" fmla="*/ 29 w 46"/>
                <a:gd name="T9" fmla="*/ 3 h 47"/>
                <a:gd name="T10" fmla="*/ 23 w 46"/>
                <a:gd name="T11" fmla="*/ 5 h 47"/>
                <a:gd name="T12" fmla="*/ 18 w 46"/>
                <a:gd name="T13" fmla="*/ 3 h 47"/>
                <a:gd name="T14" fmla="*/ 12 w 46"/>
                <a:gd name="T15" fmla="*/ 5 h 47"/>
                <a:gd name="T16" fmla="*/ 11 w 46"/>
                <a:gd name="T17" fmla="*/ 12 h 47"/>
                <a:gd name="T18" fmla="*/ 14 w 46"/>
                <a:gd name="T19" fmla="*/ 16 h 47"/>
                <a:gd name="T20" fmla="*/ 11 w 46"/>
                <a:gd name="T21" fmla="*/ 21 h 47"/>
                <a:gd name="T22" fmla="*/ 8 w 46"/>
                <a:gd name="T23" fmla="*/ 23 h 47"/>
                <a:gd name="T24" fmla="*/ 5 w 46"/>
                <a:gd name="T25" fmla="*/ 28 h 47"/>
                <a:gd name="T26" fmla="*/ 2 w 46"/>
                <a:gd name="T27" fmla="*/ 34 h 47"/>
                <a:gd name="T28" fmla="*/ 1 w 46"/>
                <a:gd name="T29" fmla="*/ 41 h 47"/>
                <a:gd name="T30" fmla="*/ 0 w 46"/>
                <a:gd name="T31" fmla="*/ 47 h 47"/>
                <a:gd name="T32" fmla="*/ 4 w 46"/>
                <a:gd name="T33" fmla="*/ 46 h 47"/>
                <a:gd name="T34" fmla="*/ 12 w 46"/>
                <a:gd name="T35" fmla="*/ 44 h 47"/>
                <a:gd name="T36" fmla="*/ 19 w 46"/>
                <a:gd name="T37" fmla="*/ 43 h 47"/>
                <a:gd name="T38" fmla="*/ 26 w 46"/>
                <a:gd name="T39" fmla="*/ 34 h 47"/>
                <a:gd name="T40" fmla="*/ 37 w 46"/>
                <a:gd name="T41" fmla="*/ 34 h 47"/>
                <a:gd name="T42" fmla="*/ 40 w 46"/>
                <a:gd name="T43" fmla="*/ 29 h 47"/>
                <a:gd name="T44" fmla="*/ 45 w 46"/>
                <a:gd name="T45" fmla="*/ 19 h 47"/>
                <a:gd name="T46" fmla="*/ 46 w 46"/>
                <a:gd name="T47" fmla="*/ 12 h 47"/>
                <a:gd name="T48" fmla="*/ 42 w 46"/>
                <a:gd name="T49" fmla="*/ 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42" y="9"/>
                  </a:moveTo>
                  <a:cubicBezTo>
                    <a:pt x="41" y="3"/>
                    <a:pt x="41" y="3"/>
                    <a:pt x="41" y="3"/>
                  </a:cubicBezTo>
                  <a:cubicBezTo>
                    <a:pt x="37" y="0"/>
                    <a:pt x="37" y="0"/>
                    <a:pt x="37" y="0"/>
                  </a:cubicBezTo>
                  <a:cubicBezTo>
                    <a:pt x="36" y="1"/>
                    <a:pt x="35" y="2"/>
                    <a:pt x="35" y="2"/>
                  </a:cubicBezTo>
                  <a:cubicBezTo>
                    <a:pt x="34" y="4"/>
                    <a:pt x="31" y="4"/>
                    <a:pt x="29" y="3"/>
                  </a:cubicBezTo>
                  <a:cubicBezTo>
                    <a:pt x="28" y="2"/>
                    <a:pt x="24" y="4"/>
                    <a:pt x="23" y="5"/>
                  </a:cubicBezTo>
                  <a:cubicBezTo>
                    <a:pt x="22" y="6"/>
                    <a:pt x="20" y="3"/>
                    <a:pt x="18" y="3"/>
                  </a:cubicBezTo>
                  <a:cubicBezTo>
                    <a:pt x="16" y="3"/>
                    <a:pt x="12" y="5"/>
                    <a:pt x="12" y="5"/>
                  </a:cubicBezTo>
                  <a:cubicBezTo>
                    <a:pt x="12" y="5"/>
                    <a:pt x="11" y="10"/>
                    <a:pt x="11" y="12"/>
                  </a:cubicBezTo>
                  <a:cubicBezTo>
                    <a:pt x="11" y="14"/>
                    <a:pt x="14" y="15"/>
                    <a:pt x="14" y="16"/>
                  </a:cubicBezTo>
                  <a:cubicBezTo>
                    <a:pt x="14" y="18"/>
                    <a:pt x="11" y="19"/>
                    <a:pt x="11" y="21"/>
                  </a:cubicBezTo>
                  <a:cubicBezTo>
                    <a:pt x="11" y="22"/>
                    <a:pt x="10" y="22"/>
                    <a:pt x="8" y="23"/>
                  </a:cubicBezTo>
                  <a:cubicBezTo>
                    <a:pt x="6" y="24"/>
                    <a:pt x="6" y="27"/>
                    <a:pt x="5" y="28"/>
                  </a:cubicBezTo>
                  <a:cubicBezTo>
                    <a:pt x="3" y="29"/>
                    <a:pt x="3" y="32"/>
                    <a:pt x="2" y="34"/>
                  </a:cubicBezTo>
                  <a:cubicBezTo>
                    <a:pt x="2" y="36"/>
                    <a:pt x="1" y="39"/>
                    <a:pt x="1" y="41"/>
                  </a:cubicBezTo>
                  <a:cubicBezTo>
                    <a:pt x="1" y="43"/>
                    <a:pt x="1" y="46"/>
                    <a:pt x="0" y="47"/>
                  </a:cubicBezTo>
                  <a:cubicBezTo>
                    <a:pt x="2" y="47"/>
                    <a:pt x="3" y="47"/>
                    <a:pt x="4" y="46"/>
                  </a:cubicBezTo>
                  <a:cubicBezTo>
                    <a:pt x="5" y="45"/>
                    <a:pt x="12" y="44"/>
                    <a:pt x="12" y="44"/>
                  </a:cubicBezTo>
                  <a:cubicBezTo>
                    <a:pt x="19" y="43"/>
                    <a:pt x="19" y="43"/>
                    <a:pt x="19" y="43"/>
                  </a:cubicBezTo>
                  <a:cubicBezTo>
                    <a:pt x="21" y="39"/>
                    <a:pt x="23" y="35"/>
                    <a:pt x="26" y="34"/>
                  </a:cubicBezTo>
                  <a:cubicBezTo>
                    <a:pt x="29" y="33"/>
                    <a:pt x="34" y="33"/>
                    <a:pt x="37" y="34"/>
                  </a:cubicBezTo>
                  <a:cubicBezTo>
                    <a:pt x="38" y="32"/>
                    <a:pt x="39" y="30"/>
                    <a:pt x="40" y="29"/>
                  </a:cubicBezTo>
                  <a:cubicBezTo>
                    <a:pt x="42" y="27"/>
                    <a:pt x="45" y="23"/>
                    <a:pt x="45" y="19"/>
                  </a:cubicBezTo>
                  <a:cubicBezTo>
                    <a:pt x="46" y="16"/>
                    <a:pt x="46" y="12"/>
                    <a:pt x="46" y="12"/>
                  </a:cubicBezTo>
                  <a:lnTo>
                    <a:pt x="42" y="9"/>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84" name="Freeform 153">
              <a:extLst>
                <a:ext uri="{FF2B5EF4-FFF2-40B4-BE49-F238E27FC236}">
                  <a16:creationId xmlns:a16="http://schemas.microsoft.com/office/drawing/2014/main" id="{B4A47000-D99C-1BA5-96A8-BF8FED948C18}"/>
                </a:ext>
              </a:extLst>
            </p:cNvPr>
            <p:cNvSpPr>
              <a:spLocks/>
            </p:cNvSpPr>
            <p:nvPr/>
          </p:nvSpPr>
          <p:spPr bwMode="auto">
            <a:xfrm>
              <a:off x="8383760" y="4503722"/>
              <a:ext cx="167688" cy="342185"/>
            </a:xfrm>
            <a:custGeom>
              <a:avLst/>
              <a:gdLst>
                <a:gd name="T0" fmla="*/ 53 w 62"/>
                <a:gd name="T1" fmla="*/ 4 h 123"/>
                <a:gd name="T2" fmla="*/ 50 w 62"/>
                <a:gd name="T3" fmla="*/ 6 h 123"/>
                <a:gd name="T4" fmla="*/ 48 w 62"/>
                <a:gd name="T5" fmla="*/ 12 h 123"/>
                <a:gd name="T6" fmla="*/ 43 w 62"/>
                <a:gd name="T7" fmla="*/ 16 h 123"/>
                <a:gd name="T8" fmla="*/ 39 w 62"/>
                <a:gd name="T9" fmla="*/ 20 h 123"/>
                <a:gd name="T10" fmla="*/ 39 w 62"/>
                <a:gd name="T11" fmla="*/ 24 h 123"/>
                <a:gd name="T12" fmla="*/ 33 w 62"/>
                <a:gd name="T13" fmla="*/ 29 h 123"/>
                <a:gd name="T14" fmla="*/ 21 w 62"/>
                <a:gd name="T15" fmla="*/ 35 h 123"/>
                <a:gd name="T16" fmla="*/ 10 w 62"/>
                <a:gd name="T17" fmla="*/ 37 h 123"/>
                <a:gd name="T18" fmla="*/ 7 w 62"/>
                <a:gd name="T19" fmla="*/ 49 h 123"/>
                <a:gd name="T20" fmla="*/ 8 w 62"/>
                <a:gd name="T21" fmla="*/ 64 h 123"/>
                <a:gd name="T22" fmla="*/ 6 w 62"/>
                <a:gd name="T23" fmla="*/ 81 h 123"/>
                <a:gd name="T24" fmla="*/ 2 w 62"/>
                <a:gd name="T25" fmla="*/ 101 h 123"/>
                <a:gd name="T26" fmla="*/ 8 w 62"/>
                <a:gd name="T27" fmla="*/ 117 h 123"/>
                <a:gd name="T28" fmla="*/ 23 w 62"/>
                <a:gd name="T29" fmla="*/ 121 h 123"/>
                <a:gd name="T30" fmla="*/ 32 w 62"/>
                <a:gd name="T31" fmla="*/ 117 h 123"/>
                <a:gd name="T32" fmla="*/ 44 w 62"/>
                <a:gd name="T33" fmla="*/ 82 h 123"/>
                <a:gd name="T34" fmla="*/ 53 w 62"/>
                <a:gd name="T35" fmla="*/ 49 h 123"/>
                <a:gd name="T36" fmla="*/ 55 w 62"/>
                <a:gd name="T37" fmla="*/ 40 h 123"/>
                <a:gd name="T38" fmla="*/ 57 w 62"/>
                <a:gd name="T39" fmla="*/ 35 h 123"/>
                <a:gd name="T40" fmla="*/ 62 w 62"/>
                <a:gd name="T41" fmla="*/ 34 h 123"/>
                <a:gd name="T42" fmla="*/ 59 w 62"/>
                <a:gd name="T43" fmla="*/ 18 h 123"/>
                <a:gd name="T44" fmla="*/ 53 w 62"/>
                <a:gd name="T45" fmla="*/ 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123">
                  <a:moveTo>
                    <a:pt x="53" y="4"/>
                  </a:moveTo>
                  <a:cubicBezTo>
                    <a:pt x="51" y="0"/>
                    <a:pt x="51" y="5"/>
                    <a:pt x="50" y="6"/>
                  </a:cubicBezTo>
                  <a:cubicBezTo>
                    <a:pt x="49" y="7"/>
                    <a:pt x="48" y="10"/>
                    <a:pt x="48" y="12"/>
                  </a:cubicBezTo>
                  <a:cubicBezTo>
                    <a:pt x="49" y="14"/>
                    <a:pt x="45" y="16"/>
                    <a:pt x="43" y="16"/>
                  </a:cubicBezTo>
                  <a:cubicBezTo>
                    <a:pt x="41" y="16"/>
                    <a:pt x="38" y="17"/>
                    <a:pt x="39" y="20"/>
                  </a:cubicBezTo>
                  <a:cubicBezTo>
                    <a:pt x="40" y="22"/>
                    <a:pt x="38" y="22"/>
                    <a:pt x="39" y="24"/>
                  </a:cubicBezTo>
                  <a:cubicBezTo>
                    <a:pt x="40" y="26"/>
                    <a:pt x="36" y="29"/>
                    <a:pt x="33" y="29"/>
                  </a:cubicBezTo>
                  <a:cubicBezTo>
                    <a:pt x="29" y="30"/>
                    <a:pt x="25" y="36"/>
                    <a:pt x="21" y="35"/>
                  </a:cubicBezTo>
                  <a:cubicBezTo>
                    <a:pt x="17" y="35"/>
                    <a:pt x="13" y="38"/>
                    <a:pt x="10" y="37"/>
                  </a:cubicBezTo>
                  <a:cubicBezTo>
                    <a:pt x="7" y="37"/>
                    <a:pt x="9" y="44"/>
                    <a:pt x="7" y="49"/>
                  </a:cubicBezTo>
                  <a:cubicBezTo>
                    <a:pt x="4" y="53"/>
                    <a:pt x="5" y="58"/>
                    <a:pt x="8" y="64"/>
                  </a:cubicBezTo>
                  <a:cubicBezTo>
                    <a:pt x="10" y="69"/>
                    <a:pt x="12" y="74"/>
                    <a:pt x="6" y="81"/>
                  </a:cubicBezTo>
                  <a:cubicBezTo>
                    <a:pt x="0" y="88"/>
                    <a:pt x="0" y="96"/>
                    <a:pt x="2" y="101"/>
                  </a:cubicBezTo>
                  <a:cubicBezTo>
                    <a:pt x="5" y="106"/>
                    <a:pt x="5" y="114"/>
                    <a:pt x="8" y="117"/>
                  </a:cubicBezTo>
                  <a:cubicBezTo>
                    <a:pt x="11" y="120"/>
                    <a:pt x="20" y="123"/>
                    <a:pt x="23" y="121"/>
                  </a:cubicBezTo>
                  <a:cubicBezTo>
                    <a:pt x="26" y="118"/>
                    <a:pt x="29" y="121"/>
                    <a:pt x="32" y="117"/>
                  </a:cubicBezTo>
                  <a:cubicBezTo>
                    <a:pt x="35" y="114"/>
                    <a:pt x="40" y="95"/>
                    <a:pt x="44" y="82"/>
                  </a:cubicBezTo>
                  <a:cubicBezTo>
                    <a:pt x="48" y="69"/>
                    <a:pt x="54" y="53"/>
                    <a:pt x="53" y="49"/>
                  </a:cubicBezTo>
                  <a:cubicBezTo>
                    <a:pt x="53" y="46"/>
                    <a:pt x="56" y="44"/>
                    <a:pt x="55" y="40"/>
                  </a:cubicBezTo>
                  <a:cubicBezTo>
                    <a:pt x="53" y="36"/>
                    <a:pt x="55" y="32"/>
                    <a:pt x="57" y="35"/>
                  </a:cubicBezTo>
                  <a:cubicBezTo>
                    <a:pt x="59" y="38"/>
                    <a:pt x="61" y="38"/>
                    <a:pt x="62" y="34"/>
                  </a:cubicBezTo>
                  <a:cubicBezTo>
                    <a:pt x="62" y="30"/>
                    <a:pt x="59" y="23"/>
                    <a:pt x="59" y="18"/>
                  </a:cubicBezTo>
                  <a:cubicBezTo>
                    <a:pt x="58" y="12"/>
                    <a:pt x="53" y="6"/>
                    <a:pt x="53" y="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92" name="Freeform 164">
              <a:extLst>
                <a:ext uri="{FF2B5EF4-FFF2-40B4-BE49-F238E27FC236}">
                  <a16:creationId xmlns:a16="http://schemas.microsoft.com/office/drawing/2014/main" id="{81EEB5F7-FCE8-9E19-CE79-2A63D34A8BFF}"/>
                </a:ext>
              </a:extLst>
            </p:cNvPr>
            <p:cNvSpPr>
              <a:spLocks/>
            </p:cNvSpPr>
            <p:nvPr/>
          </p:nvSpPr>
          <p:spPr bwMode="auto">
            <a:xfrm>
              <a:off x="7695898" y="4094513"/>
              <a:ext cx="418649" cy="451544"/>
            </a:xfrm>
            <a:custGeom>
              <a:avLst/>
              <a:gdLst>
                <a:gd name="T0" fmla="*/ 138 w 155"/>
                <a:gd name="T1" fmla="*/ 76 h 162"/>
                <a:gd name="T2" fmla="*/ 138 w 155"/>
                <a:gd name="T3" fmla="*/ 70 h 162"/>
                <a:gd name="T4" fmla="*/ 136 w 155"/>
                <a:gd name="T5" fmla="*/ 68 h 162"/>
                <a:gd name="T6" fmla="*/ 140 w 155"/>
                <a:gd name="T7" fmla="*/ 60 h 162"/>
                <a:gd name="T8" fmla="*/ 142 w 155"/>
                <a:gd name="T9" fmla="*/ 53 h 162"/>
                <a:gd name="T10" fmla="*/ 146 w 155"/>
                <a:gd name="T11" fmla="*/ 40 h 162"/>
                <a:gd name="T12" fmla="*/ 152 w 155"/>
                <a:gd name="T13" fmla="*/ 33 h 162"/>
                <a:gd name="T14" fmla="*/ 152 w 155"/>
                <a:gd name="T15" fmla="*/ 24 h 162"/>
                <a:gd name="T16" fmla="*/ 153 w 155"/>
                <a:gd name="T17" fmla="*/ 17 h 162"/>
                <a:gd name="T18" fmla="*/ 139 w 155"/>
                <a:gd name="T19" fmla="*/ 10 h 162"/>
                <a:gd name="T20" fmla="*/ 129 w 155"/>
                <a:gd name="T21" fmla="*/ 9 h 162"/>
                <a:gd name="T22" fmla="*/ 123 w 155"/>
                <a:gd name="T23" fmla="*/ 3 h 162"/>
                <a:gd name="T24" fmla="*/ 117 w 155"/>
                <a:gd name="T25" fmla="*/ 4 h 162"/>
                <a:gd name="T26" fmla="*/ 101 w 155"/>
                <a:gd name="T27" fmla="*/ 4 h 162"/>
                <a:gd name="T28" fmla="*/ 85 w 155"/>
                <a:gd name="T29" fmla="*/ 7 h 162"/>
                <a:gd name="T30" fmla="*/ 67 w 155"/>
                <a:gd name="T31" fmla="*/ 9 h 162"/>
                <a:gd name="T32" fmla="*/ 51 w 155"/>
                <a:gd name="T33" fmla="*/ 11 h 162"/>
                <a:gd name="T34" fmla="*/ 50 w 155"/>
                <a:gd name="T35" fmla="*/ 26 h 162"/>
                <a:gd name="T36" fmla="*/ 40 w 155"/>
                <a:gd name="T37" fmla="*/ 52 h 162"/>
                <a:gd name="T38" fmla="*/ 33 w 155"/>
                <a:gd name="T39" fmla="*/ 76 h 162"/>
                <a:gd name="T40" fmla="*/ 24 w 155"/>
                <a:gd name="T41" fmla="*/ 87 h 162"/>
                <a:gd name="T42" fmla="*/ 14 w 155"/>
                <a:gd name="T43" fmla="*/ 87 h 162"/>
                <a:gd name="T44" fmla="*/ 0 w 155"/>
                <a:gd name="T45" fmla="*/ 90 h 162"/>
                <a:gd name="T46" fmla="*/ 4 w 155"/>
                <a:gd name="T47" fmla="*/ 101 h 162"/>
                <a:gd name="T48" fmla="*/ 36 w 155"/>
                <a:gd name="T49" fmla="*/ 98 h 162"/>
                <a:gd name="T50" fmla="*/ 40 w 155"/>
                <a:gd name="T51" fmla="*/ 111 h 162"/>
                <a:gd name="T52" fmla="*/ 57 w 155"/>
                <a:gd name="T53" fmla="*/ 115 h 162"/>
                <a:gd name="T54" fmla="*/ 67 w 155"/>
                <a:gd name="T55" fmla="*/ 108 h 162"/>
                <a:gd name="T56" fmla="*/ 77 w 155"/>
                <a:gd name="T57" fmla="*/ 111 h 162"/>
                <a:gd name="T58" fmla="*/ 77 w 155"/>
                <a:gd name="T59" fmla="*/ 129 h 162"/>
                <a:gd name="T60" fmla="*/ 81 w 155"/>
                <a:gd name="T61" fmla="*/ 143 h 162"/>
                <a:gd name="T62" fmla="*/ 93 w 155"/>
                <a:gd name="T63" fmla="*/ 140 h 162"/>
                <a:gd name="T64" fmla="*/ 98 w 155"/>
                <a:gd name="T65" fmla="*/ 142 h 162"/>
                <a:gd name="T66" fmla="*/ 105 w 155"/>
                <a:gd name="T67" fmla="*/ 143 h 162"/>
                <a:gd name="T68" fmla="*/ 115 w 155"/>
                <a:gd name="T69" fmla="*/ 150 h 162"/>
                <a:gd name="T70" fmla="*/ 122 w 155"/>
                <a:gd name="T71" fmla="*/ 147 h 162"/>
                <a:gd name="T72" fmla="*/ 133 w 155"/>
                <a:gd name="T73" fmla="*/ 154 h 162"/>
                <a:gd name="T74" fmla="*/ 142 w 155"/>
                <a:gd name="T75" fmla="*/ 161 h 162"/>
                <a:gd name="T76" fmla="*/ 142 w 155"/>
                <a:gd name="T77" fmla="*/ 151 h 162"/>
                <a:gd name="T78" fmla="*/ 131 w 155"/>
                <a:gd name="T79" fmla="*/ 146 h 162"/>
                <a:gd name="T80" fmla="*/ 133 w 155"/>
                <a:gd name="T81" fmla="*/ 129 h 162"/>
                <a:gd name="T82" fmla="*/ 137 w 155"/>
                <a:gd name="T83" fmla="*/ 119 h 162"/>
                <a:gd name="T84" fmla="*/ 147 w 155"/>
                <a:gd name="T85" fmla="*/ 117 h 162"/>
                <a:gd name="T86" fmla="*/ 142 w 155"/>
                <a:gd name="T87" fmla="*/ 107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5" h="162">
                  <a:moveTo>
                    <a:pt x="142" y="107"/>
                  </a:moveTo>
                  <a:cubicBezTo>
                    <a:pt x="137" y="105"/>
                    <a:pt x="136" y="77"/>
                    <a:pt x="138" y="76"/>
                  </a:cubicBezTo>
                  <a:cubicBezTo>
                    <a:pt x="138" y="76"/>
                    <a:pt x="138" y="76"/>
                    <a:pt x="139" y="77"/>
                  </a:cubicBezTo>
                  <a:cubicBezTo>
                    <a:pt x="138" y="70"/>
                    <a:pt x="138" y="70"/>
                    <a:pt x="138" y="70"/>
                  </a:cubicBezTo>
                  <a:cubicBezTo>
                    <a:pt x="138" y="70"/>
                    <a:pt x="138" y="70"/>
                    <a:pt x="138" y="70"/>
                  </a:cubicBezTo>
                  <a:cubicBezTo>
                    <a:pt x="137" y="70"/>
                    <a:pt x="136" y="69"/>
                    <a:pt x="136" y="68"/>
                  </a:cubicBezTo>
                  <a:cubicBezTo>
                    <a:pt x="136" y="65"/>
                    <a:pt x="138" y="65"/>
                    <a:pt x="138" y="65"/>
                  </a:cubicBezTo>
                  <a:cubicBezTo>
                    <a:pt x="138" y="65"/>
                    <a:pt x="137" y="61"/>
                    <a:pt x="140" y="60"/>
                  </a:cubicBezTo>
                  <a:cubicBezTo>
                    <a:pt x="140" y="60"/>
                    <a:pt x="140" y="59"/>
                    <a:pt x="141" y="59"/>
                  </a:cubicBezTo>
                  <a:cubicBezTo>
                    <a:pt x="142" y="58"/>
                    <a:pt x="142" y="55"/>
                    <a:pt x="142" y="53"/>
                  </a:cubicBezTo>
                  <a:cubicBezTo>
                    <a:pt x="142" y="51"/>
                    <a:pt x="143" y="48"/>
                    <a:pt x="143" y="46"/>
                  </a:cubicBezTo>
                  <a:cubicBezTo>
                    <a:pt x="144" y="44"/>
                    <a:pt x="144" y="41"/>
                    <a:pt x="146" y="40"/>
                  </a:cubicBezTo>
                  <a:cubicBezTo>
                    <a:pt x="147" y="39"/>
                    <a:pt x="147" y="36"/>
                    <a:pt x="149" y="35"/>
                  </a:cubicBezTo>
                  <a:cubicBezTo>
                    <a:pt x="151" y="34"/>
                    <a:pt x="152" y="34"/>
                    <a:pt x="152" y="33"/>
                  </a:cubicBezTo>
                  <a:cubicBezTo>
                    <a:pt x="152" y="31"/>
                    <a:pt x="155" y="30"/>
                    <a:pt x="155" y="28"/>
                  </a:cubicBezTo>
                  <a:cubicBezTo>
                    <a:pt x="155" y="27"/>
                    <a:pt x="152" y="26"/>
                    <a:pt x="152" y="24"/>
                  </a:cubicBezTo>
                  <a:cubicBezTo>
                    <a:pt x="152" y="22"/>
                    <a:pt x="153" y="17"/>
                    <a:pt x="153" y="17"/>
                  </a:cubicBezTo>
                  <a:cubicBezTo>
                    <a:pt x="153" y="17"/>
                    <a:pt x="153" y="17"/>
                    <a:pt x="153" y="17"/>
                  </a:cubicBezTo>
                  <a:cubicBezTo>
                    <a:pt x="149" y="13"/>
                    <a:pt x="144" y="9"/>
                    <a:pt x="143" y="9"/>
                  </a:cubicBezTo>
                  <a:cubicBezTo>
                    <a:pt x="141" y="8"/>
                    <a:pt x="139" y="10"/>
                    <a:pt x="139" y="10"/>
                  </a:cubicBezTo>
                  <a:cubicBezTo>
                    <a:pt x="139" y="10"/>
                    <a:pt x="136" y="7"/>
                    <a:pt x="134" y="9"/>
                  </a:cubicBezTo>
                  <a:cubicBezTo>
                    <a:pt x="132" y="11"/>
                    <a:pt x="129" y="9"/>
                    <a:pt x="129" y="9"/>
                  </a:cubicBezTo>
                  <a:cubicBezTo>
                    <a:pt x="129" y="9"/>
                    <a:pt x="126" y="8"/>
                    <a:pt x="125" y="5"/>
                  </a:cubicBezTo>
                  <a:cubicBezTo>
                    <a:pt x="125" y="4"/>
                    <a:pt x="124" y="3"/>
                    <a:pt x="123" y="3"/>
                  </a:cubicBezTo>
                  <a:cubicBezTo>
                    <a:pt x="123" y="3"/>
                    <a:pt x="123" y="3"/>
                    <a:pt x="123" y="3"/>
                  </a:cubicBezTo>
                  <a:cubicBezTo>
                    <a:pt x="117" y="4"/>
                    <a:pt x="117" y="4"/>
                    <a:pt x="117" y="4"/>
                  </a:cubicBezTo>
                  <a:cubicBezTo>
                    <a:pt x="117" y="4"/>
                    <a:pt x="109" y="0"/>
                    <a:pt x="108" y="3"/>
                  </a:cubicBezTo>
                  <a:cubicBezTo>
                    <a:pt x="106" y="6"/>
                    <a:pt x="105" y="4"/>
                    <a:pt x="101" y="4"/>
                  </a:cubicBezTo>
                  <a:cubicBezTo>
                    <a:pt x="97" y="4"/>
                    <a:pt x="94" y="6"/>
                    <a:pt x="92" y="7"/>
                  </a:cubicBezTo>
                  <a:cubicBezTo>
                    <a:pt x="90" y="8"/>
                    <a:pt x="87" y="6"/>
                    <a:pt x="85" y="7"/>
                  </a:cubicBezTo>
                  <a:cubicBezTo>
                    <a:pt x="84" y="8"/>
                    <a:pt x="83" y="12"/>
                    <a:pt x="83" y="12"/>
                  </a:cubicBezTo>
                  <a:cubicBezTo>
                    <a:pt x="67" y="9"/>
                    <a:pt x="67" y="9"/>
                    <a:pt x="67" y="9"/>
                  </a:cubicBezTo>
                  <a:cubicBezTo>
                    <a:pt x="67" y="9"/>
                    <a:pt x="64" y="5"/>
                    <a:pt x="60" y="5"/>
                  </a:cubicBezTo>
                  <a:cubicBezTo>
                    <a:pt x="56" y="5"/>
                    <a:pt x="51" y="11"/>
                    <a:pt x="51" y="11"/>
                  </a:cubicBezTo>
                  <a:cubicBezTo>
                    <a:pt x="51" y="17"/>
                    <a:pt x="51" y="17"/>
                    <a:pt x="51" y="17"/>
                  </a:cubicBezTo>
                  <a:cubicBezTo>
                    <a:pt x="52" y="20"/>
                    <a:pt x="51" y="24"/>
                    <a:pt x="50" y="26"/>
                  </a:cubicBezTo>
                  <a:cubicBezTo>
                    <a:pt x="48" y="28"/>
                    <a:pt x="47" y="29"/>
                    <a:pt x="47" y="35"/>
                  </a:cubicBezTo>
                  <a:cubicBezTo>
                    <a:pt x="47" y="40"/>
                    <a:pt x="40" y="48"/>
                    <a:pt x="40" y="52"/>
                  </a:cubicBezTo>
                  <a:cubicBezTo>
                    <a:pt x="40" y="57"/>
                    <a:pt x="33" y="59"/>
                    <a:pt x="33" y="62"/>
                  </a:cubicBezTo>
                  <a:cubicBezTo>
                    <a:pt x="33" y="64"/>
                    <a:pt x="33" y="70"/>
                    <a:pt x="33" y="76"/>
                  </a:cubicBezTo>
                  <a:cubicBezTo>
                    <a:pt x="33" y="82"/>
                    <a:pt x="30" y="77"/>
                    <a:pt x="30" y="82"/>
                  </a:cubicBezTo>
                  <a:cubicBezTo>
                    <a:pt x="30" y="87"/>
                    <a:pt x="27" y="84"/>
                    <a:pt x="24" y="87"/>
                  </a:cubicBezTo>
                  <a:cubicBezTo>
                    <a:pt x="22" y="89"/>
                    <a:pt x="21" y="90"/>
                    <a:pt x="21" y="87"/>
                  </a:cubicBezTo>
                  <a:cubicBezTo>
                    <a:pt x="21" y="85"/>
                    <a:pt x="17" y="84"/>
                    <a:pt x="14" y="87"/>
                  </a:cubicBezTo>
                  <a:cubicBezTo>
                    <a:pt x="11" y="89"/>
                    <a:pt x="10" y="87"/>
                    <a:pt x="8" y="86"/>
                  </a:cubicBezTo>
                  <a:cubicBezTo>
                    <a:pt x="7" y="86"/>
                    <a:pt x="4" y="88"/>
                    <a:pt x="0" y="90"/>
                  </a:cubicBezTo>
                  <a:cubicBezTo>
                    <a:pt x="2" y="94"/>
                    <a:pt x="3" y="97"/>
                    <a:pt x="3" y="100"/>
                  </a:cubicBezTo>
                  <a:cubicBezTo>
                    <a:pt x="3" y="100"/>
                    <a:pt x="3" y="100"/>
                    <a:pt x="4" y="101"/>
                  </a:cubicBezTo>
                  <a:cubicBezTo>
                    <a:pt x="5" y="99"/>
                    <a:pt x="7" y="98"/>
                    <a:pt x="8" y="98"/>
                  </a:cubicBezTo>
                  <a:cubicBezTo>
                    <a:pt x="11" y="98"/>
                    <a:pt x="36" y="98"/>
                    <a:pt x="36" y="98"/>
                  </a:cubicBezTo>
                  <a:cubicBezTo>
                    <a:pt x="36" y="98"/>
                    <a:pt x="38" y="102"/>
                    <a:pt x="37" y="105"/>
                  </a:cubicBezTo>
                  <a:cubicBezTo>
                    <a:pt x="36" y="108"/>
                    <a:pt x="39" y="107"/>
                    <a:pt x="40" y="111"/>
                  </a:cubicBezTo>
                  <a:cubicBezTo>
                    <a:pt x="42" y="116"/>
                    <a:pt x="44" y="118"/>
                    <a:pt x="47" y="117"/>
                  </a:cubicBezTo>
                  <a:cubicBezTo>
                    <a:pt x="51" y="115"/>
                    <a:pt x="56" y="115"/>
                    <a:pt x="57" y="115"/>
                  </a:cubicBezTo>
                  <a:cubicBezTo>
                    <a:pt x="59" y="115"/>
                    <a:pt x="58" y="109"/>
                    <a:pt x="61" y="108"/>
                  </a:cubicBezTo>
                  <a:cubicBezTo>
                    <a:pt x="63" y="107"/>
                    <a:pt x="67" y="108"/>
                    <a:pt x="67" y="108"/>
                  </a:cubicBezTo>
                  <a:cubicBezTo>
                    <a:pt x="67" y="108"/>
                    <a:pt x="68" y="110"/>
                    <a:pt x="71" y="110"/>
                  </a:cubicBezTo>
                  <a:cubicBezTo>
                    <a:pt x="75" y="110"/>
                    <a:pt x="77" y="108"/>
                    <a:pt x="77" y="111"/>
                  </a:cubicBezTo>
                  <a:cubicBezTo>
                    <a:pt x="77" y="113"/>
                    <a:pt x="77" y="116"/>
                    <a:pt x="78" y="117"/>
                  </a:cubicBezTo>
                  <a:cubicBezTo>
                    <a:pt x="80" y="118"/>
                    <a:pt x="76" y="128"/>
                    <a:pt x="77" y="129"/>
                  </a:cubicBezTo>
                  <a:cubicBezTo>
                    <a:pt x="79" y="131"/>
                    <a:pt x="82" y="134"/>
                    <a:pt x="81" y="136"/>
                  </a:cubicBezTo>
                  <a:cubicBezTo>
                    <a:pt x="81" y="138"/>
                    <a:pt x="80" y="142"/>
                    <a:pt x="81" y="143"/>
                  </a:cubicBezTo>
                  <a:cubicBezTo>
                    <a:pt x="83" y="143"/>
                    <a:pt x="83" y="141"/>
                    <a:pt x="86" y="141"/>
                  </a:cubicBezTo>
                  <a:cubicBezTo>
                    <a:pt x="89" y="141"/>
                    <a:pt x="91" y="141"/>
                    <a:pt x="93" y="140"/>
                  </a:cubicBezTo>
                  <a:cubicBezTo>
                    <a:pt x="94" y="139"/>
                    <a:pt x="95" y="140"/>
                    <a:pt x="96" y="140"/>
                  </a:cubicBezTo>
                  <a:cubicBezTo>
                    <a:pt x="97" y="140"/>
                    <a:pt x="98" y="142"/>
                    <a:pt x="98" y="142"/>
                  </a:cubicBezTo>
                  <a:cubicBezTo>
                    <a:pt x="98" y="142"/>
                    <a:pt x="99" y="145"/>
                    <a:pt x="100" y="144"/>
                  </a:cubicBezTo>
                  <a:cubicBezTo>
                    <a:pt x="102" y="143"/>
                    <a:pt x="106" y="142"/>
                    <a:pt x="105" y="143"/>
                  </a:cubicBezTo>
                  <a:cubicBezTo>
                    <a:pt x="105" y="145"/>
                    <a:pt x="106" y="148"/>
                    <a:pt x="108" y="148"/>
                  </a:cubicBezTo>
                  <a:cubicBezTo>
                    <a:pt x="109" y="147"/>
                    <a:pt x="113" y="150"/>
                    <a:pt x="115" y="150"/>
                  </a:cubicBezTo>
                  <a:cubicBezTo>
                    <a:pt x="117" y="150"/>
                    <a:pt x="119" y="150"/>
                    <a:pt x="119" y="149"/>
                  </a:cubicBezTo>
                  <a:cubicBezTo>
                    <a:pt x="119" y="148"/>
                    <a:pt x="121" y="146"/>
                    <a:pt x="122" y="147"/>
                  </a:cubicBezTo>
                  <a:cubicBezTo>
                    <a:pt x="123" y="149"/>
                    <a:pt x="124" y="152"/>
                    <a:pt x="126" y="152"/>
                  </a:cubicBezTo>
                  <a:cubicBezTo>
                    <a:pt x="128" y="152"/>
                    <a:pt x="133" y="152"/>
                    <a:pt x="133" y="154"/>
                  </a:cubicBezTo>
                  <a:cubicBezTo>
                    <a:pt x="133" y="155"/>
                    <a:pt x="134" y="159"/>
                    <a:pt x="136" y="161"/>
                  </a:cubicBezTo>
                  <a:cubicBezTo>
                    <a:pt x="138" y="162"/>
                    <a:pt x="142" y="161"/>
                    <a:pt x="142" y="161"/>
                  </a:cubicBezTo>
                  <a:cubicBezTo>
                    <a:pt x="142" y="161"/>
                    <a:pt x="143" y="160"/>
                    <a:pt x="143" y="157"/>
                  </a:cubicBezTo>
                  <a:cubicBezTo>
                    <a:pt x="143" y="154"/>
                    <a:pt x="143" y="151"/>
                    <a:pt x="142" y="151"/>
                  </a:cubicBezTo>
                  <a:cubicBezTo>
                    <a:pt x="141" y="151"/>
                    <a:pt x="139" y="154"/>
                    <a:pt x="137" y="153"/>
                  </a:cubicBezTo>
                  <a:cubicBezTo>
                    <a:pt x="134" y="152"/>
                    <a:pt x="132" y="147"/>
                    <a:pt x="131" y="146"/>
                  </a:cubicBezTo>
                  <a:cubicBezTo>
                    <a:pt x="130" y="145"/>
                    <a:pt x="133" y="141"/>
                    <a:pt x="133" y="138"/>
                  </a:cubicBezTo>
                  <a:cubicBezTo>
                    <a:pt x="133" y="136"/>
                    <a:pt x="135" y="130"/>
                    <a:pt x="133" y="129"/>
                  </a:cubicBezTo>
                  <a:cubicBezTo>
                    <a:pt x="132" y="128"/>
                    <a:pt x="133" y="126"/>
                    <a:pt x="135" y="124"/>
                  </a:cubicBezTo>
                  <a:cubicBezTo>
                    <a:pt x="136" y="123"/>
                    <a:pt x="134" y="119"/>
                    <a:pt x="137" y="119"/>
                  </a:cubicBezTo>
                  <a:cubicBezTo>
                    <a:pt x="140" y="119"/>
                    <a:pt x="145" y="119"/>
                    <a:pt x="147" y="117"/>
                  </a:cubicBezTo>
                  <a:cubicBezTo>
                    <a:pt x="147" y="117"/>
                    <a:pt x="147" y="117"/>
                    <a:pt x="147" y="117"/>
                  </a:cubicBezTo>
                  <a:cubicBezTo>
                    <a:pt x="147" y="117"/>
                    <a:pt x="148" y="116"/>
                    <a:pt x="148" y="116"/>
                  </a:cubicBezTo>
                  <a:cubicBezTo>
                    <a:pt x="146" y="113"/>
                    <a:pt x="144" y="108"/>
                    <a:pt x="142" y="10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93" name="Freeform 165">
              <a:extLst>
                <a:ext uri="{FF2B5EF4-FFF2-40B4-BE49-F238E27FC236}">
                  <a16:creationId xmlns:a16="http://schemas.microsoft.com/office/drawing/2014/main" id="{54578FBB-A997-291C-B52F-1719CA1432B1}"/>
                </a:ext>
              </a:extLst>
            </p:cNvPr>
            <p:cNvSpPr>
              <a:spLocks/>
            </p:cNvSpPr>
            <p:nvPr/>
          </p:nvSpPr>
          <p:spPr bwMode="auto">
            <a:xfrm>
              <a:off x="8067777" y="4283830"/>
              <a:ext cx="35363" cy="47035"/>
            </a:xfrm>
            <a:custGeom>
              <a:avLst/>
              <a:gdLst>
                <a:gd name="T0" fmla="*/ 1 w 13"/>
                <a:gd name="T1" fmla="*/ 9 h 17"/>
                <a:gd name="T2" fmla="*/ 3 w 13"/>
                <a:gd name="T3" fmla="*/ 17 h 17"/>
                <a:gd name="T4" fmla="*/ 6 w 13"/>
                <a:gd name="T5" fmla="*/ 15 h 17"/>
                <a:gd name="T6" fmla="*/ 13 w 13"/>
                <a:gd name="T7" fmla="*/ 5 h 17"/>
                <a:gd name="T8" fmla="*/ 11 w 13"/>
                <a:gd name="T9" fmla="*/ 4 h 17"/>
                <a:gd name="T10" fmla="*/ 11 w 13"/>
                <a:gd name="T11" fmla="*/ 0 h 17"/>
                <a:gd name="T12" fmla="*/ 7 w 13"/>
                <a:gd name="T13" fmla="*/ 0 h 17"/>
                <a:gd name="T14" fmla="*/ 2 w 13"/>
                <a:gd name="T15" fmla="*/ 2 h 17"/>
                <a:gd name="T16" fmla="*/ 0 w 13"/>
                <a:gd name="T17" fmla="*/ 2 h 17"/>
                <a:gd name="T18" fmla="*/ 0 w 13"/>
                <a:gd name="T19" fmla="*/ 2 h 17"/>
                <a:gd name="T20" fmla="*/ 1 w 13"/>
                <a:gd name="T21"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9"/>
                  </a:moveTo>
                  <a:cubicBezTo>
                    <a:pt x="1" y="10"/>
                    <a:pt x="2" y="14"/>
                    <a:pt x="3" y="17"/>
                  </a:cubicBezTo>
                  <a:cubicBezTo>
                    <a:pt x="4" y="16"/>
                    <a:pt x="6" y="16"/>
                    <a:pt x="6" y="15"/>
                  </a:cubicBezTo>
                  <a:cubicBezTo>
                    <a:pt x="8" y="14"/>
                    <a:pt x="13" y="5"/>
                    <a:pt x="13" y="5"/>
                  </a:cubicBezTo>
                  <a:cubicBezTo>
                    <a:pt x="11" y="4"/>
                    <a:pt x="11" y="4"/>
                    <a:pt x="11" y="4"/>
                  </a:cubicBezTo>
                  <a:cubicBezTo>
                    <a:pt x="11" y="4"/>
                    <a:pt x="11" y="2"/>
                    <a:pt x="11" y="0"/>
                  </a:cubicBezTo>
                  <a:cubicBezTo>
                    <a:pt x="9" y="0"/>
                    <a:pt x="7" y="0"/>
                    <a:pt x="7" y="0"/>
                  </a:cubicBezTo>
                  <a:cubicBezTo>
                    <a:pt x="7" y="0"/>
                    <a:pt x="7" y="3"/>
                    <a:pt x="2" y="2"/>
                  </a:cubicBezTo>
                  <a:cubicBezTo>
                    <a:pt x="2" y="2"/>
                    <a:pt x="1" y="2"/>
                    <a:pt x="0" y="2"/>
                  </a:cubicBezTo>
                  <a:cubicBezTo>
                    <a:pt x="0" y="2"/>
                    <a:pt x="0" y="2"/>
                    <a:pt x="0" y="2"/>
                  </a:cubicBezTo>
                  <a:lnTo>
                    <a:pt x="1" y="9"/>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94" name="Freeform 166">
              <a:extLst>
                <a:ext uri="{FF2B5EF4-FFF2-40B4-BE49-F238E27FC236}">
                  <a16:creationId xmlns:a16="http://schemas.microsoft.com/office/drawing/2014/main" id="{20474D74-4252-FA28-FB7B-B8157525422E}"/>
                </a:ext>
              </a:extLst>
            </p:cNvPr>
            <p:cNvSpPr>
              <a:spLocks/>
            </p:cNvSpPr>
            <p:nvPr/>
          </p:nvSpPr>
          <p:spPr bwMode="auto">
            <a:xfrm>
              <a:off x="8089453" y="4475501"/>
              <a:ext cx="242976" cy="400979"/>
            </a:xfrm>
            <a:custGeom>
              <a:avLst/>
              <a:gdLst>
                <a:gd name="T0" fmla="*/ 89 w 90"/>
                <a:gd name="T1" fmla="*/ 37 h 144"/>
                <a:gd name="T2" fmla="*/ 87 w 90"/>
                <a:gd name="T3" fmla="*/ 21 h 144"/>
                <a:gd name="T4" fmla="*/ 86 w 90"/>
                <a:gd name="T5" fmla="*/ 1 h 144"/>
                <a:gd name="T6" fmla="*/ 86 w 90"/>
                <a:gd name="T7" fmla="*/ 0 h 144"/>
                <a:gd name="T8" fmla="*/ 77 w 90"/>
                <a:gd name="T9" fmla="*/ 5 h 144"/>
                <a:gd name="T10" fmla="*/ 71 w 90"/>
                <a:gd name="T11" fmla="*/ 6 h 144"/>
                <a:gd name="T12" fmla="*/ 66 w 90"/>
                <a:gd name="T13" fmla="*/ 6 h 144"/>
                <a:gd name="T14" fmla="*/ 64 w 90"/>
                <a:gd name="T15" fmla="*/ 9 h 144"/>
                <a:gd name="T16" fmla="*/ 59 w 90"/>
                <a:gd name="T17" fmla="*/ 10 h 144"/>
                <a:gd name="T18" fmla="*/ 51 w 90"/>
                <a:gd name="T19" fmla="*/ 11 h 144"/>
                <a:gd name="T20" fmla="*/ 49 w 90"/>
                <a:gd name="T21" fmla="*/ 8 h 144"/>
                <a:gd name="T22" fmla="*/ 44 w 90"/>
                <a:gd name="T23" fmla="*/ 9 h 144"/>
                <a:gd name="T24" fmla="*/ 39 w 90"/>
                <a:gd name="T25" fmla="*/ 9 h 144"/>
                <a:gd name="T26" fmla="*/ 39 w 90"/>
                <a:gd name="T27" fmla="*/ 12 h 144"/>
                <a:gd name="T28" fmla="*/ 42 w 90"/>
                <a:gd name="T29" fmla="*/ 30 h 144"/>
                <a:gd name="T30" fmla="*/ 47 w 90"/>
                <a:gd name="T31" fmla="*/ 35 h 144"/>
                <a:gd name="T32" fmla="*/ 48 w 90"/>
                <a:gd name="T33" fmla="*/ 43 h 144"/>
                <a:gd name="T34" fmla="*/ 43 w 90"/>
                <a:gd name="T35" fmla="*/ 49 h 144"/>
                <a:gd name="T36" fmla="*/ 42 w 90"/>
                <a:gd name="T37" fmla="*/ 56 h 144"/>
                <a:gd name="T38" fmla="*/ 34 w 90"/>
                <a:gd name="T39" fmla="*/ 46 h 144"/>
                <a:gd name="T40" fmla="*/ 36 w 90"/>
                <a:gd name="T41" fmla="*/ 35 h 144"/>
                <a:gd name="T42" fmla="*/ 29 w 90"/>
                <a:gd name="T43" fmla="*/ 34 h 144"/>
                <a:gd name="T44" fmla="*/ 24 w 90"/>
                <a:gd name="T45" fmla="*/ 30 h 144"/>
                <a:gd name="T46" fmla="*/ 0 w 90"/>
                <a:gd name="T47" fmla="*/ 39 h 144"/>
                <a:gd name="T48" fmla="*/ 2 w 90"/>
                <a:gd name="T49" fmla="*/ 45 h 144"/>
                <a:gd name="T50" fmla="*/ 1 w 90"/>
                <a:gd name="T51" fmla="*/ 45 h 144"/>
                <a:gd name="T52" fmla="*/ 3 w 90"/>
                <a:gd name="T53" fmla="*/ 48 h 144"/>
                <a:gd name="T54" fmla="*/ 14 w 90"/>
                <a:gd name="T55" fmla="*/ 50 h 144"/>
                <a:gd name="T56" fmla="*/ 23 w 90"/>
                <a:gd name="T57" fmla="*/ 54 h 144"/>
                <a:gd name="T58" fmla="*/ 24 w 90"/>
                <a:gd name="T59" fmla="*/ 67 h 144"/>
                <a:gd name="T60" fmla="*/ 21 w 90"/>
                <a:gd name="T61" fmla="*/ 74 h 144"/>
                <a:gd name="T62" fmla="*/ 24 w 90"/>
                <a:gd name="T63" fmla="*/ 80 h 144"/>
                <a:gd name="T64" fmla="*/ 19 w 90"/>
                <a:gd name="T65" fmla="*/ 87 h 144"/>
                <a:gd name="T66" fmla="*/ 17 w 90"/>
                <a:gd name="T67" fmla="*/ 95 h 144"/>
                <a:gd name="T68" fmla="*/ 9 w 90"/>
                <a:gd name="T69" fmla="*/ 103 h 144"/>
                <a:gd name="T70" fmla="*/ 9 w 90"/>
                <a:gd name="T71" fmla="*/ 104 h 144"/>
                <a:gd name="T72" fmla="*/ 14 w 90"/>
                <a:gd name="T73" fmla="*/ 119 h 144"/>
                <a:gd name="T74" fmla="*/ 15 w 90"/>
                <a:gd name="T75" fmla="*/ 135 h 144"/>
                <a:gd name="T76" fmla="*/ 16 w 90"/>
                <a:gd name="T77" fmla="*/ 144 h 144"/>
                <a:gd name="T78" fmla="*/ 22 w 90"/>
                <a:gd name="T79" fmla="*/ 144 h 144"/>
                <a:gd name="T80" fmla="*/ 23 w 90"/>
                <a:gd name="T81" fmla="*/ 140 h 144"/>
                <a:gd name="T82" fmla="*/ 19 w 90"/>
                <a:gd name="T83" fmla="*/ 137 h 144"/>
                <a:gd name="T84" fmla="*/ 32 w 90"/>
                <a:gd name="T85" fmla="*/ 127 h 144"/>
                <a:gd name="T86" fmla="*/ 43 w 90"/>
                <a:gd name="T87" fmla="*/ 120 h 144"/>
                <a:gd name="T88" fmla="*/ 44 w 90"/>
                <a:gd name="T89" fmla="*/ 108 h 144"/>
                <a:gd name="T90" fmla="*/ 42 w 90"/>
                <a:gd name="T91" fmla="*/ 97 h 144"/>
                <a:gd name="T92" fmla="*/ 38 w 90"/>
                <a:gd name="T93" fmla="*/ 87 h 144"/>
                <a:gd name="T94" fmla="*/ 40 w 90"/>
                <a:gd name="T95" fmla="*/ 80 h 144"/>
                <a:gd name="T96" fmla="*/ 44 w 90"/>
                <a:gd name="T97" fmla="*/ 76 h 144"/>
                <a:gd name="T98" fmla="*/ 51 w 90"/>
                <a:gd name="T99" fmla="*/ 71 h 144"/>
                <a:gd name="T100" fmla="*/ 59 w 90"/>
                <a:gd name="T101" fmla="*/ 62 h 144"/>
                <a:gd name="T102" fmla="*/ 76 w 90"/>
                <a:gd name="T103" fmla="*/ 55 h 144"/>
                <a:gd name="T104" fmla="*/ 89 w 90"/>
                <a:gd name="T105" fmla="*/ 37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0" h="144">
                  <a:moveTo>
                    <a:pt x="89" y="37"/>
                  </a:moveTo>
                  <a:cubicBezTo>
                    <a:pt x="88" y="35"/>
                    <a:pt x="87" y="25"/>
                    <a:pt x="87" y="21"/>
                  </a:cubicBezTo>
                  <a:cubicBezTo>
                    <a:pt x="88" y="17"/>
                    <a:pt x="86" y="6"/>
                    <a:pt x="86" y="1"/>
                  </a:cubicBezTo>
                  <a:cubicBezTo>
                    <a:pt x="86" y="0"/>
                    <a:pt x="86" y="0"/>
                    <a:pt x="86" y="0"/>
                  </a:cubicBezTo>
                  <a:cubicBezTo>
                    <a:pt x="82" y="2"/>
                    <a:pt x="78" y="4"/>
                    <a:pt x="77" y="5"/>
                  </a:cubicBezTo>
                  <a:cubicBezTo>
                    <a:pt x="77" y="6"/>
                    <a:pt x="73" y="5"/>
                    <a:pt x="71" y="6"/>
                  </a:cubicBezTo>
                  <a:cubicBezTo>
                    <a:pt x="69" y="8"/>
                    <a:pt x="68" y="7"/>
                    <a:pt x="66" y="6"/>
                  </a:cubicBezTo>
                  <a:cubicBezTo>
                    <a:pt x="65" y="6"/>
                    <a:pt x="64" y="8"/>
                    <a:pt x="64" y="9"/>
                  </a:cubicBezTo>
                  <a:cubicBezTo>
                    <a:pt x="63" y="11"/>
                    <a:pt x="60" y="10"/>
                    <a:pt x="59" y="10"/>
                  </a:cubicBezTo>
                  <a:cubicBezTo>
                    <a:pt x="57" y="10"/>
                    <a:pt x="53" y="11"/>
                    <a:pt x="51" y="11"/>
                  </a:cubicBezTo>
                  <a:cubicBezTo>
                    <a:pt x="50" y="11"/>
                    <a:pt x="51" y="9"/>
                    <a:pt x="49" y="8"/>
                  </a:cubicBezTo>
                  <a:cubicBezTo>
                    <a:pt x="47" y="8"/>
                    <a:pt x="45" y="9"/>
                    <a:pt x="44" y="9"/>
                  </a:cubicBezTo>
                  <a:cubicBezTo>
                    <a:pt x="43" y="9"/>
                    <a:pt x="41" y="9"/>
                    <a:pt x="39" y="9"/>
                  </a:cubicBezTo>
                  <a:cubicBezTo>
                    <a:pt x="39" y="10"/>
                    <a:pt x="39" y="11"/>
                    <a:pt x="39" y="12"/>
                  </a:cubicBezTo>
                  <a:cubicBezTo>
                    <a:pt x="37" y="16"/>
                    <a:pt x="42" y="26"/>
                    <a:pt x="42" y="30"/>
                  </a:cubicBezTo>
                  <a:cubicBezTo>
                    <a:pt x="44" y="31"/>
                    <a:pt x="46" y="33"/>
                    <a:pt x="47" y="35"/>
                  </a:cubicBezTo>
                  <a:cubicBezTo>
                    <a:pt x="50" y="37"/>
                    <a:pt x="47" y="37"/>
                    <a:pt x="48" y="43"/>
                  </a:cubicBezTo>
                  <a:cubicBezTo>
                    <a:pt x="48" y="49"/>
                    <a:pt x="45" y="47"/>
                    <a:pt x="43" y="49"/>
                  </a:cubicBezTo>
                  <a:cubicBezTo>
                    <a:pt x="41" y="51"/>
                    <a:pt x="43" y="55"/>
                    <a:pt x="42" y="56"/>
                  </a:cubicBezTo>
                  <a:cubicBezTo>
                    <a:pt x="42" y="58"/>
                    <a:pt x="35" y="48"/>
                    <a:pt x="34" y="46"/>
                  </a:cubicBezTo>
                  <a:cubicBezTo>
                    <a:pt x="34" y="45"/>
                    <a:pt x="37" y="39"/>
                    <a:pt x="36" y="35"/>
                  </a:cubicBezTo>
                  <a:cubicBezTo>
                    <a:pt x="35" y="32"/>
                    <a:pt x="31" y="34"/>
                    <a:pt x="29" y="34"/>
                  </a:cubicBezTo>
                  <a:cubicBezTo>
                    <a:pt x="28" y="34"/>
                    <a:pt x="24" y="30"/>
                    <a:pt x="24" y="30"/>
                  </a:cubicBezTo>
                  <a:cubicBezTo>
                    <a:pt x="23" y="30"/>
                    <a:pt x="0" y="39"/>
                    <a:pt x="0" y="39"/>
                  </a:cubicBezTo>
                  <a:cubicBezTo>
                    <a:pt x="2" y="45"/>
                    <a:pt x="2" y="45"/>
                    <a:pt x="2" y="45"/>
                  </a:cubicBezTo>
                  <a:cubicBezTo>
                    <a:pt x="1" y="45"/>
                    <a:pt x="1" y="45"/>
                    <a:pt x="1" y="45"/>
                  </a:cubicBezTo>
                  <a:cubicBezTo>
                    <a:pt x="3" y="48"/>
                    <a:pt x="3" y="48"/>
                    <a:pt x="3" y="48"/>
                  </a:cubicBezTo>
                  <a:cubicBezTo>
                    <a:pt x="3" y="48"/>
                    <a:pt x="10" y="48"/>
                    <a:pt x="14" y="50"/>
                  </a:cubicBezTo>
                  <a:cubicBezTo>
                    <a:pt x="17" y="52"/>
                    <a:pt x="22" y="53"/>
                    <a:pt x="23" y="54"/>
                  </a:cubicBezTo>
                  <a:cubicBezTo>
                    <a:pt x="24" y="54"/>
                    <a:pt x="23" y="63"/>
                    <a:pt x="24" y="67"/>
                  </a:cubicBezTo>
                  <a:cubicBezTo>
                    <a:pt x="24" y="71"/>
                    <a:pt x="19" y="72"/>
                    <a:pt x="21" y="74"/>
                  </a:cubicBezTo>
                  <a:cubicBezTo>
                    <a:pt x="24" y="76"/>
                    <a:pt x="22" y="80"/>
                    <a:pt x="24" y="80"/>
                  </a:cubicBezTo>
                  <a:cubicBezTo>
                    <a:pt x="25" y="81"/>
                    <a:pt x="21" y="86"/>
                    <a:pt x="19" y="87"/>
                  </a:cubicBezTo>
                  <a:cubicBezTo>
                    <a:pt x="18" y="88"/>
                    <a:pt x="19" y="92"/>
                    <a:pt x="17" y="95"/>
                  </a:cubicBezTo>
                  <a:cubicBezTo>
                    <a:pt x="16" y="97"/>
                    <a:pt x="12" y="101"/>
                    <a:pt x="9" y="103"/>
                  </a:cubicBezTo>
                  <a:cubicBezTo>
                    <a:pt x="9" y="104"/>
                    <a:pt x="9" y="104"/>
                    <a:pt x="9" y="104"/>
                  </a:cubicBezTo>
                  <a:cubicBezTo>
                    <a:pt x="10" y="105"/>
                    <a:pt x="12" y="118"/>
                    <a:pt x="14" y="119"/>
                  </a:cubicBezTo>
                  <a:cubicBezTo>
                    <a:pt x="17" y="121"/>
                    <a:pt x="15" y="134"/>
                    <a:pt x="15" y="135"/>
                  </a:cubicBezTo>
                  <a:cubicBezTo>
                    <a:pt x="15" y="136"/>
                    <a:pt x="16" y="144"/>
                    <a:pt x="16" y="144"/>
                  </a:cubicBezTo>
                  <a:cubicBezTo>
                    <a:pt x="16" y="144"/>
                    <a:pt x="19" y="144"/>
                    <a:pt x="22" y="144"/>
                  </a:cubicBezTo>
                  <a:cubicBezTo>
                    <a:pt x="22" y="142"/>
                    <a:pt x="23" y="141"/>
                    <a:pt x="23" y="140"/>
                  </a:cubicBezTo>
                  <a:cubicBezTo>
                    <a:pt x="23" y="136"/>
                    <a:pt x="20" y="139"/>
                    <a:pt x="19" y="137"/>
                  </a:cubicBezTo>
                  <a:cubicBezTo>
                    <a:pt x="18" y="134"/>
                    <a:pt x="25" y="129"/>
                    <a:pt x="32" y="127"/>
                  </a:cubicBezTo>
                  <a:cubicBezTo>
                    <a:pt x="40" y="124"/>
                    <a:pt x="42" y="123"/>
                    <a:pt x="43" y="120"/>
                  </a:cubicBezTo>
                  <a:cubicBezTo>
                    <a:pt x="44" y="118"/>
                    <a:pt x="43" y="111"/>
                    <a:pt x="44" y="108"/>
                  </a:cubicBezTo>
                  <a:cubicBezTo>
                    <a:pt x="45" y="105"/>
                    <a:pt x="43" y="104"/>
                    <a:pt x="42" y="97"/>
                  </a:cubicBezTo>
                  <a:cubicBezTo>
                    <a:pt x="42" y="91"/>
                    <a:pt x="39" y="90"/>
                    <a:pt x="38" y="87"/>
                  </a:cubicBezTo>
                  <a:cubicBezTo>
                    <a:pt x="37" y="83"/>
                    <a:pt x="38" y="81"/>
                    <a:pt x="40" y="80"/>
                  </a:cubicBezTo>
                  <a:cubicBezTo>
                    <a:pt x="42" y="80"/>
                    <a:pt x="42" y="79"/>
                    <a:pt x="44" y="76"/>
                  </a:cubicBezTo>
                  <a:cubicBezTo>
                    <a:pt x="45" y="73"/>
                    <a:pt x="47" y="74"/>
                    <a:pt x="51" y="71"/>
                  </a:cubicBezTo>
                  <a:cubicBezTo>
                    <a:pt x="54" y="69"/>
                    <a:pt x="54" y="66"/>
                    <a:pt x="59" y="62"/>
                  </a:cubicBezTo>
                  <a:cubicBezTo>
                    <a:pt x="65" y="58"/>
                    <a:pt x="71" y="58"/>
                    <a:pt x="76" y="55"/>
                  </a:cubicBezTo>
                  <a:cubicBezTo>
                    <a:pt x="81" y="52"/>
                    <a:pt x="90" y="39"/>
                    <a:pt x="89" y="3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95" name="Freeform 167">
              <a:extLst>
                <a:ext uri="{FF2B5EF4-FFF2-40B4-BE49-F238E27FC236}">
                  <a16:creationId xmlns:a16="http://schemas.microsoft.com/office/drawing/2014/main" id="{4635DC09-81EA-559C-7FC5-2FCAF8014638}"/>
                </a:ext>
              </a:extLst>
            </p:cNvPr>
            <p:cNvSpPr>
              <a:spLocks/>
            </p:cNvSpPr>
            <p:nvPr/>
          </p:nvSpPr>
          <p:spPr bwMode="auto">
            <a:xfrm>
              <a:off x="8076903" y="4247377"/>
              <a:ext cx="245258" cy="258696"/>
            </a:xfrm>
            <a:custGeom>
              <a:avLst/>
              <a:gdLst>
                <a:gd name="T0" fmla="*/ 85 w 91"/>
                <a:gd name="T1" fmla="*/ 75 h 93"/>
                <a:gd name="T2" fmla="*/ 82 w 91"/>
                <a:gd name="T3" fmla="*/ 66 h 93"/>
                <a:gd name="T4" fmla="*/ 81 w 91"/>
                <a:gd name="T5" fmla="*/ 59 h 93"/>
                <a:gd name="T6" fmla="*/ 83 w 91"/>
                <a:gd name="T7" fmla="*/ 53 h 93"/>
                <a:gd name="T8" fmla="*/ 78 w 91"/>
                <a:gd name="T9" fmla="*/ 46 h 93"/>
                <a:gd name="T10" fmla="*/ 82 w 91"/>
                <a:gd name="T11" fmla="*/ 33 h 93"/>
                <a:gd name="T12" fmla="*/ 68 w 91"/>
                <a:gd name="T13" fmla="*/ 23 h 93"/>
                <a:gd name="T14" fmla="*/ 68 w 91"/>
                <a:gd name="T15" fmla="*/ 18 h 93"/>
                <a:gd name="T16" fmla="*/ 37 w 91"/>
                <a:gd name="T17" fmla="*/ 1 h 93"/>
                <a:gd name="T18" fmla="*/ 33 w 91"/>
                <a:gd name="T19" fmla="*/ 9 h 93"/>
                <a:gd name="T20" fmla="*/ 33 w 91"/>
                <a:gd name="T21" fmla="*/ 14 h 93"/>
                <a:gd name="T22" fmla="*/ 19 w 91"/>
                <a:gd name="T23" fmla="*/ 13 h 93"/>
                <a:gd name="T24" fmla="*/ 19 w 91"/>
                <a:gd name="T25" fmla="*/ 0 h 93"/>
                <a:gd name="T26" fmla="*/ 12 w 91"/>
                <a:gd name="T27" fmla="*/ 1 h 93"/>
                <a:gd name="T28" fmla="*/ 8 w 91"/>
                <a:gd name="T29" fmla="*/ 2 h 93"/>
                <a:gd name="T30" fmla="*/ 10 w 91"/>
                <a:gd name="T31" fmla="*/ 5 h 93"/>
                <a:gd name="T32" fmla="*/ 11 w 91"/>
                <a:gd name="T33" fmla="*/ 11 h 93"/>
                <a:gd name="T34" fmla="*/ 8 w 91"/>
                <a:gd name="T35" fmla="*/ 13 h 93"/>
                <a:gd name="T36" fmla="*/ 8 w 91"/>
                <a:gd name="T37" fmla="*/ 17 h 93"/>
                <a:gd name="T38" fmla="*/ 10 w 91"/>
                <a:gd name="T39" fmla="*/ 18 h 93"/>
                <a:gd name="T40" fmla="*/ 3 w 91"/>
                <a:gd name="T41" fmla="*/ 28 h 93"/>
                <a:gd name="T42" fmla="*/ 0 w 91"/>
                <a:gd name="T43" fmla="*/ 30 h 93"/>
                <a:gd name="T44" fmla="*/ 5 w 91"/>
                <a:gd name="T45" fmla="*/ 46 h 93"/>
                <a:gd name="T46" fmla="*/ 9 w 91"/>
                <a:gd name="T47" fmla="*/ 58 h 93"/>
                <a:gd name="T48" fmla="*/ 11 w 91"/>
                <a:gd name="T49" fmla="*/ 64 h 93"/>
                <a:gd name="T50" fmla="*/ 7 w 91"/>
                <a:gd name="T51" fmla="*/ 61 h 93"/>
                <a:gd name="T52" fmla="*/ 6 w 91"/>
                <a:gd name="T53" fmla="*/ 62 h 93"/>
                <a:gd name="T54" fmla="*/ 6 w 91"/>
                <a:gd name="T55" fmla="*/ 62 h 93"/>
                <a:gd name="T56" fmla="*/ 12 w 91"/>
                <a:gd name="T57" fmla="*/ 66 h 93"/>
                <a:gd name="T58" fmla="*/ 20 w 91"/>
                <a:gd name="T59" fmla="*/ 69 h 93"/>
                <a:gd name="T60" fmla="*/ 30 w 91"/>
                <a:gd name="T61" fmla="*/ 74 h 93"/>
                <a:gd name="T62" fmla="*/ 31 w 91"/>
                <a:gd name="T63" fmla="*/ 74 h 93"/>
                <a:gd name="T64" fmla="*/ 37 w 91"/>
                <a:gd name="T65" fmla="*/ 74 h 93"/>
                <a:gd name="T66" fmla="*/ 38 w 91"/>
                <a:gd name="T67" fmla="*/ 74 h 93"/>
                <a:gd name="T68" fmla="*/ 44 w 91"/>
                <a:gd name="T69" fmla="*/ 91 h 93"/>
                <a:gd name="T70" fmla="*/ 49 w 91"/>
                <a:gd name="T71" fmla="*/ 91 h 93"/>
                <a:gd name="T72" fmla="*/ 54 w 91"/>
                <a:gd name="T73" fmla="*/ 90 h 93"/>
                <a:gd name="T74" fmla="*/ 56 w 91"/>
                <a:gd name="T75" fmla="*/ 93 h 93"/>
                <a:gd name="T76" fmla="*/ 64 w 91"/>
                <a:gd name="T77" fmla="*/ 92 h 93"/>
                <a:gd name="T78" fmla="*/ 69 w 91"/>
                <a:gd name="T79" fmla="*/ 91 h 93"/>
                <a:gd name="T80" fmla="*/ 71 w 91"/>
                <a:gd name="T81" fmla="*/ 88 h 93"/>
                <a:gd name="T82" fmla="*/ 76 w 91"/>
                <a:gd name="T83" fmla="*/ 88 h 93"/>
                <a:gd name="T84" fmla="*/ 82 w 91"/>
                <a:gd name="T85" fmla="*/ 87 h 93"/>
                <a:gd name="T86" fmla="*/ 91 w 91"/>
                <a:gd name="T87" fmla="*/ 82 h 93"/>
                <a:gd name="T88" fmla="*/ 85 w 91"/>
                <a:gd name="T8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1" h="93">
                  <a:moveTo>
                    <a:pt x="85" y="75"/>
                  </a:moveTo>
                  <a:cubicBezTo>
                    <a:pt x="85" y="69"/>
                    <a:pt x="82" y="69"/>
                    <a:pt x="82" y="66"/>
                  </a:cubicBezTo>
                  <a:cubicBezTo>
                    <a:pt x="82" y="62"/>
                    <a:pt x="83" y="59"/>
                    <a:pt x="81" y="59"/>
                  </a:cubicBezTo>
                  <a:cubicBezTo>
                    <a:pt x="80" y="59"/>
                    <a:pt x="81" y="56"/>
                    <a:pt x="83" y="53"/>
                  </a:cubicBezTo>
                  <a:cubicBezTo>
                    <a:pt x="85" y="50"/>
                    <a:pt x="79" y="49"/>
                    <a:pt x="78" y="46"/>
                  </a:cubicBezTo>
                  <a:cubicBezTo>
                    <a:pt x="78" y="44"/>
                    <a:pt x="80" y="39"/>
                    <a:pt x="82" y="33"/>
                  </a:cubicBezTo>
                  <a:cubicBezTo>
                    <a:pt x="75" y="28"/>
                    <a:pt x="68" y="23"/>
                    <a:pt x="68" y="23"/>
                  </a:cubicBezTo>
                  <a:cubicBezTo>
                    <a:pt x="68" y="18"/>
                    <a:pt x="68" y="18"/>
                    <a:pt x="68" y="18"/>
                  </a:cubicBezTo>
                  <a:cubicBezTo>
                    <a:pt x="37" y="1"/>
                    <a:pt x="37" y="1"/>
                    <a:pt x="37" y="1"/>
                  </a:cubicBezTo>
                  <a:cubicBezTo>
                    <a:pt x="36" y="5"/>
                    <a:pt x="35" y="8"/>
                    <a:pt x="33" y="9"/>
                  </a:cubicBezTo>
                  <a:cubicBezTo>
                    <a:pt x="30" y="10"/>
                    <a:pt x="36" y="13"/>
                    <a:pt x="33" y="14"/>
                  </a:cubicBezTo>
                  <a:cubicBezTo>
                    <a:pt x="30" y="14"/>
                    <a:pt x="24" y="11"/>
                    <a:pt x="19" y="13"/>
                  </a:cubicBezTo>
                  <a:cubicBezTo>
                    <a:pt x="16" y="14"/>
                    <a:pt x="17" y="7"/>
                    <a:pt x="19" y="0"/>
                  </a:cubicBezTo>
                  <a:cubicBezTo>
                    <a:pt x="12" y="1"/>
                    <a:pt x="12" y="1"/>
                    <a:pt x="12" y="1"/>
                  </a:cubicBezTo>
                  <a:cubicBezTo>
                    <a:pt x="12" y="1"/>
                    <a:pt x="10" y="1"/>
                    <a:pt x="8" y="2"/>
                  </a:cubicBezTo>
                  <a:cubicBezTo>
                    <a:pt x="10" y="5"/>
                    <a:pt x="10" y="5"/>
                    <a:pt x="10" y="5"/>
                  </a:cubicBezTo>
                  <a:cubicBezTo>
                    <a:pt x="10" y="5"/>
                    <a:pt x="12" y="9"/>
                    <a:pt x="11" y="11"/>
                  </a:cubicBezTo>
                  <a:cubicBezTo>
                    <a:pt x="11" y="12"/>
                    <a:pt x="9" y="12"/>
                    <a:pt x="8" y="13"/>
                  </a:cubicBezTo>
                  <a:cubicBezTo>
                    <a:pt x="8" y="15"/>
                    <a:pt x="8" y="17"/>
                    <a:pt x="8" y="17"/>
                  </a:cubicBezTo>
                  <a:cubicBezTo>
                    <a:pt x="10" y="18"/>
                    <a:pt x="10" y="18"/>
                    <a:pt x="10" y="18"/>
                  </a:cubicBezTo>
                  <a:cubicBezTo>
                    <a:pt x="10" y="18"/>
                    <a:pt x="5" y="27"/>
                    <a:pt x="3" y="28"/>
                  </a:cubicBezTo>
                  <a:cubicBezTo>
                    <a:pt x="3" y="29"/>
                    <a:pt x="1" y="29"/>
                    <a:pt x="0" y="30"/>
                  </a:cubicBezTo>
                  <a:cubicBezTo>
                    <a:pt x="1" y="37"/>
                    <a:pt x="3" y="44"/>
                    <a:pt x="5" y="46"/>
                  </a:cubicBezTo>
                  <a:cubicBezTo>
                    <a:pt x="9" y="50"/>
                    <a:pt x="8" y="55"/>
                    <a:pt x="9" y="58"/>
                  </a:cubicBezTo>
                  <a:cubicBezTo>
                    <a:pt x="10" y="60"/>
                    <a:pt x="14" y="63"/>
                    <a:pt x="11" y="64"/>
                  </a:cubicBezTo>
                  <a:cubicBezTo>
                    <a:pt x="10" y="65"/>
                    <a:pt x="8" y="63"/>
                    <a:pt x="7" y="61"/>
                  </a:cubicBezTo>
                  <a:cubicBezTo>
                    <a:pt x="7" y="61"/>
                    <a:pt x="6" y="62"/>
                    <a:pt x="6" y="62"/>
                  </a:cubicBezTo>
                  <a:cubicBezTo>
                    <a:pt x="6" y="62"/>
                    <a:pt x="6" y="62"/>
                    <a:pt x="6" y="62"/>
                  </a:cubicBezTo>
                  <a:cubicBezTo>
                    <a:pt x="8" y="64"/>
                    <a:pt x="11" y="66"/>
                    <a:pt x="12" y="66"/>
                  </a:cubicBezTo>
                  <a:cubicBezTo>
                    <a:pt x="14" y="66"/>
                    <a:pt x="18" y="68"/>
                    <a:pt x="20" y="69"/>
                  </a:cubicBezTo>
                  <a:cubicBezTo>
                    <a:pt x="22" y="69"/>
                    <a:pt x="30" y="72"/>
                    <a:pt x="30" y="74"/>
                  </a:cubicBezTo>
                  <a:cubicBezTo>
                    <a:pt x="31" y="74"/>
                    <a:pt x="31" y="74"/>
                    <a:pt x="31" y="74"/>
                  </a:cubicBezTo>
                  <a:cubicBezTo>
                    <a:pt x="33" y="74"/>
                    <a:pt x="35" y="74"/>
                    <a:pt x="37" y="74"/>
                  </a:cubicBezTo>
                  <a:cubicBezTo>
                    <a:pt x="37" y="74"/>
                    <a:pt x="37" y="74"/>
                    <a:pt x="38" y="74"/>
                  </a:cubicBezTo>
                  <a:cubicBezTo>
                    <a:pt x="41" y="74"/>
                    <a:pt x="44" y="85"/>
                    <a:pt x="44" y="91"/>
                  </a:cubicBezTo>
                  <a:cubicBezTo>
                    <a:pt x="46" y="91"/>
                    <a:pt x="48" y="91"/>
                    <a:pt x="49" y="91"/>
                  </a:cubicBezTo>
                  <a:cubicBezTo>
                    <a:pt x="50" y="91"/>
                    <a:pt x="52" y="90"/>
                    <a:pt x="54" y="90"/>
                  </a:cubicBezTo>
                  <a:cubicBezTo>
                    <a:pt x="56" y="91"/>
                    <a:pt x="55" y="93"/>
                    <a:pt x="56" y="93"/>
                  </a:cubicBezTo>
                  <a:cubicBezTo>
                    <a:pt x="58" y="93"/>
                    <a:pt x="62" y="92"/>
                    <a:pt x="64" y="92"/>
                  </a:cubicBezTo>
                  <a:cubicBezTo>
                    <a:pt x="65" y="92"/>
                    <a:pt x="68" y="93"/>
                    <a:pt x="69" y="91"/>
                  </a:cubicBezTo>
                  <a:cubicBezTo>
                    <a:pt x="69" y="90"/>
                    <a:pt x="70" y="88"/>
                    <a:pt x="71" y="88"/>
                  </a:cubicBezTo>
                  <a:cubicBezTo>
                    <a:pt x="73" y="89"/>
                    <a:pt x="74" y="90"/>
                    <a:pt x="76" y="88"/>
                  </a:cubicBezTo>
                  <a:cubicBezTo>
                    <a:pt x="78" y="87"/>
                    <a:pt x="82" y="88"/>
                    <a:pt x="82" y="87"/>
                  </a:cubicBezTo>
                  <a:cubicBezTo>
                    <a:pt x="83" y="86"/>
                    <a:pt x="87" y="84"/>
                    <a:pt x="91" y="82"/>
                  </a:cubicBezTo>
                  <a:cubicBezTo>
                    <a:pt x="91" y="77"/>
                    <a:pt x="86" y="80"/>
                    <a:pt x="85" y="7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396" name="Freeform 168">
              <a:extLst>
                <a:ext uri="{FF2B5EF4-FFF2-40B4-BE49-F238E27FC236}">
                  <a16:creationId xmlns:a16="http://schemas.microsoft.com/office/drawing/2014/main" id="{EBA8648A-4D7A-F324-7CBF-F24E5470B31A}"/>
                </a:ext>
              </a:extLst>
            </p:cNvPr>
            <p:cNvSpPr>
              <a:spLocks/>
            </p:cNvSpPr>
            <p:nvPr/>
          </p:nvSpPr>
          <p:spPr bwMode="auto">
            <a:xfrm>
              <a:off x="8148769" y="4453158"/>
              <a:ext cx="76429" cy="184615"/>
            </a:xfrm>
            <a:custGeom>
              <a:avLst/>
              <a:gdLst>
                <a:gd name="T0" fmla="*/ 25 w 28"/>
                <a:gd name="T1" fmla="*/ 43 h 66"/>
                <a:gd name="T2" fmla="*/ 20 w 28"/>
                <a:gd name="T3" fmla="*/ 38 h 66"/>
                <a:gd name="T4" fmla="*/ 20 w 28"/>
                <a:gd name="T5" fmla="*/ 39 h 66"/>
                <a:gd name="T6" fmla="*/ 11 w 28"/>
                <a:gd name="T7" fmla="*/ 26 h 66"/>
                <a:gd name="T8" fmla="*/ 12 w 28"/>
                <a:gd name="T9" fmla="*/ 11 h 66"/>
                <a:gd name="T10" fmla="*/ 10 w 28"/>
                <a:gd name="T11" fmla="*/ 0 h 66"/>
                <a:gd name="T12" fmla="*/ 4 w 28"/>
                <a:gd name="T13" fmla="*/ 0 h 66"/>
                <a:gd name="T14" fmla="*/ 7 w 28"/>
                <a:gd name="T15" fmla="*/ 9 h 66"/>
                <a:gd name="T16" fmla="*/ 4 w 28"/>
                <a:gd name="T17" fmla="*/ 10 h 66"/>
                <a:gd name="T18" fmla="*/ 5 w 28"/>
                <a:gd name="T19" fmla="*/ 24 h 66"/>
                <a:gd name="T20" fmla="*/ 1 w 28"/>
                <a:gd name="T21" fmla="*/ 26 h 66"/>
                <a:gd name="T22" fmla="*/ 0 w 28"/>
                <a:gd name="T23" fmla="*/ 34 h 66"/>
                <a:gd name="T24" fmla="*/ 2 w 28"/>
                <a:gd name="T25" fmla="*/ 38 h 66"/>
                <a:gd name="T26" fmla="*/ 2 w 28"/>
                <a:gd name="T27" fmla="*/ 38 h 66"/>
                <a:gd name="T28" fmla="*/ 7 w 28"/>
                <a:gd name="T29" fmla="*/ 42 h 66"/>
                <a:gd name="T30" fmla="*/ 14 w 28"/>
                <a:gd name="T31" fmla="*/ 43 h 66"/>
                <a:gd name="T32" fmla="*/ 12 w 28"/>
                <a:gd name="T33" fmla="*/ 54 h 66"/>
                <a:gd name="T34" fmla="*/ 20 w 28"/>
                <a:gd name="T35" fmla="*/ 64 h 66"/>
                <a:gd name="T36" fmla="*/ 21 w 28"/>
                <a:gd name="T37" fmla="*/ 57 h 66"/>
                <a:gd name="T38" fmla="*/ 26 w 28"/>
                <a:gd name="T39" fmla="*/ 51 h 66"/>
                <a:gd name="T40" fmla="*/ 25 w 28"/>
                <a:gd name="T41" fmla="*/ 4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66">
                  <a:moveTo>
                    <a:pt x="25" y="43"/>
                  </a:moveTo>
                  <a:cubicBezTo>
                    <a:pt x="24" y="41"/>
                    <a:pt x="22" y="39"/>
                    <a:pt x="20" y="38"/>
                  </a:cubicBezTo>
                  <a:cubicBezTo>
                    <a:pt x="20" y="38"/>
                    <a:pt x="20" y="39"/>
                    <a:pt x="20" y="39"/>
                  </a:cubicBezTo>
                  <a:cubicBezTo>
                    <a:pt x="18" y="42"/>
                    <a:pt x="12" y="32"/>
                    <a:pt x="11" y="26"/>
                  </a:cubicBezTo>
                  <a:cubicBezTo>
                    <a:pt x="10" y="20"/>
                    <a:pt x="14" y="17"/>
                    <a:pt x="12" y="11"/>
                  </a:cubicBezTo>
                  <a:cubicBezTo>
                    <a:pt x="10" y="6"/>
                    <a:pt x="8" y="2"/>
                    <a:pt x="10" y="0"/>
                  </a:cubicBezTo>
                  <a:cubicBezTo>
                    <a:pt x="8" y="0"/>
                    <a:pt x="6" y="0"/>
                    <a:pt x="4" y="0"/>
                  </a:cubicBezTo>
                  <a:cubicBezTo>
                    <a:pt x="5" y="3"/>
                    <a:pt x="7" y="7"/>
                    <a:pt x="7" y="9"/>
                  </a:cubicBezTo>
                  <a:cubicBezTo>
                    <a:pt x="7" y="10"/>
                    <a:pt x="5" y="8"/>
                    <a:pt x="4" y="10"/>
                  </a:cubicBezTo>
                  <a:cubicBezTo>
                    <a:pt x="3" y="12"/>
                    <a:pt x="3" y="22"/>
                    <a:pt x="5" y="24"/>
                  </a:cubicBezTo>
                  <a:cubicBezTo>
                    <a:pt x="7" y="26"/>
                    <a:pt x="1" y="25"/>
                    <a:pt x="1" y="26"/>
                  </a:cubicBezTo>
                  <a:cubicBezTo>
                    <a:pt x="1" y="28"/>
                    <a:pt x="1" y="34"/>
                    <a:pt x="0" y="34"/>
                  </a:cubicBezTo>
                  <a:cubicBezTo>
                    <a:pt x="0" y="35"/>
                    <a:pt x="1" y="36"/>
                    <a:pt x="2" y="38"/>
                  </a:cubicBezTo>
                  <a:cubicBezTo>
                    <a:pt x="2" y="38"/>
                    <a:pt x="2" y="38"/>
                    <a:pt x="2" y="38"/>
                  </a:cubicBezTo>
                  <a:cubicBezTo>
                    <a:pt x="2" y="38"/>
                    <a:pt x="6" y="42"/>
                    <a:pt x="7" y="42"/>
                  </a:cubicBezTo>
                  <a:cubicBezTo>
                    <a:pt x="9" y="42"/>
                    <a:pt x="13" y="40"/>
                    <a:pt x="14" y="43"/>
                  </a:cubicBezTo>
                  <a:cubicBezTo>
                    <a:pt x="15" y="47"/>
                    <a:pt x="12" y="53"/>
                    <a:pt x="12" y="54"/>
                  </a:cubicBezTo>
                  <a:cubicBezTo>
                    <a:pt x="13" y="56"/>
                    <a:pt x="20" y="66"/>
                    <a:pt x="20" y="64"/>
                  </a:cubicBezTo>
                  <a:cubicBezTo>
                    <a:pt x="21" y="63"/>
                    <a:pt x="19" y="59"/>
                    <a:pt x="21" y="57"/>
                  </a:cubicBezTo>
                  <a:cubicBezTo>
                    <a:pt x="23" y="55"/>
                    <a:pt x="26" y="57"/>
                    <a:pt x="26" y="51"/>
                  </a:cubicBezTo>
                  <a:cubicBezTo>
                    <a:pt x="25" y="45"/>
                    <a:pt x="28" y="45"/>
                    <a:pt x="25" y="4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sp>
          <p:nvSpPr>
            <p:cNvPr id="409" name="Freeform 17">
              <a:extLst>
                <a:ext uri="{FF2B5EF4-FFF2-40B4-BE49-F238E27FC236}">
                  <a16:creationId xmlns:a16="http://schemas.microsoft.com/office/drawing/2014/main" id="{9CC15E61-6AFA-657B-F760-1523565D70FE}"/>
                </a:ext>
              </a:extLst>
            </p:cNvPr>
            <p:cNvSpPr>
              <a:spLocks/>
            </p:cNvSpPr>
            <p:nvPr/>
          </p:nvSpPr>
          <p:spPr bwMode="auto">
            <a:xfrm>
              <a:off x="7223633" y="3306665"/>
              <a:ext cx="472264" cy="470357"/>
            </a:xfrm>
            <a:custGeom>
              <a:avLst/>
              <a:gdLst>
                <a:gd name="T0" fmla="*/ 60 w 175"/>
                <a:gd name="T1" fmla="*/ 32 h 169"/>
                <a:gd name="T2" fmla="*/ 60 w 175"/>
                <a:gd name="T3" fmla="*/ 40 h 169"/>
                <a:gd name="T4" fmla="*/ 64 w 175"/>
                <a:gd name="T5" fmla="*/ 46 h 169"/>
                <a:gd name="T6" fmla="*/ 62 w 175"/>
                <a:gd name="T7" fmla="*/ 49 h 169"/>
                <a:gd name="T8" fmla="*/ 49 w 175"/>
                <a:gd name="T9" fmla="*/ 50 h 169"/>
                <a:gd name="T10" fmla="*/ 44 w 175"/>
                <a:gd name="T11" fmla="*/ 53 h 169"/>
                <a:gd name="T12" fmla="*/ 42 w 175"/>
                <a:gd name="T13" fmla="*/ 55 h 169"/>
                <a:gd name="T14" fmla="*/ 41 w 175"/>
                <a:gd name="T15" fmla="*/ 60 h 169"/>
                <a:gd name="T16" fmla="*/ 37 w 175"/>
                <a:gd name="T17" fmla="*/ 62 h 169"/>
                <a:gd name="T18" fmla="*/ 30 w 175"/>
                <a:gd name="T19" fmla="*/ 65 h 169"/>
                <a:gd name="T20" fmla="*/ 26 w 175"/>
                <a:gd name="T21" fmla="*/ 70 h 169"/>
                <a:gd name="T22" fmla="*/ 19 w 175"/>
                <a:gd name="T23" fmla="*/ 71 h 169"/>
                <a:gd name="T24" fmla="*/ 13 w 175"/>
                <a:gd name="T25" fmla="*/ 73 h 169"/>
                <a:gd name="T26" fmla="*/ 0 w 175"/>
                <a:gd name="T27" fmla="*/ 82 h 169"/>
                <a:gd name="T28" fmla="*/ 0 w 175"/>
                <a:gd name="T29" fmla="*/ 93 h 169"/>
                <a:gd name="T30" fmla="*/ 2 w 175"/>
                <a:gd name="T31" fmla="*/ 95 h 169"/>
                <a:gd name="T32" fmla="*/ 83 w 175"/>
                <a:gd name="T33" fmla="*/ 149 h 169"/>
                <a:gd name="T34" fmla="*/ 89 w 175"/>
                <a:gd name="T35" fmla="*/ 157 h 169"/>
                <a:gd name="T36" fmla="*/ 98 w 175"/>
                <a:gd name="T37" fmla="*/ 160 h 169"/>
                <a:gd name="T38" fmla="*/ 102 w 175"/>
                <a:gd name="T39" fmla="*/ 169 h 169"/>
                <a:gd name="T40" fmla="*/ 111 w 175"/>
                <a:gd name="T41" fmla="*/ 167 h 169"/>
                <a:gd name="T42" fmla="*/ 124 w 175"/>
                <a:gd name="T43" fmla="*/ 163 h 169"/>
                <a:gd name="T44" fmla="*/ 139 w 175"/>
                <a:gd name="T45" fmla="*/ 150 h 169"/>
                <a:gd name="T46" fmla="*/ 175 w 175"/>
                <a:gd name="T47" fmla="*/ 128 h 169"/>
                <a:gd name="T48" fmla="*/ 175 w 175"/>
                <a:gd name="T49" fmla="*/ 128 h 169"/>
                <a:gd name="T50" fmla="*/ 171 w 175"/>
                <a:gd name="T51" fmla="*/ 121 h 169"/>
                <a:gd name="T52" fmla="*/ 165 w 175"/>
                <a:gd name="T53" fmla="*/ 119 h 169"/>
                <a:gd name="T54" fmla="*/ 159 w 175"/>
                <a:gd name="T55" fmla="*/ 115 h 169"/>
                <a:gd name="T56" fmla="*/ 158 w 175"/>
                <a:gd name="T57" fmla="*/ 109 h 169"/>
                <a:gd name="T58" fmla="*/ 154 w 175"/>
                <a:gd name="T59" fmla="*/ 104 h 169"/>
                <a:gd name="T60" fmla="*/ 158 w 175"/>
                <a:gd name="T61" fmla="*/ 99 h 169"/>
                <a:gd name="T62" fmla="*/ 157 w 175"/>
                <a:gd name="T63" fmla="*/ 96 h 169"/>
                <a:gd name="T64" fmla="*/ 157 w 175"/>
                <a:gd name="T65" fmla="*/ 90 h 169"/>
                <a:gd name="T66" fmla="*/ 157 w 175"/>
                <a:gd name="T67" fmla="*/ 85 h 169"/>
                <a:gd name="T68" fmla="*/ 157 w 175"/>
                <a:gd name="T69" fmla="*/ 76 h 169"/>
                <a:gd name="T70" fmla="*/ 154 w 175"/>
                <a:gd name="T71" fmla="*/ 68 h 169"/>
                <a:gd name="T72" fmla="*/ 155 w 175"/>
                <a:gd name="T73" fmla="*/ 66 h 169"/>
                <a:gd name="T74" fmla="*/ 155 w 175"/>
                <a:gd name="T75" fmla="*/ 64 h 169"/>
                <a:gd name="T76" fmla="*/ 151 w 175"/>
                <a:gd name="T77" fmla="*/ 49 h 169"/>
                <a:gd name="T78" fmla="*/ 144 w 175"/>
                <a:gd name="T79" fmla="*/ 44 h 169"/>
                <a:gd name="T80" fmla="*/ 141 w 175"/>
                <a:gd name="T81" fmla="*/ 39 h 169"/>
                <a:gd name="T82" fmla="*/ 137 w 175"/>
                <a:gd name="T83" fmla="*/ 30 h 169"/>
                <a:gd name="T84" fmla="*/ 143 w 175"/>
                <a:gd name="T85" fmla="*/ 24 h 169"/>
                <a:gd name="T86" fmla="*/ 145 w 175"/>
                <a:gd name="T87" fmla="*/ 15 h 169"/>
                <a:gd name="T88" fmla="*/ 145 w 175"/>
                <a:gd name="T89" fmla="*/ 2 h 169"/>
                <a:gd name="T90" fmla="*/ 137 w 175"/>
                <a:gd name="T91" fmla="*/ 1 h 169"/>
                <a:gd name="T92" fmla="*/ 129 w 175"/>
                <a:gd name="T93" fmla="*/ 1 h 169"/>
                <a:gd name="T94" fmla="*/ 117 w 175"/>
                <a:gd name="T95" fmla="*/ 4 h 169"/>
                <a:gd name="T96" fmla="*/ 85 w 175"/>
                <a:gd name="T97" fmla="*/ 6 h 169"/>
                <a:gd name="T98" fmla="*/ 72 w 175"/>
                <a:gd name="T99" fmla="*/ 13 h 169"/>
                <a:gd name="T100" fmla="*/ 59 w 175"/>
                <a:gd name="T101" fmla="*/ 19 h 169"/>
                <a:gd name="T102" fmla="*/ 56 w 175"/>
                <a:gd name="T103" fmla="*/ 21 h 169"/>
                <a:gd name="T104" fmla="*/ 57 w 175"/>
                <a:gd name="T105" fmla="*/ 23 h 169"/>
                <a:gd name="T106" fmla="*/ 60 w 175"/>
                <a:gd name="T107" fmla="*/ 32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5" h="169">
                  <a:moveTo>
                    <a:pt x="60" y="32"/>
                  </a:moveTo>
                  <a:cubicBezTo>
                    <a:pt x="60" y="36"/>
                    <a:pt x="59" y="40"/>
                    <a:pt x="60" y="40"/>
                  </a:cubicBezTo>
                  <a:cubicBezTo>
                    <a:pt x="62" y="40"/>
                    <a:pt x="63" y="44"/>
                    <a:pt x="64" y="46"/>
                  </a:cubicBezTo>
                  <a:cubicBezTo>
                    <a:pt x="64" y="47"/>
                    <a:pt x="63" y="49"/>
                    <a:pt x="62" y="49"/>
                  </a:cubicBezTo>
                  <a:cubicBezTo>
                    <a:pt x="60" y="49"/>
                    <a:pt x="49" y="48"/>
                    <a:pt x="49" y="50"/>
                  </a:cubicBezTo>
                  <a:cubicBezTo>
                    <a:pt x="49" y="51"/>
                    <a:pt x="47" y="53"/>
                    <a:pt x="44" y="53"/>
                  </a:cubicBezTo>
                  <a:cubicBezTo>
                    <a:pt x="42" y="53"/>
                    <a:pt x="42" y="52"/>
                    <a:pt x="42" y="55"/>
                  </a:cubicBezTo>
                  <a:cubicBezTo>
                    <a:pt x="41" y="57"/>
                    <a:pt x="42" y="60"/>
                    <a:pt x="41" y="60"/>
                  </a:cubicBezTo>
                  <a:cubicBezTo>
                    <a:pt x="39" y="60"/>
                    <a:pt x="39" y="62"/>
                    <a:pt x="37" y="62"/>
                  </a:cubicBezTo>
                  <a:cubicBezTo>
                    <a:pt x="34" y="63"/>
                    <a:pt x="30" y="62"/>
                    <a:pt x="30" y="65"/>
                  </a:cubicBezTo>
                  <a:cubicBezTo>
                    <a:pt x="30" y="67"/>
                    <a:pt x="29" y="69"/>
                    <a:pt x="26" y="70"/>
                  </a:cubicBezTo>
                  <a:cubicBezTo>
                    <a:pt x="23" y="70"/>
                    <a:pt x="19" y="69"/>
                    <a:pt x="19" y="71"/>
                  </a:cubicBezTo>
                  <a:cubicBezTo>
                    <a:pt x="19" y="73"/>
                    <a:pt x="15" y="72"/>
                    <a:pt x="13" y="73"/>
                  </a:cubicBezTo>
                  <a:cubicBezTo>
                    <a:pt x="11" y="74"/>
                    <a:pt x="0" y="81"/>
                    <a:pt x="0" y="82"/>
                  </a:cubicBezTo>
                  <a:cubicBezTo>
                    <a:pt x="0" y="82"/>
                    <a:pt x="0" y="88"/>
                    <a:pt x="0" y="93"/>
                  </a:cubicBezTo>
                  <a:cubicBezTo>
                    <a:pt x="0" y="94"/>
                    <a:pt x="1" y="94"/>
                    <a:pt x="2" y="95"/>
                  </a:cubicBezTo>
                  <a:cubicBezTo>
                    <a:pt x="6" y="97"/>
                    <a:pt x="81" y="147"/>
                    <a:pt x="83" y="149"/>
                  </a:cubicBezTo>
                  <a:cubicBezTo>
                    <a:pt x="86" y="151"/>
                    <a:pt x="89" y="157"/>
                    <a:pt x="89" y="157"/>
                  </a:cubicBezTo>
                  <a:cubicBezTo>
                    <a:pt x="89" y="157"/>
                    <a:pt x="94" y="157"/>
                    <a:pt x="98" y="160"/>
                  </a:cubicBezTo>
                  <a:cubicBezTo>
                    <a:pt x="102" y="162"/>
                    <a:pt x="102" y="169"/>
                    <a:pt x="102" y="169"/>
                  </a:cubicBezTo>
                  <a:cubicBezTo>
                    <a:pt x="102" y="169"/>
                    <a:pt x="108" y="167"/>
                    <a:pt x="111" y="167"/>
                  </a:cubicBezTo>
                  <a:cubicBezTo>
                    <a:pt x="113" y="166"/>
                    <a:pt x="124" y="163"/>
                    <a:pt x="124" y="163"/>
                  </a:cubicBezTo>
                  <a:cubicBezTo>
                    <a:pt x="139" y="150"/>
                    <a:pt x="139" y="150"/>
                    <a:pt x="139" y="150"/>
                  </a:cubicBezTo>
                  <a:cubicBezTo>
                    <a:pt x="175" y="128"/>
                    <a:pt x="175" y="128"/>
                    <a:pt x="175" y="128"/>
                  </a:cubicBezTo>
                  <a:cubicBezTo>
                    <a:pt x="175" y="128"/>
                    <a:pt x="175" y="128"/>
                    <a:pt x="175" y="128"/>
                  </a:cubicBezTo>
                  <a:cubicBezTo>
                    <a:pt x="174" y="124"/>
                    <a:pt x="173" y="121"/>
                    <a:pt x="171" y="121"/>
                  </a:cubicBezTo>
                  <a:cubicBezTo>
                    <a:pt x="169" y="121"/>
                    <a:pt x="167" y="119"/>
                    <a:pt x="165" y="119"/>
                  </a:cubicBezTo>
                  <a:cubicBezTo>
                    <a:pt x="162" y="119"/>
                    <a:pt x="159" y="118"/>
                    <a:pt x="159" y="115"/>
                  </a:cubicBezTo>
                  <a:cubicBezTo>
                    <a:pt x="158" y="113"/>
                    <a:pt x="160" y="112"/>
                    <a:pt x="158" y="109"/>
                  </a:cubicBezTo>
                  <a:cubicBezTo>
                    <a:pt x="156" y="106"/>
                    <a:pt x="154" y="105"/>
                    <a:pt x="154" y="104"/>
                  </a:cubicBezTo>
                  <a:cubicBezTo>
                    <a:pt x="154" y="102"/>
                    <a:pt x="157" y="100"/>
                    <a:pt x="158" y="99"/>
                  </a:cubicBezTo>
                  <a:cubicBezTo>
                    <a:pt x="158" y="99"/>
                    <a:pt x="157" y="97"/>
                    <a:pt x="157" y="96"/>
                  </a:cubicBezTo>
                  <a:cubicBezTo>
                    <a:pt x="157" y="94"/>
                    <a:pt x="155" y="92"/>
                    <a:pt x="157" y="90"/>
                  </a:cubicBezTo>
                  <a:cubicBezTo>
                    <a:pt x="158" y="89"/>
                    <a:pt x="159" y="87"/>
                    <a:pt x="157" y="85"/>
                  </a:cubicBezTo>
                  <a:cubicBezTo>
                    <a:pt x="156" y="82"/>
                    <a:pt x="159" y="79"/>
                    <a:pt x="157" y="76"/>
                  </a:cubicBezTo>
                  <a:cubicBezTo>
                    <a:pt x="156" y="72"/>
                    <a:pt x="153" y="69"/>
                    <a:pt x="154" y="68"/>
                  </a:cubicBezTo>
                  <a:cubicBezTo>
                    <a:pt x="154" y="67"/>
                    <a:pt x="154" y="67"/>
                    <a:pt x="155" y="66"/>
                  </a:cubicBezTo>
                  <a:cubicBezTo>
                    <a:pt x="155" y="66"/>
                    <a:pt x="155" y="65"/>
                    <a:pt x="155" y="64"/>
                  </a:cubicBezTo>
                  <a:cubicBezTo>
                    <a:pt x="155" y="61"/>
                    <a:pt x="152" y="51"/>
                    <a:pt x="151" y="49"/>
                  </a:cubicBezTo>
                  <a:cubicBezTo>
                    <a:pt x="149" y="47"/>
                    <a:pt x="144" y="46"/>
                    <a:pt x="144" y="44"/>
                  </a:cubicBezTo>
                  <a:cubicBezTo>
                    <a:pt x="144" y="43"/>
                    <a:pt x="144" y="40"/>
                    <a:pt x="141" y="39"/>
                  </a:cubicBezTo>
                  <a:cubicBezTo>
                    <a:pt x="137" y="37"/>
                    <a:pt x="135" y="30"/>
                    <a:pt x="137" y="30"/>
                  </a:cubicBezTo>
                  <a:cubicBezTo>
                    <a:pt x="139" y="30"/>
                    <a:pt x="141" y="25"/>
                    <a:pt x="143" y="24"/>
                  </a:cubicBezTo>
                  <a:cubicBezTo>
                    <a:pt x="145" y="23"/>
                    <a:pt x="147" y="18"/>
                    <a:pt x="145" y="15"/>
                  </a:cubicBezTo>
                  <a:cubicBezTo>
                    <a:pt x="144" y="13"/>
                    <a:pt x="145" y="7"/>
                    <a:pt x="145" y="2"/>
                  </a:cubicBezTo>
                  <a:cubicBezTo>
                    <a:pt x="142" y="2"/>
                    <a:pt x="138" y="1"/>
                    <a:pt x="137" y="1"/>
                  </a:cubicBezTo>
                  <a:cubicBezTo>
                    <a:pt x="136" y="0"/>
                    <a:pt x="132" y="1"/>
                    <a:pt x="129" y="1"/>
                  </a:cubicBezTo>
                  <a:cubicBezTo>
                    <a:pt x="126" y="2"/>
                    <a:pt x="119" y="6"/>
                    <a:pt x="117" y="4"/>
                  </a:cubicBezTo>
                  <a:cubicBezTo>
                    <a:pt x="115" y="2"/>
                    <a:pt x="92" y="5"/>
                    <a:pt x="85" y="6"/>
                  </a:cubicBezTo>
                  <a:cubicBezTo>
                    <a:pt x="79" y="6"/>
                    <a:pt x="76" y="13"/>
                    <a:pt x="72" y="13"/>
                  </a:cubicBezTo>
                  <a:cubicBezTo>
                    <a:pt x="69" y="13"/>
                    <a:pt x="62" y="16"/>
                    <a:pt x="59" y="19"/>
                  </a:cubicBezTo>
                  <a:cubicBezTo>
                    <a:pt x="58" y="20"/>
                    <a:pt x="57" y="21"/>
                    <a:pt x="56" y="21"/>
                  </a:cubicBezTo>
                  <a:cubicBezTo>
                    <a:pt x="57" y="22"/>
                    <a:pt x="57" y="23"/>
                    <a:pt x="57" y="23"/>
                  </a:cubicBezTo>
                  <a:cubicBezTo>
                    <a:pt x="59" y="26"/>
                    <a:pt x="60" y="29"/>
                    <a:pt x="60" y="3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bg1">
                    <a:lumMod val="75000"/>
                  </a:schemeClr>
                </a:solidFill>
              </a:endParaRPr>
            </a:p>
          </p:txBody>
        </p:sp>
      </p:grpSp>
      <p:grpSp>
        <p:nvGrpSpPr>
          <p:cNvPr id="437" name="Group 436">
            <a:extLst>
              <a:ext uri="{FF2B5EF4-FFF2-40B4-BE49-F238E27FC236}">
                <a16:creationId xmlns:a16="http://schemas.microsoft.com/office/drawing/2014/main" id="{16580226-D360-62DE-9704-4296D0D86FDB}"/>
              </a:ext>
            </a:extLst>
          </p:cNvPr>
          <p:cNvGrpSpPr/>
          <p:nvPr/>
        </p:nvGrpSpPr>
        <p:grpSpPr>
          <a:xfrm>
            <a:off x="5554740" y="3929888"/>
            <a:ext cx="1075713" cy="1773244"/>
            <a:chOff x="5554740" y="3929888"/>
            <a:chExt cx="1075713" cy="1773244"/>
          </a:xfrm>
        </p:grpSpPr>
        <p:sp>
          <p:nvSpPr>
            <p:cNvPr id="346" name="Freeform 108">
              <a:extLst>
                <a:ext uri="{FF2B5EF4-FFF2-40B4-BE49-F238E27FC236}">
                  <a16:creationId xmlns:a16="http://schemas.microsoft.com/office/drawing/2014/main" id="{E932A431-F232-D16D-A342-4BB4DCF41E4D}"/>
                </a:ext>
              </a:extLst>
            </p:cNvPr>
            <p:cNvSpPr>
              <a:spLocks/>
            </p:cNvSpPr>
            <p:nvPr/>
          </p:nvSpPr>
          <p:spPr bwMode="auto">
            <a:xfrm>
              <a:off x="6080619" y="4963496"/>
              <a:ext cx="112933" cy="128173"/>
            </a:xfrm>
            <a:custGeom>
              <a:avLst/>
              <a:gdLst>
                <a:gd name="T0" fmla="*/ 42 w 42"/>
                <a:gd name="T1" fmla="*/ 22 h 46"/>
                <a:gd name="T2" fmla="*/ 36 w 42"/>
                <a:gd name="T3" fmla="*/ 15 h 46"/>
                <a:gd name="T4" fmla="*/ 26 w 42"/>
                <a:gd name="T5" fmla="*/ 8 h 46"/>
                <a:gd name="T6" fmla="*/ 22 w 42"/>
                <a:gd name="T7" fmla="*/ 10 h 46"/>
                <a:gd name="T8" fmla="*/ 18 w 42"/>
                <a:gd name="T9" fmla="*/ 4 h 46"/>
                <a:gd name="T10" fmla="*/ 11 w 42"/>
                <a:gd name="T11" fmla="*/ 1 h 46"/>
                <a:gd name="T12" fmla="*/ 8 w 42"/>
                <a:gd name="T13" fmla="*/ 1 h 46"/>
                <a:gd name="T14" fmla="*/ 6 w 42"/>
                <a:gd name="T15" fmla="*/ 6 h 46"/>
                <a:gd name="T16" fmla="*/ 3 w 42"/>
                <a:gd name="T17" fmla="*/ 20 h 46"/>
                <a:gd name="T18" fmla="*/ 1 w 42"/>
                <a:gd name="T19" fmla="*/ 31 h 46"/>
                <a:gd name="T20" fmla="*/ 3 w 42"/>
                <a:gd name="T21" fmla="*/ 36 h 46"/>
                <a:gd name="T22" fmla="*/ 2 w 42"/>
                <a:gd name="T23" fmla="*/ 40 h 46"/>
                <a:gd name="T24" fmla="*/ 6 w 42"/>
                <a:gd name="T25" fmla="*/ 42 h 46"/>
                <a:gd name="T26" fmla="*/ 17 w 42"/>
                <a:gd name="T27" fmla="*/ 44 h 46"/>
                <a:gd name="T28" fmla="*/ 23 w 42"/>
                <a:gd name="T29" fmla="*/ 44 h 46"/>
                <a:gd name="T30" fmla="*/ 36 w 42"/>
                <a:gd name="T31" fmla="*/ 43 h 46"/>
                <a:gd name="T32" fmla="*/ 42 w 42"/>
                <a:gd name="T33" fmla="*/ 35 h 46"/>
                <a:gd name="T34" fmla="*/ 42 w 42"/>
                <a:gd name="T35" fmla="*/ 2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 h="46">
                  <a:moveTo>
                    <a:pt x="42" y="22"/>
                  </a:moveTo>
                  <a:cubicBezTo>
                    <a:pt x="42" y="18"/>
                    <a:pt x="37" y="17"/>
                    <a:pt x="36" y="15"/>
                  </a:cubicBezTo>
                  <a:cubicBezTo>
                    <a:pt x="35" y="14"/>
                    <a:pt x="29" y="11"/>
                    <a:pt x="26" y="8"/>
                  </a:cubicBezTo>
                  <a:cubicBezTo>
                    <a:pt x="24" y="5"/>
                    <a:pt x="23" y="9"/>
                    <a:pt x="22" y="10"/>
                  </a:cubicBezTo>
                  <a:cubicBezTo>
                    <a:pt x="21" y="10"/>
                    <a:pt x="21" y="7"/>
                    <a:pt x="18" y="4"/>
                  </a:cubicBezTo>
                  <a:cubicBezTo>
                    <a:pt x="15" y="0"/>
                    <a:pt x="12" y="0"/>
                    <a:pt x="11" y="1"/>
                  </a:cubicBezTo>
                  <a:cubicBezTo>
                    <a:pt x="10" y="1"/>
                    <a:pt x="9" y="1"/>
                    <a:pt x="8" y="1"/>
                  </a:cubicBezTo>
                  <a:cubicBezTo>
                    <a:pt x="7" y="3"/>
                    <a:pt x="6" y="4"/>
                    <a:pt x="6" y="6"/>
                  </a:cubicBezTo>
                  <a:cubicBezTo>
                    <a:pt x="6" y="10"/>
                    <a:pt x="3" y="14"/>
                    <a:pt x="3" y="20"/>
                  </a:cubicBezTo>
                  <a:cubicBezTo>
                    <a:pt x="3" y="27"/>
                    <a:pt x="1" y="26"/>
                    <a:pt x="1" y="31"/>
                  </a:cubicBezTo>
                  <a:cubicBezTo>
                    <a:pt x="0" y="37"/>
                    <a:pt x="2" y="36"/>
                    <a:pt x="3" y="36"/>
                  </a:cubicBezTo>
                  <a:cubicBezTo>
                    <a:pt x="3" y="37"/>
                    <a:pt x="3" y="39"/>
                    <a:pt x="2" y="40"/>
                  </a:cubicBezTo>
                  <a:cubicBezTo>
                    <a:pt x="3" y="41"/>
                    <a:pt x="4" y="42"/>
                    <a:pt x="6" y="42"/>
                  </a:cubicBezTo>
                  <a:cubicBezTo>
                    <a:pt x="9" y="41"/>
                    <a:pt x="12" y="42"/>
                    <a:pt x="17" y="44"/>
                  </a:cubicBezTo>
                  <a:cubicBezTo>
                    <a:pt x="21" y="46"/>
                    <a:pt x="19" y="44"/>
                    <a:pt x="23" y="44"/>
                  </a:cubicBezTo>
                  <a:cubicBezTo>
                    <a:pt x="27" y="45"/>
                    <a:pt x="31" y="45"/>
                    <a:pt x="36" y="43"/>
                  </a:cubicBezTo>
                  <a:cubicBezTo>
                    <a:pt x="39" y="41"/>
                    <a:pt x="40" y="38"/>
                    <a:pt x="42" y="35"/>
                  </a:cubicBezTo>
                  <a:cubicBezTo>
                    <a:pt x="40" y="30"/>
                    <a:pt x="42" y="25"/>
                    <a:pt x="42" y="22"/>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47" name="Freeform 109">
              <a:extLst>
                <a:ext uri="{FF2B5EF4-FFF2-40B4-BE49-F238E27FC236}">
                  <a16:creationId xmlns:a16="http://schemas.microsoft.com/office/drawing/2014/main" id="{65B0F3F6-CEDF-4ADC-9838-720477B136D5}"/>
                </a:ext>
              </a:extLst>
            </p:cNvPr>
            <p:cNvSpPr>
              <a:spLocks noEditPoints="1"/>
            </p:cNvSpPr>
            <p:nvPr/>
          </p:nvSpPr>
          <p:spPr bwMode="auto">
            <a:xfrm>
              <a:off x="5729273" y="4748309"/>
              <a:ext cx="461998" cy="938362"/>
            </a:xfrm>
            <a:custGeom>
              <a:avLst/>
              <a:gdLst>
                <a:gd name="T0" fmla="*/ 49 w 171"/>
                <a:gd name="T1" fmla="*/ 319 h 337"/>
                <a:gd name="T2" fmla="*/ 45 w 171"/>
                <a:gd name="T3" fmla="*/ 312 h 337"/>
                <a:gd name="T4" fmla="*/ 43 w 171"/>
                <a:gd name="T5" fmla="*/ 335 h 337"/>
                <a:gd name="T6" fmla="*/ 61 w 171"/>
                <a:gd name="T7" fmla="*/ 336 h 337"/>
                <a:gd name="T8" fmla="*/ 65 w 171"/>
                <a:gd name="T9" fmla="*/ 330 h 337"/>
                <a:gd name="T10" fmla="*/ 163 w 171"/>
                <a:gd name="T11" fmla="*/ 35 h 337"/>
                <a:gd name="T12" fmla="*/ 159 w 171"/>
                <a:gd name="T13" fmla="*/ 48 h 337"/>
                <a:gd name="T14" fmla="*/ 145 w 171"/>
                <a:gd name="T15" fmla="*/ 53 h 337"/>
                <a:gd name="T16" fmla="*/ 129 w 171"/>
                <a:gd name="T17" fmla="*/ 51 h 337"/>
                <a:gd name="T18" fmla="*/ 139 w 171"/>
                <a:gd name="T19" fmla="*/ 34 h 337"/>
                <a:gd name="T20" fmla="*/ 114 w 171"/>
                <a:gd name="T21" fmla="*/ 21 h 337"/>
                <a:gd name="T22" fmla="*/ 93 w 171"/>
                <a:gd name="T23" fmla="*/ 3 h 337"/>
                <a:gd name="T24" fmla="*/ 79 w 171"/>
                <a:gd name="T25" fmla="*/ 8 h 337"/>
                <a:gd name="T26" fmla="*/ 62 w 171"/>
                <a:gd name="T27" fmla="*/ 5 h 337"/>
                <a:gd name="T28" fmla="*/ 54 w 171"/>
                <a:gd name="T29" fmla="*/ 20 h 337"/>
                <a:gd name="T30" fmla="*/ 44 w 171"/>
                <a:gd name="T31" fmla="*/ 33 h 337"/>
                <a:gd name="T32" fmla="*/ 45 w 171"/>
                <a:gd name="T33" fmla="*/ 48 h 337"/>
                <a:gd name="T34" fmla="*/ 38 w 171"/>
                <a:gd name="T35" fmla="*/ 59 h 337"/>
                <a:gd name="T36" fmla="*/ 31 w 171"/>
                <a:gd name="T37" fmla="*/ 71 h 337"/>
                <a:gd name="T38" fmla="*/ 28 w 171"/>
                <a:gd name="T39" fmla="*/ 86 h 337"/>
                <a:gd name="T40" fmla="*/ 31 w 171"/>
                <a:gd name="T41" fmla="*/ 104 h 337"/>
                <a:gd name="T42" fmla="*/ 30 w 171"/>
                <a:gd name="T43" fmla="*/ 118 h 337"/>
                <a:gd name="T44" fmla="*/ 28 w 171"/>
                <a:gd name="T45" fmla="*/ 135 h 337"/>
                <a:gd name="T46" fmla="*/ 22 w 171"/>
                <a:gd name="T47" fmla="*/ 154 h 337"/>
                <a:gd name="T48" fmla="*/ 19 w 171"/>
                <a:gd name="T49" fmla="*/ 162 h 337"/>
                <a:gd name="T50" fmla="*/ 16 w 171"/>
                <a:gd name="T51" fmla="*/ 174 h 337"/>
                <a:gd name="T52" fmla="*/ 16 w 171"/>
                <a:gd name="T53" fmla="*/ 186 h 337"/>
                <a:gd name="T54" fmla="*/ 14 w 171"/>
                <a:gd name="T55" fmla="*/ 204 h 337"/>
                <a:gd name="T56" fmla="*/ 16 w 171"/>
                <a:gd name="T57" fmla="*/ 213 h 337"/>
                <a:gd name="T58" fmla="*/ 20 w 171"/>
                <a:gd name="T59" fmla="*/ 221 h 337"/>
                <a:gd name="T60" fmla="*/ 18 w 171"/>
                <a:gd name="T61" fmla="*/ 229 h 337"/>
                <a:gd name="T62" fmla="*/ 16 w 171"/>
                <a:gd name="T63" fmla="*/ 242 h 337"/>
                <a:gd name="T64" fmla="*/ 10 w 171"/>
                <a:gd name="T65" fmla="*/ 253 h 337"/>
                <a:gd name="T66" fmla="*/ 7 w 171"/>
                <a:gd name="T67" fmla="*/ 266 h 337"/>
                <a:gd name="T68" fmla="*/ 3 w 171"/>
                <a:gd name="T69" fmla="*/ 279 h 337"/>
                <a:gd name="T70" fmla="*/ 12 w 171"/>
                <a:gd name="T71" fmla="*/ 287 h 337"/>
                <a:gd name="T72" fmla="*/ 17 w 171"/>
                <a:gd name="T73" fmla="*/ 300 h 337"/>
                <a:gd name="T74" fmla="*/ 36 w 171"/>
                <a:gd name="T75" fmla="*/ 303 h 337"/>
                <a:gd name="T76" fmla="*/ 40 w 171"/>
                <a:gd name="T77" fmla="*/ 296 h 337"/>
                <a:gd name="T78" fmla="*/ 40 w 171"/>
                <a:gd name="T79" fmla="*/ 282 h 337"/>
                <a:gd name="T80" fmla="*/ 50 w 171"/>
                <a:gd name="T81" fmla="*/ 272 h 337"/>
                <a:gd name="T82" fmla="*/ 66 w 171"/>
                <a:gd name="T83" fmla="*/ 255 h 337"/>
                <a:gd name="T84" fmla="*/ 59 w 171"/>
                <a:gd name="T85" fmla="*/ 244 h 337"/>
                <a:gd name="T86" fmla="*/ 67 w 171"/>
                <a:gd name="T87" fmla="*/ 224 h 337"/>
                <a:gd name="T88" fmla="*/ 71 w 171"/>
                <a:gd name="T89" fmla="*/ 213 h 337"/>
                <a:gd name="T90" fmla="*/ 77 w 171"/>
                <a:gd name="T91" fmla="*/ 202 h 337"/>
                <a:gd name="T92" fmla="*/ 82 w 171"/>
                <a:gd name="T93" fmla="*/ 201 h 337"/>
                <a:gd name="T94" fmla="*/ 79 w 171"/>
                <a:gd name="T95" fmla="*/ 196 h 337"/>
                <a:gd name="T96" fmla="*/ 74 w 171"/>
                <a:gd name="T97" fmla="*/ 188 h 337"/>
                <a:gd name="T98" fmla="*/ 87 w 171"/>
                <a:gd name="T99" fmla="*/ 184 h 337"/>
                <a:gd name="T100" fmla="*/ 97 w 171"/>
                <a:gd name="T101" fmla="*/ 171 h 337"/>
                <a:gd name="T102" fmla="*/ 100 w 171"/>
                <a:gd name="T103" fmla="*/ 161 h 337"/>
                <a:gd name="T104" fmla="*/ 137 w 171"/>
                <a:gd name="T105" fmla="*/ 152 h 337"/>
                <a:gd name="T106" fmla="*/ 141 w 171"/>
                <a:gd name="T107" fmla="*/ 136 h 337"/>
                <a:gd name="T108" fmla="*/ 135 w 171"/>
                <a:gd name="T109" fmla="*/ 123 h 337"/>
                <a:gd name="T110" fmla="*/ 132 w 171"/>
                <a:gd name="T111" fmla="*/ 117 h 337"/>
                <a:gd name="T112" fmla="*/ 131 w 171"/>
                <a:gd name="T113" fmla="*/ 108 h 337"/>
                <a:gd name="T114" fmla="*/ 136 w 171"/>
                <a:gd name="T115" fmla="*/ 83 h 337"/>
                <a:gd name="T116" fmla="*/ 160 w 171"/>
                <a:gd name="T117" fmla="*/ 54 h 337"/>
                <a:gd name="T118" fmla="*/ 169 w 171"/>
                <a:gd name="T119" fmla="*/ 35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1" h="337">
                  <a:moveTo>
                    <a:pt x="65" y="330"/>
                  </a:moveTo>
                  <a:cubicBezTo>
                    <a:pt x="61" y="330"/>
                    <a:pt x="52" y="322"/>
                    <a:pt x="49" y="319"/>
                  </a:cubicBezTo>
                  <a:cubicBezTo>
                    <a:pt x="46" y="317"/>
                    <a:pt x="48" y="315"/>
                    <a:pt x="45" y="315"/>
                  </a:cubicBezTo>
                  <a:cubicBezTo>
                    <a:pt x="41" y="316"/>
                    <a:pt x="44" y="313"/>
                    <a:pt x="45" y="312"/>
                  </a:cubicBezTo>
                  <a:cubicBezTo>
                    <a:pt x="47" y="311"/>
                    <a:pt x="45" y="308"/>
                    <a:pt x="43" y="307"/>
                  </a:cubicBezTo>
                  <a:cubicBezTo>
                    <a:pt x="42" y="312"/>
                    <a:pt x="41" y="335"/>
                    <a:pt x="43" y="335"/>
                  </a:cubicBezTo>
                  <a:cubicBezTo>
                    <a:pt x="44" y="335"/>
                    <a:pt x="54" y="334"/>
                    <a:pt x="57" y="336"/>
                  </a:cubicBezTo>
                  <a:cubicBezTo>
                    <a:pt x="58" y="336"/>
                    <a:pt x="59" y="337"/>
                    <a:pt x="61" y="336"/>
                  </a:cubicBezTo>
                  <a:cubicBezTo>
                    <a:pt x="62" y="334"/>
                    <a:pt x="68" y="335"/>
                    <a:pt x="71" y="333"/>
                  </a:cubicBezTo>
                  <a:cubicBezTo>
                    <a:pt x="74" y="331"/>
                    <a:pt x="70" y="330"/>
                    <a:pt x="65" y="330"/>
                  </a:cubicBezTo>
                  <a:close/>
                  <a:moveTo>
                    <a:pt x="169" y="35"/>
                  </a:moveTo>
                  <a:cubicBezTo>
                    <a:pt x="168" y="35"/>
                    <a:pt x="165" y="35"/>
                    <a:pt x="163" y="35"/>
                  </a:cubicBezTo>
                  <a:cubicBezTo>
                    <a:pt x="163" y="35"/>
                    <a:pt x="163" y="36"/>
                    <a:pt x="163" y="36"/>
                  </a:cubicBezTo>
                  <a:cubicBezTo>
                    <a:pt x="164" y="40"/>
                    <a:pt x="162" y="49"/>
                    <a:pt x="159" y="48"/>
                  </a:cubicBezTo>
                  <a:cubicBezTo>
                    <a:pt x="157" y="48"/>
                    <a:pt x="155" y="52"/>
                    <a:pt x="153" y="52"/>
                  </a:cubicBezTo>
                  <a:cubicBezTo>
                    <a:pt x="151" y="51"/>
                    <a:pt x="148" y="55"/>
                    <a:pt x="145" y="53"/>
                  </a:cubicBezTo>
                  <a:cubicBezTo>
                    <a:pt x="143" y="52"/>
                    <a:pt x="139" y="54"/>
                    <a:pt x="137" y="52"/>
                  </a:cubicBezTo>
                  <a:cubicBezTo>
                    <a:pt x="135" y="51"/>
                    <a:pt x="129" y="52"/>
                    <a:pt x="129" y="51"/>
                  </a:cubicBezTo>
                  <a:cubicBezTo>
                    <a:pt x="129" y="49"/>
                    <a:pt x="132" y="50"/>
                    <a:pt x="132" y="45"/>
                  </a:cubicBezTo>
                  <a:cubicBezTo>
                    <a:pt x="132" y="41"/>
                    <a:pt x="140" y="35"/>
                    <a:pt x="139" y="34"/>
                  </a:cubicBezTo>
                  <a:cubicBezTo>
                    <a:pt x="138" y="32"/>
                    <a:pt x="125" y="28"/>
                    <a:pt x="123" y="26"/>
                  </a:cubicBezTo>
                  <a:cubicBezTo>
                    <a:pt x="121" y="24"/>
                    <a:pt x="119" y="22"/>
                    <a:pt x="114" y="21"/>
                  </a:cubicBezTo>
                  <a:cubicBezTo>
                    <a:pt x="109" y="21"/>
                    <a:pt x="109" y="18"/>
                    <a:pt x="104" y="15"/>
                  </a:cubicBezTo>
                  <a:cubicBezTo>
                    <a:pt x="100" y="13"/>
                    <a:pt x="95" y="7"/>
                    <a:pt x="93" y="3"/>
                  </a:cubicBezTo>
                  <a:cubicBezTo>
                    <a:pt x="90" y="3"/>
                    <a:pt x="85" y="2"/>
                    <a:pt x="84" y="3"/>
                  </a:cubicBezTo>
                  <a:cubicBezTo>
                    <a:pt x="83" y="5"/>
                    <a:pt x="81" y="12"/>
                    <a:pt x="79" y="8"/>
                  </a:cubicBezTo>
                  <a:cubicBezTo>
                    <a:pt x="78" y="5"/>
                    <a:pt x="73" y="5"/>
                    <a:pt x="70" y="4"/>
                  </a:cubicBezTo>
                  <a:cubicBezTo>
                    <a:pt x="66" y="4"/>
                    <a:pt x="66" y="0"/>
                    <a:pt x="62" y="5"/>
                  </a:cubicBezTo>
                  <a:cubicBezTo>
                    <a:pt x="60" y="6"/>
                    <a:pt x="58" y="8"/>
                    <a:pt x="56" y="10"/>
                  </a:cubicBezTo>
                  <a:cubicBezTo>
                    <a:pt x="56" y="14"/>
                    <a:pt x="55" y="18"/>
                    <a:pt x="54" y="20"/>
                  </a:cubicBezTo>
                  <a:cubicBezTo>
                    <a:pt x="53" y="21"/>
                    <a:pt x="45" y="25"/>
                    <a:pt x="45" y="27"/>
                  </a:cubicBezTo>
                  <a:cubicBezTo>
                    <a:pt x="44" y="29"/>
                    <a:pt x="46" y="32"/>
                    <a:pt x="44" y="33"/>
                  </a:cubicBezTo>
                  <a:cubicBezTo>
                    <a:pt x="43" y="34"/>
                    <a:pt x="48" y="41"/>
                    <a:pt x="45" y="42"/>
                  </a:cubicBezTo>
                  <a:cubicBezTo>
                    <a:pt x="42" y="44"/>
                    <a:pt x="47" y="46"/>
                    <a:pt x="45" y="48"/>
                  </a:cubicBezTo>
                  <a:cubicBezTo>
                    <a:pt x="43" y="49"/>
                    <a:pt x="40" y="50"/>
                    <a:pt x="40" y="52"/>
                  </a:cubicBezTo>
                  <a:cubicBezTo>
                    <a:pt x="40" y="54"/>
                    <a:pt x="40" y="58"/>
                    <a:pt x="38" y="59"/>
                  </a:cubicBezTo>
                  <a:cubicBezTo>
                    <a:pt x="35" y="60"/>
                    <a:pt x="34" y="64"/>
                    <a:pt x="34" y="67"/>
                  </a:cubicBezTo>
                  <a:cubicBezTo>
                    <a:pt x="34" y="69"/>
                    <a:pt x="30" y="68"/>
                    <a:pt x="31" y="71"/>
                  </a:cubicBezTo>
                  <a:cubicBezTo>
                    <a:pt x="33" y="75"/>
                    <a:pt x="34" y="79"/>
                    <a:pt x="31" y="80"/>
                  </a:cubicBezTo>
                  <a:cubicBezTo>
                    <a:pt x="29" y="80"/>
                    <a:pt x="29" y="86"/>
                    <a:pt x="28" y="86"/>
                  </a:cubicBezTo>
                  <a:cubicBezTo>
                    <a:pt x="26" y="86"/>
                    <a:pt x="26" y="92"/>
                    <a:pt x="28" y="95"/>
                  </a:cubicBezTo>
                  <a:cubicBezTo>
                    <a:pt x="30" y="98"/>
                    <a:pt x="31" y="101"/>
                    <a:pt x="31" y="104"/>
                  </a:cubicBezTo>
                  <a:cubicBezTo>
                    <a:pt x="31" y="106"/>
                    <a:pt x="34" y="108"/>
                    <a:pt x="33" y="111"/>
                  </a:cubicBezTo>
                  <a:cubicBezTo>
                    <a:pt x="32" y="114"/>
                    <a:pt x="32" y="117"/>
                    <a:pt x="30" y="118"/>
                  </a:cubicBezTo>
                  <a:cubicBezTo>
                    <a:pt x="29" y="119"/>
                    <a:pt x="30" y="123"/>
                    <a:pt x="28" y="124"/>
                  </a:cubicBezTo>
                  <a:cubicBezTo>
                    <a:pt x="26" y="125"/>
                    <a:pt x="30" y="133"/>
                    <a:pt x="28" y="135"/>
                  </a:cubicBezTo>
                  <a:cubicBezTo>
                    <a:pt x="26" y="136"/>
                    <a:pt x="22" y="138"/>
                    <a:pt x="22" y="143"/>
                  </a:cubicBezTo>
                  <a:cubicBezTo>
                    <a:pt x="22" y="149"/>
                    <a:pt x="22" y="152"/>
                    <a:pt x="22" y="154"/>
                  </a:cubicBezTo>
                  <a:cubicBezTo>
                    <a:pt x="21" y="156"/>
                    <a:pt x="24" y="156"/>
                    <a:pt x="24" y="159"/>
                  </a:cubicBezTo>
                  <a:cubicBezTo>
                    <a:pt x="23" y="162"/>
                    <a:pt x="19" y="160"/>
                    <a:pt x="19" y="162"/>
                  </a:cubicBezTo>
                  <a:cubicBezTo>
                    <a:pt x="19" y="164"/>
                    <a:pt x="20" y="168"/>
                    <a:pt x="19" y="169"/>
                  </a:cubicBezTo>
                  <a:cubicBezTo>
                    <a:pt x="17" y="169"/>
                    <a:pt x="16" y="170"/>
                    <a:pt x="16" y="174"/>
                  </a:cubicBezTo>
                  <a:cubicBezTo>
                    <a:pt x="16" y="178"/>
                    <a:pt x="14" y="178"/>
                    <a:pt x="14" y="180"/>
                  </a:cubicBezTo>
                  <a:cubicBezTo>
                    <a:pt x="14" y="182"/>
                    <a:pt x="16" y="184"/>
                    <a:pt x="16" y="186"/>
                  </a:cubicBezTo>
                  <a:cubicBezTo>
                    <a:pt x="16" y="188"/>
                    <a:pt x="17" y="194"/>
                    <a:pt x="15" y="195"/>
                  </a:cubicBezTo>
                  <a:cubicBezTo>
                    <a:pt x="14" y="195"/>
                    <a:pt x="13" y="203"/>
                    <a:pt x="14" y="204"/>
                  </a:cubicBezTo>
                  <a:cubicBezTo>
                    <a:pt x="16" y="205"/>
                    <a:pt x="16" y="207"/>
                    <a:pt x="15" y="208"/>
                  </a:cubicBezTo>
                  <a:cubicBezTo>
                    <a:pt x="14" y="210"/>
                    <a:pt x="18" y="211"/>
                    <a:pt x="16" y="213"/>
                  </a:cubicBezTo>
                  <a:cubicBezTo>
                    <a:pt x="14" y="216"/>
                    <a:pt x="16" y="219"/>
                    <a:pt x="19" y="218"/>
                  </a:cubicBezTo>
                  <a:cubicBezTo>
                    <a:pt x="21" y="217"/>
                    <a:pt x="23" y="221"/>
                    <a:pt x="20" y="221"/>
                  </a:cubicBezTo>
                  <a:cubicBezTo>
                    <a:pt x="17" y="221"/>
                    <a:pt x="14" y="221"/>
                    <a:pt x="17" y="223"/>
                  </a:cubicBezTo>
                  <a:cubicBezTo>
                    <a:pt x="19" y="225"/>
                    <a:pt x="21" y="228"/>
                    <a:pt x="18" y="229"/>
                  </a:cubicBezTo>
                  <a:cubicBezTo>
                    <a:pt x="15" y="230"/>
                    <a:pt x="17" y="232"/>
                    <a:pt x="17" y="235"/>
                  </a:cubicBezTo>
                  <a:cubicBezTo>
                    <a:pt x="16" y="238"/>
                    <a:pt x="19" y="241"/>
                    <a:pt x="16" y="242"/>
                  </a:cubicBezTo>
                  <a:cubicBezTo>
                    <a:pt x="14" y="243"/>
                    <a:pt x="17" y="247"/>
                    <a:pt x="14" y="248"/>
                  </a:cubicBezTo>
                  <a:cubicBezTo>
                    <a:pt x="10" y="248"/>
                    <a:pt x="13" y="252"/>
                    <a:pt x="10" y="253"/>
                  </a:cubicBezTo>
                  <a:cubicBezTo>
                    <a:pt x="8" y="255"/>
                    <a:pt x="13" y="258"/>
                    <a:pt x="10" y="260"/>
                  </a:cubicBezTo>
                  <a:cubicBezTo>
                    <a:pt x="8" y="262"/>
                    <a:pt x="10" y="266"/>
                    <a:pt x="7" y="266"/>
                  </a:cubicBezTo>
                  <a:cubicBezTo>
                    <a:pt x="4" y="266"/>
                    <a:pt x="3" y="270"/>
                    <a:pt x="2" y="271"/>
                  </a:cubicBezTo>
                  <a:cubicBezTo>
                    <a:pt x="2" y="273"/>
                    <a:pt x="0" y="277"/>
                    <a:pt x="3" y="279"/>
                  </a:cubicBezTo>
                  <a:cubicBezTo>
                    <a:pt x="5" y="282"/>
                    <a:pt x="2" y="284"/>
                    <a:pt x="4" y="285"/>
                  </a:cubicBezTo>
                  <a:cubicBezTo>
                    <a:pt x="6" y="286"/>
                    <a:pt x="13" y="284"/>
                    <a:pt x="12" y="287"/>
                  </a:cubicBezTo>
                  <a:cubicBezTo>
                    <a:pt x="11" y="290"/>
                    <a:pt x="11" y="297"/>
                    <a:pt x="13" y="297"/>
                  </a:cubicBezTo>
                  <a:cubicBezTo>
                    <a:pt x="14" y="297"/>
                    <a:pt x="15" y="301"/>
                    <a:pt x="17" y="300"/>
                  </a:cubicBezTo>
                  <a:cubicBezTo>
                    <a:pt x="19" y="300"/>
                    <a:pt x="28" y="299"/>
                    <a:pt x="31" y="300"/>
                  </a:cubicBezTo>
                  <a:cubicBezTo>
                    <a:pt x="33" y="301"/>
                    <a:pt x="35" y="302"/>
                    <a:pt x="36" y="303"/>
                  </a:cubicBezTo>
                  <a:cubicBezTo>
                    <a:pt x="38" y="302"/>
                    <a:pt x="43" y="305"/>
                    <a:pt x="44" y="304"/>
                  </a:cubicBezTo>
                  <a:cubicBezTo>
                    <a:pt x="45" y="302"/>
                    <a:pt x="39" y="298"/>
                    <a:pt x="40" y="296"/>
                  </a:cubicBezTo>
                  <a:cubicBezTo>
                    <a:pt x="40" y="294"/>
                    <a:pt x="39" y="291"/>
                    <a:pt x="39" y="290"/>
                  </a:cubicBezTo>
                  <a:cubicBezTo>
                    <a:pt x="39" y="288"/>
                    <a:pt x="38" y="284"/>
                    <a:pt x="40" y="282"/>
                  </a:cubicBezTo>
                  <a:cubicBezTo>
                    <a:pt x="43" y="280"/>
                    <a:pt x="43" y="278"/>
                    <a:pt x="45" y="278"/>
                  </a:cubicBezTo>
                  <a:cubicBezTo>
                    <a:pt x="46" y="279"/>
                    <a:pt x="50" y="277"/>
                    <a:pt x="50" y="272"/>
                  </a:cubicBezTo>
                  <a:cubicBezTo>
                    <a:pt x="50" y="268"/>
                    <a:pt x="52" y="266"/>
                    <a:pt x="56" y="263"/>
                  </a:cubicBezTo>
                  <a:cubicBezTo>
                    <a:pt x="60" y="260"/>
                    <a:pt x="67" y="256"/>
                    <a:pt x="66" y="255"/>
                  </a:cubicBezTo>
                  <a:cubicBezTo>
                    <a:pt x="65" y="253"/>
                    <a:pt x="67" y="249"/>
                    <a:pt x="67" y="247"/>
                  </a:cubicBezTo>
                  <a:cubicBezTo>
                    <a:pt x="67" y="245"/>
                    <a:pt x="61" y="245"/>
                    <a:pt x="59" y="244"/>
                  </a:cubicBezTo>
                  <a:cubicBezTo>
                    <a:pt x="57" y="244"/>
                    <a:pt x="49" y="238"/>
                    <a:pt x="53" y="232"/>
                  </a:cubicBezTo>
                  <a:cubicBezTo>
                    <a:pt x="57" y="225"/>
                    <a:pt x="65" y="224"/>
                    <a:pt x="67" y="224"/>
                  </a:cubicBezTo>
                  <a:cubicBezTo>
                    <a:pt x="69" y="223"/>
                    <a:pt x="67" y="220"/>
                    <a:pt x="69" y="219"/>
                  </a:cubicBezTo>
                  <a:cubicBezTo>
                    <a:pt x="71" y="218"/>
                    <a:pt x="71" y="216"/>
                    <a:pt x="71" y="213"/>
                  </a:cubicBezTo>
                  <a:cubicBezTo>
                    <a:pt x="71" y="210"/>
                    <a:pt x="71" y="205"/>
                    <a:pt x="75" y="205"/>
                  </a:cubicBezTo>
                  <a:cubicBezTo>
                    <a:pt x="78" y="204"/>
                    <a:pt x="79" y="203"/>
                    <a:pt x="77" y="202"/>
                  </a:cubicBezTo>
                  <a:cubicBezTo>
                    <a:pt x="75" y="201"/>
                    <a:pt x="74" y="199"/>
                    <a:pt x="77" y="199"/>
                  </a:cubicBezTo>
                  <a:cubicBezTo>
                    <a:pt x="81" y="198"/>
                    <a:pt x="79" y="201"/>
                    <a:pt x="82" y="201"/>
                  </a:cubicBezTo>
                  <a:cubicBezTo>
                    <a:pt x="84" y="201"/>
                    <a:pt x="88" y="197"/>
                    <a:pt x="85" y="195"/>
                  </a:cubicBezTo>
                  <a:cubicBezTo>
                    <a:pt x="82" y="192"/>
                    <a:pt x="81" y="196"/>
                    <a:pt x="79" y="196"/>
                  </a:cubicBezTo>
                  <a:cubicBezTo>
                    <a:pt x="78" y="197"/>
                    <a:pt x="76" y="194"/>
                    <a:pt x="75" y="194"/>
                  </a:cubicBezTo>
                  <a:cubicBezTo>
                    <a:pt x="73" y="194"/>
                    <a:pt x="74" y="190"/>
                    <a:pt x="74" y="188"/>
                  </a:cubicBezTo>
                  <a:cubicBezTo>
                    <a:pt x="73" y="186"/>
                    <a:pt x="72" y="182"/>
                    <a:pt x="73" y="180"/>
                  </a:cubicBezTo>
                  <a:cubicBezTo>
                    <a:pt x="75" y="178"/>
                    <a:pt x="81" y="183"/>
                    <a:pt x="87" y="184"/>
                  </a:cubicBezTo>
                  <a:cubicBezTo>
                    <a:pt x="92" y="184"/>
                    <a:pt x="96" y="181"/>
                    <a:pt x="96" y="179"/>
                  </a:cubicBezTo>
                  <a:cubicBezTo>
                    <a:pt x="96" y="177"/>
                    <a:pt x="94" y="173"/>
                    <a:pt x="97" y="171"/>
                  </a:cubicBezTo>
                  <a:cubicBezTo>
                    <a:pt x="100" y="168"/>
                    <a:pt x="98" y="168"/>
                    <a:pt x="97" y="165"/>
                  </a:cubicBezTo>
                  <a:cubicBezTo>
                    <a:pt x="96" y="162"/>
                    <a:pt x="98" y="160"/>
                    <a:pt x="100" y="161"/>
                  </a:cubicBezTo>
                  <a:cubicBezTo>
                    <a:pt x="101" y="163"/>
                    <a:pt x="112" y="162"/>
                    <a:pt x="121" y="160"/>
                  </a:cubicBezTo>
                  <a:cubicBezTo>
                    <a:pt x="130" y="158"/>
                    <a:pt x="137" y="155"/>
                    <a:pt x="137" y="152"/>
                  </a:cubicBezTo>
                  <a:cubicBezTo>
                    <a:pt x="138" y="150"/>
                    <a:pt x="144" y="143"/>
                    <a:pt x="145" y="141"/>
                  </a:cubicBezTo>
                  <a:cubicBezTo>
                    <a:pt x="146" y="139"/>
                    <a:pt x="145" y="136"/>
                    <a:pt x="141" y="136"/>
                  </a:cubicBezTo>
                  <a:cubicBezTo>
                    <a:pt x="138" y="135"/>
                    <a:pt x="138" y="131"/>
                    <a:pt x="140" y="128"/>
                  </a:cubicBezTo>
                  <a:cubicBezTo>
                    <a:pt x="142" y="126"/>
                    <a:pt x="139" y="124"/>
                    <a:pt x="135" y="123"/>
                  </a:cubicBezTo>
                  <a:cubicBezTo>
                    <a:pt x="132" y="123"/>
                    <a:pt x="126" y="120"/>
                    <a:pt x="129" y="117"/>
                  </a:cubicBezTo>
                  <a:cubicBezTo>
                    <a:pt x="131" y="116"/>
                    <a:pt x="132" y="116"/>
                    <a:pt x="132" y="117"/>
                  </a:cubicBezTo>
                  <a:cubicBezTo>
                    <a:pt x="133" y="116"/>
                    <a:pt x="133" y="114"/>
                    <a:pt x="133" y="113"/>
                  </a:cubicBezTo>
                  <a:cubicBezTo>
                    <a:pt x="132" y="113"/>
                    <a:pt x="130" y="114"/>
                    <a:pt x="131" y="108"/>
                  </a:cubicBezTo>
                  <a:cubicBezTo>
                    <a:pt x="131" y="103"/>
                    <a:pt x="133" y="104"/>
                    <a:pt x="133" y="97"/>
                  </a:cubicBezTo>
                  <a:cubicBezTo>
                    <a:pt x="133" y="91"/>
                    <a:pt x="136" y="87"/>
                    <a:pt x="136" y="83"/>
                  </a:cubicBezTo>
                  <a:cubicBezTo>
                    <a:pt x="136" y="79"/>
                    <a:pt x="142" y="75"/>
                    <a:pt x="146" y="69"/>
                  </a:cubicBezTo>
                  <a:cubicBezTo>
                    <a:pt x="149" y="63"/>
                    <a:pt x="157" y="56"/>
                    <a:pt x="160" y="54"/>
                  </a:cubicBezTo>
                  <a:cubicBezTo>
                    <a:pt x="163" y="52"/>
                    <a:pt x="170" y="50"/>
                    <a:pt x="170" y="48"/>
                  </a:cubicBezTo>
                  <a:cubicBezTo>
                    <a:pt x="171" y="46"/>
                    <a:pt x="170" y="36"/>
                    <a:pt x="169" y="35"/>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48" name="Freeform 110">
              <a:extLst>
                <a:ext uri="{FF2B5EF4-FFF2-40B4-BE49-F238E27FC236}">
                  <a16:creationId xmlns:a16="http://schemas.microsoft.com/office/drawing/2014/main" id="{B62FBFF8-E85C-DE26-637C-63A4FEB1D12B}"/>
                </a:ext>
              </a:extLst>
            </p:cNvPr>
            <p:cNvSpPr>
              <a:spLocks/>
            </p:cNvSpPr>
            <p:nvPr/>
          </p:nvSpPr>
          <p:spPr bwMode="auto">
            <a:xfrm>
              <a:off x="5681362" y="4646006"/>
              <a:ext cx="201910" cy="1057126"/>
            </a:xfrm>
            <a:custGeom>
              <a:avLst/>
              <a:gdLst>
                <a:gd name="T0" fmla="*/ 30 w 75"/>
                <a:gd name="T1" fmla="*/ 324 h 380"/>
                <a:gd name="T2" fmla="*/ 20 w 75"/>
                <a:gd name="T3" fmla="*/ 308 h 380"/>
                <a:gd name="T4" fmla="*/ 28 w 75"/>
                <a:gd name="T5" fmla="*/ 290 h 380"/>
                <a:gd name="T6" fmla="*/ 35 w 75"/>
                <a:gd name="T7" fmla="*/ 272 h 380"/>
                <a:gd name="T8" fmla="*/ 38 w 75"/>
                <a:gd name="T9" fmla="*/ 258 h 380"/>
                <a:gd name="T10" fmla="*/ 33 w 75"/>
                <a:gd name="T11" fmla="*/ 245 h 380"/>
                <a:gd name="T12" fmla="*/ 34 w 75"/>
                <a:gd name="T13" fmla="*/ 223 h 380"/>
                <a:gd name="T14" fmla="*/ 37 w 75"/>
                <a:gd name="T15" fmla="*/ 206 h 380"/>
                <a:gd name="T16" fmla="*/ 40 w 75"/>
                <a:gd name="T17" fmla="*/ 191 h 380"/>
                <a:gd name="T18" fmla="*/ 46 w 75"/>
                <a:gd name="T19" fmla="*/ 161 h 380"/>
                <a:gd name="T20" fmla="*/ 49 w 75"/>
                <a:gd name="T21" fmla="*/ 141 h 380"/>
                <a:gd name="T22" fmla="*/ 49 w 75"/>
                <a:gd name="T23" fmla="*/ 117 h 380"/>
                <a:gd name="T24" fmla="*/ 56 w 75"/>
                <a:gd name="T25" fmla="*/ 96 h 380"/>
                <a:gd name="T26" fmla="*/ 63 w 75"/>
                <a:gd name="T27" fmla="*/ 79 h 380"/>
                <a:gd name="T28" fmla="*/ 72 w 75"/>
                <a:gd name="T29" fmla="*/ 57 h 380"/>
                <a:gd name="T30" fmla="*/ 67 w 75"/>
                <a:gd name="T31" fmla="*/ 39 h 380"/>
                <a:gd name="T32" fmla="*/ 62 w 75"/>
                <a:gd name="T33" fmla="*/ 18 h 380"/>
                <a:gd name="T34" fmla="*/ 53 w 75"/>
                <a:gd name="T35" fmla="*/ 1 h 380"/>
                <a:gd name="T36" fmla="*/ 48 w 75"/>
                <a:gd name="T37" fmla="*/ 17 h 380"/>
                <a:gd name="T38" fmla="*/ 46 w 75"/>
                <a:gd name="T39" fmla="*/ 56 h 380"/>
                <a:gd name="T40" fmla="*/ 39 w 75"/>
                <a:gd name="T41" fmla="*/ 95 h 380"/>
                <a:gd name="T42" fmla="*/ 36 w 75"/>
                <a:gd name="T43" fmla="*/ 122 h 380"/>
                <a:gd name="T44" fmla="*/ 31 w 75"/>
                <a:gd name="T45" fmla="*/ 156 h 380"/>
                <a:gd name="T46" fmla="*/ 19 w 75"/>
                <a:gd name="T47" fmla="*/ 187 h 380"/>
                <a:gd name="T48" fmla="*/ 18 w 75"/>
                <a:gd name="T49" fmla="*/ 213 h 380"/>
                <a:gd name="T50" fmla="*/ 13 w 75"/>
                <a:gd name="T51" fmla="*/ 238 h 380"/>
                <a:gd name="T52" fmla="*/ 24 w 75"/>
                <a:gd name="T53" fmla="*/ 225 h 380"/>
                <a:gd name="T54" fmla="*/ 26 w 75"/>
                <a:gd name="T55" fmla="*/ 239 h 380"/>
                <a:gd name="T56" fmla="*/ 22 w 75"/>
                <a:gd name="T57" fmla="*/ 255 h 380"/>
                <a:gd name="T58" fmla="*/ 18 w 75"/>
                <a:gd name="T59" fmla="*/ 266 h 380"/>
                <a:gd name="T60" fmla="*/ 17 w 75"/>
                <a:gd name="T61" fmla="*/ 264 h 380"/>
                <a:gd name="T62" fmla="*/ 11 w 75"/>
                <a:gd name="T63" fmla="*/ 266 h 380"/>
                <a:gd name="T64" fmla="*/ 2 w 75"/>
                <a:gd name="T65" fmla="*/ 279 h 380"/>
                <a:gd name="T66" fmla="*/ 12 w 75"/>
                <a:gd name="T67" fmla="*/ 280 h 380"/>
                <a:gd name="T68" fmla="*/ 18 w 75"/>
                <a:gd name="T69" fmla="*/ 290 h 380"/>
                <a:gd name="T70" fmla="*/ 8 w 75"/>
                <a:gd name="T71" fmla="*/ 293 h 380"/>
                <a:gd name="T72" fmla="*/ 10 w 75"/>
                <a:gd name="T73" fmla="*/ 299 h 380"/>
                <a:gd name="T74" fmla="*/ 4 w 75"/>
                <a:gd name="T75" fmla="*/ 308 h 380"/>
                <a:gd name="T76" fmla="*/ 11 w 75"/>
                <a:gd name="T77" fmla="*/ 310 h 380"/>
                <a:gd name="T78" fmla="*/ 12 w 75"/>
                <a:gd name="T79" fmla="*/ 319 h 380"/>
                <a:gd name="T80" fmla="*/ 7 w 75"/>
                <a:gd name="T81" fmla="*/ 329 h 380"/>
                <a:gd name="T82" fmla="*/ 17 w 75"/>
                <a:gd name="T83" fmla="*/ 331 h 380"/>
                <a:gd name="T84" fmla="*/ 21 w 75"/>
                <a:gd name="T85" fmla="*/ 334 h 380"/>
                <a:gd name="T86" fmla="*/ 17 w 75"/>
                <a:gd name="T87" fmla="*/ 344 h 380"/>
                <a:gd name="T88" fmla="*/ 30 w 75"/>
                <a:gd name="T89" fmla="*/ 345 h 380"/>
                <a:gd name="T90" fmla="*/ 21 w 75"/>
                <a:gd name="T91" fmla="*/ 352 h 380"/>
                <a:gd name="T92" fmla="*/ 32 w 75"/>
                <a:gd name="T93" fmla="*/ 350 h 380"/>
                <a:gd name="T94" fmla="*/ 19 w 75"/>
                <a:gd name="T95" fmla="*/ 359 h 380"/>
                <a:gd name="T96" fmla="*/ 30 w 75"/>
                <a:gd name="T97" fmla="*/ 360 h 380"/>
                <a:gd name="T98" fmla="*/ 48 w 75"/>
                <a:gd name="T99" fmla="*/ 344 h 380"/>
                <a:gd name="T100" fmla="*/ 53 w 75"/>
                <a:gd name="T101" fmla="*/ 353 h 380"/>
                <a:gd name="T102" fmla="*/ 45 w 75"/>
                <a:gd name="T103" fmla="*/ 356 h 380"/>
                <a:gd name="T104" fmla="*/ 37 w 75"/>
                <a:gd name="T105" fmla="*/ 363 h 380"/>
                <a:gd name="T106" fmla="*/ 43 w 75"/>
                <a:gd name="T107" fmla="*/ 375 h 380"/>
                <a:gd name="T108" fmla="*/ 55 w 75"/>
                <a:gd name="T109" fmla="*/ 373 h 380"/>
                <a:gd name="T110" fmla="*/ 68 w 75"/>
                <a:gd name="T111" fmla="*/ 374 h 380"/>
                <a:gd name="T112" fmla="*/ 61 w 75"/>
                <a:gd name="T113" fmla="*/ 372 h 380"/>
                <a:gd name="T114" fmla="*/ 53 w 75"/>
                <a:gd name="T115" fmla="*/ 341 h 380"/>
                <a:gd name="T116" fmla="*/ 35 w 75"/>
                <a:gd name="T117" fmla="*/ 33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380">
                  <a:moveTo>
                    <a:pt x="35" y="337"/>
                  </a:moveTo>
                  <a:cubicBezTo>
                    <a:pt x="33" y="338"/>
                    <a:pt x="32" y="334"/>
                    <a:pt x="31" y="334"/>
                  </a:cubicBezTo>
                  <a:cubicBezTo>
                    <a:pt x="29" y="334"/>
                    <a:pt x="29" y="327"/>
                    <a:pt x="30" y="324"/>
                  </a:cubicBezTo>
                  <a:cubicBezTo>
                    <a:pt x="31" y="321"/>
                    <a:pt x="24" y="323"/>
                    <a:pt x="22" y="322"/>
                  </a:cubicBezTo>
                  <a:cubicBezTo>
                    <a:pt x="20" y="321"/>
                    <a:pt x="23" y="319"/>
                    <a:pt x="21" y="316"/>
                  </a:cubicBezTo>
                  <a:cubicBezTo>
                    <a:pt x="18" y="314"/>
                    <a:pt x="20" y="310"/>
                    <a:pt x="20" y="308"/>
                  </a:cubicBezTo>
                  <a:cubicBezTo>
                    <a:pt x="21" y="307"/>
                    <a:pt x="22" y="303"/>
                    <a:pt x="25" y="303"/>
                  </a:cubicBezTo>
                  <a:cubicBezTo>
                    <a:pt x="28" y="303"/>
                    <a:pt x="26" y="299"/>
                    <a:pt x="28" y="297"/>
                  </a:cubicBezTo>
                  <a:cubicBezTo>
                    <a:pt x="31" y="295"/>
                    <a:pt x="26" y="292"/>
                    <a:pt x="28" y="290"/>
                  </a:cubicBezTo>
                  <a:cubicBezTo>
                    <a:pt x="31" y="289"/>
                    <a:pt x="28" y="285"/>
                    <a:pt x="32" y="285"/>
                  </a:cubicBezTo>
                  <a:cubicBezTo>
                    <a:pt x="35" y="284"/>
                    <a:pt x="32" y="280"/>
                    <a:pt x="34" y="279"/>
                  </a:cubicBezTo>
                  <a:cubicBezTo>
                    <a:pt x="37" y="278"/>
                    <a:pt x="34" y="275"/>
                    <a:pt x="35" y="272"/>
                  </a:cubicBezTo>
                  <a:cubicBezTo>
                    <a:pt x="35" y="269"/>
                    <a:pt x="33" y="267"/>
                    <a:pt x="36" y="266"/>
                  </a:cubicBezTo>
                  <a:cubicBezTo>
                    <a:pt x="39" y="265"/>
                    <a:pt x="37" y="262"/>
                    <a:pt x="35" y="260"/>
                  </a:cubicBezTo>
                  <a:cubicBezTo>
                    <a:pt x="32" y="258"/>
                    <a:pt x="35" y="258"/>
                    <a:pt x="38" y="258"/>
                  </a:cubicBezTo>
                  <a:cubicBezTo>
                    <a:pt x="41" y="258"/>
                    <a:pt x="39" y="254"/>
                    <a:pt x="37" y="255"/>
                  </a:cubicBezTo>
                  <a:cubicBezTo>
                    <a:pt x="34" y="256"/>
                    <a:pt x="32" y="253"/>
                    <a:pt x="34" y="250"/>
                  </a:cubicBezTo>
                  <a:cubicBezTo>
                    <a:pt x="36" y="248"/>
                    <a:pt x="32" y="247"/>
                    <a:pt x="33" y="245"/>
                  </a:cubicBezTo>
                  <a:cubicBezTo>
                    <a:pt x="34" y="244"/>
                    <a:pt x="34" y="242"/>
                    <a:pt x="32" y="241"/>
                  </a:cubicBezTo>
                  <a:cubicBezTo>
                    <a:pt x="31" y="240"/>
                    <a:pt x="32" y="232"/>
                    <a:pt x="33" y="232"/>
                  </a:cubicBezTo>
                  <a:cubicBezTo>
                    <a:pt x="35" y="231"/>
                    <a:pt x="34" y="225"/>
                    <a:pt x="34" y="223"/>
                  </a:cubicBezTo>
                  <a:cubicBezTo>
                    <a:pt x="34" y="221"/>
                    <a:pt x="32" y="219"/>
                    <a:pt x="32" y="217"/>
                  </a:cubicBezTo>
                  <a:cubicBezTo>
                    <a:pt x="32" y="215"/>
                    <a:pt x="34" y="215"/>
                    <a:pt x="34" y="211"/>
                  </a:cubicBezTo>
                  <a:cubicBezTo>
                    <a:pt x="34" y="207"/>
                    <a:pt x="35" y="206"/>
                    <a:pt x="37" y="206"/>
                  </a:cubicBezTo>
                  <a:cubicBezTo>
                    <a:pt x="38" y="205"/>
                    <a:pt x="37" y="201"/>
                    <a:pt x="37" y="199"/>
                  </a:cubicBezTo>
                  <a:cubicBezTo>
                    <a:pt x="37" y="197"/>
                    <a:pt x="41" y="199"/>
                    <a:pt x="42" y="196"/>
                  </a:cubicBezTo>
                  <a:cubicBezTo>
                    <a:pt x="42" y="193"/>
                    <a:pt x="39" y="193"/>
                    <a:pt x="40" y="191"/>
                  </a:cubicBezTo>
                  <a:cubicBezTo>
                    <a:pt x="40" y="189"/>
                    <a:pt x="40" y="186"/>
                    <a:pt x="40" y="180"/>
                  </a:cubicBezTo>
                  <a:cubicBezTo>
                    <a:pt x="40" y="175"/>
                    <a:pt x="44" y="173"/>
                    <a:pt x="46" y="172"/>
                  </a:cubicBezTo>
                  <a:cubicBezTo>
                    <a:pt x="48" y="170"/>
                    <a:pt x="44" y="162"/>
                    <a:pt x="46" y="161"/>
                  </a:cubicBezTo>
                  <a:cubicBezTo>
                    <a:pt x="48" y="160"/>
                    <a:pt x="47" y="156"/>
                    <a:pt x="48" y="155"/>
                  </a:cubicBezTo>
                  <a:cubicBezTo>
                    <a:pt x="50" y="154"/>
                    <a:pt x="50" y="151"/>
                    <a:pt x="51" y="148"/>
                  </a:cubicBezTo>
                  <a:cubicBezTo>
                    <a:pt x="52" y="145"/>
                    <a:pt x="49" y="143"/>
                    <a:pt x="49" y="141"/>
                  </a:cubicBezTo>
                  <a:cubicBezTo>
                    <a:pt x="49" y="138"/>
                    <a:pt x="48" y="135"/>
                    <a:pt x="46" y="132"/>
                  </a:cubicBezTo>
                  <a:cubicBezTo>
                    <a:pt x="44" y="129"/>
                    <a:pt x="44" y="123"/>
                    <a:pt x="46" y="123"/>
                  </a:cubicBezTo>
                  <a:cubicBezTo>
                    <a:pt x="47" y="123"/>
                    <a:pt x="47" y="117"/>
                    <a:pt x="49" y="117"/>
                  </a:cubicBezTo>
                  <a:cubicBezTo>
                    <a:pt x="52" y="116"/>
                    <a:pt x="51" y="112"/>
                    <a:pt x="49" y="108"/>
                  </a:cubicBezTo>
                  <a:cubicBezTo>
                    <a:pt x="48" y="105"/>
                    <a:pt x="52" y="106"/>
                    <a:pt x="52" y="104"/>
                  </a:cubicBezTo>
                  <a:cubicBezTo>
                    <a:pt x="52" y="101"/>
                    <a:pt x="53" y="97"/>
                    <a:pt x="56" y="96"/>
                  </a:cubicBezTo>
                  <a:cubicBezTo>
                    <a:pt x="58" y="95"/>
                    <a:pt x="58" y="91"/>
                    <a:pt x="58" y="89"/>
                  </a:cubicBezTo>
                  <a:cubicBezTo>
                    <a:pt x="58" y="87"/>
                    <a:pt x="61" y="86"/>
                    <a:pt x="63" y="85"/>
                  </a:cubicBezTo>
                  <a:cubicBezTo>
                    <a:pt x="65" y="83"/>
                    <a:pt x="60" y="81"/>
                    <a:pt x="63" y="79"/>
                  </a:cubicBezTo>
                  <a:cubicBezTo>
                    <a:pt x="66" y="78"/>
                    <a:pt x="61" y="71"/>
                    <a:pt x="62" y="70"/>
                  </a:cubicBezTo>
                  <a:cubicBezTo>
                    <a:pt x="64" y="69"/>
                    <a:pt x="62" y="66"/>
                    <a:pt x="63" y="64"/>
                  </a:cubicBezTo>
                  <a:cubicBezTo>
                    <a:pt x="63" y="62"/>
                    <a:pt x="71" y="58"/>
                    <a:pt x="72" y="57"/>
                  </a:cubicBezTo>
                  <a:cubicBezTo>
                    <a:pt x="73" y="55"/>
                    <a:pt x="74" y="51"/>
                    <a:pt x="74" y="47"/>
                  </a:cubicBezTo>
                  <a:cubicBezTo>
                    <a:pt x="71" y="48"/>
                    <a:pt x="69" y="49"/>
                    <a:pt x="69" y="48"/>
                  </a:cubicBezTo>
                  <a:cubicBezTo>
                    <a:pt x="68" y="47"/>
                    <a:pt x="69" y="41"/>
                    <a:pt x="67" y="39"/>
                  </a:cubicBezTo>
                  <a:cubicBezTo>
                    <a:pt x="64" y="37"/>
                    <a:pt x="66" y="32"/>
                    <a:pt x="64" y="31"/>
                  </a:cubicBezTo>
                  <a:cubicBezTo>
                    <a:pt x="61" y="30"/>
                    <a:pt x="59" y="26"/>
                    <a:pt x="61" y="24"/>
                  </a:cubicBezTo>
                  <a:cubicBezTo>
                    <a:pt x="63" y="23"/>
                    <a:pt x="61" y="20"/>
                    <a:pt x="62" y="18"/>
                  </a:cubicBezTo>
                  <a:cubicBezTo>
                    <a:pt x="64" y="17"/>
                    <a:pt x="61" y="17"/>
                    <a:pt x="59" y="14"/>
                  </a:cubicBezTo>
                  <a:cubicBezTo>
                    <a:pt x="56" y="11"/>
                    <a:pt x="60" y="7"/>
                    <a:pt x="57" y="5"/>
                  </a:cubicBezTo>
                  <a:cubicBezTo>
                    <a:pt x="54" y="3"/>
                    <a:pt x="54" y="0"/>
                    <a:pt x="53" y="1"/>
                  </a:cubicBezTo>
                  <a:cubicBezTo>
                    <a:pt x="52" y="2"/>
                    <a:pt x="52" y="6"/>
                    <a:pt x="50" y="8"/>
                  </a:cubicBezTo>
                  <a:cubicBezTo>
                    <a:pt x="49" y="8"/>
                    <a:pt x="49" y="8"/>
                    <a:pt x="48" y="9"/>
                  </a:cubicBezTo>
                  <a:cubicBezTo>
                    <a:pt x="48" y="11"/>
                    <a:pt x="47" y="15"/>
                    <a:pt x="48" y="17"/>
                  </a:cubicBezTo>
                  <a:cubicBezTo>
                    <a:pt x="49" y="19"/>
                    <a:pt x="50" y="33"/>
                    <a:pt x="49" y="38"/>
                  </a:cubicBezTo>
                  <a:cubicBezTo>
                    <a:pt x="47" y="44"/>
                    <a:pt x="46" y="48"/>
                    <a:pt x="45" y="51"/>
                  </a:cubicBezTo>
                  <a:cubicBezTo>
                    <a:pt x="44" y="54"/>
                    <a:pt x="48" y="54"/>
                    <a:pt x="46" y="56"/>
                  </a:cubicBezTo>
                  <a:cubicBezTo>
                    <a:pt x="45" y="57"/>
                    <a:pt x="45" y="61"/>
                    <a:pt x="45" y="67"/>
                  </a:cubicBezTo>
                  <a:cubicBezTo>
                    <a:pt x="45" y="73"/>
                    <a:pt x="42" y="83"/>
                    <a:pt x="42" y="86"/>
                  </a:cubicBezTo>
                  <a:cubicBezTo>
                    <a:pt x="41" y="89"/>
                    <a:pt x="39" y="92"/>
                    <a:pt x="39" y="95"/>
                  </a:cubicBezTo>
                  <a:cubicBezTo>
                    <a:pt x="40" y="99"/>
                    <a:pt x="38" y="101"/>
                    <a:pt x="36" y="102"/>
                  </a:cubicBezTo>
                  <a:cubicBezTo>
                    <a:pt x="34" y="104"/>
                    <a:pt x="39" y="109"/>
                    <a:pt x="39" y="112"/>
                  </a:cubicBezTo>
                  <a:cubicBezTo>
                    <a:pt x="39" y="115"/>
                    <a:pt x="35" y="117"/>
                    <a:pt x="36" y="122"/>
                  </a:cubicBezTo>
                  <a:cubicBezTo>
                    <a:pt x="37" y="128"/>
                    <a:pt x="36" y="138"/>
                    <a:pt x="36" y="140"/>
                  </a:cubicBezTo>
                  <a:cubicBezTo>
                    <a:pt x="36" y="142"/>
                    <a:pt x="33" y="142"/>
                    <a:pt x="34" y="146"/>
                  </a:cubicBezTo>
                  <a:cubicBezTo>
                    <a:pt x="34" y="150"/>
                    <a:pt x="31" y="151"/>
                    <a:pt x="31" y="156"/>
                  </a:cubicBezTo>
                  <a:cubicBezTo>
                    <a:pt x="30" y="162"/>
                    <a:pt x="26" y="170"/>
                    <a:pt x="24" y="174"/>
                  </a:cubicBezTo>
                  <a:cubicBezTo>
                    <a:pt x="23" y="179"/>
                    <a:pt x="23" y="181"/>
                    <a:pt x="20" y="181"/>
                  </a:cubicBezTo>
                  <a:cubicBezTo>
                    <a:pt x="18" y="181"/>
                    <a:pt x="18" y="183"/>
                    <a:pt x="19" y="187"/>
                  </a:cubicBezTo>
                  <a:cubicBezTo>
                    <a:pt x="21" y="191"/>
                    <a:pt x="18" y="194"/>
                    <a:pt x="20" y="198"/>
                  </a:cubicBezTo>
                  <a:cubicBezTo>
                    <a:pt x="23" y="201"/>
                    <a:pt x="22" y="203"/>
                    <a:pt x="21" y="206"/>
                  </a:cubicBezTo>
                  <a:cubicBezTo>
                    <a:pt x="20" y="210"/>
                    <a:pt x="18" y="210"/>
                    <a:pt x="18" y="213"/>
                  </a:cubicBezTo>
                  <a:cubicBezTo>
                    <a:pt x="18" y="217"/>
                    <a:pt x="16" y="220"/>
                    <a:pt x="17" y="223"/>
                  </a:cubicBezTo>
                  <a:cubicBezTo>
                    <a:pt x="18" y="227"/>
                    <a:pt x="18" y="228"/>
                    <a:pt x="16" y="228"/>
                  </a:cubicBezTo>
                  <a:cubicBezTo>
                    <a:pt x="14" y="228"/>
                    <a:pt x="13" y="231"/>
                    <a:pt x="13" y="238"/>
                  </a:cubicBezTo>
                  <a:cubicBezTo>
                    <a:pt x="12" y="244"/>
                    <a:pt x="12" y="244"/>
                    <a:pt x="17" y="243"/>
                  </a:cubicBezTo>
                  <a:cubicBezTo>
                    <a:pt x="21" y="243"/>
                    <a:pt x="18" y="228"/>
                    <a:pt x="20" y="228"/>
                  </a:cubicBezTo>
                  <a:cubicBezTo>
                    <a:pt x="23" y="228"/>
                    <a:pt x="21" y="226"/>
                    <a:pt x="24" y="225"/>
                  </a:cubicBezTo>
                  <a:cubicBezTo>
                    <a:pt x="26" y="224"/>
                    <a:pt x="24" y="227"/>
                    <a:pt x="26" y="228"/>
                  </a:cubicBezTo>
                  <a:cubicBezTo>
                    <a:pt x="28" y="229"/>
                    <a:pt x="29" y="230"/>
                    <a:pt x="26" y="232"/>
                  </a:cubicBezTo>
                  <a:cubicBezTo>
                    <a:pt x="24" y="233"/>
                    <a:pt x="27" y="237"/>
                    <a:pt x="26" y="239"/>
                  </a:cubicBezTo>
                  <a:cubicBezTo>
                    <a:pt x="24" y="241"/>
                    <a:pt x="22" y="243"/>
                    <a:pt x="24" y="246"/>
                  </a:cubicBezTo>
                  <a:cubicBezTo>
                    <a:pt x="25" y="248"/>
                    <a:pt x="22" y="248"/>
                    <a:pt x="22" y="251"/>
                  </a:cubicBezTo>
                  <a:cubicBezTo>
                    <a:pt x="22" y="254"/>
                    <a:pt x="24" y="254"/>
                    <a:pt x="22" y="255"/>
                  </a:cubicBezTo>
                  <a:cubicBezTo>
                    <a:pt x="21" y="256"/>
                    <a:pt x="24" y="258"/>
                    <a:pt x="22" y="259"/>
                  </a:cubicBezTo>
                  <a:cubicBezTo>
                    <a:pt x="20" y="259"/>
                    <a:pt x="21" y="261"/>
                    <a:pt x="23" y="264"/>
                  </a:cubicBezTo>
                  <a:cubicBezTo>
                    <a:pt x="24" y="266"/>
                    <a:pt x="20" y="265"/>
                    <a:pt x="18" y="266"/>
                  </a:cubicBezTo>
                  <a:cubicBezTo>
                    <a:pt x="16" y="268"/>
                    <a:pt x="20" y="270"/>
                    <a:pt x="19" y="272"/>
                  </a:cubicBezTo>
                  <a:cubicBezTo>
                    <a:pt x="18" y="274"/>
                    <a:pt x="15" y="271"/>
                    <a:pt x="14" y="269"/>
                  </a:cubicBezTo>
                  <a:cubicBezTo>
                    <a:pt x="12" y="268"/>
                    <a:pt x="16" y="266"/>
                    <a:pt x="17" y="264"/>
                  </a:cubicBezTo>
                  <a:cubicBezTo>
                    <a:pt x="19" y="262"/>
                    <a:pt x="16" y="257"/>
                    <a:pt x="13" y="258"/>
                  </a:cubicBezTo>
                  <a:cubicBezTo>
                    <a:pt x="10" y="259"/>
                    <a:pt x="16" y="262"/>
                    <a:pt x="16" y="264"/>
                  </a:cubicBezTo>
                  <a:cubicBezTo>
                    <a:pt x="16" y="267"/>
                    <a:pt x="11" y="264"/>
                    <a:pt x="11" y="266"/>
                  </a:cubicBezTo>
                  <a:cubicBezTo>
                    <a:pt x="11" y="269"/>
                    <a:pt x="8" y="268"/>
                    <a:pt x="6" y="270"/>
                  </a:cubicBezTo>
                  <a:cubicBezTo>
                    <a:pt x="5" y="272"/>
                    <a:pt x="9" y="274"/>
                    <a:pt x="7" y="274"/>
                  </a:cubicBezTo>
                  <a:cubicBezTo>
                    <a:pt x="5" y="275"/>
                    <a:pt x="2" y="277"/>
                    <a:pt x="2" y="279"/>
                  </a:cubicBezTo>
                  <a:cubicBezTo>
                    <a:pt x="1" y="281"/>
                    <a:pt x="4" y="281"/>
                    <a:pt x="4" y="280"/>
                  </a:cubicBezTo>
                  <a:cubicBezTo>
                    <a:pt x="4" y="278"/>
                    <a:pt x="7" y="277"/>
                    <a:pt x="7" y="280"/>
                  </a:cubicBezTo>
                  <a:cubicBezTo>
                    <a:pt x="8" y="282"/>
                    <a:pt x="10" y="280"/>
                    <a:pt x="12" y="280"/>
                  </a:cubicBezTo>
                  <a:cubicBezTo>
                    <a:pt x="15" y="281"/>
                    <a:pt x="15" y="285"/>
                    <a:pt x="13" y="284"/>
                  </a:cubicBezTo>
                  <a:cubicBezTo>
                    <a:pt x="12" y="284"/>
                    <a:pt x="10" y="287"/>
                    <a:pt x="10" y="290"/>
                  </a:cubicBezTo>
                  <a:cubicBezTo>
                    <a:pt x="11" y="292"/>
                    <a:pt x="16" y="290"/>
                    <a:pt x="18" y="290"/>
                  </a:cubicBezTo>
                  <a:cubicBezTo>
                    <a:pt x="21" y="291"/>
                    <a:pt x="20" y="295"/>
                    <a:pt x="18" y="294"/>
                  </a:cubicBezTo>
                  <a:cubicBezTo>
                    <a:pt x="17" y="292"/>
                    <a:pt x="14" y="290"/>
                    <a:pt x="13" y="292"/>
                  </a:cubicBezTo>
                  <a:cubicBezTo>
                    <a:pt x="12" y="295"/>
                    <a:pt x="10" y="294"/>
                    <a:pt x="8" y="293"/>
                  </a:cubicBezTo>
                  <a:cubicBezTo>
                    <a:pt x="6" y="292"/>
                    <a:pt x="0" y="296"/>
                    <a:pt x="2" y="297"/>
                  </a:cubicBezTo>
                  <a:cubicBezTo>
                    <a:pt x="4" y="299"/>
                    <a:pt x="4" y="301"/>
                    <a:pt x="5" y="301"/>
                  </a:cubicBezTo>
                  <a:cubicBezTo>
                    <a:pt x="7" y="301"/>
                    <a:pt x="9" y="300"/>
                    <a:pt x="10" y="299"/>
                  </a:cubicBezTo>
                  <a:cubicBezTo>
                    <a:pt x="10" y="297"/>
                    <a:pt x="13" y="296"/>
                    <a:pt x="13" y="299"/>
                  </a:cubicBezTo>
                  <a:cubicBezTo>
                    <a:pt x="13" y="302"/>
                    <a:pt x="10" y="301"/>
                    <a:pt x="9" y="303"/>
                  </a:cubicBezTo>
                  <a:cubicBezTo>
                    <a:pt x="8" y="304"/>
                    <a:pt x="7" y="306"/>
                    <a:pt x="4" y="308"/>
                  </a:cubicBezTo>
                  <a:cubicBezTo>
                    <a:pt x="2" y="309"/>
                    <a:pt x="4" y="312"/>
                    <a:pt x="6" y="311"/>
                  </a:cubicBezTo>
                  <a:cubicBezTo>
                    <a:pt x="8" y="310"/>
                    <a:pt x="6" y="313"/>
                    <a:pt x="8" y="314"/>
                  </a:cubicBezTo>
                  <a:cubicBezTo>
                    <a:pt x="11" y="314"/>
                    <a:pt x="11" y="312"/>
                    <a:pt x="11" y="310"/>
                  </a:cubicBezTo>
                  <a:cubicBezTo>
                    <a:pt x="10" y="308"/>
                    <a:pt x="12" y="304"/>
                    <a:pt x="14" y="306"/>
                  </a:cubicBezTo>
                  <a:cubicBezTo>
                    <a:pt x="17" y="308"/>
                    <a:pt x="13" y="311"/>
                    <a:pt x="13" y="312"/>
                  </a:cubicBezTo>
                  <a:cubicBezTo>
                    <a:pt x="13" y="314"/>
                    <a:pt x="12" y="317"/>
                    <a:pt x="12" y="319"/>
                  </a:cubicBezTo>
                  <a:cubicBezTo>
                    <a:pt x="12" y="321"/>
                    <a:pt x="10" y="320"/>
                    <a:pt x="10" y="322"/>
                  </a:cubicBezTo>
                  <a:cubicBezTo>
                    <a:pt x="10" y="324"/>
                    <a:pt x="4" y="323"/>
                    <a:pt x="7" y="324"/>
                  </a:cubicBezTo>
                  <a:cubicBezTo>
                    <a:pt x="9" y="326"/>
                    <a:pt x="5" y="328"/>
                    <a:pt x="7" y="329"/>
                  </a:cubicBezTo>
                  <a:cubicBezTo>
                    <a:pt x="8" y="331"/>
                    <a:pt x="9" y="327"/>
                    <a:pt x="11" y="328"/>
                  </a:cubicBezTo>
                  <a:cubicBezTo>
                    <a:pt x="13" y="329"/>
                    <a:pt x="13" y="329"/>
                    <a:pt x="16" y="328"/>
                  </a:cubicBezTo>
                  <a:cubicBezTo>
                    <a:pt x="18" y="327"/>
                    <a:pt x="20" y="330"/>
                    <a:pt x="17" y="331"/>
                  </a:cubicBezTo>
                  <a:cubicBezTo>
                    <a:pt x="15" y="332"/>
                    <a:pt x="12" y="334"/>
                    <a:pt x="13" y="335"/>
                  </a:cubicBezTo>
                  <a:cubicBezTo>
                    <a:pt x="14" y="335"/>
                    <a:pt x="18" y="333"/>
                    <a:pt x="18" y="335"/>
                  </a:cubicBezTo>
                  <a:cubicBezTo>
                    <a:pt x="19" y="338"/>
                    <a:pt x="21" y="337"/>
                    <a:pt x="21" y="334"/>
                  </a:cubicBezTo>
                  <a:cubicBezTo>
                    <a:pt x="21" y="332"/>
                    <a:pt x="26" y="334"/>
                    <a:pt x="27" y="336"/>
                  </a:cubicBezTo>
                  <a:cubicBezTo>
                    <a:pt x="27" y="339"/>
                    <a:pt x="22" y="340"/>
                    <a:pt x="19" y="339"/>
                  </a:cubicBezTo>
                  <a:cubicBezTo>
                    <a:pt x="16" y="339"/>
                    <a:pt x="15" y="342"/>
                    <a:pt x="17" y="344"/>
                  </a:cubicBezTo>
                  <a:cubicBezTo>
                    <a:pt x="18" y="347"/>
                    <a:pt x="21" y="344"/>
                    <a:pt x="23" y="342"/>
                  </a:cubicBezTo>
                  <a:cubicBezTo>
                    <a:pt x="25" y="340"/>
                    <a:pt x="35" y="341"/>
                    <a:pt x="36" y="343"/>
                  </a:cubicBezTo>
                  <a:cubicBezTo>
                    <a:pt x="36" y="345"/>
                    <a:pt x="31" y="343"/>
                    <a:pt x="30" y="345"/>
                  </a:cubicBezTo>
                  <a:cubicBezTo>
                    <a:pt x="30" y="346"/>
                    <a:pt x="26" y="347"/>
                    <a:pt x="25" y="346"/>
                  </a:cubicBezTo>
                  <a:cubicBezTo>
                    <a:pt x="25" y="344"/>
                    <a:pt x="21" y="346"/>
                    <a:pt x="21" y="349"/>
                  </a:cubicBezTo>
                  <a:cubicBezTo>
                    <a:pt x="20" y="351"/>
                    <a:pt x="17" y="351"/>
                    <a:pt x="21" y="352"/>
                  </a:cubicBezTo>
                  <a:cubicBezTo>
                    <a:pt x="24" y="353"/>
                    <a:pt x="23" y="348"/>
                    <a:pt x="28" y="349"/>
                  </a:cubicBezTo>
                  <a:cubicBezTo>
                    <a:pt x="34" y="349"/>
                    <a:pt x="36" y="344"/>
                    <a:pt x="38" y="347"/>
                  </a:cubicBezTo>
                  <a:cubicBezTo>
                    <a:pt x="39" y="350"/>
                    <a:pt x="34" y="352"/>
                    <a:pt x="32" y="350"/>
                  </a:cubicBezTo>
                  <a:cubicBezTo>
                    <a:pt x="30" y="349"/>
                    <a:pt x="27" y="352"/>
                    <a:pt x="27" y="355"/>
                  </a:cubicBezTo>
                  <a:cubicBezTo>
                    <a:pt x="27" y="357"/>
                    <a:pt x="21" y="354"/>
                    <a:pt x="18" y="353"/>
                  </a:cubicBezTo>
                  <a:cubicBezTo>
                    <a:pt x="15" y="353"/>
                    <a:pt x="17" y="356"/>
                    <a:pt x="19" y="359"/>
                  </a:cubicBezTo>
                  <a:cubicBezTo>
                    <a:pt x="22" y="362"/>
                    <a:pt x="23" y="359"/>
                    <a:pt x="27" y="361"/>
                  </a:cubicBezTo>
                  <a:cubicBezTo>
                    <a:pt x="30" y="363"/>
                    <a:pt x="30" y="365"/>
                    <a:pt x="32" y="363"/>
                  </a:cubicBezTo>
                  <a:cubicBezTo>
                    <a:pt x="34" y="361"/>
                    <a:pt x="32" y="361"/>
                    <a:pt x="30" y="360"/>
                  </a:cubicBezTo>
                  <a:cubicBezTo>
                    <a:pt x="29" y="359"/>
                    <a:pt x="30" y="356"/>
                    <a:pt x="34" y="358"/>
                  </a:cubicBezTo>
                  <a:cubicBezTo>
                    <a:pt x="37" y="359"/>
                    <a:pt x="41" y="356"/>
                    <a:pt x="40" y="352"/>
                  </a:cubicBezTo>
                  <a:cubicBezTo>
                    <a:pt x="39" y="347"/>
                    <a:pt x="44" y="345"/>
                    <a:pt x="48" y="344"/>
                  </a:cubicBezTo>
                  <a:cubicBezTo>
                    <a:pt x="52" y="342"/>
                    <a:pt x="50" y="347"/>
                    <a:pt x="47" y="348"/>
                  </a:cubicBezTo>
                  <a:cubicBezTo>
                    <a:pt x="44" y="349"/>
                    <a:pt x="43" y="350"/>
                    <a:pt x="45" y="353"/>
                  </a:cubicBezTo>
                  <a:cubicBezTo>
                    <a:pt x="48" y="355"/>
                    <a:pt x="51" y="351"/>
                    <a:pt x="53" y="353"/>
                  </a:cubicBezTo>
                  <a:cubicBezTo>
                    <a:pt x="55" y="355"/>
                    <a:pt x="49" y="355"/>
                    <a:pt x="48" y="357"/>
                  </a:cubicBezTo>
                  <a:cubicBezTo>
                    <a:pt x="47" y="359"/>
                    <a:pt x="52" y="361"/>
                    <a:pt x="49" y="363"/>
                  </a:cubicBezTo>
                  <a:cubicBezTo>
                    <a:pt x="46" y="364"/>
                    <a:pt x="47" y="357"/>
                    <a:pt x="45" y="356"/>
                  </a:cubicBezTo>
                  <a:cubicBezTo>
                    <a:pt x="43" y="355"/>
                    <a:pt x="42" y="357"/>
                    <a:pt x="44" y="361"/>
                  </a:cubicBezTo>
                  <a:cubicBezTo>
                    <a:pt x="45" y="365"/>
                    <a:pt x="41" y="362"/>
                    <a:pt x="39" y="360"/>
                  </a:cubicBezTo>
                  <a:cubicBezTo>
                    <a:pt x="38" y="358"/>
                    <a:pt x="35" y="361"/>
                    <a:pt x="37" y="363"/>
                  </a:cubicBezTo>
                  <a:cubicBezTo>
                    <a:pt x="39" y="365"/>
                    <a:pt x="33" y="363"/>
                    <a:pt x="33" y="366"/>
                  </a:cubicBezTo>
                  <a:cubicBezTo>
                    <a:pt x="33" y="370"/>
                    <a:pt x="36" y="367"/>
                    <a:pt x="39" y="367"/>
                  </a:cubicBezTo>
                  <a:cubicBezTo>
                    <a:pt x="42" y="368"/>
                    <a:pt x="41" y="373"/>
                    <a:pt x="43" y="375"/>
                  </a:cubicBezTo>
                  <a:cubicBezTo>
                    <a:pt x="46" y="377"/>
                    <a:pt x="44" y="369"/>
                    <a:pt x="46" y="368"/>
                  </a:cubicBezTo>
                  <a:cubicBezTo>
                    <a:pt x="49" y="368"/>
                    <a:pt x="47" y="374"/>
                    <a:pt x="52" y="376"/>
                  </a:cubicBezTo>
                  <a:cubicBezTo>
                    <a:pt x="58" y="378"/>
                    <a:pt x="53" y="375"/>
                    <a:pt x="55" y="373"/>
                  </a:cubicBezTo>
                  <a:cubicBezTo>
                    <a:pt x="58" y="371"/>
                    <a:pt x="61" y="379"/>
                    <a:pt x="64" y="380"/>
                  </a:cubicBezTo>
                  <a:cubicBezTo>
                    <a:pt x="67" y="380"/>
                    <a:pt x="65" y="376"/>
                    <a:pt x="63" y="374"/>
                  </a:cubicBezTo>
                  <a:cubicBezTo>
                    <a:pt x="61" y="372"/>
                    <a:pt x="65" y="373"/>
                    <a:pt x="68" y="374"/>
                  </a:cubicBezTo>
                  <a:cubicBezTo>
                    <a:pt x="71" y="375"/>
                    <a:pt x="73" y="375"/>
                    <a:pt x="73" y="373"/>
                  </a:cubicBezTo>
                  <a:cubicBezTo>
                    <a:pt x="74" y="372"/>
                    <a:pt x="74" y="373"/>
                    <a:pt x="75" y="373"/>
                  </a:cubicBezTo>
                  <a:cubicBezTo>
                    <a:pt x="72" y="371"/>
                    <a:pt x="62" y="372"/>
                    <a:pt x="61" y="372"/>
                  </a:cubicBezTo>
                  <a:cubicBezTo>
                    <a:pt x="59" y="372"/>
                    <a:pt x="60" y="349"/>
                    <a:pt x="61" y="344"/>
                  </a:cubicBezTo>
                  <a:cubicBezTo>
                    <a:pt x="60" y="344"/>
                    <a:pt x="60" y="344"/>
                    <a:pt x="60" y="344"/>
                  </a:cubicBezTo>
                  <a:cubicBezTo>
                    <a:pt x="58" y="344"/>
                    <a:pt x="52" y="345"/>
                    <a:pt x="53" y="341"/>
                  </a:cubicBezTo>
                  <a:cubicBezTo>
                    <a:pt x="53" y="340"/>
                    <a:pt x="54" y="340"/>
                    <a:pt x="54" y="340"/>
                  </a:cubicBezTo>
                  <a:cubicBezTo>
                    <a:pt x="53" y="339"/>
                    <a:pt x="51" y="338"/>
                    <a:pt x="49" y="337"/>
                  </a:cubicBezTo>
                  <a:cubicBezTo>
                    <a:pt x="46" y="336"/>
                    <a:pt x="37" y="337"/>
                    <a:pt x="35" y="337"/>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49" name="Freeform 111">
              <a:extLst>
                <a:ext uri="{FF2B5EF4-FFF2-40B4-BE49-F238E27FC236}">
                  <a16:creationId xmlns:a16="http://schemas.microsoft.com/office/drawing/2014/main" id="{FA02B276-8790-B1B2-82E5-83FEEC0670D4}"/>
                </a:ext>
              </a:extLst>
            </p:cNvPr>
            <p:cNvSpPr>
              <a:spLocks/>
            </p:cNvSpPr>
            <p:nvPr/>
          </p:nvSpPr>
          <p:spPr bwMode="auto">
            <a:xfrm>
              <a:off x="5980235" y="4690689"/>
              <a:ext cx="199629" cy="211661"/>
            </a:xfrm>
            <a:custGeom>
              <a:avLst/>
              <a:gdLst>
                <a:gd name="T0" fmla="*/ 71 w 74"/>
                <a:gd name="T1" fmla="*/ 41 h 76"/>
                <a:gd name="T2" fmla="*/ 64 w 74"/>
                <a:gd name="T3" fmla="*/ 43 h 76"/>
                <a:gd name="T4" fmla="*/ 60 w 74"/>
                <a:gd name="T5" fmla="*/ 33 h 76"/>
                <a:gd name="T6" fmla="*/ 54 w 74"/>
                <a:gd name="T7" fmla="*/ 26 h 76"/>
                <a:gd name="T8" fmla="*/ 47 w 74"/>
                <a:gd name="T9" fmla="*/ 25 h 76"/>
                <a:gd name="T10" fmla="*/ 43 w 74"/>
                <a:gd name="T11" fmla="*/ 19 h 76"/>
                <a:gd name="T12" fmla="*/ 41 w 74"/>
                <a:gd name="T13" fmla="*/ 8 h 76"/>
                <a:gd name="T14" fmla="*/ 41 w 74"/>
                <a:gd name="T15" fmla="*/ 4 h 76"/>
                <a:gd name="T16" fmla="*/ 39 w 74"/>
                <a:gd name="T17" fmla="*/ 4 h 76"/>
                <a:gd name="T18" fmla="*/ 31 w 74"/>
                <a:gd name="T19" fmla="*/ 1 h 76"/>
                <a:gd name="T20" fmla="*/ 22 w 74"/>
                <a:gd name="T21" fmla="*/ 2 h 76"/>
                <a:gd name="T22" fmla="*/ 11 w 74"/>
                <a:gd name="T23" fmla="*/ 3 h 76"/>
                <a:gd name="T24" fmla="*/ 5 w 74"/>
                <a:gd name="T25" fmla="*/ 11 h 76"/>
                <a:gd name="T26" fmla="*/ 2 w 74"/>
                <a:gd name="T27" fmla="*/ 24 h 76"/>
                <a:gd name="T28" fmla="*/ 0 w 74"/>
                <a:gd name="T29" fmla="*/ 24 h 76"/>
                <a:gd name="T30" fmla="*/ 11 w 74"/>
                <a:gd name="T31" fmla="*/ 36 h 76"/>
                <a:gd name="T32" fmla="*/ 21 w 74"/>
                <a:gd name="T33" fmla="*/ 42 h 76"/>
                <a:gd name="T34" fmla="*/ 30 w 74"/>
                <a:gd name="T35" fmla="*/ 47 h 76"/>
                <a:gd name="T36" fmla="*/ 46 w 74"/>
                <a:gd name="T37" fmla="*/ 55 h 76"/>
                <a:gd name="T38" fmla="*/ 39 w 74"/>
                <a:gd name="T39" fmla="*/ 66 h 76"/>
                <a:gd name="T40" fmla="*/ 36 w 74"/>
                <a:gd name="T41" fmla="*/ 72 h 76"/>
                <a:gd name="T42" fmla="*/ 44 w 74"/>
                <a:gd name="T43" fmla="*/ 73 h 76"/>
                <a:gd name="T44" fmla="*/ 52 w 74"/>
                <a:gd name="T45" fmla="*/ 74 h 76"/>
                <a:gd name="T46" fmla="*/ 60 w 74"/>
                <a:gd name="T47" fmla="*/ 73 h 76"/>
                <a:gd name="T48" fmla="*/ 66 w 74"/>
                <a:gd name="T49" fmla="*/ 69 h 76"/>
                <a:gd name="T50" fmla="*/ 70 w 74"/>
                <a:gd name="T51" fmla="*/ 57 h 76"/>
                <a:gd name="T52" fmla="*/ 71 w 74"/>
                <a:gd name="T53" fmla="*/ 4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4" h="76">
                  <a:moveTo>
                    <a:pt x="71" y="41"/>
                  </a:moveTo>
                  <a:cubicBezTo>
                    <a:pt x="68" y="40"/>
                    <a:pt x="65" y="43"/>
                    <a:pt x="64" y="43"/>
                  </a:cubicBezTo>
                  <a:cubicBezTo>
                    <a:pt x="63" y="43"/>
                    <a:pt x="61" y="36"/>
                    <a:pt x="60" y="33"/>
                  </a:cubicBezTo>
                  <a:cubicBezTo>
                    <a:pt x="59" y="30"/>
                    <a:pt x="56" y="25"/>
                    <a:pt x="54" y="26"/>
                  </a:cubicBezTo>
                  <a:cubicBezTo>
                    <a:pt x="52" y="27"/>
                    <a:pt x="53" y="26"/>
                    <a:pt x="47" y="25"/>
                  </a:cubicBezTo>
                  <a:cubicBezTo>
                    <a:pt x="41" y="25"/>
                    <a:pt x="41" y="24"/>
                    <a:pt x="43" y="19"/>
                  </a:cubicBezTo>
                  <a:cubicBezTo>
                    <a:pt x="44" y="13"/>
                    <a:pt x="39" y="9"/>
                    <a:pt x="41" y="8"/>
                  </a:cubicBezTo>
                  <a:cubicBezTo>
                    <a:pt x="43" y="7"/>
                    <a:pt x="43" y="6"/>
                    <a:pt x="41" y="4"/>
                  </a:cubicBezTo>
                  <a:cubicBezTo>
                    <a:pt x="40" y="4"/>
                    <a:pt x="40" y="4"/>
                    <a:pt x="39" y="4"/>
                  </a:cubicBezTo>
                  <a:cubicBezTo>
                    <a:pt x="37" y="4"/>
                    <a:pt x="35" y="1"/>
                    <a:pt x="31" y="1"/>
                  </a:cubicBezTo>
                  <a:cubicBezTo>
                    <a:pt x="28" y="1"/>
                    <a:pt x="24" y="0"/>
                    <a:pt x="22" y="2"/>
                  </a:cubicBezTo>
                  <a:cubicBezTo>
                    <a:pt x="19" y="3"/>
                    <a:pt x="14" y="1"/>
                    <a:pt x="11" y="3"/>
                  </a:cubicBezTo>
                  <a:cubicBezTo>
                    <a:pt x="8" y="5"/>
                    <a:pt x="5" y="10"/>
                    <a:pt x="5" y="11"/>
                  </a:cubicBezTo>
                  <a:cubicBezTo>
                    <a:pt x="5" y="13"/>
                    <a:pt x="4" y="24"/>
                    <a:pt x="2" y="24"/>
                  </a:cubicBezTo>
                  <a:cubicBezTo>
                    <a:pt x="2" y="24"/>
                    <a:pt x="1" y="24"/>
                    <a:pt x="0" y="24"/>
                  </a:cubicBezTo>
                  <a:cubicBezTo>
                    <a:pt x="2" y="28"/>
                    <a:pt x="7" y="34"/>
                    <a:pt x="11" y="36"/>
                  </a:cubicBezTo>
                  <a:cubicBezTo>
                    <a:pt x="16" y="39"/>
                    <a:pt x="16" y="42"/>
                    <a:pt x="21" y="42"/>
                  </a:cubicBezTo>
                  <a:cubicBezTo>
                    <a:pt x="26" y="43"/>
                    <a:pt x="28" y="45"/>
                    <a:pt x="30" y="47"/>
                  </a:cubicBezTo>
                  <a:cubicBezTo>
                    <a:pt x="32" y="49"/>
                    <a:pt x="45" y="53"/>
                    <a:pt x="46" y="55"/>
                  </a:cubicBezTo>
                  <a:cubicBezTo>
                    <a:pt x="47" y="56"/>
                    <a:pt x="39" y="62"/>
                    <a:pt x="39" y="66"/>
                  </a:cubicBezTo>
                  <a:cubicBezTo>
                    <a:pt x="39" y="71"/>
                    <a:pt x="36" y="70"/>
                    <a:pt x="36" y="72"/>
                  </a:cubicBezTo>
                  <a:cubicBezTo>
                    <a:pt x="36" y="73"/>
                    <a:pt x="42" y="72"/>
                    <a:pt x="44" y="73"/>
                  </a:cubicBezTo>
                  <a:cubicBezTo>
                    <a:pt x="46" y="75"/>
                    <a:pt x="50" y="73"/>
                    <a:pt x="52" y="74"/>
                  </a:cubicBezTo>
                  <a:cubicBezTo>
                    <a:pt x="55" y="76"/>
                    <a:pt x="58" y="72"/>
                    <a:pt x="60" y="73"/>
                  </a:cubicBezTo>
                  <a:cubicBezTo>
                    <a:pt x="62" y="73"/>
                    <a:pt x="64" y="69"/>
                    <a:pt x="66" y="69"/>
                  </a:cubicBezTo>
                  <a:cubicBezTo>
                    <a:pt x="69" y="70"/>
                    <a:pt x="71" y="61"/>
                    <a:pt x="70" y="57"/>
                  </a:cubicBezTo>
                  <a:cubicBezTo>
                    <a:pt x="70" y="53"/>
                    <a:pt x="74" y="43"/>
                    <a:pt x="71" y="41"/>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2" name="Freeform 114">
              <a:extLst>
                <a:ext uri="{FF2B5EF4-FFF2-40B4-BE49-F238E27FC236}">
                  <a16:creationId xmlns:a16="http://schemas.microsoft.com/office/drawing/2014/main" id="{633BDF98-32E1-DF93-7F6D-19A45213527B}"/>
                </a:ext>
              </a:extLst>
            </p:cNvPr>
            <p:cNvSpPr>
              <a:spLocks/>
            </p:cNvSpPr>
            <p:nvPr/>
          </p:nvSpPr>
          <p:spPr bwMode="auto">
            <a:xfrm>
              <a:off x="5610637" y="3929888"/>
              <a:ext cx="272635" cy="398627"/>
            </a:xfrm>
            <a:custGeom>
              <a:avLst/>
              <a:gdLst>
                <a:gd name="T0" fmla="*/ 16 w 101"/>
                <a:gd name="T1" fmla="*/ 104 h 143"/>
                <a:gd name="T2" fmla="*/ 22 w 101"/>
                <a:gd name="T3" fmla="*/ 104 h 143"/>
                <a:gd name="T4" fmla="*/ 28 w 101"/>
                <a:gd name="T5" fmla="*/ 109 h 143"/>
                <a:gd name="T6" fmla="*/ 28 w 101"/>
                <a:gd name="T7" fmla="*/ 109 h 143"/>
                <a:gd name="T8" fmla="*/ 36 w 101"/>
                <a:gd name="T9" fmla="*/ 109 h 143"/>
                <a:gd name="T10" fmla="*/ 41 w 101"/>
                <a:gd name="T11" fmla="*/ 116 h 143"/>
                <a:gd name="T12" fmla="*/ 46 w 101"/>
                <a:gd name="T13" fmla="*/ 121 h 143"/>
                <a:gd name="T14" fmla="*/ 49 w 101"/>
                <a:gd name="T15" fmla="*/ 127 h 143"/>
                <a:gd name="T16" fmla="*/ 59 w 101"/>
                <a:gd name="T17" fmla="*/ 128 h 143"/>
                <a:gd name="T18" fmla="*/ 64 w 101"/>
                <a:gd name="T19" fmla="*/ 127 h 143"/>
                <a:gd name="T20" fmla="*/ 69 w 101"/>
                <a:gd name="T21" fmla="*/ 127 h 143"/>
                <a:gd name="T22" fmla="*/ 75 w 101"/>
                <a:gd name="T23" fmla="*/ 132 h 143"/>
                <a:gd name="T24" fmla="*/ 71 w 101"/>
                <a:gd name="T25" fmla="*/ 139 h 143"/>
                <a:gd name="T26" fmla="*/ 76 w 101"/>
                <a:gd name="T27" fmla="*/ 143 h 143"/>
                <a:gd name="T28" fmla="*/ 76 w 101"/>
                <a:gd name="T29" fmla="*/ 143 h 143"/>
                <a:gd name="T30" fmla="*/ 80 w 101"/>
                <a:gd name="T31" fmla="*/ 132 h 143"/>
                <a:gd name="T32" fmla="*/ 81 w 101"/>
                <a:gd name="T33" fmla="*/ 120 h 143"/>
                <a:gd name="T34" fmla="*/ 76 w 101"/>
                <a:gd name="T35" fmla="*/ 106 h 143"/>
                <a:gd name="T36" fmla="*/ 82 w 101"/>
                <a:gd name="T37" fmla="*/ 102 h 143"/>
                <a:gd name="T38" fmla="*/ 80 w 101"/>
                <a:gd name="T39" fmla="*/ 98 h 143"/>
                <a:gd name="T40" fmla="*/ 78 w 101"/>
                <a:gd name="T41" fmla="*/ 94 h 143"/>
                <a:gd name="T42" fmla="*/ 91 w 101"/>
                <a:gd name="T43" fmla="*/ 93 h 143"/>
                <a:gd name="T44" fmla="*/ 100 w 101"/>
                <a:gd name="T45" fmla="*/ 90 h 143"/>
                <a:gd name="T46" fmla="*/ 99 w 101"/>
                <a:gd name="T47" fmla="*/ 85 h 143"/>
                <a:gd name="T48" fmla="*/ 99 w 101"/>
                <a:gd name="T49" fmla="*/ 79 h 143"/>
                <a:gd name="T50" fmla="*/ 96 w 101"/>
                <a:gd name="T51" fmla="*/ 73 h 143"/>
                <a:gd name="T52" fmla="*/ 98 w 101"/>
                <a:gd name="T53" fmla="*/ 57 h 143"/>
                <a:gd name="T54" fmla="*/ 88 w 101"/>
                <a:gd name="T55" fmla="*/ 55 h 143"/>
                <a:gd name="T56" fmla="*/ 76 w 101"/>
                <a:gd name="T57" fmla="*/ 49 h 143"/>
                <a:gd name="T58" fmla="*/ 62 w 101"/>
                <a:gd name="T59" fmla="*/ 48 h 143"/>
                <a:gd name="T60" fmla="*/ 56 w 101"/>
                <a:gd name="T61" fmla="*/ 37 h 143"/>
                <a:gd name="T62" fmla="*/ 52 w 101"/>
                <a:gd name="T63" fmla="*/ 32 h 143"/>
                <a:gd name="T64" fmla="*/ 48 w 101"/>
                <a:gd name="T65" fmla="*/ 30 h 143"/>
                <a:gd name="T66" fmla="*/ 50 w 101"/>
                <a:gd name="T67" fmla="*/ 26 h 143"/>
                <a:gd name="T68" fmla="*/ 51 w 101"/>
                <a:gd name="T69" fmla="*/ 20 h 143"/>
                <a:gd name="T70" fmla="*/ 58 w 101"/>
                <a:gd name="T71" fmla="*/ 10 h 143"/>
                <a:gd name="T72" fmla="*/ 61 w 101"/>
                <a:gd name="T73" fmla="*/ 8 h 143"/>
                <a:gd name="T74" fmla="*/ 63 w 101"/>
                <a:gd name="T75" fmla="*/ 7 h 143"/>
                <a:gd name="T76" fmla="*/ 65 w 101"/>
                <a:gd name="T77" fmla="*/ 2 h 143"/>
                <a:gd name="T78" fmla="*/ 56 w 101"/>
                <a:gd name="T79" fmla="*/ 6 h 143"/>
                <a:gd name="T80" fmla="*/ 48 w 101"/>
                <a:gd name="T81" fmla="*/ 10 h 143"/>
                <a:gd name="T82" fmla="*/ 41 w 101"/>
                <a:gd name="T83" fmla="*/ 13 h 143"/>
                <a:gd name="T84" fmla="*/ 37 w 101"/>
                <a:gd name="T85" fmla="*/ 12 h 143"/>
                <a:gd name="T86" fmla="*/ 29 w 101"/>
                <a:gd name="T87" fmla="*/ 20 h 143"/>
                <a:gd name="T88" fmla="*/ 26 w 101"/>
                <a:gd name="T89" fmla="*/ 28 h 143"/>
                <a:gd name="T90" fmla="*/ 17 w 101"/>
                <a:gd name="T91" fmla="*/ 37 h 143"/>
                <a:gd name="T92" fmla="*/ 16 w 101"/>
                <a:gd name="T93" fmla="*/ 38 h 143"/>
                <a:gd name="T94" fmla="*/ 14 w 101"/>
                <a:gd name="T95" fmla="*/ 40 h 143"/>
                <a:gd name="T96" fmla="*/ 9 w 101"/>
                <a:gd name="T97" fmla="*/ 46 h 143"/>
                <a:gd name="T98" fmla="*/ 11 w 101"/>
                <a:gd name="T99" fmla="*/ 48 h 143"/>
                <a:gd name="T100" fmla="*/ 13 w 101"/>
                <a:gd name="T101" fmla="*/ 55 h 143"/>
                <a:gd name="T102" fmla="*/ 13 w 101"/>
                <a:gd name="T103" fmla="*/ 60 h 143"/>
                <a:gd name="T104" fmla="*/ 15 w 101"/>
                <a:gd name="T105" fmla="*/ 73 h 143"/>
                <a:gd name="T106" fmla="*/ 13 w 101"/>
                <a:gd name="T107" fmla="*/ 80 h 143"/>
                <a:gd name="T108" fmla="*/ 6 w 101"/>
                <a:gd name="T109" fmla="*/ 86 h 143"/>
                <a:gd name="T110" fmla="*/ 2 w 101"/>
                <a:gd name="T111" fmla="*/ 91 h 143"/>
                <a:gd name="T112" fmla="*/ 0 w 101"/>
                <a:gd name="T113" fmla="*/ 95 h 143"/>
                <a:gd name="T114" fmla="*/ 10 w 101"/>
                <a:gd name="T115" fmla="*/ 100 h 143"/>
                <a:gd name="T116" fmla="*/ 16 w 101"/>
                <a:gd name="T117" fmla="*/ 10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43">
                  <a:moveTo>
                    <a:pt x="16" y="104"/>
                  </a:moveTo>
                  <a:cubicBezTo>
                    <a:pt x="18" y="106"/>
                    <a:pt x="21" y="105"/>
                    <a:pt x="22" y="104"/>
                  </a:cubicBezTo>
                  <a:cubicBezTo>
                    <a:pt x="23" y="103"/>
                    <a:pt x="25" y="105"/>
                    <a:pt x="28" y="109"/>
                  </a:cubicBezTo>
                  <a:cubicBezTo>
                    <a:pt x="28" y="109"/>
                    <a:pt x="28" y="109"/>
                    <a:pt x="28" y="109"/>
                  </a:cubicBezTo>
                  <a:cubicBezTo>
                    <a:pt x="31" y="109"/>
                    <a:pt x="34" y="108"/>
                    <a:pt x="36" y="109"/>
                  </a:cubicBezTo>
                  <a:cubicBezTo>
                    <a:pt x="38" y="111"/>
                    <a:pt x="37" y="116"/>
                    <a:pt x="41" y="116"/>
                  </a:cubicBezTo>
                  <a:cubicBezTo>
                    <a:pt x="44" y="116"/>
                    <a:pt x="46" y="120"/>
                    <a:pt x="46" y="121"/>
                  </a:cubicBezTo>
                  <a:cubicBezTo>
                    <a:pt x="46" y="123"/>
                    <a:pt x="49" y="124"/>
                    <a:pt x="49" y="127"/>
                  </a:cubicBezTo>
                  <a:cubicBezTo>
                    <a:pt x="49" y="129"/>
                    <a:pt x="58" y="129"/>
                    <a:pt x="59" y="128"/>
                  </a:cubicBezTo>
                  <a:cubicBezTo>
                    <a:pt x="60" y="127"/>
                    <a:pt x="62" y="126"/>
                    <a:pt x="64" y="127"/>
                  </a:cubicBezTo>
                  <a:cubicBezTo>
                    <a:pt x="65" y="128"/>
                    <a:pt x="68" y="126"/>
                    <a:pt x="69" y="127"/>
                  </a:cubicBezTo>
                  <a:cubicBezTo>
                    <a:pt x="71" y="128"/>
                    <a:pt x="77" y="130"/>
                    <a:pt x="75" y="132"/>
                  </a:cubicBezTo>
                  <a:cubicBezTo>
                    <a:pt x="74" y="134"/>
                    <a:pt x="70" y="137"/>
                    <a:pt x="71" y="139"/>
                  </a:cubicBezTo>
                  <a:cubicBezTo>
                    <a:pt x="72" y="140"/>
                    <a:pt x="75" y="141"/>
                    <a:pt x="76" y="143"/>
                  </a:cubicBezTo>
                  <a:cubicBezTo>
                    <a:pt x="76" y="143"/>
                    <a:pt x="76" y="143"/>
                    <a:pt x="76" y="143"/>
                  </a:cubicBezTo>
                  <a:cubicBezTo>
                    <a:pt x="79" y="142"/>
                    <a:pt x="80" y="134"/>
                    <a:pt x="80" y="132"/>
                  </a:cubicBezTo>
                  <a:cubicBezTo>
                    <a:pt x="80" y="129"/>
                    <a:pt x="81" y="123"/>
                    <a:pt x="81" y="120"/>
                  </a:cubicBezTo>
                  <a:cubicBezTo>
                    <a:pt x="83" y="115"/>
                    <a:pt x="76" y="112"/>
                    <a:pt x="76" y="106"/>
                  </a:cubicBezTo>
                  <a:cubicBezTo>
                    <a:pt x="76" y="101"/>
                    <a:pt x="79" y="104"/>
                    <a:pt x="82" y="102"/>
                  </a:cubicBezTo>
                  <a:cubicBezTo>
                    <a:pt x="85" y="100"/>
                    <a:pt x="82" y="99"/>
                    <a:pt x="80" y="98"/>
                  </a:cubicBezTo>
                  <a:cubicBezTo>
                    <a:pt x="79" y="98"/>
                    <a:pt x="77" y="95"/>
                    <a:pt x="78" y="94"/>
                  </a:cubicBezTo>
                  <a:cubicBezTo>
                    <a:pt x="78" y="92"/>
                    <a:pt x="88" y="93"/>
                    <a:pt x="91" y="93"/>
                  </a:cubicBezTo>
                  <a:cubicBezTo>
                    <a:pt x="94" y="93"/>
                    <a:pt x="100" y="90"/>
                    <a:pt x="100" y="90"/>
                  </a:cubicBezTo>
                  <a:cubicBezTo>
                    <a:pt x="100" y="89"/>
                    <a:pt x="101" y="87"/>
                    <a:pt x="99" y="85"/>
                  </a:cubicBezTo>
                  <a:cubicBezTo>
                    <a:pt x="96" y="84"/>
                    <a:pt x="97" y="81"/>
                    <a:pt x="99" y="79"/>
                  </a:cubicBezTo>
                  <a:cubicBezTo>
                    <a:pt x="101" y="77"/>
                    <a:pt x="98" y="75"/>
                    <a:pt x="96" y="73"/>
                  </a:cubicBezTo>
                  <a:cubicBezTo>
                    <a:pt x="93" y="70"/>
                    <a:pt x="95" y="61"/>
                    <a:pt x="98" y="57"/>
                  </a:cubicBezTo>
                  <a:cubicBezTo>
                    <a:pt x="100" y="53"/>
                    <a:pt x="92" y="54"/>
                    <a:pt x="88" y="55"/>
                  </a:cubicBezTo>
                  <a:cubicBezTo>
                    <a:pt x="83" y="55"/>
                    <a:pt x="79" y="53"/>
                    <a:pt x="76" y="49"/>
                  </a:cubicBezTo>
                  <a:cubicBezTo>
                    <a:pt x="73" y="46"/>
                    <a:pt x="69" y="48"/>
                    <a:pt x="62" y="48"/>
                  </a:cubicBezTo>
                  <a:cubicBezTo>
                    <a:pt x="54" y="48"/>
                    <a:pt x="56" y="40"/>
                    <a:pt x="56" y="37"/>
                  </a:cubicBezTo>
                  <a:cubicBezTo>
                    <a:pt x="56" y="34"/>
                    <a:pt x="52" y="34"/>
                    <a:pt x="52" y="32"/>
                  </a:cubicBezTo>
                  <a:cubicBezTo>
                    <a:pt x="52" y="30"/>
                    <a:pt x="50" y="30"/>
                    <a:pt x="48" y="30"/>
                  </a:cubicBezTo>
                  <a:cubicBezTo>
                    <a:pt x="47" y="30"/>
                    <a:pt x="48" y="27"/>
                    <a:pt x="50" y="26"/>
                  </a:cubicBezTo>
                  <a:cubicBezTo>
                    <a:pt x="51" y="24"/>
                    <a:pt x="51" y="23"/>
                    <a:pt x="51" y="20"/>
                  </a:cubicBezTo>
                  <a:cubicBezTo>
                    <a:pt x="51" y="16"/>
                    <a:pt x="56" y="13"/>
                    <a:pt x="58" y="10"/>
                  </a:cubicBezTo>
                  <a:cubicBezTo>
                    <a:pt x="59" y="9"/>
                    <a:pt x="60" y="9"/>
                    <a:pt x="61" y="8"/>
                  </a:cubicBezTo>
                  <a:cubicBezTo>
                    <a:pt x="61" y="8"/>
                    <a:pt x="62" y="7"/>
                    <a:pt x="63" y="7"/>
                  </a:cubicBezTo>
                  <a:cubicBezTo>
                    <a:pt x="67" y="6"/>
                    <a:pt x="69" y="4"/>
                    <a:pt x="65" y="2"/>
                  </a:cubicBezTo>
                  <a:cubicBezTo>
                    <a:pt x="61" y="0"/>
                    <a:pt x="59" y="6"/>
                    <a:pt x="56" y="6"/>
                  </a:cubicBezTo>
                  <a:cubicBezTo>
                    <a:pt x="52" y="7"/>
                    <a:pt x="51" y="9"/>
                    <a:pt x="48" y="10"/>
                  </a:cubicBezTo>
                  <a:cubicBezTo>
                    <a:pt x="46" y="12"/>
                    <a:pt x="41" y="11"/>
                    <a:pt x="41" y="13"/>
                  </a:cubicBezTo>
                  <a:cubicBezTo>
                    <a:pt x="40" y="15"/>
                    <a:pt x="39" y="13"/>
                    <a:pt x="37" y="12"/>
                  </a:cubicBezTo>
                  <a:cubicBezTo>
                    <a:pt x="34" y="12"/>
                    <a:pt x="29" y="17"/>
                    <a:pt x="29" y="20"/>
                  </a:cubicBezTo>
                  <a:cubicBezTo>
                    <a:pt x="29" y="22"/>
                    <a:pt x="30" y="25"/>
                    <a:pt x="26" y="28"/>
                  </a:cubicBezTo>
                  <a:cubicBezTo>
                    <a:pt x="22" y="30"/>
                    <a:pt x="19" y="35"/>
                    <a:pt x="17" y="37"/>
                  </a:cubicBezTo>
                  <a:cubicBezTo>
                    <a:pt x="17" y="38"/>
                    <a:pt x="16" y="38"/>
                    <a:pt x="16" y="38"/>
                  </a:cubicBezTo>
                  <a:cubicBezTo>
                    <a:pt x="15" y="39"/>
                    <a:pt x="15" y="40"/>
                    <a:pt x="14" y="40"/>
                  </a:cubicBezTo>
                  <a:cubicBezTo>
                    <a:pt x="13" y="41"/>
                    <a:pt x="11" y="44"/>
                    <a:pt x="9" y="46"/>
                  </a:cubicBezTo>
                  <a:cubicBezTo>
                    <a:pt x="10" y="47"/>
                    <a:pt x="11" y="48"/>
                    <a:pt x="11" y="48"/>
                  </a:cubicBezTo>
                  <a:cubicBezTo>
                    <a:pt x="14" y="51"/>
                    <a:pt x="12" y="53"/>
                    <a:pt x="13" y="55"/>
                  </a:cubicBezTo>
                  <a:cubicBezTo>
                    <a:pt x="14" y="56"/>
                    <a:pt x="15" y="59"/>
                    <a:pt x="13" y="60"/>
                  </a:cubicBezTo>
                  <a:cubicBezTo>
                    <a:pt x="12" y="61"/>
                    <a:pt x="13" y="71"/>
                    <a:pt x="15" y="73"/>
                  </a:cubicBezTo>
                  <a:cubicBezTo>
                    <a:pt x="16" y="75"/>
                    <a:pt x="15" y="76"/>
                    <a:pt x="13" y="80"/>
                  </a:cubicBezTo>
                  <a:cubicBezTo>
                    <a:pt x="11" y="84"/>
                    <a:pt x="9" y="85"/>
                    <a:pt x="6" y="86"/>
                  </a:cubicBezTo>
                  <a:cubicBezTo>
                    <a:pt x="2" y="86"/>
                    <a:pt x="3" y="91"/>
                    <a:pt x="2" y="91"/>
                  </a:cubicBezTo>
                  <a:cubicBezTo>
                    <a:pt x="1" y="91"/>
                    <a:pt x="0" y="93"/>
                    <a:pt x="0" y="95"/>
                  </a:cubicBezTo>
                  <a:cubicBezTo>
                    <a:pt x="3" y="97"/>
                    <a:pt x="9" y="100"/>
                    <a:pt x="10" y="100"/>
                  </a:cubicBezTo>
                  <a:cubicBezTo>
                    <a:pt x="12" y="100"/>
                    <a:pt x="13" y="103"/>
                    <a:pt x="16" y="104"/>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3" name="Freeform 115">
              <a:extLst>
                <a:ext uri="{FF2B5EF4-FFF2-40B4-BE49-F238E27FC236}">
                  <a16:creationId xmlns:a16="http://schemas.microsoft.com/office/drawing/2014/main" id="{90B22E56-9D47-4CBC-BC8A-4093B499E604}"/>
                </a:ext>
              </a:extLst>
            </p:cNvPr>
            <p:cNvSpPr>
              <a:spLocks/>
            </p:cNvSpPr>
            <p:nvPr/>
          </p:nvSpPr>
          <p:spPr bwMode="auto">
            <a:xfrm>
              <a:off x="5823954" y="4459039"/>
              <a:ext cx="280620" cy="325722"/>
            </a:xfrm>
            <a:custGeom>
              <a:avLst/>
              <a:gdLst>
                <a:gd name="T0" fmla="*/ 102 w 104"/>
                <a:gd name="T1" fmla="*/ 70 h 117"/>
                <a:gd name="T2" fmla="*/ 97 w 104"/>
                <a:gd name="T3" fmla="*/ 62 h 117"/>
                <a:gd name="T4" fmla="*/ 90 w 104"/>
                <a:gd name="T5" fmla="*/ 58 h 117"/>
                <a:gd name="T6" fmla="*/ 81 w 104"/>
                <a:gd name="T7" fmla="*/ 53 h 117"/>
                <a:gd name="T8" fmla="*/ 80 w 104"/>
                <a:gd name="T9" fmla="*/ 46 h 117"/>
                <a:gd name="T10" fmla="*/ 79 w 104"/>
                <a:gd name="T11" fmla="*/ 40 h 117"/>
                <a:gd name="T12" fmla="*/ 76 w 104"/>
                <a:gd name="T13" fmla="*/ 34 h 117"/>
                <a:gd name="T14" fmla="*/ 66 w 104"/>
                <a:gd name="T15" fmla="*/ 32 h 117"/>
                <a:gd name="T16" fmla="*/ 59 w 104"/>
                <a:gd name="T17" fmla="*/ 29 h 117"/>
                <a:gd name="T18" fmla="*/ 56 w 104"/>
                <a:gd name="T19" fmla="*/ 26 h 117"/>
                <a:gd name="T20" fmla="*/ 50 w 104"/>
                <a:gd name="T21" fmla="*/ 25 h 117"/>
                <a:gd name="T22" fmla="*/ 40 w 104"/>
                <a:gd name="T23" fmla="*/ 19 h 117"/>
                <a:gd name="T24" fmla="*/ 37 w 104"/>
                <a:gd name="T25" fmla="*/ 2 h 117"/>
                <a:gd name="T26" fmla="*/ 29 w 104"/>
                <a:gd name="T27" fmla="*/ 2 h 117"/>
                <a:gd name="T28" fmla="*/ 19 w 104"/>
                <a:gd name="T29" fmla="*/ 6 h 117"/>
                <a:gd name="T30" fmla="*/ 12 w 104"/>
                <a:gd name="T31" fmla="*/ 10 h 117"/>
                <a:gd name="T32" fmla="*/ 5 w 104"/>
                <a:gd name="T33" fmla="*/ 12 h 117"/>
                <a:gd name="T34" fmla="*/ 2 w 104"/>
                <a:gd name="T35" fmla="*/ 11 h 117"/>
                <a:gd name="T36" fmla="*/ 8 w 104"/>
                <a:gd name="T37" fmla="*/ 23 h 117"/>
                <a:gd name="T38" fmla="*/ 6 w 104"/>
                <a:gd name="T39" fmla="*/ 27 h 117"/>
                <a:gd name="T40" fmla="*/ 6 w 104"/>
                <a:gd name="T41" fmla="*/ 39 h 117"/>
                <a:gd name="T42" fmla="*/ 4 w 104"/>
                <a:gd name="T43" fmla="*/ 46 h 117"/>
                <a:gd name="T44" fmla="*/ 2 w 104"/>
                <a:gd name="T45" fmla="*/ 54 h 117"/>
                <a:gd name="T46" fmla="*/ 6 w 104"/>
                <a:gd name="T47" fmla="*/ 58 h 117"/>
                <a:gd name="T48" fmla="*/ 1 w 104"/>
                <a:gd name="T49" fmla="*/ 64 h 117"/>
                <a:gd name="T50" fmla="*/ 1 w 104"/>
                <a:gd name="T51" fmla="*/ 68 h 117"/>
                <a:gd name="T52" fmla="*/ 4 w 104"/>
                <a:gd name="T53" fmla="*/ 72 h 117"/>
                <a:gd name="T54" fmla="*/ 6 w 104"/>
                <a:gd name="T55" fmla="*/ 81 h 117"/>
                <a:gd name="T56" fmla="*/ 9 w 104"/>
                <a:gd name="T57" fmla="*/ 85 h 117"/>
                <a:gd name="T58" fmla="*/ 8 w 104"/>
                <a:gd name="T59" fmla="*/ 91 h 117"/>
                <a:gd name="T60" fmla="*/ 11 w 104"/>
                <a:gd name="T61" fmla="*/ 98 h 117"/>
                <a:gd name="T62" fmla="*/ 14 w 104"/>
                <a:gd name="T63" fmla="*/ 106 h 117"/>
                <a:gd name="T64" fmla="*/ 16 w 104"/>
                <a:gd name="T65" fmla="*/ 115 h 117"/>
                <a:gd name="T66" fmla="*/ 27 w 104"/>
                <a:gd name="T67" fmla="*/ 109 h 117"/>
                <a:gd name="T68" fmla="*/ 35 w 104"/>
                <a:gd name="T69" fmla="*/ 108 h 117"/>
                <a:gd name="T70" fmla="*/ 44 w 104"/>
                <a:gd name="T71" fmla="*/ 112 h 117"/>
                <a:gd name="T72" fmla="*/ 49 w 104"/>
                <a:gd name="T73" fmla="*/ 107 h 117"/>
                <a:gd name="T74" fmla="*/ 60 w 104"/>
                <a:gd name="T75" fmla="*/ 107 h 117"/>
                <a:gd name="T76" fmla="*/ 63 w 104"/>
                <a:gd name="T77" fmla="*/ 94 h 117"/>
                <a:gd name="T78" fmla="*/ 69 w 104"/>
                <a:gd name="T79" fmla="*/ 86 h 117"/>
                <a:gd name="T80" fmla="*/ 80 w 104"/>
                <a:gd name="T81" fmla="*/ 85 h 117"/>
                <a:gd name="T82" fmla="*/ 89 w 104"/>
                <a:gd name="T83" fmla="*/ 84 h 117"/>
                <a:gd name="T84" fmla="*/ 97 w 104"/>
                <a:gd name="T85" fmla="*/ 87 h 117"/>
                <a:gd name="T86" fmla="*/ 101 w 104"/>
                <a:gd name="T87" fmla="*/ 81 h 117"/>
                <a:gd name="T88" fmla="*/ 102 w 104"/>
                <a:gd name="T89" fmla="*/ 7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4" h="117">
                  <a:moveTo>
                    <a:pt x="102" y="70"/>
                  </a:moveTo>
                  <a:cubicBezTo>
                    <a:pt x="101" y="66"/>
                    <a:pt x="97" y="66"/>
                    <a:pt x="97" y="62"/>
                  </a:cubicBezTo>
                  <a:cubicBezTo>
                    <a:pt x="97" y="58"/>
                    <a:pt x="96" y="57"/>
                    <a:pt x="90" y="58"/>
                  </a:cubicBezTo>
                  <a:cubicBezTo>
                    <a:pt x="85" y="58"/>
                    <a:pt x="81" y="57"/>
                    <a:pt x="81" y="53"/>
                  </a:cubicBezTo>
                  <a:cubicBezTo>
                    <a:pt x="81" y="50"/>
                    <a:pt x="78" y="48"/>
                    <a:pt x="80" y="46"/>
                  </a:cubicBezTo>
                  <a:cubicBezTo>
                    <a:pt x="83" y="45"/>
                    <a:pt x="78" y="43"/>
                    <a:pt x="79" y="40"/>
                  </a:cubicBezTo>
                  <a:cubicBezTo>
                    <a:pt x="79" y="37"/>
                    <a:pt x="77" y="36"/>
                    <a:pt x="76" y="34"/>
                  </a:cubicBezTo>
                  <a:cubicBezTo>
                    <a:pt x="74" y="33"/>
                    <a:pt x="66" y="35"/>
                    <a:pt x="66" y="32"/>
                  </a:cubicBezTo>
                  <a:cubicBezTo>
                    <a:pt x="66" y="29"/>
                    <a:pt x="62" y="29"/>
                    <a:pt x="59" y="29"/>
                  </a:cubicBezTo>
                  <a:cubicBezTo>
                    <a:pt x="57" y="29"/>
                    <a:pt x="59" y="26"/>
                    <a:pt x="56" y="26"/>
                  </a:cubicBezTo>
                  <a:cubicBezTo>
                    <a:pt x="53" y="26"/>
                    <a:pt x="54" y="24"/>
                    <a:pt x="50" y="25"/>
                  </a:cubicBezTo>
                  <a:cubicBezTo>
                    <a:pt x="46" y="25"/>
                    <a:pt x="44" y="23"/>
                    <a:pt x="40" y="19"/>
                  </a:cubicBezTo>
                  <a:cubicBezTo>
                    <a:pt x="36" y="14"/>
                    <a:pt x="37" y="5"/>
                    <a:pt x="37" y="2"/>
                  </a:cubicBezTo>
                  <a:cubicBezTo>
                    <a:pt x="38" y="0"/>
                    <a:pt x="33" y="2"/>
                    <a:pt x="29" y="2"/>
                  </a:cubicBezTo>
                  <a:cubicBezTo>
                    <a:pt x="26" y="2"/>
                    <a:pt x="23" y="4"/>
                    <a:pt x="19" y="6"/>
                  </a:cubicBezTo>
                  <a:cubicBezTo>
                    <a:pt x="16" y="8"/>
                    <a:pt x="14" y="8"/>
                    <a:pt x="12" y="10"/>
                  </a:cubicBezTo>
                  <a:cubicBezTo>
                    <a:pt x="10" y="12"/>
                    <a:pt x="8" y="13"/>
                    <a:pt x="5" y="12"/>
                  </a:cubicBezTo>
                  <a:cubicBezTo>
                    <a:pt x="4" y="11"/>
                    <a:pt x="3" y="11"/>
                    <a:pt x="2" y="11"/>
                  </a:cubicBezTo>
                  <a:cubicBezTo>
                    <a:pt x="4" y="15"/>
                    <a:pt x="7" y="21"/>
                    <a:pt x="8" y="23"/>
                  </a:cubicBezTo>
                  <a:cubicBezTo>
                    <a:pt x="9" y="26"/>
                    <a:pt x="7" y="26"/>
                    <a:pt x="6" y="27"/>
                  </a:cubicBezTo>
                  <a:cubicBezTo>
                    <a:pt x="5" y="28"/>
                    <a:pt x="6" y="37"/>
                    <a:pt x="6" y="39"/>
                  </a:cubicBezTo>
                  <a:cubicBezTo>
                    <a:pt x="7" y="41"/>
                    <a:pt x="3" y="45"/>
                    <a:pt x="4" y="46"/>
                  </a:cubicBezTo>
                  <a:cubicBezTo>
                    <a:pt x="6" y="48"/>
                    <a:pt x="2" y="51"/>
                    <a:pt x="2" y="54"/>
                  </a:cubicBezTo>
                  <a:cubicBezTo>
                    <a:pt x="2" y="56"/>
                    <a:pt x="6" y="56"/>
                    <a:pt x="6" y="58"/>
                  </a:cubicBezTo>
                  <a:cubicBezTo>
                    <a:pt x="6" y="59"/>
                    <a:pt x="3" y="63"/>
                    <a:pt x="1" y="64"/>
                  </a:cubicBezTo>
                  <a:cubicBezTo>
                    <a:pt x="0" y="65"/>
                    <a:pt x="0" y="66"/>
                    <a:pt x="1" y="68"/>
                  </a:cubicBezTo>
                  <a:cubicBezTo>
                    <a:pt x="1" y="68"/>
                    <a:pt x="1" y="70"/>
                    <a:pt x="4" y="72"/>
                  </a:cubicBezTo>
                  <a:cubicBezTo>
                    <a:pt x="7" y="74"/>
                    <a:pt x="3" y="78"/>
                    <a:pt x="6" y="81"/>
                  </a:cubicBezTo>
                  <a:cubicBezTo>
                    <a:pt x="8" y="84"/>
                    <a:pt x="11" y="84"/>
                    <a:pt x="9" y="85"/>
                  </a:cubicBezTo>
                  <a:cubicBezTo>
                    <a:pt x="8" y="87"/>
                    <a:pt x="10" y="90"/>
                    <a:pt x="8" y="91"/>
                  </a:cubicBezTo>
                  <a:cubicBezTo>
                    <a:pt x="6" y="93"/>
                    <a:pt x="8" y="97"/>
                    <a:pt x="11" y="98"/>
                  </a:cubicBezTo>
                  <a:cubicBezTo>
                    <a:pt x="13" y="99"/>
                    <a:pt x="11" y="104"/>
                    <a:pt x="14" y="106"/>
                  </a:cubicBezTo>
                  <a:cubicBezTo>
                    <a:pt x="16" y="108"/>
                    <a:pt x="15" y="114"/>
                    <a:pt x="16" y="115"/>
                  </a:cubicBezTo>
                  <a:cubicBezTo>
                    <a:pt x="16" y="117"/>
                    <a:pt x="23" y="113"/>
                    <a:pt x="27" y="109"/>
                  </a:cubicBezTo>
                  <a:cubicBezTo>
                    <a:pt x="31" y="104"/>
                    <a:pt x="31" y="108"/>
                    <a:pt x="35" y="108"/>
                  </a:cubicBezTo>
                  <a:cubicBezTo>
                    <a:pt x="38" y="109"/>
                    <a:pt x="43" y="109"/>
                    <a:pt x="44" y="112"/>
                  </a:cubicBezTo>
                  <a:cubicBezTo>
                    <a:pt x="46" y="116"/>
                    <a:pt x="48" y="109"/>
                    <a:pt x="49" y="107"/>
                  </a:cubicBezTo>
                  <a:cubicBezTo>
                    <a:pt x="51" y="106"/>
                    <a:pt x="59" y="108"/>
                    <a:pt x="60" y="107"/>
                  </a:cubicBezTo>
                  <a:cubicBezTo>
                    <a:pt x="62" y="107"/>
                    <a:pt x="63" y="96"/>
                    <a:pt x="63" y="94"/>
                  </a:cubicBezTo>
                  <a:cubicBezTo>
                    <a:pt x="63" y="93"/>
                    <a:pt x="66" y="88"/>
                    <a:pt x="69" y="86"/>
                  </a:cubicBezTo>
                  <a:cubicBezTo>
                    <a:pt x="72" y="84"/>
                    <a:pt x="77" y="86"/>
                    <a:pt x="80" y="85"/>
                  </a:cubicBezTo>
                  <a:cubicBezTo>
                    <a:pt x="82" y="83"/>
                    <a:pt x="86" y="84"/>
                    <a:pt x="89" y="84"/>
                  </a:cubicBezTo>
                  <a:cubicBezTo>
                    <a:pt x="93" y="84"/>
                    <a:pt x="95" y="87"/>
                    <a:pt x="97" y="87"/>
                  </a:cubicBezTo>
                  <a:cubicBezTo>
                    <a:pt x="99" y="87"/>
                    <a:pt x="102" y="84"/>
                    <a:pt x="101" y="81"/>
                  </a:cubicBezTo>
                  <a:cubicBezTo>
                    <a:pt x="101" y="78"/>
                    <a:pt x="104" y="74"/>
                    <a:pt x="102" y="70"/>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4" name="Freeform 116">
              <a:extLst>
                <a:ext uri="{FF2B5EF4-FFF2-40B4-BE49-F238E27FC236}">
                  <a16:creationId xmlns:a16="http://schemas.microsoft.com/office/drawing/2014/main" id="{C877A6C8-7037-5F9F-96B8-6A94CACD120C}"/>
                </a:ext>
              </a:extLst>
            </p:cNvPr>
            <p:cNvSpPr>
              <a:spLocks/>
            </p:cNvSpPr>
            <p:nvPr/>
          </p:nvSpPr>
          <p:spPr bwMode="auto">
            <a:xfrm>
              <a:off x="5554740" y="4230917"/>
              <a:ext cx="293169" cy="439783"/>
            </a:xfrm>
            <a:custGeom>
              <a:avLst/>
              <a:gdLst>
                <a:gd name="T0" fmla="*/ 100 w 109"/>
                <a:gd name="T1" fmla="*/ 150 h 158"/>
                <a:gd name="T2" fmla="*/ 101 w 109"/>
                <a:gd name="T3" fmla="*/ 150 h 158"/>
                <a:gd name="T4" fmla="*/ 101 w 109"/>
                <a:gd name="T5" fmla="*/ 146 h 158"/>
                <a:gd name="T6" fmla="*/ 106 w 109"/>
                <a:gd name="T7" fmla="*/ 140 h 158"/>
                <a:gd name="T8" fmla="*/ 102 w 109"/>
                <a:gd name="T9" fmla="*/ 136 h 158"/>
                <a:gd name="T10" fmla="*/ 104 w 109"/>
                <a:gd name="T11" fmla="*/ 128 h 158"/>
                <a:gd name="T12" fmla="*/ 106 w 109"/>
                <a:gd name="T13" fmla="*/ 121 h 158"/>
                <a:gd name="T14" fmla="*/ 106 w 109"/>
                <a:gd name="T15" fmla="*/ 109 h 158"/>
                <a:gd name="T16" fmla="*/ 108 w 109"/>
                <a:gd name="T17" fmla="*/ 105 h 158"/>
                <a:gd name="T18" fmla="*/ 102 w 109"/>
                <a:gd name="T19" fmla="*/ 93 h 158"/>
                <a:gd name="T20" fmla="*/ 94 w 109"/>
                <a:gd name="T21" fmla="*/ 94 h 158"/>
                <a:gd name="T22" fmla="*/ 92 w 109"/>
                <a:gd name="T23" fmla="*/ 83 h 158"/>
                <a:gd name="T24" fmla="*/ 88 w 109"/>
                <a:gd name="T25" fmla="*/ 83 h 158"/>
                <a:gd name="T26" fmla="*/ 79 w 109"/>
                <a:gd name="T27" fmla="*/ 85 h 158"/>
                <a:gd name="T28" fmla="*/ 75 w 109"/>
                <a:gd name="T29" fmla="*/ 80 h 158"/>
                <a:gd name="T30" fmla="*/ 71 w 109"/>
                <a:gd name="T31" fmla="*/ 77 h 158"/>
                <a:gd name="T32" fmla="*/ 67 w 109"/>
                <a:gd name="T33" fmla="*/ 69 h 158"/>
                <a:gd name="T34" fmla="*/ 65 w 109"/>
                <a:gd name="T35" fmla="*/ 62 h 158"/>
                <a:gd name="T36" fmla="*/ 66 w 109"/>
                <a:gd name="T37" fmla="*/ 57 h 158"/>
                <a:gd name="T38" fmla="*/ 70 w 109"/>
                <a:gd name="T39" fmla="*/ 52 h 158"/>
                <a:gd name="T40" fmla="*/ 73 w 109"/>
                <a:gd name="T41" fmla="*/ 44 h 158"/>
                <a:gd name="T42" fmla="*/ 80 w 109"/>
                <a:gd name="T43" fmla="*/ 39 h 158"/>
                <a:gd name="T44" fmla="*/ 90 w 109"/>
                <a:gd name="T45" fmla="*/ 35 h 158"/>
                <a:gd name="T46" fmla="*/ 97 w 109"/>
                <a:gd name="T47" fmla="*/ 35 h 158"/>
                <a:gd name="T48" fmla="*/ 92 w 109"/>
                <a:gd name="T49" fmla="*/ 31 h 158"/>
                <a:gd name="T50" fmla="*/ 96 w 109"/>
                <a:gd name="T51" fmla="*/ 24 h 158"/>
                <a:gd name="T52" fmla="*/ 90 w 109"/>
                <a:gd name="T53" fmla="*/ 19 h 158"/>
                <a:gd name="T54" fmla="*/ 85 w 109"/>
                <a:gd name="T55" fmla="*/ 19 h 158"/>
                <a:gd name="T56" fmla="*/ 80 w 109"/>
                <a:gd name="T57" fmla="*/ 20 h 158"/>
                <a:gd name="T58" fmla="*/ 70 w 109"/>
                <a:gd name="T59" fmla="*/ 19 h 158"/>
                <a:gd name="T60" fmla="*/ 67 w 109"/>
                <a:gd name="T61" fmla="*/ 13 h 158"/>
                <a:gd name="T62" fmla="*/ 62 w 109"/>
                <a:gd name="T63" fmla="*/ 8 h 158"/>
                <a:gd name="T64" fmla="*/ 57 w 109"/>
                <a:gd name="T65" fmla="*/ 1 h 158"/>
                <a:gd name="T66" fmla="*/ 49 w 109"/>
                <a:gd name="T67" fmla="*/ 1 h 158"/>
                <a:gd name="T68" fmla="*/ 51 w 109"/>
                <a:gd name="T69" fmla="*/ 7 h 158"/>
                <a:gd name="T70" fmla="*/ 47 w 109"/>
                <a:gd name="T71" fmla="*/ 16 h 158"/>
                <a:gd name="T72" fmla="*/ 30 w 109"/>
                <a:gd name="T73" fmla="*/ 25 h 158"/>
                <a:gd name="T74" fmla="*/ 23 w 109"/>
                <a:gd name="T75" fmla="*/ 38 h 158"/>
                <a:gd name="T76" fmla="*/ 16 w 109"/>
                <a:gd name="T77" fmla="*/ 39 h 158"/>
                <a:gd name="T78" fmla="*/ 10 w 109"/>
                <a:gd name="T79" fmla="*/ 37 h 158"/>
                <a:gd name="T80" fmla="*/ 10 w 109"/>
                <a:gd name="T81" fmla="*/ 33 h 158"/>
                <a:gd name="T82" fmla="*/ 8 w 109"/>
                <a:gd name="T83" fmla="*/ 28 h 158"/>
                <a:gd name="T84" fmla="*/ 1 w 109"/>
                <a:gd name="T85" fmla="*/ 36 h 158"/>
                <a:gd name="T86" fmla="*/ 5 w 109"/>
                <a:gd name="T87" fmla="*/ 47 h 158"/>
                <a:gd name="T88" fmla="*/ 2 w 109"/>
                <a:gd name="T89" fmla="*/ 49 h 158"/>
                <a:gd name="T90" fmla="*/ 11 w 109"/>
                <a:gd name="T91" fmla="*/ 57 h 158"/>
                <a:gd name="T92" fmla="*/ 20 w 109"/>
                <a:gd name="T93" fmla="*/ 68 h 158"/>
                <a:gd name="T94" fmla="*/ 26 w 109"/>
                <a:gd name="T95" fmla="*/ 81 h 158"/>
                <a:gd name="T96" fmla="*/ 39 w 109"/>
                <a:gd name="T97" fmla="*/ 106 h 158"/>
                <a:gd name="T98" fmla="*/ 44 w 109"/>
                <a:gd name="T99" fmla="*/ 117 h 158"/>
                <a:gd name="T100" fmla="*/ 47 w 109"/>
                <a:gd name="T101" fmla="*/ 125 h 158"/>
                <a:gd name="T102" fmla="*/ 60 w 109"/>
                <a:gd name="T103" fmla="*/ 134 h 158"/>
                <a:gd name="T104" fmla="*/ 84 w 109"/>
                <a:gd name="T105" fmla="*/ 149 h 158"/>
                <a:gd name="T106" fmla="*/ 94 w 109"/>
                <a:gd name="T107" fmla="*/ 156 h 158"/>
                <a:gd name="T108" fmla="*/ 95 w 109"/>
                <a:gd name="T109" fmla="*/ 158 h 158"/>
                <a:gd name="T110" fmla="*/ 97 w 109"/>
                <a:gd name="T111" fmla="*/ 157 h 158"/>
                <a:gd name="T112" fmla="*/ 100 w 109"/>
                <a:gd name="T113" fmla="*/ 15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9" h="158">
                  <a:moveTo>
                    <a:pt x="100" y="150"/>
                  </a:moveTo>
                  <a:cubicBezTo>
                    <a:pt x="100" y="150"/>
                    <a:pt x="100" y="150"/>
                    <a:pt x="101" y="150"/>
                  </a:cubicBezTo>
                  <a:cubicBezTo>
                    <a:pt x="100" y="148"/>
                    <a:pt x="100" y="147"/>
                    <a:pt x="101" y="146"/>
                  </a:cubicBezTo>
                  <a:cubicBezTo>
                    <a:pt x="103" y="145"/>
                    <a:pt x="106" y="141"/>
                    <a:pt x="106" y="140"/>
                  </a:cubicBezTo>
                  <a:cubicBezTo>
                    <a:pt x="106" y="138"/>
                    <a:pt x="102" y="138"/>
                    <a:pt x="102" y="136"/>
                  </a:cubicBezTo>
                  <a:cubicBezTo>
                    <a:pt x="102" y="133"/>
                    <a:pt x="106" y="130"/>
                    <a:pt x="104" y="128"/>
                  </a:cubicBezTo>
                  <a:cubicBezTo>
                    <a:pt x="103" y="127"/>
                    <a:pt x="107" y="123"/>
                    <a:pt x="106" y="121"/>
                  </a:cubicBezTo>
                  <a:cubicBezTo>
                    <a:pt x="106" y="119"/>
                    <a:pt x="105" y="110"/>
                    <a:pt x="106" y="109"/>
                  </a:cubicBezTo>
                  <a:cubicBezTo>
                    <a:pt x="107" y="108"/>
                    <a:pt x="109" y="108"/>
                    <a:pt x="108" y="105"/>
                  </a:cubicBezTo>
                  <a:cubicBezTo>
                    <a:pt x="107" y="103"/>
                    <a:pt x="104" y="97"/>
                    <a:pt x="102" y="93"/>
                  </a:cubicBezTo>
                  <a:cubicBezTo>
                    <a:pt x="99" y="93"/>
                    <a:pt x="96" y="93"/>
                    <a:pt x="94" y="94"/>
                  </a:cubicBezTo>
                  <a:cubicBezTo>
                    <a:pt x="91" y="95"/>
                    <a:pt x="92" y="86"/>
                    <a:pt x="92" y="83"/>
                  </a:cubicBezTo>
                  <a:cubicBezTo>
                    <a:pt x="92" y="79"/>
                    <a:pt x="89" y="81"/>
                    <a:pt x="88" y="83"/>
                  </a:cubicBezTo>
                  <a:cubicBezTo>
                    <a:pt x="87" y="86"/>
                    <a:pt x="83" y="85"/>
                    <a:pt x="79" y="85"/>
                  </a:cubicBezTo>
                  <a:cubicBezTo>
                    <a:pt x="75" y="85"/>
                    <a:pt x="77" y="80"/>
                    <a:pt x="75" y="80"/>
                  </a:cubicBezTo>
                  <a:cubicBezTo>
                    <a:pt x="72" y="80"/>
                    <a:pt x="70" y="79"/>
                    <a:pt x="71" y="77"/>
                  </a:cubicBezTo>
                  <a:cubicBezTo>
                    <a:pt x="71" y="74"/>
                    <a:pt x="69" y="72"/>
                    <a:pt x="67" y="69"/>
                  </a:cubicBezTo>
                  <a:cubicBezTo>
                    <a:pt x="65" y="67"/>
                    <a:pt x="63" y="64"/>
                    <a:pt x="65" y="62"/>
                  </a:cubicBezTo>
                  <a:cubicBezTo>
                    <a:pt x="66" y="60"/>
                    <a:pt x="64" y="59"/>
                    <a:pt x="66" y="57"/>
                  </a:cubicBezTo>
                  <a:cubicBezTo>
                    <a:pt x="68" y="54"/>
                    <a:pt x="71" y="55"/>
                    <a:pt x="70" y="52"/>
                  </a:cubicBezTo>
                  <a:cubicBezTo>
                    <a:pt x="69" y="49"/>
                    <a:pt x="72" y="47"/>
                    <a:pt x="73" y="44"/>
                  </a:cubicBezTo>
                  <a:cubicBezTo>
                    <a:pt x="73" y="41"/>
                    <a:pt x="77" y="42"/>
                    <a:pt x="80" y="39"/>
                  </a:cubicBezTo>
                  <a:cubicBezTo>
                    <a:pt x="84" y="36"/>
                    <a:pt x="87" y="38"/>
                    <a:pt x="90" y="35"/>
                  </a:cubicBezTo>
                  <a:cubicBezTo>
                    <a:pt x="93" y="33"/>
                    <a:pt x="95" y="35"/>
                    <a:pt x="97" y="35"/>
                  </a:cubicBezTo>
                  <a:cubicBezTo>
                    <a:pt x="96" y="33"/>
                    <a:pt x="93" y="32"/>
                    <a:pt x="92" y="31"/>
                  </a:cubicBezTo>
                  <a:cubicBezTo>
                    <a:pt x="91" y="29"/>
                    <a:pt x="95" y="26"/>
                    <a:pt x="96" y="24"/>
                  </a:cubicBezTo>
                  <a:cubicBezTo>
                    <a:pt x="98" y="22"/>
                    <a:pt x="92" y="20"/>
                    <a:pt x="90" y="19"/>
                  </a:cubicBezTo>
                  <a:cubicBezTo>
                    <a:pt x="89" y="18"/>
                    <a:pt x="86" y="20"/>
                    <a:pt x="85" y="19"/>
                  </a:cubicBezTo>
                  <a:cubicBezTo>
                    <a:pt x="83" y="18"/>
                    <a:pt x="81" y="19"/>
                    <a:pt x="80" y="20"/>
                  </a:cubicBezTo>
                  <a:cubicBezTo>
                    <a:pt x="79" y="21"/>
                    <a:pt x="70" y="21"/>
                    <a:pt x="70" y="19"/>
                  </a:cubicBezTo>
                  <a:cubicBezTo>
                    <a:pt x="70" y="16"/>
                    <a:pt x="67" y="15"/>
                    <a:pt x="67" y="13"/>
                  </a:cubicBezTo>
                  <a:cubicBezTo>
                    <a:pt x="67" y="12"/>
                    <a:pt x="65" y="8"/>
                    <a:pt x="62" y="8"/>
                  </a:cubicBezTo>
                  <a:cubicBezTo>
                    <a:pt x="58" y="8"/>
                    <a:pt x="59" y="3"/>
                    <a:pt x="57" y="1"/>
                  </a:cubicBezTo>
                  <a:cubicBezTo>
                    <a:pt x="55" y="0"/>
                    <a:pt x="52" y="1"/>
                    <a:pt x="49" y="1"/>
                  </a:cubicBezTo>
                  <a:cubicBezTo>
                    <a:pt x="52" y="5"/>
                    <a:pt x="53" y="6"/>
                    <a:pt x="51" y="7"/>
                  </a:cubicBezTo>
                  <a:cubicBezTo>
                    <a:pt x="49" y="9"/>
                    <a:pt x="51" y="10"/>
                    <a:pt x="47" y="16"/>
                  </a:cubicBezTo>
                  <a:cubicBezTo>
                    <a:pt x="42" y="22"/>
                    <a:pt x="34" y="24"/>
                    <a:pt x="30" y="25"/>
                  </a:cubicBezTo>
                  <a:cubicBezTo>
                    <a:pt x="26" y="26"/>
                    <a:pt x="25" y="33"/>
                    <a:pt x="23" y="38"/>
                  </a:cubicBezTo>
                  <a:cubicBezTo>
                    <a:pt x="20" y="43"/>
                    <a:pt x="19" y="42"/>
                    <a:pt x="16" y="39"/>
                  </a:cubicBezTo>
                  <a:cubicBezTo>
                    <a:pt x="14" y="36"/>
                    <a:pt x="13" y="39"/>
                    <a:pt x="10" y="37"/>
                  </a:cubicBezTo>
                  <a:cubicBezTo>
                    <a:pt x="8" y="35"/>
                    <a:pt x="9" y="35"/>
                    <a:pt x="10" y="33"/>
                  </a:cubicBezTo>
                  <a:cubicBezTo>
                    <a:pt x="11" y="32"/>
                    <a:pt x="10" y="30"/>
                    <a:pt x="8" y="28"/>
                  </a:cubicBezTo>
                  <a:cubicBezTo>
                    <a:pt x="6" y="29"/>
                    <a:pt x="3" y="33"/>
                    <a:pt x="1" y="36"/>
                  </a:cubicBezTo>
                  <a:cubicBezTo>
                    <a:pt x="0" y="39"/>
                    <a:pt x="4" y="45"/>
                    <a:pt x="5" y="47"/>
                  </a:cubicBezTo>
                  <a:cubicBezTo>
                    <a:pt x="5" y="49"/>
                    <a:pt x="2" y="47"/>
                    <a:pt x="2" y="49"/>
                  </a:cubicBezTo>
                  <a:cubicBezTo>
                    <a:pt x="2" y="52"/>
                    <a:pt x="8" y="55"/>
                    <a:pt x="11" y="57"/>
                  </a:cubicBezTo>
                  <a:cubicBezTo>
                    <a:pt x="14" y="59"/>
                    <a:pt x="17" y="65"/>
                    <a:pt x="20" y="68"/>
                  </a:cubicBezTo>
                  <a:cubicBezTo>
                    <a:pt x="22" y="71"/>
                    <a:pt x="23" y="74"/>
                    <a:pt x="26" y="81"/>
                  </a:cubicBezTo>
                  <a:cubicBezTo>
                    <a:pt x="29" y="89"/>
                    <a:pt x="35" y="101"/>
                    <a:pt x="39" y="106"/>
                  </a:cubicBezTo>
                  <a:cubicBezTo>
                    <a:pt x="43" y="111"/>
                    <a:pt x="45" y="115"/>
                    <a:pt x="44" y="117"/>
                  </a:cubicBezTo>
                  <a:cubicBezTo>
                    <a:pt x="43" y="118"/>
                    <a:pt x="44" y="123"/>
                    <a:pt x="47" y="125"/>
                  </a:cubicBezTo>
                  <a:cubicBezTo>
                    <a:pt x="50" y="127"/>
                    <a:pt x="52" y="130"/>
                    <a:pt x="60" y="134"/>
                  </a:cubicBezTo>
                  <a:cubicBezTo>
                    <a:pt x="68" y="138"/>
                    <a:pt x="82" y="145"/>
                    <a:pt x="84" y="149"/>
                  </a:cubicBezTo>
                  <a:cubicBezTo>
                    <a:pt x="86" y="152"/>
                    <a:pt x="93" y="156"/>
                    <a:pt x="94" y="156"/>
                  </a:cubicBezTo>
                  <a:cubicBezTo>
                    <a:pt x="95" y="157"/>
                    <a:pt x="95" y="157"/>
                    <a:pt x="95" y="158"/>
                  </a:cubicBezTo>
                  <a:cubicBezTo>
                    <a:pt x="96" y="157"/>
                    <a:pt x="96" y="157"/>
                    <a:pt x="97" y="157"/>
                  </a:cubicBezTo>
                  <a:cubicBezTo>
                    <a:pt x="99" y="155"/>
                    <a:pt x="99" y="151"/>
                    <a:pt x="100" y="150"/>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5" name="Freeform 117">
              <a:extLst>
                <a:ext uri="{FF2B5EF4-FFF2-40B4-BE49-F238E27FC236}">
                  <a16:creationId xmlns:a16="http://schemas.microsoft.com/office/drawing/2014/main" id="{3EF967C0-F5E6-BCEA-5703-2E0C23B2A302}"/>
                </a:ext>
              </a:extLst>
            </p:cNvPr>
            <p:cNvSpPr>
              <a:spLocks/>
            </p:cNvSpPr>
            <p:nvPr/>
          </p:nvSpPr>
          <p:spPr bwMode="auto">
            <a:xfrm>
              <a:off x="5737258" y="3941646"/>
              <a:ext cx="315984" cy="272808"/>
            </a:xfrm>
            <a:custGeom>
              <a:avLst/>
              <a:gdLst>
                <a:gd name="T0" fmla="*/ 11 w 117"/>
                <a:gd name="T1" fmla="*/ 6 h 98"/>
                <a:gd name="T2" fmla="*/ 4 w 117"/>
                <a:gd name="T3" fmla="*/ 16 h 98"/>
                <a:gd name="T4" fmla="*/ 3 w 117"/>
                <a:gd name="T5" fmla="*/ 22 h 98"/>
                <a:gd name="T6" fmla="*/ 1 w 117"/>
                <a:gd name="T7" fmla="*/ 26 h 98"/>
                <a:gd name="T8" fmla="*/ 5 w 117"/>
                <a:gd name="T9" fmla="*/ 28 h 98"/>
                <a:gd name="T10" fmla="*/ 9 w 117"/>
                <a:gd name="T11" fmla="*/ 33 h 98"/>
                <a:gd name="T12" fmla="*/ 15 w 117"/>
                <a:gd name="T13" fmla="*/ 44 h 98"/>
                <a:gd name="T14" fmla="*/ 29 w 117"/>
                <a:gd name="T15" fmla="*/ 45 h 98"/>
                <a:gd name="T16" fmla="*/ 41 w 117"/>
                <a:gd name="T17" fmla="*/ 51 h 98"/>
                <a:gd name="T18" fmla="*/ 51 w 117"/>
                <a:gd name="T19" fmla="*/ 53 h 98"/>
                <a:gd name="T20" fmla="*/ 49 w 117"/>
                <a:gd name="T21" fmla="*/ 69 h 98"/>
                <a:gd name="T22" fmla="*/ 52 w 117"/>
                <a:gd name="T23" fmla="*/ 75 h 98"/>
                <a:gd name="T24" fmla="*/ 52 w 117"/>
                <a:gd name="T25" fmla="*/ 81 h 98"/>
                <a:gd name="T26" fmla="*/ 53 w 117"/>
                <a:gd name="T27" fmla="*/ 86 h 98"/>
                <a:gd name="T28" fmla="*/ 52 w 117"/>
                <a:gd name="T29" fmla="*/ 86 h 98"/>
                <a:gd name="T30" fmla="*/ 58 w 117"/>
                <a:gd name="T31" fmla="*/ 95 h 98"/>
                <a:gd name="T32" fmla="*/ 63 w 117"/>
                <a:gd name="T33" fmla="*/ 97 h 98"/>
                <a:gd name="T34" fmla="*/ 68 w 117"/>
                <a:gd name="T35" fmla="*/ 96 h 98"/>
                <a:gd name="T36" fmla="*/ 74 w 117"/>
                <a:gd name="T37" fmla="*/ 93 h 98"/>
                <a:gd name="T38" fmla="*/ 79 w 117"/>
                <a:gd name="T39" fmla="*/ 90 h 98"/>
                <a:gd name="T40" fmla="*/ 84 w 117"/>
                <a:gd name="T41" fmla="*/ 86 h 98"/>
                <a:gd name="T42" fmla="*/ 85 w 117"/>
                <a:gd name="T43" fmla="*/ 82 h 98"/>
                <a:gd name="T44" fmla="*/ 81 w 117"/>
                <a:gd name="T45" fmla="*/ 81 h 98"/>
                <a:gd name="T46" fmla="*/ 79 w 117"/>
                <a:gd name="T47" fmla="*/ 76 h 98"/>
                <a:gd name="T48" fmla="*/ 75 w 117"/>
                <a:gd name="T49" fmla="*/ 70 h 98"/>
                <a:gd name="T50" fmla="*/ 81 w 117"/>
                <a:gd name="T51" fmla="*/ 69 h 98"/>
                <a:gd name="T52" fmla="*/ 88 w 117"/>
                <a:gd name="T53" fmla="*/ 71 h 98"/>
                <a:gd name="T54" fmla="*/ 91 w 117"/>
                <a:gd name="T55" fmla="*/ 71 h 98"/>
                <a:gd name="T56" fmla="*/ 97 w 117"/>
                <a:gd name="T57" fmla="*/ 68 h 98"/>
                <a:gd name="T58" fmla="*/ 108 w 117"/>
                <a:gd name="T59" fmla="*/ 64 h 98"/>
                <a:gd name="T60" fmla="*/ 110 w 117"/>
                <a:gd name="T61" fmla="*/ 61 h 98"/>
                <a:gd name="T62" fmla="*/ 104 w 117"/>
                <a:gd name="T63" fmla="*/ 54 h 98"/>
                <a:gd name="T64" fmla="*/ 105 w 117"/>
                <a:gd name="T65" fmla="*/ 50 h 98"/>
                <a:gd name="T66" fmla="*/ 109 w 117"/>
                <a:gd name="T67" fmla="*/ 46 h 98"/>
                <a:gd name="T68" fmla="*/ 110 w 117"/>
                <a:gd name="T69" fmla="*/ 41 h 98"/>
                <a:gd name="T70" fmla="*/ 113 w 117"/>
                <a:gd name="T71" fmla="*/ 36 h 98"/>
                <a:gd name="T72" fmla="*/ 117 w 117"/>
                <a:gd name="T73" fmla="*/ 32 h 98"/>
                <a:gd name="T74" fmla="*/ 104 w 117"/>
                <a:gd name="T75" fmla="*/ 30 h 98"/>
                <a:gd name="T76" fmla="*/ 107 w 117"/>
                <a:gd name="T77" fmla="*/ 23 h 98"/>
                <a:gd name="T78" fmla="*/ 94 w 117"/>
                <a:gd name="T79" fmla="*/ 19 h 98"/>
                <a:gd name="T80" fmla="*/ 95 w 117"/>
                <a:gd name="T81" fmla="*/ 14 h 98"/>
                <a:gd name="T82" fmla="*/ 88 w 117"/>
                <a:gd name="T83" fmla="*/ 12 h 98"/>
                <a:gd name="T84" fmla="*/ 72 w 117"/>
                <a:gd name="T85" fmla="*/ 18 h 98"/>
                <a:gd name="T86" fmla="*/ 56 w 117"/>
                <a:gd name="T87" fmla="*/ 13 h 98"/>
                <a:gd name="T88" fmla="*/ 45 w 117"/>
                <a:gd name="T89" fmla="*/ 11 h 98"/>
                <a:gd name="T90" fmla="*/ 38 w 117"/>
                <a:gd name="T91" fmla="*/ 5 h 98"/>
                <a:gd name="T92" fmla="*/ 31 w 117"/>
                <a:gd name="T93" fmla="*/ 0 h 98"/>
                <a:gd name="T94" fmla="*/ 29 w 117"/>
                <a:gd name="T95" fmla="*/ 5 h 98"/>
                <a:gd name="T96" fmla="*/ 17 w 117"/>
                <a:gd name="T97" fmla="*/ 12 h 98"/>
                <a:gd name="T98" fmla="*/ 20 w 117"/>
                <a:gd name="T99" fmla="*/ 24 h 98"/>
                <a:gd name="T100" fmla="*/ 11 w 117"/>
                <a:gd name="T101" fmla="*/ 21 h 98"/>
                <a:gd name="T102" fmla="*/ 15 w 117"/>
                <a:gd name="T103" fmla="*/ 10 h 98"/>
                <a:gd name="T104" fmla="*/ 14 w 117"/>
                <a:gd name="T105" fmla="*/ 4 h 98"/>
                <a:gd name="T106" fmla="*/ 11 w 117"/>
                <a:gd name="T107" fmla="*/ 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98">
                  <a:moveTo>
                    <a:pt x="11" y="6"/>
                  </a:moveTo>
                  <a:cubicBezTo>
                    <a:pt x="9" y="9"/>
                    <a:pt x="4" y="12"/>
                    <a:pt x="4" y="16"/>
                  </a:cubicBezTo>
                  <a:cubicBezTo>
                    <a:pt x="4" y="19"/>
                    <a:pt x="4" y="20"/>
                    <a:pt x="3" y="22"/>
                  </a:cubicBezTo>
                  <a:cubicBezTo>
                    <a:pt x="1" y="23"/>
                    <a:pt x="0" y="26"/>
                    <a:pt x="1" y="26"/>
                  </a:cubicBezTo>
                  <a:cubicBezTo>
                    <a:pt x="3" y="26"/>
                    <a:pt x="5" y="26"/>
                    <a:pt x="5" y="28"/>
                  </a:cubicBezTo>
                  <a:cubicBezTo>
                    <a:pt x="5" y="30"/>
                    <a:pt x="9" y="30"/>
                    <a:pt x="9" y="33"/>
                  </a:cubicBezTo>
                  <a:cubicBezTo>
                    <a:pt x="9" y="36"/>
                    <a:pt x="7" y="44"/>
                    <a:pt x="15" y="44"/>
                  </a:cubicBezTo>
                  <a:cubicBezTo>
                    <a:pt x="22" y="44"/>
                    <a:pt x="26" y="42"/>
                    <a:pt x="29" y="45"/>
                  </a:cubicBezTo>
                  <a:cubicBezTo>
                    <a:pt x="32" y="49"/>
                    <a:pt x="36" y="51"/>
                    <a:pt x="41" y="51"/>
                  </a:cubicBezTo>
                  <a:cubicBezTo>
                    <a:pt x="45" y="50"/>
                    <a:pt x="53" y="49"/>
                    <a:pt x="51" y="53"/>
                  </a:cubicBezTo>
                  <a:cubicBezTo>
                    <a:pt x="48" y="57"/>
                    <a:pt x="46" y="66"/>
                    <a:pt x="49" y="69"/>
                  </a:cubicBezTo>
                  <a:cubicBezTo>
                    <a:pt x="51" y="71"/>
                    <a:pt x="54" y="73"/>
                    <a:pt x="52" y="75"/>
                  </a:cubicBezTo>
                  <a:cubicBezTo>
                    <a:pt x="50" y="77"/>
                    <a:pt x="49" y="80"/>
                    <a:pt x="52" y="81"/>
                  </a:cubicBezTo>
                  <a:cubicBezTo>
                    <a:pt x="54" y="83"/>
                    <a:pt x="53" y="85"/>
                    <a:pt x="53" y="86"/>
                  </a:cubicBezTo>
                  <a:cubicBezTo>
                    <a:pt x="53" y="86"/>
                    <a:pt x="53" y="86"/>
                    <a:pt x="52" y="86"/>
                  </a:cubicBezTo>
                  <a:cubicBezTo>
                    <a:pt x="55" y="90"/>
                    <a:pt x="56" y="93"/>
                    <a:pt x="58" y="95"/>
                  </a:cubicBezTo>
                  <a:cubicBezTo>
                    <a:pt x="61" y="97"/>
                    <a:pt x="62" y="98"/>
                    <a:pt x="63" y="97"/>
                  </a:cubicBezTo>
                  <a:cubicBezTo>
                    <a:pt x="65" y="96"/>
                    <a:pt x="66" y="95"/>
                    <a:pt x="68" y="96"/>
                  </a:cubicBezTo>
                  <a:cubicBezTo>
                    <a:pt x="69" y="97"/>
                    <a:pt x="71" y="95"/>
                    <a:pt x="74" y="93"/>
                  </a:cubicBezTo>
                  <a:cubicBezTo>
                    <a:pt x="76" y="91"/>
                    <a:pt x="79" y="93"/>
                    <a:pt x="79" y="90"/>
                  </a:cubicBezTo>
                  <a:cubicBezTo>
                    <a:pt x="80" y="88"/>
                    <a:pt x="81" y="86"/>
                    <a:pt x="84" y="86"/>
                  </a:cubicBezTo>
                  <a:cubicBezTo>
                    <a:pt x="87" y="85"/>
                    <a:pt x="87" y="82"/>
                    <a:pt x="85" y="82"/>
                  </a:cubicBezTo>
                  <a:cubicBezTo>
                    <a:pt x="83" y="82"/>
                    <a:pt x="81" y="85"/>
                    <a:pt x="81" y="81"/>
                  </a:cubicBezTo>
                  <a:cubicBezTo>
                    <a:pt x="81" y="78"/>
                    <a:pt x="79" y="79"/>
                    <a:pt x="79" y="76"/>
                  </a:cubicBezTo>
                  <a:cubicBezTo>
                    <a:pt x="79" y="73"/>
                    <a:pt x="78" y="71"/>
                    <a:pt x="75" y="70"/>
                  </a:cubicBezTo>
                  <a:cubicBezTo>
                    <a:pt x="72" y="68"/>
                    <a:pt x="79" y="67"/>
                    <a:pt x="81" y="69"/>
                  </a:cubicBezTo>
                  <a:cubicBezTo>
                    <a:pt x="82" y="70"/>
                    <a:pt x="88" y="69"/>
                    <a:pt x="88" y="71"/>
                  </a:cubicBezTo>
                  <a:cubicBezTo>
                    <a:pt x="89" y="73"/>
                    <a:pt x="91" y="74"/>
                    <a:pt x="91" y="71"/>
                  </a:cubicBezTo>
                  <a:cubicBezTo>
                    <a:pt x="91" y="69"/>
                    <a:pt x="95" y="68"/>
                    <a:pt x="97" y="68"/>
                  </a:cubicBezTo>
                  <a:cubicBezTo>
                    <a:pt x="100" y="69"/>
                    <a:pt x="105" y="65"/>
                    <a:pt x="108" y="64"/>
                  </a:cubicBezTo>
                  <a:cubicBezTo>
                    <a:pt x="109" y="64"/>
                    <a:pt x="109" y="62"/>
                    <a:pt x="110" y="61"/>
                  </a:cubicBezTo>
                  <a:cubicBezTo>
                    <a:pt x="108" y="59"/>
                    <a:pt x="106" y="55"/>
                    <a:pt x="104" y="54"/>
                  </a:cubicBezTo>
                  <a:cubicBezTo>
                    <a:pt x="103" y="53"/>
                    <a:pt x="106" y="52"/>
                    <a:pt x="105" y="50"/>
                  </a:cubicBezTo>
                  <a:cubicBezTo>
                    <a:pt x="105" y="48"/>
                    <a:pt x="105" y="46"/>
                    <a:pt x="109" y="46"/>
                  </a:cubicBezTo>
                  <a:cubicBezTo>
                    <a:pt x="113" y="46"/>
                    <a:pt x="113" y="42"/>
                    <a:pt x="110" y="41"/>
                  </a:cubicBezTo>
                  <a:cubicBezTo>
                    <a:pt x="108" y="40"/>
                    <a:pt x="111" y="37"/>
                    <a:pt x="113" y="36"/>
                  </a:cubicBezTo>
                  <a:cubicBezTo>
                    <a:pt x="114" y="35"/>
                    <a:pt x="115" y="34"/>
                    <a:pt x="117" y="32"/>
                  </a:cubicBezTo>
                  <a:cubicBezTo>
                    <a:pt x="112" y="30"/>
                    <a:pt x="107" y="30"/>
                    <a:pt x="104" y="30"/>
                  </a:cubicBezTo>
                  <a:cubicBezTo>
                    <a:pt x="101" y="30"/>
                    <a:pt x="106" y="27"/>
                    <a:pt x="107" y="23"/>
                  </a:cubicBezTo>
                  <a:cubicBezTo>
                    <a:pt x="107" y="20"/>
                    <a:pt x="98" y="19"/>
                    <a:pt x="94" y="19"/>
                  </a:cubicBezTo>
                  <a:cubicBezTo>
                    <a:pt x="90" y="18"/>
                    <a:pt x="91" y="14"/>
                    <a:pt x="95" y="14"/>
                  </a:cubicBezTo>
                  <a:cubicBezTo>
                    <a:pt x="99" y="14"/>
                    <a:pt x="93" y="11"/>
                    <a:pt x="88" y="12"/>
                  </a:cubicBezTo>
                  <a:cubicBezTo>
                    <a:pt x="83" y="13"/>
                    <a:pt x="76" y="16"/>
                    <a:pt x="72" y="18"/>
                  </a:cubicBezTo>
                  <a:cubicBezTo>
                    <a:pt x="68" y="20"/>
                    <a:pt x="61" y="11"/>
                    <a:pt x="56" y="13"/>
                  </a:cubicBezTo>
                  <a:cubicBezTo>
                    <a:pt x="51" y="15"/>
                    <a:pt x="45" y="15"/>
                    <a:pt x="45" y="11"/>
                  </a:cubicBezTo>
                  <a:cubicBezTo>
                    <a:pt x="45" y="7"/>
                    <a:pt x="43" y="4"/>
                    <a:pt x="38" y="5"/>
                  </a:cubicBezTo>
                  <a:cubicBezTo>
                    <a:pt x="34" y="5"/>
                    <a:pt x="35" y="0"/>
                    <a:pt x="31" y="0"/>
                  </a:cubicBezTo>
                  <a:cubicBezTo>
                    <a:pt x="28" y="0"/>
                    <a:pt x="31" y="4"/>
                    <a:pt x="29" y="5"/>
                  </a:cubicBezTo>
                  <a:cubicBezTo>
                    <a:pt x="26" y="7"/>
                    <a:pt x="18" y="9"/>
                    <a:pt x="17" y="12"/>
                  </a:cubicBezTo>
                  <a:cubicBezTo>
                    <a:pt x="17" y="15"/>
                    <a:pt x="22" y="21"/>
                    <a:pt x="20" y="24"/>
                  </a:cubicBezTo>
                  <a:cubicBezTo>
                    <a:pt x="19" y="28"/>
                    <a:pt x="13" y="25"/>
                    <a:pt x="11" y="21"/>
                  </a:cubicBezTo>
                  <a:cubicBezTo>
                    <a:pt x="10" y="18"/>
                    <a:pt x="16" y="12"/>
                    <a:pt x="15" y="10"/>
                  </a:cubicBezTo>
                  <a:cubicBezTo>
                    <a:pt x="14" y="9"/>
                    <a:pt x="13" y="6"/>
                    <a:pt x="14" y="4"/>
                  </a:cubicBezTo>
                  <a:cubicBezTo>
                    <a:pt x="13" y="5"/>
                    <a:pt x="12" y="5"/>
                    <a:pt x="11" y="6"/>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6" name="Freeform 118">
              <a:extLst>
                <a:ext uri="{FF2B5EF4-FFF2-40B4-BE49-F238E27FC236}">
                  <a16:creationId xmlns:a16="http://schemas.microsoft.com/office/drawing/2014/main" id="{48DDBDC8-819B-D689-D3FA-5FDEF5194046}"/>
                </a:ext>
              </a:extLst>
            </p:cNvPr>
            <p:cNvSpPr>
              <a:spLocks/>
            </p:cNvSpPr>
            <p:nvPr/>
          </p:nvSpPr>
          <p:spPr bwMode="auto">
            <a:xfrm>
              <a:off x="6088604" y="4080403"/>
              <a:ext cx="96963" cy="105829"/>
            </a:xfrm>
            <a:custGeom>
              <a:avLst/>
              <a:gdLst>
                <a:gd name="T0" fmla="*/ 9 w 36"/>
                <a:gd name="T1" fmla="*/ 8 h 38"/>
                <a:gd name="T2" fmla="*/ 5 w 36"/>
                <a:gd name="T3" fmla="*/ 12 h 38"/>
                <a:gd name="T4" fmla="*/ 2 w 36"/>
                <a:gd name="T5" fmla="*/ 19 h 38"/>
                <a:gd name="T6" fmla="*/ 9 w 36"/>
                <a:gd name="T7" fmla="*/ 28 h 38"/>
                <a:gd name="T8" fmla="*/ 14 w 36"/>
                <a:gd name="T9" fmla="*/ 37 h 38"/>
                <a:gd name="T10" fmla="*/ 18 w 36"/>
                <a:gd name="T11" fmla="*/ 38 h 38"/>
                <a:gd name="T12" fmla="*/ 22 w 36"/>
                <a:gd name="T13" fmla="*/ 32 h 38"/>
                <a:gd name="T14" fmla="*/ 31 w 36"/>
                <a:gd name="T15" fmla="*/ 33 h 38"/>
                <a:gd name="T16" fmla="*/ 32 w 36"/>
                <a:gd name="T17" fmla="*/ 34 h 38"/>
                <a:gd name="T18" fmla="*/ 34 w 36"/>
                <a:gd name="T19" fmla="*/ 30 h 38"/>
                <a:gd name="T20" fmla="*/ 33 w 36"/>
                <a:gd name="T21" fmla="*/ 19 h 38"/>
                <a:gd name="T22" fmla="*/ 35 w 36"/>
                <a:gd name="T23" fmla="*/ 9 h 38"/>
                <a:gd name="T24" fmla="*/ 36 w 36"/>
                <a:gd name="T25" fmla="*/ 4 h 38"/>
                <a:gd name="T26" fmla="*/ 28 w 36"/>
                <a:gd name="T27" fmla="*/ 2 h 38"/>
                <a:gd name="T28" fmla="*/ 17 w 36"/>
                <a:gd name="T29" fmla="*/ 2 h 38"/>
                <a:gd name="T30" fmla="*/ 11 w 36"/>
                <a:gd name="T31" fmla="*/ 2 h 38"/>
                <a:gd name="T32" fmla="*/ 10 w 36"/>
                <a:gd name="T33" fmla="*/ 3 h 38"/>
                <a:gd name="T34" fmla="*/ 9 w 36"/>
                <a:gd name="T35"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38">
                  <a:moveTo>
                    <a:pt x="9" y="8"/>
                  </a:moveTo>
                  <a:cubicBezTo>
                    <a:pt x="10" y="10"/>
                    <a:pt x="8" y="12"/>
                    <a:pt x="5" y="12"/>
                  </a:cubicBezTo>
                  <a:cubicBezTo>
                    <a:pt x="3" y="12"/>
                    <a:pt x="3" y="18"/>
                    <a:pt x="2" y="19"/>
                  </a:cubicBezTo>
                  <a:cubicBezTo>
                    <a:pt x="0" y="21"/>
                    <a:pt x="8" y="25"/>
                    <a:pt x="9" y="28"/>
                  </a:cubicBezTo>
                  <a:cubicBezTo>
                    <a:pt x="10" y="30"/>
                    <a:pt x="12" y="34"/>
                    <a:pt x="14" y="37"/>
                  </a:cubicBezTo>
                  <a:cubicBezTo>
                    <a:pt x="15" y="38"/>
                    <a:pt x="17" y="38"/>
                    <a:pt x="18" y="38"/>
                  </a:cubicBezTo>
                  <a:cubicBezTo>
                    <a:pt x="20" y="36"/>
                    <a:pt x="18" y="32"/>
                    <a:pt x="22" y="32"/>
                  </a:cubicBezTo>
                  <a:cubicBezTo>
                    <a:pt x="25" y="33"/>
                    <a:pt x="30" y="31"/>
                    <a:pt x="31" y="33"/>
                  </a:cubicBezTo>
                  <a:cubicBezTo>
                    <a:pt x="31" y="33"/>
                    <a:pt x="31" y="33"/>
                    <a:pt x="32" y="34"/>
                  </a:cubicBezTo>
                  <a:cubicBezTo>
                    <a:pt x="33" y="32"/>
                    <a:pt x="34" y="30"/>
                    <a:pt x="34" y="30"/>
                  </a:cubicBezTo>
                  <a:cubicBezTo>
                    <a:pt x="35" y="28"/>
                    <a:pt x="35" y="22"/>
                    <a:pt x="33" y="19"/>
                  </a:cubicBezTo>
                  <a:cubicBezTo>
                    <a:pt x="32" y="15"/>
                    <a:pt x="33" y="10"/>
                    <a:pt x="35" y="9"/>
                  </a:cubicBezTo>
                  <a:cubicBezTo>
                    <a:pt x="35" y="8"/>
                    <a:pt x="36" y="7"/>
                    <a:pt x="36" y="4"/>
                  </a:cubicBezTo>
                  <a:cubicBezTo>
                    <a:pt x="33" y="3"/>
                    <a:pt x="31" y="2"/>
                    <a:pt x="28" y="2"/>
                  </a:cubicBezTo>
                  <a:cubicBezTo>
                    <a:pt x="24" y="3"/>
                    <a:pt x="19" y="5"/>
                    <a:pt x="17" y="2"/>
                  </a:cubicBezTo>
                  <a:cubicBezTo>
                    <a:pt x="16" y="0"/>
                    <a:pt x="13" y="0"/>
                    <a:pt x="11" y="2"/>
                  </a:cubicBezTo>
                  <a:cubicBezTo>
                    <a:pt x="11" y="3"/>
                    <a:pt x="10" y="3"/>
                    <a:pt x="10" y="3"/>
                  </a:cubicBezTo>
                  <a:cubicBezTo>
                    <a:pt x="9" y="5"/>
                    <a:pt x="9" y="7"/>
                    <a:pt x="9" y="8"/>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7" name="Freeform 119">
              <a:extLst>
                <a:ext uri="{FF2B5EF4-FFF2-40B4-BE49-F238E27FC236}">
                  <a16:creationId xmlns:a16="http://schemas.microsoft.com/office/drawing/2014/main" id="{EDDC23FE-3824-0188-C79E-32E7075192D2}"/>
                </a:ext>
              </a:extLst>
            </p:cNvPr>
            <p:cNvSpPr>
              <a:spLocks/>
            </p:cNvSpPr>
            <p:nvPr/>
          </p:nvSpPr>
          <p:spPr bwMode="auto">
            <a:xfrm>
              <a:off x="6015597" y="4031014"/>
              <a:ext cx="110652" cy="169328"/>
            </a:xfrm>
            <a:custGeom>
              <a:avLst/>
              <a:gdLst>
                <a:gd name="T0" fmla="*/ 10 w 41"/>
                <a:gd name="T1" fmla="*/ 4 h 61"/>
                <a:gd name="T2" fmla="*/ 7 w 41"/>
                <a:gd name="T3" fmla="*/ 9 h 61"/>
                <a:gd name="T4" fmla="*/ 6 w 41"/>
                <a:gd name="T5" fmla="*/ 14 h 61"/>
                <a:gd name="T6" fmla="*/ 2 w 41"/>
                <a:gd name="T7" fmla="*/ 18 h 61"/>
                <a:gd name="T8" fmla="*/ 1 w 41"/>
                <a:gd name="T9" fmla="*/ 22 h 61"/>
                <a:gd name="T10" fmla="*/ 7 w 41"/>
                <a:gd name="T11" fmla="*/ 29 h 61"/>
                <a:gd name="T12" fmla="*/ 10 w 41"/>
                <a:gd name="T13" fmla="*/ 27 h 61"/>
                <a:gd name="T14" fmla="*/ 13 w 41"/>
                <a:gd name="T15" fmla="*/ 34 h 61"/>
                <a:gd name="T16" fmla="*/ 14 w 41"/>
                <a:gd name="T17" fmla="*/ 41 h 61"/>
                <a:gd name="T18" fmla="*/ 16 w 41"/>
                <a:gd name="T19" fmla="*/ 56 h 61"/>
                <a:gd name="T20" fmla="*/ 25 w 41"/>
                <a:gd name="T21" fmla="*/ 59 h 61"/>
                <a:gd name="T22" fmla="*/ 31 w 41"/>
                <a:gd name="T23" fmla="*/ 57 h 61"/>
                <a:gd name="T24" fmla="*/ 35 w 41"/>
                <a:gd name="T25" fmla="*/ 55 h 61"/>
                <a:gd name="T26" fmla="*/ 41 w 41"/>
                <a:gd name="T27" fmla="*/ 55 h 61"/>
                <a:gd name="T28" fmla="*/ 36 w 41"/>
                <a:gd name="T29" fmla="*/ 46 h 61"/>
                <a:gd name="T30" fmla="*/ 29 w 41"/>
                <a:gd name="T31" fmla="*/ 37 h 61"/>
                <a:gd name="T32" fmla="*/ 32 w 41"/>
                <a:gd name="T33" fmla="*/ 30 h 61"/>
                <a:gd name="T34" fmla="*/ 36 w 41"/>
                <a:gd name="T35" fmla="*/ 26 h 61"/>
                <a:gd name="T36" fmla="*/ 37 w 41"/>
                <a:gd name="T37" fmla="*/ 21 h 61"/>
                <a:gd name="T38" fmla="*/ 29 w 41"/>
                <a:gd name="T39" fmla="*/ 14 h 61"/>
                <a:gd name="T40" fmla="*/ 25 w 41"/>
                <a:gd name="T41" fmla="*/ 9 h 61"/>
                <a:gd name="T42" fmla="*/ 17 w 41"/>
                <a:gd name="T43" fmla="*/ 1 h 61"/>
                <a:gd name="T44" fmla="*/ 14 w 41"/>
                <a:gd name="T45" fmla="*/ 0 h 61"/>
                <a:gd name="T46" fmla="*/ 10 w 41"/>
                <a:gd name="T47" fmla="*/ 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61">
                  <a:moveTo>
                    <a:pt x="10" y="4"/>
                  </a:moveTo>
                  <a:cubicBezTo>
                    <a:pt x="8" y="5"/>
                    <a:pt x="5" y="8"/>
                    <a:pt x="7" y="9"/>
                  </a:cubicBezTo>
                  <a:cubicBezTo>
                    <a:pt x="10" y="10"/>
                    <a:pt x="10" y="14"/>
                    <a:pt x="6" y="14"/>
                  </a:cubicBezTo>
                  <a:cubicBezTo>
                    <a:pt x="2" y="14"/>
                    <a:pt x="2" y="16"/>
                    <a:pt x="2" y="18"/>
                  </a:cubicBezTo>
                  <a:cubicBezTo>
                    <a:pt x="3" y="20"/>
                    <a:pt x="0" y="21"/>
                    <a:pt x="1" y="22"/>
                  </a:cubicBezTo>
                  <a:cubicBezTo>
                    <a:pt x="3" y="23"/>
                    <a:pt x="5" y="27"/>
                    <a:pt x="7" y="29"/>
                  </a:cubicBezTo>
                  <a:cubicBezTo>
                    <a:pt x="7" y="28"/>
                    <a:pt x="8" y="27"/>
                    <a:pt x="10" y="27"/>
                  </a:cubicBezTo>
                  <a:cubicBezTo>
                    <a:pt x="13" y="28"/>
                    <a:pt x="11" y="33"/>
                    <a:pt x="13" y="34"/>
                  </a:cubicBezTo>
                  <a:cubicBezTo>
                    <a:pt x="16" y="36"/>
                    <a:pt x="16" y="40"/>
                    <a:pt x="14" y="41"/>
                  </a:cubicBezTo>
                  <a:cubicBezTo>
                    <a:pt x="12" y="43"/>
                    <a:pt x="11" y="51"/>
                    <a:pt x="16" y="56"/>
                  </a:cubicBezTo>
                  <a:cubicBezTo>
                    <a:pt x="21" y="61"/>
                    <a:pt x="24" y="61"/>
                    <a:pt x="25" y="59"/>
                  </a:cubicBezTo>
                  <a:cubicBezTo>
                    <a:pt x="26" y="58"/>
                    <a:pt x="30" y="59"/>
                    <a:pt x="31" y="57"/>
                  </a:cubicBezTo>
                  <a:cubicBezTo>
                    <a:pt x="32" y="55"/>
                    <a:pt x="33" y="58"/>
                    <a:pt x="35" y="55"/>
                  </a:cubicBezTo>
                  <a:cubicBezTo>
                    <a:pt x="36" y="54"/>
                    <a:pt x="39" y="55"/>
                    <a:pt x="41" y="55"/>
                  </a:cubicBezTo>
                  <a:cubicBezTo>
                    <a:pt x="39" y="52"/>
                    <a:pt x="37" y="48"/>
                    <a:pt x="36" y="46"/>
                  </a:cubicBezTo>
                  <a:cubicBezTo>
                    <a:pt x="35" y="43"/>
                    <a:pt x="27" y="39"/>
                    <a:pt x="29" y="37"/>
                  </a:cubicBezTo>
                  <a:cubicBezTo>
                    <a:pt x="30" y="36"/>
                    <a:pt x="30" y="30"/>
                    <a:pt x="32" y="30"/>
                  </a:cubicBezTo>
                  <a:cubicBezTo>
                    <a:pt x="35" y="30"/>
                    <a:pt x="37" y="28"/>
                    <a:pt x="36" y="26"/>
                  </a:cubicBezTo>
                  <a:cubicBezTo>
                    <a:pt x="36" y="25"/>
                    <a:pt x="36" y="23"/>
                    <a:pt x="37" y="21"/>
                  </a:cubicBezTo>
                  <a:cubicBezTo>
                    <a:pt x="35" y="20"/>
                    <a:pt x="31" y="14"/>
                    <a:pt x="29" y="14"/>
                  </a:cubicBezTo>
                  <a:cubicBezTo>
                    <a:pt x="27" y="14"/>
                    <a:pt x="24" y="12"/>
                    <a:pt x="25" y="9"/>
                  </a:cubicBezTo>
                  <a:cubicBezTo>
                    <a:pt x="26" y="5"/>
                    <a:pt x="20" y="5"/>
                    <a:pt x="17" y="1"/>
                  </a:cubicBezTo>
                  <a:cubicBezTo>
                    <a:pt x="16" y="1"/>
                    <a:pt x="15" y="0"/>
                    <a:pt x="14" y="0"/>
                  </a:cubicBezTo>
                  <a:cubicBezTo>
                    <a:pt x="12" y="2"/>
                    <a:pt x="11" y="3"/>
                    <a:pt x="10" y="4"/>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58" name="Freeform 120">
              <a:extLst>
                <a:ext uri="{FF2B5EF4-FFF2-40B4-BE49-F238E27FC236}">
                  <a16:creationId xmlns:a16="http://schemas.microsoft.com/office/drawing/2014/main" id="{284717B8-CAE3-2D8D-B3F7-26FA2EF8C1B0}"/>
                </a:ext>
              </a:extLst>
            </p:cNvPr>
            <p:cNvSpPr>
              <a:spLocks/>
            </p:cNvSpPr>
            <p:nvPr/>
          </p:nvSpPr>
          <p:spPr bwMode="auto">
            <a:xfrm>
              <a:off x="6174160" y="4092160"/>
              <a:ext cx="70725" cy="91719"/>
            </a:xfrm>
            <a:custGeom>
              <a:avLst/>
              <a:gdLst>
                <a:gd name="T0" fmla="*/ 1 w 26"/>
                <a:gd name="T1" fmla="*/ 15 h 33"/>
                <a:gd name="T2" fmla="*/ 2 w 26"/>
                <a:gd name="T3" fmla="*/ 26 h 33"/>
                <a:gd name="T4" fmla="*/ 0 w 26"/>
                <a:gd name="T5" fmla="*/ 30 h 33"/>
                <a:gd name="T6" fmla="*/ 7 w 26"/>
                <a:gd name="T7" fmla="*/ 31 h 33"/>
                <a:gd name="T8" fmla="*/ 16 w 26"/>
                <a:gd name="T9" fmla="*/ 27 h 33"/>
                <a:gd name="T10" fmla="*/ 26 w 26"/>
                <a:gd name="T11" fmla="*/ 14 h 33"/>
                <a:gd name="T12" fmla="*/ 26 w 26"/>
                <a:gd name="T13" fmla="*/ 14 h 33"/>
                <a:gd name="T14" fmla="*/ 12 w 26"/>
                <a:gd name="T15" fmla="*/ 3 h 33"/>
                <a:gd name="T16" fmla="*/ 4 w 26"/>
                <a:gd name="T17" fmla="*/ 0 h 33"/>
                <a:gd name="T18" fmla="*/ 3 w 26"/>
                <a:gd name="T19" fmla="*/ 5 h 33"/>
                <a:gd name="T20" fmla="*/ 1 w 26"/>
                <a:gd name="T21" fmla="*/ 1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33">
                  <a:moveTo>
                    <a:pt x="1" y="15"/>
                  </a:moveTo>
                  <a:cubicBezTo>
                    <a:pt x="3" y="18"/>
                    <a:pt x="3" y="24"/>
                    <a:pt x="2" y="26"/>
                  </a:cubicBezTo>
                  <a:cubicBezTo>
                    <a:pt x="2" y="26"/>
                    <a:pt x="1" y="28"/>
                    <a:pt x="0" y="30"/>
                  </a:cubicBezTo>
                  <a:cubicBezTo>
                    <a:pt x="1" y="31"/>
                    <a:pt x="3" y="32"/>
                    <a:pt x="7" y="31"/>
                  </a:cubicBezTo>
                  <a:cubicBezTo>
                    <a:pt x="12" y="30"/>
                    <a:pt x="14" y="33"/>
                    <a:pt x="16" y="27"/>
                  </a:cubicBezTo>
                  <a:cubicBezTo>
                    <a:pt x="18" y="23"/>
                    <a:pt x="22" y="17"/>
                    <a:pt x="26" y="14"/>
                  </a:cubicBezTo>
                  <a:cubicBezTo>
                    <a:pt x="26" y="14"/>
                    <a:pt x="26" y="14"/>
                    <a:pt x="26" y="14"/>
                  </a:cubicBezTo>
                  <a:cubicBezTo>
                    <a:pt x="22" y="12"/>
                    <a:pt x="17" y="4"/>
                    <a:pt x="12" y="3"/>
                  </a:cubicBezTo>
                  <a:cubicBezTo>
                    <a:pt x="9" y="2"/>
                    <a:pt x="7" y="1"/>
                    <a:pt x="4" y="0"/>
                  </a:cubicBezTo>
                  <a:cubicBezTo>
                    <a:pt x="4" y="3"/>
                    <a:pt x="3" y="4"/>
                    <a:pt x="3" y="5"/>
                  </a:cubicBezTo>
                  <a:cubicBezTo>
                    <a:pt x="1" y="6"/>
                    <a:pt x="0" y="11"/>
                    <a:pt x="1" y="15"/>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399" name="Freeform 171">
              <a:extLst>
                <a:ext uri="{FF2B5EF4-FFF2-40B4-BE49-F238E27FC236}">
                  <a16:creationId xmlns:a16="http://schemas.microsoft.com/office/drawing/2014/main" id="{CC15A489-BBB8-0F73-021B-7A324A885CCB}"/>
                </a:ext>
              </a:extLst>
            </p:cNvPr>
            <p:cNvSpPr>
              <a:spLocks/>
            </p:cNvSpPr>
            <p:nvPr/>
          </p:nvSpPr>
          <p:spPr bwMode="auto">
            <a:xfrm>
              <a:off x="6001908" y="3969867"/>
              <a:ext cx="27377" cy="24694"/>
            </a:xfrm>
            <a:custGeom>
              <a:avLst/>
              <a:gdLst>
                <a:gd name="T0" fmla="*/ 2 w 10"/>
                <a:gd name="T1" fmla="*/ 8 h 9"/>
                <a:gd name="T2" fmla="*/ 1 w 10"/>
                <a:gd name="T3" fmla="*/ 4 h 9"/>
                <a:gd name="T4" fmla="*/ 8 w 10"/>
                <a:gd name="T5" fmla="*/ 2 h 9"/>
                <a:gd name="T6" fmla="*/ 8 w 10"/>
                <a:gd name="T7" fmla="*/ 7 h 9"/>
                <a:gd name="T8" fmla="*/ 2 w 10"/>
                <a:gd name="T9" fmla="*/ 8 h 9"/>
              </a:gdLst>
              <a:ahLst/>
              <a:cxnLst>
                <a:cxn ang="0">
                  <a:pos x="T0" y="T1"/>
                </a:cxn>
                <a:cxn ang="0">
                  <a:pos x="T2" y="T3"/>
                </a:cxn>
                <a:cxn ang="0">
                  <a:pos x="T4" y="T5"/>
                </a:cxn>
                <a:cxn ang="0">
                  <a:pos x="T6" y="T7"/>
                </a:cxn>
                <a:cxn ang="0">
                  <a:pos x="T8" y="T9"/>
                </a:cxn>
              </a:cxnLst>
              <a:rect l="0" t="0" r="r" b="b"/>
              <a:pathLst>
                <a:path w="10" h="9">
                  <a:moveTo>
                    <a:pt x="2" y="8"/>
                  </a:moveTo>
                  <a:cubicBezTo>
                    <a:pt x="0" y="7"/>
                    <a:pt x="3" y="5"/>
                    <a:pt x="1" y="4"/>
                  </a:cubicBezTo>
                  <a:cubicBezTo>
                    <a:pt x="0" y="3"/>
                    <a:pt x="6" y="0"/>
                    <a:pt x="8" y="2"/>
                  </a:cubicBezTo>
                  <a:cubicBezTo>
                    <a:pt x="9" y="4"/>
                    <a:pt x="10" y="6"/>
                    <a:pt x="8" y="7"/>
                  </a:cubicBezTo>
                  <a:cubicBezTo>
                    <a:pt x="6" y="8"/>
                    <a:pt x="3" y="9"/>
                    <a:pt x="2" y="8"/>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sp>
          <p:nvSpPr>
            <p:cNvPr id="410" name="Freeform 107">
              <a:extLst>
                <a:ext uri="{FF2B5EF4-FFF2-40B4-BE49-F238E27FC236}">
                  <a16:creationId xmlns:a16="http://schemas.microsoft.com/office/drawing/2014/main" id="{2F9BB7ED-4E7F-BA39-985A-E5719641F794}"/>
                </a:ext>
              </a:extLst>
            </p:cNvPr>
            <p:cNvSpPr>
              <a:spLocks/>
            </p:cNvSpPr>
            <p:nvPr/>
          </p:nvSpPr>
          <p:spPr bwMode="auto">
            <a:xfrm>
              <a:off x="5724710" y="4106271"/>
              <a:ext cx="905743" cy="954823"/>
            </a:xfrm>
            <a:custGeom>
              <a:avLst/>
              <a:gdLst>
                <a:gd name="T0" fmla="*/ 189 w 336"/>
                <a:gd name="T1" fmla="*/ 318 h 343"/>
                <a:gd name="T2" fmla="*/ 194 w 336"/>
                <a:gd name="T3" fmla="*/ 320 h 343"/>
                <a:gd name="T4" fmla="*/ 216 w 336"/>
                <a:gd name="T5" fmla="*/ 282 h 343"/>
                <a:gd name="T6" fmla="*/ 230 w 336"/>
                <a:gd name="T7" fmla="*/ 255 h 343"/>
                <a:gd name="T8" fmla="*/ 252 w 336"/>
                <a:gd name="T9" fmla="*/ 243 h 343"/>
                <a:gd name="T10" fmla="*/ 278 w 336"/>
                <a:gd name="T11" fmla="*/ 236 h 343"/>
                <a:gd name="T12" fmla="*/ 288 w 336"/>
                <a:gd name="T13" fmla="*/ 216 h 343"/>
                <a:gd name="T14" fmla="*/ 297 w 336"/>
                <a:gd name="T15" fmla="*/ 196 h 343"/>
                <a:gd name="T16" fmla="*/ 300 w 336"/>
                <a:gd name="T17" fmla="*/ 157 h 343"/>
                <a:gd name="T18" fmla="*/ 306 w 336"/>
                <a:gd name="T19" fmla="*/ 153 h 343"/>
                <a:gd name="T20" fmla="*/ 333 w 336"/>
                <a:gd name="T21" fmla="*/ 117 h 343"/>
                <a:gd name="T22" fmla="*/ 303 w 336"/>
                <a:gd name="T23" fmla="*/ 77 h 343"/>
                <a:gd name="T24" fmla="*/ 251 w 336"/>
                <a:gd name="T25" fmla="*/ 71 h 343"/>
                <a:gd name="T26" fmla="*/ 221 w 336"/>
                <a:gd name="T27" fmla="*/ 55 h 343"/>
                <a:gd name="T28" fmla="*/ 218 w 336"/>
                <a:gd name="T29" fmla="*/ 49 h 343"/>
                <a:gd name="T30" fmla="*/ 198 w 336"/>
                <a:gd name="T31" fmla="*/ 44 h 343"/>
                <a:gd name="T32" fmla="*/ 193 w 336"/>
                <a:gd name="T33" fmla="*/ 9 h 343"/>
                <a:gd name="T34" fmla="*/ 166 w 336"/>
                <a:gd name="T35" fmla="*/ 24 h 343"/>
                <a:gd name="T36" fmla="*/ 143 w 336"/>
                <a:gd name="T37" fmla="*/ 28 h 343"/>
                <a:gd name="T38" fmla="*/ 124 w 336"/>
                <a:gd name="T39" fmla="*/ 29 h 343"/>
                <a:gd name="T40" fmla="*/ 118 w 336"/>
                <a:gd name="T41" fmla="*/ 0 h 343"/>
                <a:gd name="T42" fmla="*/ 96 w 336"/>
                <a:gd name="T43" fmla="*/ 12 h 343"/>
                <a:gd name="T44" fmla="*/ 80 w 336"/>
                <a:gd name="T45" fmla="*/ 11 h 343"/>
                <a:gd name="T46" fmla="*/ 90 w 336"/>
                <a:gd name="T47" fmla="*/ 23 h 343"/>
                <a:gd name="T48" fmla="*/ 79 w 336"/>
                <a:gd name="T49" fmla="*/ 34 h 343"/>
                <a:gd name="T50" fmla="*/ 63 w 336"/>
                <a:gd name="T51" fmla="*/ 36 h 343"/>
                <a:gd name="T52" fmla="*/ 36 w 336"/>
                <a:gd name="T53" fmla="*/ 31 h 343"/>
                <a:gd name="T54" fmla="*/ 34 w 336"/>
                <a:gd name="T55" fmla="*/ 43 h 343"/>
                <a:gd name="T56" fmla="*/ 34 w 336"/>
                <a:gd name="T57" fmla="*/ 80 h 343"/>
                <a:gd name="T58" fmla="*/ 10 w 336"/>
                <a:gd name="T59" fmla="*/ 89 h 343"/>
                <a:gd name="T60" fmla="*/ 2 w 336"/>
                <a:gd name="T61" fmla="*/ 107 h 343"/>
                <a:gd name="T62" fmla="*/ 12 w 336"/>
                <a:gd name="T63" fmla="*/ 125 h 343"/>
                <a:gd name="T64" fmla="*/ 29 w 336"/>
                <a:gd name="T65" fmla="*/ 128 h 343"/>
                <a:gd name="T66" fmla="*/ 49 w 336"/>
                <a:gd name="T67" fmla="*/ 137 h 343"/>
                <a:gd name="T68" fmla="*/ 74 w 336"/>
                <a:gd name="T69" fmla="*/ 129 h 343"/>
                <a:gd name="T70" fmla="*/ 93 w 336"/>
                <a:gd name="T71" fmla="*/ 153 h 343"/>
                <a:gd name="T72" fmla="*/ 113 w 336"/>
                <a:gd name="T73" fmla="*/ 161 h 343"/>
                <a:gd name="T74" fmla="*/ 118 w 336"/>
                <a:gd name="T75" fmla="*/ 180 h 343"/>
                <a:gd name="T76" fmla="*/ 139 w 336"/>
                <a:gd name="T77" fmla="*/ 197 h 343"/>
                <a:gd name="T78" fmla="*/ 136 w 336"/>
                <a:gd name="T79" fmla="*/ 218 h 343"/>
                <a:gd name="T80" fmla="*/ 149 w 336"/>
                <a:gd name="T81" fmla="*/ 236 h 343"/>
                <a:gd name="T82" fmla="*/ 166 w 336"/>
                <a:gd name="T83" fmla="*/ 251 h 343"/>
                <a:gd name="T84" fmla="*/ 172 w 336"/>
                <a:gd name="T85" fmla="*/ 279 h 343"/>
                <a:gd name="T86" fmla="*/ 140 w 336"/>
                <a:gd name="T87" fmla="*/ 309 h 343"/>
                <a:gd name="T88" fmla="*/ 154 w 336"/>
                <a:gd name="T89" fmla="*/ 318 h 343"/>
                <a:gd name="T90" fmla="*/ 174 w 336"/>
                <a:gd name="T91" fmla="*/ 33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6" h="343">
                  <a:moveTo>
                    <a:pt x="178" y="339"/>
                  </a:moveTo>
                  <a:cubicBezTo>
                    <a:pt x="184" y="335"/>
                    <a:pt x="182" y="333"/>
                    <a:pt x="185" y="328"/>
                  </a:cubicBezTo>
                  <a:cubicBezTo>
                    <a:pt x="187" y="324"/>
                    <a:pt x="185" y="322"/>
                    <a:pt x="189" y="318"/>
                  </a:cubicBezTo>
                  <a:cubicBezTo>
                    <a:pt x="193" y="314"/>
                    <a:pt x="188" y="312"/>
                    <a:pt x="194" y="309"/>
                  </a:cubicBezTo>
                  <a:cubicBezTo>
                    <a:pt x="199" y="307"/>
                    <a:pt x="198" y="311"/>
                    <a:pt x="194" y="317"/>
                  </a:cubicBezTo>
                  <a:cubicBezTo>
                    <a:pt x="190" y="322"/>
                    <a:pt x="189" y="324"/>
                    <a:pt x="194" y="320"/>
                  </a:cubicBezTo>
                  <a:cubicBezTo>
                    <a:pt x="200" y="316"/>
                    <a:pt x="202" y="310"/>
                    <a:pt x="205" y="303"/>
                  </a:cubicBezTo>
                  <a:cubicBezTo>
                    <a:pt x="208" y="297"/>
                    <a:pt x="211" y="295"/>
                    <a:pt x="214" y="294"/>
                  </a:cubicBezTo>
                  <a:cubicBezTo>
                    <a:pt x="216" y="294"/>
                    <a:pt x="216" y="287"/>
                    <a:pt x="216" y="282"/>
                  </a:cubicBezTo>
                  <a:cubicBezTo>
                    <a:pt x="216" y="277"/>
                    <a:pt x="214" y="273"/>
                    <a:pt x="216" y="270"/>
                  </a:cubicBezTo>
                  <a:cubicBezTo>
                    <a:pt x="218" y="266"/>
                    <a:pt x="216" y="263"/>
                    <a:pt x="219" y="263"/>
                  </a:cubicBezTo>
                  <a:cubicBezTo>
                    <a:pt x="222" y="263"/>
                    <a:pt x="225" y="260"/>
                    <a:pt x="230" y="255"/>
                  </a:cubicBezTo>
                  <a:cubicBezTo>
                    <a:pt x="234" y="251"/>
                    <a:pt x="236" y="251"/>
                    <a:pt x="241" y="251"/>
                  </a:cubicBezTo>
                  <a:cubicBezTo>
                    <a:pt x="245" y="250"/>
                    <a:pt x="242" y="249"/>
                    <a:pt x="245" y="248"/>
                  </a:cubicBezTo>
                  <a:cubicBezTo>
                    <a:pt x="248" y="247"/>
                    <a:pt x="250" y="245"/>
                    <a:pt x="252" y="243"/>
                  </a:cubicBezTo>
                  <a:cubicBezTo>
                    <a:pt x="254" y="241"/>
                    <a:pt x="261" y="243"/>
                    <a:pt x="266" y="243"/>
                  </a:cubicBezTo>
                  <a:cubicBezTo>
                    <a:pt x="270" y="243"/>
                    <a:pt x="273" y="243"/>
                    <a:pt x="273" y="241"/>
                  </a:cubicBezTo>
                  <a:cubicBezTo>
                    <a:pt x="273" y="238"/>
                    <a:pt x="275" y="236"/>
                    <a:pt x="278" y="236"/>
                  </a:cubicBezTo>
                  <a:cubicBezTo>
                    <a:pt x="281" y="236"/>
                    <a:pt x="282" y="235"/>
                    <a:pt x="282" y="231"/>
                  </a:cubicBezTo>
                  <a:cubicBezTo>
                    <a:pt x="282" y="227"/>
                    <a:pt x="283" y="225"/>
                    <a:pt x="285" y="224"/>
                  </a:cubicBezTo>
                  <a:cubicBezTo>
                    <a:pt x="287" y="222"/>
                    <a:pt x="288" y="218"/>
                    <a:pt x="288" y="216"/>
                  </a:cubicBezTo>
                  <a:cubicBezTo>
                    <a:pt x="289" y="213"/>
                    <a:pt x="292" y="215"/>
                    <a:pt x="292" y="211"/>
                  </a:cubicBezTo>
                  <a:cubicBezTo>
                    <a:pt x="292" y="208"/>
                    <a:pt x="293" y="204"/>
                    <a:pt x="293" y="201"/>
                  </a:cubicBezTo>
                  <a:cubicBezTo>
                    <a:pt x="293" y="198"/>
                    <a:pt x="296" y="198"/>
                    <a:pt x="297" y="196"/>
                  </a:cubicBezTo>
                  <a:cubicBezTo>
                    <a:pt x="298" y="194"/>
                    <a:pt x="296" y="192"/>
                    <a:pt x="298" y="186"/>
                  </a:cubicBezTo>
                  <a:cubicBezTo>
                    <a:pt x="300" y="180"/>
                    <a:pt x="298" y="175"/>
                    <a:pt x="298" y="170"/>
                  </a:cubicBezTo>
                  <a:cubicBezTo>
                    <a:pt x="298" y="164"/>
                    <a:pt x="298" y="159"/>
                    <a:pt x="300" y="157"/>
                  </a:cubicBezTo>
                  <a:cubicBezTo>
                    <a:pt x="302" y="156"/>
                    <a:pt x="301" y="155"/>
                    <a:pt x="299" y="154"/>
                  </a:cubicBezTo>
                  <a:cubicBezTo>
                    <a:pt x="298" y="153"/>
                    <a:pt x="300" y="151"/>
                    <a:pt x="301" y="151"/>
                  </a:cubicBezTo>
                  <a:cubicBezTo>
                    <a:pt x="302" y="152"/>
                    <a:pt x="304" y="155"/>
                    <a:pt x="306" y="153"/>
                  </a:cubicBezTo>
                  <a:cubicBezTo>
                    <a:pt x="309" y="152"/>
                    <a:pt x="311" y="145"/>
                    <a:pt x="313" y="140"/>
                  </a:cubicBezTo>
                  <a:cubicBezTo>
                    <a:pt x="315" y="135"/>
                    <a:pt x="318" y="135"/>
                    <a:pt x="321" y="134"/>
                  </a:cubicBezTo>
                  <a:cubicBezTo>
                    <a:pt x="323" y="133"/>
                    <a:pt x="329" y="126"/>
                    <a:pt x="333" y="117"/>
                  </a:cubicBezTo>
                  <a:cubicBezTo>
                    <a:pt x="336" y="108"/>
                    <a:pt x="332" y="99"/>
                    <a:pt x="331" y="93"/>
                  </a:cubicBezTo>
                  <a:cubicBezTo>
                    <a:pt x="329" y="86"/>
                    <a:pt x="327" y="88"/>
                    <a:pt x="324" y="88"/>
                  </a:cubicBezTo>
                  <a:cubicBezTo>
                    <a:pt x="320" y="88"/>
                    <a:pt x="313" y="87"/>
                    <a:pt x="303" y="77"/>
                  </a:cubicBezTo>
                  <a:cubicBezTo>
                    <a:pt x="294" y="67"/>
                    <a:pt x="285" y="68"/>
                    <a:pt x="279" y="69"/>
                  </a:cubicBezTo>
                  <a:cubicBezTo>
                    <a:pt x="273" y="71"/>
                    <a:pt x="266" y="66"/>
                    <a:pt x="262" y="66"/>
                  </a:cubicBezTo>
                  <a:cubicBezTo>
                    <a:pt x="258" y="65"/>
                    <a:pt x="254" y="70"/>
                    <a:pt x="251" y="71"/>
                  </a:cubicBezTo>
                  <a:cubicBezTo>
                    <a:pt x="248" y="72"/>
                    <a:pt x="253" y="66"/>
                    <a:pt x="253" y="63"/>
                  </a:cubicBezTo>
                  <a:cubicBezTo>
                    <a:pt x="253" y="59"/>
                    <a:pt x="242" y="54"/>
                    <a:pt x="233" y="51"/>
                  </a:cubicBezTo>
                  <a:cubicBezTo>
                    <a:pt x="225" y="48"/>
                    <a:pt x="221" y="49"/>
                    <a:pt x="221" y="55"/>
                  </a:cubicBezTo>
                  <a:cubicBezTo>
                    <a:pt x="221" y="60"/>
                    <a:pt x="217" y="53"/>
                    <a:pt x="215" y="59"/>
                  </a:cubicBezTo>
                  <a:cubicBezTo>
                    <a:pt x="212" y="65"/>
                    <a:pt x="207" y="61"/>
                    <a:pt x="211" y="59"/>
                  </a:cubicBezTo>
                  <a:cubicBezTo>
                    <a:pt x="214" y="57"/>
                    <a:pt x="217" y="53"/>
                    <a:pt x="218" y="49"/>
                  </a:cubicBezTo>
                  <a:cubicBezTo>
                    <a:pt x="219" y="46"/>
                    <a:pt x="205" y="43"/>
                    <a:pt x="201" y="45"/>
                  </a:cubicBezTo>
                  <a:cubicBezTo>
                    <a:pt x="196" y="47"/>
                    <a:pt x="199" y="53"/>
                    <a:pt x="195" y="51"/>
                  </a:cubicBezTo>
                  <a:cubicBezTo>
                    <a:pt x="192" y="49"/>
                    <a:pt x="195" y="44"/>
                    <a:pt x="198" y="44"/>
                  </a:cubicBezTo>
                  <a:cubicBezTo>
                    <a:pt x="201" y="45"/>
                    <a:pt x="204" y="38"/>
                    <a:pt x="206" y="34"/>
                  </a:cubicBezTo>
                  <a:cubicBezTo>
                    <a:pt x="208" y="30"/>
                    <a:pt x="202" y="29"/>
                    <a:pt x="199" y="25"/>
                  </a:cubicBezTo>
                  <a:cubicBezTo>
                    <a:pt x="196" y="21"/>
                    <a:pt x="196" y="11"/>
                    <a:pt x="193" y="9"/>
                  </a:cubicBezTo>
                  <a:cubicBezTo>
                    <a:pt x="189" y="12"/>
                    <a:pt x="185" y="18"/>
                    <a:pt x="183" y="22"/>
                  </a:cubicBezTo>
                  <a:cubicBezTo>
                    <a:pt x="181" y="28"/>
                    <a:pt x="179" y="25"/>
                    <a:pt x="174" y="26"/>
                  </a:cubicBezTo>
                  <a:cubicBezTo>
                    <a:pt x="169" y="28"/>
                    <a:pt x="167" y="26"/>
                    <a:pt x="166" y="24"/>
                  </a:cubicBezTo>
                  <a:cubicBezTo>
                    <a:pt x="165" y="22"/>
                    <a:pt x="160" y="24"/>
                    <a:pt x="157" y="23"/>
                  </a:cubicBezTo>
                  <a:cubicBezTo>
                    <a:pt x="153" y="23"/>
                    <a:pt x="155" y="27"/>
                    <a:pt x="153" y="29"/>
                  </a:cubicBezTo>
                  <a:cubicBezTo>
                    <a:pt x="151" y="30"/>
                    <a:pt x="145" y="26"/>
                    <a:pt x="143" y="28"/>
                  </a:cubicBezTo>
                  <a:cubicBezTo>
                    <a:pt x="141" y="31"/>
                    <a:pt x="140" y="28"/>
                    <a:pt x="139" y="30"/>
                  </a:cubicBezTo>
                  <a:cubicBezTo>
                    <a:pt x="138" y="32"/>
                    <a:pt x="134" y="31"/>
                    <a:pt x="133" y="32"/>
                  </a:cubicBezTo>
                  <a:cubicBezTo>
                    <a:pt x="132" y="34"/>
                    <a:pt x="129" y="34"/>
                    <a:pt x="124" y="29"/>
                  </a:cubicBezTo>
                  <a:cubicBezTo>
                    <a:pt x="119" y="24"/>
                    <a:pt x="120" y="16"/>
                    <a:pt x="122" y="14"/>
                  </a:cubicBezTo>
                  <a:cubicBezTo>
                    <a:pt x="124" y="13"/>
                    <a:pt x="124" y="9"/>
                    <a:pt x="121" y="7"/>
                  </a:cubicBezTo>
                  <a:cubicBezTo>
                    <a:pt x="119" y="6"/>
                    <a:pt x="121" y="1"/>
                    <a:pt x="118" y="0"/>
                  </a:cubicBezTo>
                  <a:cubicBezTo>
                    <a:pt x="114" y="0"/>
                    <a:pt x="115" y="4"/>
                    <a:pt x="113" y="5"/>
                  </a:cubicBezTo>
                  <a:cubicBezTo>
                    <a:pt x="110" y="6"/>
                    <a:pt x="105" y="10"/>
                    <a:pt x="102" y="9"/>
                  </a:cubicBezTo>
                  <a:cubicBezTo>
                    <a:pt x="100" y="9"/>
                    <a:pt x="96" y="10"/>
                    <a:pt x="96" y="12"/>
                  </a:cubicBezTo>
                  <a:cubicBezTo>
                    <a:pt x="96" y="15"/>
                    <a:pt x="94" y="14"/>
                    <a:pt x="93" y="12"/>
                  </a:cubicBezTo>
                  <a:cubicBezTo>
                    <a:pt x="93" y="10"/>
                    <a:pt x="87" y="11"/>
                    <a:pt x="86" y="10"/>
                  </a:cubicBezTo>
                  <a:cubicBezTo>
                    <a:pt x="84" y="8"/>
                    <a:pt x="77" y="9"/>
                    <a:pt x="80" y="11"/>
                  </a:cubicBezTo>
                  <a:cubicBezTo>
                    <a:pt x="83" y="12"/>
                    <a:pt x="84" y="14"/>
                    <a:pt x="84" y="17"/>
                  </a:cubicBezTo>
                  <a:cubicBezTo>
                    <a:pt x="84" y="20"/>
                    <a:pt x="86" y="19"/>
                    <a:pt x="86" y="22"/>
                  </a:cubicBezTo>
                  <a:cubicBezTo>
                    <a:pt x="86" y="26"/>
                    <a:pt x="88" y="23"/>
                    <a:pt x="90" y="23"/>
                  </a:cubicBezTo>
                  <a:cubicBezTo>
                    <a:pt x="92" y="23"/>
                    <a:pt x="92" y="26"/>
                    <a:pt x="89" y="27"/>
                  </a:cubicBezTo>
                  <a:cubicBezTo>
                    <a:pt x="86" y="27"/>
                    <a:pt x="85" y="29"/>
                    <a:pt x="84" y="31"/>
                  </a:cubicBezTo>
                  <a:cubicBezTo>
                    <a:pt x="84" y="34"/>
                    <a:pt x="81" y="32"/>
                    <a:pt x="79" y="34"/>
                  </a:cubicBezTo>
                  <a:cubicBezTo>
                    <a:pt x="76" y="36"/>
                    <a:pt x="74" y="38"/>
                    <a:pt x="73" y="37"/>
                  </a:cubicBezTo>
                  <a:cubicBezTo>
                    <a:pt x="71" y="36"/>
                    <a:pt x="70" y="37"/>
                    <a:pt x="68" y="38"/>
                  </a:cubicBezTo>
                  <a:cubicBezTo>
                    <a:pt x="67" y="39"/>
                    <a:pt x="66" y="38"/>
                    <a:pt x="63" y="36"/>
                  </a:cubicBezTo>
                  <a:cubicBezTo>
                    <a:pt x="61" y="34"/>
                    <a:pt x="60" y="31"/>
                    <a:pt x="57" y="27"/>
                  </a:cubicBezTo>
                  <a:cubicBezTo>
                    <a:pt x="55" y="28"/>
                    <a:pt x="51" y="30"/>
                    <a:pt x="49" y="30"/>
                  </a:cubicBezTo>
                  <a:cubicBezTo>
                    <a:pt x="46" y="30"/>
                    <a:pt x="36" y="29"/>
                    <a:pt x="36" y="31"/>
                  </a:cubicBezTo>
                  <a:cubicBezTo>
                    <a:pt x="35" y="32"/>
                    <a:pt x="37" y="35"/>
                    <a:pt x="38" y="35"/>
                  </a:cubicBezTo>
                  <a:cubicBezTo>
                    <a:pt x="40" y="36"/>
                    <a:pt x="43" y="37"/>
                    <a:pt x="40" y="39"/>
                  </a:cubicBezTo>
                  <a:cubicBezTo>
                    <a:pt x="37" y="41"/>
                    <a:pt x="34" y="38"/>
                    <a:pt x="34" y="43"/>
                  </a:cubicBezTo>
                  <a:cubicBezTo>
                    <a:pt x="34" y="49"/>
                    <a:pt x="41" y="52"/>
                    <a:pt x="39" y="57"/>
                  </a:cubicBezTo>
                  <a:cubicBezTo>
                    <a:pt x="39" y="60"/>
                    <a:pt x="38" y="66"/>
                    <a:pt x="38" y="69"/>
                  </a:cubicBezTo>
                  <a:cubicBezTo>
                    <a:pt x="38" y="71"/>
                    <a:pt x="37" y="79"/>
                    <a:pt x="34" y="80"/>
                  </a:cubicBezTo>
                  <a:cubicBezTo>
                    <a:pt x="32" y="80"/>
                    <a:pt x="30" y="78"/>
                    <a:pt x="27" y="80"/>
                  </a:cubicBezTo>
                  <a:cubicBezTo>
                    <a:pt x="24" y="83"/>
                    <a:pt x="21" y="81"/>
                    <a:pt x="17" y="84"/>
                  </a:cubicBezTo>
                  <a:cubicBezTo>
                    <a:pt x="14" y="87"/>
                    <a:pt x="10" y="86"/>
                    <a:pt x="10" y="89"/>
                  </a:cubicBezTo>
                  <a:cubicBezTo>
                    <a:pt x="9" y="92"/>
                    <a:pt x="6" y="94"/>
                    <a:pt x="7" y="97"/>
                  </a:cubicBezTo>
                  <a:cubicBezTo>
                    <a:pt x="8" y="100"/>
                    <a:pt x="5" y="99"/>
                    <a:pt x="3" y="102"/>
                  </a:cubicBezTo>
                  <a:cubicBezTo>
                    <a:pt x="1" y="104"/>
                    <a:pt x="3" y="105"/>
                    <a:pt x="2" y="107"/>
                  </a:cubicBezTo>
                  <a:cubicBezTo>
                    <a:pt x="0" y="109"/>
                    <a:pt x="2" y="112"/>
                    <a:pt x="4" y="114"/>
                  </a:cubicBezTo>
                  <a:cubicBezTo>
                    <a:pt x="6" y="117"/>
                    <a:pt x="8" y="119"/>
                    <a:pt x="8" y="122"/>
                  </a:cubicBezTo>
                  <a:cubicBezTo>
                    <a:pt x="7" y="124"/>
                    <a:pt x="9" y="125"/>
                    <a:pt x="12" y="125"/>
                  </a:cubicBezTo>
                  <a:cubicBezTo>
                    <a:pt x="14" y="125"/>
                    <a:pt x="12" y="130"/>
                    <a:pt x="16" y="130"/>
                  </a:cubicBezTo>
                  <a:cubicBezTo>
                    <a:pt x="20" y="130"/>
                    <a:pt x="24" y="131"/>
                    <a:pt x="25" y="128"/>
                  </a:cubicBezTo>
                  <a:cubicBezTo>
                    <a:pt x="26" y="126"/>
                    <a:pt x="29" y="124"/>
                    <a:pt x="29" y="128"/>
                  </a:cubicBezTo>
                  <a:cubicBezTo>
                    <a:pt x="29" y="131"/>
                    <a:pt x="28" y="140"/>
                    <a:pt x="31" y="139"/>
                  </a:cubicBezTo>
                  <a:cubicBezTo>
                    <a:pt x="34" y="138"/>
                    <a:pt x="39" y="138"/>
                    <a:pt x="42" y="139"/>
                  </a:cubicBezTo>
                  <a:cubicBezTo>
                    <a:pt x="45" y="140"/>
                    <a:pt x="47" y="139"/>
                    <a:pt x="49" y="137"/>
                  </a:cubicBezTo>
                  <a:cubicBezTo>
                    <a:pt x="51" y="135"/>
                    <a:pt x="53" y="135"/>
                    <a:pt x="56" y="133"/>
                  </a:cubicBezTo>
                  <a:cubicBezTo>
                    <a:pt x="60" y="131"/>
                    <a:pt x="63" y="129"/>
                    <a:pt x="66" y="129"/>
                  </a:cubicBezTo>
                  <a:cubicBezTo>
                    <a:pt x="70" y="129"/>
                    <a:pt x="75" y="127"/>
                    <a:pt x="74" y="129"/>
                  </a:cubicBezTo>
                  <a:cubicBezTo>
                    <a:pt x="74" y="132"/>
                    <a:pt x="73" y="141"/>
                    <a:pt x="77" y="146"/>
                  </a:cubicBezTo>
                  <a:cubicBezTo>
                    <a:pt x="81" y="150"/>
                    <a:pt x="83" y="152"/>
                    <a:pt x="87" y="152"/>
                  </a:cubicBezTo>
                  <a:cubicBezTo>
                    <a:pt x="91" y="151"/>
                    <a:pt x="90" y="153"/>
                    <a:pt x="93" y="153"/>
                  </a:cubicBezTo>
                  <a:cubicBezTo>
                    <a:pt x="96" y="153"/>
                    <a:pt x="94" y="156"/>
                    <a:pt x="96" y="156"/>
                  </a:cubicBezTo>
                  <a:cubicBezTo>
                    <a:pt x="99" y="156"/>
                    <a:pt x="103" y="156"/>
                    <a:pt x="103" y="159"/>
                  </a:cubicBezTo>
                  <a:cubicBezTo>
                    <a:pt x="103" y="162"/>
                    <a:pt x="111" y="160"/>
                    <a:pt x="113" y="161"/>
                  </a:cubicBezTo>
                  <a:cubicBezTo>
                    <a:pt x="114" y="163"/>
                    <a:pt x="116" y="164"/>
                    <a:pt x="116" y="167"/>
                  </a:cubicBezTo>
                  <a:cubicBezTo>
                    <a:pt x="115" y="170"/>
                    <a:pt x="120" y="172"/>
                    <a:pt x="117" y="173"/>
                  </a:cubicBezTo>
                  <a:cubicBezTo>
                    <a:pt x="115" y="175"/>
                    <a:pt x="118" y="177"/>
                    <a:pt x="118" y="180"/>
                  </a:cubicBezTo>
                  <a:cubicBezTo>
                    <a:pt x="118" y="184"/>
                    <a:pt x="122" y="185"/>
                    <a:pt x="127" y="185"/>
                  </a:cubicBezTo>
                  <a:cubicBezTo>
                    <a:pt x="133" y="184"/>
                    <a:pt x="134" y="185"/>
                    <a:pt x="134" y="189"/>
                  </a:cubicBezTo>
                  <a:cubicBezTo>
                    <a:pt x="134" y="193"/>
                    <a:pt x="138" y="193"/>
                    <a:pt x="139" y="197"/>
                  </a:cubicBezTo>
                  <a:cubicBezTo>
                    <a:pt x="141" y="201"/>
                    <a:pt x="138" y="205"/>
                    <a:pt x="138" y="208"/>
                  </a:cubicBezTo>
                  <a:cubicBezTo>
                    <a:pt x="139" y="210"/>
                    <a:pt x="137" y="213"/>
                    <a:pt x="136" y="214"/>
                  </a:cubicBezTo>
                  <a:cubicBezTo>
                    <a:pt x="138" y="216"/>
                    <a:pt x="138" y="217"/>
                    <a:pt x="136" y="218"/>
                  </a:cubicBezTo>
                  <a:cubicBezTo>
                    <a:pt x="134" y="219"/>
                    <a:pt x="139" y="223"/>
                    <a:pt x="138" y="229"/>
                  </a:cubicBezTo>
                  <a:cubicBezTo>
                    <a:pt x="136" y="234"/>
                    <a:pt x="136" y="235"/>
                    <a:pt x="142" y="235"/>
                  </a:cubicBezTo>
                  <a:cubicBezTo>
                    <a:pt x="148" y="236"/>
                    <a:pt x="147" y="237"/>
                    <a:pt x="149" y="236"/>
                  </a:cubicBezTo>
                  <a:cubicBezTo>
                    <a:pt x="151" y="235"/>
                    <a:pt x="154" y="240"/>
                    <a:pt x="155" y="243"/>
                  </a:cubicBezTo>
                  <a:cubicBezTo>
                    <a:pt x="156" y="246"/>
                    <a:pt x="158" y="253"/>
                    <a:pt x="159" y="253"/>
                  </a:cubicBezTo>
                  <a:cubicBezTo>
                    <a:pt x="160" y="253"/>
                    <a:pt x="163" y="250"/>
                    <a:pt x="166" y="251"/>
                  </a:cubicBezTo>
                  <a:cubicBezTo>
                    <a:pt x="169" y="252"/>
                    <a:pt x="165" y="262"/>
                    <a:pt x="165" y="266"/>
                  </a:cubicBezTo>
                  <a:cubicBezTo>
                    <a:pt x="167" y="266"/>
                    <a:pt x="170" y="266"/>
                    <a:pt x="171" y="266"/>
                  </a:cubicBezTo>
                  <a:cubicBezTo>
                    <a:pt x="172" y="267"/>
                    <a:pt x="173" y="277"/>
                    <a:pt x="172" y="279"/>
                  </a:cubicBezTo>
                  <a:cubicBezTo>
                    <a:pt x="172" y="281"/>
                    <a:pt x="165" y="283"/>
                    <a:pt x="162" y="285"/>
                  </a:cubicBezTo>
                  <a:cubicBezTo>
                    <a:pt x="159" y="287"/>
                    <a:pt x="151" y="294"/>
                    <a:pt x="148" y="300"/>
                  </a:cubicBezTo>
                  <a:cubicBezTo>
                    <a:pt x="146" y="304"/>
                    <a:pt x="142" y="307"/>
                    <a:pt x="140" y="309"/>
                  </a:cubicBezTo>
                  <a:cubicBezTo>
                    <a:pt x="141" y="309"/>
                    <a:pt x="142" y="309"/>
                    <a:pt x="143" y="309"/>
                  </a:cubicBezTo>
                  <a:cubicBezTo>
                    <a:pt x="144" y="308"/>
                    <a:pt x="147" y="308"/>
                    <a:pt x="150" y="312"/>
                  </a:cubicBezTo>
                  <a:cubicBezTo>
                    <a:pt x="153" y="315"/>
                    <a:pt x="153" y="318"/>
                    <a:pt x="154" y="318"/>
                  </a:cubicBezTo>
                  <a:cubicBezTo>
                    <a:pt x="155" y="317"/>
                    <a:pt x="156" y="313"/>
                    <a:pt x="158" y="316"/>
                  </a:cubicBezTo>
                  <a:cubicBezTo>
                    <a:pt x="161" y="319"/>
                    <a:pt x="167" y="322"/>
                    <a:pt x="168" y="323"/>
                  </a:cubicBezTo>
                  <a:cubicBezTo>
                    <a:pt x="169" y="325"/>
                    <a:pt x="174" y="326"/>
                    <a:pt x="174" y="330"/>
                  </a:cubicBezTo>
                  <a:cubicBezTo>
                    <a:pt x="174" y="333"/>
                    <a:pt x="172" y="338"/>
                    <a:pt x="174" y="343"/>
                  </a:cubicBezTo>
                  <a:cubicBezTo>
                    <a:pt x="176" y="341"/>
                    <a:pt x="177" y="340"/>
                    <a:pt x="178" y="339"/>
                  </a:cubicBezTo>
                  <a:close/>
                </a:path>
              </a:pathLst>
            </a:custGeom>
            <a:solidFill>
              <a:schemeClr val="accent6"/>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6"/>
                </a:solidFill>
              </a:endParaRPr>
            </a:p>
          </p:txBody>
        </p:sp>
      </p:grpSp>
      <p:grpSp>
        <p:nvGrpSpPr>
          <p:cNvPr id="436" name="Group 435">
            <a:extLst>
              <a:ext uri="{FF2B5EF4-FFF2-40B4-BE49-F238E27FC236}">
                <a16:creationId xmlns:a16="http://schemas.microsoft.com/office/drawing/2014/main" id="{F216F214-0B82-4558-0376-E5DDB8333E4B}"/>
              </a:ext>
            </a:extLst>
          </p:cNvPr>
          <p:cNvGrpSpPr/>
          <p:nvPr/>
        </p:nvGrpSpPr>
        <p:grpSpPr>
          <a:xfrm>
            <a:off x="3581400" y="1535772"/>
            <a:ext cx="3564665" cy="2528169"/>
            <a:chOff x="3581400" y="1535772"/>
            <a:chExt cx="3564665" cy="2528169"/>
          </a:xfrm>
        </p:grpSpPr>
        <p:sp>
          <p:nvSpPr>
            <p:cNvPr id="338" name="Freeform 99">
              <a:extLst>
                <a:ext uri="{FF2B5EF4-FFF2-40B4-BE49-F238E27FC236}">
                  <a16:creationId xmlns:a16="http://schemas.microsoft.com/office/drawing/2014/main" id="{98CAAB47-6B4E-DECA-A3AF-ECA456668FBA}"/>
                </a:ext>
              </a:extLst>
            </p:cNvPr>
            <p:cNvSpPr>
              <a:spLocks/>
            </p:cNvSpPr>
            <p:nvPr/>
          </p:nvSpPr>
          <p:spPr bwMode="auto">
            <a:xfrm>
              <a:off x="5359676" y="3886379"/>
              <a:ext cx="51333" cy="30573"/>
            </a:xfrm>
            <a:custGeom>
              <a:avLst/>
              <a:gdLst>
                <a:gd name="T0" fmla="*/ 19 w 19"/>
                <a:gd name="T1" fmla="*/ 4 h 11"/>
                <a:gd name="T2" fmla="*/ 10 w 19"/>
                <a:gd name="T3" fmla="*/ 2 h 11"/>
                <a:gd name="T4" fmla="*/ 6 w 19"/>
                <a:gd name="T5" fmla="*/ 0 h 11"/>
                <a:gd name="T6" fmla="*/ 6 w 19"/>
                <a:gd name="T7" fmla="*/ 0 h 11"/>
                <a:gd name="T8" fmla="*/ 0 w 19"/>
                <a:gd name="T9" fmla="*/ 5 h 11"/>
                <a:gd name="T10" fmla="*/ 16 w 19"/>
                <a:gd name="T11" fmla="*/ 11 h 11"/>
                <a:gd name="T12" fmla="*/ 19 w 19"/>
                <a:gd name="T13" fmla="*/ 10 h 11"/>
                <a:gd name="T14" fmla="*/ 19 w 19"/>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1">
                  <a:moveTo>
                    <a:pt x="19" y="4"/>
                  </a:moveTo>
                  <a:cubicBezTo>
                    <a:pt x="17" y="2"/>
                    <a:pt x="14" y="4"/>
                    <a:pt x="10" y="2"/>
                  </a:cubicBezTo>
                  <a:cubicBezTo>
                    <a:pt x="9" y="1"/>
                    <a:pt x="7" y="0"/>
                    <a:pt x="6" y="0"/>
                  </a:cubicBezTo>
                  <a:cubicBezTo>
                    <a:pt x="6" y="0"/>
                    <a:pt x="6" y="0"/>
                    <a:pt x="6" y="0"/>
                  </a:cubicBezTo>
                  <a:cubicBezTo>
                    <a:pt x="5" y="0"/>
                    <a:pt x="2" y="3"/>
                    <a:pt x="0" y="5"/>
                  </a:cubicBezTo>
                  <a:cubicBezTo>
                    <a:pt x="2" y="7"/>
                    <a:pt x="13" y="11"/>
                    <a:pt x="16" y="11"/>
                  </a:cubicBezTo>
                  <a:cubicBezTo>
                    <a:pt x="17" y="11"/>
                    <a:pt x="18" y="10"/>
                    <a:pt x="19" y="10"/>
                  </a:cubicBezTo>
                  <a:cubicBezTo>
                    <a:pt x="19" y="7"/>
                    <a:pt x="19" y="5"/>
                    <a:pt x="19" y="4"/>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9" name="Freeform 100">
              <a:extLst>
                <a:ext uri="{FF2B5EF4-FFF2-40B4-BE49-F238E27FC236}">
                  <a16:creationId xmlns:a16="http://schemas.microsoft.com/office/drawing/2014/main" id="{EDE0FD1C-CE3D-8120-06F5-D2F07CDE5967}"/>
                </a:ext>
              </a:extLst>
            </p:cNvPr>
            <p:cNvSpPr>
              <a:spLocks/>
            </p:cNvSpPr>
            <p:nvPr/>
          </p:nvSpPr>
          <p:spPr bwMode="auto">
            <a:xfrm>
              <a:off x="5376787" y="3841695"/>
              <a:ext cx="136887" cy="79960"/>
            </a:xfrm>
            <a:custGeom>
              <a:avLst/>
              <a:gdLst>
                <a:gd name="T0" fmla="*/ 22 w 51"/>
                <a:gd name="T1" fmla="*/ 26 h 29"/>
                <a:gd name="T2" fmla="*/ 24 w 51"/>
                <a:gd name="T3" fmla="*/ 20 h 29"/>
                <a:gd name="T4" fmla="*/ 33 w 51"/>
                <a:gd name="T5" fmla="*/ 16 h 29"/>
                <a:gd name="T6" fmla="*/ 42 w 51"/>
                <a:gd name="T7" fmla="*/ 15 h 29"/>
                <a:gd name="T8" fmla="*/ 51 w 51"/>
                <a:gd name="T9" fmla="*/ 11 h 29"/>
                <a:gd name="T10" fmla="*/ 42 w 51"/>
                <a:gd name="T11" fmla="*/ 4 h 29"/>
                <a:gd name="T12" fmla="*/ 24 w 51"/>
                <a:gd name="T13" fmla="*/ 4 h 29"/>
                <a:gd name="T14" fmla="*/ 8 w 51"/>
                <a:gd name="T15" fmla="*/ 5 h 29"/>
                <a:gd name="T16" fmla="*/ 8 w 51"/>
                <a:gd name="T17" fmla="*/ 5 h 29"/>
                <a:gd name="T18" fmla="*/ 4 w 51"/>
                <a:gd name="T19" fmla="*/ 9 h 29"/>
                <a:gd name="T20" fmla="*/ 0 w 51"/>
                <a:gd name="T21" fmla="*/ 16 h 29"/>
                <a:gd name="T22" fmla="*/ 4 w 51"/>
                <a:gd name="T23" fmla="*/ 18 h 29"/>
                <a:gd name="T24" fmla="*/ 13 w 51"/>
                <a:gd name="T25" fmla="*/ 20 h 29"/>
                <a:gd name="T26" fmla="*/ 13 w 51"/>
                <a:gd name="T27" fmla="*/ 26 h 29"/>
                <a:gd name="T28" fmla="*/ 15 w 51"/>
                <a:gd name="T29" fmla="*/ 26 h 29"/>
                <a:gd name="T30" fmla="*/ 16 w 51"/>
                <a:gd name="T31" fmla="*/ 29 h 29"/>
                <a:gd name="T32" fmla="*/ 19 w 51"/>
                <a:gd name="T33" fmla="*/ 28 h 29"/>
                <a:gd name="T34" fmla="*/ 22 w 51"/>
                <a:gd name="T35"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29">
                  <a:moveTo>
                    <a:pt x="22" y="26"/>
                  </a:moveTo>
                  <a:cubicBezTo>
                    <a:pt x="22" y="25"/>
                    <a:pt x="19" y="21"/>
                    <a:pt x="24" y="20"/>
                  </a:cubicBezTo>
                  <a:cubicBezTo>
                    <a:pt x="29" y="20"/>
                    <a:pt x="33" y="20"/>
                    <a:pt x="33" y="16"/>
                  </a:cubicBezTo>
                  <a:cubicBezTo>
                    <a:pt x="34" y="13"/>
                    <a:pt x="40" y="15"/>
                    <a:pt x="42" y="15"/>
                  </a:cubicBezTo>
                  <a:cubicBezTo>
                    <a:pt x="43" y="15"/>
                    <a:pt x="47" y="11"/>
                    <a:pt x="51" y="11"/>
                  </a:cubicBezTo>
                  <a:cubicBezTo>
                    <a:pt x="51" y="7"/>
                    <a:pt x="46" y="8"/>
                    <a:pt x="42" y="4"/>
                  </a:cubicBezTo>
                  <a:cubicBezTo>
                    <a:pt x="38" y="0"/>
                    <a:pt x="29" y="2"/>
                    <a:pt x="24" y="4"/>
                  </a:cubicBezTo>
                  <a:cubicBezTo>
                    <a:pt x="19" y="6"/>
                    <a:pt x="14" y="2"/>
                    <a:pt x="8" y="5"/>
                  </a:cubicBezTo>
                  <a:cubicBezTo>
                    <a:pt x="8" y="5"/>
                    <a:pt x="8" y="5"/>
                    <a:pt x="8" y="5"/>
                  </a:cubicBezTo>
                  <a:cubicBezTo>
                    <a:pt x="7" y="6"/>
                    <a:pt x="6" y="8"/>
                    <a:pt x="4" y="9"/>
                  </a:cubicBezTo>
                  <a:cubicBezTo>
                    <a:pt x="0" y="12"/>
                    <a:pt x="1" y="15"/>
                    <a:pt x="0" y="16"/>
                  </a:cubicBezTo>
                  <a:cubicBezTo>
                    <a:pt x="1" y="16"/>
                    <a:pt x="3" y="17"/>
                    <a:pt x="4" y="18"/>
                  </a:cubicBezTo>
                  <a:cubicBezTo>
                    <a:pt x="8" y="20"/>
                    <a:pt x="11" y="18"/>
                    <a:pt x="13" y="20"/>
                  </a:cubicBezTo>
                  <a:cubicBezTo>
                    <a:pt x="13" y="21"/>
                    <a:pt x="13" y="23"/>
                    <a:pt x="13" y="26"/>
                  </a:cubicBezTo>
                  <a:cubicBezTo>
                    <a:pt x="13" y="25"/>
                    <a:pt x="14" y="25"/>
                    <a:pt x="15" y="26"/>
                  </a:cubicBezTo>
                  <a:cubicBezTo>
                    <a:pt x="16" y="26"/>
                    <a:pt x="16" y="28"/>
                    <a:pt x="16" y="29"/>
                  </a:cubicBezTo>
                  <a:cubicBezTo>
                    <a:pt x="19" y="28"/>
                    <a:pt x="19" y="28"/>
                    <a:pt x="19" y="28"/>
                  </a:cubicBezTo>
                  <a:cubicBezTo>
                    <a:pt x="19" y="28"/>
                    <a:pt x="21" y="26"/>
                    <a:pt x="22" y="26"/>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0" name="Freeform 101">
              <a:extLst>
                <a:ext uri="{FF2B5EF4-FFF2-40B4-BE49-F238E27FC236}">
                  <a16:creationId xmlns:a16="http://schemas.microsoft.com/office/drawing/2014/main" id="{570A8607-E1A7-D12F-8CED-C324476DEFA3}"/>
                </a:ext>
              </a:extLst>
            </p:cNvPr>
            <p:cNvSpPr>
              <a:spLocks/>
            </p:cNvSpPr>
            <p:nvPr/>
          </p:nvSpPr>
          <p:spPr bwMode="auto">
            <a:xfrm>
              <a:off x="4744819" y="3428957"/>
              <a:ext cx="691284" cy="443311"/>
            </a:xfrm>
            <a:custGeom>
              <a:avLst/>
              <a:gdLst>
                <a:gd name="T0" fmla="*/ 224 w 256"/>
                <a:gd name="T1" fmla="*/ 149 h 159"/>
                <a:gd name="T2" fmla="*/ 221 w 256"/>
                <a:gd name="T3" fmla="*/ 134 h 159"/>
                <a:gd name="T4" fmla="*/ 242 w 256"/>
                <a:gd name="T5" fmla="*/ 129 h 159"/>
                <a:gd name="T6" fmla="*/ 249 w 256"/>
                <a:gd name="T7" fmla="*/ 120 h 159"/>
                <a:gd name="T8" fmla="*/ 256 w 256"/>
                <a:gd name="T9" fmla="*/ 104 h 159"/>
                <a:gd name="T10" fmla="*/ 235 w 256"/>
                <a:gd name="T11" fmla="*/ 102 h 159"/>
                <a:gd name="T12" fmla="*/ 222 w 256"/>
                <a:gd name="T13" fmla="*/ 120 h 159"/>
                <a:gd name="T14" fmla="*/ 210 w 256"/>
                <a:gd name="T15" fmla="*/ 126 h 159"/>
                <a:gd name="T16" fmla="*/ 180 w 256"/>
                <a:gd name="T17" fmla="*/ 126 h 159"/>
                <a:gd name="T18" fmla="*/ 167 w 256"/>
                <a:gd name="T19" fmla="*/ 107 h 159"/>
                <a:gd name="T20" fmla="*/ 166 w 256"/>
                <a:gd name="T21" fmla="*/ 67 h 159"/>
                <a:gd name="T22" fmla="*/ 164 w 256"/>
                <a:gd name="T23" fmla="*/ 62 h 159"/>
                <a:gd name="T24" fmla="*/ 149 w 256"/>
                <a:gd name="T25" fmla="*/ 52 h 159"/>
                <a:gd name="T26" fmla="*/ 139 w 256"/>
                <a:gd name="T27" fmla="*/ 35 h 159"/>
                <a:gd name="T28" fmla="*/ 118 w 256"/>
                <a:gd name="T29" fmla="*/ 34 h 159"/>
                <a:gd name="T30" fmla="*/ 105 w 256"/>
                <a:gd name="T31" fmla="*/ 23 h 159"/>
                <a:gd name="T32" fmla="*/ 90 w 256"/>
                <a:gd name="T33" fmla="*/ 8 h 159"/>
                <a:gd name="T34" fmla="*/ 74 w 256"/>
                <a:gd name="T35" fmla="*/ 12 h 159"/>
                <a:gd name="T36" fmla="*/ 28 w 256"/>
                <a:gd name="T37" fmla="*/ 4 h 159"/>
                <a:gd name="T38" fmla="*/ 0 w 256"/>
                <a:gd name="T39" fmla="*/ 2 h 159"/>
                <a:gd name="T40" fmla="*/ 11 w 256"/>
                <a:gd name="T41" fmla="*/ 25 h 159"/>
                <a:gd name="T42" fmla="*/ 26 w 256"/>
                <a:gd name="T43" fmla="*/ 45 h 159"/>
                <a:gd name="T44" fmla="*/ 30 w 256"/>
                <a:gd name="T45" fmla="*/ 54 h 159"/>
                <a:gd name="T46" fmla="*/ 41 w 256"/>
                <a:gd name="T47" fmla="*/ 70 h 159"/>
                <a:gd name="T48" fmla="*/ 60 w 256"/>
                <a:gd name="T49" fmla="*/ 89 h 159"/>
                <a:gd name="T50" fmla="*/ 62 w 256"/>
                <a:gd name="T51" fmla="*/ 80 h 159"/>
                <a:gd name="T52" fmla="*/ 53 w 256"/>
                <a:gd name="T53" fmla="*/ 69 h 159"/>
                <a:gd name="T54" fmla="*/ 38 w 256"/>
                <a:gd name="T55" fmla="*/ 45 h 159"/>
                <a:gd name="T56" fmla="*/ 32 w 256"/>
                <a:gd name="T57" fmla="*/ 31 h 159"/>
                <a:gd name="T58" fmla="*/ 21 w 256"/>
                <a:gd name="T59" fmla="*/ 22 h 159"/>
                <a:gd name="T60" fmla="*/ 21 w 256"/>
                <a:gd name="T61" fmla="*/ 8 h 159"/>
                <a:gd name="T62" fmla="*/ 29 w 256"/>
                <a:gd name="T63" fmla="*/ 11 h 159"/>
                <a:gd name="T64" fmla="*/ 36 w 256"/>
                <a:gd name="T65" fmla="*/ 23 h 159"/>
                <a:gd name="T66" fmla="*/ 41 w 256"/>
                <a:gd name="T67" fmla="*/ 35 h 159"/>
                <a:gd name="T68" fmla="*/ 54 w 256"/>
                <a:gd name="T69" fmla="*/ 45 h 159"/>
                <a:gd name="T70" fmla="*/ 64 w 256"/>
                <a:gd name="T71" fmla="*/ 55 h 159"/>
                <a:gd name="T72" fmla="*/ 71 w 256"/>
                <a:gd name="T73" fmla="*/ 66 h 159"/>
                <a:gd name="T74" fmla="*/ 96 w 256"/>
                <a:gd name="T75" fmla="*/ 93 h 159"/>
                <a:gd name="T76" fmla="*/ 100 w 256"/>
                <a:gd name="T77" fmla="*/ 108 h 159"/>
                <a:gd name="T78" fmla="*/ 104 w 256"/>
                <a:gd name="T79" fmla="*/ 122 h 159"/>
                <a:gd name="T80" fmla="*/ 129 w 256"/>
                <a:gd name="T81" fmla="*/ 134 h 159"/>
                <a:gd name="T82" fmla="*/ 165 w 256"/>
                <a:gd name="T83" fmla="*/ 151 h 159"/>
                <a:gd name="T84" fmla="*/ 197 w 256"/>
                <a:gd name="T85" fmla="*/ 152 h 159"/>
                <a:gd name="T86" fmla="*/ 213 w 256"/>
                <a:gd name="T87" fmla="*/ 15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159">
                  <a:moveTo>
                    <a:pt x="213" y="150"/>
                  </a:moveTo>
                  <a:cubicBezTo>
                    <a:pt x="214" y="150"/>
                    <a:pt x="223" y="151"/>
                    <a:pt x="224" y="149"/>
                  </a:cubicBezTo>
                  <a:cubicBezTo>
                    <a:pt x="225" y="146"/>
                    <a:pt x="217" y="141"/>
                    <a:pt x="218" y="140"/>
                  </a:cubicBezTo>
                  <a:cubicBezTo>
                    <a:pt x="219" y="140"/>
                    <a:pt x="220" y="134"/>
                    <a:pt x="221" y="134"/>
                  </a:cubicBezTo>
                  <a:cubicBezTo>
                    <a:pt x="222" y="134"/>
                    <a:pt x="236" y="135"/>
                    <a:pt x="236" y="134"/>
                  </a:cubicBezTo>
                  <a:cubicBezTo>
                    <a:pt x="237" y="134"/>
                    <a:pt x="240" y="129"/>
                    <a:pt x="242" y="129"/>
                  </a:cubicBezTo>
                  <a:cubicBezTo>
                    <a:pt x="243" y="129"/>
                    <a:pt x="244" y="130"/>
                    <a:pt x="246" y="131"/>
                  </a:cubicBezTo>
                  <a:cubicBezTo>
                    <a:pt x="248" y="129"/>
                    <a:pt x="249" y="124"/>
                    <a:pt x="249" y="120"/>
                  </a:cubicBezTo>
                  <a:cubicBezTo>
                    <a:pt x="250" y="115"/>
                    <a:pt x="248" y="113"/>
                    <a:pt x="251" y="110"/>
                  </a:cubicBezTo>
                  <a:cubicBezTo>
                    <a:pt x="253" y="108"/>
                    <a:pt x="256" y="107"/>
                    <a:pt x="256" y="104"/>
                  </a:cubicBezTo>
                  <a:cubicBezTo>
                    <a:pt x="255" y="100"/>
                    <a:pt x="251" y="104"/>
                    <a:pt x="248" y="102"/>
                  </a:cubicBezTo>
                  <a:cubicBezTo>
                    <a:pt x="245" y="100"/>
                    <a:pt x="243" y="101"/>
                    <a:pt x="235" y="102"/>
                  </a:cubicBezTo>
                  <a:cubicBezTo>
                    <a:pt x="227" y="103"/>
                    <a:pt x="224" y="107"/>
                    <a:pt x="224" y="112"/>
                  </a:cubicBezTo>
                  <a:cubicBezTo>
                    <a:pt x="225" y="117"/>
                    <a:pt x="222" y="115"/>
                    <a:pt x="222" y="120"/>
                  </a:cubicBezTo>
                  <a:cubicBezTo>
                    <a:pt x="222" y="124"/>
                    <a:pt x="216" y="124"/>
                    <a:pt x="216" y="127"/>
                  </a:cubicBezTo>
                  <a:cubicBezTo>
                    <a:pt x="216" y="130"/>
                    <a:pt x="211" y="127"/>
                    <a:pt x="210" y="126"/>
                  </a:cubicBezTo>
                  <a:cubicBezTo>
                    <a:pt x="208" y="125"/>
                    <a:pt x="192" y="130"/>
                    <a:pt x="190" y="131"/>
                  </a:cubicBezTo>
                  <a:cubicBezTo>
                    <a:pt x="188" y="131"/>
                    <a:pt x="184" y="126"/>
                    <a:pt x="180" y="126"/>
                  </a:cubicBezTo>
                  <a:cubicBezTo>
                    <a:pt x="177" y="126"/>
                    <a:pt x="176" y="121"/>
                    <a:pt x="176" y="118"/>
                  </a:cubicBezTo>
                  <a:cubicBezTo>
                    <a:pt x="175" y="114"/>
                    <a:pt x="169" y="110"/>
                    <a:pt x="167" y="107"/>
                  </a:cubicBezTo>
                  <a:cubicBezTo>
                    <a:pt x="164" y="103"/>
                    <a:pt x="164" y="95"/>
                    <a:pt x="163" y="90"/>
                  </a:cubicBezTo>
                  <a:cubicBezTo>
                    <a:pt x="163" y="85"/>
                    <a:pt x="163" y="76"/>
                    <a:pt x="166" y="67"/>
                  </a:cubicBezTo>
                  <a:cubicBezTo>
                    <a:pt x="167" y="65"/>
                    <a:pt x="167" y="64"/>
                    <a:pt x="167" y="63"/>
                  </a:cubicBezTo>
                  <a:cubicBezTo>
                    <a:pt x="166" y="62"/>
                    <a:pt x="164" y="62"/>
                    <a:pt x="164" y="62"/>
                  </a:cubicBezTo>
                  <a:cubicBezTo>
                    <a:pt x="160" y="62"/>
                    <a:pt x="153" y="58"/>
                    <a:pt x="152" y="58"/>
                  </a:cubicBezTo>
                  <a:cubicBezTo>
                    <a:pt x="150" y="58"/>
                    <a:pt x="151" y="54"/>
                    <a:pt x="149" y="52"/>
                  </a:cubicBezTo>
                  <a:cubicBezTo>
                    <a:pt x="148" y="51"/>
                    <a:pt x="149" y="47"/>
                    <a:pt x="147" y="46"/>
                  </a:cubicBezTo>
                  <a:cubicBezTo>
                    <a:pt x="146" y="45"/>
                    <a:pt x="141" y="40"/>
                    <a:pt x="139" y="35"/>
                  </a:cubicBezTo>
                  <a:cubicBezTo>
                    <a:pt x="138" y="29"/>
                    <a:pt x="128" y="26"/>
                    <a:pt x="124" y="26"/>
                  </a:cubicBezTo>
                  <a:cubicBezTo>
                    <a:pt x="121" y="26"/>
                    <a:pt x="119" y="33"/>
                    <a:pt x="118" y="34"/>
                  </a:cubicBezTo>
                  <a:cubicBezTo>
                    <a:pt x="117" y="34"/>
                    <a:pt x="110" y="30"/>
                    <a:pt x="108" y="29"/>
                  </a:cubicBezTo>
                  <a:cubicBezTo>
                    <a:pt x="106" y="28"/>
                    <a:pt x="105" y="26"/>
                    <a:pt x="105" y="23"/>
                  </a:cubicBezTo>
                  <a:cubicBezTo>
                    <a:pt x="105" y="21"/>
                    <a:pt x="101" y="17"/>
                    <a:pt x="100" y="17"/>
                  </a:cubicBezTo>
                  <a:cubicBezTo>
                    <a:pt x="98" y="16"/>
                    <a:pt x="90" y="8"/>
                    <a:pt x="90" y="8"/>
                  </a:cubicBezTo>
                  <a:cubicBezTo>
                    <a:pt x="77" y="8"/>
                    <a:pt x="77" y="8"/>
                    <a:pt x="77" y="8"/>
                  </a:cubicBezTo>
                  <a:cubicBezTo>
                    <a:pt x="74" y="12"/>
                    <a:pt x="74" y="12"/>
                    <a:pt x="74" y="12"/>
                  </a:cubicBezTo>
                  <a:cubicBezTo>
                    <a:pt x="50" y="12"/>
                    <a:pt x="50" y="12"/>
                    <a:pt x="50" y="12"/>
                  </a:cubicBezTo>
                  <a:cubicBezTo>
                    <a:pt x="50" y="12"/>
                    <a:pt x="32" y="5"/>
                    <a:pt x="28" y="4"/>
                  </a:cubicBezTo>
                  <a:cubicBezTo>
                    <a:pt x="25" y="4"/>
                    <a:pt x="19" y="0"/>
                    <a:pt x="19" y="0"/>
                  </a:cubicBezTo>
                  <a:cubicBezTo>
                    <a:pt x="0" y="2"/>
                    <a:pt x="0" y="2"/>
                    <a:pt x="0" y="2"/>
                  </a:cubicBezTo>
                  <a:cubicBezTo>
                    <a:pt x="1" y="4"/>
                    <a:pt x="2" y="6"/>
                    <a:pt x="4" y="9"/>
                  </a:cubicBezTo>
                  <a:cubicBezTo>
                    <a:pt x="8" y="14"/>
                    <a:pt x="11" y="23"/>
                    <a:pt x="11" y="25"/>
                  </a:cubicBezTo>
                  <a:cubicBezTo>
                    <a:pt x="12" y="28"/>
                    <a:pt x="17" y="31"/>
                    <a:pt x="22" y="34"/>
                  </a:cubicBezTo>
                  <a:cubicBezTo>
                    <a:pt x="26" y="37"/>
                    <a:pt x="26" y="43"/>
                    <a:pt x="26" y="45"/>
                  </a:cubicBezTo>
                  <a:cubicBezTo>
                    <a:pt x="25" y="47"/>
                    <a:pt x="20" y="44"/>
                    <a:pt x="19" y="46"/>
                  </a:cubicBezTo>
                  <a:cubicBezTo>
                    <a:pt x="19" y="47"/>
                    <a:pt x="27" y="54"/>
                    <a:pt x="30" y="54"/>
                  </a:cubicBezTo>
                  <a:cubicBezTo>
                    <a:pt x="33" y="53"/>
                    <a:pt x="34" y="55"/>
                    <a:pt x="39" y="59"/>
                  </a:cubicBezTo>
                  <a:cubicBezTo>
                    <a:pt x="43" y="63"/>
                    <a:pt x="43" y="68"/>
                    <a:pt x="41" y="70"/>
                  </a:cubicBezTo>
                  <a:cubicBezTo>
                    <a:pt x="39" y="71"/>
                    <a:pt x="45" y="74"/>
                    <a:pt x="51" y="78"/>
                  </a:cubicBezTo>
                  <a:cubicBezTo>
                    <a:pt x="57" y="82"/>
                    <a:pt x="59" y="87"/>
                    <a:pt x="60" y="89"/>
                  </a:cubicBezTo>
                  <a:cubicBezTo>
                    <a:pt x="60" y="91"/>
                    <a:pt x="63" y="89"/>
                    <a:pt x="64" y="86"/>
                  </a:cubicBezTo>
                  <a:cubicBezTo>
                    <a:pt x="65" y="84"/>
                    <a:pt x="62" y="83"/>
                    <a:pt x="62" y="80"/>
                  </a:cubicBezTo>
                  <a:cubicBezTo>
                    <a:pt x="62" y="76"/>
                    <a:pt x="57" y="77"/>
                    <a:pt x="55" y="77"/>
                  </a:cubicBezTo>
                  <a:cubicBezTo>
                    <a:pt x="53" y="76"/>
                    <a:pt x="55" y="71"/>
                    <a:pt x="53" y="69"/>
                  </a:cubicBezTo>
                  <a:cubicBezTo>
                    <a:pt x="51" y="67"/>
                    <a:pt x="49" y="61"/>
                    <a:pt x="48" y="57"/>
                  </a:cubicBezTo>
                  <a:cubicBezTo>
                    <a:pt x="46" y="53"/>
                    <a:pt x="41" y="49"/>
                    <a:pt x="38" y="45"/>
                  </a:cubicBezTo>
                  <a:cubicBezTo>
                    <a:pt x="36" y="40"/>
                    <a:pt x="33" y="37"/>
                    <a:pt x="31" y="35"/>
                  </a:cubicBezTo>
                  <a:cubicBezTo>
                    <a:pt x="30" y="34"/>
                    <a:pt x="34" y="33"/>
                    <a:pt x="32" y="31"/>
                  </a:cubicBezTo>
                  <a:cubicBezTo>
                    <a:pt x="31" y="29"/>
                    <a:pt x="29" y="29"/>
                    <a:pt x="26" y="28"/>
                  </a:cubicBezTo>
                  <a:cubicBezTo>
                    <a:pt x="23" y="27"/>
                    <a:pt x="21" y="25"/>
                    <a:pt x="21" y="22"/>
                  </a:cubicBezTo>
                  <a:cubicBezTo>
                    <a:pt x="21" y="19"/>
                    <a:pt x="19" y="11"/>
                    <a:pt x="18" y="9"/>
                  </a:cubicBezTo>
                  <a:cubicBezTo>
                    <a:pt x="17" y="7"/>
                    <a:pt x="20" y="7"/>
                    <a:pt x="21" y="8"/>
                  </a:cubicBezTo>
                  <a:cubicBezTo>
                    <a:pt x="22" y="9"/>
                    <a:pt x="23" y="10"/>
                    <a:pt x="24" y="10"/>
                  </a:cubicBezTo>
                  <a:cubicBezTo>
                    <a:pt x="26" y="9"/>
                    <a:pt x="28" y="9"/>
                    <a:pt x="29" y="11"/>
                  </a:cubicBezTo>
                  <a:cubicBezTo>
                    <a:pt x="30" y="14"/>
                    <a:pt x="33" y="12"/>
                    <a:pt x="34" y="13"/>
                  </a:cubicBezTo>
                  <a:cubicBezTo>
                    <a:pt x="36" y="14"/>
                    <a:pt x="31" y="15"/>
                    <a:pt x="36" y="23"/>
                  </a:cubicBezTo>
                  <a:cubicBezTo>
                    <a:pt x="41" y="32"/>
                    <a:pt x="37" y="27"/>
                    <a:pt x="37" y="33"/>
                  </a:cubicBezTo>
                  <a:cubicBezTo>
                    <a:pt x="37" y="39"/>
                    <a:pt x="40" y="36"/>
                    <a:pt x="41" y="35"/>
                  </a:cubicBezTo>
                  <a:cubicBezTo>
                    <a:pt x="42" y="34"/>
                    <a:pt x="45" y="37"/>
                    <a:pt x="47" y="40"/>
                  </a:cubicBezTo>
                  <a:cubicBezTo>
                    <a:pt x="50" y="43"/>
                    <a:pt x="54" y="43"/>
                    <a:pt x="54" y="45"/>
                  </a:cubicBezTo>
                  <a:cubicBezTo>
                    <a:pt x="54" y="46"/>
                    <a:pt x="55" y="50"/>
                    <a:pt x="59" y="50"/>
                  </a:cubicBezTo>
                  <a:cubicBezTo>
                    <a:pt x="62" y="51"/>
                    <a:pt x="62" y="54"/>
                    <a:pt x="64" y="55"/>
                  </a:cubicBezTo>
                  <a:cubicBezTo>
                    <a:pt x="66" y="55"/>
                    <a:pt x="67" y="57"/>
                    <a:pt x="66" y="60"/>
                  </a:cubicBezTo>
                  <a:cubicBezTo>
                    <a:pt x="65" y="62"/>
                    <a:pt x="66" y="64"/>
                    <a:pt x="71" y="66"/>
                  </a:cubicBezTo>
                  <a:cubicBezTo>
                    <a:pt x="76" y="68"/>
                    <a:pt x="74" y="69"/>
                    <a:pt x="78" y="73"/>
                  </a:cubicBezTo>
                  <a:cubicBezTo>
                    <a:pt x="82" y="77"/>
                    <a:pt x="93" y="89"/>
                    <a:pt x="96" y="93"/>
                  </a:cubicBezTo>
                  <a:cubicBezTo>
                    <a:pt x="98" y="96"/>
                    <a:pt x="99" y="99"/>
                    <a:pt x="100" y="102"/>
                  </a:cubicBezTo>
                  <a:cubicBezTo>
                    <a:pt x="101" y="105"/>
                    <a:pt x="98" y="106"/>
                    <a:pt x="100" y="108"/>
                  </a:cubicBezTo>
                  <a:cubicBezTo>
                    <a:pt x="101" y="110"/>
                    <a:pt x="97" y="110"/>
                    <a:pt x="97" y="111"/>
                  </a:cubicBezTo>
                  <a:cubicBezTo>
                    <a:pt x="97" y="113"/>
                    <a:pt x="100" y="121"/>
                    <a:pt x="104" y="122"/>
                  </a:cubicBezTo>
                  <a:cubicBezTo>
                    <a:pt x="108" y="122"/>
                    <a:pt x="112" y="127"/>
                    <a:pt x="116" y="130"/>
                  </a:cubicBezTo>
                  <a:cubicBezTo>
                    <a:pt x="119" y="133"/>
                    <a:pt x="124" y="132"/>
                    <a:pt x="129" y="134"/>
                  </a:cubicBezTo>
                  <a:cubicBezTo>
                    <a:pt x="134" y="136"/>
                    <a:pt x="139" y="140"/>
                    <a:pt x="146" y="142"/>
                  </a:cubicBezTo>
                  <a:cubicBezTo>
                    <a:pt x="153" y="144"/>
                    <a:pt x="160" y="148"/>
                    <a:pt x="165" y="151"/>
                  </a:cubicBezTo>
                  <a:cubicBezTo>
                    <a:pt x="170" y="154"/>
                    <a:pt x="175" y="152"/>
                    <a:pt x="182" y="150"/>
                  </a:cubicBezTo>
                  <a:cubicBezTo>
                    <a:pt x="188" y="147"/>
                    <a:pt x="194" y="150"/>
                    <a:pt x="197" y="152"/>
                  </a:cubicBezTo>
                  <a:cubicBezTo>
                    <a:pt x="199" y="153"/>
                    <a:pt x="203" y="156"/>
                    <a:pt x="206" y="159"/>
                  </a:cubicBezTo>
                  <a:cubicBezTo>
                    <a:pt x="210" y="154"/>
                    <a:pt x="213" y="150"/>
                    <a:pt x="213" y="150"/>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1" name="Freeform 102">
              <a:extLst>
                <a:ext uri="{FF2B5EF4-FFF2-40B4-BE49-F238E27FC236}">
                  <a16:creationId xmlns:a16="http://schemas.microsoft.com/office/drawing/2014/main" id="{FDACF993-65E0-09F5-E60B-DDFC2C6276A4}"/>
                </a:ext>
              </a:extLst>
            </p:cNvPr>
            <p:cNvSpPr>
              <a:spLocks/>
            </p:cNvSpPr>
            <p:nvPr/>
          </p:nvSpPr>
          <p:spPr bwMode="auto">
            <a:xfrm>
              <a:off x="5300357" y="3802892"/>
              <a:ext cx="96963" cy="96423"/>
            </a:xfrm>
            <a:custGeom>
              <a:avLst/>
              <a:gdLst>
                <a:gd name="T0" fmla="*/ 32 w 36"/>
                <a:gd name="T1" fmla="*/ 23 h 35"/>
                <a:gd name="T2" fmla="*/ 36 w 36"/>
                <a:gd name="T3" fmla="*/ 19 h 35"/>
                <a:gd name="T4" fmla="*/ 33 w 36"/>
                <a:gd name="T5" fmla="*/ 17 h 35"/>
                <a:gd name="T6" fmla="*/ 29 w 36"/>
                <a:gd name="T7" fmla="*/ 17 h 35"/>
                <a:gd name="T8" fmla="*/ 29 w 36"/>
                <a:gd name="T9" fmla="*/ 0 h 35"/>
                <a:gd name="T10" fmla="*/ 15 w 36"/>
                <a:gd name="T11" fmla="*/ 0 h 35"/>
                <a:gd name="T12" fmla="*/ 12 w 36"/>
                <a:gd name="T13" fmla="*/ 6 h 35"/>
                <a:gd name="T14" fmla="*/ 18 w 36"/>
                <a:gd name="T15" fmla="*/ 15 h 35"/>
                <a:gd name="T16" fmla="*/ 7 w 36"/>
                <a:gd name="T17" fmla="*/ 16 h 35"/>
                <a:gd name="T18" fmla="*/ 0 w 36"/>
                <a:gd name="T19" fmla="*/ 25 h 35"/>
                <a:gd name="T20" fmla="*/ 10 w 36"/>
                <a:gd name="T21" fmla="*/ 33 h 35"/>
                <a:gd name="T22" fmla="*/ 21 w 36"/>
                <a:gd name="T23" fmla="*/ 35 h 35"/>
                <a:gd name="T24" fmla="*/ 22 w 36"/>
                <a:gd name="T25" fmla="*/ 35 h 35"/>
                <a:gd name="T26" fmla="*/ 28 w 36"/>
                <a:gd name="T27" fmla="*/ 30 h 35"/>
                <a:gd name="T28" fmla="*/ 32 w 36"/>
                <a:gd name="T29"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35">
                  <a:moveTo>
                    <a:pt x="32" y="23"/>
                  </a:moveTo>
                  <a:cubicBezTo>
                    <a:pt x="34" y="22"/>
                    <a:pt x="35" y="20"/>
                    <a:pt x="36" y="19"/>
                  </a:cubicBezTo>
                  <a:cubicBezTo>
                    <a:pt x="33" y="20"/>
                    <a:pt x="32" y="19"/>
                    <a:pt x="33" y="17"/>
                  </a:cubicBezTo>
                  <a:cubicBezTo>
                    <a:pt x="29" y="17"/>
                    <a:pt x="29" y="17"/>
                    <a:pt x="29" y="17"/>
                  </a:cubicBezTo>
                  <a:cubicBezTo>
                    <a:pt x="29" y="0"/>
                    <a:pt x="29" y="0"/>
                    <a:pt x="29" y="0"/>
                  </a:cubicBezTo>
                  <a:cubicBezTo>
                    <a:pt x="26" y="0"/>
                    <a:pt x="16" y="0"/>
                    <a:pt x="15" y="0"/>
                  </a:cubicBezTo>
                  <a:cubicBezTo>
                    <a:pt x="14" y="0"/>
                    <a:pt x="13" y="6"/>
                    <a:pt x="12" y="6"/>
                  </a:cubicBezTo>
                  <a:cubicBezTo>
                    <a:pt x="11" y="7"/>
                    <a:pt x="19" y="12"/>
                    <a:pt x="18" y="15"/>
                  </a:cubicBezTo>
                  <a:cubicBezTo>
                    <a:pt x="17" y="17"/>
                    <a:pt x="8" y="16"/>
                    <a:pt x="7" y="16"/>
                  </a:cubicBezTo>
                  <a:cubicBezTo>
                    <a:pt x="7" y="16"/>
                    <a:pt x="4" y="20"/>
                    <a:pt x="0" y="25"/>
                  </a:cubicBezTo>
                  <a:cubicBezTo>
                    <a:pt x="4" y="28"/>
                    <a:pt x="8" y="32"/>
                    <a:pt x="10" y="33"/>
                  </a:cubicBezTo>
                  <a:cubicBezTo>
                    <a:pt x="13" y="35"/>
                    <a:pt x="19" y="33"/>
                    <a:pt x="21" y="35"/>
                  </a:cubicBezTo>
                  <a:cubicBezTo>
                    <a:pt x="21" y="35"/>
                    <a:pt x="22" y="35"/>
                    <a:pt x="22" y="35"/>
                  </a:cubicBezTo>
                  <a:cubicBezTo>
                    <a:pt x="24" y="33"/>
                    <a:pt x="27" y="30"/>
                    <a:pt x="28" y="30"/>
                  </a:cubicBezTo>
                  <a:cubicBezTo>
                    <a:pt x="29" y="30"/>
                    <a:pt x="28" y="26"/>
                    <a:pt x="32" y="23"/>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2" name="Freeform 103">
              <a:extLst>
                <a:ext uri="{FF2B5EF4-FFF2-40B4-BE49-F238E27FC236}">
                  <a16:creationId xmlns:a16="http://schemas.microsoft.com/office/drawing/2014/main" id="{D9825FAB-82A5-0195-5617-4F8AB17504EE}"/>
                </a:ext>
              </a:extLst>
            </p:cNvPr>
            <p:cNvSpPr>
              <a:spLocks/>
            </p:cNvSpPr>
            <p:nvPr/>
          </p:nvSpPr>
          <p:spPr bwMode="auto">
            <a:xfrm>
              <a:off x="5379067" y="3788781"/>
              <a:ext cx="29659" cy="61146"/>
            </a:xfrm>
            <a:custGeom>
              <a:avLst/>
              <a:gdLst>
                <a:gd name="T0" fmla="*/ 1 w 11"/>
                <a:gd name="T1" fmla="*/ 5 h 22"/>
                <a:gd name="T2" fmla="*/ 0 w 11"/>
                <a:gd name="T3" fmla="*/ 5 h 22"/>
                <a:gd name="T4" fmla="*/ 0 w 11"/>
                <a:gd name="T5" fmla="*/ 22 h 22"/>
                <a:gd name="T6" fmla="*/ 4 w 11"/>
                <a:gd name="T7" fmla="*/ 22 h 22"/>
                <a:gd name="T8" fmla="*/ 7 w 11"/>
                <a:gd name="T9" fmla="*/ 17 h 22"/>
                <a:gd name="T10" fmla="*/ 9 w 11"/>
                <a:gd name="T11" fmla="*/ 3 h 22"/>
                <a:gd name="T12" fmla="*/ 11 w 11"/>
                <a:gd name="T13" fmla="*/ 2 h 22"/>
                <a:gd name="T14" fmla="*/ 7 w 11"/>
                <a:gd name="T15" fmla="*/ 0 h 22"/>
                <a:gd name="T16" fmla="*/ 1 w 11"/>
                <a:gd name="T17"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2">
                  <a:moveTo>
                    <a:pt x="1" y="5"/>
                  </a:moveTo>
                  <a:cubicBezTo>
                    <a:pt x="1" y="5"/>
                    <a:pt x="1" y="5"/>
                    <a:pt x="0" y="5"/>
                  </a:cubicBezTo>
                  <a:cubicBezTo>
                    <a:pt x="0" y="22"/>
                    <a:pt x="0" y="22"/>
                    <a:pt x="0" y="22"/>
                  </a:cubicBezTo>
                  <a:cubicBezTo>
                    <a:pt x="4" y="22"/>
                    <a:pt x="4" y="22"/>
                    <a:pt x="4" y="22"/>
                  </a:cubicBezTo>
                  <a:cubicBezTo>
                    <a:pt x="4" y="20"/>
                    <a:pt x="5" y="19"/>
                    <a:pt x="7" y="17"/>
                  </a:cubicBezTo>
                  <a:cubicBezTo>
                    <a:pt x="10" y="15"/>
                    <a:pt x="5" y="4"/>
                    <a:pt x="9" y="3"/>
                  </a:cubicBezTo>
                  <a:cubicBezTo>
                    <a:pt x="9" y="3"/>
                    <a:pt x="10" y="3"/>
                    <a:pt x="11" y="2"/>
                  </a:cubicBezTo>
                  <a:cubicBezTo>
                    <a:pt x="9" y="1"/>
                    <a:pt x="8" y="0"/>
                    <a:pt x="7" y="0"/>
                  </a:cubicBezTo>
                  <a:cubicBezTo>
                    <a:pt x="5" y="0"/>
                    <a:pt x="2" y="5"/>
                    <a:pt x="1" y="5"/>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3" name="Freeform 104">
              <a:extLst>
                <a:ext uri="{FF2B5EF4-FFF2-40B4-BE49-F238E27FC236}">
                  <a16:creationId xmlns:a16="http://schemas.microsoft.com/office/drawing/2014/main" id="{96DE69AE-9F62-9AA8-649A-87A12F88A58D}"/>
                </a:ext>
              </a:extLst>
            </p:cNvPr>
            <p:cNvSpPr>
              <a:spLocks/>
            </p:cNvSpPr>
            <p:nvPr/>
          </p:nvSpPr>
          <p:spPr bwMode="auto">
            <a:xfrm>
              <a:off x="5711022" y="3744096"/>
              <a:ext cx="67303" cy="58794"/>
            </a:xfrm>
            <a:custGeom>
              <a:avLst/>
              <a:gdLst>
                <a:gd name="T0" fmla="*/ 12 w 25"/>
                <a:gd name="T1" fmla="*/ 2 h 21"/>
                <a:gd name="T2" fmla="*/ 18 w 25"/>
                <a:gd name="T3" fmla="*/ 13 h 21"/>
                <a:gd name="T4" fmla="*/ 1 w 25"/>
                <a:gd name="T5" fmla="*/ 16 h 21"/>
                <a:gd name="T6" fmla="*/ 12 w 25"/>
                <a:gd name="T7" fmla="*/ 19 h 21"/>
                <a:gd name="T8" fmla="*/ 24 w 25"/>
                <a:gd name="T9" fmla="*/ 20 h 21"/>
                <a:gd name="T10" fmla="*/ 25 w 25"/>
                <a:gd name="T11" fmla="*/ 4 h 21"/>
                <a:gd name="T12" fmla="*/ 12 w 25"/>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25" h="21">
                  <a:moveTo>
                    <a:pt x="12" y="2"/>
                  </a:moveTo>
                  <a:cubicBezTo>
                    <a:pt x="8" y="4"/>
                    <a:pt x="18" y="10"/>
                    <a:pt x="18" y="13"/>
                  </a:cubicBezTo>
                  <a:cubicBezTo>
                    <a:pt x="18" y="17"/>
                    <a:pt x="3" y="13"/>
                    <a:pt x="1" y="16"/>
                  </a:cubicBezTo>
                  <a:cubicBezTo>
                    <a:pt x="0" y="18"/>
                    <a:pt x="6" y="21"/>
                    <a:pt x="12" y="19"/>
                  </a:cubicBezTo>
                  <a:cubicBezTo>
                    <a:pt x="17" y="17"/>
                    <a:pt x="21" y="19"/>
                    <a:pt x="24" y="20"/>
                  </a:cubicBezTo>
                  <a:cubicBezTo>
                    <a:pt x="24" y="15"/>
                    <a:pt x="25" y="8"/>
                    <a:pt x="25" y="4"/>
                  </a:cubicBezTo>
                  <a:cubicBezTo>
                    <a:pt x="21" y="3"/>
                    <a:pt x="15" y="0"/>
                    <a:pt x="12" y="2"/>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4" name="Freeform 105">
              <a:extLst>
                <a:ext uri="{FF2B5EF4-FFF2-40B4-BE49-F238E27FC236}">
                  <a16:creationId xmlns:a16="http://schemas.microsoft.com/office/drawing/2014/main" id="{1DFF378B-FF41-1123-E04B-0D4AE6AA377F}"/>
                </a:ext>
              </a:extLst>
            </p:cNvPr>
            <p:cNvSpPr>
              <a:spLocks/>
            </p:cNvSpPr>
            <p:nvPr/>
          </p:nvSpPr>
          <p:spPr bwMode="auto">
            <a:xfrm>
              <a:off x="5774902" y="3752328"/>
              <a:ext cx="76429" cy="52915"/>
            </a:xfrm>
            <a:custGeom>
              <a:avLst/>
              <a:gdLst>
                <a:gd name="T0" fmla="*/ 11 w 28"/>
                <a:gd name="T1" fmla="*/ 14 h 19"/>
                <a:gd name="T2" fmla="*/ 28 w 28"/>
                <a:gd name="T3" fmla="*/ 11 h 19"/>
                <a:gd name="T4" fmla="*/ 6 w 28"/>
                <a:gd name="T5" fmla="*/ 1 h 19"/>
                <a:gd name="T6" fmla="*/ 1 w 28"/>
                <a:gd name="T7" fmla="*/ 1 h 19"/>
                <a:gd name="T8" fmla="*/ 0 w 28"/>
                <a:gd name="T9" fmla="*/ 17 h 19"/>
                <a:gd name="T10" fmla="*/ 0 w 28"/>
                <a:gd name="T11" fmla="*/ 18 h 19"/>
                <a:gd name="T12" fmla="*/ 11 w 28"/>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8" h="19">
                  <a:moveTo>
                    <a:pt x="11" y="14"/>
                  </a:moveTo>
                  <a:cubicBezTo>
                    <a:pt x="17" y="12"/>
                    <a:pt x="28" y="16"/>
                    <a:pt x="28" y="11"/>
                  </a:cubicBezTo>
                  <a:cubicBezTo>
                    <a:pt x="28" y="5"/>
                    <a:pt x="10" y="0"/>
                    <a:pt x="6" y="1"/>
                  </a:cubicBezTo>
                  <a:cubicBezTo>
                    <a:pt x="5" y="2"/>
                    <a:pt x="3" y="2"/>
                    <a:pt x="1" y="1"/>
                  </a:cubicBezTo>
                  <a:cubicBezTo>
                    <a:pt x="1" y="5"/>
                    <a:pt x="0" y="12"/>
                    <a:pt x="0" y="17"/>
                  </a:cubicBezTo>
                  <a:cubicBezTo>
                    <a:pt x="0" y="18"/>
                    <a:pt x="0" y="18"/>
                    <a:pt x="0" y="18"/>
                  </a:cubicBezTo>
                  <a:cubicBezTo>
                    <a:pt x="3" y="19"/>
                    <a:pt x="4" y="16"/>
                    <a:pt x="11" y="14"/>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45" name="Freeform 106">
              <a:extLst>
                <a:ext uri="{FF2B5EF4-FFF2-40B4-BE49-F238E27FC236}">
                  <a16:creationId xmlns:a16="http://schemas.microsoft.com/office/drawing/2014/main" id="{403B7918-7320-1832-39D9-D6620EAF4FBC}"/>
                </a:ext>
              </a:extLst>
            </p:cNvPr>
            <p:cNvSpPr>
              <a:spLocks/>
            </p:cNvSpPr>
            <p:nvPr/>
          </p:nvSpPr>
          <p:spPr bwMode="auto">
            <a:xfrm>
              <a:off x="5418994" y="3872268"/>
              <a:ext cx="96963" cy="102302"/>
            </a:xfrm>
            <a:custGeom>
              <a:avLst/>
              <a:gdLst>
                <a:gd name="T0" fmla="*/ 19 w 36"/>
                <a:gd name="T1" fmla="*/ 34 h 37"/>
                <a:gd name="T2" fmla="*/ 27 w 36"/>
                <a:gd name="T3" fmla="*/ 36 h 37"/>
                <a:gd name="T4" fmla="*/ 32 w 36"/>
                <a:gd name="T5" fmla="*/ 36 h 37"/>
                <a:gd name="T6" fmla="*/ 30 w 36"/>
                <a:gd name="T7" fmla="*/ 35 h 37"/>
                <a:gd name="T8" fmla="*/ 32 w 36"/>
                <a:gd name="T9" fmla="*/ 24 h 37"/>
                <a:gd name="T10" fmla="*/ 34 w 36"/>
                <a:gd name="T11" fmla="*/ 9 h 37"/>
                <a:gd name="T12" fmla="*/ 35 w 36"/>
                <a:gd name="T13" fmla="*/ 1 h 37"/>
                <a:gd name="T14" fmla="*/ 35 w 36"/>
                <a:gd name="T15" fmla="*/ 0 h 37"/>
                <a:gd name="T16" fmla="*/ 26 w 36"/>
                <a:gd name="T17" fmla="*/ 4 h 37"/>
                <a:gd name="T18" fmla="*/ 17 w 36"/>
                <a:gd name="T19" fmla="*/ 5 h 37"/>
                <a:gd name="T20" fmla="*/ 8 w 36"/>
                <a:gd name="T21" fmla="*/ 9 h 37"/>
                <a:gd name="T22" fmla="*/ 6 w 36"/>
                <a:gd name="T23" fmla="*/ 15 h 37"/>
                <a:gd name="T24" fmla="*/ 3 w 36"/>
                <a:gd name="T25" fmla="*/ 17 h 37"/>
                <a:gd name="T26" fmla="*/ 0 w 36"/>
                <a:gd name="T27" fmla="*/ 18 h 37"/>
                <a:gd name="T28" fmla="*/ 1 w 36"/>
                <a:gd name="T29" fmla="*/ 21 h 37"/>
                <a:gd name="T30" fmla="*/ 11 w 36"/>
                <a:gd name="T31" fmla="*/ 31 h 37"/>
                <a:gd name="T32" fmla="*/ 14 w 36"/>
                <a:gd name="T33" fmla="*/ 34 h 37"/>
                <a:gd name="T34" fmla="*/ 19 w 36"/>
                <a:gd name="T35"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37">
                  <a:moveTo>
                    <a:pt x="19" y="34"/>
                  </a:moveTo>
                  <a:cubicBezTo>
                    <a:pt x="21" y="35"/>
                    <a:pt x="25" y="34"/>
                    <a:pt x="27" y="36"/>
                  </a:cubicBezTo>
                  <a:cubicBezTo>
                    <a:pt x="28" y="37"/>
                    <a:pt x="30" y="37"/>
                    <a:pt x="32" y="36"/>
                  </a:cubicBezTo>
                  <a:cubicBezTo>
                    <a:pt x="31" y="36"/>
                    <a:pt x="31" y="35"/>
                    <a:pt x="30" y="35"/>
                  </a:cubicBezTo>
                  <a:cubicBezTo>
                    <a:pt x="29" y="32"/>
                    <a:pt x="31" y="27"/>
                    <a:pt x="32" y="24"/>
                  </a:cubicBezTo>
                  <a:cubicBezTo>
                    <a:pt x="34" y="20"/>
                    <a:pt x="31" y="12"/>
                    <a:pt x="34" y="9"/>
                  </a:cubicBezTo>
                  <a:cubicBezTo>
                    <a:pt x="36" y="7"/>
                    <a:pt x="34" y="6"/>
                    <a:pt x="35" y="1"/>
                  </a:cubicBezTo>
                  <a:cubicBezTo>
                    <a:pt x="35" y="0"/>
                    <a:pt x="35" y="0"/>
                    <a:pt x="35" y="0"/>
                  </a:cubicBezTo>
                  <a:cubicBezTo>
                    <a:pt x="31" y="0"/>
                    <a:pt x="27" y="4"/>
                    <a:pt x="26" y="4"/>
                  </a:cubicBezTo>
                  <a:cubicBezTo>
                    <a:pt x="24" y="4"/>
                    <a:pt x="18" y="2"/>
                    <a:pt x="17" y="5"/>
                  </a:cubicBezTo>
                  <a:cubicBezTo>
                    <a:pt x="17" y="9"/>
                    <a:pt x="13" y="9"/>
                    <a:pt x="8" y="9"/>
                  </a:cubicBezTo>
                  <a:cubicBezTo>
                    <a:pt x="3" y="10"/>
                    <a:pt x="6" y="14"/>
                    <a:pt x="6" y="15"/>
                  </a:cubicBezTo>
                  <a:cubicBezTo>
                    <a:pt x="5" y="15"/>
                    <a:pt x="3" y="17"/>
                    <a:pt x="3" y="17"/>
                  </a:cubicBezTo>
                  <a:cubicBezTo>
                    <a:pt x="0" y="18"/>
                    <a:pt x="0" y="18"/>
                    <a:pt x="0" y="18"/>
                  </a:cubicBezTo>
                  <a:cubicBezTo>
                    <a:pt x="0" y="19"/>
                    <a:pt x="0" y="20"/>
                    <a:pt x="1" y="21"/>
                  </a:cubicBezTo>
                  <a:cubicBezTo>
                    <a:pt x="4" y="23"/>
                    <a:pt x="8" y="29"/>
                    <a:pt x="11" y="31"/>
                  </a:cubicBezTo>
                  <a:cubicBezTo>
                    <a:pt x="13" y="32"/>
                    <a:pt x="14" y="33"/>
                    <a:pt x="14" y="34"/>
                  </a:cubicBezTo>
                  <a:cubicBezTo>
                    <a:pt x="16" y="34"/>
                    <a:pt x="18" y="34"/>
                    <a:pt x="19" y="34"/>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50" name="Freeform 112">
              <a:extLst>
                <a:ext uri="{FF2B5EF4-FFF2-40B4-BE49-F238E27FC236}">
                  <a16:creationId xmlns:a16="http://schemas.microsoft.com/office/drawing/2014/main" id="{8598A269-2DD1-7B1A-E6C3-C92EE9909EE4}"/>
                </a:ext>
              </a:extLst>
            </p:cNvPr>
            <p:cNvSpPr>
              <a:spLocks/>
            </p:cNvSpPr>
            <p:nvPr/>
          </p:nvSpPr>
          <p:spPr bwMode="auto">
            <a:xfrm>
              <a:off x="5452074" y="3966341"/>
              <a:ext cx="75288" cy="64675"/>
            </a:xfrm>
            <a:custGeom>
              <a:avLst/>
              <a:gdLst>
                <a:gd name="T0" fmla="*/ 27 w 28"/>
                <a:gd name="T1" fmla="*/ 18 h 23"/>
                <a:gd name="T2" fmla="*/ 28 w 28"/>
                <a:gd name="T3" fmla="*/ 13 h 23"/>
                <a:gd name="T4" fmla="*/ 20 w 28"/>
                <a:gd name="T5" fmla="*/ 2 h 23"/>
                <a:gd name="T6" fmla="*/ 15 w 28"/>
                <a:gd name="T7" fmla="*/ 2 h 23"/>
                <a:gd name="T8" fmla="*/ 7 w 28"/>
                <a:gd name="T9" fmla="*/ 0 h 23"/>
                <a:gd name="T10" fmla="*/ 2 w 28"/>
                <a:gd name="T11" fmla="*/ 0 h 23"/>
                <a:gd name="T12" fmla="*/ 2 w 28"/>
                <a:gd name="T13" fmla="*/ 4 h 23"/>
                <a:gd name="T14" fmla="*/ 4 w 28"/>
                <a:gd name="T15" fmla="*/ 11 h 23"/>
                <a:gd name="T16" fmla="*/ 9 w 28"/>
                <a:gd name="T17" fmla="*/ 10 h 23"/>
                <a:gd name="T18" fmla="*/ 13 w 28"/>
                <a:gd name="T19" fmla="*/ 13 h 23"/>
                <a:gd name="T20" fmla="*/ 19 w 28"/>
                <a:gd name="T21" fmla="*/ 18 h 23"/>
                <a:gd name="T22" fmla="*/ 23 w 28"/>
                <a:gd name="T23" fmla="*/ 23 h 23"/>
                <a:gd name="T24" fmla="*/ 25 w 28"/>
                <a:gd name="T25" fmla="*/ 23 h 23"/>
                <a:gd name="T26" fmla="*/ 27 w 28"/>
                <a:gd name="T27"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3">
                  <a:moveTo>
                    <a:pt x="27" y="18"/>
                  </a:moveTo>
                  <a:cubicBezTo>
                    <a:pt x="26" y="17"/>
                    <a:pt x="26" y="15"/>
                    <a:pt x="28" y="13"/>
                  </a:cubicBezTo>
                  <a:cubicBezTo>
                    <a:pt x="25" y="9"/>
                    <a:pt x="21" y="5"/>
                    <a:pt x="20" y="2"/>
                  </a:cubicBezTo>
                  <a:cubicBezTo>
                    <a:pt x="18" y="3"/>
                    <a:pt x="16" y="3"/>
                    <a:pt x="15" y="2"/>
                  </a:cubicBezTo>
                  <a:cubicBezTo>
                    <a:pt x="13" y="0"/>
                    <a:pt x="9" y="1"/>
                    <a:pt x="7" y="0"/>
                  </a:cubicBezTo>
                  <a:cubicBezTo>
                    <a:pt x="6" y="0"/>
                    <a:pt x="4" y="0"/>
                    <a:pt x="2" y="0"/>
                  </a:cubicBezTo>
                  <a:cubicBezTo>
                    <a:pt x="3" y="2"/>
                    <a:pt x="3" y="3"/>
                    <a:pt x="2" y="4"/>
                  </a:cubicBezTo>
                  <a:cubicBezTo>
                    <a:pt x="0" y="5"/>
                    <a:pt x="0" y="9"/>
                    <a:pt x="4" y="11"/>
                  </a:cubicBezTo>
                  <a:cubicBezTo>
                    <a:pt x="8" y="12"/>
                    <a:pt x="7" y="10"/>
                    <a:pt x="9" y="10"/>
                  </a:cubicBezTo>
                  <a:cubicBezTo>
                    <a:pt x="11" y="10"/>
                    <a:pt x="11" y="13"/>
                    <a:pt x="13" y="13"/>
                  </a:cubicBezTo>
                  <a:cubicBezTo>
                    <a:pt x="14" y="13"/>
                    <a:pt x="19" y="15"/>
                    <a:pt x="19" y="18"/>
                  </a:cubicBezTo>
                  <a:cubicBezTo>
                    <a:pt x="18" y="21"/>
                    <a:pt x="20" y="23"/>
                    <a:pt x="23" y="23"/>
                  </a:cubicBezTo>
                  <a:cubicBezTo>
                    <a:pt x="24" y="23"/>
                    <a:pt x="25" y="23"/>
                    <a:pt x="25" y="23"/>
                  </a:cubicBezTo>
                  <a:cubicBezTo>
                    <a:pt x="26" y="21"/>
                    <a:pt x="27" y="19"/>
                    <a:pt x="27" y="18"/>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51" name="Freeform 113">
              <a:extLst>
                <a:ext uri="{FF2B5EF4-FFF2-40B4-BE49-F238E27FC236}">
                  <a16:creationId xmlns:a16="http://schemas.microsoft.com/office/drawing/2014/main" id="{75D631A9-C4F7-19FC-CB59-0C23E72EE06C}"/>
                </a:ext>
              </a:extLst>
            </p:cNvPr>
            <p:cNvSpPr>
              <a:spLocks/>
            </p:cNvSpPr>
            <p:nvPr/>
          </p:nvSpPr>
          <p:spPr bwMode="auto">
            <a:xfrm>
              <a:off x="5519377" y="3996915"/>
              <a:ext cx="134606" cy="67026"/>
            </a:xfrm>
            <a:custGeom>
              <a:avLst/>
              <a:gdLst>
                <a:gd name="T0" fmla="*/ 44 w 50"/>
                <a:gd name="T1" fmla="*/ 7 h 24"/>
                <a:gd name="T2" fmla="*/ 33 w 50"/>
                <a:gd name="T3" fmla="*/ 1 h 24"/>
                <a:gd name="T4" fmla="*/ 21 w 50"/>
                <a:gd name="T5" fmla="*/ 6 h 24"/>
                <a:gd name="T6" fmla="*/ 7 w 50"/>
                <a:gd name="T7" fmla="*/ 6 h 24"/>
                <a:gd name="T8" fmla="*/ 3 w 50"/>
                <a:gd name="T9" fmla="*/ 2 h 24"/>
                <a:gd name="T10" fmla="*/ 2 w 50"/>
                <a:gd name="T11" fmla="*/ 7 h 24"/>
                <a:gd name="T12" fmla="*/ 0 w 50"/>
                <a:gd name="T13" fmla="*/ 12 h 24"/>
                <a:gd name="T14" fmla="*/ 11 w 50"/>
                <a:gd name="T15" fmla="*/ 17 h 24"/>
                <a:gd name="T16" fmla="*/ 17 w 50"/>
                <a:gd name="T17" fmla="*/ 21 h 24"/>
                <a:gd name="T18" fmla="*/ 24 w 50"/>
                <a:gd name="T19" fmla="*/ 19 h 24"/>
                <a:gd name="T20" fmla="*/ 22 w 50"/>
                <a:gd name="T21" fmla="*/ 14 h 24"/>
                <a:gd name="T22" fmla="*/ 26 w 50"/>
                <a:gd name="T23" fmla="*/ 10 h 24"/>
                <a:gd name="T24" fmla="*/ 35 w 50"/>
                <a:gd name="T25" fmla="*/ 7 h 24"/>
                <a:gd name="T26" fmla="*/ 38 w 50"/>
                <a:gd name="T27" fmla="*/ 13 h 24"/>
                <a:gd name="T28" fmla="*/ 43 w 50"/>
                <a:gd name="T29" fmla="*/ 22 h 24"/>
                <a:gd name="T30" fmla="*/ 48 w 50"/>
                <a:gd name="T31" fmla="*/ 16 h 24"/>
                <a:gd name="T32" fmla="*/ 50 w 50"/>
                <a:gd name="T33" fmla="*/ 14 h 24"/>
                <a:gd name="T34" fmla="*/ 44 w 50"/>
                <a:gd name="T35"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0" h="24">
                  <a:moveTo>
                    <a:pt x="44" y="7"/>
                  </a:moveTo>
                  <a:cubicBezTo>
                    <a:pt x="41" y="3"/>
                    <a:pt x="36" y="3"/>
                    <a:pt x="33" y="1"/>
                  </a:cubicBezTo>
                  <a:cubicBezTo>
                    <a:pt x="29" y="0"/>
                    <a:pt x="25" y="2"/>
                    <a:pt x="21" y="6"/>
                  </a:cubicBezTo>
                  <a:cubicBezTo>
                    <a:pt x="16" y="10"/>
                    <a:pt x="11" y="8"/>
                    <a:pt x="7" y="6"/>
                  </a:cubicBezTo>
                  <a:cubicBezTo>
                    <a:pt x="6" y="5"/>
                    <a:pt x="5" y="4"/>
                    <a:pt x="3" y="2"/>
                  </a:cubicBezTo>
                  <a:cubicBezTo>
                    <a:pt x="1" y="4"/>
                    <a:pt x="1" y="6"/>
                    <a:pt x="2" y="7"/>
                  </a:cubicBezTo>
                  <a:cubicBezTo>
                    <a:pt x="2" y="8"/>
                    <a:pt x="1" y="10"/>
                    <a:pt x="0" y="12"/>
                  </a:cubicBezTo>
                  <a:cubicBezTo>
                    <a:pt x="4" y="12"/>
                    <a:pt x="9" y="14"/>
                    <a:pt x="11" y="17"/>
                  </a:cubicBezTo>
                  <a:cubicBezTo>
                    <a:pt x="14" y="20"/>
                    <a:pt x="16" y="18"/>
                    <a:pt x="17" y="21"/>
                  </a:cubicBezTo>
                  <a:cubicBezTo>
                    <a:pt x="19" y="24"/>
                    <a:pt x="23" y="21"/>
                    <a:pt x="24" y="19"/>
                  </a:cubicBezTo>
                  <a:cubicBezTo>
                    <a:pt x="25" y="17"/>
                    <a:pt x="22" y="16"/>
                    <a:pt x="22" y="14"/>
                  </a:cubicBezTo>
                  <a:cubicBezTo>
                    <a:pt x="21" y="12"/>
                    <a:pt x="25" y="13"/>
                    <a:pt x="26" y="10"/>
                  </a:cubicBezTo>
                  <a:cubicBezTo>
                    <a:pt x="27" y="7"/>
                    <a:pt x="33" y="6"/>
                    <a:pt x="35" y="7"/>
                  </a:cubicBezTo>
                  <a:cubicBezTo>
                    <a:pt x="38" y="8"/>
                    <a:pt x="40" y="10"/>
                    <a:pt x="38" y="13"/>
                  </a:cubicBezTo>
                  <a:cubicBezTo>
                    <a:pt x="36" y="15"/>
                    <a:pt x="40" y="19"/>
                    <a:pt x="43" y="22"/>
                  </a:cubicBezTo>
                  <a:cubicBezTo>
                    <a:pt x="45" y="20"/>
                    <a:pt x="47" y="17"/>
                    <a:pt x="48" y="16"/>
                  </a:cubicBezTo>
                  <a:cubicBezTo>
                    <a:pt x="49" y="16"/>
                    <a:pt x="49" y="15"/>
                    <a:pt x="50" y="14"/>
                  </a:cubicBezTo>
                  <a:cubicBezTo>
                    <a:pt x="48" y="13"/>
                    <a:pt x="46" y="10"/>
                    <a:pt x="44" y="7"/>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59" name="Freeform 121">
              <a:extLst>
                <a:ext uri="{FF2B5EF4-FFF2-40B4-BE49-F238E27FC236}">
                  <a16:creationId xmlns:a16="http://schemas.microsoft.com/office/drawing/2014/main" id="{45EC4077-E75C-E63A-F7E3-7B7B1876D68E}"/>
                </a:ext>
              </a:extLst>
            </p:cNvPr>
            <p:cNvSpPr>
              <a:spLocks/>
            </p:cNvSpPr>
            <p:nvPr/>
          </p:nvSpPr>
          <p:spPr bwMode="auto">
            <a:xfrm>
              <a:off x="5481733" y="3662960"/>
              <a:ext cx="239554" cy="89368"/>
            </a:xfrm>
            <a:custGeom>
              <a:avLst/>
              <a:gdLst>
                <a:gd name="T0" fmla="*/ 72 w 89"/>
                <a:gd name="T1" fmla="*/ 20 h 32"/>
                <a:gd name="T2" fmla="*/ 31 w 89"/>
                <a:gd name="T3" fmla="*/ 4 h 32"/>
                <a:gd name="T4" fmla="*/ 1 w 89"/>
                <a:gd name="T5" fmla="*/ 14 h 32"/>
                <a:gd name="T6" fmla="*/ 16 w 89"/>
                <a:gd name="T7" fmla="*/ 8 h 32"/>
                <a:gd name="T8" fmla="*/ 24 w 89"/>
                <a:gd name="T9" fmla="*/ 11 h 32"/>
                <a:gd name="T10" fmla="*/ 38 w 89"/>
                <a:gd name="T11" fmla="*/ 14 h 32"/>
                <a:gd name="T12" fmla="*/ 56 w 89"/>
                <a:gd name="T13" fmla="*/ 24 h 32"/>
                <a:gd name="T14" fmla="*/ 60 w 89"/>
                <a:gd name="T15" fmla="*/ 30 h 32"/>
                <a:gd name="T16" fmla="*/ 88 w 89"/>
                <a:gd name="T17" fmla="*/ 30 h 32"/>
                <a:gd name="T18" fmla="*/ 72 w 89"/>
                <a:gd name="T19"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32">
                  <a:moveTo>
                    <a:pt x="72" y="20"/>
                  </a:moveTo>
                  <a:cubicBezTo>
                    <a:pt x="66" y="20"/>
                    <a:pt x="48" y="8"/>
                    <a:pt x="31" y="4"/>
                  </a:cubicBezTo>
                  <a:cubicBezTo>
                    <a:pt x="14" y="0"/>
                    <a:pt x="0" y="12"/>
                    <a:pt x="1" y="14"/>
                  </a:cubicBezTo>
                  <a:cubicBezTo>
                    <a:pt x="4" y="17"/>
                    <a:pt x="12" y="11"/>
                    <a:pt x="16" y="8"/>
                  </a:cubicBezTo>
                  <a:cubicBezTo>
                    <a:pt x="20" y="5"/>
                    <a:pt x="24" y="9"/>
                    <a:pt x="24" y="11"/>
                  </a:cubicBezTo>
                  <a:cubicBezTo>
                    <a:pt x="25" y="13"/>
                    <a:pt x="30" y="14"/>
                    <a:pt x="38" y="14"/>
                  </a:cubicBezTo>
                  <a:cubicBezTo>
                    <a:pt x="47" y="15"/>
                    <a:pt x="48" y="22"/>
                    <a:pt x="56" y="24"/>
                  </a:cubicBezTo>
                  <a:cubicBezTo>
                    <a:pt x="64" y="26"/>
                    <a:pt x="56" y="29"/>
                    <a:pt x="60" y="30"/>
                  </a:cubicBezTo>
                  <a:cubicBezTo>
                    <a:pt x="64" y="32"/>
                    <a:pt x="86" y="31"/>
                    <a:pt x="88" y="30"/>
                  </a:cubicBezTo>
                  <a:cubicBezTo>
                    <a:pt x="89" y="28"/>
                    <a:pt x="78" y="20"/>
                    <a:pt x="72" y="20"/>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60" name="Freeform 122">
              <a:extLst>
                <a:ext uri="{FF2B5EF4-FFF2-40B4-BE49-F238E27FC236}">
                  <a16:creationId xmlns:a16="http://schemas.microsoft.com/office/drawing/2014/main" id="{EBF4E146-B558-B6C1-471D-9BC14BA98BBE}"/>
                </a:ext>
              </a:extLst>
            </p:cNvPr>
            <p:cNvSpPr>
              <a:spLocks/>
            </p:cNvSpPr>
            <p:nvPr/>
          </p:nvSpPr>
          <p:spPr bwMode="auto">
            <a:xfrm>
              <a:off x="5618622" y="3782900"/>
              <a:ext cx="57036" cy="24694"/>
            </a:xfrm>
            <a:custGeom>
              <a:avLst/>
              <a:gdLst>
                <a:gd name="T0" fmla="*/ 2 w 21"/>
                <a:gd name="T1" fmla="*/ 3 h 9"/>
                <a:gd name="T2" fmla="*/ 19 w 21"/>
                <a:gd name="T3" fmla="*/ 6 h 9"/>
                <a:gd name="T4" fmla="*/ 2 w 21"/>
                <a:gd name="T5" fmla="*/ 3 h 9"/>
              </a:gdLst>
              <a:ahLst/>
              <a:cxnLst>
                <a:cxn ang="0">
                  <a:pos x="T0" y="T1"/>
                </a:cxn>
                <a:cxn ang="0">
                  <a:pos x="T2" y="T3"/>
                </a:cxn>
                <a:cxn ang="0">
                  <a:pos x="T4" y="T5"/>
                </a:cxn>
              </a:cxnLst>
              <a:rect l="0" t="0" r="r" b="b"/>
              <a:pathLst>
                <a:path w="21" h="9">
                  <a:moveTo>
                    <a:pt x="2" y="3"/>
                  </a:moveTo>
                  <a:cubicBezTo>
                    <a:pt x="3" y="6"/>
                    <a:pt x="18" y="9"/>
                    <a:pt x="19" y="6"/>
                  </a:cubicBezTo>
                  <a:cubicBezTo>
                    <a:pt x="21" y="3"/>
                    <a:pt x="0" y="0"/>
                    <a:pt x="2" y="3"/>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61" name="Freeform 123">
              <a:extLst>
                <a:ext uri="{FF2B5EF4-FFF2-40B4-BE49-F238E27FC236}">
                  <a16:creationId xmlns:a16="http://schemas.microsoft.com/office/drawing/2014/main" id="{24DA64F1-8EAF-45BD-4975-685B5348BCF7}"/>
                </a:ext>
              </a:extLst>
            </p:cNvPr>
            <p:cNvSpPr>
              <a:spLocks/>
            </p:cNvSpPr>
            <p:nvPr/>
          </p:nvSpPr>
          <p:spPr bwMode="auto">
            <a:xfrm>
              <a:off x="5875287" y="3780550"/>
              <a:ext cx="49052" cy="27045"/>
            </a:xfrm>
            <a:custGeom>
              <a:avLst/>
              <a:gdLst>
                <a:gd name="T0" fmla="*/ 3 w 18"/>
                <a:gd name="T1" fmla="*/ 5 h 10"/>
                <a:gd name="T2" fmla="*/ 17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6" y="7"/>
                    <a:pt x="17" y="5"/>
                  </a:cubicBezTo>
                  <a:cubicBezTo>
                    <a:pt x="18" y="1"/>
                    <a:pt x="0" y="0"/>
                    <a:pt x="3" y="5"/>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62" name="Freeform 124">
              <a:extLst>
                <a:ext uri="{FF2B5EF4-FFF2-40B4-BE49-F238E27FC236}">
                  <a16:creationId xmlns:a16="http://schemas.microsoft.com/office/drawing/2014/main" id="{5076B723-9232-C782-955C-29BB5AF2A79F}"/>
                </a:ext>
              </a:extLst>
            </p:cNvPr>
            <p:cNvSpPr>
              <a:spLocks noEditPoints="1"/>
            </p:cNvSpPr>
            <p:nvPr/>
          </p:nvSpPr>
          <p:spPr bwMode="auto">
            <a:xfrm>
              <a:off x="5756651" y="1535772"/>
              <a:ext cx="1389414" cy="1074765"/>
            </a:xfrm>
            <a:custGeom>
              <a:avLst/>
              <a:gdLst>
                <a:gd name="T0" fmla="*/ 452 w 515"/>
                <a:gd name="T1" fmla="*/ 45 h 386"/>
                <a:gd name="T2" fmla="*/ 414 w 515"/>
                <a:gd name="T3" fmla="*/ 62 h 386"/>
                <a:gd name="T4" fmla="*/ 412 w 515"/>
                <a:gd name="T5" fmla="*/ 40 h 386"/>
                <a:gd name="T6" fmla="*/ 369 w 515"/>
                <a:gd name="T7" fmla="*/ 36 h 386"/>
                <a:gd name="T8" fmla="*/ 411 w 515"/>
                <a:gd name="T9" fmla="*/ 29 h 386"/>
                <a:gd name="T10" fmla="*/ 408 w 515"/>
                <a:gd name="T11" fmla="*/ 13 h 386"/>
                <a:gd name="T12" fmla="*/ 348 w 515"/>
                <a:gd name="T13" fmla="*/ 1 h 386"/>
                <a:gd name="T14" fmla="*/ 293 w 515"/>
                <a:gd name="T15" fmla="*/ 8 h 386"/>
                <a:gd name="T16" fmla="*/ 251 w 515"/>
                <a:gd name="T17" fmla="*/ 9 h 386"/>
                <a:gd name="T18" fmla="*/ 217 w 515"/>
                <a:gd name="T19" fmla="*/ 24 h 386"/>
                <a:gd name="T20" fmla="*/ 208 w 515"/>
                <a:gd name="T21" fmla="*/ 29 h 386"/>
                <a:gd name="T22" fmla="*/ 184 w 515"/>
                <a:gd name="T23" fmla="*/ 36 h 386"/>
                <a:gd name="T24" fmla="*/ 161 w 515"/>
                <a:gd name="T25" fmla="*/ 44 h 386"/>
                <a:gd name="T26" fmla="*/ 121 w 515"/>
                <a:gd name="T27" fmla="*/ 36 h 386"/>
                <a:gd name="T28" fmla="*/ 99 w 515"/>
                <a:gd name="T29" fmla="*/ 53 h 386"/>
                <a:gd name="T30" fmla="*/ 65 w 515"/>
                <a:gd name="T31" fmla="*/ 74 h 386"/>
                <a:gd name="T32" fmla="*/ 0 w 515"/>
                <a:gd name="T33" fmla="*/ 107 h 386"/>
                <a:gd name="T34" fmla="*/ 42 w 515"/>
                <a:gd name="T35" fmla="*/ 119 h 386"/>
                <a:gd name="T36" fmla="*/ 12 w 515"/>
                <a:gd name="T37" fmla="*/ 129 h 386"/>
                <a:gd name="T38" fmla="*/ 37 w 515"/>
                <a:gd name="T39" fmla="*/ 146 h 386"/>
                <a:gd name="T40" fmla="*/ 70 w 515"/>
                <a:gd name="T41" fmla="*/ 144 h 386"/>
                <a:gd name="T42" fmla="*/ 121 w 515"/>
                <a:gd name="T43" fmla="*/ 158 h 386"/>
                <a:gd name="T44" fmla="*/ 146 w 515"/>
                <a:gd name="T45" fmla="*/ 192 h 386"/>
                <a:gd name="T46" fmla="*/ 150 w 515"/>
                <a:gd name="T47" fmla="*/ 223 h 386"/>
                <a:gd name="T48" fmla="*/ 182 w 515"/>
                <a:gd name="T49" fmla="*/ 233 h 386"/>
                <a:gd name="T50" fmla="*/ 179 w 515"/>
                <a:gd name="T51" fmla="*/ 246 h 386"/>
                <a:gd name="T52" fmla="*/ 174 w 515"/>
                <a:gd name="T53" fmla="*/ 267 h 386"/>
                <a:gd name="T54" fmla="*/ 169 w 515"/>
                <a:gd name="T55" fmla="*/ 292 h 386"/>
                <a:gd name="T56" fmla="*/ 175 w 515"/>
                <a:gd name="T57" fmla="*/ 326 h 386"/>
                <a:gd name="T58" fmla="*/ 191 w 515"/>
                <a:gd name="T59" fmla="*/ 346 h 386"/>
                <a:gd name="T60" fmla="*/ 214 w 515"/>
                <a:gd name="T61" fmla="*/ 373 h 386"/>
                <a:gd name="T62" fmla="*/ 247 w 515"/>
                <a:gd name="T63" fmla="*/ 385 h 386"/>
                <a:gd name="T64" fmla="*/ 257 w 515"/>
                <a:gd name="T65" fmla="*/ 352 h 386"/>
                <a:gd name="T66" fmla="*/ 271 w 515"/>
                <a:gd name="T67" fmla="*/ 336 h 386"/>
                <a:gd name="T68" fmla="*/ 272 w 515"/>
                <a:gd name="T69" fmla="*/ 320 h 386"/>
                <a:gd name="T70" fmla="*/ 286 w 515"/>
                <a:gd name="T71" fmla="*/ 309 h 386"/>
                <a:gd name="T72" fmla="*/ 299 w 515"/>
                <a:gd name="T73" fmla="*/ 306 h 386"/>
                <a:gd name="T74" fmla="*/ 344 w 515"/>
                <a:gd name="T75" fmla="*/ 277 h 386"/>
                <a:gd name="T76" fmla="*/ 373 w 515"/>
                <a:gd name="T77" fmla="*/ 269 h 386"/>
                <a:gd name="T78" fmla="*/ 430 w 515"/>
                <a:gd name="T79" fmla="*/ 244 h 386"/>
                <a:gd name="T80" fmla="*/ 399 w 515"/>
                <a:gd name="T81" fmla="*/ 237 h 386"/>
                <a:gd name="T82" fmla="*/ 431 w 515"/>
                <a:gd name="T83" fmla="*/ 239 h 386"/>
                <a:gd name="T84" fmla="*/ 424 w 515"/>
                <a:gd name="T85" fmla="*/ 210 h 386"/>
                <a:gd name="T86" fmla="*/ 408 w 515"/>
                <a:gd name="T87" fmla="*/ 195 h 386"/>
                <a:gd name="T88" fmla="*/ 444 w 515"/>
                <a:gd name="T89" fmla="*/ 190 h 386"/>
                <a:gd name="T90" fmla="*/ 454 w 515"/>
                <a:gd name="T91" fmla="*/ 172 h 386"/>
                <a:gd name="T92" fmla="*/ 450 w 515"/>
                <a:gd name="T93" fmla="*/ 145 h 386"/>
                <a:gd name="T94" fmla="*/ 440 w 515"/>
                <a:gd name="T95" fmla="*/ 133 h 386"/>
                <a:gd name="T96" fmla="*/ 444 w 515"/>
                <a:gd name="T97" fmla="*/ 121 h 386"/>
                <a:gd name="T98" fmla="*/ 432 w 515"/>
                <a:gd name="T99" fmla="*/ 116 h 386"/>
                <a:gd name="T100" fmla="*/ 466 w 515"/>
                <a:gd name="T101" fmla="*/ 80 h 386"/>
                <a:gd name="T102" fmla="*/ 457 w 515"/>
                <a:gd name="T103" fmla="*/ 71 h 386"/>
                <a:gd name="T104" fmla="*/ 467 w 515"/>
                <a:gd name="T105" fmla="*/ 61 h 386"/>
                <a:gd name="T106" fmla="*/ 515 w 515"/>
                <a:gd name="T107" fmla="*/ 44 h 386"/>
                <a:gd name="T108" fmla="*/ 170 w 515"/>
                <a:gd name="T109" fmla="*/ 247 h 386"/>
                <a:gd name="T110" fmla="*/ 161 w 515"/>
                <a:gd name="T111" fmla="*/ 25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5" h="386">
                  <a:moveTo>
                    <a:pt x="487" y="36"/>
                  </a:moveTo>
                  <a:cubicBezTo>
                    <a:pt x="477" y="36"/>
                    <a:pt x="470" y="38"/>
                    <a:pt x="469" y="44"/>
                  </a:cubicBezTo>
                  <a:cubicBezTo>
                    <a:pt x="469" y="50"/>
                    <a:pt x="457" y="43"/>
                    <a:pt x="452" y="45"/>
                  </a:cubicBezTo>
                  <a:cubicBezTo>
                    <a:pt x="447" y="47"/>
                    <a:pt x="450" y="40"/>
                    <a:pt x="445" y="42"/>
                  </a:cubicBezTo>
                  <a:cubicBezTo>
                    <a:pt x="440" y="45"/>
                    <a:pt x="434" y="51"/>
                    <a:pt x="428" y="53"/>
                  </a:cubicBezTo>
                  <a:cubicBezTo>
                    <a:pt x="422" y="56"/>
                    <a:pt x="418" y="62"/>
                    <a:pt x="414" y="62"/>
                  </a:cubicBezTo>
                  <a:cubicBezTo>
                    <a:pt x="410" y="63"/>
                    <a:pt x="422" y="51"/>
                    <a:pt x="428" y="45"/>
                  </a:cubicBezTo>
                  <a:cubicBezTo>
                    <a:pt x="434" y="39"/>
                    <a:pt x="431" y="32"/>
                    <a:pt x="423" y="33"/>
                  </a:cubicBezTo>
                  <a:cubicBezTo>
                    <a:pt x="415" y="34"/>
                    <a:pt x="417" y="39"/>
                    <a:pt x="412" y="40"/>
                  </a:cubicBezTo>
                  <a:cubicBezTo>
                    <a:pt x="408" y="41"/>
                    <a:pt x="386" y="51"/>
                    <a:pt x="385" y="48"/>
                  </a:cubicBezTo>
                  <a:cubicBezTo>
                    <a:pt x="384" y="45"/>
                    <a:pt x="403" y="39"/>
                    <a:pt x="403" y="37"/>
                  </a:cubicBezTo>
                  <a:cubicBezTo>
                    <a:pt x="402" y="35"/>
                    <a:pt x="379" y="35"/>
                    <a:pt x="369" y="36"/>
                  </a:cubicBezTo>
                  <a:cubicBezTo>
                    <a:pt x="358" y="38"/>
                    <a:pt x="340" y="44"/>
                    <a:pt x="339" y="41"/>
                  </a:cubicBezTo>
                  <a:cubicBezTo>
                    <a:pt x="339" y="38"/>
                    <a:pt x="361" y="33"/>
                    <a:pt x="372" y="32"/>
                  </a:cubicBezTo>
                  <a:cubicBezTo>
                    <a:pt x="383" y="31"/>
                    <a:pt x="403" y="33"/>
                    <a:pt x="411" y="29"/>
                  </a:cubicBezTo>
                  <a:cubicBezTo>
                    <a:pt x="420" y="26"/>
                    <a:pt x="433" y="26"/>
                    <a:pt x="435" y="23"/>
                  </a:cubicBezTo>
                  <a:cubicBezTo>
                    <a:pt x="437" y="20"/>
                    <a:pt x="425" y="16"/>
                    <a:pt x="419" y="17"/>
                  </a:cubicBezTo>
                  <a:cubicBezTo>
                    <a:pt x="413" y="17"/>
                    <a:pt x="407" y="16"/>
                    <a:pt x="408" y="13"/>
                  </a:cubicBezTo>
                  <a:cubicBezTo>
                    <a:pt x="408" y="10"/>
                    <a:pt x="398" y="9"/>
                    <a:pt x="397" y="7"/>
                  </a:cubicBezTo>
                  <a:cubicBezTo>
                    <a:pt x="396" y="5"/>
                    <a:pt x="378" y="7"/>
                    <a:pt x="374" y="4"/>
                  </a:cubicBezTo>
                  <a:cubicBezTo>
                    <a:pt x="370" y="2"/>
                    <a:pt x="358" y="0"/>
                    <a:pt x="348" y="1"/>
                  </a:cubicBezTo>
                  <a:cubicBezTo>
                    <a:pt x="338" y="2"/>
                    <a:pt x="318" y="2"/>
                    <a:pt x="313" y="2"/>
                  </a:cubicBezTo>
                  <a:cubicBezTo>
                    <a:pt x="308" y="3"/>
                    <a:pt x="305" y="4"/>
                    <a:pt x="301" y="4"/>
                  </a:cubicBezTo>
                  <a:cubicBezTo>
                    <a:pt x="297" y="4"/>
                    <a:pt x="290" y="5"/>
                    <a:pt x="293" y="8"/>
                  </a:cubicBezTo>
                  <a:cubicBezTo>
                    <a:pt x="297" y="13"/>
                    <a:pt x="286" y="15"/>
                    <a:pt x="287" y="11"/>
                  </a:cubicBezTo>
                  <a:cubicBezTo>
                    <a:pt x="288" y="8"/>
                    <a:pt x="277" y="6"/>
                    <a:pt x="274" y="9"/>
                  </a:cubicBezTo>
                  <a:cubicBezTo>
                    <a:pt x="270" y="12"/>
                    <a:pt x="254" y="5"/>
                    <a:pt x="251" y="9"/>
                  </a:cubicBezTo>
                  <a:cubicBezTo>
                    <a:pt x="249" y="12"/>
                    <a:pt x="229" y="11"/>
                    <a:pt x="223" y="12"/>
                  </a:cubicBezTo>
                  <a:cubicBezTo>
                    <a:pt x="217" y="13"/>
                    <a:pt x="232" y="17"/>
                    <a:pt x="232" y="20"/>
                  </a:cubicBezTo>
                  <a:cubicBezTo>
                    <a:pt x="231" y="22"/>
                    <a:pt x="213" y="20"/>
                    <a:pt x="217" y="24"/>
                  </a:cubicBezTo>
                  <a:cubicBezTo>
                    <a:pt x="220" y="29"/>
                    <a:pt x="232" y="32"/>
                    <a:pt x="238" y="38"/>
                  </a:cubicBezTo>
                  <a:cubicBezTo>
                    <a:pt x="244" y="43"/>
                    <a:pt x="234" y="40"/>
                    <a:pt x="227" y="36"/>
                  </a:cubicBezTo>
                  <a:cubicBezTo>
                    <a:pt x="221" y="31"/>
                    <a:pt x="212" y="33"/>
                    <a:pt x="208" y="29"/>
                  </a:cubicBezTo>
                  <a:cubicBezTo>
                    <a:pt x="204" y="24"/>
                    <a:pt x="190" y="21"/>
                    <a:pt x="186" y="24"/>
                  </a:cubicBezTo>
                  <a:cubicBezTo>
                    <a:pt x="181" y="27"/>
                    <a:pt x="196" y="32"/>
                    <a:pt x="196" y="35"/>
                  </a:cubicBezTo>
                  <a:cubicBezTo>
                    <a:pt x="196" y="39"/>
                    <a:pt x="186" y="35"/>
                    <a:pt x="184" y="36"/>
                  </a:cubicBezTo>
                  <a:cubicBezTo>
                    <a:pt x="183" y="37"/>
                    <a:pt x="174" y="27"/>
                    <a:pt x="169" y="27"/>
                  </a:cubicBezTo>
                  <a:cubicBezTo>
                    <a:pt x="164" y="27"/>
                    <a:pt x="168" y="32"/>
                    <a:pt x="168" y="38"/>
                  </a:cubicBezTo>
                  <a:cubicBezTo>
                    <a:pt x="168" y="44"/>
                    <a:pt x="158" y="48"/>
                    <a:pt x="161" y="44"/>
                  </a:cubicBezTo>
                  <a:cubicBezTo>
                    <a:pt x="164" y="40"/>
                    <a:pt x="162" y="29"/>
                    <a:pt x="157" y="27"/>
                  </a:cubicBezTo>
                  <a:cubicBezTo>
                    <a:pt x="151" y="25"/>
                    <a:pt x="138" y="31"/>
                    <a:pt x="131" y="31"/>
                  </a:cubicBezTo>
                  <a:cubicBezTo>
                    <a:pt x="124" y="30"/>
                    <a:pt x="115" y="33"/>
                    <a:pt x="121" y="36"/>
                  </a:cubicBezTo>
                  <a:cubicBezTo>
                    <a:pt x="127" y="40"/>
                    <a:pt x="121" y="42"/>
                    <a:pt x="115" y="38"/>
                  </a:cubicBezTo>
                  <a:cubicBezTo>
                    <a:pt x="110" y="34"/>
                    <a:pt x="93" y="38"/>
                    <a:pt x="96" y="40"/>
                  </a:cubicBezTo>
                  <a:cubicBezTo>
                    <a:pt x="100" y="43"/>
                    <a:pt x="101" y="50"/>
                    <a:pt x="99" y="53"/>
                  </a:cubicBezTo>
                  <a:cubicBezTo>
                    <a:pt x="97" y="56"/>
                    <a:pt x="89" y="50"/>
                    <a:pt x="83" y="50"/>
                  </a:cubicBezTo>
                  <a:cubicBezTo>
                    <a:pt x="76" y="51"/>
                    <a:pt x="43" y="67"/>
                    <a:pt x="45" y="71"/>
                  </a:cubicBezTo>
                  <a:cubicBezTo>
                    <a:pt x="47" y="75"/>
                    <a:pt x="61" y="72"/>
                    <a:pt x="65" y="74"/>
                  </a:cubicBezTo>
                  <a:cubicBezTo>
                    <a:pt x="70" y="77"/>
                    <a:pt x="64" y="86"/>
                    <a:pt x="58" y="90"/>
                  </a:cubicBezTo>
                  <a:cubicBezTo>
                    <a:pt x="53" y="94"/>
                    <a:pt x="32" y="90"/>
                    <a:pt x="32" y="95"/>
                  </a:cubicBezTo>
                  <a:cubicBezTo>
                    <a:pt x="31" y="99"/>
                    <a:pt x="0" y="100"/>
                    <a:pt x="0" y="107"/>
                  </a:cubicBezTo>
                  <a:cubicBezTo>
                    <a:pt x="0" y="110"/>
                    <a:pt x="1" y="112"/>
                    <a:pt x="5" y="113"/>
                  </a:cubicBezTo>
                  <a:cubicBezTo>
                    <a:pt x="9" y="114"/>
                    <a:pt x="15" y="113"/>
                    <a:pt x="19" y="117"/>
                  </a:cubicBezTo>
                  <a:cubicBezTo>
                    <a:pt x="23" y="122"/>
                    <a:pt x="34" y="122"/>
                    <a:pt x="42" y="119"/>
                  </a:cubicBezTo>
                  <a:cubicBezTo>
                    <a:pt x="49" y="116"/>
                    <a:pt x="55" y="119"/>
                    <a:pt x="55" y="124"/>
                  </a:cubicBezTo>
                  <a:cubicBezTo>
                    <a:pt x="55" y="128"/>
                    <a:pt x="37" y="122"/>
                    <a:pt x="32" y="125"/>
                  </a:cubicBezTo>
                  <a:cubicBezTo>
                    <a:pt x="27" y="129"/>
                    <a:pt x="11" y="126"/>
                    <a:pt x="12" y="129"/>
                  </a:cubicBezTo>
                  <a:cubicBezTo>
                    <a:pt x="12" y="133"/>
                    <a:pt x="20" y="132"/>
                    <a:pt x="27" y="133"/>
                  </a:cubicBezTo>
                  <a:cubicBezTo>
                    <a:pt x="33" y="135"/>
                    <a:pt x="27" y="137"/>
                    <a:pt x="27" y="140"/>
                  </a:cubicBezTo>
                  <a:cubicBezTo>
                    <a:pt x="27" y="143"/>
                    <a:pt x="30" y="142"/>
                    <a:pt x="37" y="146"/>
                  </a:cubicBezTo>
                  <a:cubicBezTo>
                    <a:pt x="43" y="149"/>
                    <a:pt x="54" y="151"/>
                    <a:pt x="51" y="147"/>
                  </a:cubicBezTo>
                  <a:cubicBezTo>
                    <a:pt x="47" y="143"/>
                    <a:pt x="57" y="144"/>
                    <a:pt x="59" y="146"/>
                  </a:cubicBezTo>
                  <a:cubicBezTo>
                    <a:pt x="61" y="148"/>
                    <a:pt x="66" y="143"/>
                    <a:pt x="70" y="144"/>
                  </a:cubicBezTo>
                  <a:cubicBezTo>
                    <a:pt x="75" y="145"/>
                    <a:pt x="77" y="140"/>
                    <a:pt x="80" y="142"/>
                  </a:cubicBezTo>
                  <a:cubicBezTo>
                    <a:pt x="84" y="145"/>
                    <a:pt x="102" y="146"/>
                    <a:pt x="108" y="149"/>
                  </a:cubicBezTo>
                  <a:cubicBezTo>
                    <a:pt x="114" y="153"/>
                    <a:pt x="122" y="153"/>
                    <a:pt x="121" y="158"/>
                  </a:cubicBezTo>
                  <a:cubicBezTo>
                    <a:pt x="120" y="163"/>
                    <a:pt x="126" y="166"/>
                    <a:pt x="133" y="169"/>
                  </a:cubicBezTo>
                  <a:cubicBezTo>
                    <a:pt x="139" y="172"/>
                    <a:pt x="141" y="179"/>
                    <a:pt x="140" y="183"/>
                  </a:cubicBezTo>
                  <a:cubicBezTo>
                    <a:pt x="140" y="187"/>
                    <a:pt x="148" y="190"/>
                    <a:pt x="146" y="192"/>
                  </a:cubicBezTo>
                  <a:cubicBezTo>
                    <a:pt x="145" y="194"/>
                    <a:pt x="146" y="197"/>
                    <a:pt x="151" y="201"/>
                  </a:cubicBezTo>
                  <a:cubicBezTo>
                    <a:pt x="155" y="205"/>
                    <a:pt x="144" y="208"/>
                    <a:pt x="146" y="211"/>
                  </a:cubicBezTo>
                  <a:cubicBezTo>
                    <a:pt x="149" y="215"/>
                    <a:pt x="142" y="222"/>
                    <a:pt x="150" y="223"/>
                  </a:cubicBezTo>
                  <a:cubicBezTo>
                    <a:pt x="158" y="224"/>
                    <a:pt x="157" y="217"/>
                    <a:pt x="163" y="217"/>
                  </a:cubicBezTo>
                  <a:cubicBezTo>
                    <a:pt x="169" y="217"/>
                    <a:pt x="163" y="223"/>
                    <a:pt x="166" y="226"/>
                  </a:cubicBezTo>
                  <a:cubicBezTo>
                    <a:pt x="169" y="229"/>
                    <a:pt x="176" y="228"/>
                    <a:pt x="182" y="233"/>
                  </a:cubicBezTo>
                  <a:cubicBezTo>
                    <a:pt x="189" y="239"/>
                    <a:pt x="185" y="241"/>
                    <a:pt x="179" y="237"/>
                  </a:cubicBezTo>
                  <a:cubicBezTo>
                    <a:pt x="173" y="233"/>
                    <a:pt x="156" y="234"/>
                    <a:pt x="156" y="235"/>
                  </a:cubicBezTo>
                  <a:cubicBezTo>
                    <a:pt x="156" y="237"/>
                    <a:pt x="175" y="247"/>
                    <a:pt x="179" y="246"/>
                  </a:cubicBezTo>
                  <a:cubicBezTo>
                    <a:pt x="183" y="244"/>
                    <a:pt x="189" y="252"/>
                    <a:pt x="187" y="254"/>
                  </a:cubicBezTo>
                  <a:cubicBezTo>
                    <a:pt x="184" y="257"/>
                    <a:pt x="185" y="263"/>
                    <a:pt x="185" y="266"/>
                  </a:cubicBezTo>
                  <a:cubicBezTo>
                    <a:pt x="184" y="269"/>
                    <a:pt x="178" y="266"/>
                    <a:pt x="174" y="267"/>
                  </a:cubicBezTo>
                  <a:cubicBezTo>
                    <a:pt x="170" y="267"/>
                    <a:pt x="167" y="268"/>
                    <a:pt x="167" y="273"/>
                  </a:cubicBezTo>
                  <a:cubicBezTo>
                    <a:pt x="167" y="277"/>
                    <a:pt x="161" y="280"/>
                    <a:pt x="160" y="285"/>
                  </a:cubicBezTo>
                  <a:cubicBezTo>
                    <a:pt x="160" y="290"/>
                    <a:pt x="165" y="290"/>
                    <a:pt x="169" y="292"/>
                  </a:cubicBezTo>
                  <a:cubicBezTo>
                    <a:pt x="172" y="294"/>
                    <a:pt x="163" y="296"/>
                    <a:pt x="162" y="300"/>
                  </a:cubicBezTo>
                  <a:cubicBezTo>
                    <a:pt x="162" y="303"/>
                    <a:pt x="171" y="310"/>
                    <a:pt x="174" y="312"/>
                  </a:cubicBezTo>
                  <a:cubicBezTo>
                    <a:pt x="177" y="314"/>
                    <a:pt x="174" y="322"/>
                    <a:pt x="175" y="326"/>
                  </a:cubicBezTo>
                  <a:cubicBezTo>
                    <a:pt x="177" y="331"/>
                    <a:pt x="181" y="325"/>
                    <a:pt x="180" y="331"/>
                  </a:cubicBezTo>
                  <a:cubicBezTo>
                    <a:pt x="180" y="336"/>
                    <a:pt x="184" y="336"/>
                    <a:pt x="185" y="339"/>
                  </a:cubicBezTo>
                  <a:cubicBezTo>
                    <a:pt x="185" y="343"/>
                    <a:pt x="193" y="342"/>
                    <a:pt x="191" y="346"/>
                  </a:cubicBezTo>
                  <a:cubicBezTo>
                    <a:pt x="190" y="351"/>
                    <a:pt x="193" y="354"/>
                    <a:pt x="195" y="357"/>
                  </a:cubicBezTo>
                  <a:cubicBezTo>
                    <a:pt x="197" y="359"/>
                    <a:pt x="203" y="363"/>
                    <a:pt x="204" y="367"/>
                  </a:cubicBezTo>
                  <a:cubicBezTo>
                    <a:pt x="206" y="370"/>
                    <a:pt x="209" y="374"/>
                    <a:pt x="214" y="373"/>
                  </a:cubicBezTo>
                  <a:cubicBezTo>
                    <a:pt x="218" y="372"/>
                    <a:pt x="219" y="376"/>
                    <a:pt x="222" y="375"/>
                  </a:cubicBezTo>
                  <a:cubicBezTo>
                    <a:pt x="226" y="375"/>
                    <a:pt x="231" y="377"/>
                    <a:pt x="232" y="380"/>
                  </a:cubicBezTo>
                  <a:cubicBezTo>
                    <a:pt x="233" y="382"/>
                    <a:pt x="244" y="385"/>
                    <a:pt x="247" y="385"/>
                  </a:cubicBezTo>
                  <a:cubicBezTo>
                    <a:pt x="250" y="386"/>
                    <a:pt x="250" y="380"/>
                    <a:pt x="253" y="379"/>
                  </a:cubicBezTo>
                  <a:cubicBezTo>
                    <a:pt x="256" y="377"/>
                    <a:pt x="255" y="366"/>
                    <a:pt x="257" y="366"/>
                  </a:cubicBezTo>
                  <a:cubicBezTo>
                    <a:pt x="260" y="365"/>
                    <a:pt x="259" y="353"/>
                    <a:pt x="257" y="352"/>
                  </a:cubicBezTo>
                  <a:cubicBezTo>
                    <a:pt x="254" y="351"/>
                    <a:pt x="255" y="347"/>
                    <a:pt x="261" y="348"/>
                  </a:cubicBezTo>
                  <a:cubicBezTo>
                    <a:pt x="266" y="349"/>
                    <a:pt x="264" y="343"/>
                    <a:pt x="267" y="343"/>
                  </a:cubicBezTo>
                  <a:cubicBezTo>
                    <a:pt x="270" y="342"/>
                    <a:pt x="269" y="337"/>
                    <a:pt x="271" y="336"/>
                  </a:cubicBezTo>
                  <a:cubicBezTo>
                    <a:pt x="273" y="336"/>
                    <a:pt x="272" y="332"/>
                    <a:pt x="271" y="330"/>
                  </a:cubicBezTo>
                  <a:cubicBezTo>
                    <a:pt x="269" y="328"/>
                    <a:pt x="271" y="327"/>
                    <a:pt x="274" y="326"/>
                  </a:cubicBezTo>
                  <a:cubicBezTo>
                    <a:pt x="277" y="326"/>
                    <a:pt x="276" y="321"/>
                    <a:pt x="272" y="320"/>
                  </a:cubicBezTo>
                  <a:cubicBezTo>
                    <a:pt x="268" y="318"/>
                    <a:pt x="270" y="314"/>
                    <a:pt x="274" y="317"/>
                  </a:cubicBezTo>
                  <a:cubicBezTo>
                    <a:pt x="278" y="319"/>
                    <a:pt x="281" y="317"/>
                    <a:pt x="278" y="314"/>
                  </a:cubicBezTo>
                  <a:cubicBezTo>
                    <a:pt x="276" y="311"/>
                    <a:pt x="281" y="310"/>
                    <a:pt x="286" y="309"/>
                  </a:cubicBezTo>
                  <a:cubicBezTo>
                    <a:pt x="292" y="309"/>
                    <a:pt x="294" y="306"/>
                    <a:pt x="293" y="302"/>
                  </a:cubicBezTo>
                  <a:cubicBezTo>
                    <a:pt x="292" y="298"/>
                    <a:pt x="299" y="298"/>
                    <a:pt x="298" y="302"/>
                  </a:cubicBezTo>
                  <a:cubicBezTo>
                    <a:pt x="296" y="305"/>
                    <a:pt x="297" y="309"/>
                    <a:pt x="299" y="306"/>
                  </a:cubicBezTo>
                  <a:cubicBezTo>
                    <a:pt x="302" y="304"/>
                    <a:pt x="307" y="306"/>
                    <a:pt x="315" y="303"/>
                  </a:cubicBezTo>
                  <a:cubicBezTo>
                    <a:pt x="323" y="301"/>
                    <a:pt x="332" y="294"/>
                    <a:pt x="334" y="287"/>
                  </a:cubicBezTo>
                  <a:cubicBezTo>
                    <a:pt x="336" y="280"/>
                    <a:pt x="345" y="281"/>
                    <a:pt x="344" y="277"/>
                  </a:cubicBezTo>
                  <a:cubicBezTo>
                    <a:pt x="343" y="272"/>
                    <a:pt x="346" y="270"/>
                    <a:pt x="352" y="273"/>
                  </a:cubicBezTo>
                  <a:cubicBezTo>
                    <a:pt x="358" y="276"/>
                    <a:pt x="353" y="271"/>
                    <a:pt x="360" y="271"/>
                  </a:cubicBezTo>
                  <a:cubicBezTo>
                    <a:pt x="367" y="271"/>
                    <a:pt x="366" y="269"/>
                    <a:pt x="373" y="269"/>
                  </a:cubicBezTo>
                  <a:cubicBezTo>
                    <a:pt x="379" y="268"/>
                    <a:pt x="397" y="265"/>
                    <a:pt x="403" y="260"/>
                  </a:cubicBezTo>
                  <a:cubicBezTo>
                    <a:pt x="409" y="255"/>
                    <a:pt x="422" y="251"/>
                    <a:pt x="427" y="248"/>
                  </a:cubicBezTo>
                  <a:cubicBezTo>
                    <a:pt x="432" y="245"/>
                    <a:pt x="433" y="242"/>
                    <a:pt x="430" y="244"/>
                  </a:cubicBezTo>
                  <a:cubicBezTo>
                    <a:pt x="427" y="245"/>
                    <a:pt x="420" y="246"/>
                    <a:pt x="415" y="244"/>
                  </a:cubicBezTo>
                  <a:cubicBezTo>
                    <a:pt x="410" y="243"/>
                    <a:pt x="402" y="239"/>
                    <a:pt x="396" y="242"/>
                  </a:cubicBezTo>
                  <a:cubicBezTo>
                    <a:pt x="391" y="245"/>
                    <a:pt x="394" y="237"/>
                    <a:pt x="399" y="237"/>
                  </a:cubicBezTo>
                  <a:cubicBezTo>
                    <a:pt x="404" y="236"/>
                    <a:pt x="402" y="234"/>
                    <a:pt x="400" y="229"/>
                  </a:cubicBezTo>
                  <a:cubicBezTo>
                    <a:pt x="399" y="224"/>
                    <a:pt x="408" y="227"/>
                    <a:pt x="412" y="233"/>
                  </a:cubicBezTo>
                  <a:cubicBezTo>
                    <a:pt x="416" y="238"/>
                    <a:pt x="424" y="241"/>
                    <a:pt x="431" y="239"/>
                  </a:cubicBezTo>
                  <a:cubicBezTo>
                    <a:pt x="438" y="237"/>
                    <a:pt x="431" y="231"/>
                    <a:pt x="434" y="228"/>
                  </a:cubicBezTo>
                  <a:cubicBezTo>
                    <a:pt x="437" y="224"/>
                    <a:pt x="413" y="212"/>
                    <a:pt x="412" y="208"/>
                  </a:cubicBezTo>
                  <a:cubicBezTo>
                    <a:pt x="411" y="204"/>
                    <a:pt x="418" y="207"/>
                    <a:pt x="424" y="210"/>
                  </a:cubicBezTo>
                  <a:cubicBezTo>
                    <a:pt x="431" y="213"/>
                    <a:pt x="432" y="205"/>
                    <a:pt x="432" y="201"/>
                  </a:cubicBezTo>
                  <a:cubicBezTo>
                    <a:pt x="432" y="198"/>
                    <a:pt x="418" y="197"/>
                    <a:pt x="412" y="201"/>
                  </a:cubicBezTo>
                  <a:cubicBezTo>
                    <a:pt x="406" y="204"/>
                    <a:pt x="400" y="196"/>
                    <a:pt x="408" y="195"/>
                  </a:cubicBezTo>
                  <a:cubicBezTo>
                    <a:pt x="417" y="194"/>
                    <a:pt x="409" y="191"/>
                    <a:pt x="412" y="188"/>
                  </a:cubicBezTo>
                  <a:cubicBezTo>
                    <a:pt x="414" y="186"/>
                    <a:pt x="425" y="196"/>
                    <a:pt x="430" y="194"/>
                  </a:cubicBezTo>
                  <a:cubicBezTo>
                    <a:pt x="436" y="192"/>
                    <a:pt x="440" y="194"/>
                    <a:pt x="444" y="190"/>
                  </a:cubicBezTo>
                  <a:cubicBezTo>
                    <a:pt x="449" y="187"/>
                    <a:pt x="436" y="183"/>
                    <a:pt x="433" y="180"/>
                  </a:cubicBezTo>
                  <a:cubicBezTo>
                    <a:pt x="431" y="177"/>
                    <a:pt x="447" y="178"/>
                    <a:pt x="452" y="178"/>
                  </a:cubicBezTo>
                  <a:cubicBezTo>
                    <a:pt x="457" y="178"/>
                    <a:pt x="458" y="171"/>
                    <a:pt x="454" y="172"/>
                  </a:cubicBezTo>
                  <a:cubicBezTo>
                    <a:pt x="450" y="174"/>
                    <a:pt x="436" y="167"/>
                    <a:pt x="439" y="163"/>
                  </a:cubicBezTo>
                  <a:cubicBezTo>
                    <a:pt x="442" y="159"/>
                    <a:pt x="447" y="164"/>
                    <a:pt x="454" y="161"/>
                  </a:cubicBezTo>
                  <a:cubicBezTo>
                    <a:pt x="460" y="157"/>
                    <a:pt x="454" y="145"/>
                    <a:pt x="450" y="145"/>
                  </a:cubicBezTo>
                  <a:cubicBezTo>
                    <a:pt x="445" y="145"/>
                    <a:pt x="435" y="144"/>
                    <a:pt x="435" y="141"/>
                  </a:cubicBezTo>
                  <a:cubicBezTo>
                    <a:pt x="435" y="139"/>
                    <a:pt x="426" y="137"/>
                    <a:pt x="429" y="135"/>
                  </a:cubicBezTo>
                  <a:cubicBezTo>
                    <a:pt x="431" y="133"/>
                    <a:pt x="434" y="138"/>
                    <a:pt x="440" y="133"/>
                  </a:cubicBezTo>
                  <a:cubicBezTo>
                    <a:pt x="446" y="129"/>
                    <a:pt x="458" y="134"/>
                    <a:pt x="463" y="133"/>
                  </a:cubicBezTo>
                  <a:cubicBezTo>
                    <a:pt x="468" y="132"/>
                    <a:pt x="461" y="123"/>
                    <a:pt x="458" y="124"/>
                  </a:cubicBezTo>
                  <a:cubicBezTo>
                    <a:pt x="455" y="126"/>
                    <a:pt x="444" y="127"/>
                    <a:pt x="444" y="121"/>
                  </a:cubicBezTo>
                  <a:cubicBezTo>
                    <a:pt x="443" y="116"/>
                    <a:pt x="453" y="121"/>
                    <a:pt x="455" y="119"/>
                  </a:cubicBezTo>
                  <a:cubicBezTo>
                    <a:pt x="457" y="116"/>
                    <a:pt x="441" y="110"/>
                    <a:pt x="438" y="115"/>
                  </a:cubicBezTo>
                  <a:cubicBezTo>
                    <a:pt x="436" y="120"/>
                    <a:pt x="427" y="119"/>
                    <a:pt x="432" y="116"/>
                  </a:cubicBezTo>
                  <a:cubicBezTo>
                    <a:pt x="436" y="113"/>
                    <a:pt x="437" y="104"/>
                    <a:pt x="437" y="100"/>
                  </a:cubicBezTo>
                  <a:cubicBezTo>
                    <a:pt x="436" y="96"/>
                    <a:pt x="454" y="96"/>
                    <a:pt x="452" y="89"/>
                  </a:cubicBezTo>
                  <a:cubicBezTo>
                    <a:pt x="450" y="82"/>
                    <a:pt x="460" y="80"/>
                    <a:pt x="466" y="80"/>
                  </a:cubicBezTo>
                  <a:cubicBezTo>
                    <a:pt x="471" y="80"/>
                    <a:pt x="465" y="73"/>
                    <a:pt x="460" y="73"/>
                  </a:cubicBezTo>
                  <a:cubicBezTo>
                    <a:pt x="454" y="74"/>
                    <a:pt x="449" y="80"/>
                    <a:pt x="446" y="78"/>
                  </a:cubicBezTo>
                  <a:cubicBezTo>
                    <a:pt x="443" y="75"/>
                    <a:pt x="452" y="71"/>
                    <a:pt x="457" y="71"/>
                  </a:cubicBezTo>
                  <a:cubicBezTo>
                    <a:pt x="462" y="71"/>
                    <a:pt x="474" y="70"/>
                    <a:pt x="479" y="68"/>
                  </a:cubicBezTo>
                  <a:cubicBezTo>
                    <a:pt x="483" y="65"/>
                    <a:pt x="471" y="63"/>
                    <a:pt x="463" y="64"/>
                  </a:cubicBezTo>
                  <a:cubicBezTo>
                    <a:pt x="455" y="65"/>
                    <a:pt x="455" y="62"/>
                    <a:pt x="467" y="61"/>
                  </a:cubicBezTo>
                  <a:cubicBezTo>
                    <a:pt x="479" y="61"/>
                    <a:pt x="477" y="59"/>
                    <a:pt x="486" y="58"/>
                  </a:cubicBezTo>
                  <a:cubicBezTo>
                    <a:pt x="494" y="57"/>
                    <a:pt x="491" y="53"/>
                    <a:pt x="497" y="53"/>
                  </a:cubicBezTo>
                  <a:cubicBezTo>
                    <a:pt x="502" y="53"/>
                    <a:pt x="515" y="47"/>
                    <a:pt x="515" y="44"/>
                  </a:cubicBezTo>
                  <a:cubicBezTo>
                    <a:pt x="515" y="42"/>
                    <a:pt x="496" y="36"/>
                    <a:pt x="487" y="36"/>
                  </a:cubicBezTo>
                  <a:close/>
                  <a:moveTo>
                    <a:pt x="176" y="253"/>
                  </a:moveTo>
                  <a:cubicBezTo>
                    <a:pt x="177" y="249"/>
                    <a:pt x="172" y="251"/>
                    <a:pt x="170" y="247"/>
                  </a:cubicBezTo>
                  <a:cubicBezTo>
                    <a:pt x="167" y="242"/>
                    <a:pt x="154" y="240"/>
                    <a:pt x="153" y="244"/>
                  </a:cubicBezTo>
                  <a:cubicBezTo>
                    <a:pt x="153" y="245"/>
                    <a:pt x="149" y="247"/>
                    <a:pt x="152" y="251"/>
                  </a:cubicBezTo>
                  <a:cubicBezTo>
                    <a:pt x="155" y="254"/>
                    <a:pt x="157" y="253"/>
                    <a:pt x="161" y="256"/>
                  </a:cubicBezTo>
                  <a:cubicBezTo>
                    <a:pt x="165" y="260"/>
                    <a:pt x="176" y="257"/>
                    <a:pt x="176" y="253"/>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63" name="Freeform 125">
              <a:extLst>
                <a:ext uri="{FF2B5EF4-FFF2-40B4-BE49-F238E27FC236}">
                  <a16:creationId xmlns:a16="http://schemas.microsoft.com/office/drawing/2014/main" id="{8C26BFAE-3963-BFA7-ED5E-52E8CEB8FA69}"/>
                </a:ext>
              </a:extLst>
            </p:cNvPr>
            <p:cNvSpPr>
              <a:spLocks noEditPoints="1"/>
            </p:cNvSpPr>
            <p:nvPr/>
          </p:nvSpPr>
          <p:spPr bwMode="auto">
            <a:xfrm>
              <a:off x="4194985" y="1558114"/>
              <a:ext cx="2022521" cy="1606267"/>
            </a:xfrm>
            <a:custGeom>
              <a:avLst/>
              <a:gdLst>
                <a:gd name="T0" fmla="*/ 153 w 750"/>
                <a:gd name="T1" fmla="*/ 509 h 577"/>
                <a:gd name="T2" fmla="*/ 141 w 750"/>
                <a:gd name="T3" fmla="*/ 169 h 577"/>
                <a:gd name="T4" fmla="*/ 289 w 750"/>
                <a:gd name="T5" fmla="*/ 187 h 577"/>
                <a:gd name="T6" fmla="*/ 192 w 750"/>
                <a:gd name="T7" fmla="*/ 200 h 577"/>
                <a:gd name="T8" fmla="*/ 288 w 750"/>
                <a:gd name="T9" fmla="*/ 249 h 577"/>
                <a:gd name="T10" fmla="*/ 177 w 750"/>
                <a:gd name="T11" fmla="*/ 144 h 577"/>
                <a:gd name="T12" fmla="*/ 155 w 750"/>
                <a:gd name="T13" fmla="*/ 138 h 577"/>
                <a:gd name="T14" fmla="*/ 276 w 750"/>
                <a:gd name="T15" fmla="*/ 158 h 577"/>
                <a:gd name="T16" fmla="*/ 222 w 750"/>
                <a:gd name="T17" fmla="*/ 107 h 577"/>
                <a:gd name="T18" fmla="*/ 308 w 750"/>
                <a:gd name="T19" fmla="*/ 88 h 577"/>
                <a:gd name="T20" fmla="*/ 311 w 750"/>
                <a:gd name="T21" fmla="*/ 120 h 577"/>
                <a:gd name="T22" fmla="*/ 313 w 750"/>
                <a:gd name="T23" fmla="*/ 137 h 577"/>
                <a:gd name="T24" fmla="*/ 405 w 750"/>
                <a:gd name="T25" fmla="*/ 109 h 577"/>
                <a:gd name="T26" fmla="*/ 367 w 750"/>
                <a:gd name="T27" fmla="*/ 173 h 577"/>
                <a:gd name="T28" fmla="*/ 513 w 750"/>
                <a:gd name="T29" fmla="*/ 163 h 577"/>
                <a:gd name="T30" fmla="*/ 433 w 750"/>
                <a:gd name="T31" fmla="*/ 112 h 577"/>
                <a:gd name="T32" fmla="*/ 446 w 750"/>
                <a:gd name="T33" fmla="*/ 62 h 577"/>
                <a:gd name="T34" fmla="*/ 438 w 750"/>
                <a:gd name="T35" fmla="*/ 49 h 577"/>
                <a:gd name="T36" fmla="*/ 474 w 750"/>
                <a:gd name="T37" fmla="*/ 89 h 577"/>
                <a:gd name="T38" fmla="*/ 521 w 750"/>
                <a:gd name="T39" fmla="*/ 134 h 577"/>
                <a:gd name="T40" fmla="*/ 594 w 750"/>
                <a:gd name="T41" fmla="*/ 64 h 577"/>
                <a:gd name="T42" fmla="*/ 567 w 750"/>
                <a:gd name="T43" fmla="*/ 6 h 577"/>
                <a:gd name="T44" fmla="*/ 425 w 750"/>
                <a:gd name="T45" fmla="*/ 34 h 577"/>
                <a:gd name="T46" fmla="*/ 466 w 750"/>
                <a:gd name="T47" fmla="*/ 328 h 577"/>
                <a:gd name="T48" fmla="*/ 618 w 750"/>
                <a:gd name="T49" fmla="*/ 253 h 577"/>
                <a:gd name="T50" fmla="*/ 557 w 750"/>
                <a:gd name="T51" fmla="*/ 203 h 577"/>
                <a:gd name="T52" fmla="*/ 466 w 750"/>
                <a:gd name="T53" fmla="*/ 186 h 577"/>
                <a:gd name="T54" fmla="*/ 526 w 750"/>
                <a:gd name="T55" fmla="*/ 230 h 577"/>
                <a:gd name="T56" fmla="*/ 550 w 750"/>
                <a:gd name="T57" fmla="*/ 305 h 577"/>
                <a:gd name="T58" fmla="*/ 634 w 750"/>
                <a:gd name="T59" fmla="*/ 312 h 577"/>
                <a:gd name="T60" fmla="*/ 509 w 750"/>
                <a:gd name="T61" fmla="*/ 179 h 577"/>
                <a:gd name="T62" fmla="*/ 719 w 750"/>
                <a:gd name="T63" fmla="*/ 478 h 577"/>
                <a:gd name="T64" fmla="*/ 82 w 750"/>
                <a:gd name="T65" fmla="*/ 469 h 577"/>
                <a:gd name="T66" fmla="*/ 613 w 750"/>
                <a:gd name="T67" fmla="*/ 512 h 577"/>
                <a:gd name="T68" fmla="*/ 719 w 750"/>
                <a:gd name="T69" fmla="*/ 454 h 577"/>
                <a:gd name="T70" fmla="*/ 668 w 750"/>
                <a:gd name="T71" fmla="*/ 418 h 577"/>
                <a:gd name="T72" fmla="*/ 630 w 750"/>
                <a:gd name="T73" fmla="*/ 394 h 577"/>
                <a:gd name="T74" fmla="*/ 570 w 750"/>
                <a:gd name="T75" fmla="*/ 345 h 577"/>
                <a:gd name="T76" fmla="*/ 543 w 750"/>
                <a:gd name="T77" fmla="*/ 405 h 577"/>
                <a:gd name="T78" fmla="*/ 497 w 750"/>
                <a:gd name="T79" fmla="*/ 461 h 577"/>
                <a:gd name="T80" fmla="*/ 402 w 750"/>
                <a:gd name="T81" fmla="*/ 392 h 577"/>
                <a:gd name="T82" fmla="*/ 432 w 750"/>
                <a:gd name="T83" fmla="*/ 321 h 577"/>
                <a:gd name="T84" fmla="*/ 484 w 750"/>
                <a:gd name="T85" fmla="*/ 288 h 577"/>
                <a:gd name="T86" fmla="*/ 475 w 750"/>
                <a:gd name="T87" fmla="*/ 253 h 577"/>
                <a:gd name="T88" fmla="*/ 433 w 750"/>
                <a:gd name="T89" fmla="*/ 256 h 577"/>
                <a:gd name="T90" fmla="*/ 401 w 750"/>
                <a:gd name="T91" fmla="*/ 202 h 577"/>
                <a:gd name="T92" fmla="*/ 387 w 750"/>
                <a:gd name="T93" fmla="*/ 217 h 577"/>
                <a:gd name="T94" fmla="*/ 379 w 750"/>
                <a:gd name="T95" fmla="*/ 271 h 577"/>
                <a:gd name="T96" fmla="*/ 367 w 750"/>
                <a:gd name="T97" fmla="*/ 260 h 577"/>
                <a:gd name="T98" fmla="*/ 298 w 750"/>
                <a:gd name="T99" fmla="*/ 259 h 577"/>
                <a:gd name="T100" fmla="*/ 200 w 750"/>
                <a:gd name="T101" fmla="*/ 253 h 577"/>
                <a:gd name="T102" fmla="*/ 72 w 750"/>
                <a:gd name="T103" fmla="*/ 254 h 577"/>
                <a:gd name="T104" fmla="*/ 35 w 750"/>
                <a:gd name="T105" fmla="*/ 254 h 577"/>
                <a:gd name="T106" fmla="*/ 95 w 750"/>
                <a:gd name="T107" fmla="*/ 439 h 577"/>
                <a:gd name="T108" fmla="*/ 135 w 750"/>
                <a:gd name="T109" fmla="*/ 491 h 577"/>
                <a:gd name="T110" fmla="*/ 465 w 750"/>
                <a:gd name="T111" fmla="*/ 514 h 577"/>
                <a:gd name="T112" fmla="*/ 523 w 750"/>
                <a:gd name="T113" fmla="*/ 571 h 577"/>
                <a:gd name="T114" fmla="*/ 646 w 750"/>
                <a:gd name="T115" fmla="*/ 539 h 577"/>
                <a:gd name="T116" fmla="*/ 181 w 750"/>
                <a:gd name="T117" fmla="*/ 303 h 577"/>
                <a:gd name="T118" fmla="*/ 180 w 750"/>
                <a:gd name="T119" fmla="*/ 292 h 577"/>
                <a:gd name="T120" fmla="*/ 376 w 750"/>
                <a:gd name="T121" fmla="*/ 489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50" h="577">
                  <a:moveTo>
                    <a:pt x="148" y="506"/>
                  </a:moveTo>
                  <a:cubicBezTo>
                    <a:pt x="145" y="503"/>
                    <a:pt x="139" y="504"/>
                    <a:pt x="138" y="502"/>
                  </a:cubicBezTo>
                  <a:cubicBezTo>
                    <a:pt x="137" y="499"/>
                    <a:pt x="131" y="490"/>
                    <a:pt x="128" y="491"/>
                  </a:cubicBezTo>
                  <a:cubicBezTo>
                    <a:pt x="125" y="491"/>
                    <a:pt x="121" y="491"/>
                    <a:pt x="117" y="488"/>
                  </a:cubicBezTo>
                  <a:cubicBezTo>
                    <a:pt x="114" y="485"/>
                    <a:pt x="111" y="485"/>
                    <a:pt x="108" y="487"/>
                  </a:cubicBezTo>
                  <a:cubicBezTo>
                    <a:pt x="106" y="489"/>
                    <a:pt x="111" y="489"/>
                    <a:pt x="111" y="491"/>
                  </a:cubicBezTo>
                  <a:cubicBezTo>
                    <a:pt x="111" y="493"/>
                    <a:pt x="113" y="494"/>
                    <a:pt x="115" y="493"/>
                  </a:cubicBezTo>
                  <a:cubicBezTo>
                    <a:pt x="117" y="493"/>
                    <a:pt x="119" y="498"/>
                    <a:pt x="121" y="498"/>
                  </a:cubicBezTo>
                  <a:cubicBezTo>
                    <a:pt x="123" y="498"/>
                    <a:pt x="124" y="502"/>
                    <a:pt x="126" y="502"/>
                  </a:cubicBezTo>
                  <a:cubicBezTo>
                    <a:pt x="129" y="502"/>
                    <a:pt x="130" y="505"/>
                    <a:pt x="131" y="506"/>
                  </a:cubicBezTo>
                  <a:cubicBezTo>
                    <a:pt x="132" y="508"/>
                    <a:pt x="135" y="506"/>
                    <a:pt x="135" y="508"/>
                  </a:cubicBezTo>
                  <a:cubicBezTo>
                    <a:pt x="135" y="510"/>
                    <a:pt x="138" y="511"/>
                    <a:pt x="139" y="513"/>
                  </a:cubicBezTo>
                  <a:cubicBezTo>
                    <a:pt x="144" y="514"/>
                    <a:pt x="148" y="514"/>
                    <a:pt x="152" y="513"/>
                  </a:cubicBezTo>
                  <a:cubicBezTo>
                    <a:pt x="152" y="512"/>
                    <a:pt x="153" y="510"/>
                    <a:pt x="153" y="509"/>
                  </a:cubicBezTo>
                  <a:cubicBezTo>
                    <a:pt x="154" y="507"/>
                    <a:pt x="150" y="509"/>
                    <a:pt x="148" y="506"/>
                  </a:cubicBezTo>
                  <a:close/>
                  <a:moveTo>
                    <a:pt x="142" y="209"/>
                  </a:moveTo>
                  <a:cubicBezTo>
                    <a:pt x="148" y="211"/>
                    <a:pt x="149" y="223"/>
                    <a:pt x="153" y="223"/>
                  </a:cubicBezTo>
                  <a:cubicBezTo>
                    <a:pt x="156" y="223"/>
                    <a:pt x="154" y="219"/>
                    <a:pt x="159" y="219"/>
                  </a:cubicBezTo>
                  <a:cubicBezTo>
                    <a:pt x="164" y="219"/>
                    <a:pt x="163" y="217"/>
                    <a:pt x="167" y="217"/>
                  </a:cubicBezTo>
                  <a:cubicBezTo>
                    <a:pt x="172" y="217"/>
                    <a:pt x="176" y="216"/>
                    <a:pt x="176" y="211"/>
                  </a:cubicBezTo>
                  <a:cubicBezTo>
                    <a:pt x="176" y="205"/>
                    <a:pt x="179" y="203"/>
                    <a:pt x="183" y="202"/>
                  </a:cubicBezTo>
                  <a:cubicBezTo>
                    <a:pt x="188" y="201"/>
                    <a:pt x="184" y="196"/>
                    <a:pt x="190" y="194"/>
                  </a:cubicBezTo>
                  <a:cubicBezTo>
                    <a:pt x="196" y="193"/>
                    <a:pt x="214" y="185"/>
                    <a:pt x="217" y="183"/>
                  </a:cubicBezTo>
                  <a:cubicBezTo>
                    <a:pt x="220" y="181"/>
                    <a:pt x="213" y="178"/>
                    <a:pt x="207" y="174"/>
                  </a:cubicBezTo>
                  <a:cubicBezTo>
                    <a:pt x="200" y="169"/>
                    <a:pt x="195" y="168"/>
                    <a:pt x="189" y="172"/>
                  </a:cubicBezTo>
                  <a:cubicBezTo>
                    <a:pt x="184" y="175"/>
                    <a:pt x="188" y="168"/>
                    <a:pt x="184" y="170"/>
                  </a:cubicBezTo>
                  <a:cubicBezTo>
                    <a:pt x="180" y="172"/>
                    <a:pt x="169" y="167"/>
                    <a:pt x="167" y="165"/>
                  </a:cubicBezTo>
                  <a:cubicBezTo>
                    <a:pt x="166" y="163"/>
                    <a:pt x="146" y="169"/>
                    <a:pt x="141" y="169"/>
                  </a:cubicBezTo>
                  <a:cubicBezTo>
                    <a:pt x="136" y="169"/>
                    <a:pt x="141" y="174"/>
                    <a:pt x="145" y="177"/>
                  </a:cubicBezTo>
                  <a:cubicBezTo>
                    <a:pt x="148" y="180"/>
                    <a:pt x="136" y="188"/>
                    <a:pt x="139" y="190"/>
                  </a:cubicBezTo>
                  <a:cubicBezTo>
                    <a:pt x="141" y="191"/>
                    <a:pt x="136" y="196"/>
                    <a:pt x="131" y="202"/>
                  </a:cubicBezTo>
                  <a:cubicBezTo>
                    <a:pt x="126" y="208"/>
                    <a:pt x="135" y="208"/>
                    <a:pt x="142" y="209"/>
                  </a:cubicBezTo>
                  <a:close/>
                  <a:moveTo>
                    <a:pt x="328" y="240"/>
                  </a:moveTo>
                  <a:cubicBezTo>
                    <a:pt x="330" y="237"/>
                    <a:pt x="340" y="245"/>
                    <a:pt x="340" y="240"/>
                  </a:cubicBezTo>
                  <a:cubicBezTo>
                    <a:pt x="341" y="234"/>
                    <a:pt x="330" y="231"/>
                    <a:pt x="325" y="228"/>
                  </a:cubicBezTo>
                  <a:cubicBezTo>
                    <a:pt x="321" y="225"/>
                    <a:pt x="319" y="227"/>
                    <a:pt x="312" y="222"/>
                  </a:cubicBezTo>
                  <a:cubicBezTo>
                    <a:pt x="305" y="217"/>
                    <a:pt x="314" y="214"/>
                    <a:pt x="308" y="210"/>
                  </a:cubicBezTo>
                  <a:cubicBezTo>
                    <a:pt x="303" y="206"/>
                    <a:pt x="301" y="194"/>
                    <a:pt x="305" y="191"/>
                  </a:cubicBezTo>
                  <a:cubicBezTo>
                    <a:pt x="309" y="187"/>
                    <a:pt x="313" y="181"/>
                    <a:pt x="306" y="179"/>
                  </a:cubicBezTo>
                  <a:cubicBezTo>
                    <a:pt x="300" y="176"/>
                    <a:pt x="289" y="181"/>
                    <a:pt x="290" y="183"/>
                  </a:cubicBezTo>
                  <a:cubicBezTo>
                    <a:pt x="291" y="184"/>
                    <a:pt x="300" y="189"/>
                    <a:pt x="300" y="191"/>
                  </a:cubicBezTo>
                  <a:cubicBezTo>
                    <a:pt x="300" y="194"/>
                    <a:pt x="292" y="185"/>
                    <a:pt x="289" y="187"/>
                  </a:cubicBezTo>
                  <a:cubicBezTo>
                    <a:pt x="286" y="189"/>
                    <a:pt x="282" y="183"/>
                    <a:pt x="280" y="187"/>
                  </a:cubicBezTo>
                  <a:cubicBezTo>
                    <a:pt x="277" y="191"/>
                    <a:pt x="283" y="204"/>
                    <a:pt x="285" y="208"/>
                  </a:cubicBezTo>
                  <a:cubicBezTo>
                    <a:pt x="288" y="211"/>
                    <a:pt x="283" y="211"/>
                    <a:pt x="280" y="212"/>
                  </a:cubicBezTo>
                  <a:cubicBezTo>
                    <a:pt x="277" y="213"/>
                    <a:pt x="277" y="202"/>
                    <a:pt x="274" y="197"/>
                  </a:cubicBezTo>
                  <a:cubicBezTo>
                    <a:pt x="271" y="193"/>
                    <a:pt x="259" y="188"/>
                    <a:pt x="258" y="191"/>
                  </a:cubicBezTo>
                  <a:cubicBezTo>
                    <a:pt x="257" y="194"/>
                    <a:pt x="266" y="194"/>
                    <a:pt x="264" y="199"/>
                  </a:cubicBezTo>
                  <a:cubicBezTo>
                    <a:pt x="263" y="203"/>
                    <a:pt x="259" y="196"/>
                    <a:pt x="255" y="199"/>
                  </a:cubicBezTo>
                  <a:cubicBezTo>
                    <a:pt x="251" y="203"/>
                    <a:pt x="251" y="200"/>
                    <a:pt x="252" y="197"/>
                  </a:cubicBezTo>
                  <a:cubicBezTo>
                    <a:pt x="253" y="194"/>
                    <a:pt x="246" y="190"/>
                    <a:pt x="239" y="191"/>
                  </a:cubicBezTo>
                  <a:cubicBezTo>
                    <a:pt x="231" y="191"/>
                    <a:pt x="235" y="197"/>
                    <a:pt x="233" y="199"/>
                  </a:cubicBezTo>
                  <a:cubicBezTo>
                    <a:pt x="231" y="200"/>
                    <a:pt x="220" y="197"/>
                    <a:pt x="227" y="196"/>
                  </a:cubicBezTo>
                  <a:cubicBezTo>
                    <a:pt x="234" y="194"/>
                    <a:pt x="231" y="190"/>
                    <a:pt x="228" y="186"/>
                  </a:cubicBezTo>
                  <a:cubicBezTo>
                    <a:pt x="226" y="182"/>
                    <a:pt x="218" y="187"/>
                    <a:pt x="207" y="191"/>
                  </a:cubicBezTo>
                  <a:cubicBezTo>
                    <a:pt x="195" y="195"/>
                    <a:pt x="190" y="200"/>
                    <a:pt x="192" y="200"/>
                  </a:cubicBezTo>
                  <a:cubicBezTo>
                    <a:pt x="193" y="200"/>
                    <a:pt x="193" y="202"/>
                    <a:pt x="189" y="206"/>
                  </a:cubicBezTo>
                  <a:cubicBezTo>
                    <a:pt x="184" y="210"/>
                    <a:pt x="189" y="213"/>
                    <a:pt x="193" y="213"/>
                  </a:cubicBezTo>
                  <a:cubicBezTo>
                    <a:pt x="197" y="213"/>
                    <a:pt x="194" y="216"/>
                    <a:pt x="196" y="217"/>
                  </a:cubicBezTo>
                  <a:cubicBezTo>
                    <a:pt x="199" y="218"/>
                    <a:pt x="212" y="212"/>
                    <a:pt x="216" y="215"/>
                  </a:cubicBezTo>
                  <a:cubicBezTo>
                    <a:pt x="220" y="217"/>
                    <a:pt x="194" y="219"/>
                    <a:pt x="194" y="223"/>
                  </a:cubicBezTo>
                  <a:cubicBezTo>
                    <a:pt x="194" y="228"/>
                    <a:pt x="208" y="230"/>
                    <a:pt x="219" y="228"/>
                  </a:cubicBezTo>
                  <a:cubicBezTo>
                    <a:pt x="229" y="227"/>
                    <a:pt x="248" y="230"/>
                    <a:pt x="248" y="233"/>
                  </a:cubicBezTo>
                  <a:cubicBezTo>
                    <a:pt x="248" y="235"/>
                    <a:pt x="235" y="234"/>
                    <a:pt x="226" y="234"/>
                  </a:cubicBezTo>
                  <a:cubicBezTo>
                    <a:pt x="217" y="234"/>
                    <a:pt x="201" y="237"/>
                    <a:pt x="201" y="240"/>
                  </a:cubicBezTo>
                  <a:cubicBezTo>
                    <a:pt x="202" y="243"/>
                    <a:pt x="203" y="243"/>
                    <a:pt x="213" y="247"/>
                  </a:cubicBezTo>
                  <a:cubicBezTo>
                    <a:pt x="223" y="252"/>
                    <a:pt x="233" y="245"/>
                    <a:pt x="232" y="252"/>
                  </a:cubicBezTo>
                  <a:cubicBezTo>
                    <a:pt x="232" y="258"/>
                    <a:pt x="238" y="259"/>
                    <a:pt x="251" y="260"/>
                  </a:cubicBezTo>
                  <a:cubicBezTo>
                    <a:pt x="264" y="260"/>
                    <a:pt x="270" y="254"/>
                    <a:pt x="276" y="254"/>
                  </a:cubicBezTo>
                  <a:cubicBezTo>
                    <a:pt x="282" y="255"/>
                    <a:pt x="285" y="253"/>
                    <a:pt x="288" y="249"/>
                  </a:cubicBezTo>
                  <a:cubicBezTo>
                    <a:pt x="291" y="245"/>
                    <a:pt x="294" y="247"/>
                    <a:pt x="295" y="249"/>
                  </a:cubicBezTo>
                  <a:cubicBezTo>
                    <a:pt x="295" y="252"/>
                    <a:pt x="304" y="251"/>
                    <a:pt x="305" y="253"/>
                  </a:cubicBezTo>
                  <a:cubicBezTo>
                    <a:pt x="310" y="258"/>
                    <a:pt x="326" y="256"/>
                    <a:pt x="332" y="253"/>
                  </a:cubicBezTo>
                  <a:cubicBezTo>
                    <a:pt x="338" y="250"/>
                    <a:pt x="329" y="242"/>
                    <a:pt x="326" y="246"/>
                  </a:cubicBezTo>
                  <a:cubicBezTo>
                    <a:pt x="323" y="250"/>
                    <a:pt x="321" y="247"/>
                    <a:pt x="320" y="246"/>
                  </a:cubicBezTo>
                  <a:cubicBezTo>
                    <a:pt x="319" y="244"/>
                    <a:pt x="326" y="243"/>
                    <a:pt x="328" y="240"/>
                  </a:cubicBezTo>
                  <a:close/>
                  <a:moveTo>
                    <a:pt x="186" y="148"/>
                  </a:moveTo>
                  <a:cubicBezTo>
                    <a:pt x="193" y="149"/>
                    <a:pt x="200" y="143"/>
                    <a:pt x="199" y="140"/>
                  </a:cubicBezTo>
                  <a:cubicBezTo>
                    <a:pt x="199" y="136"/>
                    <a:pt x="183" y="148"/>
                    <a:pt x="186" y="148"/>
                  </a:cubicBezTo>
                  <a:close/>
                  <a:moveTo>
                    <a:pt x="155" y="138"/>
                  </a:moveTo>
                  <a:cubicBezTo>
                    <a:pt x="158" y="139"/>
                    <a:pt x="155" y="144"/>
                    <a:pt x="158" y="143"/>
                  </a:cubicBezTo>
                  <a:cubicBezTo>
                    <a:pt x="161" y="141"/>
                    <a:pt x="162" y="141"/>
                    <a:pt x="164" y="141"/>
                  </a:cubicBezTo>
                  <a:cubicBezTo>
                    <a:pt x="168" y="143"/>
                    <a:pt x="169" y="139"/>
                    <a:pt x="171" y="137"/>
                  </a:cubicBezTo>
                  <a:cubicBezTo>
                    <a:pt x="173" y="135"/>
                    <a:pt x="172" y="144"/>
                    <a:pt x="177" y="144"/>
                  </a:cubicBezTo>
                  <a:cubicBezTo>
                    <a:pt x="181" y="144"/>
                    <a:pt x="180" y="135"/>
                    <a:pt x="184" y="138"/>
                  </a:cubicBezTo>
                  <a:cubicBezTo>
                    <a:pt x="188" y="140"/>
                    <a:pt x="189" y="137"/>
                    <a:pt x="190" y="134"/>
                  </a:cubicBezTo>
                  <a:cubicBezTo>
                    <a:pt x="190" y="131"/>
                    <a:pt x="190" y="127"/>
                    <a:pt x="195" y="126"/>
                  </a:cubicBezTo>
                  <a:cubicBezTo>
                    <a:pt x="199" y="125"/>
                    <a:pt x="195" y="130"/>
                    <a:pt x="197" y="134"/>
                  </a:cubicBezTo>
                  <a:cubicBezTo>
                    <a:pt x="200" y="138"/>
                    <a:pt x="205" y="134"/>
                    <a:pt x="205" y="132"/>
                  </a:cubicBezTo>
                  <a:cubicBezTo>
                    <a:pt x="205" y="129"/>
                    <a:pt x="212" y="131"/>
                    <a:pt x="212" y="128"/>
                  </a:cubicBezTo>
                  <a:cubicBezTo>
                    <a:pt x="211" y="126"/>
                    <a:pt x="214" y="125"/>
                    <a:pt x="212" y="122"/>
                  </a:cubicBezTo>
                  <a:cubicBezTo>
                    <a:pt x="210" y="119"/>
                    <a:pt x="215" y="120"/>
                    <a:pt x="217" y="118"/>
                  </a:cubicBezTo>
                  <a:cubicBezTo>
                    <a:pt x="219" y="115"/>
                    <a:pt x="214" y="117"/>
                    <a:pt x="210" y="114"/>
                  </a:cubicBezTo>
                  <a:cubicBezTo>
                    <a:pt x="207" y="110"/>
                    <a:pt x="205" y="115"/>
                    <a:pt x="205" y="117"/>
                  </a:cubicBezTo>
                  <a:cubicBezTo>
                    <a:pt x="205" y="119"/>
                    <a:pt x="198" y="118"/>
                    <a:pt x="194" y="116"/>
                  </a:cubicBezTo>
                  <a:cubicBezTo>
                    <a:pt x="190" y="115"/>
                    <a:pt x="184" y="121"/>
                    <a:pt x="179" y="124"/>
                  </a:cubicBezTo>
                  <a:cubicBezTo>
                    <a:pt x="173" y="127"/>
                    <a:pt x="172" y="132"/>
                    <a:pt x="167" y="132"/>
                  </a:cubicBezTo>
                  <a:cubicBezTo>
                    <a:pt x="161" y="131"/>
                    <a:pt x="153" y="137"/>
                    <a:pt x="155" y="138"/>
                  </a:cubicBezTo>
                  <a:close/>
                  <a:moveTo>
                    <a:pt x="214" y="136"/>
                  </a:moveTo>
                  <a:cubicBezTo>
                    <a:pt x="208" y="136"/>
                    <a:pt x="209" y="141"/>
                    <a:pt x="215" y="141"/>
                  </a:cubicBezTo>
                  <a:cubicBezTo>
                    <a:pt x="221" y="141"/>
                    <a:pt x="223" y="143"/>
                    <a:pt x="214" y="143"/>
                  </a:cubicBezTo>
                  <a:cubicBezTo>
                    <a:pt x="205" y="143"/>
                    <a:pt x="202" y="150"/>
                    <a:pt x="208" y="149"/>
                  </a:cubicBezTo>
                  <a:cubicBezTo>
                    <a:pt x="214" y="147"/>
                    <a:pt x="221" y="147"/>
                    <a:pt x="216" y="149"/>
                  </a:cubicBezTo>
                  <a:cubicBezTo>
                    <a:pt x="212" y="150"/>
                    <a:pt x="200" y="151"/>
                    <a:pt x="201" y="153"/>
                  </a:cubicBezTo>
                  <a:cubicBezTo>
                    <a:pt x="202" y="155"/>
                    <a:pt x="207" y="155"/>
                    <a:pt x="212" y="156"/>
                  </a:cubicBezTo>
                  <a:cubicBezTo>
                    <a:pt x="217" y="158"/>
                    <a:pt x="220" y="159"/>
                    <a:pt x="224" y="155"/>
                  </a:cubicBezTo>
                  <a:cubicBezTo>
                    <a:pt x="227" y="151"/>
                    <a:pt x="232" y="147"/>
                    <a:pt x="230" y="153"/>
                  </a:cubicBezTo>
                  <a:cubicBezTo>
                    <a:pt x="229" y="158"/>
                    <a:pt x="236" y="154"/>
                    <a:pt x="246" y="154"/>
                  </a:cubicBezTo>
                  <a:cubicBezTo>
                    <a:pt x="257" y="153"/>
                    <a:pt x="245" y="160"/>
                    <a:pt x="234" y="160"/>
                  </a:cubicBezTo>
                  <a:cubicBezTo>
                    <a:pt x="224" y="161"/>
                    <a:pt x="226" y="166"/>
                    <a:pt x="234" y="168"/>
                  </a:cubicBezTo>
                  <a:cubicBezTo>
                    <a:pt x="242" y="170"/>
                    <a:pt x="260" y="163"/>
                    <a:pt x="264" y="159"/>
                  </a:cubicBezTo>
                  <a:cubicBezTo>
                    <a:pt x="268" y="155"/>
                    <a:pt x="271" y="161"/>
                    <a:pt x="276" y="158"/>
                  </a:cubicBezTo>
                  <a:cubicBezTo>
                    <a:pt x="280" y="155"/>
                    <a:pt x="288" y="159"/>
                    <a:pt x="295" y="157"/>
                  </a:cubicBezTo>
                  <a:cubicBezTo>
                    <a:pt x="302" y="156"/>
                    <a:pt x="303" y="142"/>
                    <a:pt x="298" y="140"/>
                  </a:cubicBezTo>
                  <a:cubicBezTo>
                    <a:pt x="292" y="138"/>
                    <a:pt x="292" y="143"/>
                    <a:pt x="288" y="143"/>
                  </a:cubicBezTo>
                  <a:cubicBezTo>
                    <a:pt x="284" y="144"/>
                    <a:pt x="282" y="139"/>
                    <a:pt x="279" y="135"/>
                  </a:cubicBezTo>
                  <a:cubicBezTo>
                    <a:pt x="275" y="132"/>
                    <a:pt x="277" y="126"/>
                    <a:pt x="273" y="127"/>
                  </a:cubicBezTo>
                  <a:cubicBezTo>
                    <a:pt x="268" y="127"/>
                    <a:pt x="257" y="135"/>
                    <a:pt x="264" y="136"/>
                  </a:cubicBezTo>
                  <a:cubicBezTo>
                    <a:pt x="270" y="137"/>
                    <a:pt x="268" y="140"/>
                    <a:pt x="264" y="141"/>
                  </a:cubicBezTo>
                  <a:cubicBezTo>
                    <a:pt x="261" y="143"/>
                    <a:pt x="272" y="146"/>
                    <a:pt x="271" y="148"/>
                  </a:cubicBezTo>
                  <a:cubicBezTo>
                    <a:pt x="269" y="150"/>
                    <a:pt x="252" y="148"/>
                    <a:pt x="251" y="144"/>
                  </a:cubicBezTo>
                  <a:cubicBezTo>
                    <a:pt x="251" y="141"/>
                    <a:pt x="237" y="134"/>
                    <a:pt x="232" y="135"/>
                  </a:cubicBezTo>
                  <a:cubicBezTo>
                    <a:pt x="226" y="137"/>
                    <a:pt x="228" y="131"/>
                    <a:pt x="223" y="131"/>
                  </a:cubicBezTo>
                  <a:cubicBezTo>
                    <a:pt x="217" y="130"/>
                    <a:pt x="219" y="135"/>
                    <a:pt x="214" y="136"/>
                  </a:cubicBezTo>
                  <a:close/>
                  <a:moveTo>
                    <a:pt x="233" y="109"/>
                  </a:moveTo>
                  <a:cubicBezTo>
                    <a:pt x="235" y="104"/>
                    <a:pt x="221" y="105"/>
                    <a:pt x="222" y="107"/>
                  </a:cubicBezTo>
                  <a:cubicBezTo>
                    <a:pt x="224" y="110"/>
                    <a:pt x="231" y="113"/>
                    <a:pt x="233" y="109"/>
                  </a:cubicBezTo>
                  <a:close/>
                  <a:moveTo>
                    <a:pt x="264" y="107"/>
                  </a:moveTo>
                  <a:cubicBezTo>
                    <a:pt x="269" y="106"/>
                    <a:pt x="267" y="103"/>
                    <a:pt x="259" y="104"/>
                  </a:cubicBezTo>
                  <a:cubicBezTo>
                    <a:pt x="251" y="105"/>
                    <a:pt x="238" y="105"/>
                    <a:pt x="238" y="110"/>
                  </a:cubicBezTo>
                  <a:cubicBezTo>
                    <a:pt x="238" y="115"/>
                    <a:pt x="240" y="117"/>
                    <a:pt x="249" y="118"/>
                  </a:cubicBezTo>
                  <a:cubicBezTo>
                    <a:pt x="257" y="119"/>
                    <a:pt x="265" y="110"/>
                    <a:pt x="261" y="110"/>
                  </a:cubicBezTo>
                  <a:cubicBezTo>
                    <a:pt x="257" y="110"/>
                    <a:pt x="259" y="108"/>
                    <a:pt x="264" y="107"/>
                  </a:cubicBezTo>
                  <a:close/>
                  <a:moveTo>
                    <a:pt x="246" y="100"/>
                  </a:moveTo>
                  <a:cubicBezTo>
                    <a:pt x="249" y="101"/>
                    <a:pt x="253" y="97"/>
                    <a:pt x="256" y="99"/>
                  </a:cubicBezTo>
                  <a:cubicBezTo>
                    <a:pt x="258" y="101"/>
                    <a:pt x="270" y="103"/>
                    <a:pt x="270" y="97"/>
                  </a:cubicBezTo>
                  <a:cubicBezTo>
                    <a:pt x="270" y="91"/>
                    <a:pt x="255" y="90"/>
                    <a:pt x="252" y="93"/>
                  </a:cubicBezTo>
                  <a:cubicBezTo>
                    <a:pt x="248" y="95"/>
                    <a:pt x="231" y="96"/>
                    <a:pt x="236" y="99"/>
                  </a:cubicBezTo>
                  <a:cubicBezTo>
                    <a:pt x="239" y="102"/>
                    <a:pt x="242" y="98"/>
                    <a:pt x="246" y="100"/>
                  </a:cubicBezTo>
                  <a:close/>
                  <a:moveTo>
                    <a:pt x="308" y="88"/>
                  </a:moveTo>
                  <a:cubicBezTo>
                    <a:pt x="313" y="85"/>
                    <a:pt x="321" y="90"/>
                    <a:pt x="319" y="94"/>
                  </a:cubicBezTo>
                  <a:cubicBezTo>
                    <a:pt x="318" y="97"/>
                    <a:pt x="305" y="93"/>
                    <a:pt x="306" y="96"/>
                  </a:cubicBezTo>
                  <a:cubicBezTo>
                    <a:pt x="306" y="97"/>
                    <a:pt x="308" y="101"/>
                    <a:pt x="317" y="99"/>
                  </a:cubicBezTo>
                  <a:cubicBezTo>
                    <a:pt x="326" y="96"/>
                    <a:pt x="333" y="98"/>
                    <a:pt x="339" y="103"/>
                  </a:cubicBezTo>
                  <a:cubicBezTo>
                    <a:pt x="345" y="108"/>
                    <a:pt x="351" y="110"/>
                    <a:pt x="355" y="105"/>
                  </a:cubicBezTo>
                  <a:cubicBezTo>
                    <a:pt x="359" y="100"/>
                    <a:pt x="350" y="99"/>
                    <a:pt x="351" y="96"/>
                  </a:cubicBezTo>
                  <a:cubicBezTo>
                    <a:pt x="353" y="92"/>
                    <a:pt x="345" y="90"/>
                    <a:pt x="341" y="90"/>
                  </a:cubicBezTo>
                  <a:cubicBezTo>
                    <a:pt x="337" y="90"/>
                    <a:pt x="336" y="82"/>
                    <a:pt x="332" y="84"/>
                  </a:cubicBezTo>
                  <a:cubicBezTo>
                    <a:pt x="329" y="85"/>
                    <a:pt x="327" y="88"/>
                    <a:pt x="327" y="83"/>
                  </a:cubicBezTo>
                  <a:cubicBezTo>
                    <a:pt x="327" y="78"/>
                    <a:pt x="307" y="78"/>
                    <a:pt x="302" y="79"/>
                  </a:cubicBezTo>
                  <a:cubicBezTo>
                    <a:pt x="298" y="81"/>
                    <a:pt x="304" y="91"/>
                    <a:pt x="308" y="88"/>
                  </a:cubicBezTo>
                  <a:close/>
                  <a:moveTo>
                    <a:pt x="311" y="120"/>
                  </a:moveTo>
                  <a:cubicBezTo>
                    <a:pt x="314" y="116"/>
                    <a:pt x="299" y="104"/>
                    <a:pt x="298" y="110"/>
                  </a:cubicBezTo>
                  <a:cubicBezTo>
                    <a:pt x="297" y="115"/>
                    <a:pt x="308" y="124"/>
                    <a:pt x="311" y="120"/>
                  </a:cubicBezTo>
                  <a:close/>
                  <a:moveTo>
                    <a:pt x="359" y="71"/>
                  </a:moveTo>
                  <a:cubicBezTo>
                    <a:pt x="362" y="66"/>
                    <a:pt x="344" y="63"/>
                    <a:pt x="348" y="67"/>
                  </a:cubicBezTo>
                  <a:cubicBezTo>
                    <a:pt x="351" y="69"/>
                    <a:pt x="357" y="75"/>
                    <a:pt x="359" y="71"/>
                  </a:cubicBezTo>
                  <a:close/>
                  <a:moveTo>
                    <a:pt x="317" y="156"/>
                  </a:moveTo>
                  <a:cubicBezTo>
                    <a:pt x="320" y="153"/>
                    <a:pt x="311" y="146"/>
                    <a:pt x="309" y="152"/>
                  </a:cubicBezTo>
                  <a:cubicBezTo>
                    <a:pt x="307" y="157"/>
                    <a:pt x="314" y="159"/>
                    <a:pt x="317" y="156"/>
                  </a:cubicBezTo>
                  <a:close/>
                  <a:moveTo>
                    <a:pt x="359" y="129"/>
                  </a:moveTo>
                  <a:cubicBezTo>
                    <a:pt x="359" y="133"/>
                    <a:pt x="350" y="129"/>
                    <a:pt x="344" y="126"/>
                  </a:cubicBezTo>
                  <a:cubicBezTo>
                    <a:pt x="337" y="124"/>
                    <a:pt x="341" y="131"/>
                    <a:pt x="346" y="136"/>
                  </a:cubicBezTo>
                  <a:cubicBezTo>
                    <a:pt x="351" y="140"/>
                    <a:pt x="344" y="138"/>
                    <a:pt x="336" y="133"/>
                  </a:cubicBezTo>
                  <a:cubicBezTo>
                    <a:pt x="329" y="128"/>
                    <a:pt x="330" y="137"/>
                    <a:pt x="333" y="139"/>
                  </a:cubicBezTo>
                  <a:cubicBezTo>
                    <a:pt x="337" y="142"/>
                    <a:pt x="333" y="146"/>
                    <a:pt x="328" y="140"/>
                  </a:cubicBezTo>
                  <a:cubicBezTo>
                    <a:pt x="324" y="134"/>
                    <a:pt x="322" y="127"/>
                    <a:pt x="314" y="127"/>
                  </a:cubicBezTo>
                  <a:cubicBezTo>
                    <a:pt x="307" y="127"/>
                    <a:pt x="311" y="134"/>
                    <a:pt x="313" y="137"/>
                  </a:cubicBezTo>
                  <a:cubicBezTo>
                    <a:pt x="317" y="142"/>
                    <a:pt x="321" y="143"/>
                    <a:pt x="327" y="147"/>
                  </a:cubicBezTo>
                  <a:cubicBezTo>
                    <a:pt x="333" y="150"/>
                    <a:pt x="342" y="145"/>
                    <a:pt x="347" y="146"/>
                  </a:cubicBezTo>
                  <a:cubicBezTo>
                    <a:pt x="351" y="147"/>
                    <a:pt x="342" y="153"/>
                    <a:pt x="345" y="157"/>
                  </a:cubicBezTo>
                  <a:cubicBezTo>
                    <a:pt x="348" y="160"/>
                    <a:pt x="356" y="158"/>
                    <a:pt x="363" y="157"/>
                  </a:cubicBezTo>
                  <a:cubicBezTo>
                    <a:pt x="369" y="157"/>
                    <a:pt x="366" y="153"/>
                    <a:pt x="370" y="151"/>
                  </a:cubicBezTo>
                  <a:cubicBezTo>
                    <a:pt x="373" y="148"/>
                    <a:pt x="366" y="149"/>
                    <a:pt x="369" y="142"/>
                  </a:cubicBezTo>
                  <a:cubicBezTo>
                    <a:pt x="372" y="136"/>
                    <a:pt x="360" y="126"/>
                    <a:pt x="359" y="129"/>
                  </a:cubicBezTo>
                  <a:close/>
                  <a:moveTo>
                    <a:pt x="375" y="107"/>
                  </a:moveTo>
                  <a:cubicBezTo>
                    <a:pt x="381" y="107"/>
                    <a:pt x="385" y="107"/>
                    <a:pt x="390" y="105"/>
                  </a:cubicBezTo>
                  <a:cubicBezTo>
                    <a:pt x="395" y="103"/>
                    <a:pt x="387" y="103"/>
                    <a:pt x="391" y="98"/>
                  </a:cubicBezTo>
                  <a:cubicBezTo>
                    <a:pt x="394" y="94"/>
                    <a:pt x="382" y="94"/>
                    <a:pt x="382" y="95"/>
                  </a:cubicBezTo>
                  <a:cubicBezTo>
                    <a:pt x="381" y="97"/>
                    <a:pt x="366" y="86"/>
                    <a:pt x="364" y="90"/>
                  </a:cubicBezTo>
                  <a:cubicBezTo>
                    <a:pt x="362" y="93"/>
                    <a:pt x="369" y="107"/>
                    <a:pt x="375" y="107"/>
                  </a:cubicBezTo>
                  <a:close/>
                  <a:moveTo>
                    <a:pt x="405" y="109"/>
                  </a:moveTo>
                  <a:cubicBezTo>
                    <a:pt x="404" y="107"/>
                    <a:pt x="376" y="110"/>
                    <a:pt x="381" y="114"/>
                  </a:cubicBezTo>
                  <a:cubicBezTo>
                    <a:pt x="388" y="119"/>
                    <a:pt x="406" y="112"/>
                    <a:pt x="405" y="109"/>
                  </a:cubicBezTo>
                  <a:close/>
                  <a:moveTo>
                    <a:pt x="401" y="164"/>
                  </a:moveTo>
                  <a:cubicBezTo>
                    <a:pt x="408" y="163"/>
                    <a:pt x="404" y="155"/>
                    <a:pt x="397" y="150"/>
                  </a:cubicBezTo>
                  <a:cubicBezTo>
                    <a:pt x="389" y="144"/>
                    <a:pt x="373" y="156"/>
                    <a:pt x="376" y="158"/>
                  </a:cubicBezTo>
                  <a:cubicBezTo>
                    <a:pt x="379" y="160"/>
                    <a:pt x="394" y="164"/>
                    <a:pt x="401" y="164"/>
                  </a:cubicBezTo>
                  <a:close/>
                  <a:moveTo>
                    <a:pt x="353" y="216"/>
                  </a:moveTo>
                  <a:cubicBezTo>
                    <a:pt x="361" y="222"/>
                    <a:pt x="359" y="212"/>
                    <a:pt x="368" y="212"/>
                  </a:cubicBezTo>
                  <a:cubicBezTo>
                    <a:pt x="378" y="212"/>
                    <a:pt x="378" y="197"/>
                    <a:pt x="379" y="191"/>
                  </a:cubicBezTo>
                  <a:cubicBezTo>
                    <a:pt x="381" y="186"/>
                    <a:pt x="372" y="186"/>
                    <a:pt x="374" y="190"/>
                  </a:cubicBezTo>
                  <a:cubicBezTo>
                    <a:pt x="376" y="194"/>
                    <a:pt x="374" y="199"/>
                    <a:pt x="373" y="194"/>
                  </a:cubicBezTo>
                  <a:cubicBezTo>
                    <a:pt x="372" y="189"/>
                    <a:pt x="365" y="193"/>
                    <a:pt x="363" y="190"/>
                  </a:cubicBezTo>
                  <a:cubicBezTo>
                    <a:pt x="360" y="186"/>
                    <a:pt x="371" y="186"/>
                    <a:pt x="373" y="181"/>
                  </a:cubicBezTo>
                  <a:cubicBezTo>
                    <a:pt x="376" y="176"/>
                    <a:pt x="365" y="177"/>
                    <a:pt x="367" y="173"/>
                  </a:cubicBezTo>
                  <a:cubicBezTo>
                    <a:pt x="370" y="169"/>
                    <a:pt x="351" y="173"/>
                    <a:pt x="357" y="175"/>
                  </a:cubicBezTo>
                  <a:cubicBezTo>
                    <a:pt x="362" y="178"/>
                    <a:pt x="357" y="181"/>
                    <a:pt x="352" y="177"/>
                  </a:cubicBezTo>
                  <a:cubicBezTo>
                    <a:pt x="347" y="173"/>
                    <a:pt x="332" y="179"/>
                    <a:pt x="337" y="184"/>
                  </a:cubicBezTo>
                  <a:cubicBezTo>
                    <a:pt x="341" y="187"/>
                    <a:pt x="354" y="181"/>
                    <a:pt x="347" y="191"/>
                  </a:cubicBezTo>
                  <a:cubicBezTo>
                    <a:pt x="339" y="201"/>
                    <a:pt x="336" y="188"/>
                    <a:pt x="330" y="190"/>
                  </a:cubicBezTo>
                  <a:cubicBezTo>
                    <a:pt x="323" y="191"/>
                    <a:pt x="326" y="199"/>
                    <a:pt x="336" y="202"/>
                  </a:cubicBezTo>
                  <a:cubicBezTo>
                    <a:pt x="346" y="205"/>
                    <a:pt x="345" y="211"/>
                    <a:pt x="353" y="216"/>
                  </a:cubicBezTo>
                  <a:close/>
                  <a:moveTo>
                    <a:pt x="414" y="156"/>
                  </a:moveTo>
                  <a:cubicBezTo>
                    <a:pt x="417" y="164"/>
                    <a:pt x="420" y="159"/>
                    <a:pt x="424" y="162"/>
                  </a:cubicBezTo>
                  <a:cubicBezTo>
                    <a:pt x="428" y="165"/>
                    <a:pt x="434" y="166"/>
                    <a:pt x="438" y="163"/>
                  </a:cubicBezTo>
                  <a:cubicBezTo>
                    <a:pt x="441" y="160"/>
                    <a:pt x="443" y="158"/>
                    <a:pt x="444" y="161"/>
                  </a:cubicBezTo>
                  <a:cubicBezTo>
                    <a:pt x="445" y="165"/>
                    <a:pt x="454" y="166"/>
                    <a:pt x="472" y="166"/>
                  </a:cubicBezTo>
                  <a:cubicBezTo>
                    <a:pt x="490" y="166"/>
                    <a:pt x="485" y="159"/>
                    <a:pt x="490" y="162"/>
                  </a:cubicBezTo>
                  <a:cubicBezTo>
                    <a:pt x="496" y="165"/>
                    <a:pt x="508" y="165"/>
                    <a:pt x="513" y="163"/>
                  </a:cubicBezTo>
                  <a:cubicBezTo>
                    <a:pt x="518" y="162"/>
                    <a:pt x="521" y="154"/>
                    <a:pt x="520" y="150"/>
                  </a:cubicBezTo>
                  <a:cubicBezTo>
                    <a:pt x="520" y="146"/>
                    <a:pt x="480" y="143"/>
                    <a:pt x="473" y="147"/>
                  </a:cubicBezTo>
                  <a:cubicBezTo>
                    <a:pt x="466" y="151"/>
                    <a:pt x="454" y="145"/>
                    <a:pt x="449" y="148"/>
                  </a:cubicBezTo>
                  <a:cubicBezTo>
                    <a:pt x="443" y="151"/>
                    <a:pt x="445" y="144"/>
                    <a:pt x="435" y="144"/>
                  </a:cubicBezTo>
                  <a:cubicBezTo>
                    <a:pt x="425" y="143"/>
                    <a:pt x="436" y="138"/>
                    <a:pt x="438" y="136"/>
                  </a:cubicBezTo>
                  <a:cubicBezTo>
                    <a:pt x="440" y="134"/>
                    <a:pt x="422" y="128"/>
                    <a:pt x="415" y="129"/>
                  </a:cubicBezTo>
                  <a:cubicBezTo>
                    <a:pt x="408" y="131"/>
                    <a:pt x="404" y="127"/>
                    <a:pt x="397" y="124"/>
                  </a:cubicBezTo>
                  <a:cubicBezTo>
                    <a:pt x="391" y="121"/>
                    <a:pt x="372" y="122"/>
                    <a:pt x="376" y="127"/>
                  </a:cubicBezTo>
                  <a:cubicBezTo>
                    <a:pt x="379" y="131"/>
                    <a:pt x="400" y="138"/>
                    <a:pt x="403" y="135"/>
                  </a:cubicBezTo>
                  <a:cubicBezTo>
                    <a:pt x="405" y="131"/>
                    <a:pt x="410" y="139"/>
                    <a:pt x="414" y="143"/>
                  </a:cubicBezTo>
                  <a:cubicBezTo>
                    <a:pt x="417" y="147"/>
                    <a:pt x="412" y="149"/>
                    <a:pt x="414" y="156"/>
                  </a:cubicBezTo>
                  <a:close/>
                  <a:moveTo>
                    <a:pt x="433" y="112"/>
                  </a:moveTo>
                  <a:cubicBezTo>
                    <a:pt x="426" y="109"/>
                    <a:pt x="418" y="116"/>
                    <a:pt x="425" y="119"/>
                  </a:cubicBezTo>
                  <a:cubicBezTo>
                    <a:pt x="431" y="121"/>
                    <a:pt x="440" y="116"/>
                    <a:pt x="433" y="112"/>
                  </a:cubicBezTo>
                  <a:close/>
                  <a:moveTo>
                    <a:pt x="379" y="70"/>
                  </a:moveTo>
                  <a:cubicBezTo>
                    <a:pt x="385" y="73"/>
                    <a:pt x="382" y="77"/>
                    <a:pt x="388" y="79"/>
                  </a:cubicBezTo>
                  <a:cubicBezTo>
                    <a:pt x="394" y="82"/>
                    <a:pt x="411" y="76"/>
                    <a:pt x="412" y="80"/>
                  </a:cubicBezTo>
                  <a:cubicBezTo>
                    <a:pt x="414" y="84"/>
                    <a:pt x="395" y="85"/>
                    <a:pt x="397" y="87"/>
                  </a:cubicBezTo>
                  <a:cubicBezTo>
                    <a:pt x="400" y="90"/>
                    <a:pt x="411" y="94"/>
                    <a:pt x="409" y="96"/>
                  </a:cubicBezTo>
                  <a:cubicBezTo>
                    <a:pt x="408" y="98"/>
                    <a:pt x="427" y="105"/>
                    <a:pt x="429" y="102"/>
                  </a:cubicBezTo>
                  <a:cubicBezTo>
                    <a:pt x="431" y="99"/>
                    <a:pt x="436" y="100"/>
                    <a:pt x="441" y="101"/>
                  </a:cubicBezTo>
                  <a:cubicBezTo>
                    <a:pt x="446" y="103"/>
                    <a:pt x="446" y="90"/>
                    <a:pt x="450" y="92"/>
                  </a:cubicBezTo>
                  <a:cubicBezTo>
                    <a:pt x="453" y="94"/>
                    <a:pt x="453" y="87"/>
                    <a:pt x="458" y="85"/>
                  </a:cubicBezTo>
                  <a:cubicBezTo>
                    <a:pt x="464" y="83"/>
                    <a:pt x="472" y="83"/>
                    <a:pt x="472" y="80"/>
                  </a:cubicBezTo>
                  <a:cubicBezTo>
                    <a:pt x="473" y="78"/>
                    <a:pt x="471" y="76"/>
                    <a:pt x="464" y="76"/>
                  </a:cubicBezTo>
                  <a:cubicBezTo>
                    <a:pt x="457" y="77"/>
                    <a:pt x="453" y="75"/>
                    <a:pt x="456" y="71"/>
                  </a:cubicBezTo>
                  <a:cubicBezTo>
                    <a:pt x="459" y="67"/>
                    <a:pt x="449" y="66"/>
                    <a:pt x="452" y="63"/>
                  </a:cubicBezTo>
                  <a:cubicBezTo>
                    <a:pt x="456" y="60"/>
                    <a:pt x="445" y="57"/>
                    <a:pt x="446" y="62"/>
                  </a:cubicBezTo>
                  <a:cubicBezTo>
                    <a:pt x="447" y="66"/>
                    <a:pt x="440" y="62"/>
                    <a:pt x="438" y="58"/>
                  </a:cubicBezTo>
                  <a:cubicBezTo>
                    <a:pt x="437" y="54"/>
                    <a:pt x="422" y="52"/>
                    <a:pt x="412" y="43"/>
                  </a:cubicBezTo>
                  <a:cubicBezTo>
                    <a:pt x="402" y="34"/>
                    <a:pt x="391" y="40"/>
                    <a:pt x="397" y="41"/>
                  </a:cubicBezTo>
                  <a:cubicBezTo>
                    <a:pt x="403" y="42"/>
                    <a:pt x="403" y="45"/>
                    <a:pt x="398" y="45"/>
                  </a:cubicBezTo>
                  <a:cubicBezTo>
                    <a:pt x="393" y="45"/>
                    <a:pt x="385" y="45"/>
                    <a:pt x="392" y="48"/>
                  </a:cubicBezTo>
                  <a:cubicBezTo>
                    <a:pt x="400" y="51"/>
                    <a:pt x="392" y="53"/>
                    <a:pt x="385" y="53"/>
                  </a:cubicBezTo>
                  <a:cubicBezTo>
                    <a:pt x="379" y="53"/>
                    <a:pt x="379" y="61"/>
                    <a:pt x="387" y="62"/>
                  </a:cubicBezTo>
                  <a:cubicBezTo>
                    <a:pt x="395" y="63"/>
                    <a:pt x="389" y="68"/>
                    <a:pt x="382" y="66"/>
                  </a:cubicBezTo>
                  <a:cubicBezTo>
                    <a:pt x="376" y="64"/>
                    <a:pt x="373" y="68"/>
                    <a:pt x="379" y="70"/>
                  </a:cubicBezTo>
                  <a:close/>
                  <a:moveTo>
                    <a:pt x="425" y="34"/>
                  </a:moveTo>
                  <a:cubicBezTo>
                    <a:pt x="430" y="30"/>
                    <a:pt x="434" y="32"/>
                    <a:pt x="429" y="35"/>
                  </a:cubicBezTo>
                  <a:cubicBezTo>
                    <a:pt x="425" y="37"/>
                    <a:pt x="426" y="38"/>
                    <a:pt x="433" y="38"/>
                  </a:cubicBezTo>
                  <a:cubicBezTo>
                    <a:pt x="439" y="38"/>
                    <a:pt x="430" y="40"/>
                    <a:pt x="430" y="44"/>
                  </a:cubicBezTo>
                  <a:cubicBezTo>
                    <a:pt x="430" y="47"/>
                    <a:pt x="438" y="45"/>
                    <a:pt x="438" y="49"/>
                  </a:cubicBezTo>
                  <a:cubicBezTo>
                    <a:pt x="438" y="53"/>
                    <a:pt x="454" y="54"/>
                    <a:pt x="459" y="50"/>
                  </a:cubicBezTo>
                  <a:cubicBezTo>
                    <a:pt x="464" y="45"/>
                    <a:pt x="462" y="51"/>
                    <a:pt x="462" y="54"/>
                  </a:cubicBezTo>
                  <a:cubicBezTo>
                    <a:pt x="462" y="57"/>
                    <a:pt x="485" y="59"/>
                    <a:pt x="486" y="56"/>
                  </a:cubicBezTo>
                  <a:cubicBezTo>
                    <a:pt x="487" y="52"/>
                    <a:pt x="490" y="53"/>
                    <a:pt x="495" y="54"/>
                  </a:cubicBezTo>
                  <a:cubicBezTo>
                    <a:pt x="499" y="56"/>
                    <a:pt x="521" y="50"/>
                    <a:pt x="522" y="46"/>
                  </a:cubicBezTo>
                  <a:cubicBezTo>
                    <a:pt x="522" y="41"/>
                    <a:pt x="529" y="48"/>
                    <a:pt x="522" y="53"/>
                  </a:cubicBezTo>
                  <a:cubicBezTo>
                    <a:pt x="515" y="58"/>
                    <a:pt x="500" y="57"/>
                    <a:pt x="494" y="59"/>
                  </a:cubicBezTo>
                  <a:cubicBezTo>
                    <a:pt x="488" y="61"/>
                    <a:pt x="498" y="65"/>
                    <a:pt x="505" y="70"/>
                  </a:cubicBezTo>
                  <a:cubicBezTo>
                    <a:pt x="511" y="75"/>
                    <a:pt x="496" y="72"/>
                    <a:pt x="490" y="66"/>
                  </a:cubicBezTo>
                  <a:cubicBezTo>
                    <a:pt x="484" y="60"/>
                    <a:pt x="471" y="60"/>
                    <a:pt x="464" y="60"/>
                  </a:cubicBezTo>
                  <a:cubicBezTo>
                    <a:pt x="457" y="60"/>
                    <a:pt x="459" y="73"/>
                    <a:pt x="464" y="73"/>
                  </a:cubicBezTo>
                  <a:cubicBezTo>
                    <a:pt x="469" y="73"/>
                    <a:pt x="475" y="75"/>
                    <a:pt x="480" y="84"/>
                  </a:cubicBezTo>
                  <a:cubicBezTo>
                    <a:pt x="485" y="92"/>
                    <a:pt x="496" y="90"/>
                    <a:pt x="496" y="94"/>
                  </a:cubicBezTo>
                  <a:cubicBezTo>
                    <a:pt x="496" y="97"/>
                    <a:pt x="482" y="91"/>
                    <a:pt x="474" y="89"/>
                  </a:cubicBezTo>
                  <a:cubicBezTo>
                    <a:pt x="465" y="88"/>
                    <a:pt x="452" y="93"/>
                    <a:pt x="452" y="99"/>
                  </a:cubicBezTo>
                  <a:cubicBezTo>
                    <a:pt x="451" y="105"/>
                    <a:pt x="464" y="104"/>
                    <a:pt x="472" y="99"/>
                  </a:cubicBezTo>
                  <a:cubicBezTo>
                    <a:pt x="480" y="94"/>
                    <a:pt x="474" y="101"/>
                    <a:pt x="470" y="104"/>
                  </a:cubicBezTo>
                  <a:cubicBezTo>
                    <a:pt x="466" y="108"/>
                    <a:pt x="480" y="111"/>
                    <a:pt x="480" y="116"/>
                  </a:cubicBezTo>
                  <a:cubicBezTo>
                    <a:pt x="480" y="120"/>
                    <a:pt x="470" y="119"/>
                    <a:pt x="469" y="115"/>
                  </a:cubicBezTo>
                  <a:cubicBezTo>
                    <a:pt x="468" y="110"/>
                    <a:pt x="464" y="106"/>
                    <a:pt x="454" y="107"/>
                  </a:cubicBezTo>
                  <a:cubicBezTo>
                    <a:pt x="444" y="108"/>
                    <a:pt x="447" y="115"/>
                    <a:pt x="453" y="115"/>
                  </a:cubicBezTo>
                  <a:cubicBezTo>
                    <a:pt x="459" y="116"/>
                    <a:pt x="459" y="121"/>
                    <a:pt x="453" y="121"/>
                  </a:cubicBezTo>
                  <a:cubicBezTo>
                    <a:pt x="446" y="121"/>
                    <a:pt x="431" y="125"/>
                    <a:pt x="435" y="129"/>
                  </a:cubicBezTo>
                  <a:cubicBezTo>
                    <a:pt x="441" y="134"/>
                    <a:pt x="460" y="129"/>
                    <a:pt x="463" y="132"/>
                  </a:cubicBezTo>
                  <a:cubicBezTo>
                    <a:pt x="466" y="135"/>
                    <a:pt x="476" y="136"/>
                    <a:pt x="478" y="133"/>
                  </a:cubicBezTo>
                  <a:cubicBezTo>
                    <a:pt x="480" y="129"/>
                    <a:pt x="488" y="131"/>
                    <a:pt x="495" y="131"/>
                  </a:cubicBezTo>
                  <a:cubicBezTo>
                    <a:pt x="503" y="131"/>
                    <a:pt x="505" y="132"/>
                    <a:pt x="508" y="135"/>
                  </a:cubicBezTo>
                  <a:cubicBezTo>
                    <a:pt x="511" y="138"/>
                    <a:pt x="517" y="137"/>
                    <a:pt x="521" y="134"/>
                  </a:cubicBezTo>
                  <a:cubicBezTo>
                    <a:pt x="525" y="131"/>
                    <a:pt x="525" y="131"/>
                    <a:pt x="531" y="131"/>
                  </a:cubicBezTo>
                  <a:cubicBezTo>
                    <a:pt x="536" y="131"/>
                    <a:pt x="537" y="128"/>
                    <a:pt x="534" y="124"/>
                  </a:cubicBezTo>
                  <a:cubicBezTo>
                    <a:pt x="532" y="119"/>
                    <a:pt x="525" y="127"/>
                    <a:pt x="524" y="124"/>
                  </a:cubicBezTo>
                  <a:cubicBezTo>
                    <a:pt x="523" y="120"/>
                    <a:pt x="517" y="119"/>
                    <a:pt x="507" y="120"/>
                  </a:cubicBezTo>
                  <a:cubicBezTo>
                    <a:pt x="496" y="122"/>
                    <a:pt x="501" y="113"/>
                    <a:pt x="507" y="115"/>
                  </a:cubicBezTo>
                  <a:cubicBezTo>
                    <a:pt x="513" y="117"/>
                    <a:pt x="522" y="116"/>
                    <a:pt x="529" y="115"/>
                  </a:cubicBezTo>
                  <a:cubicBezTo>
                    <a:pt x="536" y="113"/>
                    <a:pt x="531" y="109"/>
                    <a:pt x="531" y="106"/>
                  </a:cubicBezTo>
                  <a:cubicBezTo>
                    <a:pt x="531" y="103"/>
                    <a:pt x="540" y="105"/>
                    <a:pt x="546" y="105"/>
                  </a:cubicBezTo>
                  <a:cubicBezTo>
                    <a:pt x="553" y="105"/>
                    <a:pt x="563" y="94"/>
                    <a:pt x="563" y="88"/>
                  </a:cubicBezTo>
                  <a:cubicBezTo>
                    <a:pt x="564" y="82"/>
                    <a:pt x="548" y="83"/>
                    <a:pt x="541" y="83"/>
                  </a:cubicBezTo>
                  <a:cubicBezTo>
                    <a:pt x="533" y="83"/>
                    <a:pt x="546" y="78"/>
                    <a:pt x="560" y="78"/>
                  </a:cubicBezTo>
                  <a:cubicBezTo>
                    <a:pt x="574" y="79"/>
                    <a:pt x="568" y="73"/>
                    <a:pt x="570" y="70"/>
                  </a:cubicBezTo>
                  <a:cubicBezTo>
                    <a:pt x="573" y="68"/>
                    <a:pt x="580" y="73"/>
                    <a:pt x="587" y="72"/>
                  </a:cubicBezTo>
                  <a:cubicBezTo>
                    <a:pt x="594" y="70"/>
                    <a:pt x="589" y="64"/>
                    <a:pt x="594" y="64"/>
                  </a:cubicBezTo>
                  <a:cubicBezTo>
                    <a:pt x="597" y="64"/>
                    <a:pt x="605" y="59"/>
                    <a:pt x="620" y="50"/>
                  </a:cubicBezTo>
                  <a:cubicBezTo>
                    <a:pt x="636" y="42"/>
                    <a:pt x="648" y="43"/>
                    <a:pt x="648" y="38"/>
                  </a:cubicBezTo>
                  <a:cubicBezTo>
                    <a:pt x="649" y="34"/>
                    <a:pt x="627" y="38"/>
                    <a:pt x="623" y="37"/>
                  </a:cubicBezTo>
                  <a:cubicBezTo>
                    <a:pt x="620" y="35"/>
                    <a:pt x="639" y="31"/>
                    <a:pt x="643" y="32"/>
                  </a:cubicBezTo>
                  <a:cubicBezTo>
                    <a:pt x="648" y="34"/>
                    <a:pt x="654" y="32"/>
                    <a:pt x="669" y="25"/>
                  </a:cubicBezTo>
                  <a:cubicBezTo>
                    <a:pt x="684" y="17"/>
                    <a:pt x="677" y="16"/>
                    <a:pt x="671" y="17"/>
                  </a:cubicBezTo>
                  <a:cubicBezTo>
                    <a:pt x="665" y="18"/>
                    <a:pt x="658" y="16"/>
                    <a:pt x="658" y="11"/>
                  </a:cubicBezTo>
                  <a:cubicBezTo>
                    <a:pt x="658" y="7"/>
                    <a:pt x="649" y="11"/>
                    <a:pt x="648" y="9"/>
                  </a:cubicBezTo>
                  <a:cubicBezTo>
                    <a:pt x="648" y="7"/>
                    <a:pt x="639" y="8"/>
                    <a:pt x="629" y="11"/>
                  </a:cubicBezTo>
                  <a:cubicBezTo>
                    <a:pt x="620" y="15"/>
                    <a:pt x="628" y="8"/>
                    <a:pt x="633" y="6"/>
                  </a:cubicBezTo>
                  <a:cubicBezTo>
                    <a:pt x="637" y="5"/>
                    <a:pt x="608" y="6"/>
                    <a:pt x="603" y="3"/>
                  </a:cubicBezTo>
                  <a:cubicBezTo>
                    <a:pt x="598" y="0"/>
                    <a:pt x="593" y="8"/>
                    <a:pt x="588" y="4"/>
                  </a:cubicBezTo>
                  <a:cubicBezTo>
                    <a:pt x="584" y="0"/>
                    <a:pt x="572" y="3"/>
                    <a:pt x="574" y="7"/>
                  </a:cubicBezTo>
                  <a:cubicBezTo>
                    <a:pt x="575" y="10"/>
                    <a:pt x="572" y="10"/>
                    <a:pt x="567" y="6"/>
                  </a:cubicBezTo>
                  <a:cubicBezTo>
                    <a:pt x="563" y="3"/>
                    <a:pt x="554" y="7"/>
                    <a:pt x="546" y="6"/>
                  </a:cubicBezTo>
                  <a:cubicBezTo>
                    <a:pt x="539" y="4"/>
                    <a:pt x="542" y="12"/>
                    <a:pt x="533" y="8"/>
                  </a:cubicBezTo>
                  <a:cubicBezTo>
                    <a:pt x="525" y="4"/>
                    <a:pt x="515" y="6"/>
                    <a:pt x="518" y="7"/>
                  </a:cubicBezTo>
                  <a:cubicBezTo>
                    <a:pt x="521" y="8"/>
                    <a:pt x="517" y="11"/>
                    <a:pt x="513" y="10"/>
                  </a:cubicBezTo>
                  <a:cubicBezTo>
                    <a:pt x="510" y="8"/>
                    <a:pt x="506" y="10"/>
                    <a:pt x="508" y="14"/>
                  </a:cubicBezTo>
                  <a:cubicBezTo>
                    <a:pt x="510" y="17"/>
                    <a:pt x="494" y="13"/>
                    <a:pt x="494" y="17"/>
                  </a:cubicBezTo>
                  <a:cubicBezTo>
                    <a:pt x="494" y="21"/>
                    <a:pt x="489" y="23"/>
                    <a:pt x="484" y="19"/>
                  </a:cubicBezTo>
                  <a:cubicBezTo>
                    <a:pt x="480" y="16"/>
                    <a:pt x="466" y="14"/>
                    <a:pt x="470" y="18"/>
                  </a:cubicBezTo>
                  <a:cubicBezTo>
                    <a:pt x="474" y="21"/>
                    <a:pt x="457" y="19"/>
                    <a:pt x="462" y="23"/>
                  </a:cubicBezTo>
                  <a:cubicBezTo>
                    <a:pt x="466" y="26"/>
                    <a:pt x="456" y="29"/>
                    <a:pt x="456" y="27"/>
                  </a:cubicBezTo>
                  <a:cubicBezTo>
                    <a:pt x="456" y="25"/>
                    <a:pt x="447" y="22"/>
                    <a:pt x="443" y="25"/>
                  </a:cubicBezTo>
                  <a:cubicBezTo>
                    <a:pt x="439" y="28"/>
                    <a:pt x="438" y="32"/>
                    <a:pt x="436" y="30"/>
                  </a:cubicBezTo>
                  <a:cubicBezTo>
                    <a:pt x="434" y="28"/>
                    <a:pt x="426" y="29"/>
                    <a:pt x="418" y="32"/>
                  </a:cubicBezTo>
                  <a:cubicBezTo>
                    <a:pt x="410" y="35"/>
                    <a:pt x="419" y="37"/>
                    <a:pt x="425" y="34"/>
                  </a:cubicBezTo>
                  <a:close/>
                  <a:moveTo>
                    <a:pt x="519" y="356"/>
                  </a:moveTo>
                  <a:cubicBezTo>
                    <a:pt x="521" y="355"/>
                    <a:pt x="527" y="346"/>
                    <a:pt x="520" y="346"/>
                  </a:cubicBezTo>
                  <a:cubicBezTo>
                    <a:pt x="513" y="347"/>
                    <a:pt x="515" y="356"/>
                    <a:pt x="519" y="356"/>
                  </a:cubicBezTo>
                  <a:close/>
                  <a:moveTo>
                    <a:pt x="486" y="348"/>
                  </a:moveTo>
                  <a:cubicBezTo>
                    <a:pt x="492" y="351"/>
                    <a:pt x="501" y="341"/>
                    <a:pt x="500" y="338"/>
                  </a:cubicBezTo>
                  <a:cubicBezTo>
                    <a:pt x="499" y="335"/>
                    <a:pt x="479" y="343"/>
                    <a:pt x="486" y="348"/>
                  </a:cubicBezTo>
                  <a:close/>
                  <a:moveTo>
                    <a:pt x="513" y="327"/>
                  </a:moveTo>
                  <a:cubicBezTo>
                    <a:pt x="513" y="323"/>
                    <a:pt x="500" y="322"/>
                    <a:pt x="501" y="318"/>
                  </a:cubicBezTo>
                  <a:cubicBezTo>
                    <a:pt x="502" y="314"/>
                    <a:pt x="489" y="310"/>
                    <a:pt x="485" y="308"/>
                  </a:cubicBezTo>
                  <a:cubicBezTo>
                    <a:pt x="481" y="306"/>
                    <a:pt x="474" y="305"/>
                    <a:pt x="474" y="300"/>
                  </a:cubicBezTo>
                  <a:cubicBezTo>
                    <a:pt x="474" y="296"/>
                    <a:pt x="465" y="299"/>
                    <a:pt x="465" y="306"/>
                  </a:cubicBezTo>
                  <a:cubicBezTo>
                    <a:pt x="465" y="312"/>
                    <a:pt x="461" y="311"/>
                    <a:pt x="463" y="317"/>
                  </a:cubicBezTo>
                  <a:cubicBezTo>
                    <a:pt x="465" y="324"/>
                    <a:pt x="454" y="325"/>
                    <a:pt x="456" y="329"/>
                  </a:cubicBezTo>
                  <a:cubicBezTo>
                    <a:pt x="457" y="332"/>
                    <a:pt x="462" y="328"/>
                    <a:pt x="466" y="328"/>
                  </a:cubicBezTo>
                  <a:cubicBezTo>
                    <a:pt x="471" y="328"/>
                    <a:pt x="465" y="334"/>
                    <a:pt x="471" y="335"/>
                  </a:cubicBezTo>
                  <a:cubicBezTo>
                    <a:pt x="475" y="335"/>
                    <a:pt x="483" y="330"/>
                    <a:pt x="485" y="327"/>
                  </a:cubicBezTo>
                  <a:cubicBezTo>
                    <a:pt x="487" y="324"/>
                    <a:pt x="490" y="323"/>
                    <a:pt x="496" y="327"/>
                  </a:cubicBezTo>
                  <a:cubicBezTo>
                    <a:pt x="501" y="330"/>
                    <a:pt x="512" y="331"/>
                    <a:pt x="513" y="327"/>
                  </a:cubicBezTo>
                  <a:close/>
                  <a:moveTo>
                    <a:pt x="635" y="294"/>
                  </a:moveTo>
                  <a:cubicBezTo>
                    <a:pt x="639" y="295"/>
                    <a:pt x="640" y="300"/>
                    <a:pt x="647" y="306"/>
                  </a:cubicBezTo>
                  <a:cubicBezTo>
                    <a:pt x="654" y="312"/>
                    <a:pt x="655" y="308"/>
                    <a:pt x="656" y="304"/>
                  </a:cubicBezTo>
                  <a:cubicBezTo>
                    <a:pt x="657" y="300"/>
                    <a:pt x="665" y="303"/>
                    <a:pt x="665" y="299"/>
                  </a:cubicBezTo>
                  <a:cubicBezTo>
                    <a:pt x="664" y="295"/>
                    <a:pt x="671" y="290"/>
                    <a:pt x="676" y="288"/>
                  </a:cubicBezTo>
                  <a:cubicBezTo>
                    <a:pt x="680" y="286"/>
                    <a:pt x="672" y="282"/>
                    <a:pt x="666" y="282"/>
                  </a:cubicBezTo>
                  <a:cubicBezTo>
                    <a:pt x="660" y="283"/>
                    <a:pt x="659" y="278"/>
                    <a:pt x="659" y="276"/>
                  </a:cubicBezTo>
                  <a:cubicBezTo>
                    <a:pt x="659" y="273"/>
                    <a:pt x="648" y="267"/>
                    <a:pt x="644" y="268"/>
                  </a:cubicBezTo>
                  <a:cubicBezTo>
                    <a:pt x="640" y="269"/>
                    <a:pt x="634" y="263"/>
                    <a:pt x="629" y="263"/>
                  </a:cubicBezTo>
                  <a:cubicBezTo>
                    <a:pt x="624" y="262"/>
                    <a:pt x="617" y="259"/>
                    <a:pt x="618" y="253"/>
                  </a:cubicBezTo>
                  <a:cubicBezTo>
                    <a:pt x="618" y="248"/>
                    <a:pt x="627" y="255"/>
                    <a:pt x="629" y="251"/>
                  </a:cubicBezTo>
                  <a:cubicBezTo>
                    <a:pt x="631" y="247"/>
                    <a:pt x="620" y="249"/>
                    <a:pt x="620" y="246"/>
                  </a:cubicBezTo>
                  <a:cubicBezTo>
                    <a:pt x="619" y="243"/>
                    <a:pt x="622" y="244"/>
                    <a:pt x="624" y="242"/>
                  </a:cubicBezTo>
                  <a:cubicBezTo>
                    <a:pt x="627" y="240"/>
                    <a:pt x="623" y="237"/>
                    <a:pt x="620" y="235"/>
                  </a:cubicBezTo>
                  <a:cubicBezTo>
                    <a:pt x="617" y="234"/>
                    <a:pt x="617" y="238"/>
                    <a:pt x="614" y="238"/>
                  </a:cubicBezTo>
                  <a:cubicBezTo>
                    <a:pt x="611" y="238"/>
                    <a:pt x="614" y="234"/>
                    <a:pt x="615" y="231"/>
                  </a:cubicBezTo>
                  <a:cubicBezTo>
                    <a:pt x="617" y="229"/>
                    <a:pt x="607" y="226"/>
                    <a:pt x="602" y="227"/>
                  </a:cubicBezTo>
                  <a:cubicBezTo>
                    <a:pt x="598" y="229"/>
                    <a:pt x="596" y="226"/>
                    <a:pt x="596" y="223"/>
                  </a:cubicBezTo>
                  <a:cubicBezTo>
                    <a:pt x="596" y="220"/>
                    <a:pt x="589" y="223"/>
                    <a:pt x="586" y="225"/>
                  </a:cubicBezTo>
                  <a:cubicBezTo>
                    <a:pt x="583" y="228"/>
                    <a:pt x="579" y="223"/>
                    <a:pt x="583" y="223"/>
                  </a:cubicBezTo>
                  <a:cubicBezTo>
                    <a:pt x="586" y="222"/>
                    <a:pt x="591" y="219"/>
                    <a:pt x="590" y="216"/>
                  </a:cubicBezTo>
                  <a:cubicBezTo>
                    <a:pt x="589" y="213"/>
                    <a:pt x="579" y="212"/>
                    <a:pt x="577" y="217"/>
                  </a:cubicBezTo>
                  <a:cubicBezTo>
                    <a:pt x="575" y="221"/>
                    <a:pt x="567" y="212"/>
                    <a:pt x="567" y="209"/>
                  </a:cubicBezTo>
                  <a:cubicBezTo>
                    <a:pt x="567" y="205"/>
                    <a:pt x="555" y="208"/>
                    <a:pt x="557" y="203"/>
                  </a:cubicBezTo>
                  <a:cubicBezTo>
                    <a:pt x="558" y="197"/>
                    <a:pt x="543" y="196"/>
                    <a:pt x="539" y="196"/>
                  </a:cubicBezTo>
                  <a:cubicBezTo>
                    <a:pt x="535" y="196"/>
                    <a:pt x="529" y="199"/>
                    <a:pt x="530" y="203"/>
                  </a:cubicBezTo>
                  <a:cubicBezTo>
                    <a:pt x="530" y="206"/>
                    <a:pt x="525" y="205"/>
                    <a:pt x="524" y="201"/>
                  </a:cubicBezTo>
                  <a:cubicBezTo>
                    <a:pt x="524" y="197"/>
                    <a:pt x="513" y="205"/>
                    <a:pt x="510" y="205"/>
                  </a:cubicBezTo>
                  <a:cubicBezTo>
                    <a:pt x="508" y="205"/>
                    <a:pt x="512" y="194"/>
                    <a:pt x="511" y="191"/>
                  </a:cubicBezTo>
                  <a:cubicBezTo>
                    <a:pt x="509" y="188"/>
                    <a:pt x="507" y="187"/>
                    <a:pt x="505" y="181"/>
                  </a:cubicBezTo>
                  <a:cubicBezTo>
                    <a:pt x="503" y="175"/>
                    <a:pt x="491" y="178"/>
                    <a:pt x="488" y="181"/>
                  </a:cubicBezTo>
                  <a:cubicBezTo>
                    <a:pt x="485" y="184"/>
                    <a:pt x="476" y="183"/>
                    <a:pt x="471" y="188"/>
                  </a:cubicBezTo>
                  <a:cubicBezTo>
                    <a:pt x="465" y="193"/>
                    <a:pt x="471" y="199"/>
                    <a:pt x="473" y="200"/>
                  </a:cubicBezTo>
                  <a:cubicBezTo>
                    <a:pt x="475" y="202"/>
                    <a:pt x="465" y="205"/>
                    <a:pt x="469" y="208"/>
                  </a:cubicBezTo>
                  <a:cubicBezTo>
                    <a:pt x="472" y="211"/>
                    <a:pt x="477" y="210"/>
                    <a:pt x="478" y="215"/>
                  </a:cubicBezTo>
                  <a:cubicBezTo>
                    <a:pt x="478" y="219"/>
                    <a:pt x="465" y="213"/>
                    <a:pt x="463" y="209"/>
                  </a:cubicBezTo>
                  <a:cubicBezTo>
                    <a:pt x="462" y="205"/>
                    <a:pt x="464" y="201"/>
                    <a:pt x="462" y="198"/>
                  </a:cubicBezTo>
                  <a:cubicBezTo>
                    <a:pt x="459" y="195"/>
                    <a:pt x="461" y="191"/>
                    <a:pt x="466" y="186"/>
                  </a:cubicBezTo>
                  <a:cubicBezTo>
                    <a:pt x="471" y="181"/>
                    <a:pt x="475" y="182"/>
                    <a:pt x="475" y="179"/>
                  </a:cubicBezTo>
                  <a:cubicBezTo>
                    <a:pt x="475" y="176"/>
                    <a:pt x="454" y="176"/>
                    <a:pt x="441" y="187"/>
                  </a:cubicBezTo>
                  <a:cubicBezTo>
                    <a:pt x="429" y="198"/>
                    <a:pt x="433" y="213"/>
                    <a:pt x="434" y="216"/>
                  </a:cubicBezTo>
                  <a:cubicBezTo>
                    <a:pt x="434" y="219"/>
                    <a:pt x="445" y="218"/>
                    <a:pt x="451" y="219"/>
                  </a:cubicBezTo>
                  <a:cubicBezTo>
                    <a:pt x="458" y="221"/>
                    <a:pt x="454" y="224"/>
                    <a:pt x="450" y="223"/>
                  </a:cubicBezTo>
                  <a:cubicBezTo>
                    <a:pt x="445" y="222"/>
                    <a:pt x="437" y="221"/>
                    <a:pt x="437" y="224"/>
                  </a:cubicBezTo>
                  <a:cubicBezTo>
                    <a:pt x="437" y="228"/>
                    <a:pt x="447" y="234"/>
                    <a:pt x="453" y="233"/>
                  </a:cubicBezTo>
                  <a:cubicBezTo>
                    <a:pt x="459" y="231"/>
                    <a:pt x="459" y="231"/>
                    <a:pt x="462" y="234"/>
                  </a:cubicBezTo>
                  <a:cubicBezTo>
                    <a:pt x="465" y="238"/>
                    <a:pt x="472" y="237"/>
                    <a:pt x="479" y="237"/>
                  </a:cubicBezTo>
                  <a:cubicBezTo>
                    <a:pt x="486" y="237"/>
                    <a:pt x="494" y="240"/>
                    <a:pt x="497" y="240"/>
                  </a:cubicBezTo>
                  <a:cubicBezTo>
                    <a:pt x="501" y="241"/>
                    <a:pt x="505" y="239"/>
                    <a:pt x="506" y="237"/>
                  </a:cubicBezTo>
                  <a:cubicBezTo>
                    <a:pt x="507" y="235"/>
                    <a:pt x="521" y="240"/>
                    <a:pt x="525" y="239"/>
                  </a:cubicBezTo>
                  <a:cubicBezTo>
                    <a:pt x="529" y="239"/>
                    <a:pt x="527" y="235"/>
                    <a:pt x="524" y="234"/>
                  </a:cubicBezTo>
                  <a:cubicBezTo>
                    <a:pt x="521" y="233"/>
                    <a:pt x="522" y="228"/>
                    <a:pt x="526" y="230"/>
                  </a:cubicBezTo>
                  <a:cubicBezTo>
                    <a:pt x="529" y="232"/>
                    <a:pt x="535" y="233"/>
                    <a:pt x="536" y="236"/>
                  </a:cubicBezTo>
                  <a:cubicBezTo>
                    <a:pt x="537" y="239"/>
                    <a:pt x="540" y="238"/>
                    <a:pt x="540" y="240"/>
                  </a:cubicBezTo>
                  <a:cubicBezTo>
                    <a:pt x="541" y="243"/>
                    <a:pt x="553" y="246"/>
                    <a:pt x="553" y="249"/>
                  </a:cubicBezTo>
                  <a:cubicBezTo>
                    <a:pt x="553" y="252"/>
                    <a:pt x="541" y="253"/>
                    <a:pt x="545" y="256"/>
                  </a:cubicBezTo>
                  <a:cubicBezTo>
                    <a:pt x="548" y="259"/>
                    <a:pt x="553" y="253"/>
                    <a:pt x="558" y="252"/>
                  </a:cubicBezTo>
                  <a:cubicBezTo>
                    <a:pt x="562" y="252"/>
                    <a:pt x="562" y="262"/>
                    <a:pt x="566" y="261"/>
                  </a:cubicBezTo>
                  <a:cubicBezTo>
                    <a:pt x="570" y="259"/>
                    <a:pt x="574" y="262"/>
                    <a:pt x="578" y="269"/>
                  </a:cubicBezTo>
                  <a:cubicBezTo>
                    <a:pt x="583" y="275"/>
                    <a:pt x="578" y="281"/>
                    <a:pt x="578" y="283"/>
                  </a:cubicBezTo>
                  <a:cubicBezTo>
                    <a:pt x="579" y="286"/>
                    <a:pt x="587" y="285"/>
                    <a:pt x="592" y="282"/>
                  </a:cubicBezTo>
                  <a:cubicBezTo>
                    <a:pt x="597" y="280"/>
                    <a:pt x="602" y="285"/>
                    <a:pt x="605" y="289"/>
                  </a:cubicBezTo>
                  <a:cubicBezTo>
                    <a:pt x="609" y="292"/>
                    <a:pt x="592" y="298"/>
                    <a:pt x="593" y="295"/>
                  </a:cubicBezTo>
                  <a:cubicBezTo>
                    <a:pt x="595" y="292"/>
                    <a:pt x="583" y="283"/>
                    <a:pt x="572" y="287"/>
                  </a:cubicBezTo>
                  <a:cubicBezTo>
                    <a:pt x="561" y="291"/>
                    <a:pt x="568" y="297"/>
                    <a:pt x="569" y="301"/>
                  </a:cubicBezTo>
                  <a:cubicBezTo>
                    <a:pt x="571" y="305"/>
                    <a:pt x="560" y="308"/>
                    <a:pt x="550" y="305"/>
                  </a:cubicBezTo>
                  <a:cubicBezTo>
                    <a:pt x="540" y="302"/>
                    <a:pt x="543" y="307"/>
                    <a:pt x="539" y="307"/>
                  </a:cubicBezTo>
                  <a:cubicBezTo>
                    <a:pt x="534" y="307"/>
                    <a:pt x="530" y="314"/>
                    <a:pt x="534" y="318"/>
                  </a:cubicBezTo>
                  <a:cubicBezTo>
                    <a:pt x="537" y="322"/>
                    <a:pt x="546" y="318"/>
                    <a:pt x="552" y="318"/>
                  </a:cubicBezTo>
                  <a:cubicBezTo>
                    <a:pt x="559" y="319"/>
                    <a:pt x="560" y="321"/>
                    <a:pt x="561" y="317"/>
                  </a:cubicBezTo>
                  <a:cubicBezTo>
                    <a:pt x="561" y="313"/>
                    <a:pt x="568" y="315"/>
                    <a:pt x="573" y="316"/>
                  </a:cubicBezTo>
                  <a:cubicBezTo>
                    <a:pt x="578" y="317"/>
                    <a:pt x="577" y="324"/>
                    <a:pt x="583" y="325"/>
                  </a:cubicBezTo>
                  <a:cubicBezTo>
                    <a:pt x="589" y="326"/>
                    <a:pt x="584" y="332"/>
                    <a:pt x="588" y="336"/>
                  </a:cubicBezTo>
                  <a:cubicBezTo>
                    <a:pt x="592" y="340"/>
                    <a:pt x="603" y="337"/>
                    <a:pt x="608" y="342"/>
                  </a:cubicBezTo>
                  <a:cubicBezTo>
                    <a:pt x="612" y="346"/>
                    <a:pt x="631" y="355"/>
                    <a:pt x="634" y="352"/>
                  </a:cubicBezTo>
                  <a:cubicBezTo>
                    <a:pt x="637" y="348"/>
                    <a:pt x="618" y="331"/>
                    <a:pt x="612" y="330"/>
                  </a:cubicBezTo>
                  <a:cubicBezTo>
                    <a:pt x="606" y="328"/>
                    <a:pt x="618" y="326"/>
                    <a:pt x="625" y="332"/>
                  </a:cubicBezTo>
                  <a:cubicBezTo>
                    <a:pt x="632" y="337"/>
                    <a:pt x="642" y="340"/>
                    <a:pt x="648" y="333"/>
                  </a:cubicBezTo>
                  <a:cubicBezTo>
                    <a:pt x="653" y="327"/>
                    <a:pt x="643" y="329"/>
                    <a:pt x="643" y="324"/>
                  </a:cubicBezTo>
                  <a:cubicBezTo>
                    <a:pt x="643" y="319"/>
                    <a:pt x="640" y="312"/>
                    <a:pt x="634" y="312"/>
                  </a:cubicBezTo>
                  <a:cubicBezTo>
                    <a:pt x="629" y="312"/>
                    <a:pt x="616" y="302"/>
                    <a:pt x="621" y="299"/>
                  </a:cubicBezTo>
                  <a:cubicBezTo>
                    <a:pt x="626" y="297"/>
                    <a:pt x="619" y="294"/>
                    <a:pt x="623" y="290"/>
                  </a:cubicBezTo>
                  <a:cubicBezTo>
                    <a:pt x="627" y="286"/>
                    <a:pt x="630" y="294"/>
                    <a:pt x="635" y="294"/>
                  </a:cubicBezTo>
                  <a:close/>
                  <a:moveTo>
                    <a:pt x="556" y="276"/>
                  </a:moveTo>
                  <a:cubicBezTo>
                    <a:pt x="561" y="276"/>
                    <a:pt x="560" y="269"/>
                    <a:pt x="557" y="265"/>
                  </a:cubicBezTo>
                  <a:cubicBezTo>
                    <a:pt x="555" y="262"/>
                    <a:pt x="550" y="262"/>
                    <a:pt x="546" y="262"/>
                  </a:cubicBezTo>
                  <a:cubicBezTo>
                    <a:pt x="542" y="263"/>
                    <a:pt x="535" y="269"/>
                    <a:pt x="539" y="276"/>
                  </a:cubicBezTo>
                  <a:cubicBezTo>
                    <a:pt x="543" y="282"/>
                    <a:pt x="552" y="277"/>
                    <a:pt x="556" y="276"/>
                  </a:cubicBezTo>
                  <a:close/>
                  <a:moveTo>
                    <a:pt x="509" y="179"/>
                  </a:moveTo>
                  <a:cubicBezTo>
                    <a:pt x="507" y="184"/>
                    <a:pt x="514" y="184"/>
                    <a:pt x="515" y="190"/>
                  </a:cubicBezTo>
                  <a:cubicBezTo>
                    <a:pt x="515" y="195"/>
                    <a:pt x="522" y="197"/>
                    <a:pt x="527" y="194"/>
                  </a:cubicBezTo>
                  <a:cubicBezTo>
                    <a:pt x="533" y="190"/>
                    <a:pt x="547" y="195"/>
                    <a:pt x="547" y="190"/>
                  </a:cubicBezTo>
                  <a:cubicBezTo>
                    <a:pt x="547" y="186"/>
                    <a:pt x="532" y="179"/>
                    <a:pt x="526" y="180"/>
                  </a:cubicBezTo>
                  <a:cubicBezTo>
                    <a:pt x="521" y="181"/>
                    <a:pt x="512" y="174"/>
                    <a:pt x="509" y="179"/>
                  </a:cubicBezTo>
                  <a:close/>
                  <a:moveTo>
                    <a:pt x="649" y="497"/>
                  </a:moveTo>
                  <a:cubicBezTo>
                    <a:pt x="650" y="500"/>
                    <a:pt x="672" y="509"/>
                    <a:pt x="673" y="505"/>
                  </a:cubicBezTo>
                  <a:cubicBezTo>
                    <a:pt x="673" y="501"/>
                    <a:pt x="649" y="494"/>
                    <a:pt x="649" y="497"/>
                  </a:cubicBezTo>
                  <a:close/>
                  <a:moveTo>
                    <a:pt x="744" y="519"/>
                  </a:moveTo>
                  <a:cubicBezTo>
                    <a:pt x="743" y="522"/>
                    <a:pt x="740" y="517"/>
                    <a:pt x="744" y="515"/>
                  </a:cubicBezTo>
                  <a:cubicBezTo>
                    <a:pt x="747" y="512"/>
                    <a:pt x="743" y="511"/>
                    <a:pt x="740" y="513"/>
                  </a:cubicBezTo>
                  <a:cubicBezTo>
                    <a:pt x="737" y="514"/>
                    <a:pt x="738" y="506"/>
                    <a:pt x="741" y="505"/>
                  </a:cubicBezTo>
                  <a:cubicBezTo>
                    <a:pt x="743" y="503"/>
                    <a:pt x="734" y="500"/>
                    <a:pt x="734" y="503"/>
                  </a:cubicBezTo>
                  <a:cubicBezTo>
                    <a:pt x="734" y="506"/>
                    <a:pt x="727" y="504"/>
                    <a:pt x="726" y="501"/>
                  </a:cubicBezTo>
                  <a:cubicBezTo>
                    <a:pt x="726" y="499"/>
                    <a:pt x="721" y="498"/>
                    <a:pt x="723" y="496"/>
                  </a:cubicBezTo>
                  <a:cubicBezTo>
                    <a:pt x="724" y="495"/>
                    <a:pt x="717" y="494"/>
                    <a:pt x="716" y="497"/>
                  </a:cubicBezTo>
                  <a:cubicBezTo>
                    <a:pt x="716" y="500"/>
                    <a:pt x="713" y="495"/>
                    <a:pt x="717" y="491"/>
                  </a:cubicBezTo>
                  <a:cubicBezTo>
                    <a:pt x="721" y="487"/>
                    <a:pt x="719" y="483"/>
                    <a:pt x="723" y="481"/>
                  </a:cubicBezTo>
                  <a:cubicBezTo>
                    <a:pt x="726" y="479"/>
                    <a:pt x="723" y="477"/>
                    <a:pt x="719" y="478"/>
                  </a:cubicBezTo>
                  <a:cubicBezTo>
                    <a:pt x="715" y="480"/>
                    <a:pt x="705" y="494"/>
                    <a:pt x="705" y="497"/>
                  </a:cubicBezTo>
                  <a:cubicBezTo>
                    <a:pt x="705" y="501"/>
                    <a:pt x="705" y="506"/>
                    <a:pt x="702" y="505"/>
                  </a:cubicBezTo>
                  <a:cubicBezTo>
                    <a:pt x="698" y="505"/>
                    <a:pt x="694" y="508"/>
                    <a:pt x="697" y="510"/>
                  </a:cubicBezTo>
                  <a:cubicBezTo>
                    <a:pt x="700" y="512"/>
                    <a:pt x="690" y="518"/>
                    <a:pt x="694" y="520"/>
                  </a:cubicBezTo>
                  <a:cubicBezTo>
                    <a:pt x="698" y="522"/>
                    <a:pt x="703" y="520"/>
                    <a:pt x="707" y="520"/>
                  </a:cubicBezTo>
                  <a:cubicBezTo>
                    <a:pt x="712" y="521"/>
                    <a:pt x="716" y="521"/>
                    <a:pt x="719" y="518"/>
                  </a:cubicBezTo>
                  <a:cubicBezTo>
                    <a:pt x="723" y="516"/>
                    <a:pt x="723" y="521"/>
                    <a:pt x="727" y="520"/>
                  </a:cubicBezTo>
                  <a:cubicBezTo>
                    <a:pt x="731" y="520"/>
                    <a:pt x="725" y="523"/>
                    <a:pt x="725" y="526"/>
                  </a:cubicBezTo>
                  <a:cubicBezTo>
                    <a:pt x="725" y="529"/>
                    <a:pt x="729" y="525"/>
                    <a:pt x="732" y="523"/>
                  </a:cubicBezTo>
                  <a:cubicBezTo>
                    <a:pt x="735" y="522"/>
                    <a:pt x="739" y="523"/>
                    <a:pt x="737" y="526"/>
                  </a:cubicBezTo>
                  <a:cubicBezTo>
                    <a:pt x="736" y="528"/>
                    <a:pt x="746" y="531"/>
                    <a:pt x="748" y="527"/>
                  </a:cubicBezTo>
                  <a:cubicBezTo>
                    <a:pt x="750" y="523"/>
                    <a:pt x="746" y="517"/>
                    <a:pt x="744" y="519"/>
                  </a:cubicBezTo>
                  <a:close/>
                  <a:moveTo>
                    <a:pt x="69" y="451"/>
                  </a:moveTo>
                  <a:cubicBezTo>
                    <a:pt x="62" y="454"/>
                    <a:pt x="79" y="471"/>
                    <a:pt x="82" y="469"/>
                  </a:cubicBezTo>
                  <a:cubicBezTo>
                    <a:pt x="84" y="468"/>
                    <a:pt x="78" y="460"/>
                    <a:pt x="78" y="456"/>
                  </a:cubicBezTo>
                  <a:cubicBezTo>
                    <a:pt x="78" y="452"/>
                    <a:pt x="76" y="447"/>
                    <a:pt x="69" y="451"/>
                  </a:cubicBezTo>
                  <a:close/>
                  <a:moveTo>
                    <a:pt x="685" y="536"/>
                  </a:moveTo>
                  <a:cubicBezTo>
                    <a:pt x="682" y="536"/>
                    <a:pt x="684" y="532"/>
                    <a:pt x="684" y="530"/>
                  </a:cubicBezTo>
                  <a:cubicBezTo>
                    <a:pt x="685" y="528"/>
                    <a:pt x="679" y="531"/>
                    <a:pt x="679" y="533"/>
                  </a:cubicBezTo>
                  <a:cubicBezTo>
                    <a:pt x="678" y="536"/>
                    <a:pt x="674" y="537"/>
                    <a:pt x="674" y="538"/>
                  </a:cubicBezTo>
                  <a:cubicBezTo>
                    <a:pt x="674" y="543"/>
                    <a:pt x="674" y="540"/>
                    <a:pt x="671" y="542"/>
                  </a:cubicBezTo>
                  <a:cubicBezTo>
                    <a:pt x="668" y="543"/>
                    <a:pt x="656" y="542"/>
                    <a:pt x="656" y="539"/>
                  </a:cubicBezTo>
                  <a:cubicBezTo>
                    <a:pt x="655" y="537"/>
                    <a:pt x="647" y="535"/>
                    <a:pt x="647" y="532"/>
                  </a:cubicBezTo>
                  <a:cubicBezTo>
                    <a:pt x="646" y="528"/>
                    <a:pt x="642" y="527"/>
                    <a:pt x="645" y="523"/>
                  </a:cubicBezTo>
                  <a:cubicBezTo>
                    <a:pt x="649" y="519"/>
                    <a:pt x="645" y="517"/>
                    <a:pt x="642" y="520"/>
                  </a:cubicBezTo>
                  <a:cubicBezTo>
                    <a:pt x="639" y="523"/>
                    <a:pt x="637" y="519"/>
                    <a:pt x="641" y="517"/>
                  </a:cubicBezTo>
                  <a:cubicBezTo>
                    <a:pt x="645" y="515"/>
                    <a:pt x="653" y="514"/>
                    <a:pt x="649" y="506"/>
                  </a:cubicBezTo>
                  <a:cubicBezTo>
                    <a:pt x="645" y="499"/>
                    <a:pt x="619" y="508"/>
                    <a:pt x="613" y="512"/>
                  </a:cubicBezTo>
                  <a:cubicBezTo>
                    <a:pt x="606" y="516"/>
                    <a:pt x="598" y="528"/>
                    <a:pt x="595" y="528"/>
                  </a:cubicBezTo>
                  <a:cubicBezTo>
                    <a:pt x="591" y="528"/>
                    <a:pt x="601" y="521"/>
                    <a:pt x="602" y="519"/>
                  </a:cubicBezTo>
                  <a:cubicBezTo>
                    <a:pt x="604" y="517"/>
                    <a:pt x="602" y="514"/>
                    <a:pt x="604" y="515"/>
                  </a:cubicBezTo>
                  <a:cubicBezTo>
                    <a:pt x="606" y="516"/>
                    <a:pt x="612" y="507"/>
                    <a:pt x="616" y="504"/>
                  </a:cubicBezTo>
                  <a:cubicBezTo>
                    <a:pt x="620" y="501"/>
                    <a:pt x="624" y="504"/>
                    <a:pt x="624" y="501"/>
                  </a:cubicBezTo>
                  <a:cubicBezTo>
                    <a:pt x="625" y="499"/>
                    <a:pt x="627" y="497"/>
                    <a:pt x="631" y="494"/>
                  </a:cubicBezTo>
                  <a:cubicBezTo>
                    <a:pt x="634" y="491"/>
                    <a:pt x="679" y="491"/>
                    <a:pt x="683" y="491"/>
                  </a:cubicBezTo>
                  <a:cubicBezTo>
                    <a:pt x="688" y="492"/>
                    <a:pt x="696" y="486"/>
                    <a:pt x="698" y="482"/>
                  </a:cubicBezTo>
                  <a:cubicBezTo>
                    <a:pt x="701" y="478"/>
                    <a:pt x="704" y="478"/>
                    <a:pt x="710" y="479"/>
                  </a:cubicBezTo>
                  <a:cubicBezTo>
                    <a:pt x="716" y="479"/>
                    <a:pt x="719" y="474"/>
                    <a:pt x="722" y="472"/>
                  </a:cubicBezTo>
                  <a:cubicBezTo>
                    <a:pt x="725" y="470"/>
                    <a:pt x="724" y="469"/>
                    <a:pt x="721" y="468"/>
                  </a:cubicBezTo>
                  <a:cubicBezTo>
                    <a:pt x="718" y="467"/>
                    <a:pt x="716" y="466"/>
                    <a:pt x="718" y="466"/>
                  </a:cubicBezTo>
                  <a:cubicBezTo>
                    <a:pt x="721" y="465"/>
                    <a:pt x="722" y="464"/>
                    <a:pt x="724" y="461"/>
                  </a:cubicBezTo>
                  <a:cubicBezTo>
                    <a:pt x="725" y="457"/>
                    <a:pt x="723" y="459"/>
                    <a:pt x="719" y="454"/>
                  </a:cubicBezTo>
                  <a:cubicBezTo>
                    <a:pt x="716" y="449"/>
                    <a:pt x="714" y="456"/>
                    <a:pt x="710" y="455"/>
                  </a:cubicBezTo>
                  <a:cubicBezTo>
                    <a:pt x="707" y="455"/>
                    <a:pt x="713" y="450"/>
                    <a:pt x="710" y="448"/>
                  </a:cubicBezTo>
                  <a:cubicBezTo>
                    <a:pt x="707" y="447"/>
                    <a:pt x="701" y="448"/>
                    <a:pt x="696" y="452"/>
                  </a:cubicBezTo>
                  <a:cubicBezTo>
                    <a:pt x="692" y="455"/>
                    <a:pt x="692" y="451"/>
                    <a:pt x="688" y="455"/>
                  </a:cubicBezTo>
                  <a:cubicBezTo>
                    <a:pt x="685" y="459"/>
                    <a:pt x="685" y="453"/>
                    <a:pt x="686" y="452"/>
                  </a:cubicBezTo>
                  <a:cubicBezTo>
                    <a:pt x="688" y="450"/>
                    <a:pt x="690" y="452"/>
                    <a:pt x="691" y="450"/>
                  </a:cubicBezTo>
                  <a:cubicBezTo>
                    <a:pt x="693" y="447"/>
                    <a:pt x="695" y="450"/>
                    <a:pt x="699" y="447"/>
                  </a:cubicBezTo>
                  <a:cubicBezTo>
                    <a:pt x="703" y="444"/>
                    <a:pt x="707" y="445"/>
                    <a:pt x="708" y="443"/>
                  </a:cubicBezTo>
                  <a:cubicBezTo>
                    <a:pt x="710" y="441"/>
                    <a:pt x="706" y="439"/>
                    <a:pt x="702" y="439"/>
                  </a:cubicBezTo>
                  <a:cubicBezTo>
                    <a:pt x="698" y="440"/>
                    <a:pt x="695" y="434"/>
                    <a:pt x="693" y="436"/>
                  </a:cubicBezTo>
                  <a:cubicBezTo>
                    <a:pt x="690" y="438"/>
                    <a:pt x="690" y="433"/>
                    <a:pt x="688" y="435"/>
                  </a:cubicBezTo>
                  <a:cubicBezTo>
                    <a:pt x="685" y="437"/>
                    <a:pt x="683" y="434"/>
                    <a:pt x="682" y="431"/>
                  </a:cubicBezTo>
                  <a:cubicBezTo>
                    <a:pt x="680" y="427"/>
                    <a:pt x="672" y="421"/>
                    <a:pt x="667" y="420"/>
                  </a:cubicBezTo>
                  <a:cubicBezTo>
                    <a:pt x="662" y="418"/>
                    <a:pt x="666" y="416"/>
                    <a:pt x="668" y="418"/>
                  </a:cubicBezTo>
                  <a:cubicBezTo>
                    <a:pt x="671" y="419"/>
                    <a:pt x="674" y="416"/>
                    <a:pt x="675" y="414"/>
                  </a:cubicBezTo>
                  <a:cubicBezTo>
                    <a:pt x="676" y="412"/>
                    <a:pt x="673" y="410"/>
                    <a:pt x="672" y="410"/>
                  </a:cubicBezTo>
                  <a:cubicBezTo>
                    <a:pt x="670" y="410"/>
                    <a:pt x="670" y="408"/>
                    <a:pt x="671" y="406"/>
                  </a:cubicBezTo>
                  <a:cubicBezTo>
                    <a:pt x="671" y="404"/>
                    <a:pt x="665" y="401"/>
                    <a:pt x="665" y="399"/>
                  </a:cubicBezTo>
                  <a:cubicBezTo>
                    <a:pt x="665" y="398"/>
                    <a:pt x="662" y="396"/>
                    <a:pt x="662" y="395"/>
                  </a:cubicBezTo>
                  <a:cubicBezTo>
                    <a:pt x="662" y="393"/>
                    <a:pt x="659" y="391"/>
                    <a:pt x="659" y="388"/>
                  </a:cubicBezTo>
                  <a:cubicBezTo>
                    <a:pt x="659" y="386"/>
                    <a:pt x="653" y="382"/>
                    <a:pt x="653" y="379"/>
                  </a:cubicBezTo>
                  <a:cubicBezTo>
                    <a:pt x="653" y="376"/>
                    <a:pt x="650" y="374"/>
                    <a:pt x="649" y="371"/>
                  </a:cubicBezTo>
                  <a:cubicBezTo>
                    <a:pt x="648" y="368"/>
                    <a:pt x="646" y="370"/>
                    <a:pt x="645" y="374"/>
                  </a:cubicBezTo>
                  <a:cubicBezTo>
                    <a:pt x="644" y="379"/>
                    <a:pt x="640" y="378"/>
                    <a:pt x="641" y="380"/>
                  </a:cubicBezTo>
                  <a:cubicBezTo>
                    <a:pt x="643" y="383"/>
                    <a:pt x="642" y="383"/>
                    <a:pt x="640" y="385"/>
                  </a:cubicBezTo>
                  <a:cubicBezTo>
                    <a:pt x="638" y="387"/>
                    <a:pt x="641" y="390"/>
                    <a:pt x="638" y="390"/>
                  </a:cubicBezTo>
                  <a:cubicBezTo>
                    <a:pt x="635" y="390"/>
                    <a:pt x="637" y="395"/>
                    <a:pt x="635" y="393"/>
                  </a:cubicBezTo>
                  <a:cubicBezTo>
                    <a:pt x="634" y="390"/>
                    <a:pt x="630" y="391"/>
                    <a:pt x="630" y="394"/>
                  </a:cubicBezTo>
                  <a:cubicBezTo>
                    <a:pt x="630" y="396"/>
                    <a:pt x="624" y="399"/>
                    <a:pt x="622" y="398"/>
                  </a:cubicBezTo>
                  <a:cubicBezTo>
                    <a:pt x="619" y="398"/>
                    <a:pt x="619" y="393"/>
                    <a:pt x="617" y="395"/>
                  </a:cubicBezTo>
                  <a:cubicBezTo>
                    <a:pt x="615" y="396"/>
                    <a:pt x="616" y="390"/>
                    <a:pt x="612" y="391"/>
                  </a:cubicBezTo>
                  <a:cubicBezTo>
                    <a:pt x="609" y="391"/>
                    <a:pt x="607" y="390"/>
                    <a:pt x="608" y="388"/>
                  </a:cubicBezTo>
                  <a:cubicBezTo>
                    <a:pt x="609" y="385"/>
                    <a:pt x="603" y="383"/>
                    <a:pt x="605" y="382"/>
                  </a:cubicBezTo>
                  <a:cubicBezTo>
                    <a:pt x="607" y="380"/>
                    <a:pt x="604" y="377"/>
                    <a:pt x="604" y="372"/>
                  </a:cubicBezTo>
                  <a:cubicBezTo>
                    <a:pt x="603" y="367"/>
                    <a:pt x="606" y="367"/>
                    <a:pt x="606" y="365"/>
                  </a:cubicBezTo>
                  <a:cubicBezTo>
                    <a:pt x="606" y="363"/>
                    <a:pt x="604" y="363"/>
                    <a:pt x="602" y="365"/>
                  </a:cubicBezTo>
                  <a:cubicBezTo>
                    <a:pt x="600" y="366"/>
                    <a:pt x="600" y="363"/>
                    <a:pt x="597" y="363"/>
                  </a:cubicBezTo>
                  <a:cubicBezTo>
                    <a:pt x="595" y="363"/>
                    <a:pt x="588" y="363"/>
                    <a:pt x="587" y="359"/>
                  </a:cubicBezTo>
                  <a:cubicBezTo>
                    <a:pt x="587" y="356"/>
                    <a:pt x="584" y="358"/>
                    <a:pt x="583" y="354"/>
                  </a:cubicBezTo>
                  <a:cubicBezTo>
                    <a:pt x="582" y="351"/>
                    <a:pt x="579" y="354"/>
                    <a:pt x="579" y="352"/>
                  </a:cubicBezTo>
                  <a:cubicBezTo>
                    <a:pt x="579" y="349"/>
                    <a:pt x="578" y="348"/>
                    <a:pt x="576" y="348"/>
                  </a:cubicBezTo>
                  <a:cubicBezTo>
                    <a:pt x="573" y="348"/>
                    <a:pt x="573" y="346"/>
                    <a:pt x="570" y="345"/>
                  </a:cubicBezTo>
                  <a:cubicBezTo>
                    <a:pt x="567" y="345"/>
                    <a:pt x="563" y="347"/>
                    <a:pt x="561" y="348"/>
                  </a:cubicBezTo>
                  <a:cubicBezTo>
                    <a:pt x="560" y="349"/>
                    <a:pt x="555" y="345"/>
                    <a:pt x="554" y="347"/>
                  </a:cubicBezTo>
                  <a:cubicBezTo>
                    <a:pt x="552" y="348"/>
                    <a:pt x="552" y="346"/>
                    <a:pt x="547" y="344"/>
                  </a:cubicBezTo>
                  <a:cubicBezTo>
                    <a:pt x="542" y="343"/>
                    <a:pt x="536" y="343"/>
                    <a:pt x="536" y="344"/>
                  </a:cubicBezTo>
                  <a:cubicBezTo>
                    <a:pt x="535" y="346"/>
                    <a:pt x="532" y="347"/>
                    <a:pt x="532" y="351"/>
                  </a:cubicBezTo>
                  <a:cubicBezTo>
                    <a:pt x="533" y="354"/>
                    <a:pt x="537" y="354"/>
                    <a:pt x="538" y="356"/>
                  </a:cubicBezTo>
                  <a:cubicBezTo>
                    <a:pt x="539" y="359"/>
                    <a:pt x="536" y="358"/>
                    <a:pt x="536" y="360"/>
                  </a:cubicBezTo>
                  <a:cubicBezTo>
                    <a:pt x="535" y="363"/>
                    <a:pt x="533" y="363"/>
                    <a:pt x="533" y="364"/>
                  </a:cubicBezTo>
                  <a:cubicBezTo>
                    <a:pt x="533" y="366"/>
                    <a:pt x="535" y="366"/>
                    <a:pt x="536" y="369"/>
                  </a:cubicBezTo>
                  <a:cubicBezTo>
                    <a:pt x="536" y="372"/>
                    <a:pt x="538" y="372"/>
                    <a:pt x="539" y="377"/>
                  </a:cubicBezTo>
                  <a:cubicBezTo>
                    <a:pt x="539" y="381"/>
                    <a:pt x="537" y="380"/>
                    <a:pt x="536" y="381"/>
                  </a:cubicBezTo>
                  <a:cubicBezTo>
                    <a:pt x="534" y="381"/>
                    <a:pt x="536" y="384"/>
                    <a:pt x="533" y="387"/>
                  </a:cubicBezTo>
                  <a:cubicBezTo>
                    <a:pt x="530" y="390"/>
                    <a:pt x="528" y="393"/>
                    <a:pt x="530" y="395"/>
                  </a:cubicBezTo>
                  <a:cubicBezTo>
                    <a:pt x="532" y="396"/>
                    <a:pt x="540" y="400"/>
                    <a:pt x="543" y="405"/>
                  </a:cubicBezTo>
                  <a:cubicBezTo>
                    <a:pt x="546" y="410"/>
                    <a:pt x="546" y="418"/>
                    <a:pt x="545" y="423"/>
                  </a:cubicBezTo>
                  <a:cubicBezTo>
                    <a:pt x="544" y="429"/>
                    <a:pt x="538" y="430"/>
                    <a:pt x="533" y="435"/>
                  </a:cubicBezTo>
                  <a:cubicBezTo>
                    <a:pt x="528" y="440"/>
                    <a:pt x="523" y="439"/>
                    <a:pt x="521" y="439"/>
                  </a:cubicBezTo>
                  <a:cubicBezTo>
                    <a:pt x="519" y="439"/>
                    <a:pt x="520" y="444"/>
                    <a:pt x="523" y="447"/>
                  </a:cubicBezTo>
                  <a:cubicBezTo>
                    <a:pt x="527" y="451"/>
                    <a:pt x="524" y="452"/>
                    <a:pt x="526" y="456"/>
                  </a:cubicBezTo>
                  <a:cubicBezTo>
                    <a:pt x="527" y="460"/>
                    <a:pt x="526" y="463"/>
                    <a:pt x="528" y="466"/>
                  </a:cubicBezTo>
                  <a:cubicBezTo>
                    <a:pt x="530" y="469"/>
                    <a:pt x="529" y="471"/>
                    <a:pt x="526" y="473"/>
                  </a:cubicBezTo>
                  <a:cubicBezTo>
                    <a:pt x="523" y="475"/>
                    <a:pt x="527" y="474"/>
                    <a:pt x="527" y="477"/>
                  </a:cubicBezTo>
                  <a:cubicBezTo>
                    <a:pt x="528" y="481"/>
                    <a:pt x="526" y="479"/>
                    <a:pt x="524" y="477"/>
                  </a:cubicBezTo>
                  <a:cubicBezTo>
                    <a:pt x="521" y="475"/>
                    <a:pt x="519" y="480"/>
                    <a:pt x="519" y="482"/>
                  </a:cubicBezTo>
                  <a:cubicBezTo>
                    <a:pt x="519" y="484"/>
                    <a:pt x="513" y="479"/>
                    <a:pt x="512" y="480"/>
                  </a:cubicBezTo>
                  <a:cubicBezTo>
                    <a:pt x="511" y="480"/>
                    <a:pt x="512" y="476"/>
                    <a:pt x="509" y="474"/>
                  </a:cubicBezTo>
                  <a:cubicBezTo>
                    <a:pt x="506" y="471"/>
                    <a:pt x="503" y="471"/>
                    <a:pt x="503" y="468"/>
                  </a:cubicBezTo>
                  <a:cubicBezTo>
                    <a:pt x="503" y="465"/>
                    <a:pt x="497" y="464"/>
                    <a:pt x="497" y="461"/>
                  </a:cubicBezTo>
                  <a:cubicBezTo>
                    <a:pt x="497" y="458"/>
                    <a:pt x="498" y="450"/>
                    <a:pt x="497" y="448"/>
                  </a:cubicBezTo>
                  <a:cubicBezTo>
                    <a:pt x="495" y="445"/>
                    <a:pt x="496" y="443"/>
                    <a:pt x="498" y="441"/>
                  </a:cubicBezTo>
                  <a:cubicBezTo>
                    <a:pt x="499" y="439"/>
                    <a:pt x="496" y="436"/>
                    <a:pt x="493" y="436"/>
                  </a:cubicBezTo>
                  <a:cubicBezTo>
                    <a:pt x="490" y="436"/>
                    <a:pt x="485" y="435"/>
                    <a:pt x="480" y="435"/>
                  </a:cubicBezTo>
                  <a:cubicBezTo>
                    <a:pt x="476" y="435"/>
                    <a:pt x="473" y="435"/>
                    <a:pt x="471" y="433"/>
                  </a:cubicBezTo>
                  <a:cubicBezTo>
                    <a:pt x="470" y="432"/>
                    <a:pt x="466" y="429"/>
                    <a:pt x="460" y="428"/>
                  </a:cubicBezTo>
                  <a:cubicBezTo>
                    <a:pt x="454" y="426"/>
                    <a:pt x="451" y="423"/>
                    <a:pt x="451" y="422"/>
                  </a:cubicBezTo>
                  <a:cubicBezTo>
                    <a:pt x="450" y="420"/>
                    <a:pt x="445" y="419"/>
                    <a:pt x="443" y="417"/>
                  </a:cubicBezTo>
                  <a:cubicBezTo>
                    <a:pt x="442" y="415"/>
                    <a:pt x="436" y="414"/>
                    <a:pt x="434" y="415"/>
                  </a:cubicBezTo>
                  <a:cubicBezTo>
                    <a:pt x="432" y="415"/>
                    <a:pt x="426" y="410"/>
                    <a:pt x="423" y="410"/>
                  </a:cubicBezTo>
                  <a:cubicBezTo>
                    <a:pt x="420" y="410"/>
                    <a:pt x="412" y="414"/>
                    <a:pt x="410" y="414"/>
                  </a:cubicBezTo>
                  <a:cubicBezTo>
                    <a:pt x="409" y="414"/>
                    <a:pt x="411" y="411"/>
                    <a:pt x="412" y="410"/>
                  </a:cubicBezTo>
                  <a:cubicBezTo>
                    <a:pt x="412" y="408"/>
                    <a:pt x="409" y="403"/>
                    <a:pt x="408" y="399"/>
                  </a:cubicBezTo>
                  <a:cubicBezTo>
                    <a:pt x="407" y="395"/>
                    <a:pt x="406" y="391"/>
                    <a:pt x="402" y="392"/>
                  </a:cubicBezTo>
                  <a:cubicBezTo>
                    <a:pt x="398" y="392"/>
                    <a:pt x="393" y="390"/>
                    <a:pt x="392" y="390"/>
                  </a:cubicBezTo>
                  <a:cubicBezTo>
                    <a:pt x="391" y="389"/>
                    <a:pt x="391" y="378"/>
                    <a:pt x="392" y="374"/>
                  </a:cubicBezTo>
                  <a:cubicBezTo>
                    <a:pt x="393" y="369"/>
                    <a:pt x="398" y="363"/>
                    <a:pt x="398" y="360"/>
                  </a:cubicBezTo>
                  <a:cubicBezTo>
                    <a:pt x="398" y="357"/>
                    <a:pt x="401" y="356"/>
                    <a:pt x="404" y="355"/>
                  </a:cubicBezTo>
                  <a:cubicBezTo>
                    <a:pt x="406" y="354"/>
                    <a:pt x="404" y="349"/>
                    <a:pt x="407" y="348"/>
                  </a:cubicBezTo>
                  <a:cubicBezTo>
                    <a:pt x="410" y="348"/>
                    <a:pt x="410" y="347"/>
                    <a:pt x="411" y="345"/>
                  </a:cubicBezTo>
                  <a:cubicBezTo>
                    <a:pt x="411" y="342"/>
                    <a:pt x="415" y="344"/>
                    <a:pt x="413" y="342"/>
                  </a:cubicBezTo>
                  <a:cubicBezTo>
                    <a:pt x="411" y="340"/>
                    <a:pt x="412" y="340"/>
                    <a:pt x="417" y="340"/>
                  </a:cubicBezTo>
                  <a:cubicBezTo>
                    <a:pt x="421" y="340"/>
                    <a:pt x="427" y="338"/>
                    <a:pt x="426" y="334"/>
                  </a:cubicBezTo>
                  <a:cubicBezTo>
                    <a:pt x="425" y="329"/>
                    <a:pt x="414" y="333"/>
                    <a:pt x="414" y="329"/>
                  </a:cubicBezTo>
                  <a:cubicBezTo>
                    <a:pt x="414" y="326"/>
                    <a:pt x="400" y="325"/>
                    <a:pt x="401" y="323"/>
                  </a:cubicBezTo>
                  <a:cubicBezTo>
                    <a:pt x="402" y="321"/>
                    <a:pt x="415" y="325"/>
                    <a:pt x="420" y="327"/>
                  </a:cubicBezTo>
                  <a:cubicBezTo>
                    <a:pt x="425" y="329"/>
                    <a:pt x="426" y="328"/>
                    <a:pt x="430" y="328"/>
                  </a:cubicBezTo>
                  <a:cubicBezTo>
                    <a:pt x="434" y="328"/>
                    <a:pt x="431" y="323"/>
                    <a:pt x="432" y="321"/>
                  </a:cubicBezTo>
                  <a:cubicBezTo>
                    <a:pt x="433" y="319"/>
                    <a:pt x="440" y="324"/>
                    <a:pt x="445" y="323"/>
                  </a:cubicBezTo>
                  <a:cubicBezTo>
                    <a:pt x="449" y="322"/>
                    <a:pt x="453" y="313"/>
                    <a:pt x="457" y="311"/>
                  </a:cubicBezTo>
                  <a:cubicBezTo>
                    <a:pt x="460" y="308"/>
                    <a:pt x="457" y="306"/>
                    <a:pt x="450" y="307"/>
                  </a:cubicBezTo>
                  <a:cubicBezTo>
                    <a:pt x="443" y="307"/>
                    <a:pt x="439" y="304"/>
                    <a:pt x="435" y="302"/>
                  </a:cubicBezTo>
                  <a:cubicBezTo>
                    <a:pt x="432" y="299"/>
                    <a:pt x="432" y="297"/>
                    <a:pt x="436" y="297"/>
                  </a:cubicBezTo>
                  <a:cubicBezTo>
                    <a:pt x="440" y="297"/>
                    <a:pt x="449" y="305"/>
                    <a:pt x="453" y="305"/>
                  </a:cubicBezTo>
                  <a:cubicBezTo>
                    <a:pt x="456" y="305"/>
                    <a:pt x="463" y="298"/>
                    <a:pt x="465" y="296"/>
                  </a:cubicBezTo>
                  <a:cubicBezTo>
                    <a:pt x="468" y="294"/>
                    <a:pt x="463" y="293"/>
                    <a:pt x="461" y="291"/>
                  </a:cubicBezTo>
                  <a:cubicBezTo>
                    <a:pt x="459" y="290"/>
                    <a:pt x="464" y="288"/>
                    <a:pt x="467" y="288"/>
                  </a:cubicBezTo>
                  <a:cubicBezTo>
                    <a:pt x="470" y="288"/>
                    <a:pt x="471" y="291"/>
                    <a:pt x="473" y="292"/>
                  </a:cubicBezTo>
                  <a:cubicBezTo>
                    <a:pt x="474" y="294"/>
                    <a:pt x="479" y="291"/>
                    <a:pt x="482" y="291"/>
                  </a:cubicBezTo>
                  <a:cubicBezTo>
                    <a:pt x="484" y="291"/>
                    <a:pt x="481" y="287"/>
                    <a:pt x="477" y="285"/>
                  </a:cubicBezTo>
                  <a:cubicBezTo>
                    <a:pt x="473" y="284"/>
                    <a:pt x="477" y="281"/>
                    <a:pt x="478" y="283"/>
                  </a:cubicBezTo>
                  <a:cubicBezTo>
                    <a:pt x="480" y="286"/>
                    <a:pt x="483" y="285"/>
                    <a:pt x="484" y="288"/>
                  </a:cubicBezTo>
                  <a:cubicBezTo>
                    <a:pt x="486" y="293"/>
                    <a:pt x="488" y="290"/>
                    <a:pt x="491" y="288"/>
                  </a:cubicBezTo>
                  <a:cubicBezTo>
                    <a:pt x="495" y="287"/>
                    <a:pt x="497" y="285"/>
                    <a:pt x="499" y="283"/>
                  </a:cubicBezTo>
                  <a:cubicBezTo>
                    <a:pt x="501" y="280"/>
                    <a:pt x="502" y="283"/>
                    <a:pt x="504" y="279"/>
                  </a:cubicBezTo>
                  <a:cubicBezTo>
                    <a:pt x="506" y="276"/>
                    <a:pt x="503" y="273"/>
                    <a:pt x="500" y="270"/>
                  </a:cubicBezTo>
                  <a:cubicBezTo>
                    <a:pt x="497" y="268"/>
                    <a:pt x="500" y="266"/>
                    <a:pt x="497" y="264"/>
                  </a:cubicBezTo>
                  <a:cubicBezTo>
                    <a:pt x="494" y="263"/>
                    <a:pt x="494" y="260"/>
                    <a:pt x="497" y="261"/>
                  </a:cubicBezTo>
                  <a:cubicBezTo>
                    <a:pt x="501" y="261"/>
                    <a:pt x="504" y="260"/>
                    <a:pt x="506" y="258"/>
                  </a:cubicBezTo>
                  <a:cubicBezTo>
                    <a:pt x="507" y="255"/>
                    <a:pt x="500" y="255"/>
                    <a:pt x="503" y="253"/>
                  </a:cubicBezTo>
                  <a:cubicBezTo>
                    <a:pt x="507" y="251"/>
                    <a:pt x="504" y="249"/>
                    <a:pt x="501" y="249"/>
                  </a:cubicBezTo>
                  <a:cubicBezTo>
                    <a:pt x="497" y="249"/>
                    <a:pt x="494" y="247"/>
                    <a:pt x="494" y="245"/>
                  </a:cubicBezTo>
                  <a:cubicBezTo>
                    <a:pt x="494" y="242"/>
                    <a:pt x="488" y="244"/>
                    <a:pt x="485" y="242"/>
                  </a:cubicBezTo>
                  <a:cubicBezTo>
                    <a:pt x="481" y="240"/>
                    <a:pt x="473" y="241"/>
                    <a:pt x="471" y="241"/>
                  </a:cubicBezTo>
                  <a:cubicBezTo>
                    <a:pt x="470" y="241"/>
                    <a:pt x="469" y="249"/>
                    <a:pt x="472" y="249"/>
                  </a:cubicBezTo>
                  <a:cubicBezTo>
                    <a:pt x="475" y="249"/>
                    <a:pt x="477" y="252"/>
                    <a:pt x="475" y="253"/>
                  </a:cubicBezTo>
                  <a:cubicBezTo>
                    <a:pt x="472" y="254"/>
                    <a:pt x="475" y="257"/>
                    <a:pt x="473" y="257"/>
                  </a:cubicBezTo>
                  <a:cubicBezTo>
                    <a:pt x="471" y="256"/>
                    <a:pt x="468" y="256"/>
                    <a:pt x="468" y="260"/>
                  </a:cubicBezTo>
                  <a:cubicBezTo>
                    <a:pt x="467" y="265"/>
                    <a:pt x="467" y="267"/>
                    <a:pt x="464" y="269"/>
                  </a:cubicBezTo>
                  <a:cubicBezTo>
                    <a:pt x="461" y="270"/>
                    <a:pt x="463" y="263"/>
                    <a:pt x="460" y="264"/>
                  </a:cubicBezTo>
                  <a:cubicBezTo>
                    <a:pt x="457" y="264"/>
                    <a:pt x="457" y="270"/>
                    <a:pt x="459" y="270"/>
                  </a:cubicBezTo>
                  <a:cubicBezTo>
                    <a:pt x="461" y="271"/>
                    <a:pt x="462" y="273"/>
                    <a:pt x="462" y="275"/>
                  </a:cubicBezTo>
                  <a:cubicBezTo>
                    <a:pt x="463" y="278"/>
                    <a:pt x="458" y="276"/>
                    <a:pt x="456" y="279"/>
                  </a:cubicBezTo>
                  <a:cubicBezTo>
                    <a:pt x="454" y="283"/>
                    <a:pt x="454" y="278"/>
                    <a:pt x="451" y="276"/>
                  </a:cubicBezTo>
                  <a:cubicBezTo>
                    <a:pt x="449" y="273"/>
                    <a:pt x="446" y="270"/>
                    <a:pt x="446" y="267"/>
                  </a:cubicBezTo>
                  <a:cubicBezTo>
                    <a:pt x="446" y="264"/>
                    <a:pt x="447" y="264"/>
                    <a:pt x="449" y="263"/>
                  </a:cubicBezTo>
                  <a:cubicBezTo>
                    <a:pt x="451" y="263"/>
                    <a:pt x="449" y="261"/>
                    <a:pt x="449" y="258"/>
                  </a:cubicBezTo>
                  <a:cubicBezTo>
                    <a:pt x="449" y="254"/>
                    <a:pt x="447" y="255"/>
                    <a:pt x="444" y="252"/>
                  </a:cubicBezTo>
                  <a:cubicBezTo>
                    <a:pt x="441" y="248"/>
                    <a:pt x="437" y="248"/>
                    <a:pt x="436" y="250"/>
                  </a:cubicBezTo>
                  <a:cubicBezTo>
                    <a:pt x="434" y="252"/>
                    <a:pt x="435" y="255"/>
                    <a:pt x="433" y="256"/>
                  </a:cubicBezTo>
                  <a:cubicBezTo>
                    <a:pt x="430" y="257"/>
                    <a:pt x="431" y="262"/>
                    <a:pt x="429" y="263"/>
                  </a:cubicBezTo>
                  <a:cubicBezTo>
                    <a:pt x="427" y="263"/>
                    <a:pt x="428" y="253"/>
                    <a:pt x="426" y="253"/>
                  </a:cubicBezTo>
                  <a:cubicBezTo>
                    <a:pt x="424" y="252"/>
                    <a:pt x="424" y="249"/>
                    <a:pt x="427" y="249"/>
                  </a:cubicBezTo>
                  <a:cubicBezTo>
                    <a:pt x="430" y="249"/>
                    <a:pt x="432" y="246"/>
                    <a:pt x="429" y="246"/>
                  </a:cubicBezTo>
                  <a:cubicBezTo>
                    <a:pt x="427" y="246"/>
                    <a:pt x="423" y="243"/>
                    <a:pt x="421" y="242"/>
                  </a:cubicBezTo>
                  <a:cubicBezTo>
                    <a:pt x="419" y="242"/>
                    <a:pt x="416" y="245"/>
                    <a:pt x="415" y="244"/>
                  </a:cubicBezTo>
                  <a:cubicBezTo>
                    <a:pt x="413" y="242"/>
                    <a:pt x="415" y="239"/>
                    <a:pt x="415" y="237"/>
                  </a:cubicBezTo>
                  <a:cubicBezTo>
                    <a:pt x="415" y="235"/>
                    <a:pt x="418" y="238"/>
                    <a:pt x="420" y="235"/>
                  </a:cubicBezTo>
                  <a:cubicBezTo>
                    <a:pt x="422" y="232"/>
                    <a:pt x="415" y="232"/>
                    <a:pt x="415" y="230"/>
                  </a:cubicBezTo>
                  <a:cubicBezTo>
                    <a:pt x="415" y="227"/>
                    <a:pt x="409" y="226"/>
                    <a:pt x="407" y="225"/>
                  </a:cubicBezTo>
                  <a:cubicBezTo>
                    <a:pt x="405" y="224"/>
                    <a:pt x="408" y="219"/>
                    <a:pt x="407" y="218"/>
                  </a:cubicBezTo>
                  <a:cubicBezTo>
                    <a:pt x="406" y="216"/>
                    <a:pt x="400" y="210"/>
                    <a:pt x="397" y="210"/>
                  </a:cubicBezTo>
                  <a:cubicBezTo>
                    <a:pt x="394" y="211"/>
                    <a:pt x="393" y="206"/>
                    <a:pt x="395" y="206"/>
                  </a:cubicBezTo>
                  <a:cubicBezTo>
                    <a:pt x="396" y="207"/>
                    <a:pt x="398" y="205"/>
                    <a:pt x="401" y="202"/>
                  </a:cubicBezTo>
                  <a:cubicBezTo>
                    <a:pt x="404" y="198"/>
                    <a:pt x="404" y="197"/>
                    <a:pt x="402" y="197"/>
                  </a:cubicBezTo>
                  <a:cubicBezTo>
                    <a:pt x="400" y="196"/>
                    <a:pt x="399" y="194"/>
                    <a:pt x="403" y="194"/>
                  </a:cubicBezTo>
                  <a:cubicBezTo>
                    <a:pt x="406" y="194"/>
                    <a:pt x="413" y="197"/>
                    <a:pt x="416" y="195"/>
                  </a:cubicBezTo>
                  <a:cubicBezTo>
                    <a:pt x="418" y="193"/>
                    <a:pt x="425" y="182"/>
                    <a:pt x="428" y="178"/>
                  </a:cubicBezTo>
                  <a:cubicBezTo>
                    <a:pt x="431" y="174"/>
                    <a:pt x="426" y="174"/>
                    <a:pt x="419" y="174"/>
                  </a:cubicBezTo>
                  <a:cubicBezTo>
                    <a:pt x="412" y="175"/>
                    <a:pt x="411" y="172"/>
                    <a:pt x="405" y="172"/>
                  </a:cubicBezTo>
                  <a:cubicBezTo>
                    <a:pt x="400" y="171"/>
                    <a:pt x="389" y="173"/>
                    <a:pt x="388" y="174"/>
                  </a:cubicBezTo>
                  <a:cubicBezTo>
                    <a:pt x="386" y="176"/>
                    <a:pt x="390" y="177"/>
                    <a:pt x="390" y="179"/>
                  </a:cubicBezTo>
                  <a:cubicBezTo>
                    <a:pt x="389" y="181"/>
                    <a:pt x="386" y="178"/>
                    <a:pt x="384" y="179"/>
                  </a:cubicBezTo>
                  <a:cubicBezTo>
                    <a:pt x="383" y="180"/>
                    <a:pt x="385" y="182"/>
                    <a:pt x="384" y="188"/>
                  </a:cubicBezTo>
                  <a:cubicBezTo>
                    <a:pt x="384" y="195"/>
                    <a:pt x="386" y="195"/>
                    <a:pt x="388" y="198"/>
                  </a:cubicBezTo>
                  <a:cubicBezTo>
                    <a:pt x="389" y="200"/>
                    <a:pt x="389" y="203"/>
                    <a:pt x="389" y="208"/>
                  </a:cubicBezTo>
                  <a:cubicBezTo>
                    <a:pt x="389" y="212"/>
                    <a:pt x="385" y="211"/>
                    <a:pt x="384" y="212"/>
                  </a:cubicBezTo>
                  <a:cubicBezTo>
                    <a:pt x="383" y="213"/>
                    <a:pt x="387" y="215"/>
                    <a:pt x="387" y="217"/>
                  </a:cubicBezTo>
                  <a:cubicBezTo>
                    <a:pt x="386" y="220"/>
                    <a:pt x="382" y="216"/>
                    <a:pt x="380" y="217"/>
                  </a:cubicBezTo>
                  <a:cubicBezTo>
                    <a:pt x="377" y="217"/>
                    <a:pt x="375" y="224"/>
                    <a:pt x="378" y="226"/>
                  </a:cubicBezTo>
                  <a:cubicBezTo>
                    <a:pt x="380" y="228"/>
                    <a:pt x="381" y="228"/>
                    <a:pt x="379" y="230"/>
                  </a:cubicBezTo>
                  <a:cubicBezTo>
                    <a:pt x="378" y="232"/>
                    <a:pt x="375" y="236"/>
                    <a:pt x="380" y="239"/>
                  </a:cubicBezTo>
                  <a:cubicBezTo>
                    <a:pt x="384" y="243"/>
                    <a:pt x="393" y="243"/>
                    <a:pt x="397" y="245"/>
                  </a:cubicBezTo>
                  <a:cubicBezTo>
                    <a:pt x="401" y="248"/>
                    <a:pt x="395" y="247"/>
                    <a:pt x="397" y="250"/>
                  </a:cubicBezTo>
                  <a:cubicBezTo>
                    <a:pt x="398" y="253"/>
                    <a:pt x="394" y="254"/>
                    <a:pt x="394" y="256"/>
                  </a:cubicBezTo>
                  <a:cubicBezTo>
                    <a:pt x="394" y="259"/>
                    <a:pt x="396" y="258"/>
                    <a:pt x="398" y="253"/>
                  </a:cubicBezTo>
                  <a:cubicBezTo>
                    <a:pt x="401" y="249"/>
                    <a:pt x="402" y="255"/>
                    <a:pt x="402" y="258"/>
                  </a:cubicBezTo>
                  <a:cubicBezTo>
                    <a:pt x="402" y="262"/>
                    <a:pt x="399" y="260"/>
                    <a:pt x="396" y="263"/>
                  </a:cubicBezTo>
                  <a:cubicBezTo>
                    <a:pt x="394" y="267"/>
                    <a:pt x="392" y="267"/>
                    <a:pt x="388" y="267"/>
                  </a:cubicBezTo>
                  <a:cubicBezTo>
                    <a:pt x="384" y="266"/>
                    <a:pt x="387" y="272"/>
                    <a:pt x="388" y="275"/>
                  </a:cubicBezTo>
                  <a:cubicBezTo>
                    <a:pt x="389" y="278"/>
                    <a:pt x="388" y="279"/>
                    <a:pt x="384" y="278"/>
                  </a:cubicBezTo>
                  <a:cubicBezTo>
                    <a:pt x="379" y="277"/>
                    <a:pt x="377" y="274"/>
                    <a:pt x="379" y="271"/>
                  </a:cubicBezTo>
                  <a:cubicBezTo>
                    <a:pt x="381" y="268"/>
                    <a:pt x="383" y="264"/>
                    <a:pt x="380" y="264"/>
                  </a:cubicBezTo>
                  <a:cubicBezTo>
                    <a:pt x="378" y="265"/>
                    <a:pt x="372" y="264"/>
                    <a:pt x="370" y="262"/>
                  </a:cubicBezTo>
                  <a:cubicBezTo>
                    <a:pt x="369" y="259"/>
                    <a:pt x="372" y="260"/>
                    <a:pt x="377" y="261"/>
                  </a:cubicBezTo>
                  <a:cubicBezTo>
                    <a:pt x="382" y="261"/>
                    <a:pt x="377" y="257"/>
                    <a:pt x="381" y="257"/>
                  </a:cubicBezTo>
                  <a:cubicBezTo>
                    <a:pt x="385" y="257"/>
                    <a:pt x="388" y="259"/>
                    <a:pt x="391" y="257"/>
                  </a:cubicBezTo>
                  <a:cubicBezTo>
                    <a:pt x="394" y="254"/>
                    <a:pt x="389" y="248"/>
                    <a:pt x="386" y="249"/>
                  </a:cubicBezTo>
                  <a:cubicBezTo>
                    <a:pt x="384" y="250"/>
                    <a:pt x="379" y="251"/>
                    <a:pt x="379" y="249"/>
                  </a:cubicBezTo>
                  <a:cubicBezTo>
                    <a:pt x="379" y="246"/>
                    <a:pt x="384" y="248"/>
                    <a:pt x="386" y="247"/>
                  </a:cubicBezTo>
                  <a:cubicBezTo>
                    <a:pt x="389" y="247"/>
                    <a:pt x="385" y="244"/>
                    <a:pt x="381" y="245"/>
                  </a:cubicBezTo>
                  <a:cubicBezTo>
                    <a:pt x="378" y="245"/>
                    <a:pt x="375" y="246"/>
                    <a:pt x="372" y="242"/>
                  </a:cubicBezTo>
                  <a:cubicBezTo>
                    <a:pt x="369" y="239"/>
                    <a:pt x="364" y="237"/>
                    <a:pt x="362" y="245"/>
                  </a:cubicBezTo>
                  <a:cubicBezTo>
                    <a:pt x="361" y="252"/>
                    <a:pt x="356" y="248"/>
                    <a:pt x="354" y="250"/>
                  </a:cubicBezTo>
                  <a:cubicBezTo>
                    <a:pt x="352" y="253"/>
                    <a:pt x="356" y="255"/>
                    <a:pt x="361" y="255"/>
                  </a:cubicBezTo>
                  <a:cubicBezTo>
                    <a:pt x="366" y="255"/>
                    <a:pt x="370" y="260"/>
                    <a:pt x="367" y="260"/>
                  </a:cubicBezTo>
                  <a:cubicBezTo>
                    <a:pt x="365" y="260"/>
                    <a:pt x="366" y="263"/>
                    <a:pt x="364" y="262"/>
                  </a:cubicBezTo>
                  <a:cubicBezTo>
                    <a:pt x="361" y="261"/>
                    <a:pt x="358" y="262"/>
                    <a:pt x="360" y="264"/>
                  </a:cubicBezTo>
                  <a:cubicBezTo>
                    <a:pt x="362" y="266"/>
                    <a:pt x="359" y="267"/>
                    <a:pt x="360" y="270"/>
                  </a:cubicBezTo>
                  <a:cubicBezTo>
                    <a:pt x="360" y="272"/>
                    <a:pt x="356" y="270"/>
                    <a:pt x="352" y="269"/>
                  </a:cubicBezTo>
                  <a:cubicBezTo>
                    <a:pt x="348" y="269"/>
                    <a:pt x="341" y="270"/>
                    <a:pt x="335" y="271"/>
                  </a:cubicBezTo>
                  <a:cubicBezTo>
                    <a:pt x="330" y="273"/>
                    <a:pt x="324" y="271"/>
                    <a:pt x="322" y="268"/>
                  </a:cubicBezTo>
                  <a:cubicBezTo>
                    <a:pt x="320" y="266"/>
                    <a:pt x="317" y="266"/>
                    <a:pt x="313" y="266"/>
                  </a:cubicBezTo>
                  <a:cubicBezTo>
                    <a:pt x="309" y="266"/>
                    <a:pt x="311" y="263"/>
                    <a:pt x="306" y="262"/>
                  </a:cubicBezTo>
                  <a:cubicBezTo>
                    <a:pt x="301" y="262"/>
                    <a:pt x="302" y="258"/>
                    <a:pt x="301" y="256"/>
                  </a:cubicBezTo>
                  <a:cubicBezTo>
                    <a:pt x="301" y="253"/>
                    <a:pt x="291" y="254"/>
                    <a:pt x="288" y="256"/>
                  </a:cubicBezTo>
                  <a:cubicBezTo>
                    <a:pt x="284" y="259"/>
                    <a:pt x="277" y="258"/>
                    <a:pt x="275" y="262"/>
                  </a:cubicBezTo>
                  <a:cubicBezTo>
                    <a:pt x="273" y="266"/>
                    <a:pt x="277" y="265"/>
                    <a:pt x="279" y="265"/>
                  </a:cubicBezTo>
                  <a:cubicBezTo>
                    <a:pt x="282" y="265"/>
                    <a:pt x="282" y="262"/>
                    <a:pt x="287" y="263"/>
                  </a:cubicBezTo>
                  <a:cubicBezTo>
                    <a:pt x="292" y="263"/>
                    <a:pt x="296" y="257"/>
                    <a:pt x="298" y="259"/>
                  </a:cubicBezTo>
                  <a:cubicBezTo>
                    <a:pt x="300" y="262"/>
                    <a:pt x="289" y="266"/>
                    <a:pt x="284" y="267"/>
                  </a:cubicBezTo>
                  <a:cubicBezTo>
                    <a:pt x="279" y="267"/>
                    <a:pt x="280" y="271"/>
                    <a:pt x="285" y="278"/>
                  </a:cubicBezTo>
                  <a:cubicBezTo>
                    <a:pt x="290" y="285"/>
                    <a:pt x="283" y="281"/>
                    <a:pt x="283" y="285"/>
                  </a:cubicBezTo>
                  <a:cubicBezTo>
                    <a:pt x="283" y="288"/>
                    <a:pt x="274" y="284"/>
                    <a:pt x="278" y="282"/>
                  </a:cubicBezTo>
                  <a:cubicBezTo>
                    <a:pt x="281" y="281"/>
                    <a:pt x="280" y="278"/>
                    <a:pt x="277" y="276"/>
                  </a:cubicBezTo>
                  <a:cubicBezTo>
                    <a:pt x="274" y="273"/>
                    <a:pt x="272" y="276"/>
                    <a:pt x="273" y="273"/>
                  </a:cubicBezTo>
                  <a:cubicBezTo>
                    <a:pt x="273" y="271"/>
                    <a:pt x="270" y="273"/>
                    <a:pt x="267" y="271"/>
                  </a:cubicBezTo>
                  <a:cubicBezTo>
                    <a:pt x="264" y="269"/>
                    <a:pt x="263" y="267"/>
                    <a:pt x="260" y="269"/>
                  </a:cubicBezTo>
                  <a:cubicBezTo>
                    <a:pt x="256" y="271"/>
                    <a:pt x="252" y="271"/>
                    <a:pt x="244" y="272"/>
                  </a:cubicBezTo>
                  <a:cubicBezTo>
                    <a:pt x="236" y="273"/>
                    <a:pt x="222" y="273"/>
                    <a:pt x="219" y="270"/>
                  </a:cubicBezTo>
                  <a:cubicBezTo>
                    <a:pt x="217" y="268"/>
                    <a:pt x="226" y="263"/>
                    <a:pt x="229" y="264"/>
                  </a:cubicBezTo>
                  <a:cubicBezTo>
                    <a:pt x="231" y="264"/>
                    <a:pt x="230" y="261"/>
                    <a:pt x="226" y="257"/>
                  </a:cubicBezTo>
                  <a:cubicBezTo>
                    <a:pt x="221" y="254"/>
                    <a:pt x="212" y="252"/>
                    <a:pt x="212" y="254"/>
                  </a:cubicBezTo>
                  <a:cubicBezTo>
                    <a:pt x="212" y="256"/>
                    <a:pt x="207" y="254"/>
                    <a:pt x="200" y="253"/>
                  </a:cubicBezTo>
                  <a:cubicBezTo>
                    <a:pt x="193" y="252"/>
                    <a:pt x="192" y="249"/>
                    <a:pt x="187" y="249"/>
                  </a:cubicBezTo>
                  <a:cubicBezTo>
                    <a:pt x="183" y="249"/>
                    <a:pt x="176" y="247"/>
                    <a:pt x="171" y="243"/>
                  </a:cubicBezTo>
                  <a:cubicBezTo>
                    <a:pt x="166" y="239"/>
                    <a:pt x="153" y="240"/>
                    <a:pt x="152" y="244"/>
                  </a:cubicBezTo>
                  <a:cubicBezTo>
                    <a:pt x="150" y="248"/>
                    <a:pt x="146" y="248"/>
                    <a:pt x="142" y="248"/>
                  </a:cubicBezTo>
                  <a:cubicBezTo>
                    <a:pt x="138" y="248"/>
                    <a:pt x="144" y="243"/>
                    <a:pt x="142" y="242"/>
                  </a:cubicBezTo>
                  <a:cubicBezTo>
                    <a:pt x="141" y="241"/>
                    <a:pt x="143" y="236"/>
                    <a:pt x="140" y="236"/>
                  </a:cubicBezTo>
                  <a:cubicBezTo>
                    <a:pt x="137" y="235"/>
                    <a:pt x="134" y="248"/>
                    <a:pt x="128" y="248"/>
                  </a:cubicBezTo>
                  <a:cubicBezTo>
                    <a:pt x="123" y="247"/>
                    <a:pt x="120" y="234"/>
                    <a:pt x="116" y="231"/>
                  </a:cubicBezTo>
                  <a:cubicBezTo>
                    <a:pt x="111" y="228"/>
                    <a:pt x="107" y="227"/>
                    <a:pt x="111" y="232"/>
                  </a:cubicBezTo>
                  <a:cubicBezTo>
                    <a:pt x="114" y="237"/>
                    <a:pt x="107" y="234"/>
                    <a:pt x="108" y="237"/>
                  </a:cubicBezTo>
                  <a:cubicBezTo>
                    <a:pt x="108" y="241"/>
                    <a:pt x="101" y="245"/>
                    <a:pt x="101" y="243"/>
                  </a:cubicBezTo>
                  <a:cubicBezTo>
                    <a:pt x="102" y="241"/>
                    <a:pt x="98" y="239"/>
                    <a:pt x="93" y="244"/>
                  </a:cubicBezTo>
                  <a:cubicBezTo>
                    <a:pt x="89" y="249"/>
                    <a:pt x="86" y="248"/>
                    <a:pt x="85" y="247"/>
                  </a:cubicBezTo>
                  <a:cubicBezTo>
                    <a:pt x="85" y="245"/>
                    <a:pt x="72" y="251"/>
                    <a:pt x="72" y="254"/>
                  </a:cubicBezTo>
                  <a:cubicBezTo>
                    <a:pt x="73" y="256"/>
                    <a:pt x="70" y="258"/>
                    <a:pt x="66" y="257"/>
                  </a:cubicBezTo>
                  <a:cubicBezTo>
                    <a:pt x="63" y="257"/>
                    <a:pt x="66" y="254"/>
                    <a:pt x="69" y="253"/>
                  </a:cubicBezTo>
                  <a:cubicBezTo>
                    <a:pt x="72" y="251"/>
                    <a:pt x="80" y="244"/>
                    <a:pt x="85" y="243"/>
                  </a:cubicBezTo>
                  <a:cubicBezTo>
                    <a:pt x="89" y="243"/>
                    <a:pt x="98" y="239"/>
                    <a:pt x="98" y="237"/>
                  </a:cubicBezTo>
                  <a:cubicBezTo>
                    <a:pt x="98" y="235"/>
                    <a:pt x="94" y="237"/>
                    <a:pt x="91" y="236"/>
                  </a:cubicBezTo>
                  <a:cubicBezTo>
                    <a:pt x="88" y="236"/>
                    <a:pt x="83" y="239"/>
                    <a:pt x="77" y="241"/>
                  </a:cubicBezTo>
                  <a:cubicBezTo>
                    <a:pt x="72" y="243"/>
                    <a:pt x="67" y="243"/>
                    <a:pt x="68" y="246"/>
                  </a:cubicBezTo>
                  <a:cubicBezTo>
                    <a:pt x="70" y="249"/>
                    <a:pt x="63" y="245"/>
                    <a:pt x="62" y="247"/>
                  </a:cubicBezTo>
                  <a:cubicBezTo>
                    <a:pt x="61" y="249"/>
                    <a:pt x="58" y="247"/>
                    <a:pt x="60" y="246"/>
                  </a:cubicBezTo>
                  <a:cubicBezTo>
                    <a:pt x="62" y="245"/>
                    <a:pt x="56" y="243"/>
                    <a:pt x="56" y="244"/>
                  </a:cubicBezTo>
                  <a:cubicBezTo>
                    <a:pt x="56" y="245"/>
                    <a:pt x="55" y="247"/>
                    <a:pt x="50" y="247"/>
                  </a:cubicBezTo>
                  <a:cubicBezTo>
                    <a:pt x="46" y="247"/>
                    <a:pt x="41" y="250"/>
                    <a:pt x="44" y="253"/>
                  </a:cubicBezTo>
                  <a:cubicBezTo>
                    <a:pt x="47" y="255"/>
                    <a:pt x="49" y="256"/>
                    <a:pt x="48" y="257"/>
                  </a:cubicBezTo>
                  <a:cubicBezTo>
                    <a:pt x="46" y="259"/>
                    <a:pt x="41" y="253"/>
                    <a:pt x="35" y="254"/>
                  </a:cubicBezTo>
                  <a:cubicBezTo>
                    <a:pt x="28" y="255"/>
                    <a:pt x="15" y="247"/>
                    <a:pt x="15" y="245"/>
                  </a:cubicBezTo>
                  <a:cubicBezTo>
                    <a:pt x="15" y="243"/>
                    <a:pt x="6" y="244"/>
                    <a:pt x="0" y="244"/>
                  </a:cubicBezTo>
                  <a:cubicBezTo>
                    <a:pt x="0" y="373"/>
                    <a:pt x="0" y="373"/>
                    <a:pt x="0" y="373"/>
                  </a:cubicBezTo>
                  <a:cubicBezTo>
                    <a:pt x="0" y="373"/>
                    <a:pt x="3" y="375"/>
                    <a:pt x="4" y="374"/>
                  </a:cubicBezTo>
                  <a:cubicBezTo>
                    <a:pt x="5" y="372"/>
                    <a:pt x="8" y="374"/>
                    <a:pt x="12" y="372"/>
                  </a:cubicBezTo>
                  <a:cubicBezTo>
                    <a:pt x="16" y="370"/>
                    <a:pt x="18" y="374"/>
                    <a:pt x="18" y="376"/>
                  </a:cubicBezTo>
                  <a:cubicBezTo>
                    <a:pt x="18" y="378"/>
                    <a:pt x="24" y="382"/>
                    <a:pt x="26" y="385"/>
                  </a:cubicBezTo>
                  <a:cubicBezTo>
                    <a:pt x="29" y="388"/>
                    <a:pt x="30" y="391"/>
                    <a:pt x="33" y="389"/>
                  </a:cubicBezTo>
                  <a:cubicBezTo>
                    <a:pt x="35" y="387"/>
                    <a:pt x="40" y="386"/>
                    <a:pt x="40" y="383"/>
                  </a:cubicBezTo>
                  <a:cubicBezTo>
                    <a:pt x="40" y="380"/>
                    <a:pt x="52" y="379"/>
                    <a:pt x="52" y="384"/>
                  </a:cubicBezTo>
                  <a:cubicBezTo>
                    <a:pt x="52" y="388"/>
                    <a:pt x="63" y="393"/>
                    <a:pt x="70" y="404"/>
                  </a:cubicBezTo>
                  <a:cubicBezTo>
                    <a:pt x="76" y="416"/>
                    <a:pt x="75" y="418"/>
                    <a:pt x="85" y="422"/>
                  </a:cubicBezTo>
                  <a:cubicBezTo>
                    <a:pt x="94" y="426"/>
                    <a:pt x="94" y="428"/>
                    <a:pt x="93" y="431"/>
                  </a:cubicBezTo>
                  <a:cubicBezTo>
                    <a:pt x="92" y="434"/>
                    <a:pt x="99" y="436"/>
                    <a:pt x="95" y="439"/>
                  </a:cubicBezTo>
                  <a:cubicBezTo>
                    <a:pt x="93" y="440"/>
                    <a:pt x="91" y="441"/>
                    <a:pt x="89" y="443"/>
                  </a:cubicBezTo>
                  <a:cubicBezTo>
                    <a:pt x="89" y="444"/>
                    <a:pt x="91" y="445"/>
                    <a:pt x="92" y="447"/>
                  </a:cubicBezTo>
                  <a:cubicBezTo>
                    <a:pt x="95" y="449"/>
                    <a:pt x="88" y="449"/>
                    <a:pt x="90" y="450"/>
                  </a:cubicBezTo>
                  <a:cubicBezTo>
                    <a:pt x="92" y="452"/>
                    <a:pt x="90" y="455"/>
                    <a:pt x="92" y="457"/>
                  </a:cubicBezTo>
                  <a:cubicBezTo>
                    <a:pt x="94" y="459"/>
                    <a:pt x="97" y="458"/>
                    <a:pt x="99" y="456"/>
                  </a:cubicBezTo>
                  <a:cubicBezTo>
                    <a:pt x="101" y="455"/>
                    <a:pt x="103" y="458"/>
                    <a:pt x="101" y="461"/>
                  </a:cubicBezTo>
                  <a:cubicBezTo>
                    <a:pt x="99" y="464"/>
                    <a:pt x="103" y="466"/>
                    <a:pt x="104" y="464"/>
                  </a:cubicBezTo>
                  <a:cubicBezTo>
                    <a:pt x="106" y="462"/>
                    <a:pt x="110" y="467"/>
                    <a:pt x="111" y="468"/>
                  </a:cubicBezTo>
                  <a:cubicBezTo>
                    <a:pt x="113" y="469"/>
                    <a:pt x="115" y="472"/>
                    <a:pt x="112" y="472"/>
                  </a:cubicBezTo>
                  <a:cubicBezTo>
                    <a:pt x="109" y="472"/>
                    <a:pt x="109" y="477"/>
                    <a:pt x="111" y="477"/>
                  </a:cubicBezTo>
                  <a:cubicBezTo>
                    <a:pt x="114" y="477"/>
                    <a:pt x="113" y="480"/>
                    <a:pt x="113" y="482"/>
                  </a:cubicBezTo>
                  <a:cubicBezTo>
                    <a:pt x="113" y="483"/>
                    <a:pt x="120" y="486"/>
                    <a:pt x="122" y="485"/>
                  </a:cubicBezTo>
                  <a:cubicBezTo>
                    <a:pt x="125" y="484"/>
                    <a:pt x="127" y="486"/>
                    <a:pt x="128" y="489"/>
                  </a:cubicBezTo>
                  <a:cubicBezTo>
                    <a:pt x="129" y="491"/>
                    <a:pt x="134" y="492"/>
                    <a:pt x="135" y="491"/>
                  </a:cubicBezTo>
                  <a:cubicBezTo>
                    <a:pt x="137" y="489"/>
                    <a:pt x="138" y="493"/>
                    <a:pt x="139" y="496"/>
                  </a:cubicBezTo>
                  <a:cubicBezTo>
                    <a:pt x="139" y="498"/>
                    <a:pt x="143" y="497"/>
                    <a:pt x="145" y="497"/>
                  </a:cubicBezTo>
                  <a:cubicBezTo>
                    <a:pt x="147" y="497"/>
                    <a:pt x="148" y="500"/>
                    <a:pt x="150" y="499"/>
                  </a:cubicBezTo>
                  <a:cubicBezTo>
                    <a:pt x="153" y="498"/>
                    <a:pt x="154" y="504"/>
                    <a:pt x="156" y="507"/>
                  </a:cubicBezTo>
                  <a:cubicBezTo>
                    <a:pt x="388" y="506"/>
                    <a:pt x="388" y="506"/>
                    <a:pt x="388" y="506"/>
                  </a:cubicBezTo>
                  <a:cubicBezTo>
                    <a:pt x="388" y="506"/>
                    <a:pt x="389" y="500"/>
                    <a:pt x="391" y="502"/>
                  </a:cubicBezTo>
                  <a:cubicBezTo>
                    <a:pt x="394" y="504"/>
                    <a:pt x="392" y="507"/>
                    <a:pt x="395" y="509"/>
                  </a:cubicBezTo>
                  <a:cubicBezTo>
                    <a:pt x="398" y="510"/>
                    <a:pt x="400" y="512"/>
                    <a:pt x="402" y="511"/>
                  </a:cubicBezTo>
                  <a:cubicBezTo>
                    <a:pt x="404" y="510"/>
                    <a:pt x="407" y="508"/>
                    <a:pt x="410" y="511"/>
                  </a:cubicBezTo>
                  <a:cubicBezTo>
                    <a:pt x="413" y="515"/>
                    <a:pt x="415" y="512"/>
                    <a:pt x="417" y="514"/>
                  </a:cubicBezTo>
                  <a:cubicBezTo>
                    <a:pt x="419" y="516"/>
                    <a:pt x="422" y="518"/>
                    <a:pt x="424" y="515"/>
                  </a:cubicBezTo>
                  <a:cubicBezTo>
                    <a:pt x="426" y="513"/>
                    <a:pt x="433" y="516"/>
                    <a:pt x="436" y="517"/>
                  </a:cubicBezTo>
                  <a:cubicBezTo>
                    <a:pt x="440" y="514"/>
                    <a:pt x="443" y="507"/>
                    <a:pt x="447" y="507"/>
                  </a:cubicBezTo>
                  <a:cubicBezTo>
                    <a:pt x="452" y="507"/>
                    <a:pt x="464" y="508"/>
                    <a:pt x="465" y="514"/>
                  </a:cubicBezTo>
                  <a:cubicBezTo>
                    <a:pt x="466" y="520"/>
                    <a:pt x="473" y="515"/>
                    <a:pt x="474" y="520"/>
                  </a:cubicBezTo>
                  <a:cubicBezTo>
                    <a:pt x="475" y="526"/>
                    <a:pt x="479" y="530"/>
                    <a:pt x="479" y="532"/>
                  </a:cubicBezTo>
                  <a:cubicBezTo>
                    <a:pt x="480" y="533"/>
                    <a:pt x="482" y="534"/>
                    <a:pt x="483" y="536"/>
                  </a:cubicBezTo>
                  <a:cubicBezTo>
                    <a:pt x="486" y="535"/>
                    <a:pt x="492" y="536"/>
                    <a:pt x="496" y="537"/>
                  </a:cubicBezTo>
                  <a:cubicBezTo>
                    <a:pt x="502" y="539"/>
                    <a:pt x="509" y="535"/>
                    <a:pt x="512" y="541"/>
                  </a:cubicBezTo>
                  <a:cubicBezTo>
                    <a:pt x="515" y="548"/>
                    <a:pt x="521" y="553"/>
                    <a:pt x="515" y="553"/>
                  </a:cubicBezTo>
                  <a:cubicBezTo>
                    <a:pt x="510" y="553"/>
                    <a:pt x="504" y="547"/>
                    <a:pt x="504" y="550"/>
                  </a:cubicBezTo>
                  <a:cubicBezTo>
                    <a:pt x="505" y="554"/>
                    <a:pt x="502" y="552"/>
                    <a:pt x="502" y="558"/>
                  </a:cubicBezTo>
                  <a:cubicBezTo>
                    <a:pt x="502" y="563"/>
                    <a:pt x="498" y="571"/>
                    <a:pt x="496" y="571"/>
                  </a:cubicBezTo>
                  <a:cubicBezTo>
                    <a:pt x="495" y="571"/>
                    <a:pt x="495" y="571"/>
                    <a:pt x="495" y="571"/>
                  </a:cubicBezTo>
                  <a:cubicBezTo>
                    <a:pt x="495" y="573"/>
                    <a:pt x="495" y="576"/>
                    <a:pt x="497" y="577"/>
                  </a:cubicBezTo>
                  <a:cubicBezTo>
                    <a:pt x="500" y="575"/>
                    <a:pt x="504" y="572"/>
                    <a:pt x="507" y="572"/>
                  </a:cubicBezTo>
                  <a:cubicBezTo>
                    <a:pt x="513" y="572"/>
                    <a:pt x="514" y="576"/>
                    <a:pt x="518" y="573"/>
                  </a:cubicBezTo>
                  <a:cubicBezTo>
                    <a:pt x="522" y="571"/>
                    <a:pt x="522" y="569"/>
                    <a:pt x="523" y="571"/>
                  </a:cubicBezTo>
                  <a:cubicBezTo>
                    <a:pt x="523" y="572"/>
                    <a:pt x="523" y="572"/>
                    <a:pt x="523" y="572"/>
                  </a:cubicBezTo>
                  <a:cubicBezTo>
                    <a:pt x="524" y="571"/>
                    <a:pt x="525" y="571"/>
                    <a:pt x="526" y="570"/>
                  </a:cubicBezTo>
                  <a:cubicBezTo>
                    <a:pt x="526" y="569"/>
                    <a:pt x="525" y="568"/>
                    <a:pt x="525" y="567"/>
                  </a:cubicBezTo>
                  <a:cubicBezTo>
                    <a:pt x="521" y="567"/>
                    <a:pt x="520" y="568"/>
                    <a:pt x="519" y="565"/>
                  </a:cubicBezTo>
                  <a:cubicBezTo>
                    <a:pt x="518" y="561"/>
                    <a:pt x="530" y="557"/>
                    <a:pt x="536" y="558"/>
                  </a:cubicBezTo>
                  <a:cubicBezTo>
                    <a:pt x="542" y="559"/>
                    <a:pt x="546" y="555"/>
                    <a:pt x="548" y="557"/>
                  </a:cubicBezTo>
                  <a:cubicBezTo>
                    <a:pt x="551" y="554"/>
                    <a:pt x="558" y="549"/>
                    <a:pt x="559" y="549"/>
                  </a:cubicBezTo>
                  <a:cubicBezTo>
                    <a:pt x="561" y="549"/>
                    <a:pt x="588" y="549"/>
                    <a:pt x="588" y="549"/>
                  </a:cubicBezTo>
                  <a:cubicBezTo>
                    <a:pt x="588" y="549"/>
                    <a:pt x="597" y="543"/>
                    <a:pt x="599" y="538"/>
                  </a:cubicBezTo>
                  <a:cubicBezTo>
                    <a:pt x="600" y="532"/>
                    <a:pt x="606" y="520"/>
                    <a:pt x="609" y="523"/>
                  </a:cubicBezTo>
                  <a:cubicBezTo>
                    <a:pt x="613" y="525"/>
                    <a:pt x="620" y="523"/>
                    <a:pt x="620" y="526"/>
                  </a:cubicBezTo>
                  <a:cubicBezTo>
                    <a:pt x="621" y="528"/>
                    <a:pt x="618" y="537"/>
                    <a:pt x="628" y="549"/>
                  </a:cubicBezTo>
                  <a:cubicBezTo>
                    <a:pt x="631" y="547"/>
                    <a:pt x="634" y="546"/>
                    <a:pt x="636" y="546"/>
                  </a:cubicBezTo>
                  <a:cubicBezTo>
                    <a:pt x="640" y="546"/>
                    <a:pt x="645" y="541"/>
                    <a:pt x="646" y="539"/>
                  </a:cubicBezTo>
                  <a:cubicBezTo>
                    <a:pt x="648" y="536"/>
                    <a:pt x="650" y="541"/>
                    <a:pt x="647" y="542"/>
                  </a:cubicBezTo>
                  <a:cubicBezTo>
                    <a:pt x="644" y="543"/>
                    <a:pt x="649" y="545"/>
                    <a:pt x="654" y="545"/>
                  </a:cubicBezTo>
                  <a:cubicBezTo>
                    <a:pt x="660" y="545"/>
                    <a:pt x="652" y="547"/>
                    <a:pt x="648" y="547"/>
                  </a:cubicBezTo>
                  <a:cubicBezTo>
                    <a:pt x="644" y="547"/>
                    <a:pt x="643" y="547"/>
                    <a:pt x="637" y="552"/>
                  </a:cubicBezTo>
                  <a:cubicBezTo>
                    <a:pt x="632" y="558"/>
                    <a:pt x="633" y="559"/>
                    <a:pt x="636" y="562"/>
                  </a:cubicBezTo>
                  <a:cubicBezTo>
                    <a:pt x="639" y="564"/>
                    <a:pt x="643" y="563"/>
                    <a:pt x="647" y="560"/>
                  </a:cubicBezTo>
                  <a:cubicBezTo>
                    <a:pt x="651" y="556"/>
                    <a:pt x="651" y="553"/>
                    <a:pt x="655" y="553"/>
                  </a:cubicBezTo>
                  <a:cubicBezTo>
                    <a:pt x="659" y="553"/>
                    <a:pt x="670" y="549"/>
                    <a:pt x="675" y="548"/>
                  </a:cubicBezTo>
                  <a:cubicBezTo>
                    <a:pt x="679" y="546"/>
                    <a:pt x="676" y="545"/>
                    <a:pt x="676" y="543"/>
                  </a:cubicBezTo>
                  <a:cubicBezTo>
                    <a:pt x="676" y="541"/>
                    <a:pt x="685" y="541"/>
                    <a:pt x="688" y="539"/>
                  </a:cubicBezTo>
                  <a:cubicBezTo>
                    <a:pt x="691" y="537"/>
                    <a:pt x="687" y="535"/>
                    <a:pt x="685" y="536"/>
                  </a:cubicBezTo>
                  <a:close/>
                  <a:moveTo>
                    <a:pt x="199" y="294"/>
                  </a:moveTo>
                  <a:cubicBezTo>
                    <a:pt x="194" y="300"/>
                    <a:pt x="192" y="301"/>
                    <a:pt x="187" y="300"/>
                  </a:cubicBezTo>
                  <a:cubicBezTo>
                    <a:pt x="182" y="299"/>
                    <a:pt x="179" y="302"/>
                    <a:pt x="181" y="303"/>
                  </a:cubicBezTo>
                  <a:cubicBezTo>
                    <a:pt x="184" y="305"/>
                    <a:pt x="184" y="307"/>
                    <a:pt x="179" y="308"/>
                  </a:cubicBezTo>
                  <a:cubicBezTo>
                    <a:pt x="174" y="309"/>
                    <a:pt x="170" y="313"/>
                    <a:pt x="168" y="312"/>
                  </a:cubicBezTo>
                  <a:cubicBezTo>
                    <a:pt x="166" y="312"/>
                    <a:pt x="177" y="304"/>
                    <a:pt x="174" y="302"/>
                  </a:cubicBezTo>
                  <a:cubicBezTo>
                    <a:pt x="171" y="300"/>
                    <a:pt x="164" y="306"/>
                    <a:pt x="164" y="308"/>
                  </a:cubicBezTo>
                  <a:cubicBezTo>
                    <a:pt x="164" y="311"/>
                    <a:pt x="159" y="311"/>
                    <a:pt x="157" y="311"/>
                  </a:cubicBezTo>
                  <a:cubicBezTo>
                    <a:pt x="154" y="311"/>
                    <a:pt x="150" y="308"/>
                    <a:pt x="153" y="308"/>
                  </a:cubicBezTo>
                  <a:cubicBezTo>
                    <a:pt x="156" y="307"/>
                    <a:pt x="154" y="304"/>
                    <a:pt x="158" y="303"/>
                  </a:cubicBezTo>
                  <a:cubicBezTo>
                    <a:pt x="162" y="301"/>
                    <a:pt x="157" y="299"/>
                    <a:pt x="158" y="297"/>
                  </a:cubicBezTo>
                  <a:cubicBezTo>
                    <a:pt x="159" y="296"/>
                    <a:pt x="167" y="299"/>
                    <a:pt x="167" y="296"/>
                  </a:cubicBezTo>
                  <a:cubicBezTo>
                    <a:pt x="167" y="293"/>
                    <a:pt x="159" y="291"/>
                    <a:pt x="157" y="292"/>
                  </a:cubicBezTo>
                  <a:cubicBezTo>
                    <a:pt x="154" y="294"/>
                    <a:pt x="148" y="298"/>
                    <a:pt x="140" y="295"/>
                  </a:cubicBezTo>
                  <a:cubicBezTo>
                    <a:pt x="138" y="294"/>
                    <a:pt x="159" y="292"/>
                    <a:pt x="163" y="288"/>
                  </a:cubicBezTo>
                  <a:cubicBezTo>
                    <a:pt x="166" y="285"/>
                    <a:pt x="182" y="281"/>
                    <a:pt x="184" y="284"/>
                  </a:cubicBezTo>
                  <a:cubicBezTo>
                    <a:pt x="185" y="287"/>
                    <a:pt x="175" y="289"/>
                    <a:pt x="180" y="292"/>
                  </a:cubicBezTo>
                  <a:cubicBezTo>
                    <a:pt x="184" y="295"/>
                    <a:pt x="192" y="293"/>
                    <a:pt x="194" y="290"/>
                  </a:cubicBezTo>
                  <a:cubicBezTo>
                    <a:pt x="196" y="287"/>
                    <a:pt x="203" y="288"/>
                    <a:pt x="199" y="294"/>
                  </a:cubicBezTo>
                  <a:close/>
                  <a:moveTo>
                    <a:pt x="246" y="354"/>
                  </a:moveTo>
                  <a:cubicBezTo>
                    <a:pt x="240" y="359"/>
                    <a:pt x="240" y="357"/>
                    <a:pt x="235" y="358"/>
                  </a:cubicBezTo>
                  <a:cubicBezTo>
                    <a:pt x="230" y="359"/>
                    <a:pt x="234" y="364"/>
                    <a:pt x="228" y="365"/>
                  </a:cubicBezTo>
                  <a:cubicBezTo>
                    <a:pt x="222" y="365"/>
                    <a:pt x="207" y="366"/>
                    <a:pt x="205" y="362"/>
                  </a:cubicBezTo>
                  <a:cubicBezTo>
                    <a:pt x="205" y="361"/>
                    <a:pt x="213" y="362"/>
                    <a:pt x="214" y="360"/>
                  </a:cubicBezTo>
                  <a:cubicBezTo>
                    <a:pt x="215" y="357"/>
                    <a:pt x="217" y="353"/>
                    <a:pt x="221" y="353"/>
                  </a:cubicBezTo>
                  <a:cubicBezTo>
                    <a:pt x="224" y="353"/>
                    <a:pt x="224" y="348"/>
                    <a:pt x="218" y="345"/>
                  </a:cubicBezTo>
                  <a:cubicBezTo>
                    <a:pt x="212" y="342"/>
                    <a:pt x="227" y="340"/>
                    <a:pt x="230" y="345"/>
                  </a:cubicBezTo>
                  <a:cubicBezTo>
                    <a:pt x="234" y="350"/>
                    <a:pt x="240" y="353"/>
                    <a:pt x="243" y="350"/>
                  </a:cubicBezTo>
                  <a:cubicBezTo>
                    <a:pt x="246" y="346"/>
                    <a:pt x="266" y="337"/>
                    <a:pt x="266" y="341"/>
                  </a:cubicBezTo>
                  <a:cubicBezTo>
                    <a:pt x="266" y="346"/>
                    <a:pt x="252" y="349"/>
                    <a:pt x="246" y="354"/>
                  </a:cubicBezTo>
                  <a:close/>
                  <a:moveTo>
                    <a:pt x="376" y="489"/>
                  </a:moveTo>
                  <a:cubicBezTo>
                    <a:pt x="372" y="490"/>
                    <a:pt x="376" y="479"/>
                    <a:pt x="369" y="475"/>
                  </a:cubicBezTo>
                  <a:cubicBezTo>
                    <a:pt x="360" y="470"/>
                    <a:pt x="356" y="461"/>
                    <a:pt x="356" y="456"/>
                  </a:cubicBezTo>
                  <a:cubicBezTo>
                    <a:pt x="356" y="451"/>
                    <a:pt x="363" y="449"/>
                    <a:pt x="366" y="453"/>
                  </a:cubicBezTo>
                  <a:cubicBezTo>
                    <a:pt x="369" y="456"/>
                    <a:pt x="374" y="472"/>
                    <a:pt x="376" y="476"/>
                  </a:cubicBezTo>
                  <a:cubicBezTo>
                    <a:pt x="379" y="481"/>
                    <a:pt x="379" y="489"/>
                    <a:pt x="376" y="489"/>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11" name="Freeform 168">
              <a:extLst>
                <a:ext uri="{FF2B5EF4-FFF2-40B4-BE49-F238E27FC236}">
                  <a16:creationId xmlns:a16="http://schemas.microsoft.com/office/drawing/2014/main" id="{C27D1B28-3DFF-435F-793A-BAEACDDC7376}"/>
                </a:ext>
              </a:extLst>
            </p:cNvPr>
            <p:cNvSpPr>
              <a:spLocks/>
            </p:cNvSpPr>
            <p:nvPr/>
          </p:nvSpPr>
          <p:spPr bwMode="auto">
            <a:xfrm>
              <a:off x="3581400" y="2164875"/>
              <a:ext cx="2307575" cy="1461064"/>
            </a:xfrm>
            <a:custGeom>
              <a:avLst/>
              <a:gdLst>
                <a:gd name="connsiteX0" fmla="*/ 1772175 w 2457055"/>
                <a:gd name="connsiteY0" fmla="*/ 816496 h 1509195"/>
                <a:gd name="connsiteX1" fmla="*/ 1775947 w 2457055"/>
                <a:gd name="connsiteY1" fmla="*/ 817126 h 1509195"/>
                <a:gd name="connsiteX2" fmla="*/ 1787443 w 2457055"/>
                <a:gd name="connsiteY2" fmla="*/ 837267 h 1509195"/>
                <a:gd name="connsiteX3" fmla="*/ 1807560 w 2457055"/>
                <a:gd name="connsiteY3" fmla="*/ 843021 h 1509195"/>
                <a:gd name="connsiteX4" fmla="*/ 1830551 w 2457055"/>
                <a:gd name="connsiteY4" fmla="*/ 843021 h 1509195"/>
                <a:gd name="connsiteX5" fmla="*/ 1850668 w 2457055"/>
                <a:gd name="connsiteY5" fmla="*/ 851653 h 1509195"/>
                <a:gd name="connsiteX6" fmla="*/ 1870785 w 2457055"/>
                <a:gd name="connsiteY6" fmla="*/ 854530 h 1509195"/>
                <a:gd name="connsiteX7" fmla="*/ 1905272 w 2457055"/>
                <a:gd name="connsiteY7" fmla="*/ 860285 h 1509195"/>
                <a:gd name="connsiteX8" fmla="*/ 1893776 w 2457055"/>
                <a:gd name="connsiteY8" fmla="*/ 866039 h 1509195"/>
                <a:gd name="connsiteX9" fmla="*/ 1844920 w 2457055"/>
                <a:gd name="connsiteY9" fmla="*/ 894812 h 1509195"/>
                <a:gd name="connsiteX10" fmla="*/ 1876533 w 2457055"/>
                <a:gd name="connsiteY10" fmla="*/ 900567 h 1509195"/>
                <a:gd name="connsiteX11" fmla="*/ 1931136 w 2457055"/>
                <a:gd name="connsiteY11" fmla="*/ 877548 h 1509195"/>
                <a:gd name="connsiteX12" fmla="*/ 1939758 w 2457055"/>
                <a:gd name="connsiteY12" fmla="*/ 891935 h 1509195"/>
                <a:gd name="connsiteX13" fmla="*/ 1957001 w 2457055"/>
                <a:gd name="connsiteY13" fmla="*/ 906321 h 1509195"/>
                <a:gd name="connsiteX14" fmla="*/ 2002983 w 2457055"/>
                <a:gd name="connsiteY14" fmla="*/ 897689 h 1509195"/>
                <a:gd name="connsiteX15" fmla="*/ 2025974 w 2457055"/>
                <a:gd name="connsiteY15" fmla="*/ 909198 h 1509195"/>
                <a:gd name="connsiteX16" fmla="*/ 2028848 w 2457055"/>
                <a:gd name="connsiteY16" fmla="*/ 903444 h 1509195"/>
                <a:gd name="connsiteX17" fmla="*/ 2040344 w 2457055"/>
                <a:gd name="connsiteY17" fmla="*/ 914953 h 1509195"/>
                <a:gd name="connsiteX18" fmla="*/ 2037470 w 2457055"/>
                <a:gd name="connsiteY18" fmla="*/ 917830 h 1509195"/>
                <a:gd name="connsiteX19" fmla="*/ 1988614 w 2457055"/>
                <a:gd name="connsiteY19" fmla="*/ 926462 h 1509195"/>
                <a:gd name="connsiteX20" fmla="*/ 1951254 w 2457055"/>
                <a:gd name="connsiteY20" fmla="*/ 958112 h 1509195"/>
                <a:gd name="connsiteX21" fmla="*/ 1945506 w 2457055"/>
                <a:gd name="connsiteY21" fmla="*/ 998394 h 1509195"/>
                <a:gd name="connsiteX22" fmla="*/ 1965623 w 2457055"/>
                <a:gd name="connsiteY22" fmla="*/ 1044430 h 1509195"/>
                <a:gd name="connsiteX23" fmla="*/ 1982866 w 2457055"/>
                <a:gd name="connsiteY23" fmla="*/ 1009903 h 1509195"/>
                <a:gd name="connsiteX24" fmla="*/ 1988614 w 2457055"/>
                <a:gd name="connsiteY24" fmla="*/ 958112 h 1509195"/>
                <a:gd name="connsiteX25" fmla="*/ 2014479 w 2457055"/>
                <a:gd name="connsiteY25" fmla="*/ 940848 h 1509195"/>
                <a:gd name="connsiteX26" fmla="*/ 2051839 w 2457055"/>
                <a:gd name="connsiteY26" fmla="*/ 943726 h 1509195"/>
                <a:gd name="connsiteX27" fmla="*/ 2040344 w 2457055"/>
                <a:gd name="connsiteY27" fmla="*/ 989762 h 1509195"/>
                <a:gd name="connsiteX28" fmla="*/ 2066208 w 2457055"/>
                <a:gd name="connsiteY28" fmla="*/ 984008 h 1509195"/>
                <a:gd name="connsiteX29" fmla="*/ 2074830 w 2457055"/>
                <a:gd name="connsiteY29" fmla="*/ 1015658 h 1509195"/>
                <a:gd name="connsiteX30" fmla="*/ 2080578 w 2457055"/>
                <a:gd name="connsiteY30" fmla="*/ 1032921 h 1509195"/>
                <a:gd name="connsiteX31" fmla="*/ 2069082 w 2457055"/>
                <a:gd name="connsiteY31" fmla="*/ 1035799 h 1509195"/>
                <a:gd name="connsiteX32" fmla="*/ 2051839 w 2457055"/>
                <a:gd name="connsiteY32" fmla="*/ 1041553 h 1509195"/>
                <a:gd name="connsiteX33" fmla="*/ 2100695 w 2457055"/>
                <a:gd name="connsiteY33" fmla="*/ 1053062 h 1509195"/>
                <a:gd name="connsiteX34" fmla="*/ 2155299 w 2457055"/>
                <a:gd name="connsiteY34" fmla="*/ 1018535 h 1509195"/>
                <a:gd name="connsiteX35" fmla="*/ 2163920 w 2457055"/>
                <a:gd name="connsiteY35" fmla="*/ 1012780 h 1509195"/>
                <a:gd name="connsiteX36" fmla="*/ 2161046 w 2457055"/>
                <a:gd name="connsiteY36" fmla="*/ 1004149 h 1509195"/>
                <a:gd name="connsiteX37" fmla="*/ 2181163 w 2457055"/>
                <a:gd name="connsiteY37" fmla="*/ 1001271 h 1509195"/>
                <a:gd name="connsiteX38" fmla="*/ 2227145 w 2457055"/>
                <a:gd name="connsiteY38" fmla="*/ 978253 h 1509195"/>
                <a:gd name="connsiteX39" fmla="*/ 2227145 w 2457055"/>
                <a:gd name="connsiteY39" fmla="*/ 975376 h 1509195"/>
                <a:gd name="connsiteX40" fmla="*/ 2258758 w 2457055"/>
                <a:gd name="connsiteY40" fmla="*/ 952358 h 1509195"/>
                <a:gd name="connsiteX41" fmla="*/ 2342100 w 2457055"/>
                <a:gd name="connsiteY41" fmla="*/ 952358 h 1509195"/>
                <a:gd name="connsiteX42" fmla="*/ 2373713 w 2457055"/>
                <a:gd name="connsiteY42" fmla="*/ 920708 h 1509195"/>
                <a:gd name="connsiteX43" fmla="*/ 2402452 w 2457055"/>
                <a:gd name="connsiteY43" fmla="*/ 877548 h 1509195"/>
                <a:gd name="connsiteX44" fmla="*/ 2434064 w 2457055"/>
                <a:gd name="connsiteY44" fmla="*/ 886180 h 1509195"/>
                <a:gd name="connsiteX45" fmla="*/ 2457055 w 2457055"/>
                <a:gd name="connsiteY45" fmla="*/ 952358 h 1509195"/>
                <a:gd name="connsiteX46" fmla="*/ 2436938 w 2457055"/>
                <a:gd name="connsiteY46" fmla="*/ 966744 h 1509195"/>
                <a:gd name="connsiteX47" fmla="*/ 2408199 w 2457055"/>
                <a:gd name="connsiteY47" fmla="*/ 966744 h 1509195"/>
                <a:gd name="connsiteX48" fmla="*/ 2390956 w 2457055"/>
                <a:gd name="connsiteY48" fmla="*/ 984008 h 1509195"/>
                <a:gd name="connsiteX49" fmla="*/ 2376587 w 2457055"/>
                <a:gd name="connsiteY49" fmla="*/ 992639 h 1509195"/>
                <a:gd name="connsiteX50" fmla="*/ 2359343 w 2457055"/>
                <a:gd name="connsiteY50" fmla="*/ 1018535 h 1509195"/>
                <a:gd name="connsiteX51" fmla="*/ 2356470 w 2457055"/>
                <a:gd name="connsiteY51" fmla="*/ 1030044 h 1509195"/>
                <a:gd name="connsiteX52" fmla="*/ 2362217 w 2457055"/>
                <a:gd name="connsiteY52" fmla="*/ 1050185 h 1509195"/>
                <a:gd name="connsiteX53" fmla="*/ 2342100 w 2457055"/>
                <a:gd name="connsiteY53" fmla="*/ 1047308 h 1509195"/>
                <a:gd name="connsiteX54" fmla="*/ 2330605 w 2457055"/>
                <a:gd name="connsiteY54" fmla="*/ 1058817 h 1509195"/>
                <a:gd name="connsiteX55" fmla="*/ 2293244 w 2457055"/>
                <a:gd name="connsiteY55" fmla="*/ 1070326 h 1509195"/>
                <a:gd name="connsiteX56" fmla="*/ 2327731 w 2457055"/>
                <a:gd name="connsiteY56" fmla="*/ 1073203 h 1509195"/>
                <a:gd name="connsiteX57" fmla="*/ 2293244 w 2457055"/>
                <a:gd name="connsiteY57" fmla="*/ 1081835 h 1509195"/>
                <a:gd name="connsiteX58" fmla="*/ 2281749 w 2457055"/>
                <a:gd name="connsiteY58" fmla="*/ 1087590 h 1509195"/>
                <a:gd name="connsiteX59" fmla="*/ 2267380 w 2457055"/>
                <a:gd name="connsiteY59" fmla="*/ 1119240 h 1509195"/>
                <a:gd name="connsiteX60" fmla="*/ 2250136 w 2457055"/>
                <a:gd name="connsiteY60" fmla="*/ 1119240 h 1509195"/>
                <a:gd name="connsiteX61" fmla="*/ 2250136 w 2457055"/>
                <a:gd name="connsiteY61" fmla="*/ 1130749 h 1509195"/>
                <a:gd name="connsiteX62" fmla="*/ 2244389 w 2457055"/>
                <a:gd name="connsiteY62" fmla="*/ 1162399 h 1509195"/>
                <a:gd name="connsiteX63" fmla="*/ 2235767 w 2457055"/>
                <a:gd name="connsiteY63" fmla="*/ 1168153 h 1509195"/>
                <a:gd name="connsiteX64" fmla="*/ 2227145 w 2457055"/>
                <a:gd name="connsiteY64" fmla="*/ 1139380 h 1509195"/>
                <a:gd name="connsiteX65" fmla="*/ 2230019 w 2457055"/>
                <a:gd name="connsiteY65" fmla="*/ 1116362 h 1509195"/>
                <a:gd name="connsiteX66" fmla="*/ 2221398 w 2457055"/>
                <a:gd name="connsiteY66" fmla="*/ 1116362 h 1509195"/>
                <a:gd name="connsiteX67" fmla="*/ 2218524 w 2457055"/>
                <a:gd name="connsiteY67" fmla="*/ 1148012 h 1509195"/>
                <a:gd name="connsiteX68" fmla="*/ 2209902 w 2457055"/>
                <a:gd name="connsiteY68" fmla="*/ 1156644 h 1509195"/>
                <a:gd name="connsiteX69" fmla="*/ 2224271 w 2457055"/>
                <a:gd name="connsiteY69" fmla="*/ 1176785 h 1509195"/>
                <a:gd name="connsiteX70" fmla="*/ 2224271 w 2457055"/>
                <a:gd name="connsiteY70" fmla="*/ 1188294 h 1509195"/>
                <a:gd name="connsiteX71" fmla="*/ 2232893 w 2457055"/>
                <a:gd name="connsiteY71" fmla="*/ 1205558 h 1509195"/>
                <a:gd name="connsiteX72" fmla="*/ 2241515 w 2457055"/>
                <a:gd name="connsiteY72" fmla="*/ 1214190 h 1509195"/>
                <a:gd name="connsiteX73" fmla="*/ 2235767 w 2457055"/>
                <a:gd name="connsiteY73" fmla="*/ 1228576 h 1509195"/>
                <a:gd name="connsiteX74" fmla="*/ 2218524 w 2457055"/>
                <a:gd name="connsiteY74" fmla="*/ 1225699 h 1509195"/>
                <a:gd name="connsiteX75" fmla="*/ 2212776 w 2457055"/>
                <a:gd name="connsiteY75" fmla="*/ 1234331 h 1509195"/>
                <a:gd name="connsiteX76" fmla="*/ 2209902 w 2457055"/>
                <a:gd name="connsiteY76" fmla="*/ 1251594 h 1509195"/>
                <a:gd name="connsiteX77" fmla="*/ 2184037 w 2457055"/>
                <a:gd name="connsiteY77" fmla="*/ 1268858 h 1509195"/>
                <a:gd name="connsiteX78" fmla="*/ 2169668 w 2457055"/>
                <a:gd name="connsiteY78" fmla="*/ 1274612 h 1509195"/>
                <a:gd name="connsiteX79" fmla="*/ 2149551 w 2457055"/>
                <a:gd name="connsiteY79" fmla="*/ 1294753 h 1509195"/>
                <a:gd name="connsiteX80" fmla="*/ 2129434 w 2457055"/>
                <a:gd name="connsiteY80" fmla="*/ 1306262 h 1509195"/>
                <a:gd name="connsiteX81" fmla="*/ 2100695 w 2457055"/>
                <a:gd name="connsiteY81" fmla="*/ 1355176 h 1509195"/>
                <a:gd name="connsiteX82" fmla="*/ 2115064 w 2457055"/>
                <a:gd name="connsiteY82" fmla="*/ 1404090 h 1509195"/>
                <a:gd name="connsiteX83" fmla="*/ 2120812 w 2457055"/>
                <a:gd name="connsiteY83" fmla="*/ 1427108 h 1509195"/>
                <a:gd name="connsiteX84" fmla="*/ 2135181 w 2457055"/>
                <a:gd name="connsiteY84" fmla="*/ 1476022 h 1509195"/>
                <a:gd name="connsiteX85" fmla="*/ 2123686 w 2457055"/>
                <a:gd name="connsiteY85" fmla="*/ 1504794 h 1509195"/>
                <a:gd name="connsiteX86" fmla="*/ 2106443 w 2457055"/>
                <a:gd name="connsiteY86" fmla="*/ 1501917 h 1509195"/>
                <a:gd name="connsiteX87" fmla="*/ 2089199 w 2457055"/>
                <a:gd name="connsiteY87" fmla="*/ 1478899 h 1509195"/>
                <a:gd name="connsiteX88" fmla="*/ 2077704 w 2457055"/>
                <a:gd name="connsiteY88" fmla="*/ 1455881 h 1509195"/>
                <a:gd name="connsiteX89" fmla="*/ 2069082 w 2457055"/>
                <a:gd name="connsiteY89" fmla="*/ 1429985 h 1509195"/>
                <a:gd name="connsiteX90" fmla="*/ 2069082 w 2457055"/>
                <a:gd name="connsiteY90" fmla="*/ 1404090 h 1509195"/>
                <a:gd name="connsiteX91" fmla="*/ 2043217 w 2457055"/>
                <a:gd name="connsiteY91" fmla="*/ 1375317 h 1509195"/>
                <a:gd name="connsiteX92" fmla="*/ 2023100 w 2457055"/>
                <a:gd name="connsiteY92" fmla="*/ 1383949 h 1509195"/>
                <a:gd name="connsiteX93" fmla="*/ 2005857 w 2457055"/>
                <a:gd name="connsiteY93" fmla="*/ 1381072 h 1509195"/>
                <a:gd name="connsiteX94" fmla="*/ 1982866 w 2457055"/>
                <a:gd name="connsiteY94" fmla="*/ 1363808 h 1509195"/>
                <a:gd name="connsiteX95" fmla="*/ 1951254 w 2457055"/>
                <a:gd name="connsiteY95" fmla="*/ 1369562 h 1509195"/>
                <a:gd name="connsiteX96" fmla="*/ 1939758 w 2457055"/>
                <a:gd name="connsiteY96" fmla="*/ 1363808 h 1509195"/>
                <a:gd name="connsiteX97" fmla="*/ 1922515 w 2457055"/>
                <a:gd name="connsiteY97" fmla="*/ 1366685 h 1509195"/>
                <a:gd name="connsiteX98" fmla="*/ 1902398 w 2457055"/>
                <a:gd name="connsiteY98" fmla="*/ 1378194 h 1509195"/>
                <a:gd name="connsiteX99" fmla="*/ 1908145 w 2457055"/>
                <a:gd name="connsiteY99" fmla="*/ 1389703 h 1509195"/>
                <a:gd name="connsiteX100" fmla="*/ 1913893 w 2457055"/>
                <a:gd name="connsiteY100" fmla="*/ 1404090 h 1509195"/>
                <a:gd name="connsiteX101" fmla="*/ 1890902 w 2457055"/>
                <a:gd name="connsiteY101" fmla="*/ 1386826 h 1509195"/>
                <a:gd name="connsiteX102" fmla="*/ 1879407 w 2457055"/>
                <a:gd name="connsiteY102" fmla="*/ 1395458 h 1509195"/>
                <a:gd name="connsiteX103" fmla="*/ 1859290 w 2457055"/>
                <a:gd name="connsiteY103" fmla="*/ 1389703 h 1509195"/>
                <a:gd name="connsiteX104" fmla="*/ 1844920 w 2457055"/>
                <a:gd name="connsiteY104" fmla="*/ 1383949 h 1509195"/>
                <a:gd name="connsiteX105" fmla="*/ 1824803 w 2457055"/>
                <a:gd name="connsiteY105" fmla="*/ 1381072 h 1509195"/>
                <a:gd name="connsiteX106" fmla="*/ 1813308 w 2457055"/>
                <a:gd name="connsiteY106" fmla="*/ 1378194 h 1509195"/>
                <a:gd name="connsiteX107" fmla="*/ 1798938 w 2457055"/>
                <a:gd name="connsiteY107" fmla="*/ 1378194 h 1509195"/>
                <a:gd name="connsiteX108" fmla="*/ 1784569 w 2457055"/>
                <a:gd name="connsiteY108" fmla="*/ 1386826 h 1509195"/>
                <a:gd name="connsiteX109" fmla="*/ 1773073 w 2457055"/>
                <a:gd name="connsiteY109" fmla="*/ 1392581 h 1509195"/>
                <a:gd name="connsiteX110" fmla="*/ 1750082 w 2457055"/>
                <a:gd name="connsiteY110" fmla="*/ 1412722 h 1509195"/>
                <a:gd name="connsiteX111" fmla="*/ 1735713 w 2457055"/>
                <a:gd name="connsiteY111" fmla="*/ 1418476 h 1509195"/>
                <a:gd name="connsiteX112" fmla="*/ 1718470 w 2457055"/>
                <a:gd name="connsiteY112" fmla="*/ 1432862 h 1509195"/>
                <a:gd name="connsiteX113" fmla="*/ 1712722 w 2457055"/>
                <a:gd name="connsiteY113" fmla="*/ 1455881 h 1509195"/>
                <a:gd name="connsiteX114" fmla="*/ 1718470 w 2457055"/>
                <a:gd name="connsiteY114" fmla="*/ 1487531 h 1509195"/>
                <a:gd name="connsiteX115" fmla="*/ 1709848 w 2457055"/>
                <a:gd name="connsiteY115" fmla="*/ 1484653 h 1509195"/>
                <a:gd name="connsiteX116" fmla="*/ 1675362 w 2457055"/>
                <a:gd name="connsiteY116" fmla="*/ 1473144 h 1509195"/>
                <a:gd name="connsiteX117" fmla="*/ 1666740 w 2457055"/>
                <a:gd name="connsiteY117" fmla="*/ 1455881 h 1509195"/>
                <a:gd name="connsiteX118" fmla="*/ 1660992 w 2457055"/>
                <a:gd name="connsiteY118" fmla="*/ 1438617 h 1509195"/>
                <a:gd name="connsiteX119" fmla="*/ 1638001 w 2457055"/>
                <a:gd name="connsiteY119" fmla="*/ 1406967 h 1509195"/>
                <a:gd name="connsiteX120" fmla="*/ 1594893 w 2457055"/>
                <a:gd name="connsiteY120" fmla="*/ 1381072 h 1509195"/>
                <a:gd name="connsiteX121" fmla="*/ 1577650 w 2457055"/>
                <a:gd name="connsiteY121" fmla="*/ 1404090 h 1509195"/>
                <a:gd name="connsiteX122" fmla="*/ 1548911 w 2457055"/>
                <a:gd name="connsiteY122" fmla="*/ 1389703 h 1509195"/>
                <a:gd name="connsiteX123" fmla="*/ 1540290 w 2457055"/>
                <a:gd name="connsiteY123" fmla="*/ 1372440 h 1509195"/>
                <a:gd name="connsiteX124" fmla="*/ 1525920 w 2457055"/>
                <a:gd name="connsiteY124" fmla="*/ 1355176 h 1509195"/>
                <a:gd name="connsiteX125" fmla="*/ 1497182 w 2457055"/>
                <a:gd name="connsiteY125" fmla="*/ 1329281 h 1509195"/>
                <a:gd name="connsiteX126" fmla="*/ 1459821 w 2457055"/>
                <a:gd name="connsiteY126" fmla="*/ 1329281 h 1509195"/>
                <a:gd name="connsiteX127" fmla="*/ 1451200 w 2457055"/>
                <a:gd name="connsiteY127" fmla="*/ 1340790 h 1509195"/>
                <a:gd name="connsiteX128" fmla="*/ 1382227 w 2457055"/>
                <a:gd name="connsiteY128" fmla="*/ 1340790 h 1509195"/>
                <a:gd name="connsiteX129" fmla="*/ 1319001 w 2457055"/>
                <a:gd name="connsiteY129" fmla="*/ 1317771 h 1509195"/>
                <a:gd name="connsiteX130" fmla="*/ 1293137 w 2457055"/>
                <a:gd name="connsiteY130" fmla="*/ 1306262 h 1509195"/>
                <a:gd name="connsiteX131" fmla="*/ 1238533 w 2457055"/>
                <a:gd name="connsiteY131" fmla="*/ 1312017 h 1509195"/>
                <a:gd name="connsiteX132" fmla="*/ 1232785 w 2457055"/>
                <a:gd name="connsiteY132" fmla="*/ 1297631 h 1509195"/>
                <a:gd name="connsiteX133" fmla="*/ 1209794 w 2457055"/>
                <a:gd name="connsiteY133" fmla="*/ 1268858 h 1509195"/>
                <a:gd name="connsiteX134" fmla="*/ 1189677 w 2457055"/>
                <a:gd name="connsiteY134" fmla="*/ 1265981 h 1509195"/>
                <a:gd name="connsiteX135" fmla="*/ 1158065 w 2457055"/>
                <a:gd name="connsiteY135" fmla="*/ 1254471 h 1509195"/>
                <a:gd name="connsiteX136" fmla="*/ 1146569 w 2457055"/>
                <a:gd name="connsiteY136" fmla="*/ 1231453 h 1509195"/>
                <a:gd name="connsiteX137" fmla="*/ 1120704 w 2457055"/>
                <a:gd name="connsiteY137" fmla="*/ 1202680 h 1509195"/>
                <a:gd name="connsiteX138" fmla="*/ 1117830 w 2457055"/>
                <a:gd name="connsiteY138" fmla="*/ 1185417 h 1509195"/>
                <a:gd name="connsiteX139" fmla="*/ 1109209 w 2457055"/>
                <a:gd name="connsiteY139" fmla="*/ 1168153 h 1509195"/>
                <a:gd name="connsiteX140" fmla="*/ 1097713 w 2457055"/>
                <a:gd name="connsiteY140" fmla="*/ 1156644 h 1509195"/>
                <a:gd name="connsiteX141" fmla="*/ 1077596 w 2457055"/>
                <a:gd name="connsiteY141" fmla="*/ 1136503 h 1509195"/>
                <a:gd name="connsiteX142" fmla="*/ 1071848 w 2457055"/>
                <a:gd name="connsiteY142" fmla="*/ 1104853 h 1509195"/>
                <a:gd name="connsiteX143" fmla="*/ 1068974 w 2457055"/>
                <a:gd name="connsiteY143" fmla="*/ 1073203 h 1509195"/>
                <a:gd name="connsiteX144" fmla="*/ 1060353 w 2457055"/>
                <a:gd name="connsiteY144" fmla="*/ 1032921 h 1509195"/>
                <a:gd name="connsiteX145" fmla="*/ 1066101 w 2457055"/>
                <a:gd name="connsiteY145" fmla="*/ 995517 h 1509195"/>
                <a:gd name="connsiteX146" fmla="*/ 1068974 w 2457055"/>
                <a:gd name="connsiteY146" fmla="*/ 935094 h 1509195"/>
                <a:gd name="connsiteX147" fmla="*/ 1074722 w 2457055"/>
                <a:gd name="connsiteY147" fmla="*/ 912076 h 1509195"/>
                <a:gd name="connsiteX148" fmla="*/ 1074722 w 2457055"/>
                <a:gd name="connsiteY148" fmla="*/ 906321 h 1509195"/>
                <a:gd name="connsiteX149" fmla="*/ 1063227 w 2457055"/>
                <a:gd name="connsiteY149" fmla="*/ 883303 h 1509195"/>
                <a:gd name="connsiteX150" fmla="*/ 1051731 w 2457055"/>
                <a:gd name="connsiteY150" fmla="*/ 851653 h 1509195"/>
                <a:gd name="connsiteX151" fmla="*/ 1051731 w 2457055"/>
                <a:gd name="connsiteY151" fmla="*/ 848776 h 1509195"/>
                <a:gd name="connsiteX152" fmla="*/ 1089092 w 2457055"/>
                <a:gd name="connsiteY152" fmla="*/ 848776 h 1509195"/>
                <a:gd name="connsiteX153" fmla="*/ 1094839 w 2457055"/>
                <a:gd name="connsiteY153" fmla="*/ 857408 h 1509195"/>
                <a:gd name="connsiteX154" fmla="*/ 1097713 w 2457055"/>
                <a:gd name="connsiteY154" fmla="*/ 871794 h 1509195"/>
                <a:gd name="connsiteX155" fmla="*/ 1100587 w 2457055"/>
                <a:gd name="connsiteY155" fmla="*/ 886180 h 1509195"/>
                <a:gd name="connsiteX156" fmla="*/ 1109209 w 2457055"/>
                <a:gd name="connsiteY156" fmla="*/ 860285 h 1509195"/>
                <a:gd name="connsiteX157" fmla="*/ 1103461 w 2457055"/>
                <a:gd name="connsiteY157" fmla="*/ 834389 h 1509195"/>
                <a:gd name="connsiteX158" fmla="*/ 1100587 w 2457055"/>
                <a:gd name="connsiteY158" fmla="*/ 831512 h 1509195"/>
                <a:gd name="connsiteX159" fmla="*/ 1767326 w 2457055"/>
                <a:gd name="connsiteY159" fmla="*/ 828635 h 1509195"/>
                <a:gd name="connsiteX160" fmla="*/ 1772175 w 2457055"/>
                <a:gd name="connsiteY160" fmla="*/ 816496 h 1509195"/>
                <a:gd name="connsiteX161" fmla="*/ 26828 w 2457055"/>
                <a:gd name="connsiteY161" fmla="*/ 670231 h 1509195"/>
                <a:gd name="connsiteX162" fmla="*/ 15168 w 2457055"/>
                <a:gd name="connsiteY162" fmla="*/ 687722 h 1509195"/>
                <a:gd name="connsiteX163" fmla="*/ 26828 w 2457055"/>
                <a:gd name="connsiteY163" fmla="*/ 670231 h 1509195"/>
                <a:gd name="connsiteX164" fmla="*/ 94714 w 2457055"/>
                <a:gd name="connsiteY164" fmla="*/ 642054 h 1509195"/>
                <a:gd name="connsiteX165" fmla="*/ 107389 w 2457055"/>
                <a:gd name="connsiteY165" fmla="*/ 642235 h 1509195"/>
                <a:gd name="connsiteX166" fmla="*/ 93005 w 2457055"/>
                <a:gd name="connsiteY166" fmla="*/ 650889 h 1509195"/>
                <a:gd name="connsiteX167" fmla="*/ 72868 w 2457055"/>
                <a:gd name="connsiteY167" fmla="*/ 656658 h 1509195"/>
                <a:gd name="connsiteX168" fmla="*/ 94714 w 2457055"/>
                <a:gd name="connsiteY168" fmla="*/ 642054 h 1509195"/>
                <a:gd name="connsiteX169" fmla="*/ 371702 w 2457055"/>
                <a:gd name="connsiteY169" fmla="*/ 512282 h 1509195"/>
                <a:gd name="connsiteX170" fmla="*/ 377077 w 2457055"/>
                <a:gd name="connsiteY170" fmla="*/ 515847 h 1509195"/>
                <a:gd name="connsiteX171" fmla="*/ 382810 w 2457055"/>
                <a:gd name="connsiteY171" fmla="*/ 527254 h 1509195"/>
                <a:gd name="connsiteX172" fmla="*/ 365611 w 2457055"/>
                <a:gd name="connsiteY172" fmla="*/ 535809 h 1509195"/>
                <a:gd name="connsiteX173" fmla="*/ 374211 w 2457055"/>
                <a:gd name="connsiteY173" fmla="*/ 550067 h 1509195"/>
                <a:gd name="connsiteX174" fmla="*/ 342679 w 2457055"/>
                <a:gd name="connsiteY174" fmla="*/ 570030 h 1509195"/>
                <a:gd name="connsiteX175" fmla="*/ 331213 w 2457055"/>
                <a:gd name="connsiteY175" fmla="*/ 570030 h 1509195"/>
                <a:gd name="connsiteX176" fmla="*/ 319747 w 2457055"/>
                <a:gd name="connsiteY176" fmla="*/ 552919 h 1509195"/>
                <a:gd name="connsiteX177" fmla="*/ 336946 w 2457055"/>
                <a:gd name="connsiteY177" fmla="*/ 547216 h 1509195"/>
                <a:gd name="connsiteX178" fmla="*/ 359878 w 2457055"/>
                <a:gd name="connsiteY178" fmla="*/ 521550 h 1509195"/>
                <a:gd name="connsiteX179" fmla="*/ 371702 w 2457055"/>
                <a:gd name="connsiteY179" fmla="*/ 512282 h 1509195"/>
                <a:gd name="connsiteX180" fmla="*/ 23907 w 2457055"/>
                <a:gd name="connsiteY180" fmla="*/ 448441 h 1509195"/>
                <a:gd name="connsiteX181" fmla="*/ 35086 w 2457055"/>
                <a:gd name="connsiteY181" fmla="*/ 452085 h 1509195"/>
                <a:gd name="connsiteX182" fmla="*/ 52394 w 2457055"/>
                <a:gd name="connsiteY182" fmla="*/ 452085 h 1509195"/>
                <a:gd name="connsiteX183" fmla="*/ 49509 w 2457055"/>
                <a:gd name="connsiteY183" fmla="*/ 469576 h 1509195"/>
                <a:gd name="connsiteX184" fmla="*/ 14893 w 2457055"/>
                <a:gd name="connsiteY184" fmla="*/ 457916 h 1509195"/>
                <a:gd name="connsiteX185" fmla="*/ 23907 w 2457055"/>
                <a:gd name="connsiteY185" fmla="*/ 448441 h 1509195"/>
                <a:gd name="connsiteX186" fmla="*/ 276620 w 2457055"/>
                <a:gd name="connsiteY186" fmla="*/ 0 h 1509195"/>
                <a:gd name="connsiteX187" fmla="*/ 293862 w 2457055"/>
                <a:gd name="connsiteY187" fmla="*/ 11523 h 1509195"/>
                <a:gd name="connsiteX188" fmla="*/ 285241 w 2457055"/>
                <a:gd name="connsiteY188" fmla="*/ 20165 h 1509195"/>
                <a:gd name="connsiteX189" fmla="*/ 305357 w 2457055"/>
                <a:gd name="connsiteY189" fmla="*/ 17284 h 1509195"/>
                <a:gd name="connsiteX190" fmla="*/ 316851 w 2457055"/>
                <a:gd name="connsiteY190" fmla="*/ 14403 h 1509195"/>
                <a:gd name="connsiteX191" fmla="*/ 328346 w 2457055"/>
                <a:gd name="connsiteY191" fmla="*/ 23046 h 1509195"/>
                <a:gd name="connsiteX192" fmla="*/ 371450 w 2457055"/>
                <a:gd name="connsiteY192" fmla="*/ 23046 h 1509195"/>
                <a:gd name="connsiteX193" fmla="*/ 377197 w 2457055"/>
                <a:gd name="connsiteY193" fmla="*/ 37449 h 1509195"/>
                <a:gd name="connsiteX194" fmla="*/ 394439 w 2457055"/>
                <a:gd name="connsiteY194" fmla="*/ 43211 h 1509195"/>
                <a:gd name="connsiteX195" fmla="*/ 454786 w 2457055"/>
                <a:gd name="connsiteY195" fmla="*/ 37449 h 1509195"/>
                <a:gd name="connsiteX196" fmla="*/ 506511 w 2457055"/>
                <a:gd name="connsiteY196" fmla="*/ 54733 h 1509195"/>
                <a:gd name="connsiteX197" fmla="*/ 543868 w 2457055"/>
                <a:gd name="connsiteY197" fmla="*/ 60495 h 1509195"/>
                <a:gd name="connsiteX198" fmla="*/ 589846 w 2457055"/>
                <a:gd name="connsiteY198" fmla="*/ 57614 h 1509195"/>
                <a:gd name="connsiteX199" fmla="*/ 641572 w 2457055"/>
                <a:gd name="connsiteY199" fmla="*/ 72018 h 1509195"/>
                <a:gd name="connsiteX200" fmla="*/ 653066 w 2457055"/>
                <a:gd name="connsiteY200" fmla="*/ 74898 h 1509195"/>
                <a:gd name="connsiteX201" fmla="*/ 653066 w 2457055"/>
                <a:gd name="connsiteY201" fmla="*/ 446510 h 1509195"/>
                <a:gd name="connsiteX202" fmla="*/ 664561 w 2457055"/>
                <a:gd name="connsiteY202" fmla="*/ 449391 h 1509195"/>
                <a:gd name="connsiteX203" fmla="*/ 687550 w 2457055"/>
                <a:gd name="connsiteY203" fmla="*/ 443629 h 1509195"/>
                <a:gd name="connsiteX204" fmla="*/ 704792 w 2457055"/>
                <a:gd name="connsiteY204" fmla="*/ 455152 h 1509195"/>
                <a:gd name="connsiteX205" fmla="*/ 727781 w 2457055"/>
                <a:gd name="connsiteY205" fmla="*/ 481078 h 1509195"/>
                <a:gd name="connsiteX206" fmla="*/ 747896 w 2457055"/>
                <a:gd name="connsiteY206" fmla="*/ 492601 h 1509195"/>
                <a:gd name="connsiteX207" fmla="*/ 768012 w 2457055"/>
                <a:gd name="connsiteY207" fmla="*/ 475317 h 1509195"/>
                <a:gd name="connsiteX208" fmla="*/ 802495 w 2457055"/>
                <a:gd name="connsiteY208" fmla="*/ 478198 h 1509195"/>
                <a:gd name="connsiteX209" fmla="*/ 854221 w 2457055"/>
                <a:gd name="connsiteY209" fmla="*/ 535812 h 1509195"/>
                <a:gd name="connsiteX210" fmla="*/ 897325 w 2457055"/>
                <a:gd name="connsiteY210" fmla="*/ 587665 h 1509195"/>
                <a:gd name="connsiteX211" fmla="*/ 920314 w 2457055"/>
                <a:gd name="connsiteY211" fmla="*/ 613591 h 1509195"/>
                <a:gd name="connsiteX212" fmla="*/ 926062 w 2457055"/>
                <a:gd name="connsiteY212" fmla="*/ 636637 h 1509195"/>
                <a:gd name="connsiteX213" fmla="*/ 908820 w 2457055"/>
                <a:gd name="connsiteY213" fmla="*/ 648159 h 1509195"/>
                <a:gd name="connsiteX214" fmla="*/ 908820 w 2457055"/>
                <a:gd name="connsiteY214" fmla="*/ 645279 h 1509195"/>
                <a:gd name="connsiteX215" fmla="*/ 897325 w 2457055"/>
                <a:gd name="connsiteY215" fmla="*/ 642398 h 1509195"/>
                <a:gd name="connsiteX216" fmla="*/ 897325 w 2457055"/>
                <a:gd name="connsiteY216" fmla="*/ 625114 h 1509195"/>
                <a:gd name="connsiteX217" fmla="*/ 885831 w 2457055"/>
                <a:gd name="connsiteY217" fmla="*/ 630875 h 1509195"/>
                <a:gd name="connsiteX218" fmla="*/ 871463 w 2457055"/>
                <a:gd name="connsiteY218" fmla="*/ 627994 h 1509195"/>
                <a:gd name="connsiteX219" fmla="*/ 868589 w 2457055"/>
                <a:gd name="connsiteY219" fmla="*/ 639517 h 1509195"/>
                <a:gd name="connsiteX220" fmla="*/ 854221 w 2457055"/>
                <a:gd name="connsiteY220" fmla="*/ 636637 h 1509195"/>
                <a:gd name="connsiteX221" fmla="*/ 845600 w 2457055"/>
                <a:gd name="connsiteY221" fmla="*/ 645279 h 1509195"/>
                <a:gd name="connsiteX222" fmla="*/ 845600 w 2457055"/>
                <a:gd name="connsiteY222" fmla="*/ 619352 h 1509195"/>
                <a:gd name="connsiteX223" fmla="*/ 842726 w 2457055"/>
                <a:gd name="connsiteY223" fmla="*/ 602068 h 1509195"/>
                <a:gd name="connsiteX224" fmla="*/ 862842 w 2457055"/>
                <a:gd name="connsiteY224" fmla="*/ 610710 h 1509195"/>
                <a:gd name="connsiteX225" fmla="*/ 874336 w 2457055"/>
                <a:gd name="connsiteY225" fmla="*/ 599187 h 1509195"/>
                <a:gd name="connsiteX226" fmla="*/ 857094 w 2457055"/>
                <a:gd name="connsiteY226" fmla="*/ 576142 h 1509195"/>
                <a:gd name="connsiteX227" fmla="*/ 857094 w 2457055"/>
                <a:gd name="connsiteY227" fmla="*/ 587665 h 1509195"/>
                <a:gd name="connsiteX228" fmla="*/ 865715 w 2457055"/>
                <a:gd name="connsiteY228" fmla="*/ 599187 h 1509195"/>
                <a:gd name="connsiteX229" fmla="*/ 845600 w 2457055"/>
                <a:gd name="connsiteY229" fmla="*/ 584784 h 1509195"/>
                <a:gd name="connsiteX230" fmla="*/ 828358 w 2457055"/>
                <a:gd name="connsiteY230" fmla="*/ 587665 h 1509195"/>
                <a:gd name="connsiteX231" fmla="*/ 819737 w 2457055"/>
                <a:gd name="connsiteY231" fmla="*/ 596307 h 1509195"/>
                <a:gd name="connsiteX232" fmla="*/ 816864 w 2457055"/>
                <a:gd name="connsiteY232" fmla="*/ 570380 h 1509195"/>
                <a:gd name="connsiteX233" fmla="*/ 831232 w 2457055"/>
                <a:gd name="connsiteY233" fmla="*/ 564619 h 1509195"/>
                <a:gd name="connsiteX234" fmla="*/ 839853 w 2457055"/>
                <a:gd name="connsiteY234" fmla="*/ 547335 h 1509195"/>
                <a:gd name="connsiteX235" fmla="*/ 825484 w 2457055"/>
                <a:gd name="connsiteY235" fmla="*/ 530050 h 1509195"/>
                <a:gd name="connsiteX236" fmla="*/ 825484 w 2457055"/>
                <a:gd name="connsiteY236" fmla="*/ 553096 h 1509195"/>
                <a:gd name="connsiteX237" fmla="*/ 811116 w 2457055"/>
                <a:gd name="connsiteY237" fmla="*/ 561738 h 1509195"/>
                <a:gd name="connsiteX238" fmla="*/ 808243 w 2457055"/>
                <a:gd name="connsiteY238" fmla="*/ 544454 h 1509195"/>
                <a:gd name="connsiteX239" fmla="*/ 802495 w 2457055"/>
                <a:gd name="connsiteY239" fmla="*/ 561738 h 1509195"/>
                <a:gd name="connsiteX240" fmla="*/ 805369 w 2457055"/>
                <a:gd name="connsiteY240" fmla="*/ 587665 h 1509195"/>
                <a:gd name="connsiteX241" fmla="*/ 793874 w 2457055"/>
                <a:gd name="connsiteY241" fmla="*/ 573261 h 1509195"/>
                <a:gd name="connsiteX242" fmla="*/ 788127 w 2457055"/>
                <a:gd name="connsiteY242" fmla="*/ 555977 h 1509195"/>
                <a:gd name="connsiteX243" fmla="*/ 768012 w 2457055"/>
                <a:gd name="connsiteY243" fmla="*/ 532931 h 1509195"/>
                <a:gd name="connsiteX244" fmla="*/ 782380 w 2457055"/>
                <a:gd name="connsiteY244" fmla="*/ 530050 h 1509195"/>
                <a:gd name="connsiteX245" fmla="*/ 802495 w 2457055"/>
                <a:gd name="connsiteY245" fmla="*/ 532931 h 1509195"/>
                <a:gd name="connsiteX246" fmla="*/ 799622 w 2457055"/>
                <a:gd name="connsiteY246" fmla="*/ 501243 h 1509195"/>
                <a:gd name="connsiteX247" fmla="*/ 791001 w 2457055"/>
                <a:gd name="connsiteY247" fmla="*/ 498363 h 1509195"/>
                <a:gd name="connsiteX248" fmla="*/ 788127 w 2457055"/>
                <a:gd name="connsiteY248" fmla="*/ 518528 h 1509195"/>
                <a:gd name="connsiteX249" fmla="*/ 768012 w 2457055"/>
                <a:gd name="connsiteY249" fmla="*/ 509885 h 1509195"/>
                <a:gd name="connsiteX250" fmla="*/ 753644 w 2457055"/>
                <a:gd name="connsiteY250" fmla="*/ 521408 h 1509195"/>
                <a:gd name="connsiteX251" fmla="*/ 724907 w 2457055"/>
                <a:gd name="connsiteY251" fmla="*/ 498363 h 1509195"/>
                <a:gd name="connsiteX252" fmla="*/ 699045 w 2457055"/>
                <a:gd name="connsiteY252" fmla="*/ 483959 h 1509195"/>
                <a:gd name="connsiteX253" fmla="*/ 684676 w 2457055"/>
                <a:gd name="connsiteY253" fmla="*/ 475317 h 1509195"/>
                <a:gd name="connsiteX254" fmla="*/ 690424 w 2457055"/>
                <a:gd name="connsiteY254" fmla="*/ 460913 h 1509195"/>
                <a:gd name="connsiteX255" fmla="*/ 661687 w 2457055"/>
                <a:gd name="connsiteY255" fmla="*/ 469555 h 1509195"/>
                <a:gd name="connsiteX256" fmla="*/ 638698 w 2457055"/>
                <a:gd name="connsiteY256" fmla="*/ 455152 h 1509195"/>
                <a:gd name="connsiteX257" fmla="*/ 586973 w 2457055"/>
                <a:gd name="connsiteY257" fmla="*/ 458033 h 1509195"/>
                <a:gd name="connsiteX258" fmla="*/ 561110 w 2457055"/>
                <a:gd name="connsiteY258" fmla="*/ 449391 h 1509195"/>
                <a:gd name="connsiteX259" fmla="*/ 555363 w 2457055"/>
                <a:gd name="connsiteY259" fmla="*/ 443629 h 1509195"/>
                <a:gd name="connsiteX260" fmla="*/ 540995 w 2457055"/>
                <a:gd name="connsiteY260" fmla="*/ 446510 h 1509195"/>
                <a:gd name="connsiteX261" fmla="*/ 520879 w 2457055"/>
                <a:gd name="connsiteY261" fmla="*/ 449391 h 1509195"/>
                <a:gd name="connsiteX262" fmla="*/ 518006 w 2457055"/>
                <a:gd name="connsiteY262" fmla="*/ 440748 h 1509195"/>
                <a:gd name="connsiteX263" fmla="*/ 529500 w 2457055"/>
                <a:gd name="connsiteY263" fmla="*/ 432106 h 1509195"/>
                <a:gd name="connsiteX264" fmla="*/ 509385 w 2457055"/>
                <a:gd name="connsiteY264" fmla="*/ 429225 h 1509195"/>
                <a:gd name="connsiteX265" fmla="*/ 492143 w 2457055"/>
                <a:gd name="connsiteY265" fmla="*/ 420583 h 1509195"/>
                <a:gd name="connsiteX266" fmla="*/ 477775 w 2457055"/>
                <a:gd name="connsiteY266" fmla="*/ 423464 h 1509195"/>
                <a:gd name="connsiteX267" fmla="*/ 472027 w 2457055"/>
                <a:gd name="connsiteY267" fmla="*/ 434987 h 1509195"/>
                <a:gd name="connsiteX268" fmla="*/ 480648 w 2457055"/>
                <a:gd name="connsiteY268" fmla="*/ 449391 h 1509195"/>
                <a:gd name="connsiteX269" fmla="*/ 480648 w 2457055"/>
                <a:gd name="connsiteY269" fmla="*/ 460913 h 1509195"/>
                <a:gd name="connsiteX270" fmla="*/ 446165 w 2457055"/>
                <a:gd name="connsiteY270" fmla="*/ 463794 h 1509195"/>
                <a:gd name="connsiteX271" fmla="*/ 397313 w 2457055"/>
                <a:gd name="connsiteY271" fmla="*/ 489720 h 1509195"/>
                <a:gd name="connsiteX272" fmla="*/ 388692 w 2457055"/>
                <a:gd name="connsiteY272" fmla="*/ 481078 h 1509195"/>
                <a:gd name="connsiteX273" fmla="*/ 397313 w 2457055"/>
                <a:gd name="connsiteY273" fmla="*/ 469555 h 1509195"/>
                <a:gd name="connsiteX274" fmla="*/ 394439 w 2457055"/>
                <a:gd name="connsiteY274" fmla="*/ 452271 h 1509195"/>
                <a:gd name="connsiteX275" fmla="*/ 405934 w 2457055"/>
                <a:gd name="connsiteY275" fmla="*/ 432106 h 1509195"/>
                <a:gd name="connsiteX276" fmla="*/ 431797 w 2457055"/>
                <a:gd name="connsiteY276" fmla="*/ 426345 h 1509195"/>
                <a:gd name="connsiteX277" fmla="*/ 428923 w 2457055"/>
                <a:gd name="connsiteY277" fmla="*/ 417703 h 1509195"/>
                <a:gd name="connsiteX278" fmla="*/ 414555 w 2457055"/>
                <a:gd name="connsiteY278" fmla="*/ 411941 h 1509195"/>
                <a:gd name="connsiteX279" fmla="*/ 394439 w 2457055"/>
                <a:gd name="connsiteY279" fmla="*/ 426345 h 1509195"/>
                <a:gd name="connsiteX280" fmla="*/ 382945 w 2457055"/>
                <a:gd name="connsiteY280" fmla="*/ 440748 h 1509195"/>
                <a:gd name="connsiteX281" fmla="*/ 365703 w 2457055"/>
                <a:gd name="connsiteY281" fmla="*/ 458033 h 1509195"/>
                <a:gd name="connsiteX282" fmla="*/ 351335 w 2457055"/>
                <a:gd name="connsiteY282" fmla="*/ 472436 h 1509195"/>
                <a:gd name="connsiteX283" fmla="*/ 331219 w 2457055"/>
                <a:gd name="connsiteY283" fmla="*/ 489720 h 1509195"/>
                <a:gd name="connsiteX284" fmla="*/ 348461 w 2457055"/>
                <a:gd name="connsiteY284" fmla="*/ 498363 h 1509195"/>
                <a:gd name="connsiteX285" fmla="*/ 336967 w 2457055"/>
                <a:gd name="connsiteY285" fmla="*/ 512766 h 1509195"/>
                <a:gd name="connsiteX286" fmla="*/ 328346 w 2457055"/>
                <a:gd name="connsiteY286" fmla="*/ 530050 h 1509195"/>
                <a:gd name="connsiteX287" fmla="*/ 311104 w 2457055"/>
                <a:gd name="connsiteY287" fmla="*/ 535812 h 1509195"/>
                <a:gd name="connsiteX288" fmla="*/ 282368 w 2457055"/>
                <a:gd name="connsiteY288" fmla="*/ 553096 h 1509195"/>
                <a:gd name="connsiteX289" fmla="*/ 273747 w 2457055"/>
                <a:gd name="connsiteY289" fmla="*/ 564619 h 1509195"/>
                <a:gd name="connsiteX290" fmla="*/ 230642 w 2457055"/>
                <a:gd name="connsiteY290" fmla="*/ 590545 h 1509195"/>
                <a:gd name="connsiteX291" fmla="*/ 216274 w 2457055"/>
                <a:gd name="connsiteY291" fmla="*/ 604949 h 1509195"/>
                <a:gd name="connsiteX292" fmla="*/ 193285 w 2457055"/>
                <a:gd name="connsiteY292" fmla="*/ 613591 h 1509195"/>
                <a:gd name="connsiteX293" fmla="*/ 176043 w 2457055"/>
                <a:gd name="connsiteY293" fmla="*/ 616472 h 1509195"/>
                <a:gd name="connsiteX294" fmla="*/ 155928 w 2457055"/>
                <a:gd name="connsiteY294" fmla="*/ 622233 h 1509195"/>
                <a:gd name="connsiteX295" fmla="*/ 147307 w 2457055"/>
                <a:gd name="connsiteY295" fmla="*/ 622233 h 1509195"/>
                <a:gd name="connsiteX296" fmla="*/ 118570 w 2457055"/>
                <a:gd name="connsiteY296" fmla="*/ 639517 h 1509195"/>
                <a:gd name="connsiteX297" fmla="*/ 135812 w 2457055"/>
                <a:gd name="connsiteY297" fmla="*/ 613591 h 1509195"/>
                <a:gd name="connsiteX298" fmla="*/ 173169 w 2457055"/>
                <a:gd name="connsiteY298" fmla="*/ 607830 h 1509195"/>
                <a:gd name="connsiteX299" fmla="*/ 213400 w 2457055"/>
                <a:gd name="connsiteY299" fmla="*/ 576142 h 1509195"/>
                <a:gd name="connsiteX300" fmla="*/ 245010 w 2457055"/>
                <a:gd name="connsiteY300" fmla="*/ 550215 h 1509195"/>
                <a:gd name="connsiteX301" fmla="*/ 253631 w 2457055"/>
                <a:gd name="connsiteY301" fmla="*/ 512766 h 1509195"/>
                <a:gd name="connsiteX302" fmla="*/ 253631 w 2457055"/>
                <a:gd name="connsiteY302" fmla="*/ 501243 h 1509195"/>
                <a:gd name="connsiteX303" fmla="*/ 224895 w 2457055"/>
                <a:gd name="connsiteY303" fmla="*/ 498363 h 1509195"/>
                <a:gd name="connsiteX304" fmla="*/ 216274 w 2457055"/>
                <a:gd name="connsiteY304" fmla="*/ 509885 h 1509195"/>
                <a:gd name="connsiteX305" fmla="*/ 201906 w 2457055"/>
                <a:gd name="connsiteY305" fmla="*/ 507005 h 1509195"/>
                <a:gd name="connsiteX306" fmla="*/ 167422 w 2457055"/>
                <a:gd name="connsiteY306" fmla="*/ 504124 h 1509195"/>
                <a:gd name="connsiteX307" fmla="*/ 141559 w 2457055"/>
                <a:gd name="connsiteY307" fmla="*/ 507005 h 1509195"/>
                <a:gd name="connsiteX308" fmla="*/ 144433 w 2457055"/>
                <a:gd name="connsiteY308" fmla="*/ 481078 h 1509195"/>
                <a:gd name="connsiteX309" fmla="*/ 132939 w 2457055"/>
                <a:gd name="connsiteY309" fmla="*/ 455152 h 1509195"/>
                <a:gd name="connsiteX310" fmla="*/ 121444 w 2457055"/>
                <a:gd name="connsiteY310" fmla="*/ 463794 h 1509195"/>
                <a:gd name="connsiteX311" fmla="*/ 92708 w 2457055"/>
                <a:gd name="connsiteY311" fmla="*/ 469555 h 1509195"/>
                <a:gd name="connsiteX312" fmla="*/ 63971 w 2457055"/>
                <a:gd name="connsiteY312" fmla="*/ 440748 h 1509195"/>
                <a:gd name="connsiteX313" fmla="*/ 63971 w 2457055"/>
                <a:gd name="connsiteY313" fmla="*/ 417703 h 1509195"/>
                <a:gd name="connsiteX314" fmla="*/ 40982 w 2457055"/>
                <a:gd name="connsiteY314" fmla="*/ 403299 h 1509195"/>
                <a:gd name="connsiteX315" fmla="*/ 52477 w 2457055"/>
                <a:gd name="connsiteY315" fmla="*/ 380253 h 1509195"/>
                <a:gd name="connsiteX316" fmla="*/ 78340 w 2457055"/>
                <a:gd name="connsiteY316" fmla="*/ 362969 h 1509195"/>
                <a:gd name="connsiteX317" fmla="*/ 86960 w 2457055"/>
                <a:gd name="connsiteY317" fmla="*/ 339923 h 1509195"/>
                <a:gd name="connsiteX318" fmla="*/ 118570 w 2457055"/>
                <a:gd name="connsiteY318" fmla="*/ 348566 h 1509195"/>
                <a:gd name="connsiteX319" fmla="*/ 130065 w 2457055"/>
                <a:gd name="connsiteY319" fmla="*/ 328401 h 1509195"/>
                <a:gd name="connsiteX320" fmla="*/ 161675 w 2457055"/>
                <a:gd name="connsiteY320" fmla="*/ 325520 h 1509195"/>
                <a:gd name="connsiteX321" fmla="*/ 158801 w 2457055"/>
                <a:gd name="connsiteY321" fmla="*/ 293832 h 1509195"/>
                <a:gd name="connsiteX322" fmla="*/ 164549 w 2457055"/>
                <a:gd name="connsiteY322" fmla="*/ 276548 h 1509195"/>
                <a:gd name="connsiteX323" fmla="*/ 121444 w 2457055"/>
                <a:gd name="connsiteY323" fmla="*/ 290951 h 1509195"/>
                <a:gd name="connsiteX324" fmla="*/ 101329 w 2457055"/>
                <a:gd name="connsiteY324" fmla="*/ 288071 h 1509195"/>
                <a:gd name="connsiteX325" fmla="*/ 49603 w 2457055"/>
                <a:gd name="connsiteY325" fmla="*/ 288071 h 1509195"/>
                <a:gd name="connsiteX326" fmla="*/ 29488 w 2457055"/>
                <a:gd name="connsiteY326" fmla="*/ 270786 h 1509195"/>
                <a:gd name="connsiteX327" fmla="*/ 35235 w 2457055"/>
                <a:gd name="connsiteY327" fmla="*/ 259264 h 1509195"/>
                <a:gd name="connsiteX328" fmla="*/ 751 w 2457055"/>
                <a:gd name="connsiteY328" fmla="*/ 244860 h 1509195"/>
                <a:gd name="connsiteX329" fmla="*/ 32361 w 2457055"/>
                <a:gd name="connsiteY329" fmla="*/ 227576 h 1509195"/>
                <a:gd name="connsiteX330" fmla="*/ 52477 w 2457055"/>
                <a:gd name="connsiteY330" fmla="*/ 224695 h 1509195"/>
                <a:gd name="connsiteX331" fmla="*/ 66845 w 2457055"/>
                <a:gd name="connsiteY331" fmla="*/ 210292 h 1509195"/>
                <a:gd name="connsiteX332" fmla="*/ 95581 w 2457055"/>
                <a:gd name="connsiteY332" fmla="*/ 207411 h 1509195"/>
                <a:gd name="connsiteX333" fmla="*/ 95581 w 2457055"/>
                <a:gd name="connsiteY333" fmla="*/ 224695 h 1509195"/>
                <a:gd name="connsiteX334" fmla="*/ 127191 w 2457055"/>
                <a:gd name="connsiteY334" fmla="*/ 227576 h 1509195"/>
                <a:gd name="connsiteX335" fmla="*/ 147307 w 2457055"/>
                <a:gd name="connsiteY335" fmla="*/ 221814 h 1509195"/>
                <a:gd name="connsiteX336" fmla="*/ 176043 w 2457055"/>
                <a:gd name="connsiteY336" fmla="*/ 213172 h 1509195"/>
                <a:gd name="connsiteX337" fmla="*/ 150180 w 2457055"/>
                <a:gd name="connsiteY337" fmla="*/ 207411 h 1509195"/>
                <a:gd name="connsiteX338" fmla="*/ 144433 w 2457055"/>
                <a:gd name="connsiteY338" fmla="*/ 187246 h 1509195"/>
                <a:gd name="connsiteX339" fmla="*/ 101329 w 2457055"/>
                <a:gd name="connsiteY339" fmla="*/ 184365 h 1509195"/>
                <a:gd name="connsiteX340" fmla="*/ 63971 w 2457055"/>
                <a:gd name="connsiteY340" fmla="*/ 144035 h 1509195"/>
                <a:gd name="connsiteX341" fmla="*/ 35235 w 2457055"/>
                <a:gd name="connsiteY341" fmla="*/ 126751 h 1509195"/>
                <a:gd name="connsiteX342" fmla="*/ 43856 w 2457055"/>
                <a:gd name="connsiteY342" fmla="*/ 109467 h 1509195"/>
                <a:gd name="connsiteX343" fmla="*/ 104202 w 2457055"/>
                <a:gd name="connsiteY343" fmla="*/ 97944 h 1509195"/>
                <a:gd name="connsiteX344" fmla="*/ 112823 w 2457055"/>
                <a:gd name="connsiteY344" fmla="*/ 72018 h 1509195"/>
                <a:gd name="connsiteX345" fmla="*/ 141559 w 2457055"/>
                <a:gd name="connsiteY345" fmla="*/ 48972 h 1509195"/>
                <a:gd name="connsiteX346" fmla="*/ 178917 w 2457055"/>
                <a:gd name="connsiteY346" fmla="*/ 43211 h 1509195"/>
                <a:gd name="connsiteX347" fmla="*/ 196159 w 2457055"/>
                <a:gd name="connsiteY347" fmla="*/ 43211 h 1509195"/>
                <a:gd name="connsiteX348" fmla="*/ 190411 w 2457055"/>
                <a:gd name="connsiteY348" fmla="*/ 31688 h 1509195"/>
                <a:gd name="connsiteX349" fmla="*/ 213400 w 2457055"/>
                <a:gd name="connsiteY349" fmla="*/ 25926 h 1509195"/>
                <a:gd name="connsiteX350" fmla="*/ 250758 w 2457055"/>
                <a:gd name="connsiteY350" fmla="*/ 17284 h 1509195"/>
                <a:gd name="connsiteX351" fmla="*/ 276620 w 2457055"/>
                <a:gd name="connsiteY351" fmla="*/ 0 h 1509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Lst>
              <a:rect l="l" t="t" r="r" b="b"/>
              <a:pathLst>
                <a:path w="2457055" h="1509195">
                  <a:moveTo>
                    <a:pt x="1772175" y="816496"/>
                  </a:moveTo>
                  <a:cubicBezTo>
                    <a:pt x="1773253" y="815687"/>
                    <a:pt x="1774510" y="815687"/>
                    <a:pt x="1775947" y="817126"/>
                  </a:cubicBezTo>
                  <a:cubicBezTo>
                    <a:pt x="1784569" y="822880"/>
                    <a:pt x="1778821" y="831512"/>
                    <a:pt x="1787443" y="837267"/>
                  </a:cubicBezTo>
                  <a:cubicBezTo>
                    <a:pt x="1796064" y="840144"/>
                    <a:pt x="1801812" y="845898"/>
                    <a:pt x="1807560" y="843021"/>
                  </a:cubicBezTo>
                  <a:cubicBezTo>
                    <a:pt x="1813308" y="840144"/>
                    <a:pt x="1821929" y="834389"/>
                    <a:pt x="1830551" y="843021"/>
                  </a:cubicBezTo>
                  <a:cubicBezTo>
                    <a:pt x="1839172" y="854530"/>
                    <a:pt x="1844920" y="845898"/>
                    <a:pt x="1850668" y="851653"/>
                  </a:cubicBezTo>
                  <a:cubicBezTo>
                    <a:pt x="1856416" y="857408"/>
                    <a:pt x="1865037" y="863162"/>
                    <a:pt x="1870785" y="854530"/>
                  </a:cubicBezTo>
                  <a:cubicBezTo>
                    <a:pt x="1876533" y="848776"/>
                    <a:pt x="1896650" y="857408"/>
                    <a:pt x="1905272" y="860285"/>
                  </a:cubicBezTo>
                  <a:cubicBezTo>
                    <a:pt x="1902398" y="863162"/>
                    <a:pt x="1896650" y="866039"/>
                    <a:pt x="1893776" y="866039"/>
                  </a:cubicBezTo>
                  <a:cubicBezTo>
                    <a:pt x="1873659" y="863162"/>
                    <a:pt x="1836299" y="886180"/>
                    <a:pt x="1844920" y="894812"/>
                  </a:cubicBezTo>
                  <a:cubicBezTo>
                    <a:pt x="1853542" y="903444"/>
                    <a:pt x="1865037" y="891935"/>
                    <a:pt x="1876533" y="900567"/>
                  </a:cubicBezTo>
                  <a:cubicBezTo>
                    <a:pt x="1888028" y="912076"/>
                    <a:pt x="1913893" y="889058"/>
                    <a:pt x="1931136" y="877548"/>
                  </a:cubicBezTo>
                  <a:cubicBezTo>
                    <a:pt x="1948380" y="868917"/>
                    <a:pt x="1928263" y="891935"/>
                    <a:pt x="1939758" y="891935"/>
                  </a:cubicBezTo>
                  <a:cubicBezTo>
                    <a:pt x="1951254" y="891935"/>
                    <a:pt x="1945506" y="900567"/>
                    <a:pt x="1957001" y="906321"/>
                  </a:cubicBezTo>
                  <a:cubicBezTo>
                    <a:pt x="1971371" y="912076"/>
                    <a:pt x="1985740" y="897689"/>
                    <a:pt x="2002983" y="897689"/>
                  </a:cubicBezTo>
                  <a:cubicBezTo>
                    <a:pt x="2017353" y="897689"/>
                    <a:pt x="2017353" y="914953"/>
                    <a:pt x="2025974" y="909198"/>
                  </a:cubicBezTo>
                  <a:cubicBezTo>
                    <a:pt x="2025974" y="906321"/>
                    <a:pt x="2025974" y="906321"/>
                    <a:pt x="2028848" y="903444"/>
                  </a:cubicBezTo>
                  <a:cubicBezTo>
                    <a:pt x="2031722" y="906321"/>
                    <a:pt x="2037470" y="909198"/>
                    <a:pt x="2040344" y="914953"/>
                  </a:cubicBezTo>
                  <a:cubicBezTo>
                    <a:pt x="2040344" y="914953"/>
                    <a:pt x="2037470" y="914953"/>
                    <a:pt x="2037470" y="917830"/>
                  </a:cubicBezTo>
                  <a:cubicBezTo>
                    <a:pt x="2037470" y="923585"/>
                    <a:pt x="2011605" y="920708"/>
                    <a:pt x="1988614" y="926462"/>
                  </a:cubicBezTo>
                  <a:cubicBezTo>
                    <a:pt x="1965623" y="932217"/>
                    <a:pt x="1942632" y="958112"/>
                    <a:pt x="1951254" y="958112"/>
                  </a:cubicBezTo>
                  <a:cubicBezTo>
                    <a:pt x="1962749" y="958112"/>
                    <a:pt x="1951254" y="978253"/>
                    <a:pt x="1945506" y="998394"/>
                  </a:cubicBezTo>
                  <a:cubicBezTo>
                    <a:pt x="1939758" y="1030044"/>
                    <a:pt x="1948380" y="1055939"/>
                    <a:pt x="1965623" y="1044430"/>
                  </a:cubicBezTo>
                  <a:cubicBezTo>
                    <a:pt x="1979992" y="1035799"/>
                    <a:pt x="1985740" y="1027167"/>
                    <a:pt x="1982866" y="1009903"/>
                  </a:cubicBezTo>
                  <a:cubicBezTo>
                    <a:pt x="1977118" y="992639"/>
                    <a:pt x="1982866" y="969621"/>
                    <a:pt x="1988614" y="958112"/>
                  </a:cubicBezTo>
                  <a:cubicBezTo>
                    <a:pt x="1994362" y="946603"/>
                    <a:pt x="2008731" y="955235"/>
                    <a:pt x="2014479" y="940848"/>
                  </a:cubicBezTo>
                  <a:cubicBezTo>
                    <a:pt x="2017353" y="926462"/>
                    <a:pt x="2037470" y="926462"/>
                    <a:pt x="2051839" y="943726"/>
                  </a:cubicBezTo>
                  <a:cubicBezTo>
                    <a:pt x="2063335" y="963867"/>
                    <a:pt x="2043217" y="975376"/>
                    <a:pt x="2040344" y="989762"/>
                  </a:cubicBezTo>
                  <a:cubicBezTo>
                    <a:pt x="2037470" y="1001271"/>
                    <a:pt x="2054713" y="981130"/>
                    <a:pt x="2066208" y="984008"/>
                  </a:cubicBezTo>
                  <a:cubicBezTo>
                    <a:pt x="2080578" y="989762"/>
                    <a:pt x="2069082" y="1012780"/>
                    <a:pt x="2074830" y="1015658"/>
                  </a:cubicBezTo>
                  <a:cubicBezTo>
                    <a:pt x="2074830" y="1021412"/>
                    <a:pt x="2074830" y="1030044"/>
                    <a:pt x="2080578" y="1032921"/>
                  </a:cubicBezTo>
                  <a:cubicBezTo>
                    <a:pt x="2074830" y="1038676"/>
                    <a:pt x="2071956" y="1038676"/>
                    <a:pt x="2069082" y="1035799"/>
                  </a:cubicBezTo>
                  <a:cubicBezTo>
                    <a:pt x="2066208" y="1030044"/>
                    <a:pt x="2051839" y="1027167"/>
                    <a:pt x="2051839" y="1041553"/>
                  </a:cubicBezTo>
                  <a:cubicBezTo>
                    <a:pt x="2051839" y="1058817"/>
                    <a:pt x="2080578" y="1064571"/>
                    <a:pt x="2100695" y="1053062"/>
                  </a:cubicBezTo>
                  <a:cubicBezTo>
                    <a:pt x="2117938" y="1044430"/>
                    <a:pt x="2152425" y="1027167"/>
                    <a:pt x="2155299" y="1018535"/>
                  </a:cubicBezTo>
                  <a:cubicBezTo>
                    <a:pt x="2158172" y="1015658"/>
                    <a:pt x="2161046" y="1015658"/>
                    <a:pt x="2163920" y="1012780"/>
                  </a:cubicBezTo>
                  <a:cubicBezTo>
                    <a:pt x="2163920" y="1009903"/>
                    <a:pt x="2161046" y="1007026"/>
                    <a:pt x="2161046" y="1004149"/>
                  </a:cubicBezTo>
                  <a:cubicBezTo>
                    <a:pt x="2166794" y="1001271"/>
                    <a:pt x="2172542" y="1001271"/>
                    <a:pt x="2181163" y="1001271"/>
                  </a:cubicBezTo>
                  <a:cubicBezTo>
                    <a:pt x="2207028" y="1001271"/>
                    <a:pt x="2235767" y="992639"/>
                    <a:pt x="2227145" y="978253"/>
                  </a:cubicBezTo>
                  <a:cubicBezTo>
                    <a:pt x="2227145" y="978253"/>
                    <a:pt x="2227145" y="978253"/>
                    <a:pt x="2227145" y="975376"/>
                  </a:cubicBezTo>
                  <a:cubicBezTo>
                    <a:pt x="2235767" y="966744"/>
                    <a:pt x="2255884" y="952358"/>
                    <a:pt x="2258758" y="952358"/>
                  </a:cubicBezTo>
                  <a:cubicBezTo>
                    <a:pt x="2264506" y="952358"/>
                    <a:pt x="2342100" y="952358"/>
                    <a:pt x="2342100" y="952358"/>
                  </a:cubicBezTo>
                  <a:cubicBezTo>
                    <a:pt x="2342100" y="952358"/>
                    <a:pt x="2367965" y="935094"/>
                    <a:pt x="2373713" y="920708"/>
                  </a:cubicBezTo>
                  <a:cubicBezTo>
                    <a:pt x="2376587" y="903444"/>
                    <a:pt x="2393830" y="868917"/>
                    <a:pt x="2402452" y="877548"/>
                  </a:cubicBezTo>
                  <a:cubicBezTo>
                    <a:pt x="2413947" y="883303"/>
                    <a:pt x="2434064" y="877548"/>
                    <a:pt x="2434064" y="886180"/>
                  </a:cubicBezTo>
                  <a:cubicBezTo>
                    <a:pt x="2436938" y="891935"/>
                    <a:pt x="2428316" y="917830"/>
                    <a:pt x="2457055" y="952358"/>
                  </a:cubicBezTo>
                  <a:cubicBezTo>
                    <a:pt x="2448434" y="958112"/>
                    <a:pt x="2442686" y="963867"/>
                    <a:pt x="2436938" y="966744"/>
                  </a:cubicBezTo>
                  <a:cubicBezTo>
                    <a:pt x="2425443" y="978253"/>
                    <a:pt x="2413947" y="958112"/>
                    <a:pt x="2408199" y="966744"/>
                  </a:cubicBezTo>
                  <a:cubicBezTo>
                    <a:pt x="2399578" y="972499"/>
                    <a:pt x="2399578" y="984008"/>
                    <a:pt x="2390956" y="984008"/>
                  </a:cubicBezTo>
                  <a:cubicBezTo>
                    <a:pt x="2382334" y="984008"/>
                    <a:pt x="2385208" y="989762"/>
                    <a:pt x="2376587" y="992639"/>
                  </a:cubicBezTo>
                  <a:cubicBezTo>
                    <a:pt x="2365091" y="995517"/>
                    <a:pt x="2356470" y="1012780"/>
                    <a:pt x="2359343" y="1018535"/>
                  </a:cubicBezTo>
                  <a:cubicBezTo>
                    <a:pt x="2362217" y="1024289"/>
                    <a:pt x="2347848" y="1030044"/>
                    <a:pt x="2356470" y="1030044"/>
                  </a:cubicBezTo>
                  <a:cubicBezTo>
                    <a:pt x="2365091" y="1032921"/>
                    <a:pt x="2370839" y="1044430"/>
                    <a:pt x="2362217" y="1050185"/>
                  </a:cubicBezTo>
                  <a:cubicBezTo>
                    <a:pt x="2356470" y="1053062"/>
                    <a:pt x="2347848" y="1055939"/>
                    <a:pt x="2342100" y="1047308"/>
                  </a:cubicBezTo>
                  <a:cubicBezTo>
                    <a:pt x="2336353" y="1041553"/>
                    <a:pt x="2344974" y="1058817"/>
                    <a:pt x="2330605" y="1058817"/>
                  </a:cubicBezTo>
                  <a:cubicBezTo>
                    <a:pt x="2319109" y="1058817"/>
                    <a:pt x="2293244" y="1064571"/>
                    <a:pt x="2293244" y="1070326"/>
                  </a:cubicBezTo>
                  <a:cubicBezTo>
                    <a:pt x="2293244" y="1076080"/>
                    <a:pt x="2333479" y="1061694"/>
                    <a:pt x="2327731" y="1073203"/>
                  </a:cubicBezTo>
                  <a:cubicBezTo>
                    <a:pt x="2327731" y="1076080"/>
                    <a:pt x="2304740" y="1081835"/>
                    <a:pt x="2293244" y="1081835"/>
                  </a:cubicBezTo>
                  <a:cubicBezTo>
                    <a:pt x="2281749" y="1081835"/>
                    <a:pt x="2273127" y="1084712"/>
                    <a:pt x="2281749" y="1087590"/>
                  </a:cubicBezTo>
                  <a:cubicBezTo>
                    <a:pt x="2287497" y="1093344"/>
                    <a:pt x="2276001" y="1107730"/>
                    <a:pt x="2267380" y="1119240"/>
                  </a:cubicBezTo>
                  <a:cubicBezTo>
                    <a:pt x="2258758" y="1127871"/>
                    <a:pt x="2255884" y="1127871"/>
                    <a:pt x="2250136" y="1119240"/>
                  </a:cubicBezTo>
                  <a:cubicBezTo>
                    <a:pt x="2244389" y="1113485"/>
                    <a:pt x="2244389" y="1127871"/>
                    <a:pt x="2250136" y="1130749"/>
                  </a:cubicBezTo>
                  <a:cubicBezTo>
                    <a:pt x="2255884" y="1130749"/>
                    <a:pt x="2253010" y="1145135"/>
                    <a:pt x="2244389" y="1162399"/>
                  </a:cubicBezTo>
                  <a:cubicBezTo>
                    <a:pt x="2238641" y="1176785"/>
                    <a:pt x="2232893" y="1179662"/>
                    <a:pt x="2235767" y="1168153"/>
                  </a:cubicBezTo>
                  <a:cubicBezTo>
                    <a:pt x="2238641" y="1156644"/>
                    <a:pt x="2235767" y="1148012"/>
                    <a:pt x="2227145" y="1139380"/>
                  </a:cubicBezTo>
                  <a:cubicBezTo>
                    <a:pt x="2221398" y="1130749"/>
                    <a:pt x="2227145" y="1122117"/>
                    <a:pt x="2230019" y="1116362"/>
                  </a:cubicBezTo>
                  <a:cubicBezTo>
                    <a:pt x="2232893" y="1110608"/>
                    <a:pt x="2224271" y="1110608"/>
                    <a:pt x="2221398" y="1116362"/>
                  </a:cubicBezTo>
                  <a:cubicBezTo>
                    <a:pt x="2218524" y="1122117"/>
                    <a:pt x="2224271" y="1145135"/>
                    <a:pt x="2218524" y="1148012"/>
                  </a:cubicBezTo>
                  <a:cubicBezTo>
                    <a:pt x="2212776" y="1148012"/>
                    <a:pt x="2201280" y="1150890"/>
                    <a:pt x="2209902" y="1156644"/>
                  </a:cubicBezTo>
                  <a:cubicBezTo>
                    <a:pt x="2215650" y="1162399"/>
                    <a:pt x="2230019" y="1171030"/>
                    <a:pt x="2224271" y="1176785"/>
                  </a:cubicBezTo>
                  <a:cubicBezTo>
                    <a:pt x="2218524" y="1182540"/>
                    <a:pt x="2215650" y="1188294"/>
                    <a:pt x="2224271" y="1188294"/>
                  </a:cubicBezTo>
                  <a:cubicBezTo>
                    <a:pt x="2235767" y="1188294"/>
                    <a:pt x="2241515" y="1202680"/>
                    <a:pt x="2232893" y="1205558"/>
                  </a:cubicBezTo>
                  <a:cubicBezTo>
                    <a:pt x="2227145" y="1208435"/>
                    <a:pt x="2230019" y="1211312"/>
                    <a:pt x="2241515" y="1214190"/>
                  </a:cubicBezTo>
                  <a:cubicBezTo>
                    <a:pt x="2253010" y="1214190"/>
                    <a:pt x="2241515" y="1222821"/>
                    <a:pt x="2235767" y="1228576"/>
                  </a:cubicBezTo>
                  <a:cubicBezTo>
                    <a:pt x="2230019" y="1231453"/>
                    <a:pt x="2221398" y="1231453"/>
                    <a:pt x="2218524" y="1225699"/>
                  </a:cubicBezTo>
                  <a:cubicBezTo>
                    <a:pt x="2215650" y="1222821"/>
                    <a:pt x="2209902" y="1228576"/>
                    <a:pt x="2212776" y="1234331"/>
                  </a:cubicBezTo>
                  <a:cubicBezTo>
                    <a:pt x="2215650" y="1242962"/>
                    <a:pt x="2224271" y="1248717"/>
                    <a:pt x="2209902" y="1251594"/>
                  </a:cubicBezTo>
                  <a:cubicBezTo>
                    <a:pt x="2195533" y="1254471"/>
                    <a:pt x="2186911" y="1263103"/>
                    <a:pt x="2184037" y="1268858"/>
                  </a:cubicBezTo>
                  <a:cubicBezTo>
                    <a:pt x="2184037" y="1274612"/>
                    <a:pt x="2175416" y="1274612"/>
                    <a:pt x="2169668" y="1274612"/>
                  </a:cubicBezTo>
                  <a:cubicBezTo>
                    <a:pt x="2163920" y="1274612"/>
                    <a:pt x="2152425" y="1286121"/>
                    <a:pt x="2149551" y="1294753"/>
                  </a:cubicBezTo>
                  <a:cubicBezTo>
                    <a:pt x="2149551" y="1303385"/>
                    <a:pt x="2138055" y="1297631"/>
                    <a:pt x="2129434" y="1306262"/>
                  </a:cubicBezTo>
                  <a:cubicBezTo>
                    <a:pt x="2120812" y="1314894"/>
                    <a:pt x="2100695" y="1340790"/>
                    <a:pt x="2100695" y="1355176"/>
                  </a:cubicBezTo>
                  <a:cubicBezTo>
                    <a:pt x="2100695" y="1372440"/>
                    <a:pt x="2106443" y="1392581"/>
                    <a:pt x="2115064" y="1404090"/>
                  </a:cubicBezTo>
                  <a:cubicBezTo>
                    <a:pt x="2123686" y="1415599"/>
                    <a:pt x="2115064" y="1418476"/>
                    <a:pt x="2120812" y="1427108"/>
                  </a:cubicBezTo>
                  <a:cubicBezTo>
                    <a:pt x="2126560" y="1435740"/>
                    <a:pt x="2135181" y="1467390"/>
                    <a:pt x="2135181" y="1476022"/>
                  </a:cubicBezTo>
                  <a:cubicBezTo>
                    <a:pt x="2132308" y="1484653"/>
                    <a:pt x="2123686" y="1496163"/>
                    <a:pt x="2123686" y="1504794"/>
                  </a:cubicBezTo>
                  <a:cubicBezTo>
                    <a:pt x="2123686" y="1513426"/>
                    <a:pt x="2106443" y="1507672"/>
                    <a:pt x="2106443" y="1501917"/>
                  </a:cubicBezTo>
                  <a:cubicBezTo>
                    <a:pt x="2103569" y="1496163"/>
                    <a:pt x="2097821" y="1481776"/>
                    <a:pt x="2089199" y="1478899"/>
                  </a:cubicBezTo>
                  <a:cubicBezTo>
                    <a:pt x="2080578" y="1478899"/>
                    <a:pt x="2089199" y="1461635"/>
                    <a:pt x="2077704" y="1455881"/>
                  </a:cubicBezTo>
                  <a:cubicBezTo>
                    <a:pt x="2069082" y="1447249"/>
                    <a:pt x="2074830" y="1438617"/>
                    <a:pt x="2069082" y="1429985"/>
                  </a:cubicBezTo>
                  <a:cubicBezTo>
                    <a:pt x="2063335" y="1424231"/>
                    <a:pt x="2077704" y="1412722"/>
                    <a:pt x="2069082" y="1404090"/>
                  </a:cubicBezTo>
                  <a:cubicBezTo>
                    <a:pt x="2060461" y="1395458"/>
                    <a:pt x="2051839" y="1383949"/>
                    <a:pt x="2043217" y="1375317"/>
                  </a:cubicBezTo>
                  <a:cubicBezTo>
                    <a:pt x="2037470" y="1369562"/>
                    <a:pt x="2028848" y="1378194"/>
                    <a:pt x="2023100" y="1383949"/>
                  </a:cubicBezTo>
                  <a:cubicBezTo>
                    <a:pt x="2014479" y="1389703"/>
                    <a:pt x="2005857" y="1386826"/>
                    <a:pt x="2005857" y="1381072"/>
                  </a:cubicBezTo>
                  <a:cubicBezTo>
                    <a:pt x="2002983" y="1375317"/>
                    <a:pt x="1994362" y="1363808"/>
                    <a:pt x="1982866" y="1363808"/>
                  </a:cubicBezTo>
                  <a:cubicBezTo>
                    <a:pt x="1971371" y="1363808"/>
                    <a:pt x="1951254" y="1375317"/>
                    <a:pt x="1951254" y="1369562"/>
                  </a:cubicBezTo>
                  <a:cubicBezTo>
                    <a:pt x="1951254" y="1363808"/>
                    <a:pt x="1945506" y="1355176"/>
                    <a:pt x="1939758" y="1363808"/>
                  </a:cubicBezTo>
                  <a:cubicBezTo>
                    <a:pt x="1936884" y="1369562"/>
                    <a:pt x="1936884" y="1366685"/>
                    <a:pt x="1922515" y="1366685"/>
                  </a:cubicBezTo>
                  <a:cubicBezTo>
                    <a:pt x="1911019" y="1366685"/>
                    <a:pt x="1896650" y="1372440"/>
                    <a:pt x="1902398" y="1378194"/>
                  </a:cubicBezTo>
                  <a:cubicBezTo>
                    <a:pt x="1908145" y="1381072"/>
                    <a:pt x="1899524" y="1383949"/>
                    <a:pt x="1908145" y="1389703"/>
                  </a:cubicBezTo>
                  <a:cubicBezTo>
                    <a:pt x="1913893" y="1395458"/>
                    <a:pt x="1922515" y="1404090"/>
                    <a:pt x="1913893" y="1404090"/>
                  </a:cubicBezTo>
                  <a:cubicBezTo>
                    <a:pt x="1902398" y="1401212"/>
                    <a:pt x="1890902" y="1381072"/>
                    <a:pt x="1890902" y="1386826"/>
                  </a:cubicBezTo>
                  <a:cubicBezTo>
                    <a:pt x="1890902" y="1395458"/>
                    <a:pt x="1890902" y="1395458"/>
                    <a:pt x="1879407" y="1395458"/>
                  </a:cubicBezTo>
                  <a:cubicBezTo>
                    <a:pt x="1870785" y="1395458"/>
                    <a:pt x="1867911" y="1398335"/>
                    <a:pt x="1859290" y="1389703"/>
                  </a:cubicBezTo>
                  <a:cubicBezTo>
                    <a:pt x="1853542" y="1383949"/>
                    <a:pt x="1844920" y="1375317"/>
                    <a:pt x="1844920" y="1383949"/>
                  </a:cubicBezTo>
                  <a:cubicBezTo>
                    <a:pt x="1842046" y="1389703"/>
                    <a:pt x="1827677" y="1389703"/>
                    <a:pt x="1824803" y="1381072"/>
                  </a:cubicBezTo>
                  <a:cubicBezTo>
                    <a:pt x="1819055" y="1375317"/>
                    <a:pt x="1813308" y="1375317"/>
                    <a:pt x="1813308" y="1378194"/>
                  </a:cubicBezTo>
                  <a:cubicBezTo>
                    <a:pt x="1813308" y="1383949"/>
                    <a:pt x="1807560" y="1381072"/>
                    <a:pt x="1798938" y="1378194"/>
                  </a:cubicBezTo>
                  <a:cubicBezTo>
                    <a:pt x="1793191" y="1375317"/>
                    <a:pt x="1796064" y="1389703"/>
                    <a:pt x="1784569" y="1386826"/>
                  </a:cubicBezTo>
                  <a:cubicBezTo>
                    <a:pt x="1775947" y="1386826"/>
                    <a:pt x="1773073" y="1386826"/>
                    <a:pt x="1773073" y="1392581"/>
                  </a:cubicBezTo>
                  <a:cubicBezTo>
                    <a:pt x="1773073" y="1398335"/>
                    <a:pt x="1758704" y="1412722"/>
                    <a:pt x="1750082" y="1412722"/>
                  </a:cubicBezTo>
                  <a:cubicBezTo>
                    <a:pt x="1741461" y="1412722"/>
                    <a:pt x="1735713" y="1412722"/>
                    <a:pt x="1735713" y="1418476"/>
                  </a:cubicBezTo>
                  <a:cubicBezTo>
                    <a:pt x="1735713" y="1424231"/>
                    <a:pt x="1724218" y="1429985"/>
                    <a:pt x="1718470" y="1432862"/>
                  </a:cubicBezTo>
                  <a:cubicBezTo>
                    <a:pt x="1709848" y="1438617"/>
                    <a:pt x="1724218" y="1447249"/>
                    <a:pt x="1712722" y="1455881"/>
                  </a:cubicBezTo>
                  <a:cubicBezTo>
                    <a:pt x="1701227" y="1464512"/>
                    <a:pt x="1718470" y="1467390"/>
                    <a:pt x="1718470" y="1487531"/>
                  </a:cubicBezTo>
                  <a:cubicBezTo>
                    <a:pt x="1715596" y="1484653"/>
                    <a:pt x="1709848" y="1484653"/>
                    <a:pt x="1709848" y="1484653"/>
                  </a:cubicBezTo>
                  <a:cubicBezTo>
                    <a:pt x="1698353" y="1484653"/>
                    <a:pt x="1678236" y="1473144"/>
                    <a:pt x="1675362" y="1473144"/>
                  </a:cubicBezTo>
                  <a:cubicBezTo>
                    <a:pt x="1669614" y="1473144"/>
                    <a:pt x="1672488" y="1461635"/>
                    <a:pt x="1666740" y="1455881"/>
                  </a:cubicBezTo>
                  <a:cubicBezTo>
                    <a:pt x="1663866" y="1453003"/>
                    <a:pt x="1666740" y="1441494"/>
                    <a:pt x="1660992" y="1438617"/>
                  </a:cubicBezTo>
                  <a:cubicBezTo>
                    <a:pt x="1658118" y="1435740"/>
                    <a:pt x="1643749" y="1421353"/>
                    <a:pt x="1638001" y="1406967"/>
                  </a:cubicBezTo>
                  <a:cubicBezTo>
                    <a:pt x="1635127" y="1389703"/>
                    <a:pt x="1606389" y="1381072"/>
                    <a:pt x="1594893" y="1381072"/>
                  </a:cubicBezTo>
                  <a:cubicBezTo>
                    <a:pt x="1586272" y="1381072"/>
                    <a:pt x="1580524" y="1401212"/>
                    <a:pt x="1577650" y="1404090"/>
                  </a:cubicBezTo>
                  <a:cubicBezTo>
                    <a:pt x="1574776" y="1404090"/>
                    <a:pt x="1554659" y="1392581"/>
                    <a:pt x="1548911" y="1389703"/>
                  </a:cubicBezTo>
                  <a:cubicBezTo>
                    <a:pt x="1543164" y="1386826"/>
                    <a:pt x="1540290" y="1381072"/>
                    <a:pt x="1540290" y="1372440"/>
                  </a:cubicBezTo>
                  <a:cubicBezTo>
                    <a:pt x="1540290" y="1366685"/>
                    <a:pt x="1528794" y="1355176"/>
                    <a:pt x="1525920" y="1355176"/>
                  </a:cubicBezTo>
                  <a:cubicBezTo>
                    <a:pt x="1520173" y="1352299"/>
                    <a:pt x="1497182" y="1329281"/>
                    <a:pt x="1497182" y="1329281"/>
                  </a:cubicBezTo>
                  <a:cubicBezTo>
                    <a:pt x="1497182" y="1329281"/>
                    <a:pt x="1497182" y="1329281"/>
                    <a:pt x="1459821" y="1329281"/>
                  </a:cubicBezTo>
                  <a:cubicBezTo>
                    <a:pt x="1459821" y="1329281"/>
                    <a:pt x="1459821" y="1329281"/>
                    <a:pt x="1451200" y="1340790"/>
                  </a:cubicBezTo>
                  <a:cubicBezTo>
                    <a:pt x="1451200" y="1340790"/>
                    <a:pt x="1451200" y="1340790"/>
                    <a:pt x="1382227" y="1340790"/>
                  </a:cubicBezTo>
                  <a:cubicBezTo>
                    <a:pt x="1382227" y="1340790"/>
                    <a:pt x="1330497" y="1320649"/>
                    <a:pt x="1319001" y="1317771"/>
                  </a:cubicBezTo>
                  <a:cubicBezTo>
                    <a:pt x="1310380" y="1317771"/>
                    <a:pt x="1293137" y="1306262"/>
                    <a:pt x="1293137" y="1306262"/>
                  </a:cubicBezTo>
                  <a:cubicBezTo>
                    <a:pt x="1293137" y="1306262"/>
                    <a:pt x="1293137" y="1306262"/>
                    <a:pt x="1238533" y="1312017"/>
                  </a:cubicBezTo>
                  <a:cubicBezTo>
                    <a:pt x="1235659" y="1306262"/>
                    <a:pt x="1232785" y="1300508"/>
                    <a:pt x="1232785" y="1297631"/>
                  </a:cubicBezTo>
                  <a:cubicBezTo>
                    <a:pt x="1229911" y="1286121"/>
                    <a:pt x="1215542" y="1271735"/>
                    <a:pt x="1209794" y="1268858"/>
                  </a:cubicBezTo>
                  <a:cubicBezTo>
                    <a:pt x="1204047" y="1268858"/>
                    <a:pt x="1198299" y="1271735"/>
                    <a:pt x="1189677" y="1265981"/>
                  </a:cubicBezTo>
                  <a:cubicBezTo>
                    <a:pt x="1178182" y="1260226"/>
                    <a:pt x="1169560" y="1254471"/>
                    <a:pt x="1158065" y="1254471"/>
                  </a:cubicBezTo>
                  <a:cubicBezTo>
                    <a:pt x="1149443" y="1254471"/>
                    <a:pt x="1160938" y="1242962"/>
                    <a:pt x="1146569" y="1231453"/>
                  </a:cubicBezTo>
                  <a:cubicBezTo>
                    <a:pt x="1132200" y="1217067"/>
                    <a:pt x="1120704" y="1208435"/>
                    <a:pt x="1120704" y="1202680"/>
                  </a:cubicBezTo>
                  <a:cubicBezTo>
                    <a:pt x="1120704" y="1196926"/>
                    <a:pt x="1126452" y="1188294"/>
                    <a:pt x="1117830" y="1185417"/>
                  </a:cubicBezTo>
                  <a:cubicBezTo>
                    <a:pt x="1109209" y="1179662"/>
                    <a:pt x="1109209" y="1179662"/>
                    <a:pt x="1109209" y="1168153"/>
                  </a:cubicBezTo>
                  <a:cubicBezTo>
                    <a:pt x="1109209" y="1159521"/>
                    <a:pt x="1103461" y="1165276"/>
                    <a:pt x="1097713" y="1156644"/>
                  </a:cubicBezTo>
                  <a:cubicBezTo>
                    <a:pt x="1091965" y="1145135"/>
                    <a:pt x="1086218" y="1139380"/>
                    <a:pt x="1077596" y="1136503"/>
                  </a:cubicBezTo>
                  <a:cubicBezTo>
                    <a:pt x="1071848" y="1130749"/>
                    <a:pt x="1077596" y="1113485"/>
                    <a:pt x="1071848" y="1104853"/>
                  </a:cubicBezTo>
                  <a:cubicBezTo>
                    <a:pt x="1066101" y="1093344"/>
                    <a:pt x="1063227" y="1084712"/>
                    <a:pt x="1068974" y="1073203"/>
                  </a:cubicBezTo>
                  <a:cubicBezTo>
                    <a:pt x="1071848" y="1058817"/>
                    <a:pt x="1066101" y="1044430"/>
                    <a:pt x="1060353" y="1032921"/>
                  </a:cubicBezTo>
                  <a:cubicBezTo>
                    <a:pt x="1051731" y="1021412"/>
                    <a:pt x="1066101" y="1004149"/>
                    <a:pt x="1066101" y="995517"/>
                  </a:cubicBezTo>
                  <a:cubicBezTo>
                    <a:pt x="1068974" y="984008"/>
                    <a:pt x="1068974" y="952358"/>
                    <a:pt x="1068974" y="935094"/>
                  </a:cubicBezTo>
                  <a:cubicBezTo>
                    <a:pt x="1071848" y="917830"/>
                    <a:pt x="1068974" y="912076"/>
                    <a:pt x="1074722" y="912076"/>
                  </a:cubicBezTo>
                  <a:cubicBezTo>
                    <a:pt x="1083344" y="914953"/>
                    <a:pt x="1083344" y="909198"/>
                    <a:pt x="1074722" y="906321"/>
                  </a:cubicBezTo>
                  <a:cubicBezTo>
                    <a:pt x="1066101" y="900567"/>
                    <a:pt x="1071848" y="894812"/>
                    <a:pt x="1063227" y="883303"/>
                  </a:cubicBezTo>
                  <a:cubicBezTo>
                    <a:pt x="1054605" y="871794"/>
                    <a:pt x="1051731" y="857408"/>
                    <a:pt x="1051731" y="851653"/>
                  </a:cubicBezTo>
                  <a:cubicBezTo>
                    <a:pt x="1051731" y="848776"/>
                    <a:pt x="1051731" y="848776"/>
                    <a:pt x="1051731" y="848776"/>
                  </a:cubicBezTo>
                  <a:cubicBezTo>
                    <a:pt x="1066101" y="851653"/>
                    <a:pt x="1077596" y="851653"/>
                    <a:pt x="1089092" y="848776"/>
                  </a:cubicBezTo>
                  <a:cubicBezTo>
                    <a:pt x="1089092" y="854530"/>
                    <a:pt x="1091965" y="857408"/>
                    <a:pt x="1094839" y="857408"/>
                  </a:cubicBezTo>
                  <a:cubicBezTo>
                    <a:pt x="1100587" y="857408"/>
                    <a:pt x="1103461" y="868917"/>
                    <a:pt x="1097713" y="871794"/>
                  </a:cubicBezTo>
                  <a:cubicBezTo>
                    <a:pt x="1091965" y="874671"/>
                    <a:pt x="1091965" y="886180"/>
                    <a:pt x="1100587" y="886180"/>
                  </a:cubicBezTo>
                  <a:cubicBezTo>
                    <a:pt x="1109209" y="886180"/>
                    <a:pt x="1112083" y="868917"/>
                    <a:pt x="1109209" y="860285"/>
                  </a:cubicBezTo>
                  <a:cubicBezTo>
                    <a:pt x="1106335" y="848776"/>
                    <a:pt x="1112083" y="843021"/>
                    <a:pt x="1103461" y="834389"/>
                  </a:cubicBezTo>
                  <a:cubicBezTo>
                    <a:pt x="1103461" y="834389"/>
                    <a:pt x="1103461" y="831512"/>
                    <a:pt x="1100587" y="831512"/>
                  </a:cubicBezTo>
                  <a:cubicBezTo>
                    <a:pt x="1100587" y="831512"/>
                    <a:pt x="1100587" y="831512"/>
                    <a:pt x="1767326" y="828635"/>
                  </a:cubicBezTo>
                  <a:cubicBezTo>
                    <a:pt x="1767326" y="828635"/>
                    <a:pt x="1768942" y="818924"/>
                    <a:pt x="1772175" y="816496"/>
                  </a:cubicBezTo>
                  <a:close/>
                  <a:moveTo>
                    <a:pt x="26828" y="670231"/>
                  </a:moveTo>
                  <a:cubicBezTo>
                    <a:pt x="32658" y="676062"/>
                    <a:pt x="26828" y="684807"/>
                    <a:pt x="15168" y="687722"/>
                  </a:cubicBezTo>
                  <a:cubicBezTo>
                    <a:pt x="3507" y="693552"/>
                    <a:pt x="20998" y="664401"/>
                    <a:pt x="26828" y="670231"/>
                  </a:cubicBezTo>
                  <a:close/>
                  <a:moveTo>
                    <a:pt x="94714" y="642054"/>
                  </a:moveTo>
                  <a:cubicBezTo>
                    <a:pt x="99298" y="640973"/>
                    <a:pt x="103793" y="640792"/>
                    <a:pt x="107389" y="642235"/>
                  </a:cubicBezTo>
                  <a:cubicBezTo>
                    <a:pt x="118896" y="645119"/>
                    <a:pt x="101636" y="650889"/>
                    <a:pt x="93005" y="650889"/>
                  </a:cubicBezTo>
                  <a:cubicBezTo>
                    <a:pt x="84375" y="650889"/>
                    <a:pt x="81499" y="659543"/>
                    <a:pt x="72868" y="656658"/>
                  </a:cubicBezTo>
                  <a:cubicBezTo>
                    <a:pt x="66396" y="656658"/>
                    <a:pt x="80959" y="645300"/>
                    <a:pt x="94714" y="642054"/>
                  </a:cubicBezTo>
                  <a:close/>
                  <a:moveTo>
                    <a:pt x="371702" y="512282"/>
                  </a:moveTo>
                  <a:cubicBezTo>
                    <a:pt x="374927" y="511569"/>
                    <a:pt x="377077" y="512995"/>
                    <a:pt x="377077" y="515847"/>
                  </a:cubicBezTo>
                  <a:cubicBezTo>
                    <a:pt x="377077" y="521550"/>
                    <a:pt x="388543" y="524402"/>
                    <a:pt x="382810" y="527254"/>
                  </a:cubicBezTo>
                  <a:cubicBezTo>
                    <a:pt x="377077" y="530105"/>
                    <a:pt x="365611" y="530105"/>
                    <a:pt x="365611" y="535809"/>
                  </a:cubicBezTo>
                  <a:cubicBezTo>
                    <a:pt x="365611" y="538661"/>
                    <a:pt x="379944" y="541512"/>
                    <a:pt x="374211" y="550067"/>
                  </a:cubicBezTo>
                  <a:cubicBezTo>
                    <a:pt x="368477" y="555771"/>
                    <a:pt x="348412" y="570030"/>
                    <a:pt x="342679" y="570030"/>
                  </a:cubicBezTo>
                  <a:cubicBezTo>
                    <a:pt x="336946" y="570030"/>
                    <a:pt x="336946" y="567178"/>
                    <a:pt x="331213" y="570030"/>
                  </a:cubicBezTo>
                  <a:cubicBezTo>
                    <a:pt x="322613" y="575733"/>
                    <a:pt x="316880" y="561474"/>
                    <a:pt x="319747" y="552919"/>
                  </a:cubicBezTo>
                  <a:cubicBezTo>
                    <a:pt x="322613" y="544364"/>
                    <a:pt x="336946" y="552919"/>
                    <a:pt x="336946" y="547216"/>
                  </a:cubicBezTo>
                  <a:cubicBezTo>
                    <a:pt x="339812" y="541512"/>
                    <a:pt x="348412" y="532957"/>
                    <a:pt x="359878" y="521550"/>
                  </a:cubicBezTo>
                  <a:cubicBezTo>
                    <a:pt x="364178" y="515847"/>
                    <a:pt x="368477" y="512995"/>
                    <a:pt x="371702" y="512282"/>
                  </a:cubicBezTo>
                  <a:close/>
                  <a:moveTo>
                    <a:pt x="23907" y="448441"/>
                  </a:moveTo>
                  <a:cubicBezTo>
                    <a:pt x="29316" y="446984"/>
                    <a:pt x="35086" y="447713"/>
                    <a:pt x="35086" y="452085"/>
                  </a:cubicBezTo>
                  <a:cubicBezTo>
                    <a:pt x="37970" y="460831"/>
                    <a:pt x="46624" y="446255"/>
                    <a:pt x="52394" y="452085"/>
                  </a:cubicBezTo>
                  <a:cubicBezTo>
                    <a:pt x="58163" y="457916"/>
                    <a:pt x="55278" y="466661"/>
                    <a:pt x="49509" y="469576"/>
                  </a:cubicBezTo>
                  <a:cubicBezTo>
                    <a:pt x="37970" y="472491"/>
                    <a:pt x="17778" y="466661"/>
                    <a:pt x="14893" y="457916"/>
                  </a:cubicBezTo>
                  <a:cubicBezTo>
                    <a:pt x="13451" y="453543"/>
                    <a:pt x="18499" y="449899"/>
                    <a:pt x="23907" y="448441"/>
                  </a:cubicBezTo>
                  <a:close/>
                  <a:moveTo>
                    <a:pt x="276620" y="0"/>
                  </a:moveTo>
                  <a:cubicBezTo>
                    <a:pt x="282368" y="2881"/>
                    <a:pt x="296736" y="5761"/>
                    <a:pt x="293862" y="11523"/>
                  </a:cubicBezTo>
                  <a:cubicBezTo>
                    <a:pt x="293862" y="14403"/>
                    <a:pt x="282368" y="17284"/>
                    <a:pt x="285241" y="20165"/>
                  </a:cubicBezTo>
                  <a:cubicBezTo>
                    <a:pt x="290988" y="25926"/>
                    <a:pt x="299609" y="23046"/>
                    <a:pt x="305357" y="17284"/>
                  </a:cubicBezTo>
                  <a:cubicBezTo>
                    <a:pt x="308230" y="11523"/>
                    <a:pt x="316851" y="8642"/>
                    <a:pt x="316851" y="14403"/>
                  </a:cubicBezTo>
                  <a:cubicBezTo>
                    <a:pt x="316851" y="20165"/>
                    <a:pt x="319725" y="25926"/>
                    <a:pt x="328346" y="23046"/>
                  </a:cubicBezTo>
                  <a:cubicBezTo>
                    <a:pt x="336967" y="23046"/>
                    <a:pt x="365703" y="14403"/>
                    <a:pt x="371450" y="23046"/>
                  </a:cubicBezTo>
                  <a:cubicBezTo>
                    <a:pt x="374324" y="31688"/>
                    <a:pt x="368577" y="37449"/>
                    <a:pt x="377197" y="37449"/>
                  </a:cubicBezTo>
                  <a:cubicBezTo>
                    <a:pt x="388692" y="34568"/>
                    <a:pt x="385818" y="46091"/>
                    <a:pt x="394439" y="43211"/>
                  </a:cubicBezTo>
                  <a:cubicBezTo>
                    <a:pt x="400187" y="40330"/>
                    <a:pt x="431797" y="34568"/>
                    <a:pt x="454786" y="37449"/>
                  </a:cubicBezTo>
                  <a:cubicBezTo>
                    <a:pt x="477775" y="43211"/>
                    <a:pt x="489269" y="57614"/>
                    <a:pt x="506511" y="54733"/>
                  </a:cubicBezTo>
                  <a:cubicBezTo>
                    <a:pt x="523753" y="51853"/>
                    <a:pt x="535247" y="54733"/>
                    <a:pt x="543868" y="60495"/>
                  </a:cubicBezTo>
                  <a:cubicBezTo>
                    <a:pt x="552489" y="63376"/>
                    <a:pt x="578352" y="60495"/>
                    <a:pt x="589846" y="57614"/>
                  </a:cubicBezTo>
                  <a:cubicBezTo>
                    <a:pt x="601341" y="54733"/>
                    <a:pt x="624330" y="66256"/>
                    <a:pt x="641572" y="72018"/>
                  </a:cubicBezTo>
                  <a:cubicBezTo>
                    <a:pt x="644445" y="72018"/>
                    <a:pt x="647319" y="72018"/>
                    <a:pt x="653066" y="74898"/>
                  </a:cubicBezTo>
                  <a:cubicBezTo>
                    <a:pt x="653066" y="74898"/>
                    <a:pt x="653066" y="74898"/>
                    <a:pt x="653066" y="446510"/>
                  </a:cubicBezTo>
                  <a:cubicBezTo>
                    <a:pt x="653066" y="446510"/>
                    <a:pt x="661687" y="452271"/>
                    <a:pt x="664561" y="449391"/>
                  </a:cubicBezTo>
                  <a:cubicBezTo>
                    <a:pt x="667435" y="443629"/>
                    <a:pt x="676055" y="449391"/>
                    <a:pt x="687550" y="443629"/>
                  </a:cubicBezTo>
                  <a:cubicBezTo>
                    <a:pt x="699045" y="437868"/>
                    <a:pt x="704792" y="449391"/>
                    <a:pt x="704792" y="455152"/>
                  </a:cubicBezTo>
                  <a:cubicBezTo>
                    <a:pt x="704792" y="460913"/>
                    <a:pt x="722034" y="472436"/>
                    <a:pt x="727781" y="481078"/>
                  </a:cubicBezTo>
                  <a:cubicBezTo>
                    <a:pt x="736402" y="489720"/>
                    <a:pt x="739275" y="498363"/>
                    <a:pt x="747896" y="492601"/>
                  </a:cubicBezTo>
                  <a:cubicBezTo>
                    <a:pt x="753644" y="486840"/>
                    <a:pt x="768012" y="483959"/>
                    <a:pt x="768012" y="475317"/>
                  </a:cubicBezTo>
                  <a:cubicBezTo>
                    <a:pt x="768012" y="466675"/>
                    <a:pt x="802495" y="463794"/>
                    <a:pt x="802495" y="478198"/>
                  </a:cubicBezTo>
                  <a:cubicBezTo>
                    <a:pt x="802495" y="489720"/>
                    <a:pt x="834105" y="504124"/>
                    <a:pt x="854221" y="535812"/>
                  </a:cubicBezTo>
                  <a:cubicBezTo>
                    <a:pt x="871463" y="570380"/>
                    <a:pt x="868589" y="576142"/>
                    <a:pt x="897325" y="587665"/>
                  </a:cubicBezTo>
                  <a:cubicBezTo>
                    <a:pt x="923188" y="599187"/>
                    <a:pt x="923188" y="604949"/>
                    <a:pt x="920314" y="613591"/>
                  </a:cubicBezTo>
                  <a:cubicBezTo>
                    <a:pt x="917441" y="622233"/>
                    <a:pt x="937556" y="627994"/>
                    <a:pt x="926062" y="636637"/>
                  </a:cubicBezTo>
                  <a:cubicBezTo>
                    <a:pt x="920314" y="639517"/>
                    <a:pt x="914567" y="642398"/>
                    <a:pt x="908820" y="648159"/>
                  </a:cubicBezTo>
                  <a:cubicBezTo>
                    <a:pt x="908820" y="645279"/>
                    <a:pt x="908820" y="645279"/>
                    <a:pt x="908820" y="645279"/>
                  </a:cubicBezTo>
                  <a:cubicBezTo>
                    <a:pt x="908820" y="636637"/>
                    <a:pt x="897325" y="648159"/>
                    <a:pt x="897325" y="642398"/>
                  </a:cubicBezTo>
                  <a:cubicBezTo>
                    <a:pt x="897325" y="636637"/>
                    <a:pt x="903073" y="627994"/>
                    <a:pt x="897325" y="625114"/>
                  </a:cubicBezTo>
                  <a:cubicBezTo>
                    <a:pt x="888704" y="625114"/>
                    <a:pt x="888704" y="636637"/>
                    <a:pt x="885831" y="630875"/>
                  </a:cubicBezTo>
                  <a:cubicBezTo>
                    <a:pt x="880083" y="625114"/>
                    <a:pt x="871463" y="622233"/>
                    <a:pt x="871463" y="627994"/>
                  </a:cubicBezTo>
                  <a:cubicBezTo>
                    <a:pt x="871463" y="630875"/>
                    <a:pt x="871463" y="645279"/>
                    <a:pt x="868589" y="639517"/>
                  </a:cubicBezTo>
                  <a:cubicBezTo>
                    <a:pt x="862842" y="636637"/>
                    <a:pt x="854221" y="630875"/>
                    <a:pt x="854221" y="636637"/>
                  </a:cubicBezTo>
                  <a:cubicBezTo>
                    <a:pt x="851347" y="639517"/>
                    <a:pt x="854221" y="651040"/>
                    <a:pt x="845600" y="645279"/>
                  </a:cubicBezTo>
                  <a:cubicBezTo>
                    <a:pt x="836979" y="636637"/>
                    <a:pt x="848473" y="627994"/>
                    <a:pt x="845600" y="619352"/>
                  </a:cubicBezTo>
                  <a:cubicBezTo>
                    <a:pt x="842726" y="613591"/>
                    <a:pt x="834105" y="602068"/>
                    <a:pt x="842726" y="602068"/>
                  </a:cubicBezTo>
                  <a:cubicBezTo>
                    <a:pt x="848473" y="602068"/>
                    <a:pt x="857094" y="619352"/>
                    <a:pt x="862842" y="610710"/>
                  </a:cubicBezTo>
                  <a:cubicBezTo>
                    <a:pt x="868589" y="604949"/>
                    <a:pt x="874336" y="604949"/>
                    <a:pt x="874336" y="599187"/>
                  </a:cubicBezTo>
                  <a:cubicBezTo>
                    <a:pt x="874336" y="593426"/>
                    <a:pt x="862842" y="573261"/>
                    <a:pt x="857094" y="576142"/>
                  </a:cubicBezTo>
                  <a:cubicBezTo>
                    <a:pt x="848473" y="576142"/>
                    <a:pt x="848473" y="587665"/>
                    <a:pt x="857094" y="587665"/>
                  </a:cubicBezTo>
                  <a:cubicBezTo>
                    <a:pt x="862842" y="587665"/>
                    <a:pt x="871463" y="599187"/>
                    <a:pt x="865715" y="599187"/>
                  </a:cubicBezTo>
                  <a:cubicBezTo>
                    <a:pt x="859968" y="602068"/>
                    <a:pt x="848473" y="593426"/>
                    <a:pt x="845600" y="584784"/>
                  </a:cubicBezTo>
                  <a:cubicBezTo>
                    <a:pt x="842726" y="576142"/>
                    <a:pt x="831232" y="596307"/>
                    <a:pt x="828358" y="587665"/>
                  </a:cubicBezTo>
                  <a:cubicBezTo>
                    <a:pt x="828358" y="579022"/>
                    <a:pt x="825484" y="596307"/>
                    <a:pt x="819737" y="596307"/>
                  </a:cubicBezTo>
                  <a:cubicBezTo>
                    <a:pt x="816864" y="596307"/>
                    <a:pt x="813990" y="573261"/>
                    <a:pt x="816864" y="570380"/>
                  </a:cubicBezTo>
                  <a:cubicBezTo>
                    <a:pt x="819737" y="567500"/>
                    <a:pt x="831232" y="570380"/>
                    <a:pt x="831232" y="564619"/>
                  </a:cubicBezTo>
                  <a:cubicBezTo>
                    <a:pt x="831232" y="558858"/>
                    <a:pt x="842726" y="558858"/>
                    <a:pt x="839853" y="547335"/>
                  </a:cubicBezTo>
                  <a:cubicBezTo>
                    <a:pt x="834105" y="535812"/>
                    <a:pt x="828358" y="524289"/>
                    <a:pt x="825484" y="530050"/>
                  </a:cubicBezTo>
                  <a:cubicBezTo>
                    <a:pt x="822611" y="538693"/>
                    <a:pt x="831232" y="550215"/>
                    <a:pt x="825484" y="553096"/>
                  </a:cubicBezTo>
                  <a:cubicBezTo>
                    <a:pt x="816864" y="558858"/>
                    <a:pt x="813990" y="564619"/>
                    <a:pt x="811116" y="561738"/>
                  </a:cubicBezTo>
                  <a:cubicBezTo>
                    <a:pt x="808243" y="558858"/>
                    <a:pt x="813990" y="547335"/>
                    <a:pt x="808243" y="544454"/>
                  </a:cubicBezTo>
                  <a:cubicBezTo>
                    <a:pt x="799622" y="541573"/>
                    <a:pt x="799622" y="553096"/>
                    <a:pt x="802495" y="561738"/>
                  </a:cubicBezTo>
                  <a:cubicBezTo>
                    <a:pt x="808243" y="567500"/>
                    <a:pt x="811116" y="584784"/>
                    <a:pt x="805369" y="587665"/>
                  </a:cubicBezTo>
                  <a:cubicBezTo>
                    <a:pt x="802495" y="590545"/>
                    <a:pt x="802495" y="576142"/>
                    <a:pt x="793874" y="573261"/>
                  </a:cubicBezTo>
                  <a:cubicBezTo>
                    <a:pt x="788127" y="570380"/>
                    <a:pt x="793874" y="558858"/>
                    <a:pt x="788127" y="555977"/>
                  </a:cubicBezTo>
                  <a:cubicBezTo>
                    <a:pt x="779506" y="555977"/>
                    <a:pt x="765138" y="541573"/>
                    <a:pt x="768012" y="532931"/>
                  </a:cubicBezTo>
                  <a:cubicBezTo>
                    <a:pt x="768012" y="524289"/>
                    <a:pt x="785254" y="524289"/>
                    <a:pt x="782380" y="530050"/>
                  </a:cubicBezTo>
                  <a:cubicBezTo>
                    <a:pt x="782380" y="532931"/>
                    <a:pt x="796748" y="541573"/>
                    <a:pt x="802495" y="532931"/>
                  </a:cubicBezTo>
                  <a:cubicBezTo>
                    <a:pt x="805369" y="521408"/>
                    <a:pt x="805369" y="507005"/>
                    <a:pt x="799622" y="501243"/>
                  </a:cubicBezTo>
                  <a:cubicBezTo>
                    <a:pt x="793874" y="492601"/>
                    <a:pt x="785254" y="481078"/>
                    <a:pt x="791001" y="498363"/>
                  </a:cubicBezTo>
                  <a:cubicBezTo>
                    <a:pt x="793874" y="515647"/>
                    <a:pt x="799622" y="530050"/>
                    <a:pt x="788127" y="518528"/>
                  </a:cubicBezTo>
                  <a:cubicBezTo>
                    <a:pt x="776633" y="509885"/>
                    <a:pt x="782380" y="518528"/>
                    <a:pt x="768012" y="509885"/>
                  </a:cubicBezTo>
                  <a:cubicBezTo>
                    <a:pt x="753644" y="498363"/>
                    <a:pt x="770885" y="530050"/>
                    <a:pt x="753644" y="521408"/>
                  </a:cubicBezTo>
                  <a:cubicBezTo>
                    <a:pt x="736402" y="512766"/>
                    <a:pt x="733528" y="504124"/>
                    <a:pt x="724907" y="498363"/>
                  </a:cubicBezTo>
                  <a:cubicBezTo>
                    <a:pt x="719160" y="489720"/>
                    <a:pt x="704792" y="486840"/>
                    <a:pt x="699045" y="483959"/>
                  </a:cubicBezTo>
                  <a:cubicBezTo>
                    <a:pt x="690424" y="481078"/>
                    <a:pt x="681803" y="481078"/>
                    <a:pt x="684676" y="475317"/>
                  </a:cubicBezTo>
                  <a:cubicBezTo>
                    <a:pt x="690424" y="469555"/>
                    <a:pt x="699045" y="466675"/>
                    <a:pt x="690424" y="460913"/>
                  </a:cubicBezTo>
                  <a:cubicBezTo>
                    <a:pt x="681803" y="452271"/>
                    <a:pt x="678929" y="472436"/>
                    <a:pt x="661687" y="469555"/>
                  </a:cubicBezTo>
                  <a:cubicBezTo>
                    <a:pt x="644445" y="466675"/>
                    <a:pt x="647319" y="455152"/>
                    <a:pt x="638698" y="455152"/>
                  </a:cubicBezTo>
                  <a:cubicBezTo>
                    <a:pt x="632951" y="455152"/>
                    <a:pt x="604215" y="458033"/>
                    <a:pt x="586973" y="458033"/>
                  </a:cubicBezTo>
                  <a:cubicBezTo>
                    <a:pt x="569731" y="455152"/>
                    <a:pt x="561110" y="452271"/>
                    <a:pt x="561110" y="449391"/>
                  </a:cubicBezTo>
                  <a:cubicBezTo>
                    <a:pt x="561110" y="443629"/>
                    <a:pt x="561110" y="437868"/>
                    <a:pt x="555363" y="443629"/>
                  </a:cubicBezTo>
                  <a:cubicBezTo>
                    <a:pt x="549616" y="449391"/>
                    <a:pt x="546742" y="452271"/>
                    <a:pt x="540995" y="446510"/>
                  </a:cubicBezTo>
                  <a:cubicBezTo>
                    <a:pt x="532374" y="440748"/>
                    <a:pt x="526626" y="443629"/>
                    <a:pt x="520879" y="449391"/>
                  </a:cubicBezTo>
                  <a:cubicBezTo>
                    <a:pt x="512258" y="455152"/>
                    <a:pt x="509385" y="443629"/>
                    <a:pt x="518006" y="440748"/>
                  </a:cubicBezTo>
                  <a:cubicBezTo>
                    <a:pt x="526626" y="437868"/>
                    <a:pt x="538121" y="440748"/>
                    <a:pt x="529500" y="432106"/>
                  </a:cubicBezTo>
                  <a:cubicBezTo>
                    <a:pt x="520879" y="426345"/>
                    <a:pt x="515132" y="437868"/>
                    <a:pt x="509385" y="429225"/>
                  </a:cubicBezTo>
                  <a:cubicBezTo>
                    <a:pt x="503637" y="417703"/>
                    <a:pt x="497890" y="426345"/>
                    <a:pt x="492143" y="420583"/>
                  </a:cubicBezTo>
                  <a:cubicBezTo>
                    <a:pt x="486396" y="417703"/>
                    <a:pt x="480648" y="414822"/>
                    <a:pt x="477775" y="423464"/>
                  </a:cubicBezTo>
                  <a:cubicBezTo>
                    <a:pt x="477775" y="432106"/>
                    <a:pt x="466280" y="423464"/>
                    <a:pt x="472027" y="434987"/>
                  </a:cubicBezTo>
                  <a:cubicBezTo>
                    <a:pt x="474901" y="443629"/>
                    <a:pt x="486396" y="446510"/>
                    <a:pt x="480648" y="449391"/>
                  </a:cubicBezTo>
                  <a:cubicBezTo>
                    <a:pt x="474901" y="452271"/>
                    <a:pt x="486396" y="460913"/>
                    <a:pt x="480648" y="460913"/>
                  </a:cubicBezTo>
                  <a:cubicBezTo>
                    <a:pt x="474901" y="463794"/>
                    <a:pt x="463407" y="455152"/>
                    <a:pt x="446165" y="463794"/>
                  </a:cubicBezTo>
                  <a:cubicBezTo>
                    <a:pt x="428923" y="472436"/>
                    <a:pt x="411681" y="489720"/>
                    <a:pt x="397313" y="489720"/>
                  </a:cubicBezTo>
                  <a:cubicBezTo>
                    <a:pt x="385818" y="489720"/>
                    <a:pt x="380071" y="483959"/>
                    <a:pt x="388692" y="481078"/>
                  </a:cubicBezTo>
                  <a:cubicBezTo>
                    <a:pt x="397313" y="478198"/>
                    <a:pt x="405934" y="472436"/>
                    <a:pt x="397313" y="469555"/>
                  </a:cubicBezTo>
                  <a:cubicBezTo>
                    <a:pt x="388692" y="469555"/>
                    <a:pt x="388692" y="463794"/>
                    <a:pt x="394439" y="452271"/>
                  </a:cubicBezTo>
                  <a:cubicBezTo>
                    <a:pt x="403060" y="443629"/>
                    <a:pt x="394439" y="440748"/>
                    <a:pt x="405934" y="432106"/>
                  </a:cubicBezTo>
                  <a:cubicBezTo>
                    <a:pt x="414555" y="420583"/>
                    <a:pt x="420302" y="420583"/>
                    <a:pt x="431797" y="426345"/>
                  </a:cubicBezTo>
                  <a:cubicBezTo>
                    <a:pt x="440417" y="432106"/>
                    <a:pt x="443291" y="417703"/>
                    <a:pt x="428923" y="417703"/>
                  </a:cubicBezTo>
                  <a:cubicBezTo>
                    <a:pt x="414555" y="417703"/>
                    <a:pt x="423176" y="406180"/>
                    <a:pt x="414555" y="411941"/>
                  </a:cubicBezTo>
                  <a:cubicBezTo>
                    <a:pt x="408807" y="414822"/>
                    <a:pt x="400187" y="426345"/>
                    <a:pt x="394439" y="426345"/>
                  </a:cubicBezTo>
                  <a:cubicBezTo>
                    <a:pt x="388692" y="426345"/>
                    <a:pt x="388692" y="432106"/>
                    <a:pt x="382945" y="440748"/>
                  </a:cubicBezTo>
                  <a:cubicBezTo>
                    <a:pt x="374324" y="446510"/>
                    <a:pt x="365703" y="449391"/>
                    <a:pt x="365703" y="458033"/>
                  </a:cubicBezTo>
                  <a:cubicBezTo>
                    <a:pt x="365703" y="466675"/>
                    <a:pt x="357082" y="472436"/>
                    <a:pt x="351335" y="472436"/>
                  </a:cubicBezTo>
                  <a:cubicBezTo>
                    <a:pt x="342714" y="472436"/>
                    <a:pt x="328346" y="486840"/>
                    <a:pt x="331219" y="489720"/>
                  </a:cubicBezTo>
                  <a:cubicBezTo>
                    <a:pt x="331219" y="492601"/>
                    <a:pt x="348461" y="492601"/>
                    <a:pt x="348461" y="498363"/>
                  </a:cubicBezTo>
                  <a:cubicBezTo>
                    <a:pt x="348461" y="504124"/>
                    <a:pt x="342714" y="509885"/>
                    <a:pt x="336967" y="512766"/>
                  </a:cubicBezTo>
                  <a:cubicBezTo>
                    <a:pt x="331219" y="512766"/>
                    <a:pt x="334093" y="527170"/>
                    <a:pt x="328346" y="530050"/>
                  </a:cubicBezTo>
                  <a:cubicBezTo>
                    <a:pt x="322598" y="532931"/>
                    <a:pt x="319725" y="530050"/>
                    <a:pt x="311104" y="535812"/>
                  </a:cubicBezTo>
                  <a:cubicBezTo>
                    <a:pt x="302483" y="544454"/>
                    <a:pt x="290988" y="553096"/>
                    <a:pt x="282368" y="553096"/>
                  </a:cubicBezTo>
                  <a:cubicBezTo>
                    <a:pt x="276620" y="553096"/>
                    <a:pt x="279494" y="564619"/>
                    <a:pt x="273747" y="564619"/>
                  </a:cubicBezTo>
                  <a:cubicBezTo>
                    <a:pt x="267999" y="567500"/>
                    <a:pt x="233516" y="584784"/>
                    <a:pt x="230642" y="590545"/>
                  </a:cubicBezTo>
                  <a:cubicBezTo>
                    <a:pt x="227768" y="599187"/>
                    <a:pt x="230642" y="602068"/>
                    <a:pt x="216274" y="604949"/>
                  </a:cubicBezTo>
                  <a:cubicBezTo>
                    <a:pt x="201906" y="607830"/>
                    <a:pt x="199032" y="613591"/>
                    <a:pt x="193285" y="613591"/>
                  </a:cubicBezTo>
                  <a:cubicBezTo>
                    <a:pt x="187538" y="613591"/>
                    <a:pt x="181790" y="610710"/>
                    <a:pt x="176043" y="616472"/>
                  </a:cubicBezTo>
                  <a:cubicBezTo>
                    <a:pt x="170296" y="619352"/>
                    <a:pt x="161675" y="627994"/>
                    <a:pt x="155928" y="622233"/>
                  </a:cubicBezTo>
                  <a:cubicBezTo>
                    <a:pt x="153054" y="619352"/>
                    <a:pt x="147307" y="616472"/>
                    <a:pt x="147307" y="622233"/>
                  </a:cubicBezTo>
                  <a:cubicBezTo>
                    <a:pt x="147307" y="630875"/>
                    <a:pt x="121444" y="642398"/>
                    <a:pt x="118570" y="639517"/>
                  </a:cubicBezTo>
                  <a:cubicBezTo>
                    <a:pt x="112823" y="633756"/>
                    <a:pt x="132939" y="625114"/>
                    <a:pt x="135812" y="613591"/>
                  </a:cubicBezTo>
                  <a:cubicBezTo>
                    <a:pt x="141559" y="599187"/>
                    <a:pt x="170296" y="613591"/>
                    <a:pt x="173169" y="607830"/>
                  </a:cubicBezTo>
                  <a:cubicBezTo>
                    <a:pt x="176043" y="604949"/>
                    <a:pt x="201906" y="579022"/>
                    <a:pt x="213400" y="576142"/>
                  </a:cubicBezTo>
                  <a:cubicBezTo>
                    <a:pt x="227768" y="576142"/>
                    <a:pt x="236389" y="553096"/>
                    <a:pt x="245010" y="550215"/>
                  </a:cubicBezTo>
                  <a:cubicBezTo>
                    <a:pt x="253631" y="547335"/>
                    <a:pt x="242137" y="527170"/>
                    <a:pt x="253631" y="512766"/>
                  </a:cubicBezTo>
                  <a:cubicBezTo>
                    <a:pt x="262252" y="501243"/>
                    <a:pt x="267999" y="492601"/>
                    <a:pt x="253631" y="501243"/>
                  </a:cubicBezTo>
                  <a:cubicBezTo>
                    <a:pt x="236389" y="507005"/>
                    <a:pt x="227768" y="507005"/>
                    <a:pt x="224895" y="498363"/>
                  </a:cubicBezTo>
                  <a:cubicBezTo>
                    <a:pt x="224895" y="489720"/>
                    <a:pt x="216274" y="501243"/>
                    <a:pt x="216274" y="509885"/>
                  </a:cubicBezTo>
                  <a:cubicBezTo>
                    <a:pt x="216274" y="521408"/>
                    <a:pt x="213400" y="518528"/>
                    <a:pt x="201906" y="507005"/>
                  </a:cubicBezTo>
                  <a:cubicBezTo>
                    <a:pt x="190411" y="492601"/>
                    <a:pt x="170296" y="495482"/>
                    <a:pt x="167422" y="504124"/>
                  </a:cubicBezTo>
                  <a:cubicBezTo>
                    <a:pt x="164549" y="509885"/>
                    <a:pt x="141559" y="512766"/>
                    <a:pt x="141559" y="507005"/>
                  </a:cubicBezTo>
                  <a:cubicBezTo>
                    <a:pt x="141559" y="498363"/>
                    <a:pt x="138686" y="486840"/>
                    <a:pt x="144433" y="481078"/>
                  </a:cubicBezTo>
                  <a:cubicBezTo>
                    <a:pt x="150180" y="478198"/>
                    <a:pt x="141559" y="460913"/>
                    <a:pt x="132939" y="455152"/>
                  </a:cubicBezTo>
                  <a:cubicBezTo>
                    <a:pt x="127191" y="449391"/>
                    <a:pt x="132939" y="463794"/>
                    <a:pt x="121444" y="463794"/>
                  </a:cubicBezTo>
                  <a:cubicBezTo>
                    <a:pt x="109949" y="466675"/>
                    <a:pt x="101329" y="475317"/>
                    <a:pt x="92708" y="469555"/>
                  </a:cubicBezTo>
                  <a:cubicBezTo>
                    <a:pt x="84087" y="460913"/>
                    <a:pt x="72592" y="443629"/>
                    <a:pt x="63971" y="440748"/>
                  </a:cubicBezTo>
                  <a:cubicBezTo>
                    <a:pt x="52477" y="437868"/>
                    <a:pt x="75466" y="426345"/>
                    <a:pt x="63971" y="417703"/>
                  </a:cubicBezTo>
                  <a:cubicBezTo>
                    <a:pt x="52477" y="409060"/>
                    <a:pt x="55350" y="420583"/>
                    <a:pt x="40982" y="403299"/>
                  </a:cubicBezTo>
                  <a:cubicBezTo>
                    <a:pt x="29488" y="383134"/>
                    <a:pt x="49603" y="400418"/>
                    <a:pt x="52477" y="380253"/>
                  </a:cubicBezTo>
                  <a:cubicBezTo>
                    <a:pt x="58224" y="362969"/>
                    <a:pt x="78340" y="371611"/>
                    <a:pt x="78340" y="362969"/>
                  </a:cubicBezTo>
                  <a:cubicBezTo>
                    <a:pt x="78340" y="354327"/>
                    <a:pt x="75466" y="339923"/>
                    <a:pt x="86960" y="339923"/>
                  </a:cubicBezTo>
                  <a:cubicBezTo>
                    <a:pt x="101329" y="339923"/>
                    <a:pt x="107076" y="354327"/>
                    <a:pt x="118570" y="348566"/>
                  </a:cubicBezTo>
                  <a:cubicBezTo>
                    <a:pt x="127191" y="339923"/>
                    <a:pt x="124318" y="328401"/>
                    <a:pt x="130065" y="328401"/>
                  </a:cubicBezTo>
                  <a:cubicBezTo>
                    <a:pt x="138686" y="328401"/>
                    <a:pt x="147307" y="334162"/>
                    <a:pt x="161675" y="325520"/>
                  </a:cubicBezTo>
                  <a:cubicBezTo>
                    <a:pt x="173169" y="316878"/>
                    <a:pt x="164549" y="299594"/>
                    <a:pt x="158801" y="293832"/>
                  </a:cubicBezTo>
                  <a:cubicBezTo>
                    <a:pt x="150180" y="285190"/>
                    <a:pt x="176043" y="288071"/>
                    <a:pt x="164549" y="276548"/>
                  </a:cubicBezTo>
                  <a:cubicBezTo>
                    <a:pt x="153054" y="265025"/>
                    <a:pt x="127191" y="285190"/>
                    <a:pt x="121444" y="290951"/>
                  </a:cubicBezTo>
                  <a:cubicBezTo>
                    <a:pt x="115697" y="299594"/>
                    <a:pt x="107076" y="288071"/>
                    <a:pt x="101329" y="288071"/>
                  </a:cubicBezTo>
                  <a:cubicBezTo>
                    <a:pt x="92708" y="288071"/>
                    <a:pt x="61098" y="296713"/>
                    <a:pt x="49603" y="288071"/>
                  </a:cubicBezTo>
                  <a:cubicBezTo>
                    <a:pt x="35235" y="282309"/>
                    <a:pt x="38109" y="273667"/>
                    <a:pt x="29488" y="270786"/>
                  </a:cubicBezTo>
                  <a:cubicBezTo>
                    <a:pt x="20867" y="267906"/>
                    <a:pt x="43856" y="262144"/>
                    <a:pt x="35235" y="259264"/>
                  </a:cubicBezTo>
                  <a:cubicBezTo>
                    <a:pt x="23740" y="256383"/>
                    <a:pt x="-4996" y="253502"/>
                    <a:pt x="751" y="244860"/>
                  </a:cubicBezTo>
                  <a:cubicBezTo>
                    <a:pt x="3625" y="239099"/>
                    <a:pt x="20867" y="233337"/>
                    <a:pt x="32361" y="227576"/>
                  </a:cubicBezTo>
                  <a:cubicBezTo>
                    <a:pt x="43856" y="218934"/>
                    <a:pt x="52477" y="233337"/>
                    <a:pt x="52477" y="224695"/>
                  </a:cubicBezTo>
                  <a:cubicBezTo>
                    <a:pt x="55350" y="216053"/>
                    <a:pt x="49603" y="218934"/>
                    <a:pt x="66845" y="210292"/>
                  </a:cubicBezTo>
                  <a:cubicBezTo>
                    <a:pt x="84087" y="198769"/>
                    <a:pt x="98455" y="204530"/>
                    <a:pt x="95581" y="207411"/>
                  </a:cubicBezTo>
                  <a:cubicBezTo>
                    <a:pt x="95581" y="213172"/>
                    <a:pt x="86960" y="227576"/>
                    <a:pt x="95581" y="224695"/>
                  </a:cubicBezTo>
                  <a:cubicBezTo>
                    <a:pt x="107076" y="224695"/>
                    <a:pt x="124318" y="221814"/>
                    <a:pt x="127191" y="227576"/>
                  </a:cubicBezTo>
                  <a:cubicBezTo>
                    <a:pt x="132939" y="233337"/>
                    <a:pt x="138686" y="227576"/>
                    <a:pt x="147307" y="221814"/>
                  </a:cubicBezTo>
                  <a:cubicBezTo>
                    <a:pt x="158801" y="213172"/>
                    <a:pt x="178917" y="218934"/>
                    <a:pt x="176043" y="213172"/>
                  </a:cubicBezTo>
                  <a:cubicBezTo>
                    <a:pt x="173169" y="204530"/>
                    <a:pt x="161675" y="210292"/>
                    <a:pt x="150180" y="207411"/>
                  </a:cubicBezTo>
                  <a:cubicBezTo>
                    <a:pt x="141559" y="201649"/>
                    <a:pt x="153054" y="187246"/>
                    <a:pt x="144433" y="187246"/>
                  </a:cubicBezTo>
                  <a:cubicBezTo>
                    <a:pt x="132939" y="184365"/>
                    <a:pt x="104202" y="193007"/>
                    <a:pt x="101329" y="184365"/>
                  </a:cubicBezTo>
                  <a:cubicBezTo>
                    <a:pt x="101329" y="178604"/>
                    <a:pt x="84087" y="149797"/>
                    <a:pt x="63971" y="144035"/>
                  </a:cubicBezTo>
                  <a:cubicBezTo>
                    <a:pt x="40982" y="138274"/>
                    <a:pt x="32361" y="132512"/>
                    <a:pt x="35235" y="126751"/>
                  </a:cubicBezTo>
                  <a:cubicBezTo>
                    <a:pt x="40982" y="120990"/>
                    <a:pt x="35235" y="109467"/>
                    <a:pt x="43856" y="109467"/>
                  </a:cubicBezTo>
                  <a:cubicBezTo>
                    <a:pt x="49603" y="109467"/>
                    <a:pt x="89834" y="115228"/>
                    <a:pt x="104202" y="97944"/>
                  </a:cubicBezTo>
                  <a:cubicBezTo>
                    <a:pt x="118570" y="83540"/>
                    <a:pt x="107076" y="77779"/>
                    <a:pt x="112823" y="72018"/>
                  </a:cubicBezTo>
                  <a:cubicBezTo>
                    <a:pt x="118570" y="66256"/>
                    <a:pt x="135812" y="48972"/>
                    <a:pt x="141559" y="48972"/>
                  </a:cubicBezTo>
                  <a:cubicBezTo>
                    <a:pt x="147307" y="48972"/>
                    <a:pt x="170296" y="51853"/>
                    <a:pt x="178917" y="43211"/>
                  </a:cubicBezTo>
                  <a:cubicBezTo>
                    <a:pt x="184664" y="34568"/>
                    <a:pt x="187538" y="51853"/>
                    <a:pt x="196159" y="43211"/>
                  </a:cubicBezTo>
                  <a:cubicBezTo>
                    <a:pt x="201906" y="37449"/>
                    <a:pt x="190411" y="37449"/>
                    <a:pt x="190411" y="31688"/>
                  </a:cubicBezTo>
                  <a:cubicBezTo>
                    <a:pt x="190411" y="25926"/>
                    <a:pt x="201906" y="23046"/>
                    <a:pt x="213400" y="25926"/>
                  </a:cubicBezTo>
                  <a:cubicBezTo>
                    <a:pt x="222021" y="25926"/>
                    <a:pt x="239263" y="25926"/>
                    <a:pt x="250758" y="17284"/>
                  </a:cubicBezTo>
                  <a:cubicBezTo>
                    <a:pt x="262252" y="5761"/>
                    <a:pt x="270873" y="0"/>
                    <a:pt x="276620" y="0"/>
                  </a:cubicBezTo>
                  <a:close/>
                </a:path>
              </a:pathLst>
            </a:custGeom>
            <a:solidFill>
              <a:schemeClr val="accent1"/>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grpSp>
      <p:grpSp>
        <p:nvGrpSpPr>
          <p:cNvPr id="440" name="Group 439">
            <a:extLst>
              <a:ext uri="{FF2B5EF4-FFF2-40B4-BE49-F238E27FC236}">
                <a16:creationId xmlns:a16="http://schemas.microsoft.com/office/drawing/2014/main" id="{306EC1C2-B8E2-18DF-C310-BEB6A62C3CD6}"/>
              </a:ext>
            </a:extLst>
          </p:cNvPr>
          <p:cNvGrpSpPr/>
          <p:nvPr/>
        </p:nvGrpSpPr>
        <p:grpSpPr>
          <a:xfrm>
            <a:off x="9956833" y="4297941"/>
            <a:ext cx="1504628" cy="1144143"/>
            <a:chOff x="9956833" y="4297941"/>
            <a:chExt cx="1504628" cy="1144143"/>
          </a:xfrm>
        </p:grpSpPr>
        <p:sp>
          <p:nvSpPr>
            <p:cNvPr id="382" name="Freeform 151">
              <a:extLst>
                <a:ext uri="{FF2B5EF4-FFF2-40B4-BE49-F238E27FC236}">
                  <a16:creationId xmlns:a16="http://schemas.microsoft.com/office/drawing/2014/main" id="{9AA58A5E-2150-1AC1-B9D0-78EA1BFB9DE7}"/>
                </a:ext>
              </a:extLst>
            </p:cNvPr>
            <p:cNvSpPr>
              <a:spLocks noEditPoints="1"/>
            </p:cNvSpPr>
            <p:nvPr/>
          </p:nvSpPr>
          <p:spPr bwMode="auto">
            <a:xfrm>
              <a:off x="10601348" y="4297941"/>
              <a:ext cx="285183" cy="189319"/>
            </a:xfrm>
            <a:custGeom>
              <a:avLst/>
              <a:gdLst>
                <a:gd name="T0" fmla="*/ 76 w 106"/>
                <a:gd name="T1" fmla="*/ 63 h 68"/>
                <a:gd name="T2" fmla="*/ 70 w 106"/>
                <a:gd name="T3" fmla="*/ 57 h 68"/>
                <a:gd name="T4" fmla="*/ 62 w 106"/>
                <a:gd name="T5" fmla="*/ 53 h 68"/>
                <a:gd name="T6" fmla="*/ 56 w 106"/>
                <a:gd name="T7" fmla="*/ 42 h 68"/>
                <a:gd name="T8" fmla="*/ 54 w 106"/>
                <a:gd name="T9" fmla="*/ 35 h 68"/>
                <a:gd name="T10" fmla="*/ 56 w 106"/>
                <a:gd name="T11" fmla="*/ 29 h 68"/>
                <a:gd name="T12" fmla="*/ 39 w 106"/>
                <a:gd name="T13" fmla="*/ 20 h 68"/>
                <a:gd name="T14" fmla="*/ 6 w 106"/>
                <a:gd name="T15" fmla="*/ 2 h 68"/>
                <a:gd name="T16" fmla="*/ 0 w 106"/>
                <a:gd name="T17" fmla="*/ 0 h 68"/>
                <a:gd name="T18" fmla="*/ 0 w 106"/>
                <a:gd name="T19" fmla="*/ 53 h 68"/>
                <a:gd name="T20" fmla="*/ 9 w 106"/>
                <a:gd name="T21" fmla="*/ 56 h 68"/>
                <a:gd name="T22" fmla="*/ 19 w 106"/>
                <a:gd name="T23" fmla="*/ 50 h 68"/>
                <a:gd name="T24" fmla="*/ 24 w 106"/>
                <a:gd name="T25" fmla="*/ 44 h 68"/>
                <a:gd name="T26" fmla="*/ 41 w 106"/>
                <a:gd name="T27" fmla="*/ 48 h 68"/>
                <a:gd name="T28" fmla="*/ 60 w 106"/>
                <a:gd name="T29" fmla="*/ 65 h 68"/>
                <a:gd name="T30" fmla="*/ 77 w 106"/>
                <a:gd name="T31" fmla="*/ 68 h 68"/>
                <a:gd name="T32" fmla="*/ 76 w 106"/>
                <a:gd name="T33" fmla="*/ 63 h 68"/>
                <a:gd name="T34" fmla="*/ 90 w 106"/>
                <a:gd name="T35" fmla="*/ 18 h 68"/>
                <a:gd name="T36" fmla="*/ 80 w 106"/>
                <a:gd name="T37" fmla="*/ 24 h 68"/>
                <a:gd name="T38" fmla="*/ 62 w 106"/>
                <a:gd name="T39" fmla="*/ 25 h 68"/>
                <a:gd name="T40" fmla="*/ 76 w 106"/>
                <a:gd name="T41" fmla="*/ 31 h 68"/>
                <a:gd name="T42" fmla="*/ 93 w 106"/>
                <a:gd name="T43" fmla="*/ 22 h 68"/>
                <a:gd name="T44" fmla="*/ 96 w 106"/>
                <a:gd name="T45" fmla="*/ 15 h 68"/>
                <a:gd name="T46" fmla="*/ 90 w 106"/>
                <a:gd name="T47" fmla="*/ 18 h 68"/>
                <a:gd name="T48" fmla="*/ 99 w 106"/>
                <a:gd name="T49" fmla="*/ 9 h 68"/>
                <a:gd name="T50" fmla="*/ 96 w 106"/>
                <a:gd name="T51" fmla="*/ 9 h 68"/>
                <a:gd name="T52" fmla="*/ 102 w 106"/>
                <a:gd name="T53" fmla="*/ 17 h 68"/>
                <a:gd name="T54" fmla="*/ 99 w 106"/>
                <a:gd name="T55" fmla="*/ 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6" h="68">
                  <a:moveTo>
                    <a:pt x="76" y="63"/>
                  </a:moveTo>
                  <a:cubicBezTo>
                    <a:pt x="75" y="62"/>
                    <a:pt x="70" y="59"/>
                    <a:pt x="70" y="57"/>
                  </a:cubicBezTo>
                  <a:cubicBezTo>
                    <a:pt x="71" y="55"/>
                    <a:pt x="65" y="55"/>
                    <a:pt x="62" y="53"/>
                  </a:cubicBezTo>
                  <a:cubicBezTo>
                    <a:pt x="58" y="51"/>
                    <a:pt x="60" y="43"/>
                    <a:pt x="56" y="42"/>
                  </a:cubicBezTo>
                  <a:cubicBezTo>
                    <a:pt x="52" y="40"/>
                    <a:pt x="49" y="34"/>
                    <a:pt x="54" y="35"/>
                  </a:cubicBezTo>
                  <a:cubicBezTo>
                    <a:pt x="58" y="35"/>
                    <a:pt x="59" y="32"/>
                    <a:pt x="56" y="29"/>
                  </a:cubicBezTo>
                  <a:cubicBezTo>
                    <a:pt x="52" y="26"/>
                    <a:pt x="39" y="25"/>
                    <a:pt x="39" y="20"/>
                  </a:cubicBezTo>
                  <a:cubicBezTo>
                    <a:pt x="38" y="15"/>
                    <a:pt x="16" y="4"/>
                    <a:pt x="6" y="2"/>
                  </a:cubicBezTo>
                  <a:cubicBezTo>
                    <a:pt x="4" y="1"/>
                    <a:pt x="2" y="1"/>
                    <a:pt x="0" y="0"/>
                  </a:cubicBezTo>
                  <a:cubicBezTo>
                    <a:pt x="0" y="53"/>
                    <a:pt x="0" y="53"/>
                    <a:pt x="0" y="53"/>
                  </a:cubicBezTo>
                  <a:cubicBezTo>
                    <a:pt x="2" y="55"/>
                    <a:pt x="5" y="56"/>
                    <a:pt x="9" y="56"/>
                  </a:cubicBezTo>
                  <a:cubicBezTo>
                    <a:pt x="19" y="57"/>
                    <a:pt x="17" y="50"/>
                    <a:pt x="19" y="50"/>
                  </a:cubicBezTo>
                  <a:cubicBezTo>
                    <a:pt x="21" y="50"/>
                    <a:pt x="21" y="47"/>
                    <a:pt x="24" y="44"/>
                  </a:cubicBezTo>
                  <a:cubicBezTo>
                    <a:pt x="26" y="41"/>
                    <a:pt x="36" y="44"/>
                    <a:pt x="41" y="48"/>
                  </a:cubicBezTo>
                  <a:cubicBezTo>
                    <a:pt x="47" y="53"/>
                    <a:pt x="54" y="66"/>
                    <a:pt x="60" y="65"/>
                  </a:cubicBezTo>
                  <a:cubicBezTo>
                    <a:pt x="66" y="63"/>
                    <a:pt x="72" y="68"/>
                    <a:pt x="77" y="68"/>
                  </a:cubicBezTo>
                  <a:cubicBezTo>
                    <a:pt x="83" y="68"/>
                    <a:pt x="78" y="63"/>
                    <a:pt x="76" y="63"/>
                  </a:cubicBezTo>
                  <a:close/>
                  <a:moveTo>
                    <a:pt x="90" y="18"/>
                  </a:moveTo>
                  <a:cubicBezTo>
                    <a:pt x="90" y="20"/>
                    <a:pt x="86" y="22"/>
                    <a:pt x="80" y="24"/>
                  </a:cubicBezTo>
                  <a:cubicBezTo>
                    <a:pt x="74" y="27"/>
                    <a:pt x="63" y="21"/>
                    <a:pt x="62" y="25"/>
                  </a:cubicBezTo>
                  <a:cubicBezTo>
                    <a:pt x="62" y="27"/>
                    <a:pt x="69" y="31"/>
                    <a:pt x="76" y="31"/>
                  </a:cubicBezTo>
                  <a:cubicBezTo>
                    <a:pt x="83" y="31"/>
                    <a:pt x="93" y="24"/>
                    <a:pt x="93" y="22"/>
                  </a:cubicBezTo>
                  <a:cubicBezTo>
                    <a:pt x="93" y="20"/>
                    <a:pt x="98" y="17"/>
                    <a:pt x="96" y="15"/>
                  </a:cubicBezTo>
                  <a:cubicBezTo>
                    <a:pt x="94" y="13"/>
                    <a:pt x="90" y="16"/>
                    <a:pt x="90" y="18"/>
                  </a:cubicBezTo>
                  <a:close/>
                  <a:moveTo>
                    <a:pt x="99" y="9"/>
                  </a:moveTo>
                  <a:cubicBezTo>
                    <a:pt x="95" y="6"/>
                    <a:pt x="91" y="5"/>
                    <a:pt x="96" y="9"/>
                  </a:cubicBezTo>
                  <a:cubicBezTo>
                    <a:pt x="101" y="14"/>
                    <a:pt x="99" y="18"/>
                    <a:pt x="102" y="17"/>
                  </a:cubicBezTo>
                  <a:cubicBezTo>
                    <a:pt x="106" y="16"/>
                    <a:pt x="103" y="11"/>
                    <a:pt x="99" y="9"/>
                  </a:cubicBezTo>
                  <a:close/>
                </a:path>
              </a:pathLst>
            </a:custGeom>
            <a:solidFill>
              <a:schemeClr val="accent5"/>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386" name="Freeform 155">
              <a:extLst>
                <a:ext uri="{FF2B5EF4-FFF2-40B4-BE49-F238E27FC236}">
                  <a16:creationId xmlns:a16="http://schemas.microsoft.com/office/drawing/2014/main" id="{9FF2E0F4-C46E-DE19-B2E5-F7CDF5CCB44A}"/>
                </a:ext>
              </a:extLst>
            </p:cNvPr>
            <p:cNvSpPr>
              <a:spLocks noEditPoints="1"/>
            </p:cNvSpPr>
            <p:nvPr/>
          </p:nvSpPr>
          <p:spPr bwMode="auto">
            <a:xfrm>
              <a:off x="10913909" y="4359087"/>
              <a:ext cx="183658" cy="136403"/>
            </a:xfrm>
            <a:custGeom>
              <a:avLst/>
              <a:gdLst>
                <a:gd name="T0" fmla="*/ 0 w 68"/>
                <a:gd name="T1" fmla="*/ 2 h 49"/>
                <a:gd name="T2" fmla="*/ 11 w 68"/>
                <a:gd name="T3" fmla="*/ 14 h 49"/>
                <a:gd name="T4" fmla="*/ 0 w 68"/>
                <a:gd name="T5" fmla="*/ 2 h 49"/>
                <a:gd name="T6" fmla="*/ 16 w 68"/>
                <a:gd name="T7" fmla="*/ 13 h 49"/>
                <a:gd name="T8" fmla="*/ 23 w 68"/>
                <a:gd name="T9" fmla="*/ 18 h 49"/>
                <a:gd name="T10" fmla="*/ 16 w 68"/>
                <a:gd name="T11" fmla="*/ 13 h 49"/>
                <a:gd name="T12" fmla="*/ 44 w 68"/>
                <a:gd name="T13" fmla="*/ 28 h 49"/>
                <a:gd name="T14" fmla="*/ 32 w 68"/>
                <a:gd name="T15" fmla="*/ 21 h 49"/>
                <a:gd name="T16" fmla="*/ 44 w 68"/>
                <a:gd name="T17" fmla="*/ 28 h 49"/>
                <a:gd name="T18" fmla="*/ 43 w 68"/>
                <a:gd name="T19" fmla="*/ 36 h 49"/>
                <a:gd name="T20" fmla="*/ 51 w 68"/>
                <a:gd name="T21" fmla="*/ 40 h 49"/>
                <a:gd name="T22" fmla="*/ 43 w 68"/>
                <a:gd name="T23" fmla="*/ 36 h 49"/>
                <a:gd name="T24" fmla="*/ 58 w 68"/>
                <a:gd name="T25" fmla="*/ 44 h 49"/>
                <a:gd name="T26" fmla="*/ 66 w 68"/>
                <a:gd name="T27" fmla="*/ 48 h 49"/>
                <a:gd name="T28" fmla="*/ 58 w 68"/>
                <a:gd name="T29" fmla="*/ 44 h 49"/>
                <a:gd name="T30" fmla="*/ 52 w 68"/>
                <a:gd name="T31" fmla="*/ 27 h 49"/>
                <a:gd name="T32" fmla="*/ 58 w 68"/>
                <a:gd name="T33" fmla="*/ 39 h 49"/>
                <a:gd name="T34" fmla="*/ 52 w 68"/>
                <a:gd name="T35"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49">
                  <a:moveTo>
                    <a:pt x="0" y="2"/>
                  </a:moveTo>
                  <a:cubicBezTo>
                    <a:pt x="0" y="4"/>
                    <a:pt x="8" y="16"/>
                    <a:pt x="11" y="14"/>
                  </a:cubicBezTo>
                  <a:cubicBezTo>
                    <a:pt x="16" y="11"/>
                    <a:pt x="1" y="0"/>
                    <a:pt x="0" y="2"/>
                  </a:cubicBezTo>
                  <a:close/>
                  <a:moveTo>
                    <a:pt x="16" y="13"/>
                  </a:moveTo>
                  <a:cubicBezTo>
                    <a:pt x="16" y="14"/>
                    <a:pt x="22" y="19"/>
                    <a:pt x="23" y="18"/>
                  </a:cubicBezTo>
                  <a:cubicBezTo>
                    <a:pt x="25" y="18"/>
                    <a:pt x="17" y="11"/>
                    <a:pt x="16" y="13"/>
                  </a:cubicBezTo>
                  <a:close/>
                  <a:moveTo>
                    <a:pt x="44" y="28"/>
                  </a:moveTo>
                  <a:cubicBezTo>
                    <a:pt x="46" y="26"/>
                    <a:pt x="33" y="19"/>
                    <a:pt x="32" y="21"/>
                  </a:cubicBezTo>
                  <a:cubicBezTo>
                    <a:pt x="32" y="23"/>
                    <a:pt x="42" y="29"/>
                    <a:pt x="44" y="28"/>
                  </a:cubicBezTo>
                  <a:close/>
                  <a:moveTo>
                    <a:pt x="43" y="36"/>
                  </a:moveTo>
                  <a:cubicBezTo>
                    <a:pt x="44" y="39"/>
                    <a:pt x="49" y="42"/>
                    <a:pt x="51" y="40"/>
                  </a:cubicBezTo>
                  <a:cubicBezTo>
                    <a:pt x="54" y="39"/>
                    <a:pt x="42" y="32"/>
                    <a:pt x="43" y="36"/>
                  </a:cubicBezTo>
                  <a:close/>
                  <a:moveTo>
                    <a:pt x="58" y="44"/>
                  </a:moveTo>
                  <a:cubicBezTo>
                    <a:pt x="58" y="45"/>
                    <a:pt x="63" y="49"/>
                    <a:pt x="66" y="48"/>
                  </a:cubicBezTo>
                  <a:cubicBezTo>
                    <a:pt x="68" y="46"/>
                    <a:pt x="57" y="42"/>
                    <a:pt x="58" y="44"/>
                  </a:cubicBezTo>
                  <a:close/>
                  <a:moveTo>
                    <a:pt x="52" y="27"/>
                  </a:moveTo>
                  <a:cubicBezTo>
                    <a:pt x="50" y="31"/>
                    <a:pt x="57" y="38"/>
                    <a:pt x="58" y="39"/>
                  </a:cubicBezTo>
                  <a:cubicBezTo>
                    <a:pt x="59" y="39"/>
                    <a:pt x="53" y="24"/>
                    <a:pt x="52" y="27"/>
                  </a:cubicBezTo>
                  <a:close/>
                </a:path>
              </a:pathLst>
            </a:custGeom>
            <a:solidFill>
              <a:schemeClr val="accent5"/>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387" name="Freeform 156">
              <a:extLst>
                <a:ext uri="{FF2B5EF4-FFF2-40B4-BE49-F238E27FC236}">
                  <a16:creationId xmlns:a16="http://schemas.microsoft.com/office/drawing/2014/main" id="{FF5698D0-0933-B40E-70ED-84F1F6181B0C}"/>
                </a:ext>
              </a:extLst>
            </p:cNvPr>
            <p:cNvSpPr>
              <a:spLocks noEditPoints="1"/>
            </p:cNvSpPr>
            <p:nvPr/>
          </p:nvSpPr>
          <p:spPr bwMode="auto">
            <a:xfrm>
              <a:off x="10913909" y="4359087"/>
              <a:ext cx="183658" cy="136403"/>
            </a:xfrm>
            <a:custGeom>
              <a:avLst/>
              <a:gdLst>
                <a:gd name="T0" fmla="*/ 0 w 68"/>
                <a:gd name="T1" fmla="*/ 2 h 49"/>
                <a:gd name="T2" fmla="*/ 11 w 68"/>
                <a:gd name="T3" fmla="*/ 14 h 49"/>
                <a:gd name="T4" fmla="*/ 0 w 68"/>
                <a:gd name="T5" fmla="*/ 2 h 49"/>
                <a:gd name="T6" fmla="*/ 16 w 68"/>
                <a:gd name="T7" fmla="*/ 13 h 49"/>
                <a:gd name="T8" fmla="*/ 23 w 68"/>
                <a:gd name="T9" fmla="*/ 18 h 49"/>
                <a:gd name="T10" fmla="*/ 16 w 68"/>
                <a:gd name="T11" fmla="*/ 13 h 49"/>
                <a:gd name="T12" fmla="*/ 44 w 68"/>
                <a:gd name="T13" fmla="*/ 28 h 49"/>
                <a:gd name="T14" fmla="*/ 32 w 68"/>
                <a:gd name="T15" fmla="*/ 21 h 49"/>
                <a:gd name="T16" fmla="*/ 44 w 68"/>
                <a:gd name="T17" fmla="*/ 28 h 49"/>
                <a:gd name="T18" fmla="*/ 43 w 68"/>
                <a:gd name="T19" fmla="*/ 36 h 49"/>
                <a:gd name="T20" fmla="*/ 51 w 68"/>
                <a:gd name="T21" fmla="*/ 40 h 49"/>
                <a:gd name="T22" fmla="*/ 43 w 68"/>
                <a:gd name="T23" fmla="*/ 36 h 49"/>
                <a:gd name="T24" fmla="*/ 58 w 68"/>
                <a:gd name="T25" fmla="*/ 44 h 49"/>
                <a:gd name="T26" fmla="*/ 66 w 68"/>
                <a:gd name="T27" fmla="*/ 48 h 49"/>
                <a:gd name="T28" fmla="*/ 58 w 68"/>
                <a:gd name="T29" fmla="*/ 44 h 49"/>
                <a:gd name="T30" fmla="*/ 52 w 68"/>
                <a:gd name="T31" fmla="*/ 27 h 49"/>
                <a:gd name="T32" fmla="*/ 58 w 68"/>
                <a:gd name="T33" fmla="*/ 39 h 49"/>
                <a:gd name="T34" fmla="*/ 52 w 68"/>
                <a:gd name="T35"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49">
                  <a:moveTo>
                    <a:pt x="0" y="2"/>
                  </a:moveTo>
                  <a:cubicBezTo>
                    <a:pt x="0" y="4"/>
                    <a:pt x="8" y="16"/>
                    <a:pt x="11" y="14"/>
                  </a:cubicBezTo>
                  <a:cubicBezTo>
                    <a:pt x="16" y="11"/>
                    <a:pt x="1" y="0"/>
                    <a:pt x="0" y="2"/>
                  </a:cubicBezTo>
                  <a:close/>
                  <a:moveTo>
                    <a:pt x="16" y="13"/>
                  </a:moveTo>
                  <a:cubicBezTo>
                    <a:pt x="16" y="14"/>
                    <a:pt x="22" y="19"/>
                    <a:pt x="23" y="18"/>
                  </a:cubicBezTo>
                  <a:cubicBezTo>
                    <a:pt x="25" y="18"/>
                    <a:pt x="17" y="11"/>
                    <a:pt x="16" y="13"/>
                  </a:cubicBezTo>
                  <a:close/>
                  <a:moveTo>
                    <a:pt x="44" y="28"/>
                  </a:moveTo>
                  <a:cubicBezTo>
                    <a:pt x="46" y="26"/>
                    <a:pt x="33" y="19"/>
                    <a:pt x="32" y="21"/>
                  </a:cubicBezTo>
                  <a:cubicBezTo>
                    <a:pt x="32" y="23"/>
                    <a:pt x="42" y="29"/>
                    <a:pt x="44" y="28"/>
                  </a:cubicBezTo>
                  <a:close/>
                  <a:moveTo>
                    <a:pt x="43" y="36"/>
                  </a:moveTo>
                  <a:cubicBezTo>
                    <a:pt x="44" y="39"/>
                    <a:pt x="49" y="42"/>
                    <a:pt x="51" y="40"/>
                  </a:cubicBezTo>
                  <a:cubicBezTo>
                    <a:pt x="54" y="39"/>
                    <a:pt x="42" y="32"/>
                    <a:pt x="43" y="36"/>
                  </a:cubicBezTo>
                  <a:close/>
                  <a:moveTo>
                    <a:pt x="58" y="44"/>
                  </a:moveTo>
                  <a:cubicBezTo>
                    <a:pt x="58" y="45"/>
                    <a:pt x="63" y="49"/>
                    <a:pt x="66" y="48"/>
                  </a:cubicBezTo>
                  <a:cubicBezTo>
                    <a:pt x="68" y="46"/>
                    <a:pt x="57" y="42"/>
                    <a:pt x="58" y="44"/>
                  </a:cubicBezTo>
                  <a:close/>
                  <a:moveTo>
                    <a:pt x="52" y="27"/>
                  </a:moveTo>
                  <a:cubicBezTo>
                    <a:pt x="50" y="31"/>
                    <a:pt x="57" y="38"/>
                    <a:pt x="58" y="39"/>
                  </a:cubicBezTo>
                  <a:cubicBezTo>
                    <a:pt x="59" y="39"/>
                    <a:pt x="53" y="24"/>
                    <a:pt x="52" y="27"/>
                  </a:cubicBezTo>
                  <a:close/>
                </a:path>
              </a:pathLst>
            </a:custGeom>
            <a:solidFill>
              <a:schemeClr val="accent5"/>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388" name="Freeform 158">
              <a:extLst>
                <a:ext uri="{FF2B5EF4-FFF2-40B4-BE49-F238E27FC236}">
                  <a16:creationId xmlns:a16="http://schemas.microsoft.com/office/drawing/2014/main" id="{6F1BF28D-A2D1-00B2-1849-5C266DF1F3F3}"/>
                </a:ext>
              </a:extLst>
            </p:cNvPr>
            <p:cNvSpPr>
              <a:spLocks noEditPoints="1"/>
            </p:cNvSpPr>
            <p:nvPr/>
          </p:nvSpPr>
          <p:spPr bwMode="auto">
            <a:xfrm>
              <a:off x="11178559" y="5094020"/>
              <a:ext cx="282902" cy="348064"/>
            </a:xfrm>
            <a:custGeom>
              <a:avLst/>
              <a:gdLst>
                <a:gd name="T0" fmla="*/ 65 w 105"/>
                <a:gd name="T1" fmla="*/ 60 h 125"/>
                <a:gd name="T2" fmla="*/ 58 w 105"/>
                <a:gd name="T3" fmla="*/ 63 h 125"/>
                <a:gd name="T4" fmla="*/ 50 w 105"/>
                <a:gd name="T5" fmla="*/ 59 h 125"/>
                <a:gd name="T6" fmla="*/ 46 w 105"/>
                <a:gd name="T7" fmla="*/ 66 h 125"/>
                <a:gd name="T8" fmla="*/ 39 w 105"/>
                <a:gd name="T9" fmla="*/ 78 h 125"/>
                <a:gd name="T10" fmla="*/ 16 w 105"/>
                <a:gd name="T11" fmla="*/ 94 h 125"/>
                <a:gd name="T12" fmla="*/ 5 w 105"/>
                <a:gd name="T13" fmla="*/ 104 h 125"/>
                <a:gd name="T14" fmla="*/ 3 w 105"/>
                <a:gd name="T15" fmla="*/ 113 h 125"/>
                <a:gd name="T16" fmla="*/ 11 w 105"/>
                <a:gd name="T17" fmla="*/ 116 h 125"/>
                <a:gd name="T18" fmla="*/ 17 w 105"/>
                <a:gd name="T19" fmla="*/ 119 h 125"/>
                <a:gd name="T20" fmla="*/ 32 w 105"/>
                <a:gd name="T21" fmla="*/ 115 h 125"/>
                <a:gd name="T22" fmla="*/ 38 w 105"/>
                <a:gd name="T23" fmla="*/ 105 h 125"/>
                <a:gd name="T24" fmla="*/ 42 w 105"/>
                <a:gd name="T25" fmla="*/ 96 h 125"/>
                <a:gd name="T26" fmla="*/ 51 w 105"/>
                <a:gd name="T27" fmla="*/ 91 h 125"/>
                <a:gd name="T28" fmla="*/ 54 w 105"/>
                <a:gd name="T29" fmla="*/ 86 h 125"/>
                <a:gd name="T30" fmla="*/ 60 w 105"/>
                <a:gd name="T31" fmla="*/ 78 h 125"/>
                <a:gd name="T32" fmla="*/ 66 w 105"/>
                <a:gd name="T33" fmla="*/ 67 h 125"/>
                <a:gd name="T34" fmla="*/ 65 w 105"/>
                <a:gd name="T35" fmla="*/ 60 h 125"/>
                <a:gd name="T36" fmla="*/ 11 w 105"/>
                <a:gd name="T37" fmla="*/ 125 h 125"/>
                <a:gd name="T38" fmla="*/ 14 w 105"/>
                <a:gd name="T39" fmla="*/ 121 h 125"/>
                <a:gd name="T40" fmla="*/ 11 w 105"/>
                <a:gd name="T41" fmla="*/ 125 h 125"/>
                <a:gd name="T42" fmla="*/ 96 w 105"/>
                <a:gd name="T43" fmla="*/ 30 h 125"/>
                <a:gd name="T44" fmla="*/ 87 w 105"/>
                <a:gd name="T45" fmla="*/ 30 h 125"/>
                <a:gd name="T46" fmla="*/ 82 w 105"/>
                <a:gd name="T47" fmla="*/ 25 h 125"/>
                <a:gd name="T48" fmla="*/ 79 w 105"/>
                <a:gd name="T49" fmla="*/ 18 h 125"/>
                <a:gd name="T50" fmla="*/ 78 w 105"/>
                <a:gd name="T51" fmla="*/ 23 h 125"/>
                <a:gd name="T52" fmla="*/ 75 w 105"/>
                <a:gd name="T53" fmla="*/ 21 h 125"/>
                <a:gd name="T54" fmla="*/ 72 w 105"/>
                <a:gd name="T55" fmla="*/ 15 h 125"/>
                <a:gd name="T56" fmla="*/ 69 w 105"/>
                <a:gd name="T57" fmla="*/ 7 h 125"/>
                <a:gd name="T58" fmla="*/ 58 w 105"/>
                <a:gd name="T59" fmla="*/ 0 h 125"/>
                <a:gd name="T60" fmla="*/ 61 w 105"/>
                <a:gd name="T61" fmla="*/ 9 h 125"/>
                <a:gd name="T62" fmla="*/ 67 w 105"/>
                <a:gd name="T63" fmla="*/ 15 h 125"/>
                <a:gd name="T64" fmla="*/ 72 w 105"/>
                <a:gd name="T65" fmla="*/ 21 h 125"/>
                <a:gd name="T66" fmla="*/ 70 w 105"/>
                <a:gd name="T67" fmla="*/ 34 h 125"/>
                <a:gd name="T68" fmla="*/ 64 w 105"/>
                <a:gd name="T69" fmla="*/ 42 h 125"/>
                <a:gd name="T70" fmla="*/ 75 w 105"/>
                <a:gd name="T71" fmla="*/ 52 h 125"/>
                <a:gd name="T72" fmla="*/ 72 w 105"/>
                <a:gd name="T73" fmla="*/ 65 h 125"/>
                <a:gd name="T74" fmla="*/ 80 w 105"/>
                <a:gd name="T75" fmla="*/ 66 h 125"/>
                <a:gd name="T76" fmla="*/ 89 w 105"/>
                <a:gd name="T77" fmla="*/ 53 h 125"/>
                <a:gd name="T78" fmla="*/ 92 w 105"/>
                <a:gd name="T79" fmla="*/ 44 h 125"/>
                <a:gd name="T80" fmla="*/ 98 w 105"/>
                <a:gd name="T81" fmla="*/ 43 h 125"/>
                <a:gd name="T82" fmla="*/ 101 w 105"/>
                <a:gd name="T83" fmla="*/ 37 h 125"/>
                <a:gd name="T84" fmla="*/ 104 w 105"/>
                <a:gd name="T85" fmla="*/ 30 h 125"/>
                <a:gd name="T86" fmla="*/ 96 w 105"/>
                <a:gd name="T87" fmla="*/ 3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5" h="125">
                  <a:moveTo>
                    <a:pt x="65" y="60"/>
                  </a:moveTo>
                  <a:cubicBezTo>
                    <a:pt x="63" y="59"/>
                    <a:pt x="61" y="61"/>
                    <a:pt x="58" y="63"/>
                  </a:cubicBezTo>
                  <a:cubicBezTo>
                    <a:pt x="56" y="64"/>
                    <a:pt x="54" y="56"/>
                    <a:pt x="50" y="59"/>
                  </a:cubicBezTo>
                  <a:cubicBezTo>
                    <a:pt x="47" y="62"/>
                    <a:pt x="50" y="63"/>
                    <a:pt x="46" y="66"/>
                  </a:cubicBezTo>
                  <a:cubicBezTo>
                    <a:pt x="42" y="70"/>
                    <a:pt x="44" y="71"/>
                    <a:pt x="39" y="78"/>
                  </a:cubicBezTo>
                  <a:cubicBezTo>
                    <a:pt x="34" y="85"/>
                    <a:pt x="18" y="90"/>
                    <a:pt x="16" y="94"/>
                  </a:cubicBezTo>
                  <a:cubicBezTo>
                    <a:pt x="13" y="97"/>
                    <a:pt x="5" y="101"/>
                    <a:pt x="5" y="104"/>
                  </a:cubicBezTo>
                  <a:cubicBezTo>
                    <a:pt x="5" y="107"/>
                    <a:pt x="0" y="109"/>
                    <a:pt x="3" y="113"/>
                  </a:cubicBezTo>
                  <a:cubicBezTo>
                    <a:pt x="5" y="116"/>
                    <a:pt x="8" y="114"/>
                    <a:pt x="11" y="116"/>
                  </a:cubicBezTo>
                  <a:cubicBezTo>
                    <a:pt x="13" y="119"/>
                    <a:pt x="16" y="116"/>
                    <a:pt x="17" y="119"/>
                  </a:cubicBezTo>
                  <a:cubicBezTo>
                    <a:pt x="18" y="121"/>
                    <a:pt x="26" y="121"/>
                    <a:pt x="32" y="115"/>
                  </a:cubicBezTo>
                  <a:cubicBezTo>
                    <a:pt x="38" y="109"/>
                    <a:pt x="35" y="107"/>
                    <a:pt x="38" y="105"/>
                  </a:cubicBezTo>
                  <a:cubicBezTo>
                    <a:pt x="40" y="104"/>
                    <a:pt x="41" y="99"/>
                    <a:pt x="42" y="96"/>
                  </a:cubicBezTo>
                  <a:cubicBezTo>
                    <a:pt x="44" y="94"/>
                    <a:pt x="45" y="91"/>
                    <a:pt x="51" y="91"/>
                  </a:cubicBezTo>
                  <a:cubicBezTo>
                    <a:pt x="58" y="91"/>
                    <a:pt x="55" y="89"/>
                    <a:pt x="54" y="86"/>
                  </a:cubicBezTo>
                  <a:cubicBezTo>
                    <a:pt x="54" y="83"/>
                    <a:pt x="60" y="82"/>
                    <a:pt x="60" y="78"/>
                  </a:cubicBezTo>
                  <a:cubicBezTo>
                    <a:pt x="60" y="74"/>
                    <a:pt x="68" y="71"/>
                    <a:pt x="66" y="67"/>
                  </a:cubicBezTo>
                  <a:cubicBezTo>
                    <a:pt x="65" y="64"/>
                    <a:pt x="68" y="62"/>
                    <a:pt x="65" y="60"/>
                  </a:cubicBezTo>
                  <a:close/>
                  <a:moveTo>
                    <a:pt x="11" y="125"/>
                  </a:moveTo>
                  <a:cubicBezTo>
                    <a:pt x="13" y="125"/>
                    <a:pt x="17" y="124"/>
                    <a:pt x="14" y="121"/>
                  </a:cubicBezTo>
                  <a:cubicBezTo>
                    <a:pt x="12" y="118"/>
                    <a:pt x="8" y="124"/>
                    <a:pt x="11" y="125"/>
                  </a:cubicBezTo>
                  <a:close/>
                  <a:moveTo>
                    <a:pt x="96" y="30"/>
                  </a:moveTo>
                  <a:cubicBezTo>
                    <a:pt x="94" y="33"/>
                    <a:pt x="91" y="30"/>
                    <a:pt x="87" y="30"/>
                  </a:cubicBezTo>
                  <a:cubicBezTo>
                    <a:pt x="84" y="30"/>
                    <a:pt x="82" y="27"/>
                    <a:pt x="82" y="25"/>
                  </a:cubicBezTo>
                  <a:cubicBezTo>
                    <a:pt x="82" y="22"/>
                    <a:pt x="82" y="18"/>
                    <a:pt x="79" y="18"/>
                  </a:cubicBezTo>
                  <a:cubicBezTo>
                    <a:pt x="76" y="18"/>
                    <a:pt x="80" y="21"/>
                    <a:pt x="78" y="23"/>
                  </a:cubicBezTo>
                  <a:cubicBezTo>
                    <a:pt x="77" y="24"/>
                    <a:pt x="77" y="21"/>
                    <a:pt x="75" y="21"/>
                  </a:cubicBezTo>
                  <a:cubicBezTo>
                    <a:pt x="74" y="21"/>
                    <a:pt x="72" y="19"/>
                    <a:pt x="72" y="15"/>
                  </a:cubicBezTo>
                  <a:cubicBezTo>
                    <a:pt x="72" y="11"/>
                    <a:pt x="69" y="12"/>
                    <a:pt x="69" y="7"/>
                  </a:cubicBezTo>
                  <a:cubicBezTo>
                    <a:pt x="69" y="3"/>
                    <a:pt x="62" y="0"/>
                    <a:pt x="58" y="0"/>
                  </a:cubicBezTo>
                  <a:cubicBezTo>
                    <a:pt x="55" y="0"/>
                    <a:pt x="59" y="7"/>
                    <a:pt x="61" y="9"/>
                  </a:cubicBezTo>
                  <a:cubicBezTo>
                    <a:pt x="63" y="11"/>
                    <a:pt x="67" y="13"/>
                    <a:pt x="67" y="15"/>
                  </a:cubicBezTo>
                  <a:cubicBezTo>
                    <a:pt x="67" y="16"/>
                    <a:pt x="70" y="21"/>
                    <a:pt x="72" y="21"/>
                  </a:cubicBezTo>
                  <a:cubicBezTo>
                    <a:pt x="74" y="22"/>
                    <a:pt x="70" y="29"/>
                    <a:pt x="70" y="34"/>
                  </a:cubicBezTo>
                  <a:cubicBezTo>
                    <a:pt x="70" y="39"/>
                    <a:pt x="66" y="38"/>
                    <a:pt x="64" y="42"/>
                  </a:cubicBezTo>
                  <a:cubicBezTo>
                    <a:pt x="61" y="45"/>
                    <a:pt x="71" y="48"/>
                    <a:pt x="75" y="52"/>
                  </a:cubicBezTo>
                  <a:cubicBezTo>
                    <a:pt x="79" y="55"/>
                    <a:pt x="71" y="63"/>
                    <a:pt x="72" y="65"/>
                  </a:cubicBezTo>
                  <a:cubicBezTo>
                    <a:pt x="73" y="66"/>
                    <a:pt x="76" y="67"/>
                    <a:pt x="80" y="66"/>
                  </a:cubicBezTo>
                  <a:cubicBezTo>
                    <a:pt x="84" y="65"/>
                    <a:pt x="86" y="56"/>
                    <a:pt x="89" y="53"/>
                  </a:cubicBezTo>
                  <a:cubicBezTo>
                    <a:pt x="92" y="51"/>
                    <a:pt x="90" y="46"/>
                    <a:pt x="92" y="44"/>
                  </a:cubicBezTo>
                  <a:cubicBezTo>
                    <a:pt x="93" y="42"/>
                    <a:pt x="95" y="43"/>
                    <a:pt x="98" y="43"/>
                  </a:cubicBezTo>
                  <a:cubicBezTo>
                    <a:pt x="100" y="43"/>
                    <a:pt x="98" y="37"/>
                    <a:pt x="101" y="37"/>
                  </a:cubicBezTo>
                  <a:cubicBezTo>
                    <a:pt x="104" y="37"/>
                    <a:pt x="102" y="34"/>
                    <a:pt x="104" y="30"/>
                  </a:cubicBezTo>
                  <a:cubicBezTo>
                    <a:pt x="105" y="26"/>
                    <a:pt x="97" y="28"/>
                    <a:pt x="96" y="30"/>
                  </a:cubicBezTo>
                  <a:close/>
                </a:path>
              </a:pathLst>
            </a:custGeom>
            <a:solidFill>
              <a:schemeClr val="accent5"/>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412" name="Freeform 157">
              <a:extLst>
                <a:ext uri="{FF2B5EF4-FFF2-40B4-BE49-F238E27FC236}">
                  <a16:creationId xmlns:a16="http://schemas.microsoft.com/office/drawing/2014/main" id="{2F2CDA70-0A67-E3E5-6345-BAE91F5AAEE1}"/>
                </a:ext>
              </a:extLst>
            </p:cNvPr>
            <p:cNvSpPr>
              <a:spLocks noEditPoints="1"/>
            </p:cNvSpPr>
            <p:nvPr/>
          </p:nvSpPr>
          <p:spPr bwMode="auto">
            <a:xfrm>
              <a:off x="9956833" y="4484908"/>
              <a:ext cx="935402" cy="853697"/>
            </a:xfrm>
            <a:custGeom>
              <a:avLst/>
              <a:gdLst>
                <a:gd name="T0" fmla="*/ 342 w 347"/>
                <a:gd name="T1" fmla="*/ 134 h 307"/>
                <a:gd name="T2" fmla="*/ 328 w 347"/>
                <a:gd name="T3" fmla="*/ 120 h 307"/>
                <a:gd name="T4" fmla="*/ 317 w 347"/>
                <a:gd name="T5" fmla="*/ 104 h 307"/>
                <a:gd name="T6" fmla="*/ 307 w 347"/>
                <a:gd name="T7" fmla="*/ 93 h 307"/>
                <a:gd name="T8" fmla="*/ 283 w 347"/>
                <a:gd name="T9" fmla="*/ 69 h 307"/>
                <a:gd name="T10" fmla="*/ 275 w 347"/>
                <a:gd name="T11" fmla="*/ 40 h 307"/>
                <a:gd name="T12" fmla="*/ 260 w 347"/>
                <a:gd name="T13" fmla="*/ 25 h 307"/>
                <a:gd name="T14" fmla="*/ 246 w 347"/>
                <a:gd name="T15" fmla="*/ 7 h 307"/>
                <a:gd name="T16" fmla="*/ 242 w 347"/>
                <a:gd name="T17" fmla="*/ 38 h 307"/>
                <a:gd name="T18" fmla="*/ 222 w 347"/>
                <a:gd name="T19" fmla="*/ 57 h 307"/>
                <a:gd name="T20" fmla="*/ 198 w 347"/>
                <a:gd name="T21" fmla="*/ 44 h 307"/>
                <a:gd name="T22" fmla="*/ 194 w 347"/>
                <a:gd name="T23" fmla="*/ 26 h 307"/>
                <a:gd name="T24" fmla="*/ 200 w 347"/>
                <a:gd name="T25" fmla="*/ 13 h 307"/>
                <a:gd name="T26" fmla="*/ 188 w 347"/>
                <a:gd name="T27" fmla="*/ 14 h 307"/>
                <a:gd name="T28" fmla="*/ 167 w 347"/>
                <a:gd name="T29" fmla="*/ 10 h 307"/>
                <a:gd name="T30" fmla="*/ 145 w 347"/>
                <a:gd name="T31" fmla="*/ 24 h 307"/>
                <a:gd name="T32" fmla="*/ 138 w 347"/>
                <a:gd name="T33" fmla="*/ 38 h 307"/>
                <a:gd name="T34" fmla="*/ 125 w 347"/>
                <a:gd name="T35" fmla="*/ 33 h 307"/>
                <a:gd name="T36" fmla="*/ 111 w 347"/>
                <a:gd name="T37" fmla="*/ 34 h 307"/>
                <a:gd name="T38" fmla="*/ 99 w 347"/>
                <a:gd name="T39" fmla="*/ 41 h 307"/>
                <a:gd name="T40" fmla="*/ 92 w 347"/>
                <a:gd name="T41" fmla="*/ 55 h 307"/>
                <a:gd name="T42" fmla="*/ 80 w 347"/>
                <a:gd name="T43" fmla="*/ 56 h 307"/>
                <a:gd name="T44" fmla="*/ 52 w 347"/>
                <a:gd name="T45" fmla="*/ 82 h 307"/>
                <a:gd name="T46" fmla="*/ 26 w 347"/>
                <a:gd name="T47" fmla="*/ 91 h 307"/>
                <a:gd name="T48" fmla="*/ 10 w 347"/>
                <a:gd name="T49" fmla="*/ 97 h 307"/>
                <a:gd name="T50" fmla="*/ 5 w 347"/>
                <a:gd name="T51" fmla="*/ 127 h 307"/>
                <a:gd name="T52" fmla="*/ 7 w 347"/>
                <a:gd name="T53" fmla="*/ 139 h 307"/>
                <a:gd name="T54" fmla="*/ 17 w 347"/>
                <a:gd name="T55" fmla="*/ 170 h 307"/>
                <a:gd name="T56" fmla="*/ 17 w 347"/>
                <a:gd name="T57" fmla="*/ 207 h 307"/>
                <a:gd name="T58" fmla="*/ 42 w 347"/>
                <a:gd name="T59" fmla="*/ 220 h 307"/>
                <a:gd name="T60" fmla="*/ 78 w 347"/>
                <a:gd name="T61" fmla="*/ 209 h 307"/>
                <a:gd name="T62" fmla="*/ 118 w 347"/>
                <a:gd name="T63" fmla="*/ 194 h 307"/>
                <a:gd name="T64" fmla="*/ 164 w 347"/>
                <a:gd name="T65" fmla="*/ 192 h 307"/>
                <a:gd name="T66" fmla="*/ 180 w 347"/>
                <a:gd name="T67" fmla="*/ 200 h 307"/>
                <a:gd name="T68" fmla="*/ 196 w 347"/>
                <a:gd name="T69" fmla="*/ 214 h 307"/>
                <a:gd name="T70" fmla="*/ 208 w 347"/>
                <a:gd name="T71" fmla="*/ 213 h 307"/>
                <a:gd name="T72" fmla="*/ 215 w 347"/>
                <a:gd name="T73" fmla="*/ 216 h 307"/>
                <a:gd name="T74" fmla="*/ 227 w 347"/>
                <a:gd name="T75" fmla="*/ 237 h 307"/>
                <a:gd name="T76" fmla="*/ 258 w 347"/>
                <a:gd name="T77" fmla="*/ 257 h 307"/>
                <a:gd name="T78" fmla="*/ 273 w 347"/>
                <a:gd name="T79" fmla="*/ 255 h 307"/>
                <a:gd name="T80" fmla="*/ 284 w 347"/>
                <a:gd name="T81" fmla="*/ 260 h 307"/>
                <a:gd name="T82" fmla="*/ 313 w 347"/>
                <a:gd name="T83" fmla="*/ 247 h 307"/>
                <a:gd name="T84" fmla="*/ 331 w 347"/>
                <a:gd name="T85" fmla="*/ 199 h 307"/>
                <a:gd name="T86" fmla="*/ 343 w 347"/>
                <a:gd name="T87" fmla="*/ 170 h 307"/>
                <a:gd name="T88" fmla="*/ 157 w 347"/>
                <a:gd name="T89" fmla="*/ 8 h 307"/>
                <a:gd name="T90" fmla="*/ 199 w 347"/>
                <a:gd name="T91" fmla="*/ 229 h 307"/>
                <a:gd name="T92" fmla="*/ 283 w 347"/>
                <a:gd name="T93" fmla="*/ 281 h 307"/>
                <a:gd name="T94" fmla="*/ 284 w 347"/>
                <a:gd name="T95" fmla="*/ 307 h 307"/>
                <a:gd name="T96" fmla="*/ 296 w 347"/>
                <a:gd name="T97" fmla="*/ 300 h 307"/>
                <a:gd name="T98" fmla="*/ 283 w 347"/>
                <a:gd name="T99" fmla="*/ 281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7" h="307">
                  <a:moveTo>
                    <a:pt x="344" y="154"/>
                  </a:moveTo>
                  <a:cubicBezTo>
                    <a:pt x="346" y="153"/>
                    <a:pt x="343" y="147"/>
                    <a:pt x="342" y="148"/>
                  </a:cubicBezTo>
                  <a:cubicBezTo>
                    <a:pt x="341" y="149"/>
                    <a:pt x="341" y="139"/>
                    <a:pt x="342" y="134"/>
                  </a:cubicBezTo>
                  <a:cubicBezTo>
                    <a:pt x="343" y="130"/>
                    <a:pt x="342" y="130"/>
                    <a:pt x="340" y="133"/>
                  </a:cubicBezTo>
                  <a:cubicBezTo>
                    <a:pt x="337" y="135"/>
                    <a:pt x="335" y="128"/>
                    <a:pt x="334" y="126"/>
                  </a:cubicBezTo>
                  <a:cubicBezTo>
                    <a:pt x="334" y="124"/>
                    <a:pt x="331" y="119"/>
                    <a:pt x="328" y="120"/>
                  </a:cubicBezTo>
                  <a:cubicBezTo>
                    <a:pt x="324" y="120"/>
                    <a:pt x="326" y="115"/>
                    <a:pt x="323" y="116"/>
                  </a:cubicBezTo>
                  <a:cubicBezTo>
                    <a:pt x="320" y="116"/>
                    <a:pt x="320" y="111"/>
                    <a:pt x="320" y="107"/>
                  </a:cubicBezTo>
                  <a:cubicBezTo>
                    <a:pt x="321" y="102"/>
                    <a:pt x="318" y="106"/>
                    <a:pt x="317" y="104"/>
                  </a:cubicBezTo>
                  <a:cubicBezTo>
                    <a:pt x="316" y="102"/>
                    <a:pt x="314" y="104"/>
                    <a:pt x="312" y="105"/>
                  </a:cubicBezTo>
                  <a:cubicBezTo>
                    <a:pt x="310" y="105"/>
                    <a:pt x="310" y="101"/>
                    <a:pt x="310" y="99"/>
                  </a:cubicBezTo>
                  <a:cubicBezTo>
                    <a:pt x="311" y="97"/>
                    <a:pt x="310" y="95"/>
                    <a:pt x="307" y="93"/>
                  </a:cubicBezTo>
                  <a:cubicBezTo>
                    <a:pt x="304" y="91"/>
                    <a:pt x="304" y="89"/>
                    <a:pt x="304" y="86"/>
                  </a:cubicBezTo>
                  <a:cubicBezTo>
                    <a:pt x="304" y="84"/>
                    <a:pt x="288" y="76"/>
                    <a:pt x="285" y="75"/>
                  </a:cubicBezTo>
                  <a:cubicBezTo>
                    <a:pt x="281" y="74"/>
                    <a:pt x="284" y="71"/>
                    <a:pt x="283" y="69"/>
                  </a:cubicBezTo>
                  <a:cubicBezTo>
                    <a:pt x="281" y="68"/>
                    <a:pt x="281" y="63"/>
                    <a:pt x="281" y="59"/>
                  </a:cubicBezTo>
                  <a:cubicBezTo>
                    <a:pt x="281" y="55"/>
                    <a:pt x="275" y="54"/>
                    <a:pt x="276" y="50"/>
                  </a:cubicBezTo>
                  <a:cubicBezTo>
                    <a:pt x="276" y="47"/>
                    <a:pt x="274" y="44"/>
                    <a:pt x="275" y="40"/>
                  </a:cubicBezTo>
                  <a:cubicBezTo>
                    <a:pt x="275" y="36"/>
                    <a:pt x="269" y="35"/>
                    <a:pt x="269" y="33"/>
                  </a:cubicBezTo>
                  <a:cubicBezTo>
                    <a:pt x="269" y="31"/>
                    <a:pt x="266" y="33"/>
                    <a:pt x="262" y="33"/>
                  </a:cubicBezTo>
                  <a:cubicBezTo>
                    <a:pt x="259" y="34"/>
                    <a:pt x="259" y="29"/>
                    <a:pt x="260" y="25"/>
                  </a:cubicBezTo>
                  <a:cubicBezTo>
                    <a:pt x="260" y="21"/>
                    <a:pt x="258" y="14"/>
                    <a:pt x="256" y="12"/>
                  </a:cubicBezTo>
                  <a:cubicBezTo>
                    <a:pt x="253" y="9"/>
                    <a:pt x="253" y="2"/>
                    <a:pt x="252" y="1"/>
                  </a:cubicBezTo>
                  <a:cubicBezTo>
                    <a:pt x="250" y="0"/>
                    <a:pt x="246" y="5"/>
                    <a:pt x="246" y="7"/>
                  </a:cubicBezTo>
                  <a:cubicBezTo>
                    <a:pt x="247" y="10"/>
                    <a:pt x="246" y="13"/>
                    <a:pt x="244" y="14"/>
                  </a:cubicBezTo>
                  <a:cubicBezTo>
                    <a:pt x="243" y="16"/>
                    <a:pt x="245" y="21"/>
                    <a:pt x="243" y="23"/>
                  </a:cubicBezTo>
                  <a:cubicBezTo>
                    <a:pt x="241" y="26"/>
                    <a:pt x="243" y="34"/>
                    <a:pt x="242" y="38"/>
                  </a:cubicBezTo>
                  <a:cubicBezTo>
                    <a:pt x="242" y="43"/>
                    <a:pt x="242" y="48"/>
                    <a:pt x="240" y="51"/>
                  </a:cubicBezTo>
                  <a:cubicBezTo>
                    <a:pt x="238" y="54"/>
                    <a:pt x="237" y="60"/>
                    <a:pt x="233" y="61"/>
                  </a:cubicBezTo>
                  <a:cubicBezTo>
                    <a:pt x="228" y="63"/>
                    <a:pt x="222" y="59"/>
                    <a:pt x="222" y="57"/>
                  </a:cubicBezTo>
                  <a:cubicBezTo>
                    <a:pt x="223" y="54"/>
                    <a:pt x="218" y="53"/>
                    <a:pt x="215" y="53"/>
                  </a:cubicBezTo>
                  <a:cubicBezTo>
                    <a:pt x="212" y="54"/>
                    <a:pt x="211" y="50"/>
                    <a:pt x="207" y="47"/>
                  </a:cubicBezTo>
                  <a:cubicBezTo>
                    <a:pt x="203" y="44"/>
                    <a:pt x="199" y="48"/>
                    <a:pt x="198" y="44"/>
                  </a:cubicBezTo>
                  <a:cubicBezTo>
                    <a:pt x="197" y="40"/>
                    <a:pt x="196" y="40"/>
                    <a:pt x="193" y="37"/>
                  </a:cubicBezTo>
                  <a:cubicBezTo>
                    <a:pt x="190" y="35"/>
                    <a:pt x="191" y="35"/>
                    <a:pt x="193" y="33"/>
                  </a:cubicBezTo>
                  <a:cubicBezTo>
                    <a:pt x="196" y="31"/>
                    <a:pt x="196" y="29"/>
                    <a:pt x="194" y="26"/>
                  </a:cubicBezTo>
                  <a:cubicBezTo>
                    <a:pt x="193" y="24"/>
                    <a:pt x="196" y="24"/>
                    <a:pt x="199" y="22"/>
                  </a:cubicBezTo>
                  <a:cubicBezTo>
                    <a:pt x="203" y="20"/>
                    <a:pt x="199" y="18"/>
                    <a:pt x="202" y="17"/>
                  </a:cubicBezTo>
                  <a:cubicBezTo>
                    <a:pt x="205" y="16"/>
                    <a:pt x="203" y="13"/>
                    <a:pt x="200" y="13"/>
                  </a:cubicBezTo>
                  <a:cubicBezTo>
                    <a:pt x="197" y="12"/>
                    <a:pt x="198" y="16"/>
                    <a:pt x="197" y="16"/>
                  </a:cubicBezTo>
                  <a:cubicBezTo>
                    <a:pt x="196" y="16"/>
                    <a:pt x="195" y="11"/>
                    <a:pt x="194" y="12"/>
                  </a:cubicBezTo>
                  <a:cubicBezTo>
                    <a:pt x="193" y="12"/>
                    <a:pt x="190" y="17"/>
                    <a:pt x="188" y="14"/>
                  </a:cubicBezTo>
                  <a:cubicBezTo>
                    <a:pt x="186" y="12"/>
                    <a:pt x="175" y="10"/>
                    <a:pt x="171" y="9"/>
                  </a:cubicBezTo>
                  <a:cubicBezTo>
                    <a:pt x="167" y="9"/>
                    <a:pt x="166" y="3"/>
                    <a:pt x="163" y="4"/>
                  </a:cubicBezTo>
                  <a:cubicBezTo>
                    <a:pt x="161" y="5"/>
                    <a:pt x="164" y="7"/>
                    <a:pt x="167" y="10"/>
                  </a:cubicBezTo>
                  <a:cubicBezTo>
                    <a:pt x="169" y="13"/>
                    <a:pt x="157" y="15"/>
                    <a:pt x="154" y="14"/>
                  </a:cubicBezTo>
                  <a:cubicBezTo>
                    <a:pt x="150" y="13"/>
                    <a:pt x="154" y="16"/>
                    <a:pt x="151" y="16"/>
                  </a:cubicBezTo>
                  <a:cubicBezTo>
                    <a:pt x="148" y="16"/>
                    <a:pt x="148" y="21"/>
                    <a:pt x="145" y="24"/>
                  </a:cubicBezTo>
                  <a:cubicBezTo>
                    <a:pt x="143" y="26"/>
                    <a:pt x="145" y="28"/>
                    <a:pt x="142" y="30"/>
                  </a:cubicBezTo>
                  <a:cubicBezTo>
                    <a:pt x="139" y="32"/>
                    <a:pt x="139" y="34"/>
                    <a:pt x="142" y="37"/>
                  </a:cubicBezTo>
                  <a:cubicBezTo>
                    <a:pt x="146" y="41"/>
                    <a:pt x="141" y="41"/>
                    <a:pt x="138" y="38"/>
                  </a:cubicBezTo>
                  <a:cubicBezTo>
                    <a:pt x="135" y="35"/>
                    <a:pt x="132" y="35"/>
                    <a:pt x="133" y="38"/>
                  </a:cubicBezTo>
                  <a:cubicBezTo>
                    <a:pt x="133" y="42"/>
                    <a:pt x="129" y="40"/>
                    <a:pt x="130" y="37"/>
                  </a:cubicBezTo>
                  <a:cubicBezTo>
                    <a:pt x="130" y="33"/>
                    <a:pt x="126" y="35"/>
                    <a:pt x="125" y="33"/>
                  </a:cubicBezTo>
                  <a:cubicBezTo>
                    <a:pt x="124" y="31"/>
                    <a:pt x="120" y="27"/>
                    <a:pt x="118" y="27"/>
                  </a:cubicBezTo>
                  <a:cubicBezTo>
                    <a:pt x="116" y="28"/>
                    <a:pt x="116" y="30"/>
                    <a:pt x="113" y="30"/>
                  </a:cubicBezTo>
                  <a:cubicBezTo>
                    <a:pt x="111" y="30"/>
                    <a:pt x="110" y="31"/>
                    <a:pt x="111" y="34"/>
                  </a:cubicBezTo>
                  <a:cubicBezTo>
                    <a:pt x="111" y="37"/>
                    <a:pt x="107" y="34"/>
                    <a:pt x="104" y="34"/>
                  </a:cubicBezTo>
                  <a:cubicBezTo>
                    <a:pt x="101" y="35"/>
                    <a:pt x="104" y="38"/>
                    <a:pt x="103" y="38"/>
                  </a:cubicBezTo>
                  <a:cubicBezTo>
                    <a:pt x="101" y="38"/>
                    <a:pt x="101" y="41"/>
                    <a:pt x="99" y="41"/>
                  </a:cubicBezTo>
                  <a:cubicBezTo>
                    <a:pt x="96" y="41"/>
                    <a:pt x="97" y="46"/>
                    <a:pt x="97" y="49"/>
                  </a:cubicBezTo>
                  <a:cubicBezTo>
                    <a:pt x="97" y="52"/>
                    <a:pt x="93" y="48"/>
                    <a:pt x="91" y="48"/>
                  </a:cubicBezTo>
                  <a:cubicBezTo>
                    <a:pt x="88" y="49"/>
                    <a:pt x="91" y="52"/>
                    <a:pt x="92" y="55"/>
                  </a:cubicBezTo>
                  <a:cubicBezTo>
                    <a:pt x="93" y="58"/>
                    <a:pt x="91" y="58"/>
                    <a:pt x="89" y="59"/>
                  </a:cubicBezTo>
                  <a:cubicBezTo>
                    <a:pt x="88" y="60"/>
                    <a:pt x="86" y="56"/>
                    <a:pt x="86" y="53"/>
                  </a:cubicBezTo>
                  <a:cubicBezTo>
                    <a:pt x="86" y="50"/>
                    <a:pt x="83" y="53"/>
                    <a:pt x="80" y="56"/>
                  </a:cubicBezTo>
                  <a:cubicBezTo>
                    <a:pt x="76" y="60"/>
                    <a:pt x="81" y="65"/>
                    <a:pt x="79" y="66"/>
                  </a:cubicBezTo>
                  <a:cubicBezTo>
                    <a:pt x="78" y="67"/>
                    <a:pt x="71" y="73"/>
                    <a:pt x="67" y="78"/>
                  </a:cubicBezTo>
                  <a:cubicBezTo>
                    <a:pt x="63" y="83"/>
                    <a:pt x="55" y="80"/>
                    <a:pt x="52" y="82"/>
                  </a:cubicBezTo>
                  <a:cubicBezTo>
                    <a:pt x="50" y="84"/>
                    <a:pt x="47" y="83"/>
                    <a:pt x="44" y="85"/>
                  </a:cubicBezTo>
                  <a:cubicBezTo>
                    <a:pt x="42" y="87"/>
                    <a:pt x="37" y="91"/>
                    <a:pt x="36" y="88"/>
                  </a:cubicBezTo>
                  <a:cubicBezTo>
                    <a:pt x="36" y="86"/>
                    <a:pt x="29" y="88"/>
                    <a:pt x="26" y="91"/>
                  </a:cubicBezTo>
                  <a:cubicBezTo>
                    <a:pt x="23" y="94"/>
                    <a:pt x="19" y="96"/>
                    <a:pt x="16" y="96"/>
                  </a:cubicBezTo>
                  <a:cubicBezTo>
                    <a:pt x="12" y="97"/>
                    <a:pt x="12" y="102"/>
                    <a:pt x="11" y="103"/>
                  </a:cubicBezTo>
                  <a:cubicBezTo>
                    <a:pt x="10" y="104"/>
                    <a:pt x="10" y="99"/>
                    <a:pt x="10" y="97"/>
                  </a:cubicBezTo>
                  <a:cubicBezTo>
                    <a:pt x="10" y="96"/>
                    <a:pt x="7" y="100"/>
                    <a:pt x="6" y="104"/>
                  </a:cubicBezTo>
                  <a:cubicBezTo>
                    <a:pt x="5" y="107"/>
                    <a:pt x="9" y="109"/>
                    <a:pt x="6" y="113"/>
                  </a:cubicBezTo>
                  <a:cubicBezTo>
                    <a:pt x="3" y="117"/>
                    <a:pt x="1" y="121"/>
                    <a:pt x="5" y="127"/>
                  </a:cubicBezTo>
                  <a:cubicBezTo>
                    <a:pt x="9" y="132"/>
                    <a:pt x="11" y="135"/>
                    <a:pt x="10" y="138"/>
                  </a:cubicBezTo>
                  <a:cubicBezTo>
                    <a:pt x="8" y="140"/>
                    <a:pt x="5" y="133"/>
                    <a:pt x="5" y="133"/>
                  </a:cubicBezTo>
                  <a:cubicBezTo>
                    <a:pt x="4" y="134"/>
                    <a:pt x="8" y="138"/>
                    <a:pt x="7" y="139"/>
                  </a:cubicBezTo>
                  <a:cubicBezTo>
                    <a:pt x="6" y="141"/>
                    <a:pt x="2" y="133"/>
                    <a:pt x="1" y="135"/>
                  </a:cubicBezTo>
                  <a:cubicBezTo>
                    <a:pt x="0" y="137"/>
                    <a:pt x="9" y="149"/>
                    <a:pt x="10" y="154"/>
                  </a:cubicBezTo>
                  <a:cubicBezTo>
                    <a:pt x="10" y="159"/>
                    <a:pt x="17" y="163"/>
                    <a:pt x="17" y="170"/>
                  </a:cubicBezTo>
                  <a:cubicBezTo>
                    <a:pt x="16" y="177"/>
                    <a:pt x="23" y="187"/>
                    <a:pt x="24" y="189"/>
                  </a:cubicBezTo>
                  <a:cubicBezTo>
                    <a:pt x="25" y="191"/>
                    <a:pt x="22" y="195"/>
                    <a:pt x="22" y="200"/>
                  </a:cubicBezTo>
                  <a:cubicBezTo>
                    <a:pt x="23" y="205"/>
                    <a:pt x="21" y="207"/>
                    <a:pt x="17" y="207"/>
                  </a:cubicBezTo>
                  <a:cubicBezTo>
                    <a:pt x="14" y="207"/>
                    <a:pt x="16" y="212"/>
                    <a:pt x="20" y="213"/>
                  </a:cubicBezTo>
                  <a:cubicBezTo>
                    <a:pt x="23" y="213"/>
                    <a:pt x="22" y="216"/>
                    <a:pt x="26" y="218"/>
                  </a:cubicBezTo>
                  <a:cubicBezTo>
                    <a:pt x="30" y="221"/>
                    <a:pt x="39" y="220"/>
                    <a:pt x="42" y="220"/>
                  </a:cubicBezTo>
                  <a:cubicBezTo>
                    <a:pt x="45" y="220"/>
                    <a:pt x="46" y="215"/>
                    <a:pt x="51" y="215"/>
                  </a:cubicBezTo>
                  <a:cubicBezTo>
                    <a:pt x="55" y="215"/>
                    <a:pt x="55" y="213"/>
                    <a:pt x="57" y="211"/>
                  </a:cubicBezTo>
                  <a:cubicBezTo>
                    <a:pt x="59" y="208"/>
                    <a:pt x="68" y="209"/>
                    <a:pt x="78" y="209"/>
                  </a:cubicBezTo>
                  <a:cubicBezTo>
                    <a:pt x="88" y="210"/>
                    <a:pt x="92" y="207"/>
                    <a:pt x="94" y="203"/>
                  </a:cubicBezTo>
                  <a:cubicBezTo>
                    <a:pt x="95" y="199"/>
                    <a:pt x="102" y="199"/>
                    <a:pt x="105" y="197"/>
                  </a:cubicBezTo>
                  <a:cubicBezTo>
                    <a:pt x="108" y="194"/>
                    <a:pt x="110" y="194"/>
                    <a:pt x="118" y="194"/>
                  </a:cubicBezTo>
                  <a:cubicBezTo>
                    <a:pt x="125" y="195"/>
                    <a:pt x="132" y="191"/>
                    <a:pt x="136" y="189"/>
                  </a:cubicBezTo>
                  <a:cubicBezTo>
                    <a:pt x="141" y="187"/>
                    <a:pt x="150" y="188"/>
                    <a:pt x="154" y="186"/>
                  </a:cubicBezTo>
                  <a:cubicBezTo>
                    <a:pt x="159" y="185"/>
                    <a:pt x="159" y="192"/>
                    <a:pt x="164" y="192"/>
                  </a:cubicBezTo>
                  <a:cubicBezTo>
                    <a:pt x="169" y="191"/>
                    <a:pt x="172" y="193"/>
                    <a:pt x="174" y="193"/>
                  </a:cubicBezTo>
                  <a:cubicBezTo>
                    <a:pt x="177" y="193"/>
                    <a:pt x="177" y="195"/>
                    <a:pt x="179" y="195"/>
                  </a:cubicBezTo>
                  <a:cubicBezTo>
                    <a:pt x="182" y="196"/>
                    <a:pt x="181" y="198"/>
                    <a:pt x="180" y="200"/>
                  </a:cubicBezTo>
                  <a:cubicBezTo>
                    <a:pt x="178" y="203"/>
                    <a:pt x="184" y="203"/>
                    <a:pt x="187" y="208"/>
                  </a:cubicBezTo>
                  <a:cubicBezTo>
                    <a:pt x="191" y="212"/>
                    <a:pt x="187" y="213"/>
                    <a:pt x="189" y="217"/>
                  </a:cubicBezTo>
                  <a:cubicBezTo>
                    <a:pt x="191" y="221"/>
                    <a:pt x="192" y="220"/>
                    <a:pt x="196" y="214"/>
                  </a:cubicBezTo>
                  <a:cubicBezTo>
                    <a:pt x="200" y="209"/>
                    <a:pt x="204" y="213"/>
                    <a:pt x="205" y="208"/>
                  </a:cubicBezTo>
                  <a:cubicBezTo>
                    <a:pt x="205" y="204"/>
                    <a:pt x="209" y="198"/>
                    <a:pt x="212" y="201"/>
                  </a:cubicBezTo>
                  <a:cubicBezTo>
                    <a:pt x="214" y="203"/>
                    <a:pt x="210" y="204"/>
                    <a:pt x="208" y="213"/>
                  </a:cubicBezTo>
                  <a:cubicBezTo>
                    <a:pt x="206" y="221"/>
                    <a:pt x="203" y="217"/>
                    <a:pt x="203" y="219"/>
                  </a:cubicBezTo>
                  <a:cubicBezTo>
                    <a:pt x="202" y="222"/>
                    <a:pt x="211" y="223"/>
                    <a:pt x="211" y="218"/>
                  </a:cubicBezTo>
                  <a:cubicBezTo>
                    <a:pt x="211" y="214"/>
                    <a:pt x="212" y="212"/>
                    <a:pt x="215" y="216"/>
                  </a:cubicBezTo>
                  <a:cubicBezTo>
                    <a:pt x="219" y="220"/>
                    <a:pt x="213" y="223"/>
                    <a:pt x="214" y="225"/>
                  </a:cubicBezTo>
                  <a:cubicBezTo>
                    <a:pt x="215" y="227"/>
                    <a:pt x="219" y="225"/>
                    <a:pt x="220" y="225"/>
                  </a:cubicBezTo>
                  <a:cubicBezTo>
                    <a:pt x="224" y="225"/>
                    <a:pt x="228" y="233"/>
                    <a:pt x="227" y="237"/>
                  </a:cubicBezTo>
                  <a:cubicBezTo>
                    <a:pt x="227" y="240"/>
                    <a:pt x="226" y="244"/>
                    <a:pt x="232" y="247"/>
                  </a:cubicBezTo>
                  <a:cubicBezTo>
                    <a:pt x="238" y="251"/>
                    <a:pt x="236" y="251"/>
                    <a:pt x="241" y="251"/>
                  </a:cubicBezTo>
                  <a:cubicBezTo>
                    <a:pt x="245" y="251"/>
                    <a:pt x="255" y="255"/>
                    <a:pt x="258" y="257"/>
                  </a:cubicBezTo>
                  <a:cubicBezTo>
                    <a:pt x="260" y="259"/>
                    <a:pt x="267" y="255"/>
                    <a:pt x="268" y="251"/>
                  </a:cubicBezTo>
                  <a:cubicBezTo>
                    <a:pt x="269" y="246"/>
                    <a:pt x="274" y="251"/>
                    <a:pt x="272" y="252"/>
                  </a:cubicBezTo>
                  <a:cubicBezTo>
                    <a:pt x="269" y="254"/>
                    <a:pt x="273" y="257"/>
                    <a:pt x="273" y="255"/>
                  </a:cubicBezTo>
                  <a:cubicBezTo>
                    <a:pt x="273" y="252"/>
                    <a:pt x="275" y="250"/>
                    <a:pt x="275" y="253"/>
                  </a:cubicBezTo>
                  <a:cubicBezTo>
                    <a:pt x="276" y="256"/>
                    <a:pt x="280" y="256"/>
                    <a:pt x="281" y="258"/>
                  </a:cubicBezTo>
                  <a:cubicBezTo>
                    <a:pt x="282" y="260"/>
                    <a:pt x="284" y="262"/>
                    <a:pt x="284" y="260"/>
                  </a:cubicBezTo>
                  <a:cubicBezTo>
                    <a:pt x="284" y="258"/>
                    <a:pt x="285" y="257"/>
                    <a:pt x="288" y="256"/>
                  </a:cubicBezTo>
                  <a:cubicBezTo>
                    <a:pt x="291" y="254"/>
                    <a:pt x="292" y="252"/>
                    <a:pt x="296" y="250"/>
                  </a:cubicBezTo>
                  <a:cubicBezTo>
                    <a:pt x="299" y="247"/>
                    <a:pt x="312" y="247"/>
                    <a:pt x="313" y="247"/>
                  </a:cubicBezTo>
                  <a:cubicBezTo>
                    <a:pt x="314" y="247"/>
                    <a:pt x="315" y="235"/>
                    <a:pt x="316" y="230"/>
                  </a:cubicBezTo>
                  <a:cubicBezTo>
                    <a:pt x="317" y="224"/>
                    <a:pt x="322" y="223"/>
                    <a:pt x="322" y="217"/>
                  </a:cubicBezTo>
                  <a:cubicBezTo>
                    <a:pt x="323" y="211"/>
                    <a:pt x="330" y="199"/>
                    <a:pt x="331" y="199"/>
                  </a:cubicBezTo>
                  <a:cubicBezTo>
                    <a:pt x="333" y="198"/>
                    <a:pt x="336" y="196"/>
                    <a:pt x="336" y="193"/>
                  </a:cubicBezTo>
                  <a:cubicBezTo>
                    <a:pt x="337" y="189"/>
                    <a:pt x="341" y="185"/>
                    <a:pt x="341" y="181"/>
                  </a:cubicBezTo>
                  <a:cubicBezTo>
                    <a:pt x="341" y="177"/>
                    <a:pt x="343" y="172"/>
                    <a:pt x="343" y="170"/>
                  </a:cubicBezTo>
                  <a:cubicBezTo>
                    <a:pt x="343" y="169"/>
                    <a:pt x="341" y="165"/>
                    <a:pt x="344" y="162"/>
                  </a:cubicBezTo>
                  <a:cubicBezTo>
                    <a:pt x="347" y="159"/>
                    <a:pt x="343" y="155"/>
                    <a:pt x="344" y="154"/>
                  </a:cubicBezTo>
                  <a:close/>
                  <a:moveTo>
                    <a:pt x="157" y="8"/>
                  </a:moveTo>
                  <a:cubicBezTo>
                    <a:pt x="157" y="6"/>
                    <a:pt x="143" y="9"/>
                    <a:pt x="146" y="11"/>
                  </a:cubicBezTo>
                  <a:cubicBezTo>
                    <a:pt x="148" y="12"/>
                    <a:pt x="157" y="10"/>
                    <a:pt x="157" y="8"/>
                  </a:cubicBezTo>
                  <a:close/>
                  <a:moveTo>
                    <a:pt x="199" y="229"/>
                  </a:moveTo>
                  <a:cubicBezTo>
                    <a:pt x="201" y="231"/>
                    <a:pt x="208" y="231"/>
                    <a:pt x="209" y="228"/>
                  </a:cubicBezTo>
                  <a:cubicBezTo>
                    <a:pt x="210" y="225"/>
                    <a:pt x="197" y="228"/>
                    <a:pt x="199" y="229"/>
                  </a:cubicBezTo>
                  <a:close/>
                  <a:moveTo>
                    <a:pt x="283" y="281"/>
                  </a:moveTo>
                  <a:cubicBezTo>
                    <a:pt x="278" y="282"/>
                    <a:pt x="271" y="277"/>
                    <a:pt x="269" y="277"/>
                  </a:cubicBezTo>
                  <a:cubicBezTo>
                    <a:pt x="267" y="278"/>
                    <a:pt x="276" y="290"/>
                    <a:pt x="273" y="294"/>
                  </a:cubicBezTo>
                  <a:cubicBezTo>
                    <a:pt x="270" y="297"/>
                    <a:pt x="281" y="306"/>
                    <a:pt x="284" y="307"/>
                  </a:cubicBezTo>
                  <a:cubicBezTo>
                    <a:pt x="288" y="307"/>
                    <a:pt x="286" y="303"/>
                    <a:pt x="289" y="304"/>
                  </a:cubicBezTo>
                  <a:cubicBezTo>
                    <a:pt x="291" y="304"/>
                    <a:pt x="290" y="301"/>
                    <a:pt x="291" y="299"/>
                  </a:cubicBezTo>
                  <a:cubicBezTo>
                    <a:pt x="291" y="297"/>
                    <a:pt x="294" y="301"/>
                    <a:pt x="296" y="300"/>
                  </a:cubicBezTo>
                  <a:cubicBezTo>
                    <a:pt x="298" y="299"/>
                    <a:pt x="295" y="291"/>
                    <a:pt x="298" y="291"/>
                  </a:cubicBezTo>
                  <a:cubicBezTo>
                    <a:pt x="301" y="291"/>
                    <a:pt x="299" y="281"/>
                    <a:pt x="298" y="278"/>
                  </a:cubicBezTo>
                  <a:cubicBezTo>
                    <a:pt x="297" y="275"/>
                    <a:pt x="289" y="281"/>
                    <a:pt x="283" y="281"/>
                  </a:cubicBezTo>
                  <a:close/>
                </a:path>
              </a:pathLst>
            </a:custGeom>
            <a:solidFill>
              <a:schemeClr val="accent5"/>
            </a:solid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grpSp>
      <p:grpSp>
        <p:nvGrpSpPr>
          <p:cNvPr id="443" name="Group 442">
            <a:extLst>
              <a:ext uri="{FF2B5EF4-FFF2-40B4-BE49-F238E27FC236}">
                <a16:creationId xmlns:a16="http://schemas.microsoft.com/office/drawing/2014/main" id="{98E441DC-90FD-C879-2C7B-F5203E38F771}"/>
              </a:ext>
            </a:extLst>
          </p:cNvPr>
          <p:cNvGrpSpPr/>
          <p:nvPr/>
        </p:nvGrpSpPr>
        <p:grpSpPr>
          <a:xfrm>
            <a:off x="7860164" y="1661593"/>
            <a:ext cx="3903592" cy="2823315"/>
            <a:chOff x="7860164" y="1661593"/>
            <a:chExt cx="3903592" cy="2823315"/>
          </a:xfrm>
          <a:solidFill>
            <a:schemeClr val="accent3"/>
          </a:solidFill>
        </p:grpSpPr>
        <p:sp>
          <p:nvSpPr>
            <p:cNvPr id="285" name="Freeform 46">
              <a:extLst>
                <a:ext uri="{FF2B5EF4-FFF2-40B4-BE49-F238E27FC236}">
                  <a16:creationId xmlns:a16="http://schemas.microsoft.com/office/drawing/2014/main" id="{2D15BE03-279C-6FFB-3F83-1730A2588AB6}"/>
                </a:ext>
              </a:extLst>
            </p:cNvPr>
            <p:cNvSpPr>
              <a:spLocks/>
            </p:cNvSpPr>
            <p:nvPr/>
          </p:nvSpPr>
          <p:spPr bwMode="auto">
            <a:xfrm>
              <a:off x="8208087" y="3371339"/>
              <a:ext cx="33081" cy="41157"/>
            </a:xfrm>
            <a:custGeom>
              <a:avLst/>
              <a:gdLst>
                <a:gd name="T0" fmla="*/ 10 w 12"/>
                <a:gd name="T1" fmla="*/ 6 h 15"/>
                <a:gd name="T2" fmla="*/ 6 w 12"/>
                <a:gd name="T3" fmla="*/ 0 h 15"/>
                <a:gd name="T4" fmla="*/ 6 w 12"/>
                <a:gd name="T5" fmla="*/ 1 h 15"/>
                <a:gd name="T6" fmla="*/ 0 w 12"/>
                <a:gd name="T7" fmla="*/ 14 h 15"/>
                <a:gd name="T8" fmla="*/ 3 w 12"/>
                <a:gd name="T9" fmla="*/ 15 h 15"/>
                <a:gd name="T10" fmla="*/ 10 w 12"/>
                <a:gd name="T11" fmla="*/ 6 h 15"/>
              </a:gdLst>
              <a:ahLst/>
              <a:cxnLst>
                <a:cxn ang="0">
                  <a:pos x="T0" y="T1"/>
                </a:cxn>
                <a:cxn ang="0">
                  <a:pos x="T2" y="T3"/>
                </a:cxn>
                <a:cxn ang="0">
                  <a:pos x="T4" y="T5"/>
                </a:cxn>
                <a:cxn ang="0">
                  <a:pos x="T6" y="T7"/>
                </a:cxn>
                <a:cxn ang="0">
                  <a:pos x="T8" y="T9"/>
                </a:cxn>
                <a:cxn ang="0">
                  <a:pos x="T10" y="T11"/>
                </a:cxn>
              </a:cxnLst>
              <a:rect l="0" t="0" r="r" b="b"/>
              <a:pathLst>
                <a:path w="12" h="15">
                  <a:moveTo>
                    <a:pt x="10" y="6"/>
                  </a:moveTo>
                  <a:cubicBezTo>
                    <a:pt x="12" y="5"/>
                    <a:pt x="12" y="0"/>
                    <a:pt x="6" y="0"/>
                  </a:cubicBezTo>
                  <a:cubicBezTo>
                    <a:pt x="6" y="0"/>
                    <a:pt x="6" y="1"/>
                    <a:pt x="6" y="1"/>
                  </a:cubicBezTo>
                  <a:cubicBezTo>
                    <a:pt x="6" y="3"/>
                    <a:pt x="2" y="9"/>
                    <a:pt x="0" y="14"/>
                  </a:cubicBezTo>
                  <a:cubicBezTo>
                    <a:pt x="3" y="15"/>
                    <a:pt x="3" y="15"/>
                    <a:pt x="3" y="15"/>
                  </a:cubicBezTo>
                  <a:cubicBezTo>
                    <a:pt x="6" y="12"/>
                    <a:pt x="9" y="7"/>
                    <a:pt x="10" y="6"/>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291" name="Freeform 52">
              <a:extLst>
                <a:ext uri="{FF2B5EF4-FFF2-40B4-BE49-F238E27FC236}">
                  <a16:creationId xmlns:a16="http://schemas.microsoft.com/office/drawing/2014/main" id="{3A4F0A4C-FAC7-6F2F-74CD-DBEE6E7894C8}"/>
                </a:ext>
              </a:extLst>
            </p:cNvPr>
            <p:cNvSpPr>
              <a:spLocks/>
            </p:cNvSpPr>
            <p:nvPr/>
          </p:nvSpPr>
          <p:spPr bwMode="auto">
            <a:xfrm>
              <a:off x="8205807" y="3428957"/>
              <a:ext cx="10267" cy="30573"/>
            </a:xfrm>
            <a:custGeom>
              <a:avLst/>
              <a:gdLst>
                <a:gd name="T0" fmla="*/ 2 w 4"/>
                <a:gd name="T1" fmla="*/ 0 h 11"/>
                <a:gd name="T2" fmla="*/ 0 w 4"/>
                <a:gd name="T3" fmla="*/ 6 h 11"/>
                <a:gd name="T4" fmla="*/ 3 w 4"/>
                <a:gd name="T5" fmla="*/ 11 h 11"/>
                <a:gd name="T6" fmla="*/ 4 w 4"/>
                <a:gd name="T7" fmla="*/ 2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0" y="1"/>
                    <a:pt x="0" y="5"/>
                    <a:pt x="0" y="6"/>
                  </a:cubicBezTo>
                  <a:cubicBezTo>
                    <a:pt x="0" y="7"/>
                    <a:pt x="1" y="9"/>
                    <a:pt x="3" y="11"/>
                  </a:cubicBezTo>
                  <a:cubicBezTo>
                    <a:pt x="3" y="8"/>
                    <a:pt x="3" y="3"/>
                    <a:pt x="4" y="2"/>
                  </a:cubicBezTo>
                  <a:cubicBezTo>
                    <a:pt x="4" y="1"/>
                    <a:pt x="4" y="1"/>
                    <a:pt x="4" y="0"/>
                  </a:cubicBezTo>
                  <a:cubicBezTo>
                    <a:pt x="3" y="0"/>
                    <a:pt x="2" y="0"/>
                    <a:pt x="2" y="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292" name="Freeform 53">
              <a:extLst>
                <a:ext uri="{FF2B5EF4-FFF2-40B4-BE49-F238E27FC236}">
                  <a16:creationId xmlns:a16="http://schemas.microsoft.com/office/drawing/2014/main" id="{2BCDB449-F886-3075-CFD1-1BA668B43D97}"/>
                </a:ext>
              </a:extLst>
            </p:cNvPr>
            <p:cNvSpPr>
              <a:spLocks/>
            </p:cNvSpPr>
            <p:nvPr/>
          </p:nvSpPr>
          <p:spPr bwMode="auto">
            <a:xfrm>
              <a:off x="8186415" y="3410144"/>
              <a:ext cx="33081" cy="97599"/>
            </a:xfrm>
            <a:custGeom>
              <a:avLst/>
              <a:gdLst>
                <a:gd name="T0" fmla="*/ 5 w 12"/>
                <a:gd name="T1" fmla="*/ 34 h 35"/>
                <a:gd name="T2" fmla="*/ 6 w 12"/>
                <a:gd name="T3" fmla="*/ 35 h 35"/>
                <a:gd name="T4" fmla="*/ 9 w 12"/>
                <a:gd name="T5" fmla="*/ 23 h 35"/>
                <a:gd name="T6" fmla="*/ 10 w 12"/>
                <a:gd name="T7" fmla="*/ 18 h 35"/>
                <a:gd name="T8" fmla="*/ 7 w 12"/>
                <a:gd name="T9" fmla="*/ 13 h 35"/>
                <a:gd name="T10" fmla="*/ 9 w 12"/>
                <a:gd name="T11" fmla="*/ 7 h 35"/>
                <a:gd name="T12" fmla="*/ 11 w 12"/>
                <a:gd name="T13" fmla="*/ 7 h 35"/>
                <a:gd name="T14" fmla="*/ 12 w 12"/>
                <a:gd name="T15" fmla="*/ 1 h 35"/>
                <a:gd name="T16" fmla="*/ 8 w 12"/>
                <a:gd name="T17" fmla="*/ 0 h 35"/>
                <a:gd name="T18" fmla="*/ 6 w 12"/>
                <a:gd name="T19" fmla="*/ 3 h 35"/>
                <a:gd name="T20" fmla="*/ 0 w 12"/>
                <a:gd name="T21" fmla="*/ 18 h 35"/>
                <a:gd name="T22" fmla="*/ 6 w 12"/>
                <a:gd name="T23" fmla="*/ 33 h 35"/>
                <a:gd name="T24" fmla="*/ 5 w 12"/>
                <a:gd name="T25"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5">
                  <a:moveTo>
                    <a:pt x="5" y="34"/>
                  </a:moveTo>
                  <a:cubicBezTo>
                    <a:pt x="5" y="34"/>
                    <a:pt x="6" y="35"/>
                    <a:pt x="6" y="35"/>
                  </a:cubicBezTo>
                  <a:cubicBezTo>
                    <a:pt x="7" y="30"/>
                    <a:pt x="8" y="24"/>
                    <a:pt x="9" y="23"/>
                  </a:cubicBezTo>
                  <a:cubicBezTo>
                    <a:pt x="9" y="22"/>
                    <a:pt x="10" y="20"/>
                    <a:pt x="10" y="18"/>
                  </a:cubicBezTo>
                  <a:cubicBezTo>
                    <a:pt x="8" y="16"/>
                    <a:pt x="7" y="14"/>
                    <a:pt x="7" y="13"/>
                  </a:cubicBezTo>
                  <a:cubicBezTo>
                    <a:pt x="7" y="12"/>
                    <a:pt x="7" y="8"/>
                    <a:pt x="9" y="7"/>
                  </a:cubicBezTo>
                  <a:cubicBezTo>
                    <a:pt x="9" y="7"/>
                    <a:pt x="10" y="7"/>
                    <a:pt x="11" y="7"/>
                  </a:cubicBezTo>
                  <a:cubicBezTo>
                    <a:pt x="11" y="5"/>
                    <a:pt x="12" y="3"/>
                    <a:pt x="12" y="1"/>
                  </a:cubicBezTo>
                  <a:cubicBezTo>
                    <a:pt x="8" y="0"/>
                    <a:pt x="8" y="0"/>
                    <a:pt x="8" y="0"/>
                  </a:cubicBezTo>
                  <a:cubicBezTo>
                    <a:pt x="7" y="1"/>
                    <a:pt x="6" y="2"/>
                    <a:pt x="6" y="3"/>
                  </a:cubicBezTo>
                  <a:cubicBezTo>
                    <a:pt x="5" y="8"/>
                    <a:pt x="1" y="15"/>
                    <a:pt x="0" y="18"/>
                  </a:cubicBezTo>
                  <a:cubicBezTo>
                    <a:pt x="6" y="33"/>
                    <a:pt x="6" y="33"/>
                    <a:pt x="6" y="33"/>
                  </a:cubicBezTo>
                  <a:lnTo>
                    <a:pt x="5" y="34"/>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378" name="Freeform 147">
              <a:extLst>
                <a:ext uri="{FF2B5EF4-FFF2-40B4-BE49-F238E27FC236}">
                  <a16:creationId xmlns:a16="http://schemas.microsoft.com/office/drawing/2014/main" id="{DE505DC8-9CBB-9CAD-1010-BB7C8B23A7C0}"/>
                </a:ext>
              </a:extLst>
            </p:cNvPr>
            <p:cNvSpPr>
              <a:spLocks/>
            </p:cNvSpPr>
            <p:nvPr/>
          </p:nvSpPr>
          <p:spPr bwMode="auto">
            <a:xfrm>
              <a:off x="11685045" y="2480014"/>
              <a:ext cx="78711" cy="28221"/>
            </a:xfrm>
            <a:custGeom>
              <a:avLst/>
              <a:gdLst>
                <a:gd name="T0" fmla="*/ 13 w 29"/>
                <a:gd name="T1" fmla="*/ 1 h 10"/>
                <a:gd name="T2" fmla="*/ 3 w 29"/>
                <a:gd name="T3" fmla="*/ 5 h 10"/>
                <a:gd name="T4" fmla="*/ 18 w 29"/>
                <a:gd name="T5" fmla="*/ 8 h 10"/>
                <a:gd name="T6" fmla="*/ 29 w 29"/>
                <a:gd name="T7" fmla="*/ 6 h 10"/>
                <a:gd name="T8" fmla="*/ 13 w 29"/>
                <a:gd name="T9" fmla="*/ 1 h 10"/>
              </a:gdLst>
              <a:ahLst/>
              <a:cxnLst>
                <a:cxn ang="0">
                  <a:pos x="T0" y="T1"/>
                </a:cxn>
                <a:cxn ang="0">
                  <a:pos x="T2" y="T3"/>
                </a:cxn>
                <a:cxn ang="0">
                  <a:pos x="T4" y="T5"/>
                </a:cxn>
                <a:cxn ang="0">
                  <a:pos x="T6" y="T7"/>
                </a:cxn>
                <a:cxn ang="0">
                  <a:pos x="T8" y="T9"/>
                </a:cxn>
              </a:cxnLst>
              <a:rect l="0" t="0" r="r" b="b"/>
              <a:pathLst>
                <a:path w="29" h="10">
                  <a:moveTo>
                    <a:pt x="13" y="1"/>
                  </a:moveTo>
                  <a:cubicBezTo>
                    <a:pt x="11" y="3"/>
                    <a:pt x="0" y="2"/>
                    <a:pt x="3" y="5"/>
                  </a:cubicBezTo>
                  <a:cubicBezTo>
                    <a:pt x="5" y="7"/>
                    <a:pt x="14" y="6"/>
                    <a:pt x="18" y="8"/>
                  </a:cubicBezTo>
                  <a:cubicBezTo>
                    <a:pt x="23" y="10"/>
                    <a:pt x="29" y="8"/>
                    <a:pt x="29" y="6"/>
                  </a:cubicBezTo>
                  <a:cubicBezTo>
                    <a:pt x="29" y="5"/>
                    <a:pt x="15" y="0"/>
                    <a:pt x="13" y="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90" name="Freeform 160">
              <a:extLst>
                <a:ext uri="{FF2B5EF4-FFF2-40B4-BE49-F238E27FC236}">
                  <a16:creationId xmlns:a16="http://schemas.microsoft.com/office/drawing/2014/main" id="{B3344FA1-C920-76B7-5FED-D34D09BBCAF3}"/>
                </a:ext>
              </a:extLst>
            </p:cNvPr>
            <p:cNvSpPr>
              <a:spLocks/>
            </p:cNvSpPr>
            <p:nvPr/>
          </p:nvSpPr>
          <p:spPr bwMode="auto">
            <a:xfrm>
              <a:off x="8411137" y="3231409"/>
              <a:ext cx="450590" cy="390396"/>
            </a:xfrm>
            <a:custGeom>
              <a:avLst/>
              <a:gdLst>
                <a:gd name="T0" fmla="*/ 162 w 167"/>
                <a:gd name="T1" fmla="*/ 121 h 140"/>
                <a:gd name="T2" fmla="*/ 158 w 167"/>
                <a:gd name="T3" fmla="*/ 112 h 140"/>
                <a:gd name="T4" fmla="*/ 149 w 167"/>
                <a:gd name="T5" fmla="*/ 104 h 140"/>
                <a:gd name="T6" fmla="*/ 144 w 167"/>
                <a:gd name="T7" fmla="*/ 97 h 140"/>
                <a:gd name="T8" fmla="*/ 152 w 167"/>
                <a:gd name="T9" fmla="*/ 85 h 140"/>
                <a:gd name="T10" fmla="*/ 144 w 167"/>
                <a:gd name="T11" fmla="*/ 81 h 140"/>
                <a:gd name="T12" fmla="*/ 143 w 167"/>
                <a:gd name="T13" fmla="*/ 71 h 140"/>
                <a:gd name="T14" fmla="*/ 143 w 167"/>
                <a:gd name="T15" fmla="*/ 62 h 140"/>
                <a:gd name="T16" fmla="*/ 144 w 167"/>
                <a:gd name="T17" fmla="*/ 55 h 140"/>
                <a:gd name="T18" fmla="*/ 147 w 167"/>
                <a:gd name="T19" fmla="*/ 48 h 140"/>
                <a:gd name="T20" fmla="*/ 149 w 167"/>
                <a:gd name="T21" fmla="*/ 44 h 140"/>
                <a:gd name="T22" fmla="*/ 147 w 167"/>
                <a:gd name="T23" fmla="*/ 34 h 140"/>
                <a:gd name="T24" fmla="*/ 141 w 167"/>
                <a:gd name="T25" fmla="*/ 33 h 140"/>
                <a:gd name="T26" fmla="*/ 136 w 167"/>
                <a:gd name="T27" fmla="*/ 28 h 140"/>
                <a:gd name="T28" fmla="*/ 132 w 167"/>
                <a:gd name="T29" fmla="*/ 25 h 140"/>
                <a:gd name="T30" fmla="*/ 125 w 167"/>
                <a:gd name="T31" fmla="*/ 23 h 140"/>
                <a:gd name="T32" fmla="*/ 121 w 167"/>
                <a:gd name="T33" fmla="*/ 21 h 140"/>
                <a:gd name="T34" fmla="*/ 114 w 167"/>
                <a:gd name="T35" fmla="*/ 18 h 140"/>
                <a:gd name="T36" fmla="*/ 105 w 167"/>
                <a:gd name="T37" fmla="*/ 18 h 140"/>
                <a:gd name="T38" fmla="*/ 99 w 167"/>
                <a:gd name="T39" fmla="*/ 19 h 140"/>
                <a:gd name="T40" fmla="*/ 91 w 167"/>
                <a:gd name="T41" fmla="*/ 24 h 140"/>
                <a:gd name="T42" fmla="*/ 84 w 167"/>
                <a:gd name="T43" fmla="*/ 25 h 140"/>
                <a:gd name="T44" fmla="*/ 84 w 167"/>
                <a:gd name="T45" fmla="*/ 30 h 140"/>
                <a:gd name="T46" fmla="*/ 66 w 167"/>
                <a:gd name="T47" fmla="*/ 34 h 140"/>
                <a:gd name="T48" fmla="*/ 51 w 167"/>
                <a:gd name="T49" fmla="*/ 25 h 140"/>
                <a:gd name="T50" fmla="*/ 40 w 167"/>
                <a:gd name="T51" fmla="*/ 15 h 140"/>
                <a:gd name="T52" fmla="*/ 34 w 167"/>
                <a:gd name="T53" fmla="*/ 10 h 140"/>
                <a:gd name="T54" fmla="*/ 33 w 167"/>
                <a:gd name="T55" fmla="*/ 3 h 140"/>
                <a:gd name="T56" fmla="*/ 16 w 167"/>
                <a:gd name="T57" fmla="*/ 10 h 140"/>
                <a:gd name="T58" fmla="*/ 10 w 167"/>
                <a:gd name="T59" fmla="*/ 7 h 140"/>
                <a:gd name="T60" fmla="*/ 5 w 167"/>
                <a:gd name="T61" fmla="*/ 0 h 140"/>
                <a:gd name="T62" fmla="*/ 2 w 167"/>
                <a:gd name="T63" fmla="*/ 5 h 140"/>
                <a:gd name="T64" fmla="*/ 2 w 167"/>
                <a:gd name="T65" fmla="*/ 12 h 140"/>
                <a:gd name="T66" fmla="*/ 2 w 167"/>
                <a:gd name="T67" fmla="*/ 21 h 140"/>
                <a:gd name="T68" fmla="*/ 6 w 167"/>
                <a:gd name="T69" fmla="*/ 27 h 140"/>
                <a:gd name="T70" fmla="*/ 9 w 167"/>
                <a:gd name="T71" fmla="*/ 34 h 140"/>
                <a:gd name="T72" fmla="*/ 14 w 167"/>
                <a:gd name="T73" fmla="*/ 39 h 140"/>
                <a:gd name="T74" fmla="*/ 17 w 167"/>
                <a:gd name="T75" fmla="*/ 42 h 140"/>
                <a:gd name="T76" fmla="*/ 16 w 167"/>
                <a:gd name="T77" fmla="*/ 47 h 140"/>
                <a:gd name="T78" fmla="*/ 13 w 167"/>
                <a:gd name="T79" fmla="*/ 53 h 140"/>
                <a:gd name="T80" fmla="*/ 14 w 167"/>
                <a:gd name="T81" fmla="*/ 61 h 140"/>
                <a:gd name="T82" fmla="*/ 18 w 167"/>
                <a:gd name="T83" fmla="*/ 66 h 140"/>
                <a:gd name="T84" fmla="*/ 27 w 167"/>
                <a:gd name="T85" fmla="*/ 72 h 140"/>
                <a:gd name="T86" fmla="*/ 31 w 167"/>
                <a:gd name="T87" fmla="*/ 77 h 140"/>
                <a:gd name="T88" fmla="*/ 31 w 167"/>
                <a:gd name="T89" fmla="*/ 83 h 140"/>
                <a:gd name="T90" fmla="*/ 34 w 167"/>
                <a:gd name="T91" fmla="*/ 88 h 140"/>
                <a:gd name="T92" fmla="*/ 38 w 167"/>
                <a:gd name="T93" fmla="*/ 95 h 140"/>
                <a:gd name="T94" fmla="*/ 40 w 167"/>
                <a:gd name="T95" fmla="*/ 95 h 140"/>
                <a:gd name="T96" fmla="*/ 44 w 167"/>
                <a:gd name="T97" fmla="*/ 94 h 140"/>
                <a:gd name="T98" fmla="*/ 50 w 167"/>
                <a:gd name="T99" fmla="*/ 93 h 140"/>
                <a:gd name="T100" fmla="*/ 59 w 167"/>
                <a:gd name="T101" fmla="*/ 107 h 140"/>
                <a:gd name="T102" fmla="*/ 64 w 167"/>
                <a:gd name="T103" fmla="*/ 114 h 140"/>
                <a:gd name="T104" fmla="*/ 74 w 167"/>
                <a:gd name="T105" fmla="*/ 119 h 140"/>
                <a:gd name="T106" fmla="*/ 93 w 167"/>
                <a:gd name="T107" fmla="*/ 127 h 140"/>
                <a:gd name="T108" fmla="*/ 107 w 167"/>
                <a:gd name="T109" fmla="*/ 123 h 140"/>
                <a:gd name="T110" fmla="*/ 113 w 167"/>
                <a:gd name="T111" fmla="*/ 134 h 140"/>
                <a:gd name="T112" fmla="*/ 142 w 167"/>
                <a:gd name="T113" fmla="*/ 140 h 140"/>
                <a:gd name="T114" fmla="*/ 151 w 167"/>
                <a:gd name="T115" fmla="*/ 140 h 140"/>
                <a:gd name="T116" fmla="*/ 151 w 167"/>
                <a:gd name="T117" fmla="*/ 138 h 140"/>
                <a:gd name="T118" fmla="*/ 156 w 167"/>
                <a:gd name="T119" fmla="*/ 130 h 140"/>
                <a:gd name="T120" fmla="*/ 164 w 167"/>
                <a:gd name="T121" fmla="*/ 127 h 140"/>
                <a:gd name="T122" fmla="*/ 162 w 167"/>
                <a:gd name="T123" fmla="*/ 12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7" h="140">
                  <a:moveTo>
                    <a:pt x="162" y="121"/>
                  </a:moveTo>
                  <a:cubicBezTo>
                    <a:pt x="160" y="120"/>
                    <a:pt x="162" y="113"/>
                    <a:pt x="158" y="112"/>
                  </a:cubicBezTo>
                  <a:cubicBezTo>
                    <a:pt x="154" y="110"/>
                    <a:pt x="150" y="107"/>
                    <a:pt x="149" y="104"/>
                  </a:cubicBezTo>
                  <a:cubicBezTo>
                    <a:pt x="148" y="102"/>
                    <a:pt x="143" y="99"/>
                    <a:pt x="144" y="97"/>
                  </a:cubicBezTo>
                  <a:cubicBezTo>
                    <a:pt x="144" y="95"/>
                    <a:pt x="154" y="89"/>
                    <a:pt x="152" y="85"/>
                  </a:cubicBezTo>
                  <a:cubicBezTo>
                    <a:pt x="151" y="81"/>
                    <a:pt x="145" y="82"/>
                    <a:pt x="144" y="81"/>
                  </a:cubicBezTo>
                  <a:cubicBezTo>
                    <a:pt x="143" y="79"/>
                    <a:pt x="144" y="75"/>
                    <a:pt x="143" y="71"/>
                  </a:cubicBezTo>
                  <a:cubicBezTo>
                    <a:pt x="141" y="67"/>
                    <a:pt x="144" y="64"/>
                    <a:pt x="143" y="62"/>
                  </a:cubicBezTo>
                  <a:cubicBezTo>
                    <a:pt x="141" y="60"/>
                    <a:pt x="143" y="56"/>
                    <a:pt x="144" y="55"/>
                  </a:cubicBezTo>
                  <a:cubicBezTo>
                    <a:pt x="144" y="53"/>
                    <a:pt x="147" y="51"/>
                    <a:pt x="147" y="48"/>
                  </a:cubicBezTo>
                  <a:cubicBezTo>
                    <a:pt x="147" y="46"/>
                    <a:pt x="148" y="45"/>
                    <a:pt x="149" y="44"/>
                  </a:cubicBezTo>
                  <a:cubicBezTo>
                    <a:pt x="148" y="41"/>
                    <a:pt x="147" y="35"/>
                    <a:pt x="147" y="34"/>
                  </a:cubicBezTo>
                  <a:cubicBezTo>
                    <a:pt x="147" y="33"/>
                    <a:pt x="143" y="33"/>
                    <a:pt x="141" y="33"/>
                  </a:cubicBezTo>
                  <a:cubicBezTo>
                    <a:pt x="139" y="33"/>
                    <a:pt x="138" y="28"/>
                    <a:pt x="136" y="28"/>
                  </a:cubicBezTo>
                  <a:cubicBezTo>
                    <a:pt x="134" y="28"/>
                    <a:pt x="132" y="27"/>
                    <a:pt x="132" y="25"/>
                  </a:cubicBezTo>
                  <a:cubicBezTo>
                    <a:pt x="132" y="24"/>
                    <a:pt x="127" y="23"/>
                    <a:pt x="125" y="23"/>
                  </a:cubicBezTo>
                  <a:cubicBezTo>
                    <a:pt x="122" y="23"/>
                    <a:pt x="122" y="21"/>
                    <a:pt x="121" y="21"/>
                  </a:cubicBezTo>
                  <a:cubicBezTo>
                    <a:pt x="120" y="21"/>
                    <a:pt x="116" y="20"/>
                    <a:pt x="114" y="18"/>
                  </a:cubicBezTo>
                  <a:cubicBezTo>
                    <a:pt x="113" y="17"/>
                    <a:pt x="106" y="16"/>
                    <a:pt x="105" y="18"/>
                  </a:cubicBezTo>
                  <a:cubicBezTo>
                    <a:pt x="104" y="20"/>
                    <a:pt x="101" y="19"/>
                    <a:pt x="99" y="19"/>
                  </a:cubicBezTo>
                  <a:cubicBezTo>
                    <a:pt x="97" y="19"/>
                    <a:pt x="93" y="22"/>
                    <a:pt x="91" y="24"/>
                  </a:cubicBezTo>
                  <a:cubicBezTo>
                    <a:pt x="91" y="25"/>
                    <a:pt x="87" y="25"/>
                    <a:pt x="84" y="25"/>
                  </a:cubicBezTo>
                  <a:cubicBezTo>
                    <a:pt x="84" y="27"/>
                    <a:pt x="84" y="29"/>
                    <a:pt x="84" y="30"/>
                  </a:cubicBezTo>
                  <a:cubicBezTo>
                    <a:pt x="83" y="32"/>
                    <a:pt x="73" y="34"/>
                    <a:pt x="66" y="34"/>
                  </a:cubicBezTo>
                  <a:cubicBezTo>
                    <a:pt x="59" y="34"/>
                    <a:pt x="58" y="25"/>
                    <a:pt x="51" y="25"/>
                  </a:cubicBezTo>
                  <a:cubicBezTo>
                    <a:pt x="45" y="25"/>
                    <a:pt x="41" y="19"/>
                    <a:pt x="40" y="15"/>
                  </a:cubicBezTo>
                  <a:cubicBezTo>
                    <a:pt x="37" y="13"/>
                    <a:pt x="34" y="11"/>
                    <a:pt x="34" y="10"/>
                  </a:cubicBezTo>
                  <a:cubicBezTo>
                    <a:pt x="35" y="9"/>
                    <a:pt x="37" y="1"/>
                    <a:pt x="33" y="3"/>
                  </a:cubicBezTo>
                  <a:cubicBezTo>
                    <a:pt x="29" y="5"/>
                    <a:pt x="23" y="11"/>
                    <a:pt x="16" y="10"/>
                  </a:cubicBezTo>
                  <a:cubicBezTo>
                    <a:pt x="8" y="9"/>
                    <a:pt x="14" y="8"/>
                    <a:pt x="10" y="7"/>
                  </a:cubicBezTo>
                  <a:cubicBezTo>
                    <a:pt x="6" y="5"/>
                    <a:pt x="9" y="1"/>
                    <a:pt x="5" y="0"/>
                  </a:cubicBezTo>
                  <a:cubicBezTo>
                    <a:pt x="1" y="0"/>
                    <a:pt x="4" y="5"/>
                    <a:pt x="2" y="5"/>
                  </a:cubicBezTo>
                  <a:cubicBezTo>
                    <a:pt x="0" y="5"/>
                    <a:pt x="2" y="10"/>
                    <a:pt x="2" y="12"/>
                  </a:cubicBezTo>
                  <a:cubicBezTo>
                    <a:pt x="3" y="13"/>
                    <a:pt x="1" y="20"/>
                    <a:pt x="2" y="21"/>
                  </a:cubicBezTo>
                  <a:cubicBezTo>
                    <a:pt x="4" y="21"/>
                    <a:pt x="7" y="26"/>
                    <a:pt x="6" y="27"/>
                  </a:cubicBezTo>
                  <a:cubicBezTo>
                    <a:pt x="6" y="28"/>
                    <a:pt x="9" y="32"/>
                    <a:pt x="9" y="34"/>
                  </a:cubicBezTo>
                  <a:cubicBezTo>
                    <a:pt x="9" y="36"/>
                    <a:pt x="12" y="39"/>
                    <a:pt x="14" y="39"/>
                  </a:cubicBezTo>
                  <a:cubicBezTo>
                    <a:pt x="16" y="39"/>
                    <a:pt x="18" y="40"/>
                    <a:pt x="17" y="42"/>
                  </a:cubicBezTo>
                  <a:cubicBezTo>
                    <a:pt x="17" y="44"/>
                    <a:pt x="18" y="47"/>
                    <a:pt x="16" y="47"/>
                  </a:cubicBezTo>
                  <a:cubicBezTo>
                    <a:pt x="14" y="47"/>
                    <a:pt x="15" y="52"/>
                    <a:pt x="13" y="53"/>
                  </a:cubicBezTo>
                  <a:cubicBezTo>
                    <a:pt x="11" y="54"/>
                    <a:pt x="13" y="60"/>
                    <a:pt x="14" y="61"/>
                  </a:cubicBezTo>
                  <a:cubicBezTo>
                    <a:pt x="15" y="62"/>
                    <a:pt x="18" y="63"/>
                    <a:pt x="18" y="66"/>
                  </a:cubicBezTo>
                  <a:cubicBezTo>
                    <a:pt x="18" y="68"/>
                    <a:pt x="25" y="72"/>
                    <a:pt x="27" y="72"/>
                  </a:cubicBezTo>
                  <a:cubicBezTo>
                    <a:pt x="30" y="72"/>
                    <a:pt x="30" y="76"/>
                    <a:pt x="31" y="77"/>
                  </a:cubicBezTo>
                  <a:cubicBezTo>
                    <a:pt x="33" y="78"/>
                    <a:pt x="30" y="81"/>
                    <a:pt x="31" y="83"/>
                  </a:cubicBezTo>
                  <a:cubicBezTo>
                    <a:pt x="31" y="84"/>
                    <a:pt x="34" y="86"/>
                    <a:pt x="34" y="88"/>
                  </a:cubicBezTo>
                  <a:cubicBezTo>
                    <a:pt x="33" y="90"/>
                    <a:pt x="36" y="93"/>
                    <a:pt x="38" y="95"/>
                  </a:cubicBezTo>
                  <a:cubicBezTo>
                    <a:pt x="39" y="95"/>
                    <a:pt x="40" y="95"/>
                    <a:pt x="40" y="95"/>
                  </a:cubicBezTo>
                  <a:cubicBezTo>
                    <a:pt x="43" y="95"/>
                    <a:pt x="43" y="92"/>
                    <a:pt x="44" y="94"/>
                  </a:cubicBezTo>
                  <a:cubicBezTo>
                    <a:pt x="46" y="95"/>
                    <a:pt x="48" y="93"/>
                    <a:pt x="50" y="93"/>
                  </a:cubicBezTo>
                  <a:cubicBezTo>
                    <a:pt x="52" y="93"/>
                    <a:pt x="57" y="102"/>
                    <a:pt x="59" y="107"/>
                  </a:cubicBezTo>
                  <a:cubicBezTo>
                    <a:pt x="61" y="111"/>
                    <a:pt x="61" y="112"/>
                    <a:pt x="64" y="114"/>
                  </a:cubicBezTo>
                  <a:cubicBezTo>
                    <a:pt x="66" y="116"/>
                    <a:pt x="70" y="115"/>
                    <a:pt x="74" y="119"/>
                  </a:cubicBezTo>
                  <a:cubicBezTo>
                    <a:pt x="78" y="124"/>
                    <a:pt x="88" y="126"/>
                    <a:pt x="93" y="127"/>
                  </a:cubicBezTo>
                  <a:cubicBezTo>
                    <a:pt x="97" y="127"/>
                    <a:pt x="101" y="122"/>
                    <a:pt x="107" y="123"/>
                  </a:cubicBezTo>
                  <a:cubicBezTo>
                    <a:pt x="112" y="124"/>
                    <a:pt x="111" y="131"/>
                    <a:pt x="113" y="134"/>
                  </a:cubicBezTo>
                  <a:cubicBezTo>
                    <a:pt x="115" y="137"/>
                    <a:pt x="138" y="138"/>
                    <a:pt x="142" y="140"/>
                  </a:cubicBezTo>
                  <a:cubicBezTo>
                    <a:pt x="144" y="140"/>
                    <a:pt x="147" y="140"/>
                    <a:pt x="151" y="140"/>
                  </a:cubicBezTo>
                  <a:cubicBezTo>
                    <a:pt x="151" y="139"/>
                    <a:pt x="151" y="139"/>
                    <a:pt x="151" y="138"/>
                  </a:cubicBezTo>
                  <a:cubicBezTo>
                    <a:pt x="151" y="134"/>
                    <a:pt x="154" y="131"/>
                    <a:pt x="156" y="130"/>
                  </a:cubicBezTo>
                  <a:cubicBezTo>
                    <a:pt x="159" y="128"/>
                    <a:pt x="161" y="128"/>
                    <a:pt x="164" y="127"/>
                  </a:cubicBezTo>
                  <a:cubicBezTo>
                    <a:pt x="167" y="127"/>
                    <a:pt x="164" y="122"/>
                    <a:pt x="162" y="12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86" name="Freeform 47">
              <a:extLst>
                <a:ext uri="{FF2B5EF4-FFF2-40B4-BE49-F238E27FC236}">
                  <a16:creationId xmlns:a16="http://schemas.microsoft.com/office/drawing/2014/main" id="{D65CA36A-DBC6-5CFE-D295-6A3FA9419DB6}"/>
                </a:ext>
              </a:extLst>
            </p:cNvPr>
            <p:cNvSpPr>
              <a:spLocks/>
            </p:cNvSpPr>
            <p:nvPr/>
          </p:nvSpPr>
          <p:spPr bwMode="auto">
            <a:xfrm>
              <a:off x="8216073" y="3304314"/>
              <a:ext cx="157421" cy="128173"/>
            </a:xfrm>
            <a:custGeom>
              <a:avLst/>
              <a:gdLst>
                <a:gd name="T0" fmla="*/ 7 w 58"/>
                <a:gd name="T1" fmla="*/ 30 h 46"/>
                <a:gd name="T2" fmla="*/ 0 w 58"/>
                <a:gd name="T3" fmla="*/ 39 h 46"/>
                <a:gd name="T4" fmla="*/ 1 w 58"/>
                <a:gd name="T5" fmla="*/ 39 h 46"/>
                <a:gd name="T6" fmla="*/ 2 w 58"/>
                <a:gd name="T7" fmla="*/ 42 h 46"/>
                <a:gd name="T8" fmla="*/ 9 w 58"/>
                <a:gd name="T9" fmla="*/ 46 h 46"/>
                <a:gd name="T10" fmla="*/ 17 w 58"/>
                <a:gd name="T11" fmla="*/ 42 h 46"/>
                <a:gd name="T12" fmla="*/ 46 w 58"/>
                <a:gd name="T13" fmla="*/ 27 h 46"/>
                <a:gd name="T14" fmla="*/ 48 w 58"/>
                <a:gd name="T15" fmla="*/ 22 h 46"/>
                <a:gd name="T16" fmla="*/ 49 w 58"/>
                <a:gd name="T17" fmla="*/ 16 h 46"/>
                <a:gd name="T18" fmla="*/ 48 w 58"/>
                <a:gd name="T19" fmla="*/ 9 h 46"/>
                <a:gd name="T20" fmla="*/ 53 w 58"/>
                <a:gd name="T21" fmla="*/ 5 h 46"/>
                <a:gd name="T22" fmla="*/ 58 w 58"/>
                <a:gd name="T23" fmla="*/ 1 h 46"/>
                <a:gd name="T24" fmla="*/ 55 w 58"/>
                <a:gd name="T25" fmla="*/ 0 h 46"/>
                <a:gd name="T26" fmla="*/ 46 w 58"/>
                <a:gd name="T27" fmla="*/ 2 h 46"/>
                <a:gd name="T28" fmla="*/ 34 w 58"/>
                <a:gd name="T29" fmla="*/ 5 h 46"/>
                <a:gd name="T30" fmla="*/ 25 w 58"/>
                <a:gd name="T31" fmla="*/ 5 h 46"/>
                <a:gd name="T32" fmla="*/ 20 w 58"/>
                <a:gd name="T33" fmla="*/ 6 h 46"/>
                <a:gd name="T34" fmla="*/ 12 w 58"/>
                <a:gd name="T35" fmla="*/ 6 h 46"/>
                <a:gd name="T36" fmla="*/ 9 w 58"/>
                <a:gd name="T37" fmla="*/ 8 h 46"/>
                <a:gd name="T38" fmla="*/ 4 w 58"/>
                <a:gd name="T39" fmla="*/ 13 h 46"/>
                <a:gd name="T40" fmla="*/ 3 w 58"/>
                <a:gd name="T41" fmla="*/ 18 h 46"/>
                <a:gd name="T42" fmla="*/ 3 w 58"/>
                <a:gd name="T43" fmla="*/ 24 h 46"/>
                <a:gd name="T44" fmla="*/ 7 w 58"/>
                <a:gd name="T45" fmla="*/ 3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46">
                  <a:moveTo>
                    <a:pt x="7" y="30"/>
                  </a:moveTo>
                  <a:cubicBezTo>
                    <a:pt x="6" y="31"/>
                    <a:pt x="3" y="36"/>
                    <a:pt x="0" y="39"/>
                  </a:cubicBezTo>
                  <a:cubicBezTo>
                    <a:pt x="1" y="39"/>
                    <a:pt x="1" y="39"/>
                    <a:pt x="1" y="39"/>
                  </a:cubicBezTo>
                  <a:cubicBezTo>
                    <a:pt x="2" y="42"/>
                    <a:pt x="2" y="42"/>
                    <a:pt x="2" y="42"/>
                  </a:cubicBezTo>
                  <a:cubicBezTo>
                    <a:pt x="9" y="46"/>
                    <a:pt x="9" y="46"/>
                    <a:pt x="9" y="46"/>
                  </a:cubicBezTo>
                  <a:cubicBezTo>
                    <a:pt x="9" y="46"/>
                    <a:pt x="15" y="42"/>
                    <a:pt x="17" y="42"/>
                  </a:cubicBezTo>
                  <a:cubicBezTo>
                    <a:pt x="20" y="42"/>
                    <a:pt x="46" y="27"/>
                    <a:pt x="46" y="27"/>
                  </a:cubicBezTo>
                  <a:cubicBezTo>
                    <a:pt x="46" y="27"/>
                    <a:pt x="48" y="24"/>
                    <a:pt x="48" y="22"/>
                  </a:cubicBezTo>
                  <a:cubicBezTo>
                    <a:pt x="48" y="21"/>
                    <a:pt x="47" y="17"/>
                    <a:pt x="49" y="16"/>
                  </a:cubicBezTo>
                  <a:cubicBezTo>
                    <a:pt x="50" y="14"/>
                    <a:pt x="47" y="11"/>
                    <a:pt x="48" y="9"/>
                  </a:cubicBezTo>
                  <a:cubicBezTo>
                    <a:pt x="49" y="6"/>
                    <a:pt x="53" y="5"/>
                    <a:pt x="53" y="5"/>
                  </a:cubicBezTo>
                  <a:cubicBezTo>
                    <a:pt x="58" y="1"/>
                    <a:pt x="58" y="1"/>
                    <a:pt x="58" y="1"/>
                  </a:cubicBezTo>
                  <a:cubicBezTo>
                    <a:pt x="55" y="0"/>
                    <a:pt x="55" y="0"/>
                    <a:pt x="55" y="0"/>
                  </a:cubicBezTo>
                  <a:cubicBezTo>
                    <a:pt x="55" y="0"/>
                    <a:pt x="51" y="2"/>
                    <a:pt x="46" y="2"/>
                  </a:cubicBezTo>
                  <a:cubicBezTo>
                    <a:pt x="41" y="1"/>
                    <a:pt x="40" y="5"/>
                    <a:pt x="34" y="5"/>
                  </a:cubicBezTo>
                  <a:cubicBezTo>
                    <a:pt x="29" y="5"/>
                    <a:pt x="26" y="6"/>
                    <a:pt x="25" y="5"/>
                  </a:cubicBezTo>
                  <a:cubicBezTo>
                    <a:pt x="24" y="3"/>
                    <a:pt x="23" y="4"/>
                    <a:pt x="20" y="6"/>
                  </a:cubicBezTo>
                  <a:cubicBezTo>
                    <a:pt x="16" y="7"/>
                    <a:pt x="14" y="7"/>
                    <a:pt x="12" y="6"/>
                  </a:cubicBezTo>
                  <a:cubicBezTo>
                    <a:pt x="10" y="4"/>
                    <a:pt x="9" y="6"/>
                    <a:pt x="9" y="8"/>
                  </a:cubicBezTo>
                  <a:cubicBezTo>
                    <a:pt x="8" y="9"/>
                    <a:pt x="9" y="13"/>
                    <a:pt x="4" y="13"/>
                  </a:cubicBezTo>
                  <a:cubicBezTo>
                    <a:pt x="3" y="15"/>
                    <a:pt x="3" y="16"/>
                    <a:pt x="3" y="18"/>
                  </a:cubicBezTo>
                  <a:cubicBezTo>
                    <a:pt x="5" y="19"/>
                    <a:pt x="3" y="21"/>
                    <a:pt x="3" y="24"/>
                  </a:cubicBezTo>
                  <a:cubicBezTo>
                    <a:pt x="9" y="24"/>
                    <a:pt x="9" y="29"/>
                    <a:pt x="7" y="3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87" name="Freeform 48">
              <a:extLst>
                <a:ext uri="{FF2B5EF4-FFF2-40B4-BE49-F238E27FC236}">
                  <a16:creationId xmlns:a16="http://schemas.microsoft.com/office/drawing/2014/main" id="{0DA163D6-3D8F-BF40-F19A-3EB6B28A5DDF}"/>
                </a:ext>
              </a:extLst>
            </p:cNvPr>
            <p:cNvSpPr>
              <a:spLocks/>
            </p:cNvSpPr>
            <p:nvPr/>
          </p:nvSpPr>
          <p:spPr bwMode="auto">
            <a:xfrm>
              <a:off x="10261409" y="3276091"/>
              <a:ext cx="86696" cy="111710"/>
            </a:xfrm>
            <a:custGeom>
              <a:avLst/>
              <a:gdLst>
                <a:gd name="T0" fmla="*/ 8 w 32"/>
                <a:gd name="T1" fmla="*/ 3 h 40"/>
                <a:gd name="T2" fmla="*/ 3 w 32"/>
                <a:gd name="T3" fmla="*/ 7 h 40"/>
                <a:gd name="T4" fmla="*/ 6 w 32"/>
                <a:gd name="T5" fmla="*/ 11 h 40"/>
                <a:gd name="T6" fmla="*/ 5 w 32"/>
                <a:gd name="T7" fmla="*/ 15 h 40"/>
                <a:gd name="T8" fmla="*/ 5 w 32"/>
                <a:gd name="T9" fmla="*/ 23 h 40"/>
                <a:gd name="T10" fmla="*/ 2 w 32"/>
                <a:gd name="T11" fmla="*/ 33 h 40"/>
                <a:gd name="T12" fmla="*/ 3 w 32"/>
                <a:gd name="T13" fmla="*/ 39 h 40"/>
                <a:gd name="T14" fmla="*/ 20 w 32"/>
                <a:gd name="T15" fmla="*/ 33 h 40"/>
                <a:gd name="T16" fmla="*/ 28 w 32"/>
                <a:gd name="T17" fmla="*/ 30 h 40"/>
                <a:gd name="T18" fmla="*/ 31 w 32"/>
                <a:gd name="T19" fmla="*/ 26 h 40"/>
                <a:gd name="T20" fmla="*/ 29 w 32"/>
                <a:gd name="T21" fmla="*/ 14 h 40"/>
                <a:gd name="T22" fmla="*/ 20 w 32"/>
                <a:gd name="T23" fmla="*/ 0 h 40"/>
                <a:gd name="T24" fmla="*/ 16 w 32"/>
                <a:gd name="T25" fmla="*/ 2 h 40"/>
                <a:gd name="T26" fmla="*/ 8 w 32"/>
                <a:gd name="T27" fmla="*/ 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0">
                  <a:moveTo>
                    <a:pt x="8" y="3"/>
                  </a:moveTo>
                  <a:cubicBezTo>
                    <a:pt x="7" y="4"/>
                    <a:pt x="5" y="5"/>
                    <a:pt x="3" y="7"/>
                  </a:cubicBezTo>
                  <a:cubicBezTo>
                    <a:pt x="4" y="9"/>
                    <a:pt x="4" y="11"/>
                    <a:pt x="6" y="11"/>
                  </a:cubicBezTo>
                  <a:cubicBezTo>
                    <a:pt x="8" y="12"/>
                    <a:pt x="8" y="16"/>
                    <a:pt x="5" y="15"/>
                  </a:cubicBezTo>
                  <a:cubicBezTo>
                    <a:pt x="2" y="14"/>
                    <a:pt x="2" y="19"/>
                    <a:pt x="5" y="23"/>
                  </a:cubicBezTo>
                  <a:cubicBezTo>
                    <a:pt x="7" y="27"/>
                    <a:pt x="0" y="31"/>
                    <a:pt x="2" y="33"/>
                  </a:cubicBezTo>
                  <a:cubicBezTo>
                    <a:pt x="4" y="35"/>
                    <a:pt x="3" y="37"/>
                    <a:pt x="3" y="39"/>
                  </a:cubicBezTo>
                  <a:cubicBezTo>
                    <a:pt x="4" y="40"/>
                    <a:pt x="15" y="38"/>
                    <a:pt x="20" y="33"/>
                  </a:cubicBezTo>
                  <a:cubicBezTo>
                    <a:pt x="24" y="29"/>
                    <a:pt x="25" y="29"/>
                    <a:pt x="28" y="30"/>
                  </a:cubicBezTo>
                  <a:cubicBezTo>
                    <a:pt x="30" y="30"/>
                    <a:pt x="32" y="28"/>
                    <a:pt x="31" y="26"/>
                  </a:cubicBezTo>
                  <a:cubicBezTo>
                    <a:pt x="30" y="24"/>
                    <a:pt x="29" y="20"/>
                    <a:pt x="29" y="14"/>
                  </a:cubicBezTo>
                  <a:cubicBezTo>
                    <a:pt x="29" y="11"/>
                    <a:pt x="25" y="5"/>
                    <a:pt x="20" y="0"/>
                  </a:cubicBezTo>
                  <a:cubicBezTo>
                    <a:pt x="19" y="1"/>
                    <a:pt x="18" y="2"/>
                    <a:pt x="16" y="2"/>
                  </a:cubicBezTo>
                  <a:cubicBezTo>
                    <a:pt x="13" y="2"/>
                    <a:pt x="9" y="2"/>
                    <a:pt x="8" y="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88" name="Freeform 49">
              <a:extLst>
                <a:ext uri="{FF2B5EF4-FFF2-40B4-BE49-F238E27FC236}">
                  <a16:creationId xmlns:a16="http://schemas.microsoft.com/office/drawing/2014/main" id="{974A571C-A454-868C-1A7B-C15F66927DE1}"/>
                </a:ext>
              </a:extLst>
            </p:cNvPr>
            <p:cNvSpPr>
              <a:spLocks/>
            </p:cNvSpPr>
            <p:nvPr/>
          </p:nvSpPr>
          <p:spPr bwMode="auto">
            <a:xfrm>
              <a:off x="9405858" y="3587703"/>
              <a:ext cx="102665" cy="139931"/>
            </a:xfrm>
            <a:custGeom>
              <a:avLst/>
              <a:gdLst>
                <a:gd name="T0" fmla="*/ 38 w 38"/>
                <a:gd name="T1" fmla="*/ 42 h 50"/>
                <a:gd name="T2" fmla="*/ 35 w 38"/>
                <a:gd name="T3" fmla="*/ 26 h 50"/>
                <a:gd name="T4" fmla="*/ 29 w 38"/>
                <a:gd name="T5" fmla="*/ 32 h 50"/>
                <a:gd name="T6" fmla="*/ 29 w 38"/>
                <a:gd name="T7" fmla="*/ 23 h 50"/>
                <a:gd name="T8" fmla="*/ 36 w 38"/>
                <a:gd name="T9" fmla="*/ 15 h 50"/>
                <a:gd name="T10" fmla="*/ 30 w 38"/>
                <a:gd name="T11" fmla="*/ 13 h 50"/>
                <a:gd name="T12" fmla="*/ 20 w 38"/>
                <a:gd name="T13" fmla="*/ 13 h 50"/>
                <a:gd name="T14" fmla="*/ 16 w 38"/>
                <a:gd name="T15" fmla="*/ 9 h 50"/>
                <a:gd name="T16" fmla="*/ 10 w 38"/>
                <a:gd name="T17" fmla="*/ 4 h 50"/>
                <a:gd name="T18" fmla="*/ 3 w 38"/>
                <a:gd name="T19" fmla="*/ 4 h 50"/>
                <a:gd name="T20" fmla="*/ 9 w 38"/>
                <a:gd name="T21" fmla="*/ 12 h 50"/>
                <a:gd name="T22" fmla="*/ 4 w 38"/>
                <a:gd name="T23" fmla="*/ 15 h 50"/>
                <a:gd name="T24" fmla="*/ 6 w 38"/>
                <a:gd name="T25" fmla="*/ 28 h 50"/>
                <a:gd name="T26" fmla="*/ 9 w 38"/>
                <a:gd name="T27" fmla="*/ 43 h 50"/>
                <a:gd name="T28" fmla="*/ 15 w 38"/>
                <a:gd name="T29" fmla="*/ 42 h 50"/>
                <a:gd name="T30" fmla="*/ 22 w 38"/>
                <a:gd name="T31" fmla="*/ 38 h 50"/>
                <a:gd name="T32" fmla="*/ 27 w 38"/>
                <a:gd name="T33" fmla="*/ 34 h 50"/>
                <a:gd name="T34" fmla="*/ 31 w 38"/>
                <a:gd name="T35" fmla="*/ 46 h 50"/>
                <a:gd name="T36" fmla="*/ 33 w 38"/>
                <a:gd name="T37" fmla="*/ 50 h 50"/>
                <a:gd name="T38" fmla="*/ 36 w 38"/>
                <a:gd name="T39" fmla="*/ 47 h 50"/>
                <a:gd name="T40" fmla="*/ 38 w 38"/>
                <a:gd name="T41"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8" h="50">
                  <a:moveTo>
                    <a:pt x="38" y="42"/>
                  </a:moveTo>
                  <a:cubicBezTo>
                    <a:pt x="37" y="34"/>
                    <a:pt x="36" y="26"/>
                    <a:pt x="35" y="26"/>
                  </a:cubicBezTo>
                  <a:cubicBezTo>
                    <a:pt x="33" y="26"/>
                    <a:pt x="31" y="33"/>
                    <a:pt x="29" y="32"/>
                  </a:cubicBezTo>
                  <a:cubicBezTo>
                    <a:pt x="26" y="32"/>
                    <a:pt x="26" y="23"/>
                    <a:pt x="29" y="23"/>
                  </a:cubicBezTo>
                  <a:cubicBezTo>
                    <a:pt x="32" y="23"/>
                    <a:pt x="36" y="17"/>
                    <a:pt x="36" y="15"/>
                  </a:cubicBezTo>
                  <a:cubicBezTo>
                    <a:pt x="36" y="13"/>
                    <a:pt x="33" y="13"/>
                    <a:pt x="30" y="13"/>
                  </a:cubicBezTo>
                  <a:cubicBezTo>
                    <a:pt x="27" y="13"/>
                    <a:pt x="20" y="13"/>
                    <a:pt x="20" y="13"/>
                  </a:cubicBezTo>
                  <a:cubicBezTo>
                    <a:pt x="20" y="13"/>
                    <a:pt x="16" y="12"/>
                    <a:pt x="16" y="9"/>
                  </a:cubicBezTo>
                  <a:cubicBezTo>
                    <a:pt x="16" y="7"/>
                    <a:pt x="14" y="4"/>
                    <a:pt x="10" y="4"/>
                  </a:cubicBezTo>
                  <a:cubicBezTo>
                    <a:pt x="6" y="4"/>
                    <a:pt x="6" y="0"/>
                    <a:pt x="3" y="4"/>
                  </a:cubicBezTo>
                  <a:cubicBezTo>
                    <a:pt x="0" y="9"/>
                    <a:pt x="10" y="9"/>
                    <a:pt x="9" y="12"/>
                  </a:cubicBezTo>
                  <a:cubicBezTo>
                    <a:pt x="8" y="15"/>
                    <a:pt x="5" y="13"/>
                    <a:pt x="4" y="15"/>
                  </a:cubicBezTo>
                  <a:cubicBezTo>
                    <a:pt x="4" y="18"/>
                    <a:pt x="5" y="24"/>
                    <a:pt x="6" y="28"/>
                  </a:cubicBezTo>
                  <a:cubicBezTo>
                    <a:pt x="8" y="30"/>
                    <a:pt x="9" y="37"/>
                    <a:pt x="9" y="43"/>
                  </a:cubicBezTo>
                  <a:cubicBezTo>
                    <a:pt x="12" y="43"/>
                    <a:pt x="13" y="42"/>
                    <a:pt x="15" y="42"/>
                  </a:cubicBezTo>
                  <a:cubicBezTo>
                    <a:pt x="18" y="42"/>
                    <a:pt x="21" y="41"/>
                    <a:pt x="22" y="38"/>
                  </a:cubicBezTo>
                  <a:cubicBezTo>
                    <a:pt x="22" y="35"/>
                    <a:pt x="25" y="33"/>
                    <a:pt x="27" y="34"/>
                  </a:cubicBezTo>
                  <a:cubicBezTo>
                    <a:pt x="29" y="35"/>
                    <a:pt x="31" y="42"/>
                    <a:pt x="31" y="46"/>
                  </a:cubicBezTo>
                  <a:cubicBezTo>
                    <a:pt x="31" y="47"/>
                    <a:pt x="32" y="48"/>
                    <a:pt x="33" y="50"/>
                  </a:cubicBezTo>
                  <a:cubicBezTo>
                    <a:pt x="34" y="49"/>
                    <a:pt x="36" y="47"/>
                    <a:pt x="36" y="47"/>
                  </a:cubicBezTo>
                  <a:cubicBezTo>
                    <a:pt x="36" y="47"/>
                    <a:pt x="37" y="44"/>
                    <a:pt x="38" y="4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89" name="Freeform 50">
              <a:extLst>
                <a:ext uri="{FF2B5EF4-FFF2-40B4-BE49-F238E27FC236}">
                  <a16:creationId xmlns:a16="http://schemas.microsoft.com/office/drawing/2014/main" id="{0CD33975-8A60-2CD2-5DD2-A13BE817F01D}"/>
                </a:ext>
              </a:extLst>
            </p:cNvPr>
            <p:cNvSpPr>
              <a:spLocks/>
            </p:cNvSpPr>
            <p:nvPr/>
          </p:nvSpPr>
          <p:spPr bwMode="auto">
            <a:xfrm>
              <a:off x="8972379" y="3353700"/>
              <a:ext cx="633107" cy="690247"/>
            </a:xfrm>
            <a:custGeom>
              <a:avLst/>
              <a:gdLst>
                <a:gd name="T0" fmla="*/ 165 w 235"/>
                <a:gd name="T1" fmla="*/ 99 h 248"/>
                <a:gd name="T2" fmla="*/ 164 w 235"/>
                <a:gd name="T3" fmla="*/ 88 h 248"/>
                <a:gd name="T4" fmla="*/ 177 w 235"/>
                <a:gd name="T5" fmla="*/ 93 h 248"/>
                <a:gd name="T6" fmla="*/ 191 w 235"/>
                <a:gd name="T7" fmla="*/ 97 h 248"/>
                <a:gd name="T8" fmla="*/ 190 w 235"/>
                <a:gd name="T9" fmla="*/ 107 h 248"/>
                <a:gd name="T10" fmla="*/ 196 w 235"/>
                <a:gd name="T11" fmla="*/ 110 h 248"/>
                <a:gd name="T12" fmla="*/ 200 w 235"/>
                <a:gd name="T13" fmla="*/ 125 h 248"/>
                <a:gd name="T14" fmla="*/ 204 w 235"/>
                <a:gd name="T15" fmla="*/ 108 h 248"/>
                <a:gd name="T16" fmla="*/ 214 w 235"/>
                <a:gd name="T17" fmla="*/ 98 h 248"/>
                <a:gd name="T18" fmla="*/ 222 w 235"/>
                <a:gd name="T19" fmla="*/ 81 h 248"/>
                <a:gd name="T20" fmla="*/ 233 w 235"/>
                <a:gd name="T21" fmla="*/ 78 h 248"/>
                <a:gd name="T22" fmla="*/ 234 w 235"/>
                <a:gd name="T23" fmla="*/ 68 h 248"/>
                <a:gd name="T24" fmla="*/ 226 w 235"/>
                <a:gd name="T25" fmla="*/ 60 h 248"/>
                <a:gd name="T26" fmla="*/ 211 w 235"/>
                <a:gd name="T27" fmla="*/ 61 h 248"/>
                <a:gd name="T28" fmla="*/ 201 w 235"/>
                <a:gd name="T29" fmla="*/ 69 h 248"/>
                <a:gd name="T30" fmla="*/ 192 w 235"/>
                <a:gd name="T31" fmla="*/ 74 h 248"/>
                <a:gd name="T32" fmla="*/ 185 w 235"/>
                <a:gd name="T33" fmla="*/ 83 h 248"/>
                <a:gd name="T34" fmla="*/ 171 w 235"/>
                <a:gd name="T35" fmla="*/ 81 h 248"/>
                <a:gd name="T36" fmla="*/ 166 w 235"/>
                <a:gd name="T37" fmla="*/ 71 h 248"/>
                <a:gd name="T38" fmla="*/ 162 w 235"/>
                <a:gd name="T39" fmla="*/ 83 h 248"/>
                <a:gd name="T40" fmla="*/ 137 w 235"/>
                <a:gd name="T41" fmla="*/ 80 h 248"/>
                <a:gd name="T42" fmla="*/ 124 w 235"/>
                <a:gd name="T43" fmla="*/ 77 h 248"/>
                <a:gd name="T44" fmla="*/ 111 w 235"/>
                <a:gd name="T45" fmla="*/ 70 h 248"/>
                <a:gd name="T46" fmla="*/ 100 w 235"/>
                <a:gd name="T47" fmla="*/ 63 h 248"/>
                <a:gd name="T48" fmla="*/ 105 w 235"/>
                <a:gd name="T49" fmla="*/ 51 h 248"/>
                <a:gd name="T50" fmla="*/ 97 w 235"/>
                <a:gd name="T51" fmla="*/ 43 h 248"/>
                <a:gd name="T52" fmla="*/ 87 w 235"/>
                <a:gd name="T53" fmla="*/ 32 h 248"/>
                <a:gd name="T54" fmla="*/ 94 w 235"/>
                <a:gd name="T55" fmla="*/ 25 h 248"/>
                <a:gd name="T56" fmla="*/ 89 w 235"/>
                <a:gd name="T57" fmla="*/ 10 h 248"/>
                <a:gd name="T58" fmla="*/ 80 w 235"/>
                <a:gd name="T59" fmla="*/ 0 h 248"/>
                <a:gd name="T60" fmla="*/ 74 w 235"/>
                <a:gd name="T61" fmla="*/ 6 h 248"/>
                <a:gd name="T62" fmla="*/ 53 w 235"/>
                <a:gd name="T63" fmla="*/ 7 h 248"/>
                <a:gd name="T64" fmla="*/ 50 w 235"/>
                <a:gd name="T65" fmla="*/ 20 h 248"/>
                <a:gd name="T66" fmla="*/ 59 w 235"/>
                <a:gd name="T67" fmla="*/ 32 h 248"/>
                <a:gd name="T68" fmla="*/ 53 w 235"/>
                <a:gd name="T69" fmla="*/ 44 h 248"/>
                <a:gd name="T70" fmla="*/ 44 w 235"/>
                <a:gd name="T71" fmla="*/ 53 h 248"/>
                <a:gd name="T72" fmla="*/ 33 w 235"/>
                <a:gd name="T73" fmla="*/ 66 h 248"/>
                <a:gd name="T74" fmla="*/ 23 w 235"/>
                <a:gd name="T75" fmla="*/ 73 h 248"/>
                <a:gd name="T76" fmla="*/ 10 w 235"/>
                <a:gd name="T77" fmla="*/ 80 h 248"/>
                <a:gd name="T78" fmla="*/ 19 w 235"/>
                <a:gd name="T79" fmla="*/ 95 h 248"/>
                <a:gd name="T80" fmla="*/ 16 w 235"/>
                <a:gd name="T81" fmla="*/ 104 h 248"/>
                <a:gd name="T82" fmla="*/ 0 w 235"/>
                <a:gd name="T83" fmla="*/ 110 h 248"/>
                <a:gd name="T84" fmla="*/ 8 w 235"/>
                <a:gd name="T85" fmla="*/ 118 h 248"/>
                <a:gd name="T86" fmla="*/ 5 w 235"/>
                <a:gd name="T87" fmla="*/ 122 h 248"/>
                <a:gd name="T88" fmla="*/ 32 w 235"/>
                <a:gd name="T89" fmla="*/ 128 h 248"/>
                <a:gd name="T90" fmla="*/ 37 w 235"/>
                <a:gd name="T91" fmla="*/ 132 h 248"/>
                <a:gd name="T92" fmla="*/ 38 w 235"/>
                <a:gd name="T93" fmla="*/ 154 h 248"/>
                <a:gd name="T94" fmla="*/ 50 w 235"/>
                <a:gd name="T95" fmla="*/ 192 h 248"/>
                <a:gd name="T96" fmla="*/ 66 w 235"/>
                <a:gd name="T97" fmla="*/ 231 h 248"/>
                <a:gd name="T98" fmla="*/ 82 w 235"/>
                <a:gd name="T99" fmla="*/ 241 h 248"/>
                <a:gd name="T100" fmla="*/ 93 w 235"/>
                <a:gd name="T101" fmla="*/ 228 h 248"/>
                <a:gd name="T102" fmla="*/ 98 w 235"/>
                <a:gd name="T103" fmla="*/ 211 h 248"/>
                <a:gd name="T104" fmla="*/ 100 w 235"/>
                <a:gd name="T105" fmla="*/ 187 h 248"/>
                <a:gd name="T106" fmla="*/ 111 w 235"/>
                <a:gd name="T107" fmla="*/ 174 h 248"/>
                <a:gd name="T108" fmla="*/ 138 w 235"/>
                <a:gd name="T109" fmla="*/ 150 h 248"/>
                <a:gd name="T110" fmla="*/ 153 w 235"/>
                <a:gd name="T111" fmla="*/ 132 h 248"/>
                <a:gd name="T112" fmla="*/ 170 w 235"/>
                <a:gd name="T113" fmla="*/ 12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248">
                  <a:moveTo>
                    <a:pt x="167" y="112"/>
                  </a:moveTo>
                  <a:cubicBezTo>
                    <a:pt x="166" y="108"/>
                    <a:pt x="165" y="102"/>
                    <a:pt x="165" y="99"/>
                  </a:cubicBezTo>
                  <a:cubicBezTo>
                    <a:pt x="166" y="97"/>
                    <a:pt x="169" y="99"/>
                    <a:pt x="170" y="96"/>
                  </a:cubicBezTo>
                  <a:cubicBezTo>
                    <a:pt x="171" y="93"/>
                    <a:pt x="161" y="93"/>
                    <a:pt x="164" y="88"/>
                  </a:cubicBezTo>
                  <a:cubicBezTo>
                    <a:pt x="167" y="84"/>
                    <a:pt x="167" y="88"/>
                    <a:pt x="171" y="88"/>
                  </a:cubicBezTo>
                  <a:cubicBezTo>
                    <a:pt x="175" y="88"/>
                    <a:pt x="177" y="91"/>
                    <a:pt x="177" y="93"/>
                  </a:cubicBezTo>
                  <a:cubicBezTo>
                    <a:pt x="177" y="96"/>
                    <a:pt x="181" y="97"/>
                    <a:pt x="181" y="97"/>
                  </a:cubicBezTo>
                  <a:cubicBezTo>
                    <a:pt x="181" y="97"/>
                    <a:pt x="188" y="97"/>
                    <a:pt x="191" y="97"/>
                  </a:cubicBezTo>
                  <a:cubicBezTo>
                    <a:pt x="194" y="97"/>
                    <a:pt x="197" y="97"/>
                    <a:pt x="197" y="99"/>
                  </a:cubicBezTo>
                  <a:cubicBezTo>
                    <a:pt x="197" y="101"/>
                    <a:pt x="193" y="107"/>
                    <a:pt x="190" y="107"/>
                  </a:cubicBezTo>
                  <a:cubicBezTo>
                    <a:pt x="187" y="107"/>
                    <a:pt x="187" y="116"/>
                    <a:pt x="190" y="116"/>
                  </a:cubicBezTo>
                  <a:cubicBezTo>
                    <a:pt x="192" y="117"/>
                    <a:pt x="194" y="110"/>
                    <a:pt x="196" y="110"/>
                  </a:cubicBezTo>
                  <a:cubicBezTo>
                    <a:pt x="197" y="110"/>
                    <a:pt x="198" y="118"/>
                    <a:pt x="199" y="126"/>
                  </a:cubicBezTo>
                  <a:cubicBezTo>
                    <a:pt x="199" y="125"/>
                    <a:pt x="200" y="125"/>
                    <a:pt x="200" y="125"/>
                  </a:cubicBezTo>
                  <a:cubicBezTo>
                    <a:pt x="202" y="125"/>
                    <a:pt x="201" y="118"/>
                    <a:pt x="203" y="116"/>
                  </a:cubicBezTo>
                  <a:cubicBezTo>
                    <a:pt x="204" y="114"/>
                    <a:pt x="203" y="108"/>
                    <a:pt x="204" y="108"/>
                  </a:cubicBezTo>
                  <a:cubicBezTo>
                    <a:pt x="205" y="108"/>
                    <a:pt x="211" y="110"/>
                    <a:pt x="211" y="108"/>
                  </a:cubicBezTo>
                  <a:cubicBezTo>
                    <a:pt x="211" y="107"/>
                    <a:pt x="215" y="101"/>
                    <a:pt x="214" y="98"/>
                  </a:cubicBezTo>
                  <a:cubicBezTo>
                    <a:pt x="213" y="95"/>
                    <a:pt x="216" y="91"/>
                    <a:pt x="216" y="88"/>
                  </a:cubicBezTo>
                  <a:cubicBezTo>
                    <a:pt x="216" y="84"/>
                    <a:pt x="220" y="83"/>
                    <a:pt x="222" y="81"/>
                  </a:cubicBezTo>
                  <a:cubicBezTo>
                    <a:pt x="224" y="79"/>
                    <a:pt x="228" y="76"/>
                    <a:pt x="229" y="78"/>
                  </a:cubicBezTo>
                  <a:cubicBezTo>
                    <a:pt x="230" y="80"/>
                    <a:pt x="235" y="81"/>
                    <a:pt x="233" y="78"/>
                  </a:cubicBezTo>
                  <a:cubicBezTo>
                    <a:pt x="231" y="75"/>
                    <a:pt x="231" y="73"/>
                    <a:pt x="232" y="72"/>
                  </a:cubicBezTo>
                  <a:cubicBezTo>
                    <a:pt x="233" y="72"/>
                    <a:pt x="234" y="68"/>
                    <a:pt x="234" y="68"/>
                  </a:cubicBezTo>
                  <a:cubicBezTo>
                    <a:pt x="234" y="68"/>
                    <a:pt x="230" y="68"/>
                    <a:pt x="229" y="66"/>
                  </a:cubicBezTo>
                  <a:cubicBezTo>
                    <a:pt x="228" y="64"/>
                    <a:pt x="226" y="62"/>
                    <a:pt x="226" y="60"/>
                  </a:cubicBezTo>
                  <a:cubicBezTo>
                    <a:pt x="226" y="58"/>
                    <a:pt x="223" y="59"/>
                    <a:pt x="221" y="61"/>
                  </a:cubicBezTo>
                  <a:cubicBezTo>
                    <a:pt x="219" y="62"/>
                    <a:pt x="216" y="59"/>
                    <a:pt x="211" y="61"/>
                  </a:cubicBezTo>
                  <a:cubicBezTo>
                    <a:pt x="207" y="63"/>
                    <a:pt x="206" y="66"/>
                    <a:pt x="204" y="66"/>
                  </a:cubicBezTo>
                  <a:cubicBezTo>
                    <a:pt x="202" y="65"/>
                    <a:pt x="202" y="67"/>
                    <a:pt x="201" y="69"/>
                  </a:cubicBezTo>
                  <a:cubicBezTo>
                    <a:pt x="199" y="71"/>
                    <a:pt x="198" y="73"/>
                    <a:pt x="197" y="73"/>
                  </a:cubicBezTo>
                  <a:cubicBezTo>
                    <a:pt x="196" y="73"/>
                    <a:pt x="192" y="74"/>
                    <a:pt x="192" y="74"/>
                  </a:cubicBezTo>
                  <a:cubicBezTo>
                    <a:pt x="192" y="74"/>
                    <a:pt x="195" y="79"/>
                    <a:pt x="193" y="82"/>
                  </a:cubicBezTo>
                  <a:cubicBezTo>
                    <a:pt x="192" y="84"/>
                    <a:pt x="189" y="82"/>
                    <a:pt x="185" y="83"/>
                  </a:cubicBezTo>
                  <a:cubicBezTo>
                    <a:pt x="181" y="84"/>
                    <a:pt x="180" y="81"/>
                    <a:pt x="177" y="82"/>
                  </a:cubicBezTo>
                  <a:cubicBezTo>
                    <a:pt x="174" y="83"/>
                    <a:pt x="173" y="80"/>
                    <a:pt x="171" y="81"/>
                  </a:cubicBezTo>
                  <a:cubicBezTo>
                    <a:pt x="170" y="81"/>
                    <a:pt x="168" y="78"/>
                    <a:pt x="169" y="75"/>
                  </a:cubicBezTo>
                  <a:cubicBezTo>
                    <a:pt x="169" y="72"/>
                    <a:pt x="167" y="69"/>
                    <a:pt x="166" y="71"/>
                  </a:cubicBezTo>
                  <a:cubicBezTo>
                    <a:pt x="165" y="73"/>
                    <a:pt x="163" y="72"/>
                    <a:pt x="163" y="75"/>
                  </a:cubicBezTo>
                  <a:cubicBezTo>
                    <a:pt x="163" y="78"/>
                    <a:pt x="164" y="81"/>
                    <a:pt x="162" y="83"/>
                  </a:cubicBezTo>
                  <a:cubicBezTo>
                    <a:pt x="160" y="85"/>
                    <a:pt x="150" y="86"/>
                    <a:pt x="148" y="85"/>
                  </a:cubicBezTo>
                  <a:cubicBezTo>
                    <a:pt x="146" y="83"/>
                    <a:pt x="137" y="82"/>
                    <a:pt x="137" y="80"/>
                  </a:cubicBezTo>
                  <a:cubicBezTo>
                    <a:pt x="136" y="79"/>
                    <a:pt x="134" y="76"/>
                    <a:pt x="132" y="76"/>
                  </a:cubicBezTo>
                  <a:cubicBezTo>
                    <a:pt x="130" y="76"/>
                    <a:pt x="125" y="78"/>
                    <a:pt x="124" y="77"/>
                  </a:cubicBezTo>
                  <a:cubicBezTo>
                    <a:pt x="123" y="76"/>
                    <a:pt x="119" y="73"/>
                    <a:pt x="117" y="73"/>
                  </a:cubicBezTo>
                  <a:cubicBezTo>
                    <a:pt x="115" y="73"/>
                    <a:pt x="111" y="71"/>
                    <a:pt x="111" y="70"/>
                  </a:cubicBezTo>
                  <a:cubicBezTo>
                    <a:pt x="111" y="68"/>
                    <a:pt x="105" y="68"/>
                    <a:pt x="104" y="66"/>
                  </a:cubicBezTo>
                  <a:cubicBezTo>
                    <a:pt x="103" y="65"/>
                    <a:pt x="100" y="65"/>
                    <a:pt x="100" y="63"/>
                  </a:cubicBezTo>
                  <a:cubicBezTo>
                    <a:pt x="100" y="61"/>
                    <a:pt x="101" y="59"/>
                    <a:pt x="101" y="57"/>
                  </a:cubicBezTo>
                  <a:cubicBezTo>
                    <a:pt x="101" y="55"/>
                    <a:pt x="105" y="53"/>
                    <a:pt x="105" y="51"/>
                  </a:cubicBezTo>
                  <a:cubicBezTo>
                    <a:pt x="105" y="50"/>
                    <a:pt x="102" y="48"/>
                    <a:pt x="102" y="48"/>
                  </a:cubicBezTo>
                  <a:cubicBezTo>
                    <a:pt x="102" y="48"/>
                    <a:pt x="99" y="43"/>
                    <a:pt x="97" y="43"/>
                  </a:cubicBezTo>
                  <a:cubicBezTo>
                    <a:pt x="94" y="43"/>
                    <a:pt x="92" y="39"/>
                    <a:pt x="90" y="38"/>
                  </a:cubicBezTo>
                  <a:cubicBezTo>
                    <a:pt x="87" y="38"/>
                    <a:pt x="88" y="33"/>
                    <a:pt x="87" y="32"/>
                  </a:cubicBezTo>
                  <a:cubicBezTo>
                    <a:pt x="85" y="30"/>
                    <a:pt x="86" y="26"/>
                    <a:pt x="89" y="28"/>
                  </a:cubicBezTo>
                  <a:cubicBezTo>
                    <a:pt x="91" y="30"/>
                    <a:pt x="95" y="28"/>
                    <a:pt x="94" y="25"/>
                  </a:cubicBezTo>
                  <a:cubicBezTo>
                    <a:pt x="92" y="22"/>
                    <a:pt x="89" y="19"/>
                    <a:pt x="89" y="18"/>
                  </a:cubicBezTo>
                  <a:cubicBezTo>
                    <a:pt x="89" y="16"/>
                    <a:pt x="91" y="11"/>
                    <a:pt x="89" y="10"/>
                  </a:cubicBezTo>
                  <a:cubicBezTo>
                    <a:pt x="86" y="8"/>
                    <a:pt x="84" y="6"/>
                    <a:pt x="84" y="4"/>
                  </a:cubicBezTo>
                  <a:cubicBezTo>
                    <a:pt x="83" y="2"/>
                    <a:pt x="80" y="0"/>
                    <a:pt x="80" y="0"/>
                  </a:cubicBezTo>
                  <a:cubicBezTo>
                    <a:pt x="77" y="0"/>
                    <a:pt x="77" y="0"/>
                    <a:pt x="77" y="0"/>
                  </a:cubicBezTo>
                  <a:cubicBezTo>
                    <a:pt x="77" y="0"/>
                    <a:pt x="75" y="6"/>
                    <a:pt x="74" y="6"/>
                  </a:cubicBezTo>
                  <a:cubicBezTo>
                    <a:pt x="72" y="7"/>
                    <a:pt x="68" y="8"/>
                    <a:pt x="65" y="10"/>
                  </a:cubicBezTo>
                  <a:cubicBezTo>
                    <a:pt x="63" y="11"/>
                    <a:pt x="56" y="7"/>
                    <a:pt x="53" y="7"/>
                  </a:cubicBezTo>
                  <a:cubicBezTo>
                    <a:pt x="49" y="7"/>
                    <a:pt x="47" y="11"/>
                    <a:pt x="48" y="12"/>
                  </a:cubicBezTo>
                  <a:cubicBezTo>
                    <a:pt x="50" y="13"/>
                    <a:pt x="50" y="20"/>
                    <a:pt x="50" y="20"/>
                  </a:cubicBezTo>
                  <a:cubicBezTo>
                    <a:pt x="50" y="20"/>
                    <a:pt x="52" y="29"/>
                    <a:pt x="55" y="28"/>
                  </a:cubicBezTo>
                  <a:cubicBezTo>
                    <a:pt x="58" y="27"/>
                    <a:pt x="61" y="31"/>
                    <a:pt x="59" y="32"/>
                  </a:cubicBezTo>
                  <a:cubicBezTo>
                    <a:pt x="56" y="32"/>
                    <a:pt x="55" y="35"/>
                    <a:pt x="54" y="38"/>
                  </a:cubicBezTo>
                  <a:cubicBezTo>
                    <a:pt x="54" y="41"/>
                    <a:pt x="55" y="44"/>
                    <a:pt x="53" y="44"/>
                  </a:cubicBezTo>
                  <a:cubicBezTo>
                    <a:pt x="51" y="45"/>
                    <a:pt x="49" y="45"/>
                    <a:pt x="49" y="49"/>
                  </a:cubicBezTo>
                  <a:cubicBezTo>
                    <a:pt x="49" y="53"/>
                    <a:pt x="44" y="52"/>
                    <a:pt x="44" y="53"/>
                  </a:cubicBezTo>
                  <a:cubicBezTo>
                    <a:pt x="43" y="54"/>
                    <a:pt x="41" y="61"/>
                    <a:pt x="40" y="62"/>
                  </a:cubicBezTo>
                  <a:cubicBezTo>
                    <a:pt x="39" y="63"/>
                    <a:pt x="34" y="63"/>
                    <a:pt x="33" y="66"/>
                  </a:cubicBezTo>
                  <a:cubicBezTo>
                    <a:pt x="33" y="69"/>
                    <a:pt x="30" y="73"/>
                    <a:pt x="29" y="73"/>
                  </a:cubicBezTo>
                  <a:cubicBezTo>
                    <a:pt x="27" y="72"/>
                    <a:pt x="24" y="71"/>
                    <a:pt x="23" y="73"/>
                  </a:cubicBezTo>
                  <a:cubicBezTo>
                    <a:pt x="22" y="75"/>
                    <a:pt x="18" y="71"/>
                    <a:pt x="17" y="72"/>
                  </a:cubicBezTo>
                  <a:cubicBezTo>
                    <a:pt x="16" y="73"/>
                    <a:pt x="10" y="78"/>
                    <a:pt x="10" y="80"/>
                  </a:cubicBezTo>
                  <a:cubicBezTo>
                    <a:pt x="10" y="83"/>
                    <a:pt x="16" y="83"/>
                    <a:pt x="16" y="86"/>
                  </a:cubicBezTo>
                  <a:cubicBezTo>
                    <a:pt x="15" y="90"/>
                    <a:pt x="18" y="93"/>
                    <a:pt x="19" y="95"/>
                  </a:cubicBezTo>
                  <a:cubicBezTo>
                    <a:pt x="21" y="97"/>
                    <a:pt x="24" y="101"/>
                    <a:pt x="22" y="103"/>
                  </a:cubicBezTo>
                  <a:cubicBezTo>
                    <a:pt x="21" y="105"/>
                    <a:pt x="19" y="105"/>
                    <a:pt x="16" y="104"/>
                  </a:cubicBezTo>
                  <a:cubicBezTo>
                    <a:pt x="13" y="104"/>
                    <a:pt x="13" y="106"/>
                    <a:pt x="8" y="105"/>
                  </a:cubicBezTo>
                  <a:cubicBezTo>
                    <a:pt x="3" y="104"/>
                    <a:pt x="2" y="108"/>
                    <a:pt x="0" y="110"/>
                  </a:cubicBezTo>
                  <a:cubicBezTo>
                    <a:pt x="0" y="110"/>
                    <a:pt x="0" y="110"/>
                    <a:pt x="0" y="110"/>
                  </a:cubicBezTo>
                  <a:cubicBezTo>
                    <a:pt x="2" y="112"/>
                    <a:pt x="4" y="116"/>
                    <a:pt x="8" y="118"/>
                  </a:cubicBezTo>
                  <a:cubicBezTo>
                    <a:pt x="13" y="119"/>
                    <a:pt x="17" y="114"/>
                    <a:pt x="17" y="118"/>
                  </a:cubicBezTo>
                  <a:cubicBezTo>
                    <a:pt x="17" y="122"/>
                    <a:pt x="5" y="121"/>
                    <a:pt x="5" y="122"/>
                  </a:cubicBezTo>
                  <a:cubicBezTo>
                    <a:pt x="5" y="123"/>
                    <a:pt x="17" y="138"/>
                    <a:pt x="23" y="137"/>
                  </a:cubicBezTo>
                  <a:cubicBezTo>
                    <a:pt x="29" y="136"/>
                    <a:pt x="34" y="129"/>
                    <a:pt x="32" y="128"/>
                  </a:cubicBezTo>
                  <a:cubicBezTo>
                    <a:pt x="30" y="127"/>
                    <a:pt x="33" y="123"/>
                    <a:pt x="35" y="124"/>
                  </a:cubicBezTo>
                  <a:cubicBezTo>
                    <a:pt x="36" y="124"/>
                    <a:pt x="35" y="131"/>
                    <a:pt x="37" y="132"/>
                  </a:cubicBezTo>
                  <a:cubicBezTo>
                    <a:pt x="39" y="134"/>
                    <a:pt x="38" y="137"/>
                    <a:pt x="37" y="140"/>
                  </a:cubicBezTo>
                  <a:cubicBezTo>
                    <a:pt x="35" y="143"/>
                    <a:pt x="38" y="150"/>
                    <a:pt x="38" y="154"/>
                  </a:cubicBezTo>
                  <a:cubicBezTo>
                    <a:pt x="39" y="158"/>
                    <a:pt x="41" y="164"/>
                    <a:pt x="42" y="169"/>
                  </a:cubicBezTo>
                  <a:cubicBezTo>
                    <a:pt x="43" y="175"/>
                    <a:pt x="47" y="186"/>
                    <a:pt x="50" y="192"/>
                  </a:cubicBezTo>
                  <a:cubicBezTo>
                    <a:pt x="53" y="198"/>
                    <a:pt x="56" y="211"/>
                    <a:pt x="58" y="214"/>
                  </a:cubicBezTo>
                  <a:cubicBezTo>
                    <a:pt x="60" y="217"/>
                    <a:pt x="66" y="226"/>
                    <a:pt x="66" y="231"/>
                  </a:cubicBezTo>
                  <a:cubicBezTo>
                    <a:pt x="66" y="237"/>
                    <a:pt x="72" y="245"/>
                    <a:pt x="74" y="246"/>
                  </a:cubicBezTo>
                  <a:cubicBezTo>
                    <a:pt x="77" y="248"/>
                    <a:pt x="81" y="245"/>
                    <a:pt x="82" y="241"/>
                  </a:cubicBezTo>
                  <a:cubicBezTo>
                    <a:pt x="83" y="238"/>
                    <a:pt x="90" y="236"/>
                    <a:pt x="90" y="233"/>
                  </a:cubicBezTo>
                  <a:cubicBezTo>
                    <a:pt x="90" y="230"/>
                    <a:pt x="91" y="228"/>
                    <a:pt x="93" y="228"/>
                  </a:cubicBezTo>
                  <a:cubicBezTo>
                    <a:pt x="96" y="227"/>
                    <a:pt x="96" y="225"/>
                    <a:pt x="96" y="222"/>
                  </a:cubicBezTo>
                  <a:cubicBezTo>
                    <a:pt x="96" y="218"/>
                    <a:pt x="96" y="214"/>
                    <a:pt x="98" y="211"/>
                  </a:cubicBezTo>
                  <a:cubicBezTo>
                    <a:pt x="100" y="208"/>
                    <a:pt x="101" y="200"/>
                    <a:pt x="99" y="197"/>
                  </a:cubicBezTo>
                  <a:cubicBezTo>
                    <a:pt x="98" y="194"/>
                    <a:pt x="99" y="190"/>
                    <a:pt x="100" y="187"/>
                  </a:cubicBezTo>
                  <a:cubicBezTo>
                    <a:pt x="101" y="183"/>
                    <a:pt x="101" y="180"/>
                    <a:pt x="103" y="180"/>
                  </a:cubicBezTo>
                  <a:cubicBezTo>
                    <a:pt x="105" y="179"/>
                    <a:pt x="109" y="177"/>
                    <a:pt x="111" y="174"/>
                  </a:cubicBezTo>
                  <a:cubicBezTo>
                    <a:pt x="114" y="170"/>
                    <a:pt x="121" y="166"/>
                    <a:pt x="124" y="164"/>
                  </a:cubicBezTo>
                  <a:cubicBezTo>
                    <a:pt x="127" y="161"/>
                    <a:pt x="135" y="154"/>
                    <a:pt x="138" y="150"/>
                  </a:cubicBezTo>
                  <a:cubicBezTo>
                    <a:pt x="140" y="146"/>
                    <a:pt x="147" y="144"/>
                    <a:pt x="151" y="141"/>
                  </a:cubicBezTo>
                  <a:cubicBezTo>
                    <a:pt x="154" y="138"/>
                    <a:pt x="153" y="136"/>
                    <a:pt x="153" y="132"/>
                  </a:cubicBezTo>
                  <a:cubicBezTo>
                    <a:pt x="154" y="129"/>
                    <a:pt x="164" y="127"/>
                    <a:pt x="168" y="127"/>
                  </a:cubicBezTo>
                  <a:cubicBezTo>
                    <a:pt x="169" y="127"/>
                    <a:pt x="170" y="127"/>
                    <a:pt x="170" y="127"/>
                  </a:cubicBezTo>
                  <a:cubicBezTo>
                    <a:pt x="170" y="121"/>
                    <a:pt x="169" y="114"/>
                    <a:pt x="167" y="11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90" name="Freeform 51">
              <a:extLst>
                <a:ext uri="{FF2B5EF4-FFF2-40B4-BE49-F238E27FC236}">
                  <a16:creationId xmlns:a16="http://schemas.microsoft.com/office/drawing/2014/main" id="{FD292F46-EBF0-F869-8465-D8477C1A1AE6}"/>
                </a:ext>
              </a:extLst>
            </p:cNvPr>
            <p:cNvSpPr>
              <a:spLocks/>
            </p:cNvSpPr>
            <p:nvPr/>
          </p:nvSpPr>
          <p:spPr bwMode="auto">
            <a:xfrm>
              <a:off x="9409281" y="2872762"/>
              <a:ext cx="714100" cy="317490"/>
            </a:xfrm>
            <a:custGeom>
              <a:avLst/>
              <a:gdLst>
                <a:gd name="T0" fmla="*/ 245 w 265"/>
                <a:gd name="T1" fmla="*/ 49 h 114"/>
                <a:gd name="T2" fmla="*/ 228 w 265"/>
                <a:gd name="T3" fmla="*/ 48 h 114"/>
                <a:gd name="T4" fmla="*/ 230 w 265"/>
                <a:gd name="T5" fmla="*/ 39 h 114"/>
                <a:gd name="T6" fmla="*/ 231 w 265"/>
                <a:gd name="T7" fmla="*/ 25 h 114"/>
                <a:gd name="T8" fmla="*/ 213 w 265"/>
                <a:gd name="T9" fmla="*/ 23 h 114"/>
                <a:gd name="T10" fmla="*/ 200 w 265"/>
                <a:gd name="T11" fmla="*/ 30 h 114"/>
                <a:gd name="T12" fmla="*/ 177 w 265"/>
                <a:gd name="T13" fmla="*/ 33 h 114"/>
                <a:gd name="T14" fmla="*/ 162 w 265"/>
                <a:gd name="T15" fmla="*/ 26 h 114"/>
                <a:gd name="T16" fmla="*/ 149 w 265"/>
                <a:gd name="T17" fmla="*/ 21 h 114"/>
                <a:gd name="T18" fmla="*/ 133 w 265"/>
                <a:gd name="T19" fmla="*/ 20 h 114"/>
                <a:gd name="T20" fmla="*/ 120 w 265"/>
                <a:gd name="T21" fmla="*/ 21 h 114"/>
                <a:gd name="T22" fmla="*/ 114 w 265"/>
                <a:gd name="T23" fmla="*/ 10 h 114"/>
                <a:gd name="T24" fmla="*/ 99 w 265"/>
                <a:gd name="T25" fmla="*/ 5 h 114"/>
                <a:gd name="T26" fmla="*/ 88 w 265"/>
                <a:gd name="T27" fmla="*/ 1 h 114"/>
                <a:gd name="T28" fmla="*/ 80 w 265"/>
                <a:gd name="T29" fmla="*/ 7 h 114"/>
                <a:gd name="T30" fmla="*/ 80 w 265"/>
                <a:gd name="T31" fmla="*/ 18 h 114"/>
                <a:gd name="T32" fmla="*/ 73 w 265"/>
                <a:gd name="T33" fmla="*/ 26 h 114"/>
                <a:gd name="T34" fmla="*/ 60 w 265"/>
                <a:gd name="T35" fmla="*/ 25 h 114"/>
                <a:gd name="T36" fmla="*/ 50 w 265"/>
                <a:gd name="T37" fmla="*/ 18 h 114"/>
                <a:gd name="T38" fmla="*/ 33 w 265"/>
                <a:gd name="T39" fmla="*/ 17 h 114"/>
                <a:gd name="T40" fmla="*/ 21 w 265"/>
                <a:gd name="T41" fmla="*/ 23 h 114"/>
                <a:gd name="T42" fmla="*/ 7 w 265"/>
                <a:gd name="T43" fmla="*/ 30 h 114"/>
                <a:gd name="T44" fmla="*/ 0 w 265"/>
                <a:gd name="T45" fmla="*/ 33 h 114"/>
                <a:gd name="T46" fmla="*/ 6 w 265"/>
                <a:gd name="T47" fmla="*/ 42 h 114"/>
                <a:gd name="T48" fmla="*/ 21 w 265"/>
                <a:gd name="T49" fmla="*/ 52 h 114"/>
                <a:gd name="T50" fmla="*/ 25 w 265"/>
                <a:gd name="T51" fmla="*/ 66 h 114"/>
                <a:gd name="T52" fmla="*/ 42 w 265"/>
                <a:gd name="T53" fmla="*/ 78 h 114"/>
                <a:gd name="T54" fmla="*/ 54 w 265"/>
                <a:gd name="T55" fmla="*/ 86 h 114"/>
                <a:gd name="T56" fmla="*/ 65 w 265"/>
                <a:gd name="T57" fmla="*/ 101 h 114"/>
                <a:gd name="T58" fmla="*/ 96 w 265"/>
                <a:gd name="T59" fmla="*/ 103 h 114"/>
                <a:gd name="T60" fmla="*/ 120 w 265"/>
                <a:gd name="T61" fmla="*/ 108 h 114"/>
                <a:gd name="T62" fmla="*/ 136 w 265"/>
                <a:gd name="T63" fmla="*/ 114 h 114"/>
                <a:gd name="T64" fmla="*/ 169 w 265"/>
                <a:gd name="T65" fmla="*/ 106 h 114"/>
                <a:gd name="T66" fmla="*/ 195 w 265"/>
                <a:gd name="T67" fmla="*/ 91 h 114"/>
                <a:gd name="T68" fmla="*/ 201 w 265"/>
                <a:gd name="T69" fmla="*/ 79 h 114"/>
                <a:gd name="T70" fmla="*/ 227 w 265"/>
                <a:gd name="T71" fmla="*/ 74 h 114"/>
                <a:gd name="T72" fmla="*/ 245 w 265"/>
                <a:gd name="T73" fmla="*/ 63 h 114"/>
                <a:gd name="T74" fmla="*/ 264 w 265"/>
                <a:gd name="T75" fmla="*/ 5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5" h="114">
                  <a:moveTo>
                    <a:pt x="253" y="48"/>
                  </a:moveTo>
                  <a:cubicBezTo>
                    <a:pt x="251" y="45"/>
                    <a:pt x="246" y="46"/>
                    <a:pt x="245" y="49"/>
                  </a:cubicBezTo>
                  <a:cubicBezTo>
                    <a:pt x="244" y="52"/>
                    <a:pt x="242" y="48"/>
                    <a:pt x="237" y="48"/>
                  </a:cubicBezTo>
                  <a:cubicBezTo>
                    <a:pt x="232" y="48"/>
                    <a:pt x="232" y="51"/>
                    <a:pt x="228" y="48"/>
                  </a:cubicBezTo>
                  <a:cubicBezTo>
                    <a:pt x="225" y="44"/>
                    <a:pt x="230" y="43"/>
                    <a:pt x="230" y="43"/>
                  </a:cubicBezTo>
                  <a:cubicBezTo>
                    <a:pt x="230" y="39"/>
                    <a:pt x="230" y="39"/>
                    <a:pt x="230" y="39"/>
                  </a:cubicBezTo>
                  <a:cubicBezTo>
                    <a:pt x="237" y="25"/>
                    <a:pt x="237" y="25"/>
                    <a:pt x="237" y="25"/>
                  </a:cubicBezTo>
                  <a:cubicBezTo>
                    <a:pt x="235" y="25"/>
                    <a:pt x="232" y="24"/>
                    <a:pt x="231" y="25"/>
                  </a:cubicBezTo>
                  <a:cubicBezTo>
                    <a:pt x="229" y="26"/>
                    <a:pt x="224" y="25"/>
                    <a:pt x="223" y="23"/>
                  </a:cubicBezTo>
                  <a:cubicBezTo>
                    <a:pt x="223" y="22"/>
                    <a:pt x="215" y="21"/>
                    <a:pt x="213" y="23"/>
                  </a:cubicBezTo>
                  <a:cubicBezTo>
                    <a:pt x="211" y="24"/>
                    <a:pt x="207" y="26"/>
                    <a:pt x="206" y="27"/>
                  </a:cubicBezTo>
                  <a:cubicBezTo>
                    <a:pt x="206" y="29"/>
                    <a:pt x="201" y="29"/>
                    <a:pt x="200" y="30"/>
                  </a:cubicBezTo>
                  <a:cubicBezTo>
                    <a:pt x="198" y="31"/>
                    <a:pt x="189" y="32"/>
                    <a:pt x="189" y="33"/>
                  </a:cubicBezTo>
                  <a:cubicBezTo>
                    <a:pt x="188" y="34"/>
                    <a:pt x="179" y="34"/>
                    <a:pt x="177" y="33"/>
                  </a:cubicBezTo>
                  <a:cubicBezTo>
                    <a:pt x="176" y="31"/>
                    <a:pt x="168" y="33"/>
                    <a:pt x="167" y="31"/>
                  </a:cubicBezTo>
                  <a:cubicBezTo>
                    <a:pt x="166" y="29"/>
                    <a:pt x="162" y="28"/>
                    <a:pt x="162" y="26"/>
                  </a:cubicBezTo>
                  <a:cubicBezTo>
                    <a:pt x="162" y="24"/>
                    <a:pt x="156" y="24"/>
                    <a:pt x="155" y="23"/>
                  </a:cubicBezTo>
                  <a:cubicBezTo>
                    <a:pt x="155" y="21"/>
                    <a:pt x="150" y="20"/>
                    <a:pt x="149" y="21"/>
                  </a:cubicBezTo>
                  <a:cubicBezTo>
                    <a:pt x="148" y="21"/>
                    <a:pt x="143" y="19"/>
                    <a:pt x="141" y="19"/>
                  </a:cubicBezTo>
                  <a:cubicBezTo>
                    <a:pt x="140" y="19"/>
                    <a:pt x="135" y="20"/>
                    <a:pt x="133" y="20"/>
                  </a:cubicBezTo>
                  <a:cubicBezTo>
                    <a:pt x="132" y="20"/>
                    <a:pt x="129" y="23"/>
                    <a:pt x="127" y="23"/>
                  </a:cubicBezTo>
                  <a:cubicBezTo>
                    <a:pt x="126" y="23"/>
                    <a:pt x="121" y="20"/>
                    <a:pt x="120" y="21"/>
                  </a:cubicBezTo>
                  <a:cubicBezTo>
                    <a:pt x="119" y="22"/>
                    <a:pt x="116" y="18"/>
                    <a:pt x="115" y="17"/>
                  </a:cubicBezTo>
                  <a:cubicBezTo>
                    <a:pt x="113" y="15"/>
                    <a:pt x="115" y="11"/>
                    <a:pt x="114" y="10"/>
                  </a:cubicBezTo>
                  <a:cubicBezTo>
                    <a:pt x="113" y="8"/>
                    <a:pt x="107" y="8"/>
                    <a:pt x="105" y="7"/>
                  </a:cubicBezTo>
                  <a:cubicBezTo>
                    <a:pt x="104" y="6"/>
                    <a:pt x="101" y="5"/>
                    <a:pt x="99" y="5"/>
                  </a:cubicBezTo>
                  <a:cubicBezTo>
                    <a:pt x="98" y="5"/>
                    <a:pt x="95" y="4"/>
                    <a:pt x="94" y="3"/>
                  </a:cubicBezTo>
                  <a:cubicBezTo>
                    <a:pt x="93" y="3"/>
                    <a:pt x="90" y="1"/>
                    <a:pt x="88" y="1"/>
                  </a:cubicBezTo>
                  <a:cubicBezTo>
                    <a:pt x="86" y="0"/>
                    <a:pt x="86" y="3"/>
                    <a:pt x="85" y="4"/>
                  </a:cubicBezTo>
                  <a:cubicBezTo>
                    <a:pt x="84" y="5"/>
                    <a:pt x="81" y="5"/>
                    <a:pt x="80" y="7"/>
                  </a:cubicBezTo>
                  <a:cubicBezTo>
                    <a:pt x="80" y="8"/>
                    <a:pt x="76" y="9"/>
                    <a:pt x="77" y="11"/>
                  </a:cubicBezTo>
                  <a:cubicBezTo>
                    <a:pt x="77" y="13"/>
                    <a:pt x="79" y="17"/>
                    <a:pt x="80" y="18"/>
                  </a:cubicBezTo>
                  <a:cubicBezTo>
                    <a:pt x="81" y="19"/>
                    <a:pt x="80" y="22"/>
                    <a:pt x="80" y="23"/>
                  </a:cubicBezTo>
                  <a:cubicBezTo>
                    <a:pt x="79" y="24"/>
                    <a:pt x="74" y="25"/>
                    <a:pt x="73" y="26"/>
                  </a:cubicBezTo>
                  <a:cubicBezTo>
                    <a:pt x="72" y="28"/>
                    <a:pt x="69" y="26"/>
                    <a:pt x="67" y="25"/>
                  </a:cubicBezTo>
                  <a:cubicBezTo>
                    <a:pt x="64" y="23"/>
                    <a:pt x="61" y="24"/>
                    <a:pt x="60" y="25"/>
                  </a:cubicBezTo>
                  <a:cubicBezTo>
                    <a:pt x="59" y="26"/>
                    <a:pt x="54" y="23"/>
                    <a:pt x="53" y="22"/>
                  </a:cubicBezTo>
                  <a:cubicBezTo>
                    <a:pt x="52" y="22"/>
                    <a:pt x="51" y="17"/>
                    <a:pt x="50" y="18"/>
                  </a:cubicBezTo>
                  <a:cubicBezTo>
                    <a:pt x="49" y="18"/>
                    <a:pt x="40" y="16"/>
                    <a:pt x="39" y="16"/>
                  </a:cubicBezTo>
                  <a:cubicBezTo>
                    <a:pt x="37" y="15"/>
                    <a:pt x="33" y="15"/>
                    <a:pt x="33" y="17"/>
                  </a:cubicBezTo>
                  <a:cubicBezTo>
                    <a:pt x="32" y="18"/>
                    <a:pt x="28" y="18"/>
                    <a:pt x="27" y="19"/>
                  </a:cubicBezTo>
                  <a:cubicBezTo>
                    <a:pt x="26" y="21"/>
                    <a:pt x="23" y="21"/>
                    <a:pt x="21" y="23"/>
                  </a:cubicBezTo>
                  <a:cubicBezTo>
                    <a:pt x="20" y="24"/>
                    <a:pt x="16" y="24"/>
                    <a:pt x="15" y="27"/>
                  </a:cubicBezTo>
                  <a:cubicBezTo>
                    <a:pt x="14" y="29"/>
                    <a:pt x="9" y="30"/>
                    <a:pt x="7" y="30"/>
                  </a:cubicBezTo>
                  <a:cubicBezTo>
                    <a:pt x="6" y="30"/>
                    <a:pt x="2" y="31"/>
                    <a:pt x="1" y="32"/>
                  </a:cubicBezTo>
                  <a:cubicBezTo>
                    <a:pt x="1" y="33"/>
                    <a:pt x="1" y="33"/>
                    <a:pt x="0" y="33"/>
                  </a:cubicBezTo>
                  <a:cubicBezTo>
                    <a:pt x="0" y="33"/>
                    <a:pt x="0" y="33"/>
                    <a:pt x="0" y="34"/>
                  </a:cubicBezTo>
                  <a:cubicBezTo>
                    <a:pt x="1" y="39"/>
                    <a:pt x="4" y="39"/>
                    <a:pt x="6" y="42"/>
                  </a:cubicBezTo>
                  <a:cubicBezTo>
                    <a:pt x="9" y="44"/>
                    <a:pt x="11" y="46"/>
                    <a:pt x="14" y="46"/>
                  </a:cubicBezTo>
                  <a:cubicBezTo>
                    <a:pt x="17" y="46"/>
                    <a:pt x="21" y="49"/>
                    <a:pt x="21" y="52"/>
                  </a:cubicBezTo>
                  <a:cubicBezTo>
                    <a:pt x="21" y="54"/>
                    <a:pt x="24" y="57"/>
                    <a:pt x="25" y="58"/>
                  </a:cubicBezTo>
                  <a:cubicBezTo>
                    <a:pt x="27" y="59"/>
                    <a:pt x="25" y="63"/>
                    <a:pt x="25" y="66"/>
                  </a:cubicBezTo>
                  <a:cubicBezTo>
                    <a:pt x="25" y="69"/>
                    <a:pt x="21" y="70"/>
                    <a:pt x="23" y="73"/>
                  </a:cubicBezTo>
                  <a:cubicBezTo>
                    <a:pt x="25" y="76"/>
                    <a:pt x="38" y="78"/>
                    <a:pt x="42" y="78"/>
                  </a:cubicBezTo>
                  <a:cubicBezTo>
                    <a:pt x="46" y="78"/>
                    <a:pt x="47" y="82"/>
                    <a:pt x="48" y="82"/>
                  </a:cubicBezTo>
                  <a:cubicBezTo>
                    <a:pt x="51" y="82"/>
                    <a:pt x="51" y="85"/>
                    <a:pt x="54" y="86"/>
                  </a:cubicBezTo>
                  <a:cubicBezTo>
                    <a:pt x="56" y="86"/>
                    <a:pt x="59" y="88"/>
                    <a:pt x="60" y="93"/>
                  </a:cubicBezTo>
                  <a:cubicBezTo>
                    <a:pt x="61" y="97"/>
                    <a:pt x="65" y="99"/>
                    <a:pt x="65" y="101"/>
                  </a:cubicBezTo>
                  <a:cubicBezTo>
                    <a:pt x="66" y="103"/>
                    <a:pt x="72" y="102"/>
                    <a:pt x="76" y="102"/>
                  </a:cubicBezTo>
                  <a:cubicBezTo>
                    <a:pt x="80" y="103"/>
                    <a:pt x="93" y="102"/>
                    <a:pt x="96" y="103"/>
                  </a:cubicBezTo>
                  <a:cubicBezTo>
                    <a:pt x="99" y="103"/>
                    <a:pt x="107" y="103"/>
                    <a:pt x="111" y="106"/>
                  </a:cubicBezTo>
                  <a:cubicBezTo>
                    <a:pt x="116" y="109"/>
                    <a:pt x="118" y="107"/>
                    <a:pt x="120" y="108"/>
                  </a:cubicBezTo>
                  <a:cubicBezTo>
                    <a:pt x="123" y="110"/>
                    <a:pt x="125" y="111"/>
                    <a:pt x="129" y="110"/>
                  </a:cubicBezTo>
                  <a:cubicBezTo>
                    <a:pt x="133" y="110"/>
                    <a:pt x="133" y="113"/>
                    <a:pt x="136" y="114"/>
                  </a:cubicBezTo>
                  <a:cubicBezTo>
                    <a:pt x="138" y="114"/>
                    <a:pt x="143" y="109"/>
                    <a:pt x="150" y="106"/>
                  </a:cubicBezTo>
                  <a:cubicBezTo>
                    <a:pt x="157" y="103"/>
                    <a:pt x="166" y="105"/>
                    <a:pt x="169" y="106"/>
                  </a:cubicBezTo>
                  <a:cubicBezTo>
                    <a:pt x="173" y="106"/>
                    <a:pt x="180" y="104"/>
                    <a:pt x="184" y="99"/>
                  </a:cubicBezTo>
                  <a:cubicBezTo>
                    <a:pt x="189" y="94"/>
                    <a:pt x="194" y="95"/>
                    <a:pt x="195" y="91"/>
                  </a:cubicBezTo>
                  <a:cubicBezTo>
                    <a:pt x="195" y="87"/>
                    <a:pt x="190" y="85"/>
                    <a:pt x="193" y="81"/>
                  </a:cubicBezTo>
                  <a:cubicBezTo>
                    <a:pt x="195" y="77"/>
                    <a:pt x="199" y="78"/>
                    <a:pt x="201" y="79"/>
                  </a:cubicBezTo>
                  <a:cubicBezTo>
                    <a:pt x="203" y="80"/>
                    <a:pt x="209" y="82"/>
                    <a:pt x="214" y="78"/>
                  </a:cubicBezTo>
                  <a:cubicBezTo>
                    <a:pt x="220" y="74"/>
                    <a:pt x="222" y="75"/>
                    <a:pt x="227" y="74"/>
                  </a:cubicBezTo>
                  <a:cubicBezTo>
                    <a:pt x="232" y="74"/>
                    <a:pt x="231" y="70"/>
                    <a:pt x="234" y="67"/>
                  </a:cubicBezTo>
                  <a:cubicBezTo>
                    <a:pt x="238" y="64"/>
                    <a:pt x="241" y="63"/>
                    <a:pt x="245" y="63"/>
                  </a:cubicBezTo>
                  <a:cubicBezTo>
                    <a:pt x="248" y="63"/>
                    <a:pt x="252" y="59"/>
                    <a:pt x="256" y="61"/>
                  </a:cubicBezTo>
                  <a:cubicBezTo>
                    <a:pt x="259" y="62"/>
                    <a:pt x="264" y="62"/>
                    <a:pt x="264" y="59"/>
                  </a:cubicBezTo>
                  <a:cubicBezTo>
                    <a:pt x="265" y="57"/>
                    <a:pt x="256" y="51"/>
                    <a:pt x="253" y="4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93" name="Freeform 54">
              <a:extLst>
                <a:ext uri="{FF2B5EF4-FFF2-40B4-BE49-F238E27FC236}">
                  <a16:creationId xmlns:a16="http://schemas.microsoft.com/office/drawing/2014/main" id="{8334FC77-5D89-608A-468A-45266AB03AC9}"/>
                </a:ext>
              </a:extLst>
            </p:cNvPr>
            <p:cNvSpPr>
              <a:spLocks/>
            </p:cNvSpPr>
            <p:nvPr/>
          </p:nvSpPr>
          <p:spPr bwMode="auto">
            <a:xfrm>
              <a:off x="8203526" y="3406617"/>
              <a:ext cx="96963" cy="109358"/>
            </a:xfrm>
            <a:custGeom>
              <a:avLst/>
              <a:gdLst>
                <a:gd name="T0" fmla="*/ 33 w 36"/>
                <a:gd name="T1" fmla="*/ 0 h 39"/>
                <a:gd name="T2" fmla="*/ 22 w 36"/>
                <a:gd name="T3" fmla="*/ 5 h 39"/>
                <a:gd name="T4" fmla="*/ 14 w 36"/>
                <a:gd name="T5" fmla="*/ 9 h 39"/>
                <a:gd name="T6" fmla="*/ 7 w 36"/>
                <a:gd name="T7" fmla="*/ 5 h 39"/>
                <a:gd name="T8" fmla="*/ 6 w 36"/>
                <a:gd name="T9" fmla="*/ 2 h 39"/>
                <a:gd name="T10" fmla="*/ 6 w 36"/>
                <a:gd name="T11" fmla="*/ 2 h 39"/>
                <a:gd name="T12" fmla="*/ 5 w 36"/>
                <a:gd name="T13" fmla="*/ 10 h 39"/>
                <a:gd name="T14" fmla="*/ 3 w 36"/>
                <a:gd name="T15" fmla="*/ 24 h 39"/>
                <a:gd name="T16" fmla="*/ 0 w 36"/>
                <a:gd name="T17" fmla="*/ 36 h 39"/>
                <a:gd name="T18" fmla="*/ 8 w 36"/>
                <a:gd name="T19" fmla="*/ 39 h 39"/>
                <a:gd name="T20" fmla="*/ 14 w 36"/>
                <a:gd name="T21" fmla="*/ 34 h 39"/>
                <a:gd name="T22" fmla="*/ 20 w 36"/>
                <a:gd name="T23" fmla="*/ 32 h 39"/>
                <a:gd name="T24" fmla="*/ 25 w 36"/>
                <a:gd name="T25" fmla="*/ 28 h 39"/>
                <a:gd name="T26" fmla="*/ 18 w 36"/>
                <a:gd name="T27" fmla="*/ 20 h 39"/>
                <a:gd name="T28" fmla="*/ 27 w 36"/>
                <a:gd name="T29" fmla="*/ 15 h 39"/>
                <a:gd name="T30" fmla="*/ 35 w 36"/>
                <a:gd name="T31" fmla="*/ 12 h 39"/>
                <a:gd name="T32" fmla="*/ 36 w 36"/>
                <a:gd name="T33" fmla="*/ 12 h 39"/>
                <a:gd name="T34" fmla="*/ 34 w 36"/>
                <a:gd name="T35" fmla="*/ 4 h 39"/>
                <a:gd name="T36" fmla="*/ 33 w 36"/>
                <a:gd name="T3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 h="39">
                  <a:moveTo>
                    <a:pt x="33" y="0"/>
                  </a:moveTo>
                  <a:cubicBezTo>
                    <a:pt x="28" y="3"/>
                    <a:pt x="23" y="5"/>
                    <a:pt x="22" y="5"/>
                  </a:cubicBezTo>
                  <a:cubicBezTo>
                    <a:pt x="20" y="5"/>
                    <a:pt x="14" y="9"/>
                    <a:pt x="14" y="9"/>
                  </a:cubicBezTo>
                  <a:cubicBezTo>
                    <a:pt x="7" y="5"/>
                    <a:pt x="7" y="5"/>
                    <a:pt x="7" y="5"/>
                  </a:cubicBezTo>
                  <a:cubicBezTo>
                    <a:pt x="6" y="2"/>
                    <a:pt x="6" y="2"/>
                    <a:pt x="6" y="2"/>
                  </a:cubicBezTo>
                  <a:cubicBezTo>
                    <a:pt x="6" y="2"/>
                    <a:pt x="6" y="2"/>
                    <a:pt x="6" y="2"/>
                  </a:cubicBezTo>
                  <a:cubicBezTo>
                    <a:pt x="5" y="5"/>
                    <a:pt x="5" y="9"/>
                    <a:pt x="5" y="10"/>
                  </a:cubicBezTo>
                  <a:cubicBezTo>
                    <a:pt x="4" y="12"/>
                    <a:pt x="4" y="22"/>
                    <a:pt x="3" y="24"/>
                  </a:cubicBezTo>
                  <a:cubicBezTo>
                    <a:pt x="2" y="25"/>
                    <a:pt x="1" y="31"/>
                    <a:pt x="0" y="36"/>
                  </a:cubicBezTo>
                  <a:cubicBezTo>
                    <a:pt x="3" y="37"/>
                    <a:pt x="6" y="39"/>
                    <a:pt x="8" y="39"/>
                  </a:cubicBezTo>
                  <a:cubicBezTo>
                    <a:pt x="11" y="39"/>
                    <a:pt x="14" y="36"/>
                    <a:pt x="14" y="34"/>
                  </a:cubicBezTo>
                  <a:cubicBezTo>
                    <a:pt x="14" y="32"/>
                    <a:pt x="17" y="32"/>
                    <a:pt x="20" y="32"/>
                  </a:cubicBezTo>
                  <a:cubicBezTo>
                    <a:pt x="22" y="32"/>
                    <a:pt x="23" y="29"/>
                    <a:pt x="25" y="28"/>
                  </a:cubicBezTo>
                  <a:cubicBezTo>
                    <a:pt x="27" y="27"/>
                    <a:pt x="20" y="21"/>
                    <a:pt x="18" y="20"/>
                  </a:cubicBezTo>
                  <a:cubicBezTo>
                    <a:pt x="16" y="20"/>
                    <a:pt x="20" y="15"/>
                    <a:pt x="27" y="15"/>
                  </a:cubicBezTo>
                  <a:cubicBezTo>
                    <a:pt x="33" y="15"/>
                    <a:pt x="32" y="12"/>
                    <a:pt x="35" y="12"/>
                  </a:cubicBezTo>
                  <a:cubicBezTo>
                    <a:pt x="35" y="12"/>
                    <a:pt x="35" y="12"/>
                    <a:pt x="36" y="12"/>
                  </a:cubicBezTo>
                  <a:cubicBezTo>
                    <a:pt x="35" y="9"/>
                    <a:pt x="34" y="6"/>
                    <a:pt x="34" y="4"/>
                  </a:cubicBezTo>
                  <a:cubicBezTo>
                    <a:pt x="33" y="3"/>
                    <a:pt x="33" y="2"/>
                    <a:pt x="33" y="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solidFill>
                  <a:schemeClr val="accent3">
                    <a:lumMod val="20000"/>
                    <a:lumOff val="80000"/>
                  </a:schemeClr>
                </a:solidFill>
              </a:endParaRPr>
            </a:p>
          </p:txBody>
        </p:sp>
        <p:sp>
          <p:nvSpPr>
            <p:cNvPr id="294" name="Freeform 55">
              <a:extLst>
                <a:ext uri="{FF2B5EF4-FFF2-40B4-BE49-F238E27FC236}">
                  <a16:creationId xmlns:a16="http://schemas.microsoft.com/office/drawing/2014/main" id="{C16EA6CC-503E-4D2D-35AD-8081B8B0304F}"/>
                </a:ext>
              </a:extLst>
            </p:cNvPr>
            <p:cNvSpPr>
              <a:spLocks/>
            </p:cNvSpPr>
            <p:nvPr/>
          </p:nvSpPr>
          <p:spPr bwMode="auto">
            <a:xfrm>
              <a:off x="8996335" y="3139689"/>
              <a:ext cx="247539" cy="111710"/>
            </a:xfrm>
            <a:custGeom>
              <a:avLst/>
              <a:gdLst>
                <a:gd name="T0" fmla="*/ 85 w 92"/>
                <a:gd name="T1" fmla="*/ 8 h 40"/>
                <a:gd name="T2" fmla="*/ 77 w 92"/>
                <a:gd name="T3" fmla="*/ 5 h 40"/>
                <a:gd name="T4" fmla="*/ 56 w 92"/>
                <a:gd name="T5" fmla="*/ 4 h 40"/>
                <a:gd name="T6" fmla="*/ 44 w 92"/>
                <a:gd name="T7" fmla="*/ 1 h 40"/>
                <a:gd name="T8" fmla="*/ 36 w 92"/>
                <a:gd name="T9" fmla="*/ 4 h 40"/>
                <a:gd name="T10" fmla="*/ 28 w 92"/>
                <a:gd name="T11" fmla="*/ 6 h 40"/>
                <a:gd name="T12" fmla="*/ 17 w 92"/>
                <a:gd name="T13" fmla="*/ 6 h 40"/>
                <a:gd name="T14" fmla="*/ 12 w 92"/>
                <a:gd name="T15" fmla="*/ 11 h 40"/>
                <a:gd name="T16" fmla="*/ 9 w 92"/>
                <a:gd name="T17" fmla="*/ 16 h 40"/>
                <a:gd name="T18" fmla="*/ 12 w 92"/>
                <a:gd name="T19" fmla="*/ 19 h 40"/>
                <a:gd name="T20" fmla="*/ 19 w 92"/>
                <a:gd name="T21" fmla="*/ 19 h 40"/>
                <a:gd name="T22" fmla="*/ 30 w 92"/>
                <a:gd name="T23" fmla="*/ 24 h 40"/>
                <a:gd name="T24" fmla="*/ 27 w 92"/>
                <a:gd name="T25" fmla="*/ 28 h 40"/>
                <a:gd name="T26" fmla="*/ 19 w 92"/>
                <a:gd name="T27" fmla="*/ 30 h 40"/>
                <a:gd name="T28" fmla="*/ 6 w 92"/>
                <a:gd name="T29" fmla="*/ 31 h 40"/>
                <a:gd name="T30" fmla="*/ 0 w 92"/>
                <a:gd name="T31" fmla="*/ 36 h 40"/>
                <a:gd name="T32" fmla="*/ 12 w 92"/>
                <a:gd name="T33" fmla="*/ 37 h 40"/>
                <a:gd name="T34" fmla="*/ 20 w 92"/>
                <a:gd name="T35" fmla="*/ 38 h 40"/>
                <a:gd name="T36" fmla="*/ 27 w 92"/>
                <a:gd name="T37" fmla="*/ 39 h 40"/>
                <a:gd name="T38" fmla="*/ 38 w 92"/>
                <a:gd name="T39" fmla="*/ 38 h 40"/>
                <a:gd name="T40" fmla="*/ 39 w 92"/>
                <a:gd name="T41" fmla="*/ 34 h 40"/>
                <a:gd name="T42" fmla="*/ 43 w 92"/>
                <a:gd name="T43" fmla="*/ 32 h 40"/>
                <a:gd name="T44" fmla="*/ 48 w 92"/>
                <a:gd name="T45" fmla="*/ 29 h 40"/>
                <a:gd name="T46" fmla="*/ 53 w 92"/>
                <a:gd name="T47" fmla="*/ 27 h 40"/>
                <a:gd name="T48" fmla="*/ 58 w 92"/>
                <a:gd name="T49" fmla="*/ 29 h 40"/>
                <a:gd name="T50" fmla="*/ 63 w 92"/>
                <a:gd name="T51" fmla="*/ 25 h 40"/>
                <a:gd name="T52" fmla="*/ 71 w 92"/>
                <a:gd name="T53" fmla="*/ 23 h 40"/>
                <a:gd name="T54" fmla="*/ 77 w 92"/>
                <a:gd name="T55" fmla="*/ 20 h 40"/>
                <a:gd name="T56" fmla="*/ 84 w 92"/>
                <a:gd name="T57" fmla="*/ 16 h 40"/>
                <a:gd name="T58" fmla="*/ 91 w 92"/>
                <a:gd name="T59" fmla="*/ 12 h 40"/>
                <a:gd name="T60" fmla="*/ 92 w 92"/>
                <a:gd name="T61" fmla="*/ 10 h 40"/>
                <a:gd name="T62" fmla="*/ 85 w 92"/>
                <a:gd name="T63"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40">
                  <a:moveTo>
                    <a:pt x="85" y="8"/>
                  </a:moveTo>
                  <a:cubicBezTo>
                    <a:pt x="82" y="4"/>
                    <a:pt x="81" y="6"/>
                    <a:pt x="77" y="5"/>
                  </a:cubicBezTo>
                  <a:cubicBezTo>
                    <a:pt x="73" y="4"/>
                    <a:pt x="59" y="3"/>
                    <a:pt x="56" y="4"/>
                  </a:cubicBezTo>
                  <a:cubicBezTo>
                    <a:pt x="53" y="5"/>
                    <a:pt x="46" y="2"/>
                    <a:pt x="44" y="1"/>
                  </a:cubicBezTo>
                  <a:cubicBezTo>
                    <a:pt x="42" y="0"/>
                    <a:pt x="36" y="1"/>
                    <a:pt x="36" y="4"/>
                  </a:cubicBezTo>
                  <a:cubicBezTo>
                    <a:pt x="35" y="8"/>
                    <a:pt x="33" y="8"/>
                    <a:pt x="28" y="6"/>
                  </a:cubicBezTo>
                  <a:cubicBezTo>
                    <a:pt x="24" y="3"/>
                    <a:pt x="17" y="3"/>
                    <a:pt x="17" y="6"/>
                  </a:cubicBezTo>
                  <a:cubicBezTo>
                    <a:pt x="16" y="8"/>
                    <a:pt x="13" y="11"/>
                    <a:pt x="12" y="11"/>
                  </a:cubicBezTo>
                  <a:cubicBezTo>
                    <a:pt x="11" y="12"/>
                    <a:pt x="10" y="14"/>
                    <a:pt x="9" y="16"/>
                  </a:cubicBezTo>
                  <a:cubicBezTo>
                    <a:pt x="10" y="17"/>
                    <a:pt x="11" y="18"/>
                    <a:pt x="12" y="19"/>
                  </a:cubicBezTo>
                  <a:cubicBezTo>
                    <a:pt x="14" y="21"/>
                    <a:pt x="18" y="21"/>
                    <a:pt x="19" y="19"/>
                  </a:cubicBezTo>
                  <a:cubicBezTo>
                    <a:pt x="19" y="17"/>
                    <a:pt x="26" y="21"/>
                    <a:pt x="30" y="24"/>
                  </a:cubicBezTo>
                  <a:cubicBezTo>
                    <a:pt x="34" y="27"/>
                    <a:pt x="28" y="25"/>
                    <a:pt x="27" y="28"/>
                  </a:cubicBezTo>
                  <a:cubicBezTo>
                    <a:pt x="25" y="32"/>
                    <a:pt x="20" y="28"/>
                    <a:pt x="19" y="30"/>
                  </a:cubicBezTo>
                  <a:cubicBezTo>
                    <a:pt x="17" y="31"/>
                    <a:pt x="9" y="32"/>
                    <a:pt x="6" y="31"/>
                  </a:cubicBezTo>
                  <a:cubicBezTo>
                    <a:pt x="4" y="31"/>
                    <a:pt x="0" y="35"/>
                    <a:pt x="0" y="36"/>
                  </a:cubicBezTo>
                  <a:cubicBezTo>
                    <a:pt x="1" y="38"/>
                    <a:pt x="9" y="35"/>
                    <a:pt x="12" y="37"/>
                  </a:cubicBezTo>
                  <a:cubicBezTo>
                    <a:pt x="15" y="39"/>
                    <a:pt x="18" y="35"/>
                    <a:pt x="20" y="38"/>
                  </a:cubicBezTo>
                  <a:cubicBezTo>
                    <a:pt x="22" y="40"/>
                    <a:pt x="25" y="38"/>
                    <a:pt x="27" y="39"/>
                  </a:cubicBezTo>
                  <a:cubicBezTo>
                    <a:pt x="29" y="40"/>
                    <a:pt x="38" y="38"/>
                    <a:pt x="38" y="38"/>
                  </a:cubicBezTo>
                  <a:cubicBezTo>
                    <a:pt x="39" y="37"/>
                    <a:pt x="39" y="35"/>
                    <a:pt x="39" y="34"/>
                  </a:cubicBezTo>
                  <a:cubicBezTo>
                    <a:pt x="39" y="32"/>
                    <a:pt x="41" y="32"/>
                    <a:pt x="43" y="32"/>
                  </a:cubicBezTo>
                  <a:cubicBezTo>
                    <a:pt x="45" y="31"/>
                    <a:pt x="46" y="29"/>
                    <a:pt x="48" y="29"/>
                  </a:cubicBezTo>
                  <a:cubicBezTo>
                    <a:pt x="49" y="29"/>
                    <a:pt x="51" y="27"/>
                    <a:pt x="53" y="27"/>
                  </a:cubicBezTo>
                  <a:cubicBezTo>
                    <a:pt x="54" y="28"/>
                    <a:pt x="56" y="30"/>
                    <a:pt x="58" y="29"/>
                  </a:cubicBezTo>
                  <a:cubicBezTo>
                    <a:pt x="60" y="27"/>
                    <a:pt x="60" y="29"/>
                    <a:pt x="63" y="25"/>
                  </a:cubicBezTo>
                  <a:cubicBezTo>
                    <a:pt x="66" y="22"/>
                    <a:pt x="67" y="23"/>
                    <a:pt x="71" y="23"/>
                  </a:cubicBezTo>
                  <a:cubicBezTo>
                    <a:pt x="75" y="24"/>
                    <a:pt x="76" y="22"/>
                    <a:pt x="77" y="20"/>
                  </a:cubicBezTo>
                  <a:cubicBezTo>
                    <a:pt x="79" y="17"/>
                    <a:pt x="82" y="17"/>
                    <a:pt x="84" y="16"/>
                  </a:cubicBezTo>
                  <a:cubicBezTo>
                    <a:pt x="86" y="14"/>
                    <a:pt x="90" y="13"/>
                    <a:pt x="91" y="12"/>
                  </a:cubicBezTo>
                  <a:cubicBezTo>
                    <a:pt x="92" y="12"/>
                    <a:pt x="92" y="11"/>
                    <a:pt x="92" y="10"/>
                  </a:cubicBezTo>
                  <a:cubicBezTo>
                    <a:pt x="89" y="8"/>
                    <a:pt x="88" y="11"/>
                    <a:pt x="85" y="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97" name="Freeform 58">
              <a:extLst>
                <a:ext uri="{FF2B5EF4-FFF2-40B4-BE49-F238E27FC236}">
                  <a16:creationId xmlns:a16="http://schemas.microsoft.com/office/drawing/2014/main" id="{3BAEFF39-FBC0-07B2-11C9-E48965D2E53E}"/>
                </a:ext>
              </a:extLst>
            </p:cNvPr>
            <p:cNvSpPr>
              <a:spLocks/>
            </p:cNvSpPr>
            <p:nvPr/>
          </p:nvSpPr>
          <p:spPr bwMode="auto">
            <a:xfrm>
              <a:off x="9192541" y="3343118"/>
              <a:ext cx="54755" cy="52915"/>
            </a:xfrm>
            <a:custGeom>
              <a:avLst/>
              <a:gdLst>
                <a:gd name="T0" fmla="*/ 10 w 20"/>
                <a:gd name="T1" fmla="*/ 0 h 19"/>
                <a:gd name="T2" fmla="*/ 0 w 20"/>
                <a:gd name="T3" fmla="*/ 6 h 19"/>
                <a:gd name="T4" fmla="*/ 2 w 20"/>
                <a:gd name="T5" fmla="*/ 8 h 19"/>
                <a:gd name="T6" fmla="*/ 7 w 20"/>
                <a:gd name="T7" fmla="*/ 14 h 19"/>
                <a:gd name="T8" fmla="*/ 7 w 20"/>
                <a:gd name="T9" fmla="*/ 19 h 19"/>
                <a:gd name="T10" fmla="*/ 11 w 20"/>
                <a:gd name="T11" fmla="*/ 18 h 19"/>
                <a:gd name="T12" fmla="*/ 19 w 20"/>
                <a:gd name="T13" fmla="*/ 8 h 19"/>
                <a:gd name="T14" fmla="*/ 10 w 2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9">
                  <a:moveTo>
                    <a:pt x="10" y="0"/>
                  </a:moveTo>
                  <a:cubicBezTo>
                    <a:pt x="7" y="0"/>
                    <a:pt x="1" y="3"/>
                    <a:pt x="0" y="6"/>
                  </a:cubicBezTo>
                  <a:cubicBezTo>
                    <a:pt x="1" y="6"/>
                    <a:pt x="1" y="7"/>
                    <a:pt x="2" y="8"/>
                  </a:cubicBezTo>
                  <a:cubicBezTo>
                    <a:pt x="2" y="10"/>
                    <a:pt x="4" y="12"/>
                    <a:pt x="7" y="14"/>
                  </a:cubicBezTo>
                  <a:cubicBezTo>
                    <a:pt x="8" y="15"/>
                    <a:pt x="8" y="17"/>
                    <a:pt x="7" y="19"/>
                  </a:cubicBezTo>
                  <a:cubicBezTo>
                    <a:pt x="9" y="19"/>
                    <a:pt x="10" y="19"/>
                    <a:pt x="11" y="18"/>
                  </a:cubicBezTo>
                  <a:cubicBezTo>
                    <a:pt x="13" y="18"/>
                    <a:pt x="19" y="10"/>
                    <a:pt x="19" y="8"/>
                  </a:cubicBezTo>
                  <a:cubicBezTo>
                    <a:pt x="20" y="6"/>
                    <a:pt x="13" y="0"/>
                    <a:pt x="10" y="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98" name="Freeform 59">
              <a:extLst>
                <a:ext uri="{FF2B5EF4-FFF2-40B4-BE49-F238E27FC236}">
                  <a16:creationId xmlns:a16="http://schemas.microsoft.com/office/drawing/2014/main" id="{8A195CB4-7799-ACCB-8573-3D0E0806F505}"/>
                </a:ext>
              </a:extLst>
            </p:cNvPr>
            <p:cNvSpPr>
              <a:spLocks/>
            </p:cNvSpPr>
            <p:nvPr/>
          </p:nvSpPr>
          <p:spPr bwMode="auto">
            <a:xfrm>
              <a:off x="10218062" y="3147920"/>
              <a:ext cx="156280" cy="152866"/>
            </a:xfrm>
            <a:custGeom>
              <a:avLst/>
              <a:gdLst>
                <a:gd name="T0" fmla="*/ 56 w 58"/>
                <a:gd name="T1" fmla="*/ 3 h 55"/>
                <a:gd name="T2" fmla="*/ 49 w 58"/>
                <a:gd name="T3" fmla="*/ 0 h 55"/>
                <a:gd name="T4" fmla="*/ 44 w 58"/>
                <a:gd name="T5" fmla="*/ 7 h 55"/>
                <a:gd name="T6" fmla="*/ 38 w 58"/>
                <a:gd name="T7" fmla="*/ 11 h 55"/>
                <a:gd name="T8" fmla="*/ 35 w 58"/>
                <a:gd name="T9" fmla="*/ 14 h 55"/>
                <a:gd name="T10" fmla="*/ 29 w 58"/>
                <a:gd name="T11" fmla="*/ 16 h 55"/>
                <a:gd name="T12" fmla="*/ 24 w 58"/>
                <a:gd name="T13" fmla="*/ 14 h 55"/>
                <a:gd name="T14" fmla="*/ 18 w 58"/>
                <a:gd name="T15" fmla="*/ 20 h 55"/>
                <a:gd name="T16" fmla="*/ 3 w 58"/>
                <a:gd name="T17" fmla="*/ 28 h 55"/>
                <a:gd name="T18" fmla="*/ 0 w 58"/>
                <a:gd name="T19" fmla="*/ 32 h 55"/>
                <a:gd name="T20" fmla="*/ 10 w 58"/>
                <a:gd name="T21" fmla="*/ 37 h 55"/>
                <a:gd name="T22" fmla="*/ 5 w 58"/>
                <a:gd name="T23" fmla="*/ 46 h 55"/>
                <a:gd name="T24" fmla="*/ 7 w 58"/>
                <a:gd name="T25" fmla="*/ 51 h 55"/>
                <a:gd name="T26" fmla="*/ 11 w 58"/>
                <a:gd name="T27" fmla="*/ 53 h 55"/>
                <a:gd name="T28" fmla="*/ 17 w 58"/>
                <a:gd name="T29" fmla="*/ 52 h 55"/>
                <a:gd name="T30" fmla="*/ 19 w 58"/>
                <a:gd name="T31" fmla="*/ 53 h 55"/>
                <a:gd name="T32" fmla="*/ 24 w 58"/>
                <a:gd name="T33" fmla="*/ 49 h 55"/>
                <a:gd name="T34" fmla="*/ 32 w 58"/>
                <a:gd name="T35" fmla="*/ 48 h 55"/>
                <a:gd name="T36" fmla="*/ 36 w 58"/>
                <a:gd name="T37" fmla="*/ 46 h 55"/>
                <a:gd name="T38" fmla="*/ 29 w 58"/>
                <a:gd name="T39" fmla="*/ 39 h 55"/>
                <a:gd name="T40" fmla="*/ 31 w 58"/>
                <a:gd name="T41" fmla="*/ 31 h 55"/>
                <a:gd name="T42" fmla="*/ 46 w 58"/>
                <a:gd name="T43" fmla="*/ 22 h 55"/>
                <a:gd name="T44" fmla="*/ 49 w 58"/>
                <a:gd name="T45" fmla="*/ 12 h 55"/>
                <a:gd name="T46" fmla="*/ 58 w 58"/>
                <a:gd name="T47" fmla="*/ 3 h 55"/>
                <a:gd name="T48" fmla="*/ 56 w 58"/>
                <a:gd name="T49" fmla="*/ 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 h="55">
                  <a:moveTo>
                    <a:pt x="56" y="3"/>
                  </a:moveTo>
                  <a:cubicBezTo>
                    <a:pt x="53" y="4"/>
                    <a:pt x="52" y="0"/>
                    <a:pt x="49" y="0"/>
                  </a:cubicBezTo>
                  <a:cubicBezTo>
                    <a:pt x="46" y="0"/>
                    <a:pt x="47" y="7"/>
                    <a:pt x="44" y="7"/>
                  </a:cubicBezTo>
                  <a:cubicBezTo>
                    <a:pt x="41" y="7"/>
                    <a:pt x="42" y="10"/>
                    <a:pt x="38" y="11"/>
                  </a:cubicBezTo>
                  <a:cubicBezTo>
                    <a:pt x="34" y="11"/>
                    <a:pt x="33" y="11"/>
                    <a:pt x="35" y="14"/>
                  </a:cubicBezTo>
                  <a:cubicBezTo>
                    <a:pt x="36" y="17"/>
                    <a:pt x="33" y="16"/>
                    <a:pt x="29" y="16"/>
                  </a:cubicBezTo>
                  <a:cubicBezTo>
                    <a:pt x="26" y="16"/>
                    <a:pt x="26" y="14"/>
                    <a:pt x="24" y="14"/>
                  </a:cubicBezTo>
                  <a:cubicBezTo>
                    <a:pt x="22" y="14"/>
                    <a:pt x="20" y="17"/>
                    <a:pt x="18" y="20"/>
                  </a:cubicBezTo>
                  <a:cubicBezTo>
                    <a:pt x="17" y="22"/>
                    <a:pt x="6" y="27"/>
                    <a:pt x="3" y="28"/>
                  </a:cubicBezTo>
                  <a:cubicBezTo>
                    <a:pt x="2" y="29"/>
                    <a:pt x="1" y="30"/>
                    <a:pt x="0" y="32"/>
                  </a:cubicBezTo>
                  <a:cubicBezTo>
                    <a:pt x="4" y="32"/>
                    <a:pt x="8" y="35"/>
                    <a:pt x="10" y="37"/>
                  </a:cubicBezTo>
                  <a:cubicBezTo>
                    <a:pt x="12" y="40"/>
                    <a:pt x="7" y="43"/>
                    <a:pt x="5" y="46"/>
                  </a:cubicBezTo>
                  <a:cubicBezTo>
                    <a:pt x="3" y="49"/>
                    <a:pt x="6" y="49"/>
                    <a:pt x="7" y="51"/>
                  </a:cubicBezTo>
                  <a:cubicBezTo>
                    <a:pt x="7" y="53"/>
                    <a:pt x="10" y="55"/>
                    <a:pt x="11" y="53"/>
                  </a:cubicBezTo>
                  <a:cubicBezTo>
                    <a:pt x="12" y="51"/>
                    <a:pt x="14" y="52"/>
                    <a:pt x="17" y="52"/>
                  </a:cubicBezTo>
                  <a:cubicBezTo>
                    <a:pt x="18" y="52"/>
                    <a:pt x="19" y="52"/>
                    <a:pt x="19" y="53"/>
                  </a:cubicBezTo>
                  <a:cubicBezTo>
                    <a:pt x="21" y="51"/>
                    <a:pt x="23" y="50"/>
                    <a:pt x="24" y="49"/>
                  </a:cubicBezTo>
                  <a:cubicBezTo>
                    <a:pt x="25" y="48"/>
                    <a:pt x="29" y="48"/>
                    <a:pt x="32" y="48"/>
                  </a:cubicBezTo>
                  <a:cubicBezTo>
                    <a:pt x="34" y="48"/>
                    <a:pt x="35" y="47"/>
                    <a:pt x="36" y="46"/>
                  </a:cubicBezTo>
                  <a:cubicBezTo>
                    <a:pt x="33" y="42"/>
                    <a:pt x="30" y="40"/>
                    <a:pt x="29" y="39"/>
                  </a:cubicBezTo>
                  <a:cubicBezTo>
                    <a:pt x="26" y="37"/>
                    <a:pt x="28" y="32"/>
                    <a:pt x="31" y="31"/>
                  </a:cubicBezTo>
                  <a:cubicBezTo>
                    <a:pt x="35" y="31"/>
                    <a:pt x="43" y="24"/>
                    <a:pt x="46" y="22"/>
                  </a:cubicBezTo>
                  <a:cubicBezTo>
                    <a:pt x="48" y="21"/>
                    <a:pt x="47" y="16"/>
                    <a:pt x="49" y="12"/>
                  </a:cubicBezTo>
                  <a:cubicBezTo>
                    <a:pt x="50" y="10"/>
                    <a:pt x="54" y="6"/>
                    <a:pt x="58" y="3"/>
                  </a:cubicBezTo>
                  <a:cubicBezTo>
                    <a:pt x="57" y="3"/>
                    <a:pt x="57" y="3"/>
                    <a:pt x="56" y="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299" name="Freeform 60">
              <a:extLst>
                <a:ext uri="{FF2B5EF4-FFF2-40B4-BE49-F238E27FC236}">
                  <a16:creationId xmlns:a16="http://schemas.microsoft.com/office/drawing/2014/main" id="{DFE8817B-81D7-FF81-3DC8-EA2DF271BB7E}"/>
                </a:ext>
              </a:extLst>
            </p:cNvPr>
            <p:cNvSpPr>
              <a:spLocks/>
            </p:cNvSpPr>
            <p:nvPr/>
          </p:nvSpPr>
          <p:spPr bwMode="auto">
            <a:xfrm>
              <a:off x="9241593" y="3490105"/>
              <a:ext cx="172251" cy="103478"/>
            </a:xfrm>
            <a:custGeom>
              <a:avLst/>
              <a:gdLst>
                <a:gd name="T0" fmla="*/ 63 w 64"/>
                <a:gd name="T1" fmla="*/ 24 h 37"/>
                <a:gd name="T2" fmla="*/ 61 w 64"/>
                <a:gd name="T3" fmla="*/ 24 h 37"/>
                <a:gd name="T4" fmla="*/ 50 w 64"/>
                <a:gd name="T5" fmla="*/ 22 h 37"/>
                <a:gd name="T6" fmla="*/ 34 w 64"/>
                <a:gd name="T7" fmla="*/ 15 h 37"/>
                <a:gd name="T8" fmla="*/ 17 w 64"/>
                <a:gd name="T9" fmla="*/ 3 h 37"/>
                <a:gd name="T10" fmla="*/ 10 w 64"/>
                <a:gd name="T11" fmla="*/ 1 h 37"/>
                <a:gd name="T12" fmla="*/ 5 w 64"/>
                <a:gd name="T13" fmla="*/ 3 h 37"/>
                <a:gd name="T14" fmla="*/ 1 w 64"/>
                <a:gd name="T15" fmla="*/ 8 h 37"/>
                <a:gd name="T16" fmla="*/ 0 w 64"/>
                <a:gd name="T17" fmla="*/ 14 h 37"/>
                <a:gd name="T18" fmla="*/ 4 w 64"/>
                <a:gd name="T19" fmla="*/ 17 h 37"/>
                <a:gd name="T20" fmla="*/ 11 w 64"/>
                <a:gd name="T21" fmla="*/ 21 h 37"/>
                <a:gd name="T22" fmla="*/ 17 w 64"/>
                <a:gd name="T23" fmla="*/ 24 h 37"/>
                <a:gd name="T24" fmla="*/ 24 w 64"/>
                <a:gd name="T25" fmla="*/ 28 h 37"/>
                <a:gd name="T26" fmla="*/ 32 w 64"/>
                <a:gd name="T27" fmla="*/ 27 h 37"/>
                <a:gd name="T28" fmla="*/ 37 w 64"/>
                <a:gd name="T29" fmla="*/ 31 h 37"/>
                <a:gd name="T30" fmla="*/ 48 w 64"/>
                <a:gd name="T31" fmla="*/ 36 h 37"/>
                <a:gd name="T32" fmla="*/ 62 w 64"/>
                <a:gd name="T33" fmla="*/ 34 h 37"/>
                <a:gd name="T34" fmla="*/ 63 w 64"/>
                <a:gd name="T35" fmla="*/ 26 h 37"/>
                <a:gd name="T36" fmla="*/ 63 w 64"/>
                <a:gd name="T3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37">
                  <a:moveTo>
                    <a:pt x="63" y="24"/>
                  </a:moveTo>
                  <a:cubicBezTo>
                    <a:pt x="63" y="24"/>
                    <a:pt x="62" y="24"/>
                    <a:pt x="61" y="24"/>
                  </a:cubicBezTo>
                  <a:cubicBezTo>
                    <a:pt x="56" y="24"/>
                    <a:pt x="54" y="21"/>
                    <a:pt x="50" y="22"/>
                  </a:cubicBezTo>
                  <a:cubicBezTo>
                    <a:pt x="47" y="22"/>
                    <a:pt x="38" y="18"/>
                    <a:pt x="34" y="15"/>
                  </a:cubicBezTo>
                  <a:cubicBezTo>
                    <a:pt x="30" y="12"/>
                    <a:pt x="20" y="5"/>
                    <a:pt x="17" y="3"/>
                  </a:cubicBezTo>
                  <a:cubicBezTo>
                    <a:pt x="14" y="0"/>
                    <a:pt x="11" y="0"/>
                    <a:pt x="10" y="1"/>
                  </a:cubicBezTo>
                  <a:cubicBezTo>
                    <a:pt x="10" y="2"/>
                    <a:pt x="8" y="3"/>
                    <a:pt x="5" y="3"/>
                  </a:cubicBezTo>
                  <a:cubicBezTo>
                    <a:pt x="4" y="4"/>
                    <a:pt x="1" y="6"/>
                    <a:pt x="1" y="8"/>
                  </a:cubicBezTo>
                  <a:cubicBezTo>
                    <a:pt x="1" y="10"/>
                    <a:pt x="0" y="12"/>
                    <a:pt x="0" y="14"/>
                  </a:cubicBezTo>
                  <a:cubicBezTo>
                    <a:pt x="0" y="16"/>
                    <a:pt x="3" y="16"/>
                    <a:pt x="4" y="17"/>
                  </a:cubicBezTo>
                  <a:cubicBezTo>
                    <a:pt x="5" y="19"/>
                    <a:pt x="11" y="19"/>
                    <a:pt x="11" y="21"/>
                  </a:cubicBezTo>
                  <a:cubicBezTo>
                    <a:pt x="11" y="22"/>
                    <a:pt x="15" y="24"/>
                    <a:pt x="17" y="24"/>
                  </a:cubicBezTo>
                  <a:cubicBezTo>
                    <a:pt x="19" y="24"/>
                    <a:pt x="23" y="27"/>
                    <a:pt x="24" y="28"/>
                  </a:cubicBezTo>
                  <a:cubicBezTo>
                    <a:pt x="25" y="29"/>
                    <a:pt x="30" y="27"/>
                    <a:pt x="32" y="27"/>
                  </a:cubicBezTo>
                  <a:cubicBezTo>
                    <a:pt x="34" y="27"/>
                    <a:pt x="36" y="30"/>
                    <a:pt x="37" y="31"/>
                  </a:cubicBezTo>
                  <a:cubicBezTo>
                    <a:pt x="37" y="33"/>
                    <a:pt x="46" y="34"/>
                    <a:pt x="48" y="36"/>
                  </a:cubicBezTo>
                  <a:cubicBezTo>
                    <a:pt x="50" y="37"/>
                    <a:pt x="60" y="36"/>
                    <a:pt x="62" y="34"/>
                  </a:cubicBezTo>
                  <a:cubicBezTo>
                    <a:pt x="64" y="32"/>
                    <a:pt x="63" y="29"/>
                    <a:pt x="63" y="26"/>
                  </a:cubicBezTo>
                  <a:cubicBezTo>
                    <a:pt x="63" y="25"/>
                    <a:pt x="63" y="24"/>
                    <a:pt x="63" y="2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0" name="Freeform 61">
              <a:extLst>
                <a:ext uri="{FF2B5EF4-FFF2-40B4-BE49-F238E27FC236}">
                  <a16:creationId xmlns:a16="http://schemas.microsoft.com/office/drawing/2014/main" id="{D90D189E-76F2-34E7-76F3-F91FDAE3679C}"/>
                </a:ext>
              </a:extLst>
            </p:cNvPr>
            <p:cNvSpPr>
              <a:spLocks/>
            </p:cNvSpPr>
            <p:nvPr/>
          </p:nvSpPr>
          <p:spPr bwMode="auto">
            <a:xfrm>
              <a:off x="9494836" y="3538316"/>
              <a:ext cx="195065" cy="442135"/>
            </a:xfrm>
            <a:custGeom>
              <a:avLst/>
              <a:gdLst>
                <a:gd name="T0" fmla="*/ 58 w 72"/>
                <a:gd name="T1" fmla="*/ 145 h 159"/>
                <a:gd name="T2" fmla="*/ 55 w 72"/>
                <a:gd name="T3" fmla="*/ 138 h 159"/>
                <a:gd name="T4" fmla="*/ 52 w 72"/>
                <a:gd name="T5" fmla="*/ 128 h 159"/>
                <a:gd name="T6" fmla="*/ 49 w 72"/>
                <a:gd name="T7" fmla="*/ 119 h 159"/>
                <a:gd name="T8" fmla="*/ 50 w 72"/>
                <a:gd name="T9" fmla="*/ 113 h 159"/>
                <a:gd name="T10" fmla="*/ 50 w 72"/>
                <a:gd name="T11" fmla="*/ 109 h 159"/>
                <a:gd name="T12" fmla="*/ 49 w 72"/>
                <a:gd name="T13" fmla="*/ 103 h 159"/>
                <a:gd name="T14" fmla="*/ 43 w 72"/>
                <a:gd name="T15" fmla="*/ 96 h 159"/>
                <a:gd name="T16" fmla="*/ 44 w 72"/>
                <a:gd name="T17" fmla="*/ 82 h 159"/>
                <a:gd name="T18" fmla="*/ 49 w 72"/>
                <a:gd name="T19" fmla="*/ 80 h 159"/>
                <a:gd name="T20" fmla="*/ 55 w 72"/>
                <a:gd name="T21" fmla="*/ 78 h 159"/>
                <a:gd name="T22" fmla="*/ 63 w 72"/>
                <a:gd name="T23" fmla="*/ 73 h 159"/>
                <a:gd name="T24" fmla="*/ 67 w 72"/>
                <a:gd name="T25" fmla="*/ 70 h 159"/>
                <a:gd name="T26" fmla="*/ 71 w 72"/>
                <a:gd name="T27" fmla="*/ 63 h 159"/>
                <a:gd name="T28" fmla="*/ 72 w 72"/>
                <a:gd name="T29" fmla="*/ 63 h 159"/>
                <a:gd name="T30" fmla="*/ 68 w 72"/>
                <a:gd name="T31" fmla="*/ 64 h 159"/>
                <a:gd name="T32" fmla="*/ 63 w 72"/>
                <a:gd name="T33" fmla="*/ 61 h 159"/>
                <a:gd name="T34" fmla="*/ 58 w 72"/>
                <a:gd name="T35" fmla="*/ 59 h 159"/>
                <a:gd name="T36" fmla="*/ 58 w 72"/>
                <a:gd name="T37" fmla="*/ 53 h 159"/>
                <a:gd name="T38" fmla="*/ 55 w 72"/>
                <a:gd name="T39" fmla="*/ 49 h 159"/>
                <a:gd name="T40" fmla="*/ 52 w 72"/>
                <a:gd name="T41" fmla="*/ 42 h 159"/>
                <a:gd name="T42" fmla="*/ 44 w 72"/>
                <a:gd name="T43" fmla="*/ 41 h 159"/>
                <a:gd name="T44" fmla="*/ 43 w 72"/>
                <a:gd name="T45" fmla="*/ 37 h 159"/>
                <a:gd name="T46" fmla="*/ 50 w 72"/>
                <a:gd name="T47" fmla="*/ 25 h 159"/>
                <a:gd name="T48" fmla="*/ 52 w 72"/>
                <a:gd name="T49" fmla="*/ 13 h 159"/>
                <a:gd name="T50" fmla="*/ 49 w 72"/>
                <a:gd name="T51" fmla="*/ 9 h 159"/>
                <a:gd name="T52" fmla="*/ 47 w 72"/>
                <a:gd name="T53" fmla="*/ 4 h 159"/>
                <a:gd name="T54" fmla="*/ 41 w 72"/>
                <a:gd name="T55" fmla="*/ 1 h 159"/>
                <a:gd name="T56" fmla="*/ 40 w 72"/>
                <a:gd name="T57" fmla="*/ 2 h 159"/>
                <a:gd name="T58" fmla="*/ 40 w 72"/>
                <a:gd name="T59" fmla="*/ 2 h 159"/>
                <a:gd name="T60" fmla="*/ 38 w 72"/>
                <a:gd name="T61" fmla="*/ 6 h 159"/>
                <a:gd name="T62" fmla="*/ 39 w 72"/>
                <a:gd name="T63" fmla="*/ 12 h 159"/>
                <a:gd name="T64" fmla="*/ 35 w 72"/>
                <a:gd name="T65" fmla="*/ 12 h 159"/>
                <a:gd name="T66" fmla="*/ 28 w 72"/>
                <a:gd name="T67" fmla="*/ 15 h 159"/>
                <a:gd name="T68" fmla="*/ 22 w 72"/>
                <a:gd name="T69" fmla="*/ 22 h 159"/>
                <a:gd name="T70" fmla="*/ 20 w 72"/>
                <a:gd name="T71" fmla="*/ 32 h 159"/>
                <a:gd name="T72" fmla="*/ 17 w 72"/>
                <a:gd name="T73" fmla="*/ 42 h 159"/>
                <a:gd name="T74" fmla="*/ 10 w 72"/>
                <a:gd name="T75" fmla="*/ 42 h 159"/>
                <a:gd name="T76" fmla="*/ 9 w 72"/>
                <a:gd name="T77" fmla="*/ 50 h 159"/>
                <a:gd name="T78" fmla="*/ 6 w 72"/>
                <a:gd name="T79" fmla="*/ 59 h 159"/>
                <a:gd name="T80" fmla="*/ 3 w 72"/>
                <a:gd name="T81" fmla="*/ 65 h 159"/>
                <a:gd name="T82" fmla="*/ 0 w 72"/>
                <a:gd name="T83" fmla="*/ 68 h 159"/>
                <a:gd name="T84" fmla="*/ 7 w 72"/>
                <a:gd name="T85" fmla="*/ 76 h 159"/>
                <a:gd name="T86" fmla="*/ 17 w 72"/>
                <a:gd name="T87" fmla="*/ 93 h 159"/>
                <a:gd name="T88" fmla="*/ 16 w 72"/>
                <a:gd name="T89" fmla="*/ 107 h 159"/>
                <a:gd name="T90" fmla="*/ 19 w 72"/>
                <a:gd name="T91" fmla="*/ 111 h 159"/>
                <a:gd name="T92" fmla="*/ 28 w 72"/>
                <a:gd name="T93" fmla="*/ 110 h 159"/>
                <a:gd name="T94" fmla="*/ 35 w 72"/>
                <a:gd name="T95" fmla="*/ 102 h 159"/>
                <a:gd name="T96" fmla="*/ 39 w 72"/>
                <a:gd name="T97" fmla="*/ 105 h 159"/>
                <a:gd name="T98" fmla="*/ 42 w 72"/>
                <a:gd name="T99" fmla="*/ 115 h 159"/>
                <a:gd name="T100" fmla="*/ 47 w 72"/>
                <a:gd name="T101" fmla="*/ 133 h 159"/>
                <a:gd name="T102" fmla="*/ 50 w 72"/>
                <a:gd name="T103" fmla="*/ 146 h 159"/>
                <a:gd name="T104" fmla="*/ 51 w 72"/>
                <a:gd name="T105" fmla="*/ 156 h 159"/>
                <a:gd name="T106" fmla="*/ 51 w 72"/>
                <a:gd name="T107" fmla="*/ 158 h 159"/>
                <a:gd name="T108" fmla="*/ 58 w 72"/>
                <a:gd name="T109" fmla="*/ 145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59">
                  <a:moveTo>
                    <a:pt x="58" y="145"/>
                  </a:moveTo>
                  <a:cubicBezTo>
                    <a:pt x="58" y="141"/>
                    <a:pt x="55" y="141"/>
                    <a:pt x="55" y="138"/>
                  </a:cubicBezTo>
                  <a:cubicBezTo>
                    <a:pt x="55" y="136"/>
                    <a:pt x="55" y="131"/>
                    <a:pt x="52" y="128"/>
                  </a:cubicBezTo>
                  <a:cubicBezTo>
                    <a:pt x="48" y="125"/>
                    <a:pt x="47" y="121"/>
                    <a:pt x="49" y="119"/>
                  </a:cubicBezTo>
                  <a:cubicBezTo>
                    <a:pt x="51" y="117"/>
                    <a:pt x="49" y="113"/>
                    <a:pt x="50" y="113"/>
                  </a:cubicBezTo>
                  <a:cubicBezTo>
                    <a:pt x="51" y="113"/>
                    <a:pt x="52" y="110"/>
                    <a:pt x="50" y="109"/>
                  </a:cubicBezTo>
                  <a:cubicBezTo>
                    <a:pt x="48" y="108"/>
                    <a:pt x="50" y="104"/>
                    <a:pt x="49" y="103"/>
                  </a:cubicBezTo>
                  <a:cubicBezTo>
                    <a:pt x="47" y="103"/>
                    <a:pt x="43" y="97"/>
                    <a:pt x="43" y="96"/>
                  </a:cubicBezTo>
                  <a:cubicBezTo>
                    <a:pt x="43" y="94"/>
                    <a:pt x="44" y="85"/>
                    <a:pt x="44" y="82"/>
                  </a:cubicBezTo>
                  <a:cubicBezTo>
                    <a:pt x="44" y="80"/>
                    <a:pt x="48" y="80"/>
                    <a:pt x="49" y="80"/>
                  </a:cubicBezTo>
                  <a:cubicBezTo>
                    <a:pt x="50" y="80"/>
                    <a:pt x="54" y="80"/>
                    <a:pt x="55" y="78"/>
                  </a:cubicBezTo>
                  <a:cubicBezTo>
                    <a:pt x="56" y="75"/>
                    <a:pt x="62" y="75"/>
                    <a:pt x="63" y="73"/>
                  </a:cubicBezTo>
                  <a:cubicBezTo>
                    <a:pt x="63" y="72"/>
                    <a:pt x="67" y="72"/>
                    <a:pt x="67" y="70"/>
                  </a:cubicBezTo>
                  <a:cubicBezTo>
                    <a:pt x="67" y="68"/>
                    <a:pt x="71" y="63"/>
                    <a:pt x="71" y="63"/>
                  </a:cubicBezTo>
                  <a:cubicBezTo>
                    <a:pt x="71" y="63"/>
                    <a:pt x="72" y="63"/>
                    <a:pt x="72" y="63"/>
                  </a:cubicBezTo>
                  <a:cubicBezTo>
                    <a:pt x="71" y="62"/>
                    <a:pt x="70" y="63"/>
                    <a:pt x="68" y="64"/>
                  </a:cubicBezTo>
                  <a:cubicBezTo>
                    <a:pt x="64" y="65"/>
                    <a:pt x="62" y="63"/>
                    <a:pt x="63" y="61"/>
                  </a:cubicBezTo>
                  <a:cubicBezTo>
                    <a:pt x="63" y="59"/>
                    <a:pt x="60" y="59"/>
                    <a:pt x="58" y="59"/>
                  </a:cubicBezTo>
                  <a:cubicBezTo>
                    <a:pt x="56" y="59"/>
                    <a:pt x="57" y="55"/>
                    <a:pt x="58" y="53"/>
                  </a:cubicBezTo>
                  <a:cubicBezTo>
                    <a:pt x="59" y="51"/>
                    <a:pt x="57" y="49"/>
                    <a:pt x="55" y="49"/>
                  </a:cubicBezTo>
                  <a:cubicBezTo>
                    <a:pt x="52" y="49"/>
                    <a:pt x="51" y="44"/>
                    <a:pt x="52" y="42"/>
                  </a:cubicBezTo>
                  <a:cubicBezTo>
                    <a:pt x="53" y="41"/>
                    <a:pt x="47" y="40"/>
                    <a:pt x="44" y="41"/>
                  </a:cubicBezTo>
                  <a:cubicBezTo>
                    <a:pt x="42" y="42"/>
                    <a:pt x="44" y="39"/>
                    <a:pt x="43" y="37"/>
                  </a:cubicBezTo>
                  <a:cubicBezTo>
                    <a:pt x="42" y="35"/>
                    <a:pt x="46" y="28"/>
                    <a:pt x="50" y="25"/>
                  </a:cubicBezTo>
                  <a:cubicBezTo>
                    <a:pt x="53" y="21"/>
                    <a:pt x="52" y="17"/>
                    <a:pt x="52" y="13"/>
                  </a:cubicBezTo>
                  <a:cubicBezTo>
                    <a:pt x="52" y="9"/>
                    <a:pt x="50" y="9"/>
                    <a:pt x="49" y="9"/>
                  </a:cubicBezTo>
                  <a:cubicBezTo>
                    <a:pt x="47" y="9"/>
                    <a:pt x="47" y="6"/>
                    <a:pt x="47" y="4"/>
                  </a:cubicBezTo>
                  <a:cubicBezTo>
                    <a:pt x="47" y="2"/>
                    <a:pt x="43" y="0"/>
                    <a:pt x="41" y="1"/>
                  </a:cubicBezTo>
                  <a:cubicBezTo>
                    <a:pt x="41" y="2"/>
                    <a:pt x="40" y="2"/>
                    <a:pt x="40" y="2"/>
                  </a:cubicBezTo>
                  <a:cubicBezTo>
                    <a:pt x="40" y="2"/>
                    <a:pt x="40" y="2"/>
                    <a:pt x="40" y="2"/>
                  </a:cubicBezTo>
                  <a:cubicBezTo>
                    <a:pt x="40" y="2"/>
                    <a:pt x="39" y="6"/>
                    <a:pt x="38" y="6"/>
                  </a:cubicBezTo>
                  <a:cubicBezTo>
                    <a:pt x="37" y="7"/>
                    <a:pt x="37" y="9"/>
                    <a:pt x="39" y="12"/>
                  </a:cubicBezTo>
                  <a:cubicBezTo>
                    <a:pt x="41" y="15"/>
                    <a:pt x="36" y="14"/>
                    <a:pt x="35" y="12"/>
                  </a:cubicBezTo>
                  <a:cubicBezTo>
                    <a:pt x="34" y="10"/>
                    <a:pt x="30" y="13"/>
                    <a:pt x="28" y="15"/>
                  </a:cubicBezTo>
                  <a:cubicBezTo>
                    <a:pt x="26" y="17"/>
                    <a:pt x="22" y="18"/>
                    <a:pt x="22" y="22"/>
                  </a:cubicBezTo>
                  <a:cubicBezTo>
                    <a:pt x="22" y="25"/>
                    <a:pt x="19" y="29"/>
                    <a:pt x="20" y="32"/>
                  </a:cubicBezTo>
                  <a:cubicBezTo>
                    <a:pt x="21" y="35"/>
                    <a:pt x="17" y="41"/>
                    <a:pt x="17" y="42"/>
                  </a:cubicBezTo>
                  <a:cubicBezTo>
                    <a:pt x="17" y="44"/>
                    <a:pt x="11" y="42"/>
                    <a:pt x="10" y="42"/>
                  </a:cubicBezTo>
                  <a:cubicBezTo>
                    <a:pt x="9" y="42"/>
                    <a:pt x="10" y="48"/>
                    <a:pt x="9" y="50"/>
                  </a:cubicBezTo>
                  <a:cubicBezTo>
                    <a:pt x="7" y="52"/>
                    <a:pt x="8" y="59"/>
                    <a:pt x="6" y="59"/>
                  </a:cubicBezTo>
                  <a:cubicBezTo>
                    <a:pt x="4" y="59"/>
                    <a:pt x="3" y="65"/>
                    <a:pt x="3" y="65"/>
                  </a:cubicBezTo>
                  <a:cubicBezTo>
                    <a:pt x="3" y="65"/>
                    <a:pt x="1" y="67"/>
                    <a:pt x="0" y="68"/>
                  </a:cubicBezTo>
                  <a:cubicBezTo>
                    <a:pt x="1" y="71"/>
                    <a:pt x="4" y="75"/>
                    <a:pt x="7" y="76"/>
                  </a:cubicBezTo>
                  <a:cubicBezTo>
                    <a:pt x="12" y="78"/>
                    <a:pt x="16" y="88"/>
                    <a:pt x="17" y="93"/>
                  </a:cubicBezTo>
                  <a:cubicBezTo>
                    <a:pt x="19" y="99"/>
                    <a:pt x="18" y="104"/>
                    <a:pt x="16" y="107"/>
                  </a:cubicBezTo>
                  <a:cubicBezTo>
                    <a:pt x="14" y="110"/>
                    <a:pt x="16" y="110"/>
                    <a:pt x="19" y="111"/>
                  </a:cubicBezTo>
                  <a:cubicBezTo>
                    <a:pt x="22" y="113"/>
                    <a:pt x="25" y="113"/>
                    <a:pt x="28" y="110"/>
                  </a:cubicBezTo>
                  <a:cubicBezTo>
                    <a:pt x="30" y="107"/>
                    <a:pt x="34" y="105"/>
                    <a:pt x="35" y="102"/>
                  </a:cubicBezTo>
                  <a:cubicBezTo>
                    <a:pt x="35" y="99"/>
                    <a:pt x="37" y="104"/>
                    <a:pt x="39" y="105"/>
                  </a:cubicBezTo>
                  <a:cubicBezTo>
                    <a:pt x="41" y="107"/>
                    <a:pt x="42" y="110"/>
                    <a:pt x="42" y="115"/>
                  </a:cubicBezTo>
                  <a:cubicBezTo>
                    <a:pt x="43" y="119"/>
                    <a:pt x="43" y="130"/>
                    <a:pt x="47" y="133"/>
                  </a:cubicBezTo>
                  <a:cubicBezTo>
                    <a:pt x="50" y="136"/>
                    <a:pt x="51" y="144"/>
                    <a:pt x="50" y="146"/>
                  </a:cubicBezTo>
                  <a:cubicBezTo>
                    <a:pt x="49" y="149"/>
                    <a:pt x="52" y="153"/>
                    <a:pt x="51" y="156"/>
                  </a:cubicBezTo>
                  <a:cubicBezTo>
                    <a:pt x="51" y="157"/>
                    <a:pt x="51" y="158"/>
                    <a:pt x="51" y="158"/>
                  </a:cubicBezTo>
                  <a:cubicBezTo>
                    <a:pt x="54" y="159"/>
                    <a:pt x="58" y="145"/>
                    <a:pt x="58" y="14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1" name="Freeform 62">
              <a:extLst>
                <a:ext uri="{FF2B5EF4-FFF2-40B4-BE49-F238E27FC236}">
                  <a16:creationId xmlns:a16="http://schemas.microsoft.com/office/drawing/2014/main" id="{C75FE5F7-627F-D0B6-0187-593CC1891587}"/>
                </a:ext>
              </a:extLst>
            </p:cNvPr>
            <p:cNvSpPr>
              <a:spLocks/>
            </p:cNvSpPr>
            <p:nvPr/>
          </p:nvSpPr>
          <p:spPr bwMode="auto">
            <a:xfrm>
              <a:off x="9427533" y="3546547"/>
              <a:ext cx="70725" cy="41157"/>
            </a:xfrm>
            <a:custGeom>
              <a:avLst/>
              <a:gdLst>
                <a:gd name="T0" fmla="*/ 25 w 26"/>
                <a:gd name="T1" fmla="*/ 5 h 15"/>
                <a:gd name="T2" fmla="*/ 15 w 26"/>
                <a:gd name="T3" fmla="*/ 2 h 15"/>
                <a:gd name="T4" fmla="*/ 8 w 26"/>
                <a:gd name="T5" fmla="*/ 1 h 15"/>
                <a:gd name="T6" fmla="*/ 2 w 26"/>
                <a:gd name="T7" fmla="*/ 6 h 15"/>
                <a:gd name="T8" fmla="*/ 0 w 26"/>
                <a:gd name="T9" fmla="*/ 10 h 15"/>
                <a:gd name="T10" fmla="*/ 2 w 26"/>
                <a:gd name="T11" fmla="*/ 12 h 15"/>
                <a:gd name="T12" fmla="*/ 8 w 26"/>
                <a:gd name="T13" fmla="*/ 13 h 15"/>
                <a:gd name="T14" fmla="*/ 16 w 26"/>
                <a:gd name="T15" fmla="*/ 14 h 15"/>
                <a:gd name="T16" fmla="*/ 24 w 26"/>
                <a:gd name="T17" fmla="*/ 13 h 15"/>
                <a:gd name="T18" fmla="*/ 23 w 26"/>
                <a:gd name="T19" fmla="*/ 5 h 15"/>
                <a:gd name="T20" fmla="*/ 25 w 26"/>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15">
                  <a:moveTo>
                    <a:pt x="25" y="5"/>
                  </a:moveTo>
                  <a:cubicBezTo>
                    <a:pt x="20" y="0"/>
                    <a:pt x="18" y="4"/>
                    <a:pt x="15" y="2"/>
                  </a:cubicBezTo>
                  <a:cubicBezTo>
                    <a:pt x="11" y="0"/>
                    <a:pt x="10" y="0"/>
                    <a:pt x="8" y="1"/>
                  </a:cubicBezTo>
                  <a:cubicBezTo>
                    <a:pt x="6" y="2"/>
                    <a:pt x="4" y="2"/>
                    <a:pt x="2" y="6"/>
                  </a:cubicBezTo>
                  <a:cubicBezTo>
                    <a:pt x="2" y="7"/>
                    <a:pt x="1" y="9"/>
                    <a:pt x="0" y="10"/>
                  </a:cubicBezTo>
                  <a:cubicBezTo>
                    <a:pt x="1" y="11"/>
                    <a:pt x="2" y="12"/>
                    <a:pt x="2" y="12"/>
                  </a:cubicBezTo>
                  <a:cubicBezTo>
                    <a:pt x="4" y="11"/>
                    <a:pt x="5" y="14"/>
                    <a:pt x="8" y="13"/>
                  </a:cubicBezTo>
                  <a:cubicBezTo>
                    <a:pt x="11" y="12"/>
                    <a:pt x="12" y="15"/>
                    <a:pt x="16" y="14"/>
                  </a:cubicBezTo>
                  <a:cubicBezTo>
                    <a:pt x="20" y="13"/>
                    <a:pt x="23" y="15"/>
                    <a:pt x="24" y="13"/>
                  </a:cubicBezTo>
                  <a:cubicBezTo>
                    <a:pt x="26" y="10"/>
                    <a:pt x="23" y="5"/>
                    <a:pt x="23" y="5"/>
                  </a:cubicBezTo>
                  <a:cubicBezTo>
                    <a:pt x="23" y="5"/>
                    <a:pt x="24" y="5"/>
                    <a:pt x="25" y="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2" name="Freeform 63">
              <a:extLst>
                <a:ext uri="{FF2B5EF4-FFF2-40B4-BE49-F238E27FC236}">
                  <a16:creationId xmlns:a16="http://schemas.microsoft.com/office/drawing/2014/main" id="{44C09674-FCC2-A9A3-261E-61CEAF853646}"/>
                </a:ext>
              </a:extLst>
            </p:cNvPr>
            <p:cNvSpPr>
              <a:spLocks/>
            </p:cNvSpPr>
            <p:nvPr/>
          </p:nvSpPr>
          <p:spPr bwMode="auto">
            <a:xfrm>
              <a:off x="9713858" y="3668841"/>
              <a:ext cx="166547" cy="358649"/>
            </a:xfrm>
            <a:custGeom>
              <a:avLst/>
              <a:gdLst>
                <a:gd name="T0" fmla="*/ 46 w 62"/>
                <a:gd name="T1" fmla="*/ 16 h 129"/>
                <a:gd name="T2" fmla="*/ 37 w 62"/>
                <a:gd name="T3" fmla="*/ 9 h 129"/>
                <a:gd name="T4" fmla="*/ 35 w 62"/>
                <a:gd name="T5" fmla="*/ 4 h 129"/>
                <a:gd name="T6" fmla="*/ 28 w 62"/>
                <a:gd name="T7" fmla="*/ 1 h 129"/>
                <a:gd name="T8" fmla="*/ 21 w 62"/>
                <a:gd name="T9" fmla="*/ 5 h 129"/>
                <a:gd name="T10" fmla="*/ 16 w 62"/>
                <a:gd name="T11" fmla="*/ 6 h 129"/>
                <a:gd name="T12" fmla="*/ 8 w 62"/>
                <a:gd name="T13" fmla="*/ 6 h 129"/>
                <a:gd name="T14" fmla="*/ 2 w 62"/>
                <a:gd name="T15" fmla="*/ 7 h 129"/>
                <a:gd name="T16" fmla="*/ 0 w 62"/>
                <a:gd name="T17" fmla="*/ 9 h 129"/>
                <a:gd name="T18" fmla="*/ 3 w 62"/>
                <a:gd name="T19" fmla="*/ 13 h 129"/>
                <a:gd name="T20" fmla="*/ 7 w 62"/>
                <a:gd name="T21" fmla="*/ 19 h 129"/>
                <a:gd name="T22" fmla="*/ 14 w 62"/>
                <a:gd name="T23" fmla="*/ 23 h 129"/>
                <a:gd name="T24" fmla="*/ 20 w 62"/>
                <a:gd name="T25" fmla="*/ 25 h 129"/>
                <a:gd name="T26" fmla="*/ 23 w 62"/>
                <a:gd name="T27" fmla="*/ 31 h 129"/>
                <a:gd name="T28" fmla="*/ 16 w 62"/>
                <a:gd name="T29" fmla="*/ 35 h 129"/>
                <a:gd name="T30" fmla="*/ 25 w 62"/>
                <a:gd name="T31" fmla="*/ 43 h 129"/>
                <a:gd name="T32" fmla="*/ 29 w 62"/>
                <a:gd name="T33" fmla="*/ 50 h 129"/>
                <a:gd name="T34" fmla="*/ 36 w 62"/>
                <a:gd name="T35" fmla="*/ 59 h 129"/>
                <a:gd name="T36" fmla="*/ 43 w 62"/>
                <a:gd name="T37" fmla="*/ 66 h 129"/>
                <a:gd name="T38" fmla="*/ 45 w 62"/>
                <a:gd name="T39" fmla="*/ 74 h 129"/>
                <a:gd name="T40" fmla="*/ 48 w 62"/>
                <a:gd name="T41" fmla="*/ 88 h 129"/>
                <a:gd name="T42" fmla="*/ 42 w 62"/>
                <a:gd name="T43" fmla="*/ 98 h 129"/>
                <a:gd name="T44" fmla="*/ 34 w 62"/>
                <a:gd name="T45" fmla="*/ 103 h 129"/>
                <a:gd name="T46" fmla="*/ 34 w 62"/>
                <a:gd name="T47" fmla="*/ 110 h 129"/>
                <a:gd name="T48" fmla="*/ 25 w 62"/>
                <a:gd name="T49" fmla="*/ 110 h 129"/>
                <a:gd name="T50" fmla="*/ 19 w 62"/>
                <a:gd name="T51" fmla="*/ 114 h 129"/>
                <a:gd name="T52" fmla="*/ 23 w 62"/>
                <a:gd name="T53" fmla="*/ 117 h 129"/>
                <a:gd name="T54" fmla="*/ 21 w 62"/>
                <a:gd name="T55" fmla="*/ 124 h 129"/>
                <a:gd name="T56" fmla="*/ 25 w 62"/>
                <a:gd name="T57" fmla="*/ 128 h 129"/>
                <a:gd name="T58" fmla="*/ 33 w 62"/>
                <a:gd name="T59" fmla="*/ 122 h 129"/>
                <a:gd name="T60" fmla="*/ 35 w 62"/>
                <a:gd name="T61" fmla="*/ 119 h 129"/>
                <a:gd name="T62" fmla="*/ 37 w 62"/>
                <a:gd name="T63" fmla="*/ 114 h 129"/>
                <a:gd name="T64" fmla="*/ 42 w 62"/>
                <a:gd name="T65" fmla="*/ 113 h 129"/>
                <a:gd name="T66" fmla="*/ 54 w 62"/>
                <a:gd name="T67" fmla="*/ 108 h 129"/>
                <a:gd name="T68" fmla="*/ 60 w 62"/>
                <a:gd name="T69" fmla="*/ 97 h 129"/>
                <a:gd name="T70" fmla="*/ 58 w 62"/>
                <a:gd name="T71" fmla="*/ 77 h 129"/>
                <a:gd name="T72" fmla="*/ 50 w 62"/>
                <a:gd name="T73" fmla="*/ 64 h 129"/>
                <a:gd name="T74" fmla="*/ 37 w 62"/>
                <a:gd name="T75" fmla="*/ 52 h 129"/>
                <a:gd name="T76" fmla="*/ 33 w 62"/>
                <a:gd name="T77" fmla="*/ 46 h 129"/>
                <a:gd name="T78" fmla="*/ 31 w 62"/>
                <a:gd name="T79" fmla="*/ 34 h 129"/>
                <a:gd name="T80" fmla="*/ 37 w 62"/>
                <a:gd name="T81" fmla="*/ 27 h 129"/>
                <a:gd name="T82" fmla="*/ 40 w 62"/>
                <a:gd name="T83" fmla="*/ 22 h 129"/>
                <a:gd name="T84" fmla="*/ 47 w 62"/>
                <a:gd name="T85" fmla="*/ 18 h 129"/>
                <a:gd name="T86" fmla="*/ 47 w 62"/>
                <a:gd name="T87" fmla="*/ 17 h 129"/>
                <a:gd name="T88" fmla="*/ 46 w 62"/>
                <a:gd name="T89" fmla="*/ 16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2" h="129">
                  <a:moveTo>
                    <a:pt x="46" y="16"/>
                  </a:moveTo>
                  <a:cubicBezTo>
                    <a:pt x="43" y="15"/>
                    <a:pt x="37" y="11"/>
                    <a:pt x="37" y="9"/>
                  </a:cubicBezTo>
                  <a:cubicBezTo>
                    <a:pt x="37" y="8"/>
                    <a:pt x="40" y="5"/>
                    <a:pt x="35" y="4"/>
                  </a:cubicBezTo>
                  <a:cubicBezTo>
                    <a:pt x="30" y="4"/>
                    <a:pt x="29" y="2"/>
                    <a:pt x="28" y="1"/>
                  </a:cubicBezTo>
                  <a:cubicBezTo>
                    <a:pt x="27" y="0"/>
                    <a:pt x="23" y="3"/>
                    <a:pt x="21" y="5"/>
                  </a:cubicBezTo>
                  <a:cubicBezTo>
                    <a:pt x="20" y="7"/>
                    <a:pt x="19" y="4"/>
                    <a:pt x="16" y="6"/>
                  </a:cubicBezTo>
                  <a:cubicBezTo>
                    <a:pt x="13" y="8"/>
                    <a:pt x="10" y="4"/>
                    <a:pt x="8" y="6"/>
                  </a:cubicBezTo>
                  <a:cubicBezTo>
                    <a:pt x="7" y="8"/>
                    <a:pt x="4" y="5"/>
                    <a:pt x="2" y="7"/>
                  </a:cubicBezTo>
                  <a:cubicBezTo>
                    <a:pt x="1" y="8"/>
                    <a:pt x="1" y="8"/>
                    <a:pt x="0" y="9"/>
                  </a:cubicBezTo>
                  <a:cubicBezTo>
                    <a:pt x="1" y="10"/>
                    <a:pt x="3" y="12"/>
                    <a:pt x="3" y="13"/>
                  </a:cubicBezTo>
                  <a:cubicBezTo>
                    <a:pt x="3" y="15"/>
                    <a:pt x="7" y="17"/>
                    <a:pt x="7" y="19"/>
                  </a:cubicBezTo>
                  <a:cubicBezTo>
                    <a:pt x="7" y="22"/>
                    <a:pt x="12" y="24"/>
                    <a:pt x="14" y="23"/>
                  </a:cubicBezTo>
                  <a:cubicBezTo>
                    <a:pt x="16" y="22"/>
                    <a:pt x="19" y="21"/>
                    <a:pt x="20" y="25"/>
                  </a:cubicBezTo>
                  <a:cubicBezTo>
                    <a:pt x="20" y="29"/>
                    <a:pt x="23" y="29"/>
                    <a:pt x="23" y="31"/>
                  </a:cubicBezTo>
                  <a:cubicBezTo>
                    <a:pt x="23" y="34"/>
                    <a:pt x="17" y="32"/>
                    <a:pt x="16" y="35"/>
                  </a:cubicBezTo>
                  <a:cubicBezTo>
                    <a:pt x="15" y="38"/>
                    <a:pt x="25" y="41"/>
                    <a:pt x="25" y="43"/>
                  </a:cubicBezTo>
                  <a:cubicBezTo>
                    <a:pt x="25" y="45"/>
                    <a:pt x="28" y="48"/>
                    <a:pt x="29" y="50"/>
                  </a:cubicBezTo>
                  <a:cubicBezTo>
                    <a:pt x="31" y="53"/>
                    <a:pt x="35" y="56"/>
                    <a:pt x="36" y="59"/>
                  </a:cubicBezTo>
                  <a:cubicBezTo>
                    <a:pt x="37" y="63"/>
                    <a:pt x="42" y="64"/>
                    <a:pt x="43" y="66"/>
                  </a:cubicBezTo>
                  <a:cubicBezTo>
                    <a:pt x="45" y="67"/>
                    <a:pt x="45" y="71"/>
                    <a:pt x="45" y="74"/>
                  </a:cubicBezTo>
                  <a:cubicBezTo>
                    <a:pt x="44" y="78"/>
                    <a:pt x="44" y="83"/>
                    <a:pt x="48" y="88"/>
                  </a:cubicBezTo>
                  <a:cubicBezTo>
                    <a:pt x="51" y="93"/>
                    <a:pt x="44" y="95"/>
                    <a:pt x="42" y="98"/>
                  </a:cubicBezTo>
                  <a:cubicBezTo>
                    <a:pt x="40" y="101"/>
                    <a:pt x="41" y="104"/>
                    <a:pt x="34" y="103"/>
                  </a:cubicBezTo>
                  <a:cubicBezTo>
                    <a:pt x="28" y="101"/>
                    <a:pt x="35" y="108"/>
                    <a:pt x="34" y="110"/>
                  </a:cubicBezTo>
                  <a:cubicBezTo>
                    <a:pt x="33" y="112"/>
                    <a:pt x="25" y="108"/>
                    <a:pt x="25" y="110"/>
                  </a:cubicBezTo>
                  <a:cubicBezTo>
                    <a:pt x="25" y="111"/>
                    <a:pt x="22" y="113"/>
                    <a:pt x="19" y="114"/>
                  </a:cubicBezTo>
                  <a:cubicBezTo>
                    <a:pt x="20" y="115"/>
                    <a:pt x="22" y="116"/>
                    <a:pt x="23" y="117"/>
                  </a:cubicBezTo>
                  <a:cubicBezTo>
                    <a:pt x="25" y="118"/>
                    <a:pt x="21" y="120"/>
                    <a:pt x="21" y="124"/>
                  </a:cubicBezTo>
                  <a:cubicBezTo>
                    <a:pt x="21" y="128"/>
                    <a:pt x="24" y="129"/>
                    <a:pt x="25" y="128"/>
                  </a:cubicBezTo>
                  <a:cubicBezTo>
                    <a:pt x="26" y="126"/>
                    <a:pt x="31" y="122"/>
                    <a:pt x="33" y="122"/>
                  </a:cubicBezTo>
                  <a:cubicBezTo>
                    <a:pt x="35" y="121"/>
                    <a:pt x="33" y="118"/>
                    <a:pt x="35" y="119"/>
                  </a:cubicBezTo>
                  <a:cubicBezTo>
                    <a:pt x="37" y="119"/>
                    <a:pt x="36" y="116"/>
                    <a:pt x="37" y="114"/>
                  </a:cubicBezTo>
                  <a:cubicBezTo>
                    <a:pt x="38" y="113"/>
                    <a:pt x="39" y="113"/>
                    <a:pt x="42" y="113"/>
                  </a:cubicBezTo>
                  <a:cubicBezTo>
                    <a:pt x="45" y="113"/>
                    <a:pt x="49" y="111"/>
                    <a:pt x="54" y="108"/>
                  </a:cubicBezTo>
                  <a:cubicBezTo>
                    <a:pt x="58" y="105"/>
                    <a:pt x="59" y="104"/>
                    <a:pt x="60" y="97"/>
                  </a:cubicBezTo>
                  <a:cubicBezTo>
                    <a:pt x="62" y="89"/>
                    <a:pt x="58" y="79"/>
                    <a:pt x="58" y="77"/>
                  </a:cubicBezTo>
                  <a:cubicBezTo>
                    <a:pt x="58" y="75"/>
                    <a:pt x="52" y="64"/>
                    <a:pt x="50" y="64"/>
                  </a:cubicBezTo>
                  <a:cubicBezTo>
                    <a:pt x="48" y="64"/>
                    <a:pt x="38" y="54"/>
                    <a:pt x="37" y="52"/>
                  </a:cubicBezTo>
                  <a:cubicBezTo>
                    <a:pt x="35" y="51"/>
                    <a:pt x="35" y="48"/>
                    <a:pt x="33" y="46"/>
                  </a:cubicBezTo>
                  <a:cubicBezTo>
                    <a:pt x="30" y="44"/>
                    <a:pt x="30" y="38"/>
                    <a:pt x="31" y="34"/>
                  </a:cubicBezTo>
                  <a:cubicBezTo>
                    <a:pt x="31" y="31"/>
                    <a:pt x="37" y="30"/>
                    <a:pt x="37" y="27"/>
                  </a:cubicBezTo>
                  <a:cubicBezTo>
                    <a:pt x="37" y="25"/>
                    <a:pt x="37" y="22"/>
                    <a:pt x="40" y="22"/>
                  </a:cubicBezTo>
                  <a:cubicBezTo>
                    <a:pt x="43" y="22"/>
                    <a:pt x="45" y="20"/>
                    <a:pt x="47" y="18"/>
                  </a:cubicBezTo>
                  <a:cubicBezTo>
                    <a:pt x="47" y="17"/>
                    <a:pt x="47" y="17"/>
                    <a:pt x="47" y="17"/>
                  </a:cubicBezTo>
                  <a:cubicBezTo>
                    <a:pt x="47" y="16"/>
                    <a:pt x="46" y="16"/>
                    <a:pt x="46" y="16"/>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3" name="Freeform 64">
              <a:extLst>
                <a:ext uri="{FF2B5EF4-FFF2-40B4-BE49-F238E27FC236}">
                  <a16:creationId xmlns:a16="http://schemas.microsoft.com/office/drawing/2014/main" id="{B06E1B26-B3A9-7D82-42F3-1E3FED518344}"/>
                </a:ext>
              </a:extLst>
            </p:cNvPr>
            <p:cNvSpPr>
              <a:spLocks/>
            </p:cNvSpPr>
            <p:nvPr/>
          </p:nvSpPr>
          <p:spPr bwMode="auto">
            <a:xfrm>
              <a:off x="9713858" y="3886379"/>
              <a:ext cx="136887" cy="99952"/>
            </a:xfrm>
            <a:custGeom>
              <a:avLst/>
              <a:gdLst>
                <a:gd name="T0" fmla="*/ 25 w 51"/>
                <a:gd name="T1" fmla="*/ 32 h 36"/>
                <a:gd name="T2" fmla="*/ 34 w 51"/>
                <a:gd name="T3" fmla="*/ 32 h 36"/>
                <a:gd name="T4" fmla="*/ 34 w 51"/>
                <a:gd name="T5" fmla="*/ 25 h 36"/>
                <a:gd name="T6" fmla="*/ 42 w 51"/>
                <a:gd name="T7" fmla="*/ 20 h 36"/>
                <a:gd name="T8" fmla="*/ 48 w 51"/>
                <a:gd name="T9" fmla="*/ 10 h 36"/>
                <a:gd name="T10" fmla="*/ 45 w 51"/>
                <a:gd name="T11" fmla="*/ 0 h 36"/>
                <a:gd name="T12" fmla="*/ 39 w 51"/>
                <a:gd name="T13" fmla="*/ 1 h 36"/>
                <a:gd name="T14" fmla="*/ 33 w 51"/>
                <a:gd name="T15" fmla="*/ 3 h 36"/>
                <a:gd name="T16" fmla="*/ 30 w 51"/>
                <a:gd name="T17" fmla="*/ 5 h 36"/>
                <a:gd name="T18" fmla="*/ 26 w 51"/>
                <a:gd name="T19" fmla="*/ 2 h 36"/>
                <a:gd name="T20" fmla="*/ 14 w 51"/>
                <a:gd name="T21" fmla="*/ 1 h 36"/>
                <a:gd name="T22" fmla="*/ 3 w 51"/>
                <a:gd name="T23" fmla="*/ 7 h 36"/>
                <a:gd name="T24" fmla="*/ 3 w 51"/>
                <a:gd name="T25" fmla="*/ 15 h 36"/>
                <a:gd name="T26" fmla="*/ 4 w 51"/>
                <a:gd name="T27" fmla="*/ 21 h 36"/>
                <a:gd name="T28" fmla="*/ 4 w 51"/>
                <a:gd name="T29" fmla="*/ 21 h 36"/>
                <a:gd name="T30" fmla="*/ 6 w 51"/>
                <a:gd name="T31" fmla="*/ 29 h 36"/>
                <a:gd name="T32" fmla="*/ 12 w 51"/>
                <a:gd name="T33" fmla="*/ 30 h 36"/>
                <a:gd name="T34" fmla="*/ 12 w 51"/>
                <a:gd name="T35" fmla="*/ 34 h 36"/>
                <a:gd name="T36" fmla="*/ 19 w 51"/>
                <a:gd name="T37" fmla="*/ 35 h 36"/>
                <a:gd name="T38" fmla="*/ 19 w 51"/>
                <a:gd name="T39" fmla="*/ 36 h 36"/>
                <a:gd name="T40" fmla="*/ 25 w 51"/>
                <a:gd name="T41"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36">
                  <a:moveTo>
                    <a:pt x="25" y="32"/>
                  </a:moveTo>
                  <a:cubicBezTo>
                    <a:pt x="25" y="30"/>
                    <a:pt x="33" y="34"/>
                    <a:pt x="34" y="32"/>
                  </a:cubicBezTo>
                  <a:cubicBezTo>
                    <a:pt x="35" y="30"/>
                    <a:pt x="28" y="23"/>
                    <a:pt x="34" y="25"/>
                  </a:cubicBezTo>
                  <a:cubicBezTo>
                    <a:pt x="41" y="26"/>
                    <a:pt x="40" y="23"/>
                    <a:pt x="42" y="20"/>
                  </a:cubicBezTo>
                  <a:cubicBezTo>
                    <a:pt x="44" y="17"/>
                    <a:pt x="51" y="15"/>
                    <a:pt x="48" y="10"/>
                  </a:cubicBezTo>
                  <a:cubicBezTo>
                    <a:pt x="45" y="7"/>
                    <a:pt x="45" y="3"/>
                    <a:pt x="45" y="0"/>
                  </a:cubicBezTo>
                  <a:cubicBezTo>
                    <a:pt x="43" y="1"/>
                    <a:pt x="40" y="2"/>
                    <a:pt x="39" y="1"/>
                  </a:cubicBezTo>
                  <a:cubicBezTo>
                    <a:pt x="37" y="0"/>
                    <a:pt x="33" y="0"/>
                    <a:pt x="33" y="3"/>
                  </a:cubicBezTo>
                  <a:cubicBezTo>
                    <a:pt x="33" y="6"/>
                    <a:pt x="30" y="6"/>
                    <a:pt x="30" y="5"/>
                  </a:cubicBezTo>
                  <a:cubicBezTo>
                    <a:pt x="31" y="3"/>
                    <a:pt x="28" y="4"/>
                    <a:pt x="26" y="2"/>
                  </a:cubicBezTo>
                  <a:cubicBezTo>
                    <a:pt x="24" y="0"/>
                    <a:pt x="18" y="2"/>
                    <a:pt x="14" y="1"/>
                  </a:cubicBezTo>
                  <a:cubicBezTo>
                    <a:pt x="11" y="0"/>
                    <a:pt x="6" y="3"/>
                    <a:pt x="3" y="7"/>
                  </a:cubicBezTo>
                  <a:cubicBezTo>
                    <a:pt x="0" y="11"/>
                    <a:pt x="3" y="11"/>
                    <a:pt x="3" y="15"/>
                  </a:cubicBezTo>
                  <a:cubicBezTo>
                    <a:pt x="3" y="18"/>
                    <a:pt x="5" y="18"/>
                    <a:pt x="4" y="21"/>
                  </a:cubicBezTo>
                  <a:cubicBezTo>
                    <a:pt x="4" y="21"/>
                    <a:pt x="4" y="21"/>
                    <a:pt x="4" y="21"/>
                  </a:cubicBezTo>
                  <a:cubicBezTo>
                    <a:pt x="7" y="23"/>
                    <a:pt x="6" y="27"/>
                    <a:pt x="6" y="29"/>
                  </a:cubicBezTo>
                  <a:cubicBezTo>
                    <a:pt x="7" y="31"/>
                    <a:pt x="10" y="30"/>
                    <a:pt x="12" y="30"/>
                  </a:cubicBezTo>
                  <a:cubicBezTo>
                    <a:pt x="13" y="30"/>
                    <a:pt x="11" y="33"/>
                    <a:pt x="12" y="34"/>
                  </a:cubicBezTo>
                  <a:cubicBezTo>
                    <a:pt x="14" y="36"/>
                    <a:pt x="18" y="33"/>
                    <a:pt x="19" y="35"/>
                  </a:cubicBezTo>
                  <a:cubicBezTo>
                    <a:pt x="19" y="35"/>
                    <a:pt x="19" y="36"/>
                    <a:pt x="19" y="36"/>
                  </a:cubicBezTo>
                  <a:cubicBezTo>
                    <a:pt x="22" y="35"/>
                    <a:pt x="25" y="33"/>
                    <a:pt x="25" y="3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4" name="Freeform 65">
              <a:extLst>
                <a:ext uri="{FF2B5EF4-FFF2-40B4-BE49-F238E27FC236}">
                  <a16:creationId xmlns:a16="http://schemas.microsoft.com/office/drawing/2014/main" id="{8AB4D803-B1A8-DE26-9210-5F1C5AE54D5B}"/>
                </a:ext>
              </a:extLst>
            </p:cNvPr>
            <p:cNvSpPr>
              <a:spLocks/>
            </p:cNvSpPr>
            <p:nvPr/>
          </p:nvSpPr>
          <p:spPr bwMode="auto">
            <a:xfrm>
              <a:off x="9668227" y="3691181"/>
              <a:ext cx="166547" cy="211661"/>
            </a:xfrm>
            <a:custGeom>
              <a:avLst/>
              <a:gdLst>
                <a:gd name="T0" fmla="*/ 42 w 62"/>
                <a:gd name="T1" fmla="*/ 35 h 76"/>
                <a:gd name="T2" fmla="*/ 33 w 62"/>
                <a:gd name="T3" fmla="*/ 27 h 76"/>
                <a:gd name="T4" fmla="*/ 40 w 62"/>
                <a:gd name="T5" fmla="*/ 23 h 76"/>
                <a:gd name="T6" fmla="*/ 37 w 62"/>
                <a:gd name="T7" fmla="*/ 17 h 76"/>
                <a:gd name="T8" fmla="*/ 31 w 62"/>
                <a:gd name="T9" fmla="*/ 15 h 76"/>
                <a:gd name="T10" fmla="*/ 24 w 62"/>
                <a:gd name="T11" fmla="*/ 11 h 76"/>
                <a:gd name="T12" fmla="*/ 20 w 62"/>
                <a:gd name="T13" fmla="*/ 5 h 76"/>
                <a:gd name="T14" fmla="*/ 17 w 62"/>
                <a:gd name="T15" fmla="*/ 1 h 76"/>
                <a:gd name="T16" fmla="*/ 13 w 62"/>
                <a:gd name="T17" fmla="*/ 1 h 76"/>
                <a:gd name="T18" fmla="*/ 12 w 62"/>
                <a:gd name="T19" fmla="*/ 5 h 76"/>
                <a:gd name="T20" fmla="*/ 12 w 62"/>
                <a:gd name="T21" fmla="*/ 12 h 76"/>
                <a:gd name="T22" fmla="*/ 7 w 62"/>
                <a:gd name="T23" fmla="*/ 8 h 76"/>
                <a:gd name="T24" fmla="*/ 3 w 62"/>
                <a:gd name="T25" fmla="*/ 15 h 76"/>
                <a:gd name="T26" fmla="*/ 0 w 62"/>
                <a:gd name="T27" fmla="*/ 17 h 76"/>
                <a:gd name="T28" fmla="*/ 2 w 62"/>
                <a:gd name="T29" fmla="*/ 19 h 76"/>
                <a:gd name="T30" fmla="*/ 3 w 62"/>
                <a:gd name="T31" fmla="*/ 25 h 76"/>
                <a:gd name="T32" fmla="*/ 8 w 62"/>
                <a:gd name="T33" fmla="*/ 27 h 76"/>
                <a:gd name="T34" fmla="*/ 8 w 62"/>
                <a:gd name="T35" fmla="*/ 36 h 76"/>
                <a:gd name="T36" fmla="*/ 5 w 62"/>
                <a:gd name="T37" fmla="*/ 43 h 76"/>
                <a:gd name="T38" fmla="*/ 13 w 62"/>
                <a:gd name="T39" fmla="*/ 40 h 76"/>
                <a:gd name="T40" fmla="*/ 19 w 62"/>
                <a:gd name="T41" fmla="*/ 40 h 76"/>
                <a:gd name="T42" fmla="*/ 24 w 62"/>
                <a:gd name="T43" fmla="*/ 38 h 76"/>
                <a:gd name="T44" fmla="*/ 32 w 62"/>
                <a:gd name="T45" fmla="*/ 38 h 76"/>
                <a:gd name="T46" fmla="*/ 38 w 62"/>
                <a:gd name="T47" fmla="*/ 44 h 76"/>
                <a:gd name="T48" fmla="*/ 39 w 62"/>
                <a:gd name="T49" fmla="*/ 54 h 76"/>
                <a:gd name="T50" fmla="*/ 45 w 62"/>
                <a:gd name="T51" fmla="*/ 63 h 76"/>
                <a:gd name="T52" fmla="*/ 44 w 62"/>
                <a:gd name="T53" fmla="*/ 73 h 76"/>
                <a:gd name="T54" fmla="*/ 47 w 62"/>
                <a:gd name="T55" fmla="*/ 75 h 76"/>
                <a:gd name="T56" fmla="*/ 50 w 62"/>
                <a:gd name="T57" fmla="*/ 73 h 76"/>
                <a:gd name="T58" fmla="*/ 56 w 62"/>
                <a:gd name="T59" fmla="*/ 71 h 76"/>
                <a:gd name="T60" fmla="*/ 62 w 62"/>
                <a:gd name="T61" fmla="*/ 70 h 76"/>
                <a:gd name="T62" fmla="*/ 62 w 62"/>
                <a:gd name="T63" fmla="*/ 66 h 76"/>
                <a:gd name="T64" fmla="*/ 60 w 62"/>
                <a:gd name="T65" fmla="*/ 58 h 76"/>
                <a:gd name="T66" fmla="*/ 53 w 62"/>
                <a:gd name="T67" fmla="*/ 51 h 76"/>
                <a:gd name="T68" fmla="*/ 46 w 62"/>
                <a:gd name="T69" fmla="*/ 42 h 76"/>
                <a:gd name="T70" fmla="*/ 42 w 62"/>
                <a:gd name="T71" fmla="*/ 35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 h="76">
                  <a:moveTo>
                    <a:pt x="42" y="35"/>
                  </a:moveTo>
                  <a:cubicBezTo>
                    <a:pt x="42" y="33"/>
                    <a:pt x="32" y="30"/>
                    <a:pt x="33" y="27"/>
                  </a:cubicBezTo>
                  <a:cubicBezTo>
                    <a:pt x="34" y="24"/>
                    <a:pt x="40" y="26"/>
                    <a:pt x="40" y="23"/>
                  </a:cubicBezTo>
                  <a:cubicBezTo>
                    <a:pt x="40" y="21"/>
                    <a:pt x="37" y="21"/>
                    <a:pt x="37" y="17"/>
                  </a:cubicBezTo>
                  <a:cubicBezTo>
                    <a:pt x="36" y="13"/>
                    <a:pt x="33" y="14"/>
                    <a:pt x="31" y="15"/>
                  </a:cubicBezTo>
                  <a:cubicBezTo>
                    <a:pt x="29" y="16"/>
                    <a:pt x="24" y="14"/>
                    <a:pt x="24" y="11"/>
                  </a:cubicBezTo>
                  <a:cubicBezTo>
                    <a:pt x="24" y="9"/>
                    <a:pt x="20" y="7"/>
                    <a:pt x="20" y="5"/>
                  </a:cubicBezTo>
                  <a:cubicBezTo>
                    <a:pt x="20" y="4"/>
                    <a:pt x="18" y="2"/>
                    <a:pt x="17" y="1"/>
                  </a:cubicBezTo>
                  <a:cubicBezTo>
                    <a:pt x="15" y="1"/>
                    <a:pt x="14" y="1"/>
                    <a:pt x="13" y="1"/>
                  </a:cubicBezTo>
                  <a:cubicBezTo>
                    <a:pt x="12" y="0"/>
                    <a:pt x="11" y="4"/>
                    <a:pt x="12" y="5"/>
                  </a:cubicBezTo>
                  <a:cubicBezTo>
                    <a:pt x="13" y="6"/>
                    <a:pt x="14" y="12"/>
                    <a:pt x="12" y="12"/>
                  </a:cubicBezTo>
                  <a:cubicBezTo>
                    <a:pt x="9" y="11"/>
                    <a:pt x="9" y="7"/>
                    <a:pt x="7" y="8"/>
                  </a:cubicBezTo>
                  <a:cubicBezTo>
                    <a:pt x="7" y="8"/>
                    <a:pt x="3" y="13"/>
                    <a:pt x="3" y="15"/>
                  </a:cubicBezTo>
                  <a:cubicBezTo>
                    <a:pt x="3" y="16"/>
                    <a:pt x="1" y="17"/>
                    <a:pt x="0" y="17"/>
                  </a:cubicBezTo>
                  <a:cubicBezTo>
                    <a:pt x="1" y="18"/>
                    <a:pt x="2" y="19"/>
                    <a:pt x="2" y="19"/>
                  </a:cubicBezTo>
                  <a:cubicBezTo>
                    <a:pt x="3" y="20"/>
                    <a:pt x="1" y="23"/>
                    <a:pt x="3" y="25"/>
                  </a:cubicBezTo>
                  <a:cubicBezTo>
                    <a:pt x="4" y="28"/>
                    <a:pt x="7" y="24"/>
                    <a:pt x="8" y="27"/>
                  </a:cubicBezTo>
                  <a:cubicBezTo>
                    <a:pt x="9" y="31"/>
                    <a:pt x="8" y="33"/>
                    <a:pt x="8" y="36"/>
                  </a:cubicBezTo>
                  <a:cubicBezTo>
                    <a:pt x="8" y="40"/>
                    <a:pt x="5" y="40"/>
                    <a:pt x="5" y="43"/>
                  </a:cubicBezTo>
                  <a:cubicBezTo>
                    <a:pt x="6" y="46"/>
                    <a:pt x="10" y="42"/>
                    <a:pt x="13" y="40"/>
                  </a:cubicBezTo>
                  <a:cubicBezTo>
                    <a:pt x="16" y="38"/>
                    <a:pt x="18" y="38"/>
                    <a:pt x="19" y="40"/>
                  </a:cubicBezTo>
                  <a:cubicBezTo>
                    <a:pt x="20" y="41"/>
                    <a:pt x="24" y="40"/>
                    <a:pt x="24" y="38"/>
                  </a:cubicBezTo>
                  <a:cubicBezTo>
                    <a:pt x="25" y="36"/>
                    <a:pt x="31" y="36"/>
                    <a:pt x="32" y="38"/>
                  </a:cubicBezTo>
                  <a:cubicBezTo>
                    <a:pt x="34" y="40"/>
                    <a:pt x="36" y="43"/>
                    <a:pt x="38" y="44"/>
                  </a:cubicBezTo>
                  <a:cubicBezTo>
                    <a:pt x="41" y="45"/>
                    <a:pt x="37" y="53"/>
                    <a:pt x="39" y="54"/>
                  </a:cubicBezTo>
                  <a:cubicBezTo>
                    <a:pt x="42" y="55"/>
                    <a:pt x="45" y="59"/>
                    <a:pt x="45" y="63"/>
                  </a:cubicBezTo>
                  <a:cubicBezTo>
                    <a:pt x="45" y="67"/>
                    <a:pt x="47" y="69"/>
                    <a:pt x="44" y="73"/>
                  </a:cubicBezTo>
                  <a:cubicBezTo>
                    <a:pt x="46" y="74"/>
                    <a:pt x="48" y="74"/>
                    <a:pt x="47" y="75"/>
                  </a:cubicBezTo>
                  <a:cubicBezTo>
                    <a:pt x="47" y="76"/>
                    <a:pt x="50" y="76"/>
                    <a:pt x="50" y="73"/>
                  </a:cubicBezTo>
                  <a:cubicBezTo>
                    <a:pt x="50" y="70"/>
                    <a:pt x="54" y="70"/>
                    <a:pt x="56" y="71"/>
                  </a:cubicBezTo>
                  <a:cubicBezTo>
                    <a:pt x="57" y="72"/>
                    <a:pt x="60" y="71"/>
                    <a:pt x="62" y="70"/>
                  </a:cubicBezTo>
                  <a:cubicBezTo>
                    <a:pt x="62" y="68"/>
                    <a:pt x="62" y="67"/>
                    <a:pt x="62" y="66"/>
                  </a:cubicBezTo>
                  <a:cubicBezTo>
                    <a:pt x="62" y="63"/>
                    <a:pt x="62" y="59"/>
                    <a:pt x="60" y="58"/>
                  </a:cubicBezTo>
                  <a:cubicBezTo>
                    <a:pt x="59" y="56"/>
                    <a:pt x="54" y="55"/>
                    <a:pt x="53" y="51"/>
                  </a:cubicBezTo>
                  <a:cubicBezTo>
                    <a:pt x="52" y="48"/>
                    <a:pt x="48" y="45"/>
                    <a:pt x="46" y="42"/>
                  </a:cubicBezTo>
                  <a:cubicBezTo>
                    <a:pt x="45" y="40"/>
                    <a:pt x="42" y="37"/>
                    <a:pt x="42" y="3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05" name="Freeform 66">
              <a:extLst>
                <a:ext uri="{FF2B5EF4-FFF2-40B4-BE49-F238E27FC236}">
                  <a16:creationId xmlns:a16="http://schemas.microsoft.com/office/drawing/2014/main" id="{4C32C874-46D0-86CD-2859-19EF215F046E}"/>
                </a:ext>
              </a:extLst>
            </p:cNvPr>
            <p:cNvSpPr>
              <a:spLocks/>
            </p:cNvSpPr>
            <p:nvPr/>
          </p:nvSpPr>
          <p:spPr bwMode="auto">
            <a:xfrm>
              <a:off x="9611191" y="3738217"/>
              <a:ext cx="183658" cy="356296"/>
            </a:xfrm>
            <a:custGeom>
              <a:avLst/>
              <a:gdLst>
                <a:gd name="T0" fmla="*/ 41 w 68"/>
                <a:gd name="T1" fmla="*/ 68 h 128"/>
                <a:gd name="T2" fmla="*/ 41 w 68"/>
                <a:gd name="T3" fmla="*/ 60 h 128"/>
                <a:gd name="T4" fmla="*/ 52 w 68"/>
                <a:gd name="T5" fmla="*/ 54 h 128"/>
                <a:gd name="T6" fmla="*/ 64 w 68"/>
                <a:gd name="T7" fmla="*/ 55 h 128"/>
                <a:gd name="T8" fmla="*/ 65 w 68"/>
                <a:gd name="T9" fmla="*/ 56 h 128"/>
                <a:gd name="T10" fmla="*/ 66 w 68"/>
                <a:gd name="T11" fmla="*/ 46 h 128"/>
                <a:gd name="T12" fmla="*/ 60 w 68"/>
                <a:gd name="T13" fmla="*/ 37 h 128"/>
                <a:gd name="T14" fmla="*/ 59 w 68"/>
                <a:gd name="T15" fmla="*/ 27 h 128"/>
                <a:gd name="T16" fmla="*/ 53 w 68"/>
                <a:gd name="T17" fmla="*/ 21 h 128"/>
                <a:gd name="T18" fmla="*/ 45 w 68"/>
                <a:gd name="T19" fmla="*/ 21 h 128"/>
                <a:gd name="T20" fmla="*/ 40 w 68"/>
                <a:gd name="T21" fmla="*/ 23 h 128"/>
                <a:gd name="T22" fmla="*/ 34 w 68"/>
                <a:gd name="T23" fmla="*/ 23 h 128"/>
                <a:gd name="T24" fmla="*/ 26 w 68"/>
                <a:gd name="T25" fmla="*/ 26 h 128"/>
                <a:gd name="T26" fmla="*/ 29 w 68"/>
                <a:gd name="T27" fmla="*/ 19 h 128"/>
                <a:gd name="T28" fmla="*/ 29 w 68"/>
                <a:gd name="T29" fmla="*/ 10 h 128"/>
                <a:gd name="T30" fmla="*/ 24 w 68"/>
                <a:gd name="T31" fmla="*/ 8 h 128"/>
                <a:gd name="T32" fmla="*/ 23 w 68"/>
                <a:gd name="T33" fmla="*/ 2 h 128"/>
                <a:gd name="T34" fmla="*/ 21 w 68"/>
                <a:gd name="T35" fmla="*/ 0 h 128"/>
                <a:gd name="T36" fmla="*/ 20 w 68"/>
                <a:gd name="T37" fmla="*/ 1 h 128"/>
                <a:gd name="T38" fmla="*/ 12 w 68"/>
                <a:gd name="T39" fmla="*/ 6 h 128"/>
                <a:gd name="T40" fmla="*/ 6 w 68"/>
                <a:gd name="T41" fmla="*/ 8 h 128"/>
                <a:gd name="T42" fmla="*/ 1 w 68"/>
                <a:gd name="T43" fmla="*/ 10 h 128"/>
                <a:gd name="T44" fmla="*/ 0 w 68"/>
                <a:gd name="T45" fmla="*/ 24 h 128"/>
                <a:gd name="T46" fmla="*/ 6 w 68"/>
                <a:gd name="T47" fmla="*/ 31 h 128"/>
                <a:gd name="T48" fmla="*/ 7 w 68"/>
                <a:gd name="T49" fmla="*/ 37 h 128"/>
                <a:gd name="T50" fmla="*/ 7 w 68"/>
                <a:gd name="T51" fmla="*/ 41 h 128"/>
                <a:gd name="T52" fmla="*/ 6 w 68"/>
                <a:gd name="T53" fmla="*/ 47 h 128"/>
                <a:gd name="T54" fmla="*/ 9 w 68"/>
                <a:gd name="T55" fmla="*/ 56 h 128"/>
                <a:gd name="T56" fmla="*/ 12 w 68"/>
                <a:gd name="T57" fmla="*/ 66 h 128"/>
                <a:gd name="T58" fmla="*/ 15 w 68"/>
                <a:gd name="T59" fmla="*/ 73 h 128"/>
                <a:gd name="T60" fmla="*/ 8 w 68"/>
                <a:gd name="T61" fmla="*/ 86 h 128"/>
                <a:gd name="T62" fmla="*/ 5 w 68"/>
                <a:gd name="T63" fmla="*/ 99 h 128"/>
                <a:gd name="T64" fmla="*/ 6 w 68"/>
                <a:gd name="T65" fmla="*/ 106 h 128"/>
                <a:gd name="T66" fmla="*/ 17 w 68"/>
                <a:gd name="T67" fmla="*/ 117 h 128"/>
                <a:gd name="T68" fmla="*/ 19 w 68"/>
                <a:gd name="T69" fmla="*/ 121 h 128"/>
                <a:gd name="T70" fmla="*/ 24 w 68"/>
                <a:gd name="T71" fmla="*/ 122 h 128"/>
                <a:gd name="T72" fmla="*/ 28 w 68"/>
                <a:gd name="T73" fmla="*/ 127 h 128"/>
                <a:gd name="T74" fmla="*/ 35 w 68"/>
                <a:gd name="T75" fmla="*/ 127 h 128"/>
                <a:gd name="T76" fmla="*/ 38 w 68"/>
                <a:gd name="T77" fmla="*/ 124 h 128"/>
                <a:gd name="T78" fmla="*/ 28 w 68"/>
                <a:gd name="T79" fmla="*/ 118 h 128"/>
                <a:gd name="T80" fmla="*/ 22 w 68"/>
                <a:gd name="T81" fmla="*/ 109 h 128"/>
                <a:gd name="T82" fmla="*/ 19 w 68"/>
                <a:gd name="T83" fmla="*/ 101 h 128"/>
                <a:gd name="T84" fmla="*/ 14 w 68"/>
                <a:gd name="T85" fmla="*/ 97 h 128"/>
                <a:gd name="T86" fmla="*/ 15 w 68"/>
                <a:gd name="T87" fmla="*/ 84 h 128"/>
                <a:gd name="T88" fmla="*/ 19 w 68"/>
                <a:gd name="T89" fmla="*/ 66 h 128"/>
                <a:gd name="T90" fmla="*/ 26 w 68"/>
                <a:gd name="T91" fmla="*/ 64 h 128"/>
                <a:gd name="T92" fmla="*/ 33 w 68"/>
                <a:gd name="T93" fmla="*/ 69 h 128"/>
                <a:gd name="T94" fmla="*/ 42 w 68"/>
                <a:gd name="T95" fmla="*/ 74 h 128"/>
                <a:gd name="T96" fmla="*/ 42 w 68"/>
                <a:gd name="T97" fmla="*/ 74 h 128"/>
                <a:gd name="T98" fmla="*/ 42 w 68"/>
                <a:gd name="T99" fmla="*/ 74 h 128"/>
                <a:gd name="T100" fmla="*/ 41 w 68"/>
                <a:gd name="T101" fmla="*/ 6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 h="128">
                  <a:moveTo>
                    <a:pt x="41" y="68"/>
                  </a:moveTo>
                  <a:cubicBezTo>
                    <a:pt x="41" y="64"/>
                    <a:pt x="38" y="64"/>
                    <a:pt x="41" y="60"/>
                  </a:cubicBezTo>
                  <a:cubicBezTo>
                    <a:pt x="44" y="56"/>
                    <a:pt x="49" y="53"/>
                    <a:pt x="52" y="54"/>
                  </a:cubicBezTo>
                  <a:cubicBezTo>
                    <a:pt x="56" y="55"/>
                    <a:pt x="62" y="53"/>
                    <a:pt x="64" y="55"/>
                  </a:cubicBezTo>
                  <a:cubicBezTo>
                    <a:pt x="64" y="55"/>
                    <a:pt x="64" y="55"/>
                    <a:pt x="65" y="56"/>
                  </a:cubicBezTo>
                  <a:cubicBezTo>
                    <a:pt x="68" y="52"/>
                    <a:pt x="66" y="50"/>
                    <a:pt x="66" y="46"/>
                  </a:cubicBezTo>
                  <a:cubicBezTo>
                    <a:pt x="66" y="42"/>
                    <a:pt x="63" y="38"/>
                    <a:pt x="60" y="37"/>
                  </a:cubicBezTo>
                  <a:cubicBezTo>
                    <a:pt x="58" y="36"/>
                    <a:pt x="62" y="28"/>
                    <a:pt x="59" y="27"/>
                  </a:cubicBezTo>
                  <a:cubicBezTo>
                    <a:pt x="57" y="26"/>
                    <a:pt x="55" y="23"/>
                    <a:pt x="53" y="21"/>
                  </a:cubicBezTo>
                  <a:cubicBezTo>
                    <a:pt x="52" y="19"/>
                    <a:pt x="46" y="19"/>
                    <a:pt x="45" y="21"/>
                  </a:cubicBezTo>
                  <a:cubicBezTo>
                    <a:pt x="45" y="23"/>
                    <a:pt x="41" y="24"/>
                    <a:pt x="40" y="23"/>
                  </a:cubicBezTo>
                  <a:cubicBezTo>
                    <a:pt x="39" y="21"/>
                    <a:pt x="37" y="21"/>
                    <a:pt x="34" y="23"/>
                  </a:cubicBezTo>
                  <a:cubicBezTo>
                    <a:pt x="31" y="25"/>
                    <a:pt x="27" y="29"/>
                    <a:pt x="26" y="26"/>
                  </a:cubicBezTo>
                  <a:cubicBezTo>
                    <a:pt x="26" y="23"/>
                    <a:pt x="29" y="23"/>
                    <a:pt x="29" y="19"/>
                  </a:cubicBezTo>
                  <a:cubicBezTo>
                    <a:pt x="29" y="16"/>
                    <a:pt x="30" y="14"/>
                    <a:pt x="29" y="10"/>
                  </a:cubicBezTo>
                  <a:cubicBezTo>
                    <a:pt x="28" y="7"/>
                    <a:pt x="25" y="11"/>
                    <a:pt x="24" y="8"/>
                  </a:cubicBezTo>
                  <a:cubicBezTo>
                    <a:pt x="22" y="6"/>
                    <a:pt x="24" y="3"/>
                    <a:pt x="23" y="2"/>
                  </a:cubicBezTo>
                  <a:cubicBezTo>
                    <a:pt x="23" y="2"/>
                    <a:pt x="22" y="1"/>
                    <a:pt x="21" y="0"/>
                  </a:cubicBezTo>
                  <a:cubicBezTo>
                    <a:pt x="21" y="1"/>
                    <a:pt x="20" y="1"/>
                    <a:pt x="20" y="1"/>
                  </a:cubicBezTo>
                  <a:cubicBezTo>
                    <a:pt x="19" y="3"/>
                    <a:pt x="13" y="3"/>
                    <a:pt x="12" y="6"/>
                  </a:cubicBezTo>
                  <a:cubicBezTo>
                    <a:pt x="11" y="8"/>
                    <a:pt x="7" y="8"/>
                    <a:pt x="6" y="8"/>
                  </a:cubicBezTo>
                  <a:cubicBezTo>
                    <a:pt x="5" y="8"/>
                    <a:pt x="1" y="8"/>
                    <a:pt x="1" y="10"/>
                  </a:cubicBezTo>
                  <a:cubicBezTo>
                    <a:pt x="1" y="13"/>
                    <a:pt x="0" y="22"/>
                    <a:pt x="0" y="24"/>
                  </a:cubicBezTo>
                  <a:cubicBezTo>
                    <a:pt x="0" y="25"/>
                    <a:pt x="4" y="31"/>
                    <a:pt x="6" y="31"/>
                  </a:cubicBezTo>
                  <a:cubicBezTo>
                    <a:pt x="7" y="32"/>
                    <a:pt x="5" y="36"/>
                    <a:pt x="7" y="37"/>
                  </a:cubicBezTo>
                  <a:cubicBezTo>
                    <a:pt x="9" y="38"/>
                    <a:pt x="8" y="41"/>
                    <a:pt x="7" y="41"/>
                  </a:cubicBezTo>
                  <a:cubicBezTo>
                    <a:pt x="6" y="41"/>
                    <a:pt x="8" y="45"/>
                    <a:pt x="6" y="47"/>
                  </a:cubicBezTo>
                  <a:cubicBezTo>
                    <a:pt x="4" y="49"/>
                    <a:pt x="5" y="53"/>
                    <a:pt x="9" y="56"/>
                  </a:cubicBezTo>
                  <a:cubicBezTo>
                    <a:pt x="12" y="59"/>
                    <a:pt x="12" y="64"/>
                    <a:pt x="12" y="66"/>
                  </a:cubicBezTo>
                  <a:cubicBezTo>
                    <a:pt x="12" y="69"/>
                    <a:pt x="15" y="69"/>
                    <a:pt x="15" y="73"/>
                  </a:cubicBezTo>
                  <a:cubicBezTo>
                    <a:pt x="15" y="73"/>
                    <a:pt x="11" y="87"/>
                    <a:pt x="8" y="86"/>
                  </a:cubicBezTo>
                  <a:cubicBezTo>
                    <a:pt x="7" y="90"/>
                    <a:pt x="6" y="96"/>
                    <a:pt x="5" y="99"/>
                  </a:cubicBezTo>
                  <a:cubicBezTo>
                    <a:pt x="4" y="103"/>
                    <a:pt x="3" y="106"/>
                    <a:pt x="6" y="106"/>
                  </a:cubicBezTo>
                  <a:cubicBezTo>
                    <a:pt x="8" y="107"/>
                    <a:pt x="12" y="112"/>
                    <a:pt x="17" y="117"/>
                  </a:cubicBezTo>
                  <a:cubicBezTo>
                    <a:pt x="18" y="118"/>
                    <a:pt x="19" y="120"/>
                    <a:pt x="19" y="121"/>
                  </a:cubicBezTo>
                  <a:cubicBezTo>
                    <a:pt x="21" y="121"/>
                    <a:pt x="22" y="121"/>
                    <a:pt x="24" y="122"/>
                  </a:cubicBezTo>
                  <a:cubicBezTo>
                    <a:pt x="27" y="122"/>
                    <a:pt x="28" y="125"/>
                    <a:pt x="28" y="127"/>
                  </a:cubicBezTo>
                  <a:cubicBezTo>
                    <a:pt x="28" y="128"/>
                    <a:pt x="34" y="128"/>
                    <a:pt x="35" y="127"/>
                  </a:cubicBezTo>
                  <a:cubicBezTo>
                    <a:pt x="36" y="127"/>
                    <a:pt x="35" y="125"/>
                    <a:pt x="38" y="124"/>
                  </a:cubicBezTo>
                  <a:cubicBezTo>
                    <a:pt x="36" y="122"/>
                    <a:pt x="31" y="119"/>
                    <a:pt x="28" y="118"/>
                  </a:cubicBezTo>
                  <a:cubicBezTo>
                    <a:pt x="24" y="118"/>
                    <a:pt x="22" y="112"/>
                    <a:pt x="22" y="109"/>
                  </a:cubicBezTo>
                  <a:cubicBezTo>
                    <a:pt x="22" y="106"/>
                    <a:pt x="19" y="103"/>
                    <a:pt x="19" y="101"/>
                  </a:cubicBezTo>
                  <a:cubicBezTo>
                    <a:pt x="19" y="98"/>
                    <a:pt x="16" y="98"/>
                    <a:pt x="14" y="97"/>
                  </a:cubicBezTo>
                  <a:cubicBezTo>
                    <a:pt x="11" y="96"/>
                    <a:pt x="14" y="87"/>
                    <a:pt x="15" y="84"/>
                  </a:cubicBezTo>
                  <a:cubicBezTo>
                    <a:pt x="15" y="80"/>
                    <a:pt x="21" y="70"/>
                    <a:pt x="19" y="66"/>
                  </a:cubicBezTo>
                  <a:cubicBezTo>
                    <a:pt x="17" y="63"/>
                    <a:pt x="25" y="61"/>
                    <a:pt x="26" y="64"/>
                  </a:cubicBezTo>
                  <a:cubicBezTo>
                    <a:pt x="27" y="68"/>
                    <a:pt x="28" y="70"/>
                    <a:pt x="33" y="69"/>
                  </a:cubicBezTo>
                  <a:cubicBezTo>
                    <a:pt x="38" y="69"/>
                    <a:pt x="38" y="73"/>
                    <a:pt x="42" y="74"/>
                  </a:cubicBezTo>
                  <a:cubicBezTo>
                    <a:pt x="42" y="74"/>
                    <a:pt x="42" y="74"/>
                    <a:pt x="42" y="74"/>
                  </a:cubicBezTo>
                  <a:cubicBezTo>
                    <a:pt x="42" y="74"/>
                    <a:pt x="42" y="74"/>
                    <a:pt x="42" y="74"/>
                  </a:cubicBezTo>
                  <a:cubicBezTo>
                    <a:pt x="43" y="71"/>
                    <a:pt x="41" y="71"/>
                    <a:pt x="41" y="6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29" name="Freeform 90">
              <a:extLst>
                <a:ext uri="{FF2B5EF4-FFF2-40B4-BE49-F238E27FC236}">
                  <a16:creationId xmlns:a16="http://schemas.microsoft.com/office/drawing/2014/main" id="{5E715AD8-93E9-09ED-6BEE-8B6FABC21862}"/>
                </a:ext>
              </a:extLst>
            </p:cNvPr>
            <p:cNvSpPr>
              <a:spLocks/>
            </p:cNvSpPr>
            <p:nvPr/>
          </p:nvSpPr>
          <p:spPr bwMode="auto">
            <a:xfrm>
              <a:off x="8197821" y="3440717"/>
              <a:ext cx="476827" cy="395099"/>
            </a:xfrm>
            <a:custGeom>
              <a:avLst/>
              <a:gdLst>
                <a:gd name="T0" fmla="*/ 106 w 177"/>
                <a:gd name="T1" fmla="*/ 30 h 142"/>
                <a:gd name="T2" fmla="*/ 91 w 177"/>
                <a:gd name="T3" fmla="*/ 28 h 142"/>
                <a:gd name="T4" fmla="*/ 81 w 177"/>
                <a:gd name="T5" fmla="*/ 25 h 142"/>
                <a:gd name="T6" fmla="*/ 61 w 177"/>
                <a:gd name="T7" fmla="*/ 10 h 142"/>
                <a:gd name="T8" fmla="*/ 44 w 177"/>
                <a:gd name="T9" fmla="*/ 0 h 142"/>
                <a:gd name="T10" fmla="*/ 37 w 177"/>
                <a:gd name="T11" fmla="*/ 0 h 142"/>
                <a:gd name="T12" fmla="*/ 29 w 177"/>
                <a:gd name="T13" fmla="*/ 3 h 142"/>
                <a:gd name="T14" fmla="*/ 20 w 177"/>
                <a:gd name="T15" fmla="*/ 8 h 142"/>
                <a:gd name="T16" fmla="*/ 27 w 177"/>
                <a:gd name="T17" fmla="*/ 16 h 142"/>
                <a:gd name="T18" fmla="*/ 22 w 177"/>
                <a:gd name="T19" fmla="*/ 20 h 142"/>
                <a:gd name="T20" fmla="*/ 16 w 177"/>
                <a:gd name="T21" fmla="*/ 22 h 142"/>
                <a:gd name="T22" fmla="*/ 10 w 177"/>
                <a:gd name="T23" fmla="*/ 27 h 142"/>
                <a:gd name="T24" fmla="*/ 1 w 177"/>
                <a:gd name="T25" fmla="*/ 23 h 142"/>
                <a:gd name="T26" fmla="*/ 0 w 177"/>
                <a:gd name="T27" fmla="*/ 26 h 142"/>
                <a:gd name="T28" fmla="*/ 0 w 177"/>
                <a:gd name="T29" fmla="*/ 28 h 142"/>
                <a:gd name="T30" fmla="*/ 1 w 177"/>
                <a:gd name="T31" fmla="*/ 38 h 142"/>
                <a:gd name="T32" fmla="*/ 8 w 177"/>
                <a:gd name="T33" fmla="*/ 46 h 142"/>
                <a:gd name="T34" fmla="*/ 20 w 177"/>
                <a:gd name="T35" fmla="*/ 65 h 142"/>
                <a:gd name="T36" fmla="*/ 27 w 177"/>
                <a:gd name="T37" fmla="*/ 74 h 142"/>
                <a:gd name="T38" fmla="*/ 35 w 177"/>
                <a:gd name="T39" fmla="*/ 84 h 142"/>
                <a:gd name="T40" fmla="*/ 37 w 177"/>
                <a:gd name="T41" fmla="*/ 93 h 142"/>
                <a:gd name="T42" fmla="*/ 43 w 177"/>
                <a:gd name="T43" fmla="*/ 107 h 142"/>
                <a:gd name="T44" fmla="*/ 53 w 177"/>
                <a:gd name="T45" fmla="*/ 118 h 142"/>
                <a:gd name="T46" fmla="*/ 61 w 177"/>
                <a:gd name="T47" fmla="*/ 131 h 142"/>
                <a:gd name="T48" fmla="*/ 64 w 177"/>
                <a:gd name="T49" fmla="*/ 138 h 142"/>
                <a:gd name="T50" fmla="*/ 67 w 177"/>
                <a:gd name="T51" fmla="*/ 142 h 142"/>
                <a:gd name="T52" fmla="*/ 70 w 177"/>
                <a:gd name="T53" fmla="*/ 140 h 142"/>
                <a:gd name="T54" fmla="*/ 70 w 177"/>
                <a:gd name="T55" fmla="*/ 136 h 142"/>
                <a:gd name="T56" fmla="*/ 74 w 177"/>
                <a:gd name="T57" fmla="*/ 133 h 142"/>
                <a:gd name="T58" fmla="*/ 80 w 177"/>
                <a:gd name="T59" fmla="*/ 134 h 142"/>
                <a:gd name="T60" fmla="*/ 90 w 177"/>
                <a:gd name="T61" fmla="*/ 134 h 142"/>
                <a:gd name="T62" fmla="*/ 102 w 177"/>
                <a:gd name="T63" fmla="*/ 136 h 142"/>
                <a:gd name="T64" fmla="*/ 108 w 177"/>
                <a:gd name="T65" fmla="*/ 134 h 142"/>
                <a:gd name="T66" fmla="*/ 121 w 177"/>
                <a:gd name="T67" fmla="*/ 123 h 142"/>
                <a:gd name="T68" fmla="*/ 138 w 177"/>
                <a:gd name="T69" fmla="*/ 122 h 142"/>
                <a:gd name="T70" fmla="*/ 171 w 177"/>
                <a:gd name="T71" fmla="*/ 111 h 142"/>
                <a:gd name="T72" fmla="*/ 177 w 177"/>
                <a:gd name="T73" fmla="*/ 93 h 142"/>
                <a:gd name="T74" fmla="*/ 173 w 177"/>
                <a:gd name="T75" fmla="*/ 87 h 142"/>
                <a:gd name="T76" fmla="*/ 152 w 177"/>
                <a:gd name="T77" fmla="*/ 85 h 142"/>
                <a:gd name="T78" fmla="*/ 145 w 177"/>
                <a:gd name="T79" fmla="*/ 76 h 142"/>
                <a:gd name="T80" fmla="*/ 142 w 177"/>
                <a:gd name="T81" fmla="*/ 71 h 142"/>
                <a:gd name="T82" fmla="*/ 135 w 177"/>
                <a:gd name="T83" fmla="*/ 66 h 142"/>
                <a:gd name="T84" fmla="*/ 130 w 177"/>
                <a:gd name="T85" fmla="*/ 57 h 142"/>
                <a:gd name="T86" fmla="*/ 127 w 177"/>
                <a:gd name="T87" fmla="*/ 48 h 142"/>
                <a:gd name="T88" fmla="*/ 118 w 177"/>
                <a:gd name="T89" fmla="*/ 38 h 142"/>
                <a:gd name="T90" fmla="*/ 117 w 177"/>
                <a:gd name="T91" fmla="*/ 34 h 142"/>
                <a:gd name="T92" fmla="*/ 110 w 177"/>
                <a:gd name="T93" fmla="*/ 34 h 142"/>
                <a:gd name="T94" fmla="*/ 106 w 177"/>
                <a:gd name="T95" fmla="*/ 3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7" h="142">
                  <a:moveTo>
                    <a:pt x="106" y="30"/>
                  </a:moveTo>
                  <a:cubicBezTo>
                    <a:pt x="106" y="30"/>
                    <a:pt x="93" y="28"/>
                    <a:pt x="91" y="28"/>
                  </a:cubicBezTo>
                  <a:cubicBezTo>
                    <a:pt x="89" y="28"/>
                    <a:pt x="84" y="28"/>
                    <a:pt x="81" y="25"/>
                  </a:cubicBezTo>
                  <a:cubicBezTo>
                    <a:pt x="78" y="22"/>
                    <a:pt x="63" y="11"/>
                    <a:pt x="61" y="10"/>
                  </a:cubicBezTo>
                  <a:cubicBezTo>
                    <a:pt x="58" y="9"/>
                    <a:pt x="47" y="1"/>
                    <a:pt x="44" y="0"/>
                  </a:cubicBezTo>
                  <a:cubicBezTo>
                    <a:pt x="41" y="0"/>
                    <a:pt x="41" y="0"/>
                    <a:pt x="37" y="0"/>
                  </a:cubicBezTo>
                  <a:cubicBezTo>
                    <a:pt x="34" y="0"/>
                    <a:pt x="35" y="3"/>
                    <a:pt x="29" y="3"/>
                  </a:cubicBezTo>
                  <a:cubicBezTo>
                    <a:pt x="22" y="3"/>
                    <a:pt x="18" y="8"/>
                    <a:pt x="20" y="8"/>
                  </a:cubicBezTo>
                  <a:cubicBezTo>
                    <a:pt x="22" y="9"/>
                    <a:pt x="29" y="15"/>
                    <a:pt x="27" y="16"/>
                  </a:cubicBezTo>
                  <a:cubicBezTo>
                    <a:pt x="25" y="17"/>
                    <a:pt x="24" y="20"/>
                    <a:pt x="22" y="20"/>
                  </a:cubicBezTo>
                  <a:cubicBezTo>
                    <a:pt x="19" y="20"/>
                    <a:pt x="16" y="20"/>
                    <a:pt x="16" y="22"/>
                  </a:cubicBezTo>
                  <a:cubicBezTo>
                    <a:pt x="16" y="24"/>
                    <a:pt x="13" y="27"/>
                    <a:pt x="10" y="27"/>
                  </a:cubicBezTo>
                  <a:cubicBezTo>
                    <a:pt x="8" y="27"/>
                    <a:pt x="4" y="25"/>
                    <a:pt x="1" y="23"/>
                  </a:cubicBezTo>
                  <a:cubicBezTo>
                    <a:pt x="0" y="26"/>
                    <a:pt x="0" y="26"/>
                    <a:pt x="0" y="26"/>
                  </a:cubicBezTo>
                  <a:cubicBezTo>
                    <a:pt x="0" y="28"/>
                    <a:pt x="0" y="28"/>
                    <a:pt x="0" y="28"/>
                  </a:cubicBezTo>
                  <a:cubicBezTo>
                    <a:pt x="1" y="30"/>
                    <a:pt x="0" y="37"/>
                    <a:pt x="1" y="38"/>
                  </a:cubicBezTo>
                  <a:cubicBezTo>
                    <a:pt x="3" y="38"/>
                    <a:pt x="4" y="42"/>
                    <a:pt x="8" y="46"/>
                  </a:cubicBezTo>
                  <a:cubicBezTo>
                    <a:pt x="12" y="50"/>
                    <a:pt x="20" y="62"/>
                    <a:pt x="20" y="65"/>
                  </a:cubicBezTo>
                  <a:cubicBezTo>
                    <a:pt x="21" y="68"/>
                    <a:pt x="22" y="71"/>
                    <a:pt x="27" y="74"/>
                  </a:cubicBezTo>
                  <a:cubicBezTo>
                    <a:pt x="32" y="78"/>
                    <a:pt x="32" y="82"/>
                    <a:pt x="35" y="84"/>
                  </a:cubicBezTo>
                  <a:cubicBezTo>
                    <a:pt x="37" y="86"/>
                    <a:pt x="37" y="88"/>
                    <a:pt x="37" y="93"/>
                  </a:cubicBezTo>
                  <a:cubicBezTo>
                    <a:pt x="37" y="98"/>
                    <a:pt x="39" y="104"/>
                    <a:pt x="43" y="107"/>
                  </a:cubicBezTo>
                  <a:cubicBezTo>
                    <a:pt x="48" y="110"/>
                    <a:pt x="51" y="113"/>
                    <a:pt x="53" y="118"/>
                  </a:cubicBezTo>
                  <a:cubicBezTo>
                    <a:pt x="55" y="124"/>
                    <a:pt x="58" y="128"/>
                    <a:pt x="61" y="131"/>
                  </a:cubicBezTo>
                  <a:cubicBezTo>
                    <a:pt x="64" y="134"/>
                    <a:pt x="62" y="135"/>
                    <a:pt x="64" y="138"/>
                  </a:cubicBezTo>
                  <a:cubicBezTo>
                    <a:pt x="65" y="139"/>
                    <a:pt x="66" y="140"/>
                    <a:pt x="67" y="142"/>
                  </a:cubicBezTo>
                  <a:cubicBezTo>
                    <a:pt x="69" y="141"/>
                    <a:pt x="70" y="141"/>
                    <a:pt x="70" y="140"/>
                  </a:cubicBezTo>
                  <a:cubicBezTo>
                    <a:pt x="71" y="139"/>
                    <a:pt x="69" y="137"/>
                    <a:pt x="70" y="136"/>
                  </a:cubicBezTo>
                  <a:cubicBezTo>
                    <a:pt x="71" y="135"/>
                    <a:pt x="72" y="133"/>
                    <a:pt x="74" y="133"/>
                  </a:cubicBezTo>
                  <a:cubicBezTo>
                    <a:pt x="75" y="132"/>
                    <a:pt x="77" y="134"/>
                    <a:pt x="80" y="134"/>
                  </a:cubicBezTo>
                  <a:cubicBezTo>
                    <a:pt x="83" y="133"/>
                    <a:pt x="90" y="134"/>
                    <a:pt x="90" y="134"/>
                  </a:cubicBezTo>
                  <a:cubicBezTo>
                    <a:pt x="91" y="135"/>
                    <a:pt x="100" y="135"/>
                    <a:pt x="102" y="136"/>
                  </a:cubicBezTo>
                  <a:cubicBezTo>
                    <a:pt x="104" y="138"/>
                    <a:pt x="107" y="138"/>
                    <a:pt x="108" y="134"/>
                  </a:cubicBezTo>
                  <a:cubicBezTo>
                    <a:pt x="109" y="131"/>
                    <a:pt x="120" y="124"/>
                    <a:pt x="121" y="123"/>
                  </a:cubicBezTo>
                  <a:cubicBezTo>
                    <a:pt x="122" y="122"/>
                    <a:pt x="133" y="123"/>
                    <a:pt x="138" y="122"/>
                  </a:cubicBezTo>
                  <a:cubicBezTo>
                    <a:pt x="142" y="121"/>
                    <a:pt x="170" y="112"/>
                    <a:pt x="171" y="111"/>
                  </a:cubicBezTo>
                  <a:cubicBezTo>
                    <a:pt x="173" y="110"/>
                    <a:pt x="177" y="95"/>
                    <a:pt x="177" y="93"/>
                  </a:cubicBezTo>
                  <a:cubicBezTo>
                    <a:pt x="177" y="92"/>
                    <a:pt x="175" y="87"/>
                    <a:pt x="173" y="87"/>
                  </a:cubicBezTo>
                  <a:cubicBezTo>
                    <a:pt x="171" y="88"/>
                    <a:pt x="153" y="86"/>
                    <a:pt x="152" y="85"/>
                  </a:cubicBezTo>
                  <a:cubicBezTo>
                    <a:pt x="151" y="84"/>
                    <a:pt x="146" y="81"/>
                    <a:pt x="145" y="76"/>
                  </a:cubicBezTo>
                  <a:cubicBezTo>
                    <a:pt x="144" y="75"/>
                    <a:pt x="142" y="73"/>
                    <a:pt x="142" y="71"/>
                  </a:cubicBezTo>
                  <a:cubicBezTo>
                    <a:pt x="140" y="71"/>
                    <a:pt x="137" y="70"/>
                    <a:pt x="135" y="66"/>
                  </a:cubicBezTo>
                  <a:cubicBezTo>
                    <a:pt x="133" y="65"/>
                    <a:pt x="129" y="58"/>
                    <a:pt x="130" y="57"/>
                  </a:cubicBezTo>
                  <a:cubicBezTo>
                    <a:pt x="132" y="54"/>
                    <a:pt x="129" y="50"/>
                    <a:pt x="127" y="48"/>
                  </a:cubicBezTo>
                  <a:cubicBezTo>
                    <a:pt x="124" y="45"/>
                    <a:pt x="118" y="40"/>
                    <a:pt x="118" y="38"/>
                  </a:cubicBezTo>
                  <a:cubicBezTo>
                    <a:pt x="118" y="37"/>
                    <a:pt x="118" y="35"/>
                    <a:pt x="117" y="34"/>
                  </a:cubicBezTo>
                  <a:cubicBezTo>
                    <a:pt x="110" y="34"/>
                    <a:pt x="110" y="34"/>
                    <a:pt x="110" y="34"/>
                  </a:cubicBezTo>
                  <a:lnTo>
                    <a:pt x="106" y="30"/>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0" name="Freeform 91">
              <a:extLst>
                <a:ext uri="{FF2B5EF4-FFF2-40B4-BE49-F238E27FC236}">
                  <a16:creationId xmlns:a16="http://schemas.microsoft.com/office/drawing/2014/main" id="{AFE85585-15E3-48AC-920A-770B6F7C6429}"/>
                </a:ext>
              </a:extLst>
            </p:cNvPr>
            <p:cNvSpPr>
              <a:spLocks/>
            </p:cNvSpPr>
            <p:nvPr/>
          </p:nvSpPr>
          <p:spPr bwMode="auto">
            <a:xfrm>
              <a:off x="8591375" y="3621803"/>
              <a:ext cx="183658" cy="211661"/>
            </a:xfrm>
            <a:custGeom>
              <a:avLst/>
              <a:gdLst>
                <a:gd name="T0" fmla="*/ 33 w 68"/>
                <a:gd name="T1" fmla="*/ 2 h 76"/>
                <a:gd name="T2" fmla="*/ 33 w 68"/>
                <a:gd name="T3" fmla="*/ 8 h 76"/>
                <a:gd name="T4" fmla="*/ 28 w 68"/>
                <a:gd name="T5" fmla="*/ 15 h 76"/>
                <a:gd name="T6" fmla="*/ 25 w 68"/>
                <a:gd name="T7" fmla="*/ 22 h 76"/>
                <a:gd name="T8" fmla="*/ 27 w 68"/>
                <a:gd name="T9" fmla="*/ 22 h 76"/>
                <a:gd name="T10" fmla="*/ 31 w 68"/>
                <a:gd name="T11" fmla="*/ 28 h 76"/>
                <a:gd name="T12" fmla="*/ 25 w 68"/>
                <a:gd name="T13" fmla="*/ 46 h 76"/>
                <a:gd name="T14" fmla="*/ 0 w 68"/>
                <a:gd name="T15" fmla="*/ 55 h 76"/>
                <a:gd name="T16" fmla="*/ 10 w 68"/>
                <a:gd name="T17" fmla="*/ 76 h 76"/>
                <a:gd name="T18" fmla="*/ 12 w 68"/>
                <a:gd name="T19" fmla="*/ 75 h 76"/>
                <a:gd name="T20" fmla="*/ 26 w 68"/>
                <a:gd name="T21" fmla="*/ 73 h 76"/>
                <a:gd name="T22" fmla="*/ 29 w 68"/>
                <a:gd name="T23" fmla="*/ 66 h 76"/>
                <a:gd name="T24" fmla="*/ 38 w 68"/>
                <a:gd name="T25" fmla="*/ 64 h 76"/>
                <a:gd name="T26" fmla="*/ 44 w 68"/>
                <a:gd name="T27" fmla="*/ 57 h 76"/>
                <a:gd name="T28" fmla="*/ 49 w 68"/>
                <a:gd name="T29" fmla="*/ 54 h 76"/>
                <a:gd name="T30" fmla="*/ 52 w 68"/>
                <a:gd name="T31" fmla="*/ 43 h 76"/>
                <a:gd name="T32" fmla="*/ 59 w 68"/>
                <a:gd name="T33" fmla="*/ 38 h 76"/>
                <a:gd name="T34" fmla="*/ 66 w 68"/>
                <a:gd name="T35" fmla="*/ 28 h 76"/>
                <a:gd name="T36" fmla="*/ 65 w 68"/>
                <a:gd name="T37" fmla="*/ 23 h 76"/>
                <a:gd name="T38" fmla="*/ 58 w 68"/>
                <a:gd name="T39" fmla="*/ 15 h 76"/>
                <a:gd name="T40" fmla="*/ 44 w 68"/>
                <a:gd name="T41" fmla="*/ 9 h 76"/>
                <a:gd name="T42" fmla="*/ 39 w 68"/>
                <a:gd name="T43" fmla="*/ 0 h 76"/>
                <a:gd name="T44" fmla="*/ 37 w 68"/>
                <a:gd name="T45" fmla="*/ 2 h 76"/>
                <a:gd name="T46" fmla="*/ 33 w 68"/>
                <a:gd name="T47"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8" h="76">
                  <a:moveTo>
                    <a:pt x="33" y="2"/>
                  </a:moveTo>
                  <a:cubicBezTo>
                    <a:pt x="33" y="8"/>
                    <a:pt x="33" y="8"/>
                    <a:pt x="33" y="8"/>
                  </a:cubicBezTo>
                  <a:cubicBezTo>
                    <a:pt x="28" y="15"/>
                    <a:pt x="28" y="15"/>
                    <a:pt x="28" y="15"/>
                  </a:cubicBezTo>
                  <a:cubicBezTo>
                    <a:pt x="25" y="22"/>
                    <a:pt x="25" y="22"/>
                    <a:pt x="25" y="22"/>
                  </a:cubicBezTo>
                  <a:cubicBezTo>
                    <a:pt x="26" y="22"/>
                    <a:pt x="27" y="22"/>
                    <a:pt x="27" y="22"/>
                  </a:cubicBezTo>
                  <a:cubicBezTo>
                    <a:pt x="29" y="22"/>
                    <a:pt x="31" y="27"/>
                    <a:pt x="31" y="28"/>
                  </a:cubicBezTo>
                  <a:cubicBezTo>
                    <a:pt x="31" y="30"/>
                    <a:pt x="27" y="45"/>
                    <a:pt x="25" y="46"/>
                  </a:cubicBezTo>
                  <a:cubicBezTo>
                    <a:pt x="25" y="47"/>
                    <a:pt x="10" y="52"/>
                    <a:pt x="0" y="55"/>
                  </a:cubicBezTo>
                  <a:cubicBezTo>
                    <a:pt x="2" y="59"/>
                    <a:pt x="6" y="68"/>
                    <a:pt x="10" y="76"/>
                  </a:cubicBezTo>
                  <a:cubicBezTo>
                    <a:pt x="11" y="76"/>
                    <a:pt x="11" y="75"/>
                    <a:pt x="12" y="75"/>
                  </a:cubicBezTo>
                  <a:cubicBezTo>
                    <a:pt x="17" y="72"/>
                    <a:pt x="22" y="74"/>
                    <a:pt x="26" y="73"/>
                  </a:cubicBezTo>
                  <a:cubicBezTo>
                    <a:pt x="29" y="72"/>
                    <a:pt x="26" y="69"/>
                    <a:pt x="29" y="66"/>
                  </a:cubicBezTo>
                  <a:cubicBezTo>
                    <a:pt x="32" y="63"/>
                    <a:pt x="37" y="65"/>
                    <a:pt x="38" y="64"/>
                  </a:cubicBezTo>
                  <a:cubicBezTo>
                    <a:pt x="40" y="64"/>
                    <a:pt x="41" y="58"/>
                    <a:pt x="44" y="57"/>
                  </a:cubicBezTo>
                  <a:cubicBezTo>
                    <a:pt x="46" y="56"/>
                    <a:pt x="49" y="56"/>
                    <a:pt x="49" y="54"/>
                  </a:cubicBezTo>
                  <a:cubicBezTo>
                    <a:pt x="49" y="52"/>
                    <a:pt x="49" y="43"/>
                    <a:pt x="52" y="43"/>
                  </a:cubicBezTo>
                  <a:cubicBezTo>
                    <a:pt x="55" y="42"/>
                    <a:pt x="59" y="39"/>
                    <a:pt x="59" y="38"/>
                  </a:cubicBezTo>
                  <a:cubicBezTo>
                    <a:pt x="59" y="36"/>
                    <a:pt x="64" y="31"/>
                    <a:pt x="66" y="28"/>
                  </a:cubicBezTo>
                  <a:cubicBezTo>
                    <a:pt x="67" y="25"/>
                    <a:pt x="68" y="24"/>
                    <a:pt x="65" y="23"/>
                  </a:cubicBezTo>
                  <a:cubicBezTo>
                    <a:pt x="63" y="23"/>
                    <a:pt x="59" y="16"/>
                    <a:pt x="58" y="15"/>
                  </a:cubicBezTo>
                  <a:cubicBezTo>
                    <a:pt x="57" y="13"/>
                    <a:pt x="50" y="14"/>
                    <a:pt x="44" y="9"/>
                  </a:cubicBezTo>
                  <a:cubicBezTo>
                    <a:pt x="42" y="8"/>
                    <a:pt x="40" y="4"/>
                    <a:pt x="39" y="0"/>
                  </a:cubicBezTo>
                  <a:cubicBezTo>
                    <a:pt x="37" y="2"/>
                    <a:pt x="37" y="2"/>
                    <a:pt x="37" y="2"/>
                  </a:cubicBezTo>
                  <a:lnTo>
                    <a:pt x="33" y="2"/>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1" name="Freeform 92">
              <a:extLst>
                <a:ext uri="{FF2B5EF4-FFF2-40B4-BE49-F238E27FC236}">
                  <a16:creationId xmlns:a16="http://schemas.microsoft.com/office/drawing/2014/main" id="{F41AF769-1812-1140-BF8E-9D6A4B4EBA80}"/>
                </a:ext>
              </a:extLst>
            </p:cNvPr>
            <p:cNvSpPr>
              <a:spLocks/>
            </p:cNvSpPr>
            <p:nvPr/>
          </p:nvSpPr>
          <p:spPr bwMode="auto">
            <a:xfrm>
              <a:off x="8561715" y="3595935"/>
              <a:ext cx="27377" cy="42332"/>
            </a:xfrm>
            <a:custGeom>
              <a:avLst/>
              <a:gdLst>
                <a:gd name="T0" fmla="*/ 7 w 10"/>
                <a:gd name="T1" fmla="*/ 15 h 15"/>
                <a:gd name="T2" fmla="*/ 7 w 10"/>
                <a:gd name="T3" fmla="*/ 12 h 15"/>
                <a:gd name="T4" fmla="*/ 6 w 10"/>
                <a:gd name="T5" fmla="*/ 1 h 15"/>
                <a:gd name="T6" fmla="*/ 0 w 10"/>
                <a:gd name="T7" fmla="*/ 10 h 15"/>
                <a:gd name="T8" fmla="*/ 0 w 10"/>
                <a:gd name="T9" fmla="*/ 10 h 15"/>
                <a:gd name="T10" fmla="*/ 7 w 10"/>
                <a:gd name="T11" fmla="*/ 15 h 15"/>
              </a:gdLst>
              <a:ahLst/>
              <a:cxnLst>
                <a:cxn ang="0">
                  <a:pos x="T0" y="T1"/>
                </a:cxn>
                <a:cxn ang="0">
                  <a:pos x="T2" y="T3"/>
                </a:cxn>
                <a:cxn ang="0">
                  <a:pos x="T4" y="T5"/>
                </a:cxn>
                <a:cxn ang="0">
                  <a:pos x="T6" y="T7"/>
                </a:cxn>
                <a:cxn ang="0">
                  <a:pos x="T8" y="T9"/>
                </a:cxn>
                <a:cxn ang="0">
                  <a:pos x="T10" y="T11"/>
                </a:cxn>
              </a:cxnLst>
              <a:rect l="0" t="0" r="r" b="b"/>
              <a:pathLst>
                <a:path w="10" h="15">
                  <a:moveTo>
                    <a:pt x="7" y="15"/>
                  </a:moveTo>
                  <a:cubicBezTo>
                    <a:pt x="7" y="14"/>
                    <a:pt x="7" y="13"/>
                    <a:pt x="7" y="12"/>
                  </a:cubicBezTo>
                  <a:cubicBezTo>
                    <a:pt x="9" y="9"/>
                    <a:pt x="10" y="2"/>
                    <a:pt x="6" y="1"/>
                  </a:cubicBezTo>
                  <a:cubicBezTo>
                    <a:pt x="2" y="0"/>
                    <a:pt x="0" y="8"/>
                    <a:pt x="0" y="10"/>
                  </a:cubicBezTo>
                  <a:cubicBezTo>
                    <a:pt x="0" y="10"/>
                    <a:pt x="0" y="10"/>
                    <a:pt x="0" y="10"/>
                  </a:cubicBezTo>
                  <a:cubicBezTo>
                    <a:pt x="2" y="14"/>
                    <a:pt x="5" y="15"/>
                    <a:pt x="7" y="1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2" name="Freeform 93">
              <a:extLst>
                <a:ext uri="{FF2B5EF4-FFF2-40B4-BE49-F238E27FC236}">
                  <a16:creationId xmlns:a16="http://schemas.microsoft.com/office/drawing/2014/main" id="{CD799DBA-0558-27EC-EB79-2C9444C5874E}"/>
                </a:ext>
              </a:extLst>
            </p:cNvPr>
            <p:cNvSpPr>
              <a:spLocks/>
            </p:cNvSpPr>
            <p:nvPr/>
          </p:nvSpPr>
          <p:spPr bwMode="auto">
            <a:xfrm>
              <a:off x="8589093" y="3593583"/>
              <a:ext cx="107229" cy="89368"/>
            </a:xfrm>
            <a:custGeom>
              <a:avLst/>
              <a:gdLst>
                <a:gd name="T0" fmla="*/ 7 w 40"/>
                <a:gd name="T1" fmla="*/ 30 h 32"/>
                <a:gd name="T2" fmla="*/ 26 w 40"/>
                <a:gd name="T3" fmla="*/ 32 h 32"/>
                <a:gd name="T4" fmla="*/ 29 w 40"/>
                <a:gd name="T5" fmla="*/ 25 h 32"/>
                <a:gd name="T6" fmla="*/ 34 w 40"/>
                <a:gd name="T7" fmla="*/ 18 h 32"/>
                <a:gd name="T8" fmla="*/ 34 w 40"/>
                <a:gd name="T9" fmla="*/ 12 h 32"/>
                <a:gd name="T10" fmla="*/ 38 w 40"/>
                <a:gd name="T11" fmla="*/ 12 h 32"/>
                <a:gd name="T12" fmla="*/ 40 w 40"/>
                <a:gd name="T13" fmla="*/ 10 h 32"/>
                <a:gd name="T14" fmla="*/ 38 w 40"/>
                <a:gd name="T15" fmla="*/ 0 h 32"/>
                <a:gd name="T16" fmla="*/ 28 w 40"/>
                <a:gd name="T17" fmla="*/ 11 h 32"/>
                <a:gd name="T18" fmla="*/ 12 w 40"/>
                <a:gd name="T19" fmla="*/ 19 h 32"/>
                <a:gd name="T20" fmla="*/ 2 w 40"/>
                <a:gd name="T21" fmla="*/ 21 h 32"/>
                <a:gd name="T22" fmla="*/ 0 w 40"/>
                <a:gd name="T23" fmla="*/ 21 h 32"/>
                <a:gd name="T24" fmla="*/ 7 w 40"/>
                <a:gd name="T25"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32">
                  <a:moveTo>
                    <a:pt x="7" y="30"/>
                  </a:moveTo>
                  <a:cubicBezTo>
                    <a:pt x="8" y="31"/>
                    <a:pt x="21" y="32"/>
                    <a:pt x="26" y="32"/>
                  </a:cubicBezTo>
                  <a:cubicBezTo>
                    <a:pt x="29" y="25"/>
                    <a:pt x="29" y="25"/>
                    <a:pt x="29" y="25"/>
                  </a:cubicBezTo>
                  <a:cubicBezTo>
                    <a:pt x="34" y="18"/>
                    <a:pt x="34" y="18"/>
                    <a:pt x="34" y="18"/>
                  </a:cubicBezTo>
                  <a:cubicBezTo>
                    <a:pt x="34" y="12"/>
                    <a:pt x="34" y="12"/>
                    <a:pt x="34" y="12"/>
                  </a:cubicBezTo>
                  <a:cubicBezTo>
                    <a:pt x="38" y="12"/>
                    <a:pt x="38" y="12"/>
                    <a:pt x="38" y="12"/>
                  </a:cubicBezTo>
                  <a:cubicBezTo>
                    <a:pt x="40" y="10"/>
                    <a:pt x="40" y="10"/>
                    <a:pt x="40" y="10"/>
                  </a:cubicBezTo>
                  <a:cubicBezTo>
                    <a:pt x="39" y="5"/>
                    <a:pt x="39" y="0"/>
                    <a:pt x="38" y="0"/>
                  </a:cubicBezTo>
                  <a:cubicBezTo>
                    <a:pt x="37" y="0"/>
                    <a:pt x="31" y="6"/>
                    <a:pt x="28" y="11"/>
                  </a:cubicBezTo>
                  <a:cubicBezTo>
                    <a:pt x="26" y="16"/>
                    <a:pt x="18" y="20"/>
                    <a:pt x="12" y="19"/>
                  </a:cubicBezTo>
                  <a:cubicBezTo>
                    <a:pt x="6" y="18"/>
                    <a:pt x="4" y="20"/>
                    <a:pt x="2" y="21"/>
                  </a:cubicBezTo>
                  <a:cubicBezTo>
                    <a:pt x="2" y="22"/>
                    <a:pt x="1" y="21"/>
                    <a:pt x="0" y="21"/>
                  </a:cubicBezTo>
                  <a:cubicBezTo>
                    <a:pt x="1" y="26"/>
                    <a:pt x="6" y="29"/>
                    <a:pt x="7" y="3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3" name="Freeform 94">
              <a:extLst>
                <a:ext uri="{FF2B5EF4-FFF2-40B4-BE49-F238E27FC236}">
                  <a16:creationId xmlns:a16="http://schemas.microsoft.com/office/drawing/2014/main" id="{F1C9023D-3EA9-A7FB-89AE-47A480D94991}"/>
                </a:ext>
              </a:extLst>
            </p:cNvPr>
            <p:cNvSpPr>
              <a:spLocks noEditPoints="1"/>
            </p:cNvSpPr>
            <p:nvPr/>
          </p:nvSpPr>
          <p:spPr bwMode="auto">
            <a:xfrm>
              <a:off x="9662525" y="4072170"/>
              <a:ext cx="442604" cy="142283"/>
            </a:xfrm>
            <a:custGeom>
              <a:avLst/>
              <a:gdLst>
                <a:gd name="T0" fmla="*/ 30 w 164"/>
                <a:gd name="T1" fmla="*/ 18 h 51"/>
                <a:gd name="T2" fmla="*/ 23 w 164"/>
                <a:gd name="T3" fmla="*/ 9 h 51"/>
                <a:gd name="T4" fmla="*/ 19 w 164"/>
                <a:gd name="T5" fmla="*/ 5 h 51"/>
                <a:gd name="T6" fmla="*/ 19 w 164"/>
                <a:gd name="T7" fmla="*/ 4 h 51"/>
                <a:gd name="T8" fmla="*/ 16 w 164"/>
                <a:gd name="T9" fmla="*/ 7 h 51"/>
                <a:gd name="T10" fmla="*/ 9 w 164"/>
                <a:gd name="T11" fmla="*/ 7 h 51"/>
                <a:gd name="T12" fmla="*/ 5 w 164"/>
                <a:gd name="T13" fmla="*/ 2 h 51"/>
                <a:gd name="T14" fmla="*/ 0 w 164"/>
                <a:gd name="T15" fmla="*/ 1 h 51"/>
                <a:gd name="T16" fmla="*/ 3 w 164"/>
                <a:gd name="T17" fmla="*/ 14 h 51"/>
                <a:gd name="T18" fmla="*/ 11 w 164"/>
                <a:gd name="T19" fmla="*/ 30 h 51"/>
                <a:gd name="T20" fmla="*/ 19 w 164"/>
                <a:gd name="T21" fmla="*/ 38 h 51"/>
                <a:gd name="T22" fmla="*/ 35 w 164"/>
                <a:gd name="T23" fmla="*/ 46 h 51"/>
                <a:gd name="T24" fmla="*/ 30 w 164"/>
                <a:gd name="T25" fmla="*/ 34 h 51"/>
                <a:gd name="T26" fmla="*/ 30 w 164"/>
                <a:gd name="T27" fmla="*/ 18 h 51"/>
                <a:gd name="T28" fmla="*/ 157 w 164"/>
                <a:gd name="T29" fmla="*/ 9 h 51"/>
                <a:gd name="T30" fmla="*/ 150 w 164"/>
                <a:gd name="T31" fmla="*/ 7 h 51"/>
                <a:gd name="T32" fmla="*/ 142 w 164"/>
                <a:gd name="T33" fmla="*/ 0 h 51"/>
                <a:gd name="T34" fmla="*/ 135 w 164"/>
                <a:gd name="T35" fmla="*/ 9 h 51"/>
                <a:gd name="T36" fmla="*/ 131 w 164"/>
                <a:gd name="T37" fmla="*/ 14 h 51"/>
                <a:gd name="T38" fmla="*/ 129 w 164"/>
                <a:gd name="T39" fmla="*/ 17 h 51"/>
                <a:gd name="T40" fmla="*/ 129 w 164"/>
                <a:gd name="T41" fmla="*/ 22 h 51"/>
                <a:gd name="T42" fmla="*/ 124 w 164"/>
                <a:gd name="T43" fmla="*/ 24 h 51"/>
                <a:gd name="T44" fmla="*/ 119 w 164"/>
                <a:gd name="T45" fmla="*/ 18 h 51"/>
                <a:gd name="T46" fmla="*/ 119 w 164"/>
                <a:gd name="T47" fmla="*/ 18 h 51"/>
                <a:gd name="T48" fmla="*/ 111 w 164"/>
                <a:gd name="T49" fmla="*/ 29 h 51"/>
                <a:gd name="T50" fmla="*/ 99 w 164"/>
                <a:gd name="T51" fmla="*/ 33 h 51"/>
                <a:gd name="T52" fmla="*/ 94 w 164"/>
                <a:gd name="T53" fmla="*/ 44 h 51"/>
                <a:gd name="T54" fmla="*/ 81 w 164"/>
                <a:gd name="T55" fmla="*/ 41 h 51"/>
                <a:gd name="T56" fmla="*/ 84 w 164"/>
                <a:gd name="T57" fmla="*/ 46 h 51"/>
                <a:gd name="T58" fmla="*/ 91 w 164"/>
                <a:gd name="T59" fmla="*/ 49 h 51"/>
                <a:gd name="T60" fmla="*/ 102 w 164"/>
                <a:gd name="T61" fmla="*/ 48 h 51"/>
                <a:gd name="T62" fmla="*/ 110 w 164"/>
                <a:gd name="T63" fmla="*/ 45 h 51"/>
                <a:gd name="T64" fmla="*/ 118 w 164"/>
                <a:gd name="T65" fmla="*/ 46 h 51"/>
                <a:gd name="T66" fmla="*/ 125 w 164"/>
                <a:gd name="T67" fmla="*/ 41 h 51"/>
                <a:gd name="T68" fmla="*/ 128 w 164"/>
                <a:gd name="T69" fmla="*/ 33 h 51"/>
                <a:gd name="T70" fmla="*/ 133 w 164"/>
                <a:gd name="T71" fmla="*/ 26 h 51"/>
                <a:gd name="T72" fmla="*/ 146 w 164"/>
                <a:gd name="T73" fmla="*/ 21 h 51"/>
                <a:gd name="T74" fmla="*/ 150 w 164"/>
                <a:gd name="T75" fmla="*/ 22 h 51"/>
                <a:gd name="T76" fmla="*/ 155 w 164"/>
                <a:gd name="T77" fmla="*/ 17 h 51"/>
                <a:gd name="T78" fmla="*/ 163 w 164"/>
                <a:gd name="T79" fmla="*/ 14 h 51"/>
                <a:gd name="T80" fmla="*/ 157 w 164"/>
                <a:gd name="T81" fmla="*/ 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4" h="51">
                  <a:moveTo>
                    <a:pt x="30" y="18"/>
                  </a:moveTo>
                  <a:cubicBezTo>
                    <a:pt x="30" y="13"/>
                    <a:pt x="25" y="13"/>
                    <a:pt x="23" y="9"/>
                  </a:cubicBezTo>
                  <a:cubicBezTo>
                    <a:pt x="22" y="5"/>
                    <a:pt x="20" y="8"/>
                    <a:pt x="19" y="5"/>
                  </a:cubicBezTo>
                  <a:cubicBezTo>
                    <a:pt x="19" y="5"/>
                    <a:pt x="19" y="4"/>
                    <a:pt x="19" y="4"/>
                  </a:cubicBezTo>
                  <a:cubicBezTo>
                    <a:pt x="16" y="5"/>
                    <a:pt x="17" y="7"/>
                    <a:pt x="16" y="7"/>
                  </a:cubicBezTo>
                  <a:cubicBezTo>
                    <a:pt x="15" y="8"/>
                    <a:pt x="9" y="8"/>
                    <a:pt x="9" y="7"/>
                  </a:cubicBezTo>
                  <a:cubicBezTo>
                    <a:pt x="9" y="5"/>
                    <a:pt x="8" y="2"/>
                    <a:pt x="5" y="2"/>
                  </a:cubicBezTo>
                  <a:cubicBezTo>
                    <a:pt x="3" y="1"/>
                    <a:pt x="2" y="1"/>
                    <a:pt x="0" y="1"/>
                  </a:cubicBezTo>
                  <a:cubicBezTo>
                    <a:pt x="2" y="6"/>
                    <a:pt x="3" y="10"/>
                    <a:pt x="3" y="14"/>
                  </a:cubicBezTo>
                  <a:cubicBezTo>
                    <a:pt x="3" y="19"/>
                    <a:pt x="10" y="27"/>
                    <a:pt x="11" y="30"/>
                  </a:cubicBezTo>
                  <a:cubicBezTo>
                    <a:pt x="12" y="34"/>
                    <a:pt x="14" y="35"/>
                    <a:pt x="19" y="38"/>
                  </a:cubicBezTo>
                  <a:cubicBezTo>
                    <a:pt x="24" y="42"/>
                    <a:pt x="34" y="47"/>
                    <a:pt x="35" y="46"/>
                  </a:cubicBezTo>
                  <a:cubicBezTo>
                    <a:pt x="37" y="45"/>
                    <a:pt x="33" y="37"/>
                    <a:pt x="30" y="34"/>
                  </a:cubicBezTo>
                  <a:cubicBezTo>
                    <a:pt x="27" y="31"/>
                    <a:pt x="30" y="24"/>
                    <a:pt x="30" y="18"/>
                  </a:cubicBezTo>
                  <a:close/>
                  <a:moveTo>
                    <a:pt x="157" y="9"/>
                  </a:moveTo>
                  <a:cubicBezTo>
                    <a:pt x="155" y="9"/>
                    <a:pt x="150" y="9"/>
                    <a:pt x="150" y="7"/>
                  </a:cubicBezTo>
                  <a:cubicBezTo>
                    <a:pt x="150" y="4"/>
                    <a:pt x="145" y="0"/>
                    <a:pt x="142" y="0"/>
                  </a:cubicBezTo>
                  <a:cubicBezTo>
                    <a:pt x="139" y="0"/>
                    <a:pt x="135" y="6"/>
                    <a:pt x="135" y="9"/>
                  </a:cubicBezTo>
                  <a:cubicBezTo>
                    <a:pt x="135" y="11"/>
                    <a:pt x="130" y="11"/>
                    <a:pt x="131" y="14"/>
                  </a:cubicBezTo>
                  <a:cubicBezTo>
                    <a:pt x="131" y="16"/>
                    <a:pt x="130" y="16"/>
                    <a:pt x="129" y="17"/>
                  </a:cubicBezTo>
                  <a:cubicBezTo>
                    <a:pt x="130" y="20"/>
                    <a:pt x="130" y="22"/>
                    <a:pt x="129" y="22"/>
                  </a:cubicBezTo>
                  <a:cubicBezTo>
                    <a:pt x="127" y="21"/>
                    <a:pt x="126" y="24"/>
                    <a:pt x="124" y="24"/>
                  </a:cubicBezTo>
                  <a:cubicBezTo>
                    <a:pt x="122" y="24"/>
                    <a:pt x="121" y="21"/>
                    <a:pt x="119" y="18"/>
                  </a:cubicBezTo>
                  <a:cubicBezTo>
                    <a:pt x="119" y="18"/>
                    <a:pt x="119" y="18"/>
                    <a:pt x="119" y="18"/>
                  </a:cubicBezTo>
                  <a:cubicBezTo>
                    <a:pt x="117" y="18"/>
                    <a:pt x="112" y="25"/>
                    <a:pt x="111" y="29"/>
                  </a:cubicBezTo>
                  <a:cubicBezTo>
                    <a:pt x="110" y="34"/>
                    <a:pt x="106" y="32"/>
                    <a:pt x="99" y="33"/>
                  </a:cubicBezTo>
                  <a:cubicBezTo>
                    <a:pt x="92" y="33"/>
                    <a:pt x="95" y="40"/>
                    <a:pt x="94" y="44"/>
                  </a:cubicBezTo>
                  <a:cubicBezTo>
                    <a:pt x="92" y="47"/>
                    <a:pt x="85" y="41"/>
                    <a:pt x="81" y="41"/>
                  </a:cubicBezTo>
                  <a:cubicBezTo>
                    <a:pt x="82" y="43"/>
                    <a:pt x="83" y="46"/>
                    <a:pt x="84" y="46"/>
                  </a:cubicBezTo>
                  <a:cubicBezTo>
                    <a:pt x="86" y="46"/>
                    <a:pt x="89" y="51"/>
                    <a:pt x="91" y="49"/>
                  </a:cubicBezTo>
                  <a:cubicBezTo>
                    <a:pt x="93" y="48"/>
                    <a:pt x="99" y="49"/>
                    <a:pt x="102" y="48"/>
                  </a:cubicBezTo>
                  <a:cubicBezTo>
                    <a:pt x="105" y="47"/>
                    <a:pt x="105" y="45"/>
                    <a:pt x="110" y="45"/>
                  </a:cubicBezTo>
                  <a:cubicBezTo>
                    <a:pt x="115" y="45"/>
                    <a:pt x="113" y="49"/>
                    <a:pt x="118" y="46"/>
                  </a:cubicBezTo>
                  <a:cubicBezTo>
                    <a:pt x="123" y="44"/>
                    <a:pt x="126" y="46"/>
                    <a:pt x="125" y="41"/>
                  </a:cubicBezTo>
                  <a:cubicBezTo>
                    <a:pt x="125" y="37"/>
                    <a:pt x="128" y="37"/>
                    <a:pt x="128" y="33"/>
                  </a:cubicBezTo>
                  <a:cubicBezTo>
                    <a:pt x="127" y="30"/>
                    <a:pt x="133" y="32"/>
                    <a:pt x="133" y="26"/>
                  </a:cubicBezTo>
                  <a:cubicBezTo>
                    <a:pt x="132" y="20"/>
                    <a:pt x="142" y="21"/>
                    <a:pt x="146" y="21"/>
                  </a:cubicBezTo>
                  <a:cubicBezTo>
                    <a:pt x="147" y="21"/>
                    <a:pt x="148" y="21"/>
                    <a:pt x="150" y="22"/>
                  </a:cubicBezTo>
                  <a:cubicBezTo>
                    <a:pt x="153" y="20"/>
                    <a:pt x="157" y="19"/>
                    <a:pt x="155" y="17"/>
                  </a:cubicBezTo>
                  <a:cubicBezTo>
                    <a:pt x="153" y="15"/>
                    <a:pt x="162" y="17"/>
                    <a:pt x="163" y="14"/>
                  </a:cubicBezTo>
                  <a:cubicBezTo>
                    <a:pt x="164" y="11"/>
                    <a:pt x="159" y="8"/>
                    <a:pt x="157" y="9"/>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4" name="Freeform 95">
              <a:extLst>
                <a:ext uri="{FF2B5EF4-FFF2-40B4-BE49-F238E27FC236}">
                  <a16:creationId xmlns:a16="http://schemas.microsoft.com/office/drawing/2014/main" id="{04C44B49-3AEB-EEAF-97E1-0D770A1CBD78}"/>
                </a:ext>
              </a:extLst>
            </p:cNvPr>
            <p:cNvSpPr>
              <a:spLocks/>
            </p:cNvSpPr>
            <p:nvPr/>
          </p:nvSpPr>
          <p:spPr bwMode="auto">
            <a:xfrm>
              <a:off x="9983070" y="4119206"/>
              <a:ext cx="29659" cy="19990"/>
            </a:xfrm>
            <a:custGeom>
              <a:avLst/>
              <a:gdLst>
                <a:gd name="T0" fmla="*/ 5 w 11"/>
                <a:gd name="T1" fmla="*/ 7 h 7"/>
                <a:gd name="T2" fmla="*/ 10 w 11"/>
                <a:gd name="T3" fmla="*/ 5 h 7"/>
                <a:gd name="T4" fmla="*/ 10 w 11"/>
                <a:gd name="T5" fmla="*/ 0 h 7"/>
                <a:gd name="T6" fmla="*/ 6 w 11"/>
                <a:gd name="T7" fmla="*/ 2 h 7"/>
                <a:gd name="T8" fmla="*/ 0 w 11"/>
                <a:gd name="T9" fmla="*/ 1 h 7"/>
                <a:gd name="T10" fmla="*/ 5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5" y="7"/>
                  </a:moveTo>
                  <a:cubicBezTo>
                    <a:pt x="7" y="7"/>
                    <a:pt x="8" y="4"/>
                    <a:pt x="10" y="5"/>
                  </a:cubicBezTo>
                  <a:cubicBezTo>
                    <a:pt x="11" y="5"/>
                    <a:pt x="11" y="3"/>
                    <a:pt x="10" y="0"/>
                  </a:cubicBezTo>
                  <a:cubicBezTo>
                    <a:pt x="8" y="0"/>
                    <a:pt x="6" y="0"/>
                    <a:pt x="6" y="2"/>
                  </a:cubicBezTo>
                  <a:cubicBezTo>
                    <a:pt x="6" y="4"/>
                    <a:pt x="2" y="1"/>
                    <a:pt x="0" y="1"/>
                  </a:cubicBezTo>
                  <a:cubicBezTo>
                    <a:pt x="2" y="4"/>
                    <a:pt x="3" y="7"/>
                    <a:pt x="5" y="7"/>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5" name="Freeform 96">
              <a:extLst>
                <a:ext uri="{FF2B5EF4-FFF2-40B4-BE49-F238E27FC236}">
                  <a16:creationId xmlns:a16="http://schemas.microsoft.com/office/drawing/2014/main" id="{2EB38396-57DD-01C7-B10D-F4328DD6481D}"/>
                </a:ext>
              </a:extLst>
            </p:cNvPr>
            <p:cNvSpPr>
              <a:spLocks/>
            </p:cNvSpPr>
            <p:nvPr/>
          </p:nvSpPr>
          <p:spPr bwMode="auto">
            <a:xfrm>
              <a:off x="8292503" y="3298435"/>
              <a:ext cx="221302" cy="222242"/>
            </a:xfrm>
            <a:custGeom>
              <a:avLst/>
              <a:gdLst>
                <a:gd name="T0" fmla="*/ 69 w 82"/>
                <a:gd name="T1" fmla="*/ 73 h 80"/>
                <a:gd name="T2" fmla="*/ 73 w 82"/>
                <a:gd name="T3" fmla="*/ 70 h 80"/>
                <a:gd name="T4" fmla="*/ 79 w 82"/>
                <a:gd name="T5" fmla="*/ 73 h 80"/>
                <a:gd name="T6" fmla="*/ 82 w 82"/>
                <a:gd name="T7" fmla="*/ 71 h 80"/>
                <a:gd name="T8" fmla="*/ 78 w 82"/>
                <a:gd name="T9" fmla="*/ 64 h 80"/>
                <a:gd name="T10" fmla="*/ 75 w 82"/>
                <a:gd name="T11" fmla="*/ 59 h 80"/>
                <a:gd name="T12" fmla="*/ 75 w 82"/>
                <a:gd name="T13" fmla="*/ 53 h 80"/>
                <a:gd name="T14" fmla="*/ 71 w 82"/>
                <a:gd name="T15" fmla="*/ 48 h 80"/>
                <a:gd name="T16" fmla="*/ 62 w 82"/>
                <a:gd name="T17" fmla="*/ 42 h 80"/>
                <a:gd name="T18" fmla="*/ 58 w 82"/>
                <a:gd name="T19" fmla="*/ 37 h 80"/>
                <a:gd name="T20" fmla="*/ 57 w 82"/>
                <a:gd name="T21" fmla="*/ 29 h 80"/>
                <a:gd name="T22" fmla="*/ 60 w 82"/>
                <a:gd name="T23" fmla="*/ 23 h 80"/>
                <a:gd name="T24" fmla="*/ 61 w 82"/>
                <a:gd name="T25" fmla="*/ 18 h 80"/>
                <a:gd name="T26" fmla="*/ 58 w 82"/>
                <a:gd name="T27" fmla="*/ 15 h 80"/>
                <a:gd name="T28" fmla="*/ 53 w 82"/>
                <a:gd name="T29" fmla="*/ 10 h 80"/>
                <a:gd name="T30" fmla="*/ 50 w 82"/>
                <a:gd name="T31" fmla="*/ 3 h 80"/>
                <a:gd name="T32" fmla="*/ 41 w 82"/>
                <a:gd name="T33" fmla="*/ 2 h 80"/>
                <a:gd name="T34" fmla="*/ 34 w 82"/>
                <a:gd name="T35" fmla="*/ 0 h 80"/>
                <a:gd name="T36" fmla="*/ 30 w 82"/>
                <a:gd name="T37" fmla="*/ 3 h 80"/>
                <a:gd name="T38" fmla="*/ 30 w 82"/>
                <a:gd name="T39" fmla="*/ 3 h 80"/>
                <a:gd name="T40" fmla="*/ 25 w 82"/>
                <a:gd name="T41" fmla="*/ 7 h 80"/>
                <a:gd name="T42" fmla="*/ 20 w 82"/>
                <a:gd name="T43" fmla="*/ 11 h 80"/>
                <a:gd name="T44" fmla="*/ 21 w 82"/>
                <a:gd name="T45" fmla="*/ 18 h 80"/>
                <a:gd name="T46" fmla="*/ 20 w 82"/>
                <a:gd name="T47" fmla="*/ 24 h 80"/>
                <a:gd name="T48" fmla="*/ 18 w 82"/>
                <a:gd name="T49" fmla="*/ 29 h 80"/>
                <a:gd name="T50" fmla="*/ 0 w 82"/>
                <a:gd name="T51" fmla="*/ 39 h 80"/>
                <a:gd name="T52" fmla="*/ 1 w 82"/>
                <a:gd name="T53" fmla="*/ 43 h 80"/>
                <a:gd name="T54" fmla="*/ 3 w 82"/>
                <a:gd name="T55" fmla="*/ 51 h 80"/>
                <a:gd name="T56" fmla="*/ 9 w 82"/>
                <a:gd name="T57" fmla="*/ 51 h 80"/>
                <a:gd name="T58" fmla="*/ 26 w 82"/>
                <a:gd name="T59" fmla="*/ 61 h 80"/>
                <a:gd name="T60" fmla="*/ 46 w 82"/>
                <a:gd name="T61" fmla="*/ 76 h 80"/>
                <a:gd name="T62" fmla="*/ 56 w 82"/>
                <a:gd name="T63" fmla="*/ 79 h 80"/>
                <a:gd name="T64" fmla="*/ 66 w 82"/>
                <a:gd name="T65" fmla="*/ 80 h 80"/>
                <a:gd name="T66" fmla="*/ 69 w 82"/>
                <a:gd name="T67" fmla="*/ 7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2" h="80">
                  <a:moveTo>
                    <a:pt x="69" y="73"/>
                  </a:moveTo>
                  <a:cubicBezTo>
                    <a:pt x="70" y="72"/>
                    <a:pt x="71" y="70"/>
                    <a:pt x="73" y="70"/>
                  </a:cubicBezTo>
                  <a:cubicBezTo>
                    <a:pt x="75" y="70"/>
                    <a:pt x="76" y="71"/>
                    <a:pt x="79" y="73"/>
                  </a:cubicBezTo>
                  <a:cubicBezTo>
                    <a:pt x="80" y="72"/>
                    <a:pt x="81" y="71"/>
                    <a:pt x="82" y="71"/>
                  </a:cubicBezTo>
                  <a:cubicBezTo>
                    <a:pt x="80" y="69"/>
                    <a:pt x="77" y="66"/>
                    <a:pt x="78" y="64"/>
                  </a:cubicBezTo>
                  <a:cubicBezTo>
                    <a:pt x="78" y="62"/>
                    <a:pt x="75" y="60"/>
                    <a:pt x="75" y="59"/>
                  </a:cubicBezTo>
                  <a:cubicBezTo>
                    <a:pt x="74" y="57"/>
                    <a:pt x="77" y="54"/>
                    <a:pt x="75" y="53"/>
                  </a:cubicBezTo>
                  <a:cubicBezTo>
                    <a:pt x="74" y="52"/>
                    <a:pt x="74" y="48"/>
                    <a:pt x="71" y="48"/>
                  </a:cubicBezTo>
                  <a:cubicBezTo>
                    <a:pt x="69" y="48"/>
                    <a:pt x="62" y="44"/>
                    <a:pt x="62" y="42"/>
                  </a:cubicBezTo>
                  <a:cubicBezTo>
                    <a:pt x="62" y="39"/>
                    <a:pt x="59" y="38"/>
                    <a:pt x="58" y="37"/>
                  </a:cubicBezTo>
                  <a:cubicBezTo>
                    <a:pt x="57" y="36"/>
                    <a:pt x="55" y="30"/>
                    <a:pt x="57" y="29"/>
                  </a:cubicBezTo>
                  <a:cubicBezTo>
                    <a:pt x="59" y="28"/>
                    <a:pt x="58" y="23"/>
                    <a:pt x="60" y="23"/>
                  </a:cubicBezTo>
                  <a:cubicBezTo>
                    <a:pt x="62" y="23"/>
                    <a:pt x="61" y="20"/>
                    <a:pt x="61" y="18"/>
                  </a:cubicBezTo>
                  <a:cubicBezTo>
                    <a:pt x="62" y="16"/>
                    <a:pt x="60" y="15"/>
                    <a:pt x="58" y="15"/>
                  </a:cubicBezTo>
                  <a:cubicBezTo>
                    <a:pt x="56" y="15"/>
                    <a:pt x="53" y="12"/>
                    <a:pt x="53" y="10"/>
                  </a:cubicBezTo>
                  <a:cubicBezTo>
                    <a:pt x="53" y="8"/>
                    <a:pt x="50" y="4"/>
                    <a:pt x="50" y="3"/>
                  </a:cubicBezTo>
                  <a:cubicBezTo>
                    <a:pt x="50" y="8"/>
                    <a:pt x="43" y="1"/>
                    <a:pt x="41" y="2"/>
                  </a:cubicBezTo>
                  <a:cubicBezTo>
                    <a:pt x="39" y="3"/>
                    <a:pt x="38" y="0"/>
                    <a:pt x="34" y="0"/>
                  </a:cubicBezTo>
                  <a:cubicBezTo>
                    <a:pt x="31" y="1"/>
                    <a:pt x="32" y="2"/>
                    <a:pt x="30" y="3"/>
                  </a:cubicBezTo>
                  <a:cubicBezTo>
                    <a:pt x="30" y="3"/>
                    <a:pt x="30" y="3"/>
                    <a:pt x="30" y="3"/>
                  </a:cubicBezTo>
                  <a:cubicBezTo>
                    <a:pt x="25" y="7"/>
                    <a:pt x="25" y="7"/>
                    <a:pt x="25" y="7"/>
                  </a:cubicBezTo>
                  <a:cubicBezTo>
                    <a:pt x="25" y="7"/>
                    <a:pt x="21" y="8"/>
                    <a:pt x="20" y="11"/>
                  </a:cubicBezTo>
                  <a:cubicBezTo>
                    <a:pt x="19" y="13"/>
                    <a:pt x="22" y="16"/>
                    <a:pt x="21" y="18"/>
                  </a:cubicBezTo>
                  <a:cubicBezTo>
                    <a:pt x="19" y="19"/>
                    <a:pt x="20" y="23"/>
                    <a:pt x="20" y="24"/>
                  </a:cubicBezTo>
                  <a:cubicBezTo>
                    <a:pt x="20" y="26"/>
                    <a:pt x="18" y="29"/>
                    <a:pt x="18" y="29"/>
                  </a:cubicBezTo>
                  <a:cubicBezTo>
                    <a:pt x="18" y="29"/>
                    <a:pt x="8" y="35"/>
                    <a:pt x="0" y="39"/>
                  </a:cubicBezTo>
                  <a:cubicBezTo>
                    <a:pt x="0" y="41"/>
                    <a:pt x="0" y="42"/>
                    <a:pt x="1" y="43"/>
                  </a:cubicBezTo>
                  <a:cubicBezTo>
                    <a:pt x="1" y="45"/>
                    <a:pt x="2" y="48"/>
                    <a:pt x="3" y="51"/>
                  </a:cubicBezTo>
                  <a:cubicBezTo>
                    <a:pt x="6" y="51"/>
                    <a:pt x="6" y="51"/>
                    <a:pt x="9" y="51"/>
                  </a:cubicBezTo>
                  <a:cubicBezTo>
                    <a:pt x="12" y="52"/>
                    <a:pt x="23" y="60"/>
                    <a:pt x="26" y="61"/>
                  </a:cubicBezTo>
                  <a:cubicBezTo>
                    <a:pt x="28" y="62"/>
                    <a:pt x="43" y="73"/>
                    <a:pt x="46" y="76"/>
                  </a:cubicBezTo>
                  <a:cubicBezTo>
                    <a:pt x="49" y="79"/>
                    <a:pt x="54" y="79"/>
                    <a:pt x="56" y="79"/>
                  </a:cubicBezTo>
                  <a:cubicBezTo>
                    <a:pt x="57" y="79"/>
                    <a:pt x="62" y="80"/>
                    <a:pt x="66" y="80"/>
                  </a:cubicBezTo>
                  <a:cubicBezTo>
                    <a:pt x="67" y="77"/>
                    <a:pt x="69" y="74"/>
                    <a:pt x="69" y="7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36" name="Freeform 97">
              <a:extLst>
                <a:ext uri="{FF2B5EF4-FFF2-40B4-BE49-F238E27FC236}">
                  <a16:creationId xmlns:a16="http://schemas.microsoft.com/office/drawing/2014/main" id="{53B8303C-2CCF-E55C-19D1-9C95B0AFA70D}"/>
                </a:ext>
              </a:extLst>
            </p:cNvPr>
            <p:cNvSpPr>
              <a:spLocks/>
            </p:cNvSpPr>
            <p:nvPr/>
          </p:nvSpPr>
          <p:spPr bwMode="auto">
            <a:xfrm>
              <a:off x="8470456" y="3493633"/>
              <a:ext cx="43347" cy="41157"/>
            </a:xfrm>
            <a:custGeom>
              <a:avLst/>
              <a:gdLst>
                <a:gd name="T0" fmla="*/ 5 w 16"/>
                <a:gd name="T1" fmla="*/ 11 h 15"/>
                <a:gd name="T2" fmla="*/ 9 w 16"/>
                <a:gd name="T3" fmla="*/ 15 h 15"/>
                <a:gd name="T4" fmla="*/ 16 w 16"/>
                <a:gd name="T5" fmla="*/ 15 h 15"/>
                <a:gd name="T6" fmla="*/ 12 w 16"/>
                <a:gd name="T7" fmla="*/ 4 h 15"/>
                <a:gd name="T8" fmla="*/ 13 w 16"/>
                <a:gd name="T9" fmla="*/ 3 h 15"/>
                <a:gd name="T10" fmla="*/ 7 w 16"/>
                <a:gd name="T11" fmla="*/ 0 h 15"/>
                <a:gd name="T12" fmla="*/ 3 w 16"/>
                <a:gd name="T13" fmla="*/ 3 h 15"/>
                <a:gd name="T14" fmla="*/ 0 w 16"/>
                <a:gd name="T15" fmla="*/ 10 h 15"/>
                <a:gd name="T16" fmla="*/ 5 w 16"/>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5">
                  <a:moveTo>
                    <a:pt x="5" y="11"/>
                  </a:moveTo>
                  <a:cubicBezTo>
                    <a:pt x="9" y="15"/>
                    <a:pt x="9" y="15"/>
                    <a:pt x="9" y="15"/>
                  </a:cubicBezTo>
                  <a:cubicBezTo>
                    <a:pt x="16" y="15"/>
                    <a:pt x="16" y="15"/>
                    <a:pt x="16" y="15"/>
                  </a:cubicBezTo>
                  <a:cubicBezTo>
                    <a:pt x="14" y="11"/>
                    <a:pt x="12" y="6"/>
                    <a:pt x="12" y="4"/>
                  </a:cubicBezTo>
                  <a:cubicBezTo>
                    <a:pt x="12" y="4"/>
                    <a:pt x="12" y="3"/>
                    <a:pt x="13" y="3"/>
                  </a:cubicBezTo>
                  <a:cubicBezTo>
                    <a:pt x="10" y="1"/>
                    <a:pt x="9" y="0"/>
                    <a:pt x="7" y="0"/>
                  </a:cubicBezTo>
                  <a:cubicBezTo>
                    <a:pt x="5" y="0"/>
                    <a:pt x="4" y="2"/>
                    <a:pt x="3" y="3"/>
                  </a:cubicBezTo>
                  <a:cubicBezTo>
                    <a:pt x="3" y="4"/>
                    <a:pt x="1" y="7"/>
                    <a:pt x="0" y="10"/>
                  </a:cubicBezTo>
                  <a:cubicBezTo>
                    <a:pt x="3" y="11"/>
                    <a:pt x="5" y="11"/>
                    <a:pt x="5" y="1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76" name="Freeform 145">
              <a:extLst>
                <a:ext uri="{FF2B5EF4-FFF2-40B4-BE49-F238E27FC236}">
                  <a16:creationId xmlns:a16="http://schemas.microsoft.com/office/drawing/2014/main" id="{6A96E32D-3863-157C-5A99-7F6666377808}"/>
                </a:ext>
              </a:extLst>
            </p:cNvPr>
            <p:cNvSpPr>
              <a:spLocks/>
            </p:cNvSpPr>
            <p:nvPr/>
          </p:nvSpPr>
          <p:spPr bwMode="auto">
            <a:xfrm>
              <a:off x="8686055" y="3070310"/>
              <a:ext cx="401538" cy="242234"/>
            </a:xfrm>
            <a:custGeom>
              <a:avLst/>
              <a:gdLst>
                <a:gd name="T0" fmla="*/ 145 w 149"/>
                <a:gd name="T1" fmla="*/ 49 h 87"/>
                <a:gd name="T2" fmla="*/ 134 w 149"/>
                <a:gd name="T3" fmla="*/ 44 h 87"/>
                <a:gd name="T4" fmla="*/ 127 w 149"/>
                <a:gd name="T5" fmla="*/ 44 h 87"/>
                <a:gd name="T6" fmla="*/ 119 w 149"/>
                <a:gd name="T7" fmla="*/ 42 h 87"/>
                <a:gd name="T8" fmla="*/ 110 w 149"/>
                <a:gd name="T9" fmla="*/ 48 h 87"/>
                <a:gd name="T10" fmla="*/ 106 w 149"/>
                <a:gd name="T11" fmla="*/ 50 h 87"/>
                <a:gd name="T12" fmla="*/ 99 w 149"/>
                <a:gd name="T13" fmla="*/ 45 h 87"/>
                <a:gd name="T14" fmla="*/ 92 w 149"/>
                <a:gd name="T15" fmla="*/ 43 h 87"/>
                <a:gd name="T16" fmla="*/ 88 w 149"/>
                <a:gd name="T17" fmla="*/ 35 h 87"/>
                <a:gd name="T18" fmla="*/ 86 w 149"/>
                <a:gd name="T19" fmla="*/ 27 h 87"/>
                <a:gd name="T20" fmla="*/ 79 w 149"/>
                <a:gd name="T21" fmla="*/ 22 h 87"/>
                <a:gd name="T22" fmla="*/ 62 w 149"/>
                <a:gd name="T23" fmla="*/ 21 h 87"/>
                <a:gd name="T24" fmla="*/ 51 w 149"/>
                <a:gd name="T25" fmla="*/ 22 h 87"/>
                <a:gd name="T26" fmla="*/ 41 w 149"/>
                <a:gd name="T27" fmla="*/ 11 h 87"/>
                <a:gd name="T28" fmla="*/ 39 w 149"/>
                <a:gd name="T29" fmla="*/ 15 h 87"/>
                <a:gd name="T30" fmla="*/ 28 w 149"/>
                <a:gd name="T31" fmla="*/ 13 h 87"/>
                <a:gd name="T32" fmla="*/ 27 w 149"/>
                <a:gd name="T33" fmla="*/ 1 h 87"/>
                <a:gd name="T34" fmla="*/ 24 w 149"/>
                <a:gd name="T35" fmla="*/ 13 h 87"/>
                <a:gd name="T36" fmla="*/ 23 w 149"/>
                <a:gd name="T37" fmla="*/ 0 h 87"/>
                <a:gd name="T38" fmla="*/ 1 w 149"/>
                <a:gd name="T39" fmla="*/ 6 h 87"/>
                <a:gd name="T40" fmla="*/ 0 w 149"/>
                <a:gd name="T41" fmla="*/ 43 h 87"/>
                <a:gd name="T42" fmla="*/ 0 w 149"/>
                <a:gd name="T43" fmla="*/ 43 h 87"/>
                <a:gd name="T44" fmla="*/ 6 w 149"/>
                <a:gd name="T45" fmla="*/ 44 h 87"/>
                <a:gd name="T46" fmla="*/ 9 w 149"/>
                <a:gd name="T47" fmla="*/ 40 h 87"/>
                <a:gd name="T48" fmla="*/ 15 w 149"/>
                <a:gd name="T49" fmla="*/ 36 h 87"/>
                <a:gd name="T50" fmla="*/ 18 w 149"/>
                <a:gd name="T51" fmla="*/ 33 h 87"/>
                <a:gd name="T52" fmla="*/ 22 w 149"/>
                <a:gd name="T53" fmla="*/ 31 h 87"/>
                <a:gd name="T54" fmla="*/ 28 w 149"/>
                <a:gd name="T55" fmla="*/ 33 h 87"/>
                <a:gd name="T56" fmla="*/ 34 w 149"/>
                <a:gd name="T57" fmla="*/ 35 h 87"/>
                <a:gd name="T58" fmla="*/ 37 w 149"/>
                <a:gd name="T59" fmla="*/ 44 h 87"/>
                <a:gd name="T60" fmla="*/ 50 w 149"/>
                <a:gd name="T61" fmla="*/ 45 h 87"/>
                <a:gd name="T62" fmla="*/ 53 w 149"/>
                <a:gd name="T63" fmla="*/ 51 h 87"/>
                <a:gd name="T64" fmla="*/ 57 w 149"/>
                <a:gd name="T65" fmla="*/ 58 h 87"/>
                <a:gd name="T66" fmla="*/ 65 w 149"/>
                <a:gd name="T67" fmla="*/ 64 h 87"/>
                <a:gd name="T68" fmla="*/ 75 w 149"/>
                <a:gd name="T69" fmla="*/ 70 h 87"/>
                <a:gd name="T70" fmla="*/ 84 w 149"/>
                <a:gd name="T71" fmla="*/ 75 h 87"/>
                <a:gd name="T72" fmla="*/ 91 w 149"/>
                <a:gd name="T73" fmla="*/ 78 h 87"/>
                <a:gd name="T74" fmla="*/ 92 w 149"/>
                <a:gd name="T75" fmla="*/ 83 h 87"/>
                <a:gd name="T76" fmla="*/ 93 w 149"/>
                <a:gd name="T77" fmla="*/ 83 h 87"/>
                <a:gd name="T78" fmla="*/ 99 w 149"/>
                <a:gd name="T79" fmla="*/ 86 h 87"/>
                <a:gd name="T80" fmla="*/ 103 w 149"/>
                <a:gd name="T81" fmla="*/ 87 h 87"/>
                <a:gd name="T82" fmla="*/ 106 w 149"/>
                <a:gd name="T83" fmla="*/ 78 h 87"/>
                <a:gd name="T84" fmla="*/ 105 w 149"/>
                <a:gd name="T85" fmla="*/ 71 h 87"/>
                <a:gd name="T86" fmla="*/ 100 w 149"/>
                <a:gd name="T87" fmla="*/ 64 h 87"/>
                <a:gd name="T88" fmla="*/ 108 w 149"/>
                <a:gd name="T89" fmla="*/ 61 h 87"/>
                <a:gd name="T90" fmla="*/ 111 w 149"/>
                <a:gd name="T91" fmla="*/ 57 h 87"/>
                <a:gd name="T92" fmla="*/ 115 w 149"/>
                <a:gd name="T93" fmla="*/ 52 h 87"/>
                <a:gd name="T94" fmla="*/ 121 w 149"/>
                <a:gd name="T95" fmla="*/ 51 h 87"/>
                <a:gd name="T96" fmla="*/ 127 w 149"/>
                <a:gd name="T97" fmla="*/ 49 h 87"/>
                <a:gd name="T98" fmla="*/ 124 w 149"/>
                <a:gd name="T99" fmla="*/ 56 h 87"/>
                <a:gd name="T100" fmla="*/ 134 w 149"/>
                <a:gd name="T101" fmla="*/ 55 h 87"/>
                <a:gd name="T102" fmla="*/ 142 w 149"/>
                <a:gd name="T103" fmla="*/ 53 h 87"/>
                <a:gd name="T104" fmla="*/ 145 w 149"/>
                <a:gd name="T105" fmla="*/ 4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9" h="87">
                  <a:moveTo>
                    <a:pt x="145" y="49"/>
                  </a:moveTo>
                  <a:cubicBezTo>
                    <a:pt x="141" y="46"/>
                    <a:pt x="134" y="42"/>
                    <a:pt x="134" y="44"/>
                  </a:cubicBezTo>
                  <a:cubicBezTo>
                    <a:pt x="133" y="46"/>
                    <a:pt x="129" y="46"/>
                    <a:pt x="127" y="44"/>
                  </a:cubicBezTo>
                  <a:cubicBezTo>
                    <a:pt x="125" y="42"/>
                    <a:pt x="124" y="40"/>
                    <a:pt x="119" y="42"/>
                  </a:cubicBezTo>
                  <a:cubicBezTo>
                    <a:pt x="114" y="44"/>
                    <a:pt x="111" y="46"/>
                    <a:pt x="110" y="48"/>
                  </a:cubicBezTo>
                  <a:cubicBezTo>
                    <a:pt x="110" y="50"/>
                    <a:pt x="107" y="52"/>
                    <a:pt x="106" y="50"/>
                  </a:cubicBezTo>
                  <a:cubicBezTo>
                    <a:pt x="106" y="47"/>
                    <a:pt x="102" y="46"/>
                    <a:pt x="99" y="45"/>
                  </a:cubicBezTo>
                  <a:cubicBezTo>
                    <a:pt x="97" y="45"/>
                    <a:pt x="93" y="46"/>
                    <a:pt x="92" y="43"/>
                  </a:cubicBezTo>
                  <a:cubicBezTo>
                    <a:pt x="92" y="41"/>
                    <a:pt x="88" y="38"/>
                    <a:pt x="88" y="35"/>
                  </a:cubicBezTo>
                  <a:cubicBezTo>
                    <a:pt x="87" y="32"/>
                    <a:pt x="88" y="27"/>
                    <a:pt x="86" y="27"/>
                  </a:cubicBezTo>
                  <a:cubicBezTo>
                    <a:pt x="83" y="26"/>
                    <a:pt x="81" y="22"/>
                    <a:pt x="79" y="22"/>
                  </a:cubicBezTo>
                  <a:cubicBezTo>
                    <a:pt x="77" y="22"/>
                    <a:pt x="64" y="22"/>
                    <a:pt x="62" y="21"/>
                  </a:cubicBezTo>
                  <a:cubicBezTo>
                    <a:pt x="60" y="20"/>
                    <a:pt x="52" y="24"/>
                    <a:pt x="51" y="22"/>
                  </a:cubicBezTo>
                  <a:cubicBezTo>
                    <a:pt x="50" y="20"/>
                    <a:pt x="44" y="14"/>
                    <a:pt x="41" y="11"/>
                  </a:cubicBezTo>
                  <a:cubicBezTo>
                    <a:pt x="41" y="12"/>
                    <a:pt x="40" y="14"/>
                    <a:pt x="39" y="15"/>
                  </a:cubicBezTo>
                  <a:cubicBezTo>
                    <a:pt x="32" y="19"/>
                    <a:pt x="26" y="18"/>
                    <a:pt x="28" y="13"/>
                  </a:cubicBezTo>
                  <a:cubicBezTo>
                    <a:pt x="30" y="7"/>
                    <a:pt x="31" y="1"/>
                    <a:pt x="27" y="1"/>
                  </a:cubicBezTo>
                  <a:cubicBezTo>
                    <a:pt x="24" y="1"/>
                    <a:pt x="26" y="12"/>
                    <a:pt x="24" y="13"/>
                  </a:cubicBezTo>
                  <a:cubicBezTo>
                    <a:pt x="22" y="14"/>
                    <a:pt x="21" y="5"/>
                    <a:pt x="23" y="0"/>
                  </a:cubicBezTo>
                  <a:cubicBezTo>
                    <a:pt x="1" y="6"/>
                    <a:pt x="1" y="6"/>
                    <a:pt x="1" y="6"/>
                  </a:cubicBezTo>
                  <a:cubicBezTo>
                    <a:pt x="0" y="43"/>
                    <a:pt x="0" y="43"/>
                    <a:pt x="0" y="43"/>
                  </a:cubicBezTo>
                  <a:cubicBezTo>
                    <a:pt x="0" y="43"/>
                    <a:pt x="0" y="43"/>
                    <a:pt x="0" y="43"/>
                  </a:cubicBezTo>
                  <a:cubicBezTo>
                    <a:pt x="2" y="44"/>
                    <a:pt x="5" y="44"/>
                    <a:pt x="6" y="44"/>
                  </a:cubicBezTo>
                  <a:cubicBezTo>
                    <a:pt x="9" y="45"/>
                    <a:pt x="9" y="42"/>
                    <a:pt x="9" y="40"/>
                  </a:cubicBezTo>
                  <a:cubicBezTo>
                    <a:pt x="9" y="39"/>
                    <a:pt x="13" y="36"/>
                    <a:pt x="15" y="36"/>
                  </a:cubicBezTo>
                  <a:cubicBezTo>
                    <a:pt x="18" y="36"/>
                    <a:pt x="17" y="33"/>
                    <a:pt x="18" y="33"/>
                  </a:cubicBezTo>
                  <a:cubicBezTo>
                    <a:pt x="19" y="33"/>
                    <a:pt x="21" y="32"/>
                    <a:pt x="22" y="31"/>
                  </a:cubicBezTo>
                  <a:cubicBezTo>
                    <a:pt x="22" y="30"/>
                    <a:pt x="26" y="31"/>
                    <a:pt x="28" y="33"/>
                  </a:cubicBezTo>
                  <a:cubicBezTo>
                    <a:pt x="29" y="34"/>
                    <a:pt x="32" y="34"/>
                    <a:pt x="34" y="35"/>
                  </a:cubicBezTo>
                  <a:cubicBezTo>
                    <a:pt x="36" y="35"/>
                    <a:pt x="37" y="42"/>
                    <a:pt x="37" y="44"/>
                  </a:cubicBezTo>
                  <a:cubicBezTo>
                    <a:pt x="37" y="45"/>
                    <a:pt x="48" y="45"/>
                    <a:pt x="50" y="45"/>
                  </a:cubicBezTo>
                  <a:cubicBezTo>
                    <a:pt x="51" y="45"/>
                    <a:pt x="51" y="48"/>
                    <a:pt x="53" y="51"/>
                  </a:cubicBezTo>
                  <a:cubicBezTo>
                    <a:pt x="55" y="53"/>
                    <a:pt x="56" y="56"/>
                    <a:pt x="57" y="58"/>
                  </a:cubicBezTo>
                  <a:cubicBezTo>
                    <a:pt x="58" y="59"/>
                    <a:pt x="64" y="62"/>
                    <a:pt x="65" y="64"/>
                  </a:cubicBezTo>
                  <a:cubicBezTo>
                    <a:pt x="67" y="66"/>
                    <a:pt x="71" y="68"/>
                    <a:pt x="75" y="70"/>
                  </a:cubicBezTo>
                  <a:cubicBezTo>
                    <a:pt x="78" y="71"/>
                    <a:pt x="82" y="76"/>
                    <a:pt x="84" y="75"/>
                  </a:cubicBezTo>
                  <a:cubicBezTo>
                    <a:pt x="86" y="75"/>
                    <a:pt x="91" y="78"/>
                    <a:pt x="91" y="78"/>
                  </a:cubicBezTo>
                  <a:cubicBezTo>
                    <a:pt x="92" y="83"/>
                    <a:pt x="92" y="83"/>
                    <a:pt x="92" y="83"/>
                  </a:cubicBezTo>
                  <a:cubicBezTo>
                    <a:pt x="92" y="83"/>
                    <a:pt x="92" y="83"/>
                    <a:pt x="93" y="83"/>
                  </a:cubicBezTo>
                  <a:cubicBezTo>
                    <a:pt x="96" y="82"/>
                    <a:pt x="97" y="86"/>
                    <a:pt x="99" y="86"/>
                  </a:cubicBezTo>
                  <a:cubicBezTo>
                    <a:pt x="100" y="86"/>
                    <a:pt x="102" y="86"/>
                    <a:pt x="103" y="87"/>
                  </a:cubicBezTo>
                  <a:cubicBezTo>
                    <a:pt x="103" y="82"/>
                    <a:pt x="104" y="80"/>
                    <a:pt x="106" y="78"/>
                  </a:cubicBezTo>
                  <a:cubicBezTo>
                    <a:pt x="109" y="77"/>
                    <a:pt x="105" y="74"/>
                    <a:pt x="105" y="71"/>
                  </a:cubicBezTo>
                  <a:cubicBezTo>
                    <a:pt x="106" y="68"/>
                    <a:pt x="100" y="67"/>
                    <a:pt x="100" y="64"/>
                  </a:cubicBezTo>
                  <a:cubicBezTo>
                    <a:pt x="101" y="62"/>
                    <a:pt x="106" y="62"/>
                    <a:pt x="108" y="61"/>
                  </a:cubicBezTo>
                  <a:cubicBezTo>
                    <a:pt x="110" y="60"/>
                    <a:pt x="109" y="57"/>
                    <a:pt x="111" y="57"/>
                  </a:cubicBezTo>
                  <a:cubicBezTo>
                    <a:pt x="113" y="57"/>
                    <a:pt x="114" y="54"/>
                    <a:pt x="115" y="52"/>
                  </a:cubicBezTo>
                  <a:cubicBezTo>
                    <a:pt x="116" y="50"/>
                    <a:pt x="119" y="52"/>
                    <a:pt x="121" y="51"/>
                  </a:cubicBezTo>
                  <a:cubicBezTo>
                    <a:pt x="123" y="49"/>
                    <a:pt x="126" y="48"/>
                    <a:pt x="127" y="49"/>
                  </a:cubicBezTo>
                  <a:cubicBezTo>
                    <a:pt x="128" y="50"/>
                    <a:pt x="125" y="55"/>
                    <a:pt x="124" y="56"/>
                  </a:cubicBezTo>
                  <a:cubicBezTo>
                    <a:pt x="128" y="56"/>
                    <a:pt x="133" y="56"/>
                    <a:pt x="134" y="55"/>
                  </a:cubicBezTo>
                  <a:cubicBezTo>
                    <a:pt x="135" y="53"/>
                    <a:pt x="140" y="57"/>
                    <a:pt x="142" y="53"/>
                  </a:cubicBezTo>
                  <a:cubicBezTo>
                    <a:pt x="143" y="50"/>
                    <a:pt x="149" y="52"/>
                    <a:pt x="145" y="49"/>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79" name="Freeform 148">
              <a:extLst>
                <a:ext uri="{FF2B5EF4-FFF2-40B4-BE49-F238E27FC236}">
                  <a16:creationId xmlns:a16="http://schemas.microsoft.com/office/drawing/2014/main" id="{C445249A-D7F6-8266-7E26-07E5546E9E46}"/>
                </a:ext>
              </a:extLst>
            </p:cNvPr>
            <p:cNvSpPr>
              <a:spLocks noEditPoints="1"/>
            </p:cNvSpPr>
            <p:nvPr/>
          </p:nvSpPr>
          <p:spPr bwMode="auto">
            <a:xfrm>
              <a:off x="10338979" y="3072662"/>
              <a:ext cx="391271" cy="400979"/>
            </a:xfrm>
            <a:custGeom>
              <a:avLst/>
              <a:gdLst>
                <a:gd name="T0" fmla="*/ 128 w 145"/>
                <a:gd name="T1" fmla="*/ 18 h 144"/>
                <a:gd name="T2" fmla="*/ 104 w 145"/>
                <a:gd name="T3" fmla="*/ 7 h 144"/>
                <a:gd name="T4" fmla="*/ 101 w 145"/>
                <a:gd name="T5" fmla="*/ 23 h 144"/>
                <a:gd name="T6" fmla="*/ 91 w 145"/>
                <a:gd name="T7" fmla="*/ 31 h 144"/>
                <a:gd name="T8" fmla="*/ 90 w 145"/>
                <a:gd name="T9" fmla="*/ 42 h 144"/>
                <a:gd name="T10" fmla="*/ 98 w 145"/>
                <a:gd name="T11" fmla="*/ 39 h 144"/>
                <a:gd name="T12" fmla="*/ 100 w 145"/>
                <a:gd name="T13" fmla="*/ 32 h 144"/>
                <a:gd name="T14" fmla="*/ 118 w 145"/>
                <a:gd name="T15" fmla="*/ 33 h 144"/>
                <a:gd name="T16" fmla="*/ 135 w 145"/>
                <a:gd name="T17" fmla="*/ 24 h 144"/>
                <a:gd name="T18" fmla="*/ 137 w 145"/>
                <a:gd name="T19" fmla="*/ 16 h 144"/>
                <a:gd name="T20" fmla="*/ 89 w 145"/>
                <a:gd name="T21" fmla="*/ 61 h 144"/>
                <a:gd name="T22" fmla="*/ 80 w 145"/>
                <a:gd name="T23" fmla="*/ 80 h 144"/>
                <a:gd name="T24" fmla="*/ 67 w 145"/>
                <a:gd name="T25" fmla="*/ 84 h 144"/>
                <a:gd name="T26" fmla="*/ 55 w 145"/>
                <a:gd name="T27" fmla="*/ 99 h 144"/>
                <a:gd name="T28" fmla="*/ 40 w 145"/>
                <a:gd name="T29" fmla="*/ 102 h 144"/>
                <a:gd name="T30" fmla="*/ 14 w 145"/>
                <a:gd name="T31" fmla="*/ 112 h 144"/>
                <a:gd name="T32" fmla="*/ 24 w 145"/>
                <a:gd name="T33" fmla="*/ 115 h 144"/>
                <a:gd name="T34" fmla="*/ 48 w 145"/>
                <a:gd name="T35" fmla="*/ 117 h 144"/>
                <a:gd name="T36" fmla="*/ 61 w 145"/>
                <a:gd name="T37" fmla="*/ 111 h 144"/>
                <a:gd name="T38" fmla="*/ 74 w 145"/>
                <a:gd name="T39" fmla="*/ 109 h 144"/>
                <a:gd name="T40" fmla="*/ 86 w 145"/>
                <a:gd name="T41" fmla="*/ 104 h 144"/>
                <a:gd name="T42" fmla="*/ 96 w 145"/>
                <a:gd name="T43" fmla="*/ 91 h 144"/>
                <a:gd name="T44" fmla="*/ 106 w 145"/>
                <a:gd name="T45" fmla="*/ 69 h 144"/>
                <a:gd name="T46" fmla="*/ 91 w 145"/>
                <a:gd name="T47" fmla="*/ 50 h 144"/>
                <a:gd name="T48" fmla="*/ 28 w 145"/>
                <a:gd name="T49" fmla="*/ 117 h 144"/>
                <a:gd name="T50" fmla="*/ 32 w 145"/>
                <a:gd name="T51" fmla="*/ 126 h 144"/>
                <a:gd name="T52" fmla="*/ 45 w 145"/>
                <a:gd name="T53" fmla="*/ 115 h 144"/>
                <a:gd name="T54" fmla="*/ 19 w 145"/>
                <a:gd name="T55" fmla="*/ 124 h 144"/>
                <a:gd name="T56" fmla="*/ 5 w 145"/>
                <a:gd name="T57" fmla="*/ 122 h 144"/>
                <a:gd name="T58" fmla="*/ 7 w 145"/>
                <a:gd name="T59" fmla="*/ 125 h 144"/>
                <a:gd name="T60" fmla="*/ 11 w 145"/>
                <a:gd name="T61" fmla="*/ 144 h 144"/>
                <a:gd name="T62" fmla="*/ 19 w 145"/>
                <a:gd name="T63" fmla="*/ 12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44">
                  <a:moveTo>
                    <a:pt x="137" y="16"/>
                  </a:moveTo>
                  <a:cubicBezTo>
                    <a:pt x="135" y="13"/>
                    <a:pt x="132" y="17"/>
                    <a:pt x="128" y="18"/>
                  </a:cubicBezTo>
                  <a:cubicBezTo>
                    <a:pt x="124" y="18"/>
                    <a:pt x="113" y="9"/>
                    <a:pt x="110" y="4"/>
                  </a:cubicBezTo>
                  <a:cubicBezTo>
                    <a:pt x="107" y="0"/>
                    <a:pt x="102" y="3"/>
                    <a:pt x="104" y="7"/>
                  </a:cubicBezTo>
                  <a:cubicBezTo>
                    <a:pt x="107" y="10"/>
                    <a:pt x="104" y="11"/>
                    <a:pt x="104" y="15"/>
                  </a:cubicBezTo>
                  <a:cubicBezTo>
                    <a:pt x="104" y="20"/>
                    <a:pt x="101" y="20"/>
                    <a:pt x="101" y="23"/>
                  </a:cubicBezTo>
                  <a:cubicBezTo>
                    <a:pt x="102" y="26"/>
                    <a:pt x="97" y="25"/>
                    <a:pt x="94" y="26"/>
                  </a:cubicBezTo>
                  <a:cubicBezTo>
                    <a:pt x="91" y="26"/>
                    <a:pt x="95" y="29"/>
                    <a:pt x="91" y="31"/>
                  </a:cubicBezTo>
                  <a:cubicBezTo>
                    <a:pt x="88" y="32"/>
                    <a:pt x="88" y="35"/>
                    <a:pt x="90" y="36"/>
                  </a:cubicBezTo>
                  <a:cubicBezTo>
                    <a:pt x="91" y="37"/>
                    <a:pt x="90" y="40"/>
                    <a:pt x="90" y="42"/>
                  </a:cubicBezTo>
                  <a:cubicBezTo>
                    <a:pt x="89" y="44"/>
                    <a:pt x="92" y="43"/>
                    <a:pt x="94" y="40"/>
                  </a:cubicBezTo>
                  <a:cubicBezTo>
                    <a:pt x="96" y="38"/>
                    <a:pt x="98" y="42"/>
                    <a:pt x="98" y="39"/>
                  </a:cubicBezTo>
                  <a:cubicBezTo>
                    <a:pt x="99" y="37"/>
                    <a:pt x="93" y="36"/>
                    <a:pt x="93" y="33"/>
                  </a:cubicBezTo>
                  <a:cubicBezTo>
                    <a:pt x="94" y="31"/>
                    <a:pt x="97" y="34"/>
                    <a:pt x="100" y="32"/>
                  </a:cubicBezTo>
                  <a:cubicBezTo>
                    <a:pt x="103" y="31"/>
                    <a:pt x="109" y="32"/>
                    <a:pt x="113" y="35"/>
                  </a:cubicBezTo>
                  <a:cubicBezTo>
                    <a:pt x="117" y="39"/>
                    <a:pt x="118" y="37"/>
                    <a:pt x="118" y="33"/>
                  </a:cubicBezTo>
                  <a:cubicBezTo>
                    <a:pt x="119" y="30"/>
                    <a:pt x="125" y="28"/>
                    <a:pt x="131" y="28"/>
                  </a:cubicBezTo>
                  <a:cubicBezTo>
                    <a:pt x="136" y="28"/>
                    <a:pt x="137" y="25"/>
                    <a:pt x="135" y="24"/>
                  </a:cubicBezTo>
                  <a:cubicBezTo>
                    <a:pt x="133" y="23"/>
                    <a:pt x="145" y="15"/>
                    <a:pt x="144" y="13"/>
                  </a:cubicBezTo>
                  <a:cubicBezTo>
                    <a:pt x="144" y="11"/>
                    <a:pt x="138" y="18"/>
                    <a:pt x="137" y="16"/>
                  </a:cubicBezTo>
                  <a:close/>
                  <a:moveTo>
                    <a:pt x="91" y="50"/>
                  </a:moveTo>
                  <a:cubicBezTo>
                    <a:pt x="88" y="51"/>
                    <a:pt x="87" y="59"/>
                    <a:pt x="89" y="61"/>
                  </a:cubicBezTo>
                  <a:cubicBezTo>
                    <a:pt x="92" y="63"/>
                    <a:pt x="85" y="67"/>
                    <a:pt x="85" y="72"/>
                  </a:cubicBezTo>
                  <a:cubicBezTo>
                    <a:pt x="85" y="77"/>
                    <a:pt x="81" y="77"/>
                    <a:pt x="80" y="80"/>
                  </a:cubicBezTo>
                  <a:cubicBezTo>
                    <a:pt x="79" y="84"/>
                    <a:pt x="76" y="83"/>
                    <a:pt x="72" y="86"/>
                  </a:cubicBezTo>
                  <a:cubicBezTo>
                    <a:pt x="68" y="90"/>
                    <a:pt x="66" y="86"/>
                    <a:pt x="67" y="84"/>
                  </a:cubicBezTo>
                  <a:cubicBezTo>
                    <a:pt x="68" y="81"/>
                    <a:pt x="60" y="85"/>
                    <a:pt x="60" y="90"/>
                  </a:cubicBezTo>
                  <a:cubicBezTo>
                    <a:pt x="61" y="96"/>
                    <a:pt x="53" y="96"/>
                    <a:pt x="55" y="99"/>
                  </a:cubicBezTo>
                  <a:cubicBezTo>
                    <a:pt x="57" y="101"/>
                    <a:pt x="50" y="103"/>
                    <a:pt x="50" y="100"/>
                  </a:cubicBezTo>
                  <a:cubicBezTo>
                    <a:pt x="50" y="98"/>
                    <a:pt x="46" y="99"/>
                    <a:pt x="40" y="102"/>
                  </a:cubicBezTo>
                  <a:cubicBezTo>
                    <a:pt x="34" y="104"/>
                    <a:pt x="31" y="99"/>
                    <a:pt x="27" y="102"/>
                  </a:cubicBezTo>
                  <a:cubicBezTo>
                    <a:pt x="24" y="106"/>
                    <a:pt x="19" y="111"/>
                    <a:pt x="14" y="112"/>
                  </a:cubicBezTo>
                  <a:cubicBezTo>
                    <a:pt x="10" y="113"/>
                    <a:pt x="13" y="118"/>
                    <a:pt x="14" y="117"/>
                  </a:cubicBezTo>
                  <a:cubicBezTo>
                    <a:pt x="17" y="116"/>
                    <a:pt x="22" y="117"/>
                    <a:pt x="24" y="115"/>
                  </a:cubicBezTo>
                  <a:cubicBezTo>
                    <a:pt x="25" y="113"/>
                    <a:pt x="37" y="110"/>
                    <a:pt x="45" y="110"/>
                  </a:cubicBezTo>
                  <a:cubicBezTo>
                    <a:pt x="52" y="109"/>
                    <a:pt x="48" y="113"/>
                    <a:pt x="48" y="117"/>
                  </a:cubicBezTo>
                  <a:cubicBezTo>
                    <a:pt x="49" y="121"/>
                    <a:pt x="55" y="120"/>
                    <a:pt x="58" y="117"/>
                  </a:cubicBezTo>
                  <a:cubicBezTo>
                    <a:pt x="61" y="113"/>
                    <a:pt x="64" y="113"/>
                    <a:pt x="61" y="111"/>
                  </a:cubicBezTo>
                  <a:cubicBezTo>
                    <a:pt x="58" y="109"/>
                    <a:pt x="62" y="107"/>
                    <a:pt x="64" y="110"/>
                  </a:cubicBezTo>
                  <a:cubicBezTo>
                    <a:pt x="66" y="113"/>
                    <a:pt x="72" y="113"/>
                    <a:pt x="74" y="109"/>
                  </a:cubicBezTo>
                  <a:cubicBezTo>
                    <a:pt x="77" y="105"/>
                    <a:pt x="78" y="110"/>
                    <a:pt x="81" y="109"/>
                  </a:cubicBezTo>
                  <a:cubicBezTo>
                    <a:pt x="84" y="109"/>
                    <a:pt x="85" y="102"/>
                    <a:pt x="86" y="104"/>
                  </a:cubicBezTo>
                  <a:cubicBezTo>
                    <a:pt x="86" y="107"/>
                    <a:pt x="91" y="106"/>
                    <a:pt x="94" y="103"/>
                  </a:cubicBezTo>
                  <a:cubicBezTo>
                    <a:pt x="97" y="100"/>
                    <a:pt x="94" y="94"/>
                    <a:pt x="96" y="91"/>
                  </a:cubicBezTo>
                  <a:cubicBezTo>
                    <a:pt x="98" y="88"/>
                    <a:pt x="100" y="82"/>
                    <a:pt x="98" y="78"/>
                  </a:cubicBezTo>
                  <a:cubicBezTo>
                    <a:pt x="96" y="75"/>
                    <a:pt x="102" y="72"/>
                    <a:pt x="106" y="69"/>
                  </a:cubicBezTo>
                  <a:cubicBezTo>
                    <a:pt x="109" y="66"/>
                    <a:pt x="102" y="51"/>
                    <a:pt x="102" y="47"/>
                  </a:cubicBezTo>
                  <a:cubicBezTo>
                    <a:pt x="101" y="42"/>
                    <a:pt x="93" y="48"/>
                    <a:pt x="91" y="50"/>
                  </a:cubicBezTo>
                  <a:close/>
                  <a:moveTo>
                    <a:pt x="36" y="114"/>
                  </a:moveTo>
                  <a:cubicBezTo>
                    <a:pt x="35" y="117"/>
                    <a:pt x="32" y="116"/>
                    <a:pt x="28" y="117"/>
                  </a:cubicBezTo>
                  <a:cubicBezTo>
                    <a:pt x="24" y="117"/>
                    <a:pt x="24" y="127"/>
                    <a:pt x="27" y="128"/>
                  </a:cubicBezTo>
                  <a:cubicBezTo>
                    <a:pt x="29" y="129"/>
                    <a:pt x="31" y="129"/>
                    <a:pt x="32" y="126"/>
                  </a:cubicBezTo>
                  <a:cubicBezTo>
                    <a:pt x="32" y="123"/>
                    <a:pt x="36" y="122"/>
                    <a:pt x="39" y="123"/>
                  </a:cubicBezTo>
                  <a:cubicBezTo>
                    <a:pt x="41" y="124"/>
                    <a:pt x="45" y="119"/>
                    <a:pt x="45" y="115"/>
                  </a:cubicBezTo>
                  <a:cubicBezTo>
                    <a:pt x="45" y="112"/>
                    <a:pt x="37" y="112"/>
                    <a:pt x="36" y="114"/>
                  </a:cubicBezTo>
                  <a:close/>
                  <a:moveTo>
                    <a:pt x="19" y="124"/>
                  </a:moveTo>
                  <a:cubicBezTo>
                    <a:pt x="19" y="122"/>
                    <a:pt x="13" y="122"/>
                    <a:pt x="13" y="120"/>
                  </a:cubicBezTo>
                  <a:cubicBezTo>
                    <a:pt x="13" y="118"/>
                    <a:pt x="9" y="119"/>
                    <a:pt x="5" y="122"/>
                  </a:cubicBezTo>
                  <a:cubicBezTo>
                    <a:pt x="2" y="124"/>
                    <a:pt x="0" y="125"/>
                    <a:pt x="2" y="128"/>
                  </a:cubicBezTo>
                  <a:cubicBezTo>
                    <a:pt x="3" y="130"/>
                    <a:pt x="6" y="128"/>
                    <a:pt x="7" y="125"/>
                  </a:cubicBezTo>
                  <a:cubicBezTo>
                    <a:pt x="8" y="122"/>
                    <a:pt x="10" y="129"/>
                    <a:pt x="8" y="134"/>
                  </a:cubicBezTo>
                  <a:cubicBezTo>
                    <a:pt x="6" y="138"/>
                    <a:pt x="8" y="144"/>
                    <a:pt x="11" y="144"/>
                  </a:cubicBezTo>
                  <a:cubicBezTo>
                    <a:pt x="14" y="143"/>
                    <a:pt x="17" y="134"/>
                    <a:pt x="21" y="130"/>
                  </a:cubicBezTo>
                  <a:cubicBezTo>
                    <a:pt x="24" y="125"/>
                    <a:pt x="19" y="127"/>
                    <a:pt x="19" y="124"/>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80" name="Freeform 149">
              <a:extLst>
                <a:ext uri="{FF2B5EF4-FFF2-40B4-BE49-F238E27FC236}">
                  <a16:creationId xmlns:a16="http://schemas.microsoft.com/office/drawing/2014/main" id="{C3C7EE69-91C4-8237-D78F-DE15B1C1E587}"/>
                </a:ext>
              </a:extLst>
            </p:cNvPr>
            <p:cNvSpPr>
              <a:spLocks noEditPoints="1"/>
            </p:cNvSpPr>
            <p:nvPr/>
          </p:nvSpPr>
          <p:spPr bwMode="auto">
            <a:xfrm>
              <a:off x="9099001" y="2828078"/>
              <a:ext cx="1364318" cy="977165"/>
            </a:xfrm>
            <a:custGeom>
              <a:avLst/>
              <a:gdLst>
                <a:gd name="T0" fmla="*/ 481 w 506"/>
                <a:gd name="T1" fmla="*/ 66 h 351"/>
                <a:gd name="T2" fmla="*/ 456 w 506"/>
                <a:gd name="T3" fmla="*/ 48 h 351"/>
                <a:gd name="T4" fmla="*/ 436 w 506"/>
                <a:gd name="T5" fmla="*/ 20 h 351"/>
                <a:gd name="T6" fmla="*/ 406 w 506"/>
                <a:gd name="T7" fmla="*/ 1 h 351"/>
                <a:gd name="T8" fmla="*/ 387 w 506"/>
                <a:gd name="T9" fmla="*/ 16 h 351"/>
                <a:gd name="T10" fmla="*/ 370 w 506"/>
                <a:gd name="T11" fmla="*/ 41 h 351"/>
                <a:gd name="T12" fmla="*/ 345 w 506"/>
                <a:gd name="T13" fmla="*/ 55 h 351"/>
                <a:gd name="T14" fmla="*/ 360 w 506"/>
                <a:gd name="T15" fmla="*/ 65 h 351"/>
                <a:gd name="T16" fmla="*/ 360 w 506"/>
                <a:gd name="T17" fmla="*/ 79 h 351"/>
                <a:gd name="T18" fmla="*/ 316 w 506"/>
                <a:gd name="T19" fmla="*/ 95 h 351"/>
                <a:gd name="T20" fmla="*/ 284 w 506"/>
                <a:gd name="T21" fmla="*/ 122 h 351"/>
                <a:gd name="T22" fmla="*/ 235 w 506"/>
                <a:gd name="T23" fmla="*/ 124 h 351"/>
                <a:gd name="T24" fmla="*/ 180 w 506"/>
                <a:gd name="T25" fmla="*/ 117 h 351"/>
                <a:gd name="T26" fmla="*/ 157 w 506"/>
                <a:gd name="T27" fmla="*/ 94 h 351"/>
                <a:gd name="T28" fmla="*/ 136 w 506"/>
                <a:gd name="T29" fmla="*/ 68 h 351"/>
                <a:gd name="T30" fmla="*/ 115 w 506"/>
                <a:gd name="T31" fmla="*/ 49 h 351"/>
                <a:gd name="T32" fmla="*/ 103 w 506"/>
                <a:gd name="T33" fmla="*/ 57 h 351"/>
                <a:gd name="T34" fmla="*/ 83 w 506"/>
                <a:gd name="T35" fmla="*/ 72 h 351"/>
                <a:gd name="T36" fmla="*/ 66 w 506"/>
                <a:gd name="T37" fmla="*/ 91 h 351"/>
                <a:gd name="T38" fmla="*/ 59 w 506"/>
                <a:gd name="T39" fmla="*/ 112 h 351"/>
                <a:gd name="T40" fmla="*/ 39 w 506"/>
                <a:gd name="T41" fmla="*/ 132 h 351"/>
                <a:gd name="T42" fmla="*/ 15 w 506"/>
                <a:gd name="T43" fmla="*/ 139 h 351"/>
                <a:gd name="T44" fmla="*/ 0 w 506"/>
                <a:gd name="T45" fmla="*/ 150 h 351"/>
                <a:gd name="T46" fmla="*/ 11 w 506"/>
                <a:gd name="T47" fmla="*/ 174 h 351"/>
                <a:gd name="T48" fmla="*/ 30 w 506"/>
                <a:gd name="T49" fmla="*/ 190 h 351"/>
                <a:gd name="T50" fmla="*/ 45 w 506"/>
                <a:gd name="T51" fmla="*/ 185 h 351"/>
                <a:gd name="T52" fmla="*/ 42 w 506"/>
                <a:gd name="T53" fmla="*/ 207 h 351"/>
                <a:gd name="T54" fmla="*/ 43 w 506"/>
                <a:gd name="T55" fmla="*/ 227 h 351"/>
                <a:gd name="T56" fmla="*/ 58 w 506"/>
                <a:gd name="T57" fmla="*/ 241 h 351"/>
                <a:gd name="T58" fmla="*/ 103 w 506"/>
                <a:gd name="T59" fmla="*/ 260 h 351"/>
                <a:gd name="T60" fmla="*/ 122 w 506"/>
                <a:gd name="T61" fmla="*/ 264 h 351"/>
                <a:gd name="T62" fmla="*/ 137 w 506"/>
                <a:gd name="T63" fmla="*/ 260 h 351"/>
                <a:gd name="T64" fmla="*/ 157 w 506"/>
                <a:gd name="T65" fmla="*/ 255 h 351"/>
                <a:gd name="T66" fmla="*/ 182 w 506"/>
                <a:gd name="T67" fmla="*/ 255 h 351"/>
                <a:gd name="T68" fmla="*/ 196 w 506"/>
                <a:gd name="T69" fmla="*/ 264 h 351"/>
                <a:gd name="T70" fmla="*/ 191 w 506"/>
                <a:gd name="T71" fmla="*/ 296 h 351"/>
                <a:gd name="T72" fmla="*/ 205 w 506"/>
                <a:gd name="T73" fmla="*/ 314 h 351"/>
                <a:gd name="T74" fmla="*/ 223 w 506"/>
                <a:gd name="T75" fmla="*/ 322 h 351"/>
                <a:gd name="T76" fmla="*/ 236 w 506"/>
                <a:gd name="T77" fmla="*/ 308 h 351"/>
                <a:gd name="T78" fmla="*/ 263 w 506"/>
                <a:gd name="T79" fmla="*/ 306 h 351"/>
                <a:gd name="T80" fmla="*/ 280 w 506"/>
                <a:gd name="T81" fmla="*/ 318 h 351"/>
                <a:gd name="T82" fmla="*/ 294 w 506"/>
                <a:gd name="T83" fmla="*/ 329 h 351"/>
                <a:gd name="T84" fmla="*/ 333 w 506"/>
                <a:gd name="T85" fmla="*/ 309 h 351"/>
                <a:gd name="T86" fmla="*/ 362 w 506"/>
                <a:gd name="T87" fmla="*/ 293 h 351"/>
                <a:gd name="T88" fmla="*/ 377 w 506"/>
                <a:gd name="T89" fmla="*/ 276 h 351"/>
                <a:gd name="T90" fmla="*/ 391 w 506"/>
                <a:gd name="T91" fmla="*/ 258 h 351"/>
                <a:gd name="T92" fmla="*/ 394 w 506"/>
                <a:gd name="T93" fmla="*/ 242 h 351"/>
                <a:gd name="T94" fmla="*/ 390 w 506"/>
                <a:gd name="T95" fmla="*/ 229 h 351"/>
                <a:gd name="T96" fmla="*/ 388 w 506"/>
                <a:gd name="T97" fmla="*/ 217 h 351"/>
                <a:gd name="T98" fmla="*/ 377 w 506"/>
                <a:gd name="T99" fmla="*/ 189 h 351"/>
                <a:gd name="T100" fmla="*/ 401 w 506"/>
                <a:gd name="T101" fmla="*/ 176 h 351"/>
                <a:gd name="T102" fmla="*/ 371 w 506"/>
                <a:gd name="T103" fmla="*/ 167 h 351"/>
                <a:gd name="T104" fmla="*/ 383 w 506"/>
                <a:gd name="T105" fmla="*/ 144 h 351"/>
                <a:gd name="T106" fmla="*/ 396 w 506"/>
                <a:gd name="T107" fmla="*/ 156 h 351"/>
                <a:gd name="T108" fmla="*/ 433 w 506"/>
                <a:gd name="T109" fmla="*/ 135 h 351"/>
                <a:gd name="T110" fmla="*/ 453 w 506"/>
                <a:gd name="T111" fmla="*/ 126 h 351"/>
                <a:gd name="T112" fmla="*/ 473 w 506"/>
                <a:gd name="T113" fmla="*/ 118 h 351"/>
                <a:gd name="T114" fmla="*/ 475 w 506"/>
                <a:gd name="T115" fmla="*/ 96 h 351"/>
                <a:gd name="T116" fmla="*/ 499 w 506"/>
                <a:gd name="T117" fmla="*/ 80 h 351"/>
                <a:gd name="T118" fmla="*/ 386 w 506"/>
                <a:gd name="T119" fmla="*/ 313 h 351"/>
                <a:gd name="T120" fmla="*/ 284 w 506"/>
                <a:gd name="T121" fmla="*/ 344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6" h="351">
                  <a:moveTo>
                    <a:pt x="503" y="63"/>
                  </a:moveTo>
                  <a:cubicBezTo>
                    <a:pt x="503" y="58"/>
                    <a:pt x="498" y="60"/>
                    <a:pt x="496" y="61"/>
                  </a:cubicBezTo>
                  <a:cubicBezTo>
                    <a:pt x="495" y="62"/>
                    <a:pt x="490" y="61"/>
                    <a:pt x="488" y="64"/>
                  </a:cubicBezTo>
                  <a:cubicBezTo>
                    <a:pt x="487" y="67"/>
                    <a:pt x="484" y="65"/>
                    <a:pt x="481" y="66"/>
                  </a:cubicBezTo>
                  <a:cubicBezTo>
                    <a:pt x="477" y="66"/>
                    <a:pt x="472" y="65"/>
                    <a:pt x="472" y="62"/>
                  </a:cubicBezTo>
                  <a:cubicBezTo>
                    <a:pt x="473" y="60"/>
                    <a:pt x="470" y="58"/>
                    <a:pt x="471" y="55"/>
                  </a:cubicBezTo>
                  <a:cubicBezTo>
                    <a:pt x="471" y="53"/>
                    <a:pt x="467" y="54"/>
                    <a:pt x="465" y="51"/>
                  </a:cubicBezTo>
                  <a:cubicBezTo>
                    <a:pt x="462" y="49"/>
                    <a:pt x="457" y="47"/>
                    <a:pt x="456" y="48"/>
                  </a:cubicBezTo>
                  <a:cubicBezTo>
                    <a:pt x="455" y="48"/>
                    <a:pt x="452" y="45"/>
                    <a:pt x="448" y="45"/>
                  </a:cubicBezTo>
                  <a:cubicBezTo>
                    <a:pt x="444" y="44"/>
                    <a:pt x="444" y="42"/>
                    <a:pt x="445" y="40"/>
                  </a:cubicBezTo>
                  <a:cubicBezTo>
                    <a:pt x="445" y="38"/>
                    <a:pt x="441" y="33"/>
                    <a:pt x="441" y="30"/>
                  </a:cubicBezTo>
                  <a:cubicBezTo>
                    <a:pt x="440" y="27"/>
                    <a:pt x="437" y="26"/>
                    <a:pt x="436" y="20"/>
                  </a:cubicBezTo>
                  <a:cubicBezTo>
                    <a:pt x="434" y="13"/>
                    <a:pt x="431" y="15"/>
                    <a:pt x="432" y="12"/>
                  </a:cubicBezTo>
                  <a:cubicBezTo>
                    <a:pt x="432" y="9"/>
                    <a:pt x="427" y="7"/>
                    <a:pt x="426" y="6"/>
                  </a:cubicBezTo>
                  <a:cubicBezTo>
                    <a:pt x="425" y="4"/>
                    <a:pt x="420" y="5"/>
                    <a:pt x="416" y="3"/>
                  </a:cubicBezTo>
                  <a:cubicBezTo>
                    <a:pt x="412" y="1"/>
                    <a:pt x="410" y="2"/>
                    <a:pt x="406" y="1"/>
                  </a:cubicBezTo>
                  <a:cubicBezTo>
                    <a:pt x="403" y="0"/>
                    <a:pt x="395" y="2"/>
                    <a:pt x="394" y="2"/>
                  </a:cubicBezTo>
                  <a:cubicBezTo>
                    <a:pt x="393" y="2"/>
                    <a:pt x="387" y="1"/>
                    <a:pt x="383" y="6"/>
                  </a:cubicBezTo>
                  <a:cubicBezTo>
                    <a:pt x="380" y="10"/>
                    <a:pt x="383" y="10"/>
                    <a:pt x="384" y="10"/>
                  </a:cubicBezTo>
                  <a:cubicBezTo>
                    <a:pt x="386" y="10"/>
                    <a:pt x="386" y="15"/>
                    <a:pt x="387" y="16"/>
                  </a:cubicBezTo>
                  <a:cubicBezTo>
                    <a:pt x="387" y="18"/>
                    <a:pt x="384" y="20"/>
                    <a:pt x="383" y="20"/>
                  </a:cubicBezTo>
                  <a:cubicBezTo>
                    <a:pt x="382" y="21"/>
                    <a:pt x="378" y="26"/>
                    <a:pt x="378" y="28"/>
                  </a:cubicBezTo>
                  <a:cubicBezTo>
                    <a:pt x="377" y="30"/>
                    <a:pt x="373" y="35"/>
                    <a:pt x="374" y="37"/>
                  </a:cubicBezTo>
                  <a:cubicBezTo>
                    <a:pt x="374" y="39"/>
                    <a:pt x="372" y="41"/>
                    <a:pt x="370" y="41"/>
                  </a:cubicBezTo>
                  <a:cubicBezTo>
                    <a:pt x="368" y="41"/>
                    <a:pt x="363" y="45"/>
                    <a:pt x="362" y="45"/>
                  </a:cubicBezTo>
                  <a:cubicBezTo>
                    <a:pt x="360" y="46"/>
                    <a:pt x="354" y="45"/>
                    <a:pt x="354" y="43"/>
                  </a:cubicBezTo>
                  <a:cubicBezTo>
                    <a:pt x="353" y="42"/>
                    <a:pt x="353" y="42"/>
                    <a:pt x="352" y="41"/>
                  </a:cubicBezTo>
                  <a:cubicBezTo>
                    <a:pt x="345" y="55"/>
                    <a:pt x="345" y="55"/>
                    <a:pt x="345" y="55"/>
                  </a:cubicBezTo>
                  <a:cubicBezTo>
                    <a:pt x="345" y="59"/>
                    <a:pt x="345" y="59"/>
                    <a:pt x="345" y="59"/>
                  </a:cubicBezTo>
                  <a:cubicBezTo>
                    <a:pt x="345" y="59"/>
                    <a:pt x="340" y="60"/>
                    <a:pt x="343" y="64"/>
                  </a:cubicBezTo>
                  <a:cubicBezTo>
                    <a:pt x="347" y="67"/>
                    <a:pt x="347" y="64"/>
                    <a:pt x="352" y="64"/>
                  </a:cubicBezTo>
                  <a:cubicBezTo>
                    <a:pt x="357" y="64"/>
                    <a:pt x="359" y="68"/>
                    <a:pt x="360" y="65"/>
                  </a:cubicBezTo>
                  <a:cubicBezTo>
                    <a:pt x="361" y="62"/>
                    <a:pt x="366" y="61"/>
                    <a:pt x="368" y="64"/>
                  </a:cubicBezTo>
                  <a:cubicBezTo>
                    <a:pt x="371" y="67"/>
                    <a:pt x="380" y="73"/>
                    <a:pt x="379" y="75"/>
                  </a:cubicBezTo>
                  <a:cubicBezTo>
                    <a:pt x="379" y="78"/>
                    <a:pt x="374" y="78"/>
                    <a:pt x="371" y="77"/>
                  </a:cubicBezTo>
                  <a:cubicBezTo>
                    <a:pt x="367" y="75"/>
                    <a:pt x="363" y="79"/>
                    <a:pt x="360" y="79"/>
                  </a:cubicBezTo>
                  <a:cubicBezTo>
                    <a:pt x="356" y="79"/>
                    <a:pt x="353" y="80"/>
                    <a:pt x="349" y="83"/>
                  </a:cubicBezTo>
                  <a:cubicBezTo>
                    <a:pt x="346" y="86"/>
                    <a:pt x="347" y="90"/>
                    <a:pt x="342" y="90"/>
                  </a:cubicBezTo>
                  <a:cubicBezTo>
                    <a:pt x="337" y="91"/>
                    <a:pt x="335" y="90"/>
                    <a:pt x="329" y="94"/>
                  </a:cubicBezTo>
                  <a:cubicBezTo>
                    <a:pt x="324" y="98"/>
                    <a:pt x="318" y="96"/>
                    <a:pt x="316" y="95"/>
                  </a:cubicBezTo>
                  <a:cubicBezTo>
                    <a:pt x="314" y="94"/>
                    <a:pt x="310" y="93"/>
                    <a:pt x="308" y="97"/>
                  </a:cubicBezTo>
                  <a:cubicBezTo>
                    <a:pt x="305" y="101"/>
                    <a:pt x="310" y="103"/>
                    <a:pt x="310" y="107"/>
                  </a:cubicBezTo>
                  <a:cubicBezTo>
                    <a:pt x="309" y="111"/>
                    <a:pt x="304" y="110"/>
                    <a:pt x="299" y="115"/>
                  </a:cubicBezTo>
                  <a:cubicBezTo>
                    <a:pt x="295" y="120"/>
                    <a:pt x="288" y="122"/>
                    <a:pt x="284" y="122"/>
                  </a:cubicBezTo>
                  <a:cubicBezTo>
                    <a:pt x="281" y="121"/>
                    <a:pt x="272" y="119"/>
                    <a:pt x="265" y="122"/>
                  </a:cubicBezTo>
                  <a:cubicBezTo>
                    <a:pt x="258" y="125"/>
                    <a:pt x="253" y="130"/>
                    <a:pt x="251" y="130"/>
                  </a:cubicBezTo>
                  <a:cubicBezTo>
                    <a:pt x="248" y="129"/>
                    <a:pt x="248" y="126"/>
                    <a:pt x="244" y="126"/>
                  </a:cubicBezTo>
                  <a:cubicBezTo>
                    <a:pt x="240" y="127"/>
                    <a:pt x="238" y="126"/>
                    <a:pt x="235" y="124"/>
                  </a:cubicBezTo>
                  <a:cubicBezTo>
                    <a:pt x="233" y="123"/>
                    <a:pt x="231" y="125"/>
                    <a:pt x="226" y="122"/>
                  </a:cubicBezTo>
                  <a:cubicBezTo>
                    <a:pt x="222" y="119"/>
                    <a:pt x="214" y="119"/>
                    <a:pt x="211" y="119"/>
                  </a:cubicBezTo>
                  <a:cubicBezTo>
                    <a:pt x="208" y="118"/>
                    <a:pt x="195" y="119"/>
                    <a:pt x="191" y="118"/>
                  </a:cubicBezTo>
                  <a:cubicBezTo>
                    <a:pt x="187" y="118"/>
                    <a:pt x="181" y="119"/>
                    <a:pt x="180" y="117"/>
                  </a:cubicBezTo>
                  <a:cubicBezTo>
                    <a:pt x="180" y="115"/>
                    <a:pt x="176" y="113"/>
                    <a:pt x="175" y="109"/>
                  </a:cubicBezTo>
                  <a:cubicBezTo>
                    <a:pt x="174" y="104"/>
                    <a:pt x="171" y="102"/>
                    <a:pt x="169" y="102"/>
                  </a:cubicBezTo>
                  <a:cubicBezTo>
                    <a:pt x="166" y="101"/>
                    <a:pt x="166" y="98"/>
                    <a:pt x="163" y="98"/>
                  </a:cubicBezTo>
                  <a:cubicBezTo>
                    <a:pt x="162" y="98"/>
                    <a:pt x="161" y="94"/>
                    <a:pt x="157" y="94"/>
                  </a:cubicBezTo>
                  <a:cubicBezTo>
                    <a:pt x="153" y="94"/>
                    <a:pt x="140" y="92"/>
                    <a:pt x="138" y="89"/>
                  </a:cubicBezTo>
                  <a:cubicBezTo>
                    <a:pt x="136" y="86"/>
                    <a:pt x="140" y="85"/>
                    <a:pt x="140" y="82"/>
                  </a:cubicBezTo>
                  <a:cubicBezTo>
                    <a:pt x="140" y="79"/>
                    <a:pt x="142" y="75"/>
                    <a:pt x="140" y="74"/>
                  </a:cubicBezTo>
                  <a:cubicBezTo>
                    <a:pt x="139" y="73"/>
                    <a:pt x="136" y="70"/>
                    <a:pt x="136" y="68"/>
                  </a:cubicBezTo>
                  <a:cubicBezTo>
                    <a:pt x="136" y="65"/>
                    <a:pt x="132" y="62"/>
                    <a:pt x="129" y="62"/>
                  </a:cubicBezTo>
                  <a:cubicBezTo>
                    <a:pt x="126" y="62"/>
                    <a:pt x="124" y="60"/>
                    <a:pt x="121" y="58"/>
                  </a:cubicBezTo>
                  <a:cubicBezTo>
                    <a:pt x="119" y="55"/>
                    <a:pt x="116" y="55"/>
                    <a:pt x="115" y="50"/>
                  </a:cubicBezTo>
                  <a:cubicBezTo>
                    <a:pt x="115" y="49"/>
                    <a:pt x="115" y="49"/>
                    <a:pt x="115" y="49"/>
                  </a:cubicBezTo>
                  <a:cubicBezTo>
                    <a:pt x="114" y="49"/>
                    <a:pt x="113" y="48"/>
                    <a:pt x="112" y="48"/>
                  </a:cubicBezTo>
                  <a:cubicBezTo>
                    <a:pt x="111" y="48"/>
                    <a:pt x="110" y="48"/>
                    <a:pt x="109" y="47"/>
                  </a:cubicBezTo>
                  <a:cubicBezTo>
                    <a:pt x="109" y="49"/>
                    <a:pt x="107" y="51"/>
                    <a:pt x="107" y="52"/>
                  </a:cubicBezTo>
                  <a:cubicBezTo>
                    <a:pt x="107" y="54"/>
                    <a:pt x="106" y="57"/>
                    <a:pt x="103" y="57"/>
                  </a:cubicBezTo>
                  <a:cubicBezTo>
                    <a:pt x="100" y="57"/>
                    <a:pt x="98" y="59"/>
                    <a:pt x="97" y="63"/>
                  </a:cubicBezTo>
                  <a:cubicBezTo>
                    <a:pt x="97" y="68"/>
                    <a:pt x="100" y="68"/>
                    <a:pt x="99" y="70"/>
                  </a:cubicBezTo>
                  <a:cubicBezTo>
                    <a:pt x="97" y="72"/>
                    <a:pt x="92" y="74"/>
                    <a:pt x="91" y="73"/>
                  </a:cubicBezTo>
                  <a:cubicBezTo>
                    <a:pt x="89" y="72"/>
                    <a:pt x="86" y="73"/>
                    <a:pt x="83" y="72"/>
                  </a:cubicBezTo>
                  <a:cubicBezTo>
                    <a:pt x="80" y="72"/>
                    <a:pt x="78" y="69"/>
                    <a:pt x="77" y="72"/>
                  </a:cubicBezTo>
                  <a:cubicBezTo>
                    <a:pt x="76" y="76"/>
                    <a:pt x="71" y="87"/>
                    <a:pt x="72" y="89"/>
                  </a:cubicBezTo>
                  <a:cubicBezTo>
                    <a:pt x="73" y="90"/>
                    <a:pt x="74" y="93"/>
                    <a:pt x="72" y="93"/>
                  </a:cubicBezTo>
                  <a:cubicBezTo>
                    <a:pt x="70" y="93"/>
                    <a:pt x="67" y="92"/>
                    <a:pt x="66" y="91"/>
                  </a:cubicBezTo>
                  <a:cubicBezTo>
                    <a:pt x="65" y="90"/>
                    <a:pt x="61" y="93"/>
                    <a:pt x="58" y="93"/>
                  </a:cubicBezTo>
                  <a:cubicBezTo>
                    <a:pt x="57" y="92"/>
                    <a:pt x="51" y="95"/>
                    <a:pt x="53" y="96"/>
                  </a:cubicBezTo>
                  <a:cubicBezTo>
                    <a:pt x="55" y="97"/>
                    <a:pt x="55" y="101"/>
                    <a:pt x="55" y="103"/>
                  </a:cubicBezTo>
                  <a:cubicBezTo>
                    <a:pt x="55" y="105"/>
                    <a:pt x="59" y="111"/>
                    <a:pt x="59" y="112"/>
                  </a:cubicBezTo>
                  <a:cubicBezTo>
                    <a:pt x="58" y="114"/>
                    <a:pt x="54" y="116"/>
                    <a:pt x="54" y="119"/>
                  </a:cubicBezTo>
                  <a:cubicBezTo>
                    <a:pt x="54" y="121"/>
                    <a:pt x="55" y="123"/>
                    <a:pt x="53" y="124"/>
                  </a:cubicBezTo>
                  <a:cubicBezTo>
                    <a:pt x="52" y="125"/>
                    <a:pt x="48" y="126"/>
                    <a:pt x="46" y="128"/>
                  </a:cubicBezTo>
                  <a:cubicBezTo>
                    <a:pt x="44" y="129"/>
                    <a:pt x="41" y="129"/>
                    <a:pt x="39" y="132"/>
                  </a:cubicBezTo>
                  <a:cubicBezTo>
                    <a:pt x="38" y="134"/>
                    <a:pt x="37" y="136"/>
                    <a:pt x="33" y="135"/>
                  </a:cubicBezTo>
                  <a:cubicBezTo>
                    <a:pt x="29" y="135"/>
                    <a:pt x="28" y="134"/>
                    <a:pt x="25" y="137"/>
                  </a:cubicBezTo>
                  <a:cubicBezTo>
                    <a:pt x="22" y="141"/>
                    <a:pt x="22" y="139"/>
                    <a:pt x="20" y="141"/>
                  </a:cubicBezTo>
                  <a:cubicBezTo>
                    <a:pt x="18" y="142"/>
                    <a:pt x="16" y="140"/>
                    <a:pt x="15" y="139"/>
                  </a:cubicBezTo>
                  <a:cubicBezTo>
                    <a:pt x="13" y="139"/>
                    <a:pt x="11" y="141"/>
                    <a:pt x="10" y="141"/>
                  </a:cubicBezTo>
                  <a:cubicBezTo>
                    <a:pt x="8" y="141"/>
                    <a:pt x="7" y="143"/>
                    <a:pt x="5" y="144"/>
                  </a:cubicBezTo>
                  <a:cubicBezTo>
                    <a:pt x="3" y="144"/>
                    <a:pt x="1" y="144"/>
                    <a:pt x="1" y="146"/>
                  </a:cubicBezTo>
                  <a:cubicBezTo>
                    <a:pt x="1" y="147"/>
                    <a:pt x="1" y="149"/>
                    <a:pt x="0" y="150"/>
                  </a:cubicBezTo>
                  <a:cubicBezTo>
                    <a:pt x="0" y="150"/>
                    <a:pt x="0" y="150"/>
                    <a:pt x="0" y="150"/>
                  </a:cubicBezTo>
                  <a:cubicBezTo>
                    <a:pt x="1" y="158"/>
                    <a:pt x="1" y="158"/>
                    <a:pt x="1" y="158"/>
                  </a:cubicBezTo>
                  <a:cubicBezTo>
                    <a:pt x="1" y="158"/>
                    <a:pt x="9" y="160"/>
                    <a:pt x="10" y="163"/>
                  </a:cubicBezTo>
                  <a:cubicBezTo>
                    <a:pt x="10" y="166"/>
                    <a:pt x="11" y="174"/>
                    <a:pt x="11" y="174"/>
                  </a:cubicBezTo>
                  <a:cubicBezTo>
                    <a:pt x="11" y="174"/>
                    <a:pt x="11" y="174"/>
                    <a:pt x="11" y="174"/>
                  </a:cubicBezTo>
                  <a:cubicBezTo>
                    <a:pt x="14" y="177"/>
                    <a:pt x="19" y="179"/>
                    <a:pt x="19" y="180"/>
                  </a:cubicBezTo>
                  <a:cubicBezTo>
                    <a:pt x="19" y="182"/>
                    <a:pt x="19" y="185"/>
                    <a:pt x="23" y="187"/>
                  </a:cubicBezTo>
                  <a:cubicBezTo>
                    <a:pt x="26" y="188"/>
                    <a:pt x="28" y="189"/>
                    <a:pt x="30" y="190"/>
                  </a:cubicBezTo>
                  <a:cubicBezTo>
                    <a:pt x="30" y="190"/>
                    <a:pt x="30" y="189"/>
                    <a:pt x="30" y="189"/>
                  </a:cubicBezTo>
                  <a:cubicBezTo>
                    <a:pt x="33" y="189"/>
                    <a:pt x="33" y="189"/>
                    <a:pt x="33" y="189"/>
                  </a:cubicBezTo>
                  <a:cubicBezTo>
                    <a:pt x="33" y="189"/>
                    <a:pt x="34" y="190"/>
                    <a:pt x="35" y="191"/>
                  </a:cubicBezTo>
                  <a:cubicBezTo>
                    <a:pt x="36" y="188"/>
                    <a:pt x="42" y="185"/>
                    <a:pt x="45" y="185"/>
                  </a:cubicBezTo>
                  <a:cubicBezTo>
                    <a:pt x="48" y="185"/>
                    <a:pt x="55" y="191"/>
                    <a:pt x="54" y="193"/>
                  </a:cubicBezTo>
                  <a:cubicBezTo>
                    <a:pt x="54" y="195"/>
                    <a:pt x="48" y="203"/>
                    <a:pt x="46" y="203"/>
                  </a:cubicBezTo>
                  <a:cubicBezTo>
                    <a:pt x="45" y="204"/>
                    <a:pt x="44" y="204"/>
                    <a:pt x="42" y="204"/>
                  </a:cubicBezTo>
                  <a:cubicBezTo>
                    <a:pt x="42" y="205"/>
                    <a:pt x="42" y="206"/>
                    <a:pt x="42" y="207"/>
                  </a:cubicBezTo>
                  <a:cubicBezTo>
                    <a:pt x="42" y="208"/>
                    <a:pt x="45" y="211"/>
                    <a:pt x="47" y="214"/>
                  </a:cubicBezTo>
                  <a:cubicBezTo>
                    <a:pt x="48" y="217"/>
                    <a:pt x="44" y="219"/>
                    <a:pt x="42" y="217"/>
                  </a:cubicBezTo>
                  <a:cubicBezTo>
                    <a:pt x="39" y="215"/>
                    <a:pt x="38" y="219"/>
                    <a:pt x="40" y="221"/>
                  </a:cubicBezTo>
                  <a:cubicBezTo>
                    <a:pt x="41" y="222"/>
                    <a:pt x="40" y="227"/>
                    <a:pt x="43" y="227"/>
                  </a:cubicBezTo>
                  <a:cubicBezTo>
                    <a:pt x="45" y="228"/>
                    <a:pt x="47" y="232"/>
                    <a:pt x="50" y="232"/>
                  </a:cubicBezTo>
                  <a:cubicBezTo>
                    <a:pt x="52" y="232"/>
                    <a:pt x="55" y="237"/>
                    <a:pt x="55" y="237"/>
                  </a:cubicBezTo>
                  <a:cubicBezTo>
                    <a:pt x="55" y="237"/>
                    <a:pt x="58" y="239"/>
                    <a:pt x="58" y="240"/>
                  </a:cubicBezTo>
                  <a:cubicBezTo>
                    <a:pt x="58" y="240"/>
                    <a:pt x="58" y="241"/>
                    <a:pt x="58" y="241"/>
                  </a:cubicBezTo>
                  <a:cubicBezTo>
                    <a:pt x="61" y="241"/>
                    <a:pt x="63" y="240"/>
                    <a:pt x="63" y="239"/>
                  </a:cubicBezTo>
                  <a:cubicBezTo>
                    <a:pt x="64" y="238"/>
                    <a:pt x="67" y="238"/>
                    <a:pt x="70" y="241"/>
                  </a:cubicBezTo>
                  <a:cubicBezTo>
                    <a:pt x="73" y="243"/>
                    <a:pt x="83" y="250"/>
                    <a:pt x="87" y="253"/>
                  </a:cubicBezTo>
                  <a:cubicBezTo>
                    <a:pt x="91" y="256"/>
                    <a:pt x="100" y="260"/>
                    <a:pt x="103" y="260"/>
                  </a:cubicBezTo>
                  <a:cubicBezTo>
                    <a:pt x="107" y="259"/>
                    <a:pt x="109" y="262"/>
                    <a:pt x="114" y="262"/>
                  </a:cubicBezTo>
                  <a:cubicBezTo>
                    <a:pt x="115" y="262"/>
                    <a:pt x="116" y="262"/>
                    <a:pt x="116" y="262"/>
                  </a:cubicBezTo>
                  <a:cubicBezTo>
                    <a:pt x="117" y="261"/>
                    <a:pt x="118" y="261"/>
                    <a:pt x="119" y="260"/>
                  </a:cubicBezTo>
                  <a:cubicBezTo>
                    <a:pt x="120" y="258"/>
                    <a:pt x="122" y="261"/>
                    <a:pt x="122" y="264"/>
                  </a:cubicBezTo>
                  <a:cubicBezTo>
                    <a:pt x="121" y="265"/>
                    <a:pt x="122" y="267"/>
                    <a:pt x="122" y="268"/>
                  </a:cubicBezTo>
                  <a:cubicBezTo>
                    <a:pt x="123" y="267"/>
                    <a:pt x="124" y="265"/>
                    <a:pt x="124" y="264"/>
                  </a:cubicBezTo>
                  <a:cubicBezTo>
                    <a:pt x="126" y="260"/>
                    <a:pt x="128" y="260"/>
                    <a:pt x="130" y="259"/>
                  </a:cubicBezTo>
                  <a:cubicBezTo>
                    <a:pt x="132" y="258"/>
                    <a:pt x="133" y="258"/>
                    <a:pt x="137" y="260"/>
                  </a:cubicBezTo>
                  <a:cubicBezTo>
                    <a:pt x="140" y="262"/>
                    <a:pt x="142" y="258"/>
                    <a:pt x="147" y="263"/>
                  </a:cubicBezTo>
                  <a:cubicBezTo>
                    <a:pt x="148" y="262"/>
                    <a:pt x="149" y="262"/>
                    <a:pt x="150" y="262"/>
                  </a:cubicBezTo>
                  <a:cubicBezTo>
                    <a:pt x="151" y="262"/>
                    <a:pt x="152" y="260"/>
                    <a:pt x="154" y="258"/>
                  </a:cubicBezTo>
                  <a:cubicBezTo>
                    <a:pt x="155" y="256"/>
                    <a:pt x="155" y="254"/>
                    <a:pt x="157" y="255"/>
                  </a:cubicBezTo>
                  <a:cubicBezTo>
                    <a:pt x="159" y="255"/>
                    <a:pt x="160" y="252"/>
                    <a:pt x="164" y="250"/>
                  </a:cubicBezTo>
                  <a:cubicBezTo>
                    <a:pt x="169" y="248"/>
                    <a:pt x="172" y="251"/>
                    <a:pt x="174" y="250"/>
                  </a:cubicBezTo>
                  <a:cubicBezTo>
                    <a:pt x="176" y="248"/>
                    <a:pt x="179" y="247"/>
                    <a:pt x="179" y="249"/>
                  </a:cubicBezTo>
                  <a:cubicBezTo>
                    <a:pt x="179" y="251"/>
                    <a:pt x="181" y="253"/>
                    <a:pt x="182" y="255"/>
                  </a:cubicBezTo>
                  <a:cubicBezTo>
                    <a:pt x="182" y="256"/>
                    <a:pt x="186" y="257"/>
                    <a:pt x="187" y="257"/>
                  </a:cubicBezTo>
                  <a:cubicBezTo>
                    <a:pt x="187" y="257"/>
                    <a:pt x="188" y="257"/>
                    <a:pt x="188" y="256"/>
                  </a:cubicBezTo>
                  <a:cubicBezTo>
                    <a:pt x="190" y="255"/>
                    <a:pt x="194" y="257"/>
                    <a:pt x="194" y="259"/>
                  </a:cubicBezTo>
                  <a:cubicBezTo>
                    <a:pt x="194" y="261"/>
                    <a:pt x="194" y="264"/>
                    <a:pt x="196" y="264"/>
                  </a:cubicBezTo>
                  <a:cubicBezTo>
                    <a:pt x="197" y="264"/>
                    <a:pt x="199" y="264"/>
                    <a:pt x="199" y="268"/>
                  </a:cubicBezTo>
                  <a:cubicBezTo>
                    <a:pt x="199" y="272"/>
                    <a:pt x="200" y="276"/>
                    <a:pt x="197" y="280"/>
                  </a:cubicBezTo>
                  <a:cubicBezTo>
                    <a:pt x="193" y="283"/>
                    <a:pt x="189" y="290"/>
                    <a:pt x="190" y="292"/>
                  </a:cubicBezTo>
                  <a:cubicBezTo>
                    <a:pt x="191" y="294"/>
                    <a:pt x="189" y="297"/>
                    <a:pt x="191" y="296"/>
                  </a:cubicBezTo>
                  <a:cubicBezTo>
                    <a:pt x="194" y="295"/>
                    <a:pt x="200" y="296"/>
                    <a:pt x="199" y="297"/>
                  </a:cubicBezTo>
                  <a:cubicBezTo>
                    <a:pt x="198" y="299"/>
                    <a:pt x="199" y="304"/>
                    <a:pt x="202" y="304"/>
                  </a:cubicBezTo>
                  <a:cubicBezTo>
                    <a:pt x="204" y="304"/>
                    <a:pt x="206" y="306"/>
                    <a:pt x="205" y="308"/>
                  </a:cubicBezTo>
                  <a:cubicBezTo>
                    <a:pt x="204" y="310"/>
                    <a:pt x="203" y="314"/>
                    <a:pt x="205" y="314"/>
                  </a:cubicBezTo>
                  <a:cubicBezTo>
                    <a:pt x="207" y="314"/>
                    <a:pt x="210" y="314"/>
                    <a:pt x="210" y="316"/>
                  </a:cubicBezTo>
                  <a:cubicBezTo>
                    <a:pt x="209" y="318"/>
                    <a:pt x="211" y="320"/>
                    <a:pt x="215" y="319"/>
                  </a:cubicBezTo>
                  <a:cubicBezTo>
                    <a:pt x="217" y="318"/>
                    <a:pt x="218" y="317"/>
                    <a:pt x="219" y="318"/>
                  </a:cubicBezTo>
                  <a:cubicBezTo>
                    <a:pt x="220" y="318"/>
                    <a:pt x="220" y="321"/>
                    <a:pt x="223" y="322"/>
                  </a:cubicBezTo>
                  <a:cubicBezTo>
                    <a:pt x="225" y="322"/>
                    <a:pt x="224" y="316"/>
                    <a:pt x="223" y="315"/>
                  </a:cubicBezTo>
                  <a:cubicBezTo>
                    <a:pt x="222" y="314"/>
                    <a:pt x="223" y="310"/>
                    <a:pt x="224" y="311"/>
                  </a:cubicBezTo>
                  <a:cubicBezTo>
                    <a:pt x="225" y="312"/>
                    <a:pt x="228" y="311"/>
                    <a:pt x="230" y="309"/>
                  </a:cubicBezTo>
                  <a:cubicBezTo>
                    <a:pt x="232" y="307"/>
                    <a:pt x="235" y="310"/>
                    <a:pt x="236" y="308"/>
                  </a:cubicBezTo>
                  <a:cubicBezTo>
                    <a:pt x="238" y="306"/>
                    <a:pt x="241" y="310"/>
                    <a:pt x="244" y="308"/>
                  </a:cubicBezTo>
                  <a:cubicBezTo>
                    <a:pt x="247" y="306"/>
                    <a:pt x="248" y="309"/>
                    <a:pt x="249" y="307"/>
                  </a:cubicBezTo>
                  <a:cubicBezTo>
                    <a:pt x="251" y="305"/>
                    <a:pt x="255" y="302"/>
                    <a:pt x="256" y="303"/>
                  </a:cubicBezTo>
                  <a:cubicBezTo>
                    <a:pt x="257" y="304"/>
                    <a:pt x="258" y="306"/>
                    <a:pt x="263" y="306"/>
                  </a:cubicBezTo>
                  <a:cubicBezTo>
                    <a:pt x="268" y="307"/>
                    <a:pt x="265" y="310"/>
                    <a:pt x="265" y="311"/>
                  </a:cubicBezTo>
                  <a:cubicBezTo>
                    <a:pt x="265" y="313"/>
                    <a:pt x="271" y="317"/>
                    <a:pt x="274" y="318"/>
                  </a:cubicBezTo>
                  <a:cubicBezTo>
                    <a:pt x="274" y="318"/>
                    <a:pt x="275" y="318"/>
                    <a:pt x="275" y="319"/>
                  </a:cubicBezTo>
                  <a:cubicBezTo>
                    <a:pt x="277" y="318"/>
                    <a:pt x="280" y="320"/>
                    <a:pt x="280" y="318"/>
                  </a:cubicBezTo>
                  <a:cubicBezTo>
                    <a:pt x="281" y="316"/>
                    <a:pt x="284" y="316"/>
                    <a:pt x="285" y="318"/>
                  </a:cubicBezTo>
                  <a:cubicBezTo>
                    <a:pt x="286" y="320"/>
                    <a:pt x="287" y="320"/>
                    <a:pt x="290" y="318"/>
                  </a:cubicBezTo>
                  <a:cubicBezTo>
                    <a:pt x="292" y="316"/>
                    <a:pt x="294" y="320"/>
                    <a:pt x="292" y="322"/>
                  </a:cubicBezTo>
                  <a:cubicBezTo>
                    <a:pt x="291" y="323"/>
                    <a:pt x="292" y="327"/>
                    <a:pt x="294" y="329"/>
                  </a:cubicBezTo>
                  <a:cubicBezTo>
                    <a:pt x="296" y="331"/>
                    <a:pt x="297" y="328"/>
                    <a:pt x="296" y="325"/>
                  </a:cubicBezTo>
                  <a:cubicBezTo>
                    <a:pt x="296" y="323"/>
                    <a:pt x="300" y="321"/>
                    <a:pt x="308" y="318"/>
                  </a:cubicBezTo>
                  <a:cubicBezTo>
                    <a:pt x="316" y="316"/>
                    <a:pt x="324" y="310"/>
                    <a:pt x="325" y="309"/>
                  </a:cubicBezTo>
                  <a:cubicBezTo>
                    <a:pt x="325" y="307"/>
                    <a:pt x="330" y="311"/>
                    <a:pt x="333" y="309"/>
                  </a:cubicBezTo>
                  <a:cubicBezTo>
                    <a:pt x="335" y="307"/>
                    <a:pt x="345" y="307"/>
                    <a:pt x="347" y="306"/>
                  </a:cubicBezTo>
                  <a:cubicBezTo>
                    <a:pt x="350" y="306"/>
                    <a:pt x="350" y="304"/>
                    <a:pt x="352" y="302"/>
                  </a:cubicBezTo>
                  <a:cubicBezTo>
                    <a:pt x="355" y="300"/>
                    <a:pt x="354" y="299"/>
                    <a:pt x="357" y="298"/>
                  </a:cubicBezTo>
                  <a:cubicBezTo>
                    <a:pt x="360" y="297"/>
                    <a:pt x="362" y="295"/>
                    <a:pt x="362" y="293"/>
                  </a:cubicBezTo>
                  <a:cubicBezTo>
                    <a:pt x="362" y="292"/>
                    <a:pt x="368" y="291"/>
                    <a:pt x="368" y="289"/>
                  </a:cubicBezTo>
                  <a:cubicBezTo>
                    <a:pt x="368" y="288"/>
                    <a:pt x="372" y="287"/>
                    <a:pt x="372" y="285"/>
                  </a:cubicBezTo>
                  <a:cubicBezTo>
                    <a:pt x="372" y="283"/>
                    <a:pt x="375" y="284"/>
                    <a:pt x="376" y="282"/>
                  </a:cubicBezTo>
                  <a:cubicBezTo>
                    <a:pt x="377" y="281"/>
                    <a:pt x="375" y="276"/>
                    <a:pt x="377" y="276"/>
                  </a:cubicBezTo>
                  <a:cubicBezTo>
                    <a:pt x="379" y="275"/>
                    <a:pt x="376" y="273"/>
                    <a:pt x="376" y="272"/>
                  </a:cubicBezTo>
                  <a:cubicBezTo>
                    <a:pt x="375" y="270"/>
                    <a:pt x="379" y="270"/>
                    <a:pt x="382" y="269"/>
                  </a:cubicBezTo>
                  <a:cubicBezTo>
                    <a:pt x="384" y="268"/>
                    <a:pt x="385" y="265"/>
                    <a:pt x="385" y="263"/>
                  </a:cubicBezTo>
                  <a:cubicBezTo>
                    <a:pt x="386" y="261"/>
                    <a:pt x="389" y="259"/>
                    <a:pt x="391" y="258"/>
                  </a:cubicBezTo>
                  <a:cubicBezTo>
                    <a:pt x="393" y="257"/>
                    <a:pt x="393" y="254"/>
                    <a:pt x="393" y="251"/>
                  </a:cubicBezTo>
                  <a:cubicBezTo>
                    <a:pt x="392" y="248"/>
                    <a:pt x="395" y="249"/>
                    <a:pt x="394" y="248"/>
                  </a:cubicBezTo>
                  <a:cubicBezTo>
                    <a:pt x="393" y="247"/>
                    <a:pt x="395" y="244"/>
                    <a:pt x="398" y="243"/>
                  </a:cubicBezTo>
                  <a:cubicBezTo>
                    <a:pt x="401" y="242"/>
                    <a:pt x="396" y="240"/>
                    <a:pt x="394" y="242"/>
                  </a:cubicBezTo>
                  <a:cubicBezTo>
                    <a:pt x="393" y="243"/>
                    <a:pt x="391" y="238"/>
                    <a:pt x="389" y="240"/>
                  </a:cubicBezTo>
                  <a:cubicBezTo>
                    <a:pt x="388" y="242"/>
                    <a:pt x="384" y="239"/>
                    <a:pt x="386" y="238"/>
                  </a:cubicBezTo>
                  <a:cubicBezTo>
                    <a:pt x="389" y="238"/>
                    <a:pt x="393" y="235"/>
                    <a:pt x="395" y="234"/>
                  </a:cubicBezTo>
                  <a:cubicBezTo>
                    <a:pt x="397" y="233"/>
                    <a:pt x="392" y="229"/>
                    <a:pt x="390" y="229"/>
                  </a:cubicBezTo>
                  <a:cubicBezTo>
                    <a:pt x="388" y="229"/>
                    <a:pt x="385" y="224"/>
                    <a:pt x="383" y="224"/>
                  </a:cubicBezTo>
                  <a:cubicBezTo>
                    <a:pt x="380" y="224"/>
                    <a:pt x="384" y="222"/>
                    <a:pt x="387" y="224"/>
                  </a:cubicBezTo>
                  <a:cubicBezTo>
                    <a:pt x="390" y="225"/>
                    <a:pt x="393" y="226"/>
                    <a:pt x="395" y="225"/>
                  </a:cubicBezTo>
                  <a:cubicBezTo>
                    <a:pt x="396" y="224"/>
                    <a:pt x="390" y="219"/>
                    <a:pt x="388" y="217"/>
                  </a:cubicBezTo>
                  <a:cubicBezTo>
                    <a:pt x="385" y="215"/>
                    <a:pt x="388" y="213"/>
                    <a:pt x="386" y="212"/>
                  </a:cubicBezTo>
                  <a:cubicBezTo>
                    <a:pt x="385" y="211"/>
                    <a:pt x="382" y="205"/>
                    <a:pt x="381" y="202"/>
                  </a:cubicBezTo>
                  <a:cubicBezTo>
                    <a:pt x="380" y="199"/>
                    <a:pt x="375" y="198"/>
                    <a:pt x="373" y="197"/>
                  </a:cubicBezTo>
                  <a:cubicBezTo>
                    <a:pt x="372" y="195"/>
                    <a:pt x="373" y="190"/>
                    <a:pt x="377" y="189"/>
                  </a:cubicBezTo>
                  <a:cubicBezTo>
                    <a:pt x="381" y="187"/>
                    <a:pt x="380" y="184"/>
                    <a:pt x="381" y="184"/>
                  </a:cubicBezTo>
                  <a:cubicBezTo>
                    <a:pt x="383" y="185"/>
                    <a:pt x="385" y="184"/>
                    <a:pt x="386" y="181"/>
                  </a:cubicBezTo>
                  <a:cubicBezTo>
                    <a:pt x="387" y="178"/>
                    <a:pt x="390" y="180"/>
                    <a:pt x="391" y="178"/>
                  </a:cubicBezTo>
                  <a:cubicBezTo>
                    <a:pt x="392" y="177"/>
                    <a:pt x="398" y="177"/>
                    <a:pt x="401" y="176"/>
                  </a:cubicBezTo>
                  <a:cubicBezTo>
                    <a:pt x="403" y="174"/>
                    <a:pt x="399" y="169"/>
                    <a:pt x="396" y="170"/>
                  </a:cubicBezTo>
                  <a:cubicBezTo>
                    <a:pt x="393" y="171"/>
                    <a:pt x="390" y="170"/>
                    <a:pt x="388" y="167"/>
                  </a:cubicBezTo>
                  <a:cubicBezTo>
                    <a:pt x="386" y="164"/>
                    <a:pt x="380" y="172"/>
                    <a:pt x="376" y="174"/>
                  </a:cubicBezTo>
                  <a:cubicBezTo>
                    <a:pt x="372" y="176"/>
                    <a:pt x="370" y="171"/>
                    <a:pt x="371" y="167"/>
                  </a:cubicBezTo>
                  <a:cubicBezTo>
                    <a:pt x="372" y="164"/>
                    <a:pt x="368" y="164"/>
                    <a:pt x="362" y="164"/>
                  </a:cubicBezTo>
                  <a:cubicBezTo>
                    <a:pt x="357" y="165"/>
                    <a:pt x="359" y="154"/>
                    <a:pt x="362" y="154"/>
                  </a:cubicBezTo>
                  <a:cubicBezTo>
                    <a:pt x="366" y="153"/>
                    <a:pt x="371" y="157"/>
                    <a:pt x="373" y="151"/>
                  </a:cubicBezTo>
                  <a:cubicBezTo>
                    <a:pt x="375" y="145"/>
                    <a:pt x="378" y="149"/>
                    <a:pt x="383" y="144"/>
                  </a:cubicBezTo>
                  <a:cubicBezTo>
                    <a:pt x="387" y="139"/>
                    <a:pt x="393" y="135"/>
                    <a:pt x="397" y="138"/>
                  </a:cubicBezTo>
                  <a:cubicBezTo>
                    <a:pt x="401" y="142"/>
                    <a:pt x="393" y="147"/>
                    <a:pt x="391" y="150"/>
                  </a:cubicBezTo>
                  <a:cubicBezTo>
                    <a:pt x="390" y="153"/>
                    <a:pt x="392" y="154"/>
                    <a:pt x="390" y="156"/>
                  </a:cubicBezTo>
                  <a:cubicBezTo>
                    <a:pt x="387" y="159"/>
                    <a:pt x="391" y="159"/>
                    <a:pt x="396" y="156"/>
                  </a:cubicBezTo>
                  <a:cubicBezTo>
                    <a:pt x="401" y="153"/>
                    <a:pt x="407" y="149"/>
                    <a:pt x="411" y="148"/>
                  </a:cubicBezTo>
                  <a:cubicBezTo>
                    <a:pt x="413" y="147"/>
                    <a:pt x="414" y="147"/>
                    <a:pt x="415" y="147"/>
                  </a:cubicBezTo>
                  <a:cubicBezTo>
                    <a:pt x="416" y="145"/>
                    <a:pt x="417" y="144"/>
                    <a:pt x="418" y="143"/>
                  </a:cubicBezTo>
                  <a:cubicBezTo>
                    <a:pt x="421" y="142"/>
                    <a:pt x="432" y="137"/>
                    <a:pt x="433" y="135"/>
                  </a:cubicBezTo>
                  <a:cubicBezTo>
                    <a:pt x="435" y="132"/>
                    <a:pt x="437" y="129"/>
                    <a:pt x="439" y="129"/>
                  </a:cubicBezTo>
                  <a:cubicBezTo>
                    <a:pt x="441" y="129"/>
                    <a:pt x="441" y="131"/>
                    <a:pt x="444" y="131"/>
                  </a:cubicBezTo>
                  <a:cubicBezTo>
                    <a:pt x="448" y="131"/>
                    <a:pt x="451" y="132"/>
                    <a:pt x="450" y="129"/>
                  </a:cubicBezTo>
                  <a:cubicBezTo>
                    <a:pt x="448" y="126"/>
                    <a:pt x="449" y="126"/>
                    <a:pt x="453" y="126"/>
                  </a:cubicBezTo>
                  <a:cubicBezTo>
                    <a:pt x="457" y="125"/>
                    <a:pt x="456" y="122"/>
                    <a:pt x="459" y="122"/>
                  </a:cubicBezTo>
                  <a:cubicBezTo>
                    <a:pt x="462" y="122"/>
                    <a:pt x="461" y="115"/>
                    <a:pt x="464" y="115"/>
                  </a:cubicBezTo>
                  <a:cubicBezTo>
                    <a:pt x="467" y="115"/>
                    <a:pt x="468" y="119"/>
                    <a:pt x="471" y="118"/>
                  </a:cubicBezTo>
                  <a:cubicBezTo>
                    <a:pt x="472" y="118"/>
                    <a:pt x="472" y="118"/>
                    <a:pt x="473" y="118"/>
                  </a:cubicBezTo>
                  <a:cubicBezTo>
                    <a:pt x="474" y="118"/>
                    <a:pt x="475" y="117"/>
                    <a:pt x="475" y="117"/>
                  </a:cubicBezTo>
                  <a:cubicBezTo>
                    <a:pt x="475" y="113"/>
                    <a:pt x="475" y="110"/>
                    <a:pt x="475" y="109"/>
                  </a:cubicBezTo>
                  <a:cubicBezTo>
                    <a:pt x="473" y="106"/>
                    <a:pt x="475" y="103"/>
                    <a:pt x="474" y="102"/>
                  </a:cubicBezTo>
                  <a:cubicBezTo>
                    <a:pt x="474" y="100"/>
                    <a:pt x="473" y="96"/>
                    <a:pt x="475" y="96"/>
                  </a:cubicBezTo>
                  <a:cubicBezTo>
                    <a:pt x="477" y="96"/>
                    <a:pt x="480" y="91"/>
                    <a:pt x="482" y="92"/>
                  </a:cubicBezTo>
                  <a:cubicBezTo>
                    <a:pt x="485" y="94"/>
                    <a:pt x="490" y="95"/>
                    <a:pt x="490" y="92"/>
                  </a:cubicBezTo>
                  <a:cubicBezTo>
                    <a:pt x="490" y="90"/>
                    <a:pt x="493" y="90"/>
                    <a:pt x="494" y="87"/>
                  </a:cubicBezTo>
                  <a:cubicBezTo>
                    <a:pt x="494" y="84"/>
                    <a:pt x="498" y="83"/>
                    <a:pt x="499" y="80"/>
                  </a:cubicBezTo>
                  <a:cubicBezTo>
                    <a:pt x="500" y="78"/>
                    <a:pt x="501" y="71"/>
                    <a:pt x="503" y="70"/>
                  </a:cubicBezTo>
                  <a:cubicBezTo>
                    <a:pt x="506" y="68"/>
                    <a:pt x="503" y="67"/>
                    <a:pt x="503" y="63"/>
                  </a:cubicBezTo>
                  <a:close/>
                  <a:moveTo>
                    <a:pt x="381" y="298"/>
                  </a:moveTo>
                  <a:cubicBezTo>
                    <a:pt x="378" y="308"/>
                    <a:pt x="385" y="314"/>
                    <a:pt x="386" y="313"/>
                  </a:cubicBezTo>
                  <a:cubicBezTo>
                    <a:pt x="388" y="311"/>
                    <a:pt x="398" y="290"/>
                    <a:pt x="396" y="287"/>
                  </a:cubicBezTo>
                  <a:cubicBezTo>
                    <a:pt x="394" y="284"/>
                    <a:pt x="384" y="289"/>
                    <a:pt x="381" y="298"/>
                  </a:cubicBezTo>
                  <a:close/>
                  <a:moveTo>
                    <a:pt x="292" y="332"/>
                  </a:moveTo>
                  <a:cubicBezTo>
                    <a:pt x="289" y="332"/>
                    <a:pt x="281" y="337"/>
                    <a:pt x="284" y="344"/>
                  </a:cubicBezTo>
                  <a:cubicBezTo>
                    <a:pt x="287" y="351"/>
                    <a:pt x="298" y="346"/>
                    <a:pt x="298" y="343"/>
                  </a:cubicBezTo>
                  <a:cubicBezTo>
                    <a:pt x="298" y="340"/>
                    <a:pt x="303" y="335"/>
                    <a:pt x="303" y="333"/>
                  </a:cubicBezTo>
                  <a:cubicBezTo>
                    <a:pt x="302" y="331"/>
                    <a:pt x="295" y="332"/>
                    <a:pt x="292" y="33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81" name="Freeform 150">
              <a:extLst>
                <a:ext uri="{FF2B5EF4-FFF2-40B4-BE49-F238E27FC236}">
                  <a16:creationId xmlns:a16="http://schemas.microsoft.com/office/drawing/2014/main" id="{FAD63227-6D8E-CA74-1D85-E93C0F4A4653}"/>
                </a:ext>
              </a:extLst>
            </p:cNvPr>
            <p:cNvSpPr>
              <a:spLocks noEditPoints="1"/>
            </p:cNvSpPr>
            <p:nvPr/>
          </p:nvSpPr>
          <p:spPr bwMode="auto">
            <a:xfrm>
              <a:off x="10056077" y="3785253"/>
              <a:ext cx="221302" cy="317490"/>
            </a:xfrm>
            <a:custGeom>
              <a:avLst/>
              <a:gdLst>
                <a:gd name="T0" fmla="*/ 43 w 82"/>
                <a:gd name="T1" fmla="*/ 44 h 114"/>
                <a:gd name="T2" fmla="*/ 54 w 82"/>
                <a:gd name="T3" fmla="*/ 52 h 114"/>
                <a:gd name="T4" fmla="*/ 56 w 82"/>
                <a:gd name="T5" fmla="*/ 59 h 114"/>
                <a:gd name="T6" fmla="*/ 60 w 82"/>
                <a:gd name="T7" fmla="*/ 63 h 114"/>
                <a:gd name="T8" fmla="*/ 64 w 82"/>
                <a:gd name="T9" fmla="*/ 73 h 114"/>
                <a:gd name="T10" fmla="*/ 67 w 82"/>
                <a:gd name="T11" fmla="*/ 71 h 114"/>
                <a:gd name="T12" fmla="*/ 70 w 82"/>
                <a:gd name="T13" fmla="*/ 66 h 114"/>
                <a:gd name="T14" fmla="*/ 68 w 82"/>
                <a:gd name="T15" fmla="*/ 56 h 114"/>
                <a:gd name="T16" fmla="*/ 59 w 82"/>
                <a:gd name="T17" fmla="*/ 49 h 114"/>
                <a:gd name="T18" fmla="*/ 53 w 82"/>
                <a:gd name="T19" fmla="*/ 42 h 114"/>
                <a:gd name="T20" fmla="*/ 41 w 82"/>
                <a:gd name="T21" fmla="*/ 40 h 114"/>
                <a:gd name="T22" fmla="*/ 37 w 82"/>
                <a:gd name="T23" fmla="*/ 32 h 114"/>
                <a:gd name="T24" fmla="*/ 43 w 82"/>
                <a:gd name="T25" fmla="*/ 20 h 114"/>
                <a:gd name="T26" fmla="*/ 42 w 82"/>
                <a:gd name="T27" fmla="*/ 6 h 114"/>
                <a:gd name="T28" fmla="*/ 41 w 82"/>
                <a:gd name="T29" fmla="*/ 3 h 114"/>
                <a:gd name="T30" fmla="*/ 29 w 82"/>
                <a:gd name="T31" fmla="*/ 2 h 114"/>
                <a:gd name="T32" fmla="*/ 27 w 82"/>
                <a:gd name="T33" fmla="*/ 22 h 114"/>
                <a:gd name="T34" fmla="*/ 23 w 82"/>
                <a:gd name="T35" fmla="*/ 21 h 114"/>
                <a:gd name="T36" fmla="*/ 25 w 82"/>
                <a:gd name="T37" fmla="*/ 32 h 114"/>
                <a:gd name="T38" fmla="*/ 27 w 82"/>
                <a:gd name="T39" fmla="*/ 39 h 114"/>
                <a:gd name="T40" fmla="*/ 36 w 82"/>
                <a:gd name="T41" fmla="*/ 42 h 114"/>
                <a:gd name="T42" fmla="*/ 43 w 82"/>
                <a:gd name="T43" fmla="*/ 44 h 114"/>
                <a:gd name="T44" fmla="*/ 28 w 82"/>
                <a:gd name="T45" fmla="*/ 46 h 114"/>
                <a:gd name="T46" fmla="*/ 36 w 82"/>
                <a:gd name="T47" fmla="*/ 55 h 114"/>
                <a:gd name="T48" fmla="*/ 28 w 82"/>
                <a:gd name="T49" fmla="*/ 46 h 114"/>
                <a:gd name="T50" fmla="*/ 41 w 82"/>
                <a:gd name="T51" fmla="*/ 71 h 114"/>
                <a:gd name="T52" fmla="*/ 46 w 82"/>
                <a:gd name="T53" fmla="*/ 68 h 114"/>
                <a:gd name="T54" fmla="*/ 47 w 82"/>
                <a:gd name="T55" fmla="*/ 75 h 114"/>
                <a:gd name="T56" fmla="*/ 48 w 82"/>
                <a:gd name="T57" fmla="*/ 84 h 114"/>
                <a:gd name="T58" fmla="*/ 57 w 82"/>
                <a:gd name="T59" fmla="*/ 71 h 114"/>
                <a:gd name="T60" fmla="*/ 54 w 82"/>
                <a:gd name="T61" fmla="*/ 69 h 114"/>
                <a:gd name="T62" fmla="*/ 41 w 82"/>
                <a:gd name="T63" fmla="*/ 59 h 114"/>
                <a:gd name="T64" fmla="*/ 41 w 82"/>
                <a:gd name="T65" fmla="*/ 71 h 114"/>
                <a:gd name="T66" fmla="*/ 12 w 82"/>
                <a:gd name="T67" fmla="*/ 75 h 114"/>
                <a:gd name="T68" fmla="*/ 1 w 82"/>
                <a:gd name="T69" fmla="*/ 89 h 114"/>
                <a:gd name="T70" fmla="*/ 17 w 82"/>
                <a:gd name="T71" fmla="*/ 75 h 114"/>
                <a:gd name="T72" fmla="*/ 19 w 82"/>
                <a:gd name="T73" fmla="*/ 66 h 114"/>
                <a:gd name="T74" fmla="*/ 12 w 82"/>
                <a:gd name="T75" fmla="*/ 75 h 114"/>
                <a:gd name="T76" fmla="*/ 56 w 82"/>
                <a:gd name="T77" fmla="*/ 80 h 114"/>
                <a:gd name="T78" fmla="*/ 63 w 82"/>
                <a:gd name="T79" fmla="*/ 76 h 114"/>
                <a:gd name="T80" fmla="*/ 56 w 82"/>
                <a:gd name="T81" fmla="*/ 80 h 114"/>
                <a:gd name="T82" fmla="*/ 79 w 82"/>
                <a:gd name="T83" fmla="*/ 100 h 114"/>
                <a:gd name="T84" fmla="*/ 77 w 82"/>
                <a:gd name="T85" fmla="*/ 81 h 114"/>
                <a:gd name="T86" fmla="*/ 71 w 82"/>
                <a:gd name="T87" fmla="*/ 80 h 114"/>
                <a:gd name="T88" fmla="*/ 66 w 82"/>
                <a:gd name="T89" fmla="*/ 85 h 114"/>
                <a:gd name="T90" fmla="*/ 61 w 82"/>
                <a:gd name="T91" fmla="*/ 89 h 114"/>
                <a:gd name="T92" fmla="*/ 54 w 82"/>
                <a:gd name="T93" fmla="*/ 87 h 114"/>
                <a:gd name="T94" fmla="*/ 44 w 82"/>
                <a:gd name="T95" fmla="*/ 93 h 114"/>
                <a:gd name="T96" fmla="*/ 41 w 82"/>
                <a:gd name="T97" fmla="*/ 101 h 114"/>
                <a:gd name="T98" fmla="*/ 48 w 82"/>
                <a:gd name="T99" fmla="*/ 97 h 114"/>
                <a:gd name="T100" fmla="*/ 54 w 82"/>
                <a:gd name="T101" fmla="*/ 95 h 114"/>
                <a:gd name="T102" fmla="*/ 61 w 82"/>
                <a:gd name="T103" fmla="*/ 110 h 114"/>
                <a:gd name="T104" fmla="*/ 70 w 82"/>
                <a:gd name="T105" fmla="*/ 114 h 114"/>
                <a:gd name="T106" fmla="*/ 70 w 82"/>
                <a:gd name="T107" fmla="*/ 103 h 114"/>
                <a:gd name="T108" fmla="*/ 79 w 82"/>
                <a:gd name="T109" fmla="*/ 10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2" h="114">
                  <a:moveTo>
                    <a:pt x="43" y="44"/>
                  </a:moveTo>
                  <a:cubicBezTo>
                    <a:pt x="48" y="43"/>
                    <a:pt x="55" y="49"/>
                    <a:pt x="54" y="52"/>
                  </a:cubicBezTo>
                  <a:cubicBezTo>
                    <a:pt x="53" y="54"/>
                    <a:pt x="54" y="61"/>
                    <a:pt x="56" y="59"/>
                  </a:cubicBezTo>
                  <a:cubicBezTo>
                    <a:pt x="58" y="57"/>
                    <a:pt x="62" y="60"/>
                    <a:pt x="60" y="63"/>
                  </a:cubicBezTo>
                  <a:cubicBezTo>
                    <a:pt x="57" y="66"/>
                    <a:pt x="63" y="69"/>
                    <a:pt x="64" y="73"/>
                  </a:cubicBezTo>
                  <a:cubicBezTo>
                    <a:pt x="65" y="77"/>
                    <a:pt x="67" y="74"/>
                    <a:pt x="67" y="71"/>
                  </a:cubicBezTo>
                  <a:cubicBezTo>
                    <a:pt x="66" y="68"/>
                    <a:pt x="67" y="68"/>
                    <a:pt x="70" y="66"/>
                  </a:cubicBezTo>
                  <a:cubicBezTo>
                    <a:pt x="74" y="64"/>
                    <a:pt x="70" y="60"/>
                    <a:pt x="68" y="56"/>
                  </a:cubicBezTo>
                  <a:cubicBezTo>
                    <a:pt x="66" y="52"/>
                    <a:pt x="59" y="53"/>
                    <a:pt x="59" y="49"/>
                  </a:cubicBezTo>
                  <a:cubicBezTo>
                    <a:pt x="59" y="45"/>
                    <a:pt x="53" y="44"/>
                    <a:pt x="53" y="42"/>
                  </a:cubicBezTo>
                  <a:cubicBezTo>
                    <a:pt x="53" y="39"/>
                    <a:pt x="45" y="37"/>
                    <a:pt x="41" y="40"/>
                  </a:cubicBezTo>
                  <a:cubicBezTo>
                    <a:pt x="37" y="42"/>
                    <a:pt x="40" y="35"/>
                    <a:pt x="37" y="32"/>
                  </a:cubicBezTo>
                  <a:cubicBezTo>
                    <a:pt x="34" y="29"/>
                    <a:pt x="39" y="24"/>
                    <a:pt x="43" y="20"/>
                  </a:cubicBezTo>
                  <a:cubicBezTo>
                    <a:pt x="46" y="16"/>
                    <a:pt x="42" y="9"/>
                    <a:pt x="42" y="6"/>
                  </a:cubicBezTo>
                  <a:cubicBezTo>
                    <a:pt x="43" y="3"/>
                    <a:pt x="42" y="2"/>
                    <a:pt x="41" y="3"/>
                  </a:cubicBezTo>
                  <a:cubicBezTo>
                    <a:pt x="39" y="4"/>
                    <a:pt x="32" y="0"/>
                    <a:pt x="29" y="2"/>
                  </a:cubicBezTo>
                  <a:cubicBezTo>
                    <a:pt x="25" y="4"/>
                    <a:pt x="28" y="21"/>
                    <a:pt x="27" y="22"/>
                  </a:cubicBezTo>
                  <a:cubicBezTo>
                    <a:pt x="25" y="23"/>
                    <a:pt x="23" y="19"/>
                    <a:pt x="23" y="21"/>
                  </a:cubicBezTo>
                  <a:cubicBezTo>
                    <a:pt x="22" y="23"/>
                    <a:pt x="23" y="32"/>
                    <a:pt x="25" y="32"/>
                  </a:cubicBezTo>
                  <a:cubicBezTo>
                    <a:pt x="27" y="32"/>
                    <a:pt x="29" y="35"/>
                    <a:pt x="27" y="39"/>
                  </a:cubicBezTo>
                  <a:cubicBezTo>
                    <a:pt x="26" y="43"/>
                    <a:pt x="31" y="43"/>
                    <a:pt x="36" y="42"/>
                  </a:cubicBezTo>
                  <a:cubicBezTo>
                    <a:pt x="40" y="40"/>
                    <a:pt x="39" y="45"/>
                    <a:pt x="43" y="44"/>
                  </a:cubicBezTo>
                  <a:close/>
                  <a:moveTo>
                    <a:pt x="28" y="46"/>
                  </a:moveTo>
                  <a:cubicBezTo>
                    <a:pt x="28" y="50"/>
                    <a:pt x="30" y="57"/>
                    <a:pt x="36" y="55"/>
                  </a:cubicBezTo>
                  <a:cubicBezTo>
                    <a:pt x="41" y="54"/>
                    <a:pt x="27" y="44"/>
                    <a:pt x="28" y="46"/>
                  </a:cubicBezTo>
                  <a:close/>
                  <a:moveTo>
                    <a:pt x="41" y="71"/>
                  </a:moveTo>
                  <a:cubicBezTo>
                    <a:pt x="43" y="70"/>
                    <a:pt x="46" y="71"/>
                    <a:pt x="46" y="68"/>
                  </a:cubicBezTo>
                  <a:cubicBezTo>
                    <a:pt x="46" y="66"/>
                    <a:pt x="49" y="73"/>
                    <a:pt x="47" y="75"/>
                  </a:cubicBezTo>
                  <a:cubicBezTo>
                    <a:pt x="44" y="77"/>
                    <a:pt x="44" y="83"/>
                    <a:pt x="48" y="84"/>
                  </a:cubicBezTo>
                  <a:cubicBezTo>
                    <a:pt x="51" y="85"/>
                    <a:pt x="58" y="73"/>
                    <a:pt x="57" y="71"/>
                  </a:cubicBezTo>
                  <a:cubicBezTo>
                    <a:pt x="56" y="68"/>
                    <a:pt x="53" y="72"/>
                    <a:pt x="54" y="69"/>
                  </a:cubicBezTo>
                  <a:cubicBezTo>
                    <a:pt x="54" y="66"/>
                    <a:pt x="45" y="58"/>
                    <a:pt x="41" y="59"/>
                  </a:cubicBezTo>
                  <a:cubicBezTo>
                    <a:pt x="37" y="60"/>
                    <a:pt x="39" y="71"/>
                    <a:pt x="41" y="71"/>
                  </a:cubicBezTo>
                  <a:close/>
                  <a:moveTo>
                    <a:pt x="12" y="75"/>
                  </a:moveTo>
                  <a:cubicBezTo>
                    <a:pt x="9" y="80"/>
                    <a:pt x="0" y="87"/>
                    <a:pt x="1" y="89"/>
                  </a:cubicBezTo>
                  <a:cubicBezTo>
                    <a:pt x="3" y="92"/>
                    <a:pt x="12" y="78"/>
                    <a:pt x="17" y="75"/>
                  </a:cubicBezTo>
                  <a:cubicBezTo>
                    <a:pt x="21" y="72"/>
                    <a:pt x="20" y="69"/>
                    <a:pt x="19" y="66"/>
                  </a:cubicBezTo>
                  <a:cubicBezTo>
                    <a:pt x="17" y="63"/>
                    <a:pt x="16" y="71"/>
                    <a:pt x="12" y="75"/>
                  </a:cubicBezTo>
                  <a:close/>
                  <a:moveTo>
                    <a:pt x="56" y="80"/>
                  </a:moveTo>
                  <a:cubicBezTo>
                    <a:pt x="57" y="83"/>
                    <a:pt x="65" y="79"/>
                    <a:pt x="63" y="76"/>
                  </a:cubicBezTo>
                  <a:cubicBezTo>
                    <a:pt x="61" y="74"/>
                    <a:pt x="56" y="78"/>
                    <a:pt x="56" y="80"/>
                  </a:cubicBezTo>
                  <a:close/>
                  <a:moveTo>
                    <a:pt x="79" y="100"/>
                  </a:moveTo>
                  <a:cubicBezTo>
                    <a:pt x="82" y="96"/>
                    <a:pt x="77" y="87"/>
                    <a:pt x="77" y="81"/>
                  </a:cubicBezTo>
                  <a:cubicBezTo>
                    <a:pt x="77" y="75"/>
                    <a:pt x="69" y="77"/>
                    <a:pt x="71" y="80"/>
                  </a:cubicBezTo>
                  <a:cubicBezTo>
                    <a:pt x="73" y="84"/>
                    <a:pt x="67" y="81"/>
                    <a:pt x="66" y="85"/>
                  </a:cubicBezTo>
                  <a:cubicBezTo>
                    <a:pt x="66" y="89"/>
                    <a:pt x="61" y="86"/>
                    <a:pt x="61" y="89"/>
                  </a:cubicBezTo>
                  <a:cubicBezTo>
                    <a:pt x="61" y="92"/>
                    <a:pt x="56" y="89"/>
                    <a:pt x="54" y="87"/>
                  </a:cubicBezTo>
                  <a:cubicBezTo>
                    <a:pt x="51" y="85"/>
                    <a:pt x="48" y="92"/>
                    <a:pt x="44" y="93"/>
                  </a:cubicBezTo>
                  <a:cubicBezTo>
                    <a:pt x="40" y="94"/>
                    <a:pt x="38" y="102"/>
                    <a:pt x="41" y="101"/>
                  </a:cubicBezTo>
                  <a:cubicBezTo>
                    <a:pt x="44" y="101"/>
                    <a:pt x="45" y="97"/>
                    <a:pt x="48" y="97"/>
                  </a:cubicBezTo>
                  <a:cubicBezTo>
                    <a:pt x="51" y="98"/>
                    <a:pt x="50" y="94"/>
                    <a:pt x="54" y="95"/>
                  </a:cubicBezTo>
                  <a:cubicBezTo>
                    <a:pt x="59" y="96"/>
                    <a:pt x="56" y="109"/>
                    <a:pt x="61" y="110"/>
                  </a:cubicBezTo>
                  <a:cubicBezTo>
                    <a:pt x="67" y="111"/>
                    <a:pt x="67" y="114"/>
                    <a:pt x="70" y="114"/>
                  </a:cubicBezTo>
                  <a:cubicBezTo>
                    <a:pt x="73" y="114"/>
                    <a:pt x="70" y="106"/>
                    <a:pt x="70" y="103"/>
                  </a:cubicBezTo>
                  <a:cubicBezTo>
                    <a:pt x="70" y="101"/>
                    <a:pt x="76" y="103"/>
                    <a:pt x="79" y="10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83" name="Freeform 152">
              <a:extLst>
                <a:ext uri="{FF2B5EF4-FFF2-40B4-BE49-F238E27FC236}">
                  <a16:creationId xmlns:a16="http://schemas.microsoft.com/office/drawing/2014/main" id="{191BB56F-AC3C-7FFF-471C-B1DD3CC81197}"/>
                </a:ext>
              </a:extLst>
            </p:cNvPr>
            <p:cNvSpPr>
              <a:spLocks/>
            </p:cNvSpPr>
            <p:nvPr/>
          </p:nvSpPr>
          <p:spPr bwMode="auto">
            <a:xfrm>
              <a:off x="9227904" y="4002791"/>
              <a:ext cx="49052" cy="97599"/>
            </a:xfrm>
            <a:custGeom>
              <a:avLst/>
              <a:gdLst>
                <a:gd name="T0" fmla="*/ 4 w 18"/>
                <a:gd name="T1" fmla="*/ 0 h 35"/>
                <a:gd name="T2" fmla="*/ 1 w 18"/>
                <a:gd name="T3" fmla="*/ 8 h 35"/>
                <a:gd name="T4" fmla="*/ 1 w 18"/>
                <a:gd name="T5" fmla="*/ 19 h 35"/>
                <a:gd name="T6" fmla="*/ 5 w 18"/>
                <a:gd name="T7" fmla="*/ 32 h 35"/>
                <a:gd name="T8" fmla="*/ 18 w 18"/>
                <a:gd name="T9" fmla="*/ 20 h 35"/>
                <a:gd name="T10" fmla="*/ 4 w 18"/>
                <a:gd name="T11" fmla="*/ 0 h 35"/>
              </a:gdLst>
              <a:ahLst/>
              <a:cxnLst>
                <a:cxn ang="0">
                  <a:pos x="T0" y="T1"/>
                </a:cxn>
                <a:cxn ang="0">
                  <a:pos x="T2" y="T3"/>
                </a:cxn>
                <a:cxn ang="0">
                  <a:pos x="T4" y="T5"/>
                </a:cxn>
                <a:cxn ang="0">
                  <a:pos x="T6" y="T7"/>
                </a:cxn>
                <a:cxn ang="0">
                  <a:pos x="T8" y="T9"/>
                </a:cxn>
                <a:cxn ang="0">
                  <a:pos x="T10" y="T11"/>
                </a:cxn>
              </a:cxnLst>
              <a:rect l="0" t="0" r="r" b="b"/>
              <a:pathLst>
                <a:path w="18" h="35">
                  <a:moveTo>
                    <a:pt x="4" y="0"/>
                  </a:moveTo>
                  <a:cubicBezTo>
                    <a:pt x="2" y="0"/>
                    <a:pt x="2" y="5"/>
                    <a:pt x="1" y="8"/>
                  </a:cubicBezTo>
                  <a:cubicBezTo>
                    <a:pt x="0" y="11"/>
                    <a:pt x="0" y="14"/>
                    <a:pt x="1" y="19"/>
                  </a:cubicBezTo>
                  <a:cubicBezTo>
                    <a:pt x="1" y="24"/>
                    <a:pt x="1" y="29"/>
                    <a:pt x="5" y="32"/>
                  </a:cubicBezTo>
                  <a:cubicBezTo>
                    <a:pt x="10" y="35"/>
                    <a:pt x="18" y="27"/>
                    <a:pt x="18" y="20"/>
                  </a:cubicBezTo>
                  <a:cubicBezTo>
                    <a:pt x="18" y="13"/>
                    <a:pt x="6" y="0"/>
                    <a:pt x="4" y="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85" name="Freeform 154">
              <a:extLst>
                <a:ext uri="{FF2B5EF4-FFF2-40B4-BE49-F238E27FC236}">
                  <a16:creationId xmlns:a16="http://schemas.microsoft.com/office/drawing/2014/main" id="{34E02C1C-4AA4-9810-6DD1-BD1F0C5C1222}"/>
                </a:ext>
              </a:extLst>
            </p:cNvPr>
            <p:cNvSpPr>
              <a:spLocks noEditPoints="1"/>
            </p:cNvSpPr>
            <p:nvPr/>
          </p:nvSpPr>
          <p:spPr bwMode="auto">
            <a:xfrm>
              <a:off x="8375775" y="3774670"/>
              <a:ext cx="272635" cy="169328"/>
            </a:xfrm>
            <a:custGeom>
              <a:avLst/>
              <a:gdLst>
                <a:gd name="T0" fmla="*/ 72 w 101"/>
                <a:gd name="T1" fmla="*/ 2 h 61"/>
                <a:gd name="T2" fmla="*/ 55 w 101"/>
                <a:gd name="T3" fmla="*/ 3 h 61"/>
                <a:gd name="T4" fmla="*/ 42 w 101"/>
                <a:gd name="T5" fmla="*/ 14 h 61"/>
                <a:gd name="T6" fmla="*/ 36 w 101"/>
                <a:gd name="T7" fmla="*/ 16 h 61"/>
                <a:gd name="T8" fmla="*/ 24 w 101"/>
                <a:gd name="T9" fmla="*/ 14 h 61"/>
                <a:gd name="T10" fmla="*/ 14 w 101"/>
                <a:gd name="T11" fmla="*/ 14 h 61"/>
                <a:gd name="T12" fmla="*/ 8 w 101"/>
                <a:gd name="T13" fmla="*/ 13 h 61"/>
                <a:gd name="T14" fmla="*/ 4 w 101"/>
                <a:gd name="T15" fmla="*/ 16 h 61"/>
                <a:gd name="T16" fmla="*/ 4 w 101"/>
                <a:gd name="T17" fmla="*/ 20 h 61"/>
                <a:gd name="T18" fmla="*/ 1 w 101"/>
                <a:gd name="T19" fmla="*/ 22 h 61"/>
                <a:gd name="T20" fmla="*/ 1 w 101"/>
                <a:gd name="T21" fmla="*/ 28 h 61"/>
                <a:gd name="T22" fmla="*/ 4 w 101"/>
                <a:gd name="T23" fmla="*/ 41 h 61"/>
                <a:gd name="T24" fmla="*/ 7 w 101"/>
                <a:gd name="T25" fmla="*/ 53 h 61"/>
                <a:gd name="T26" fmla="*/ 22 w 101"/>
                <a:gd name="T27" fmla="*/ 52 h 61"/>
                <a:gd name="T28" fmla="*/ 33 w 101"/>
                <a:gd name="T29" fmla="*/ 48 h 61"/>
                <a:gd name="T30" fmla="*/ 42 w 101"/>
                <a:gd name="T31" fmla="*/ 44 h 61"/>
                <a:gd name="T32" fmla="*/ 50 w 101"/>
                <a:gd name="T33" fmla="*/ 42 h 61"/>
                <a:gd name="T34" fmla="*/ 57 w 101"/>
                <a:gd name="T35" fmla="*/ 38 h 61"/>
                <a:gd name="T36" fmla="*/ 75 w 101"/>
                <a:gd name="T37" fmla="*/ 32 h 61"/>
                <a:gd name="T38" fmla="*/ 83 w 101"/>
                <a:gd name="T39" fmla="*/ 24 h 61"/>
                <a:gd name="T40" fmla="*/ 90 w 101"/>
                <a:gd name="T41" fmla="*/ 21 h 61"/>
                <a:gd name="T42" fmla="*/ 80 w 101"/>
                <a:gd name="T43" fmla="*/ 0 h 61"/>
                <a:gd name="T44" fmla="*/ 72 w 101"/>
                <a:gd name="T45" fmla="*/ 2 h 61"/>
                <a:gd name="T46" fmla="*/ 92 w 101"/>
                <a:gd name="T47" fmla="*/ 58 h 61"/>
                <a:gd name="T48" fmla="*/ 101 w 101"/>
                <a:gd name="T49" fmla="*/ 56 h 61"/>
                <a:gd name="T50" fmla="*/ 92 w 101"/>
                <a:gd name="T51" fmla="*/ 5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1" h="61">
                  <a:moveTo>
                    <a:pt x="72" y="2"/>
                  </a:moveTo>
                  <a:cubicBezTo>
                    <a:pt x="67" y="3"/>
                    <a:pt x="56" y="2"/>
                    <a:pt x="55" y="3"/>
                  </a:cubicBezTo>
                  <a:cubicBezTo>
                    <a:pt x="54" y="4"/>
                    <a:pt x="43" y="11"/>
                    <a:pt x="42" y="14"/>
                  </a:cubicBezTo>
                  <a:cubicBezTo>
                    <a:pt x="41" y="18"/>
                    <a:pt x="38" y="18"/>
                    <a:pt x="36" y="16"/>
                  </a:cubicBezTo>
                  <a:cubicBezTo>
                    <a:pt x="34" y="15"/>
                    <a:pt x="25" y="15"/>
                    <a:pt x="24" y="14"/>
                  </a:cubicBezTo>
                  <a:cubicBezTo>
                    <a:pt x="24" y="14"/>
                    <a:pt x="17" y="13"/>
                    <a:pt x="14" y="14"/>
                  </a:cubicBezTo>
                  <a:cubicBezTo>
                    <a:pt x="11" y="14"/>
                    <a:pt x="9" y="12"/>
                    <a:pt x="8" y="13"/>
                  </a:cubicBezTo>
                  <a:cubicBezTo>
                    <a:pt x="6" y="13"/>
                    <a:pt x="5" y="15"/>
                    <a:pt x="4" y="16"/>
                  </a:cubicBezTo>
                  <a:cubicBezTo>
                    <a:pt x="3" y="17"/>
                    <a:pt x="5" y="19"/>
                    <a:pt x="4" y="20"/>
                  </a:cubicBezTo>
                  <a:cubicBezTo>
                    <a:pt x="4" y="21"/>
                    <a:pt x="3" y="21"/>
                    <a:pt x="1" y="22"/>
                  </a:cubicBezTo>
                  <a:cubicBezTo>
                    <a:pt x="1" y="24"/>
                    <a:pt x="2" y="26"/>
                    <a:pt x="1" y="28"/>
                  </a:cubicBezTo>
                  <a:cubicBezTo>
                    <a:pt x="0" y="30"/>
                    <a:pt x="1" y="37"/>
                    <a:pt x="4" y="41"/>
                  </a:cubicBezTo>
                  <a:cubicBezTo>
                    <a:pt x="6" y="45"/>
                    <a:pt x="5" y="52"/>
                    <a:pt x="7" y="53"/>
                  </a:cubicBezTo>
                  <a:cubicBezTo>
                    <a:pt x="8" y="55"/>
                    <a:pt x="18" y="54"/>
                    <a:pt x="22" y="52"/>
                  </a:cubicBezTo>
                  <a:cubicBezTo>
                    <a:pt x="26" y="49"/>
                    <a:pt x="29" y="48"/>
                    <a:pt x="33" y="48"/>
                  </a:cubicBezTo>
                  <a:cubicBezTo>
                    <a:pt x="36" y="48"/>
                    <a:pt x="41" y="45"/>
                    <a:pt x="42" y="44"/>
                  </a:cubicBezTo>
                  <a:cubicBezTo>
                    <a:pt x="43" y="42"/>
                    <a:pt x="48" y="42"/>
                    <a:pt x="50" y="42"/>
                  </a:cubicBezTo>
                  <a:cubicBezTo>
                    <a:pt x="52" y="43"/>
                    <a:pt x="55" y="40"/>
                    <a:pt x="57" y="38"/>
                  </a:cubicBezTo>
                  <a:cubicBezTo>
                    <a:pt x="59" y="36"/>
                    <a:pt x="67" y="35"/>
                    <a:pt x="75" y="32"/>
                  </a:cubicBezTo>
                  <a:cubicBezTo>
                    <a:pt x="83" y="30"/>
                    <a:pt x="81" y="26"/>
                    <a:pt x="83" y="24"/>
                  </a:cubicBezTo>
                  <a:cubicBezTo>
                    <a:pt x="84" y="22"/>
                    <a:pt x="87" y="22"/>
                    <a:pt x="90" y="21"/>
                  </a:cubicBezTo>
                  <a:cubicBezTo>
                    <a:pt x="86" y="13"/>
                    <a:pt x="82" y="4"/>
                    <a:pt x="80" y="0"/>
                  </a:cubicBezTo>
                  <a:cubicBezTo>
                    <a:pt x="76" y="1"/>
                    <a:pt x="73" y="2"/>
                    <a:pt x="72" y="2"/>
                  </a:cubicBezTo>
                  <a:close/>
                  <a:moveTo>
                    <a:pt x="92" y="58"/>
                  </a:moveTo>
                  <a:cubicBezTo>
                    <a:pt x="95" y="61"/>
                    <a:pt x="100" y="57"/>
                    <a:pt x="101" y="56"/>
                  </a:cubicBezTo>
                  <a:cubicBezTo>
                    <a:pt x="101" y="55"/>
                    <a:pt x="89" y="55"/>
                    <a:pt x="92" y="58"/>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89" name="Freeform 159">
              <a:extLst>
                <a:ext uri="{FF2B5EF4-FFF2-40B4-BE49-F238E27FC236}">
                  <a16:creationId xmlns:a16="http://schemas.microsoft.com/office/drawing/2014/main" id="{D5CC3230-63F8-2988-72E4-BD1C66D4C0DF}"/>
                </a:ext>
              </a:extLst>
            </p:cNvPr>
            <p:cNvSpPr>
              <a:spLocks/>
            </p:cNvSpPr>
            <p:nvPr/>
          </p:nvSpPr>
          <p:spPr bwMode="auto">
            <a:xfrm>
              <a:off x="8607344" y="3153798"/>
              <a:ext cx="326250" cy="211661"/>
            </a:xfrm>
            <a:custGeom>
              <a:avLst/>
              <a:gdLst>
                <a:gd name="T0" fmla="*/ 120 w 121"/>
                <a:gd name="T1" fmla="*/ 48 h 76"/>
                <a:gd name="T2" fmla="*/ 113 w 121"/>
                <a:gd name="T3" fmla="*/ 45 h 76"/>
                <a:gd name="T4" fmla="*/ 104 w 121"/>
                <a:gd name="T5" fmla="*/ 40 h 76"/>
                <a:gd name="T6" fmla="*/ 94 w 121"/>
                <a:gd name="T7" fmla="*/ 34 h 76"/>
                <a:gd name="T8" fmla="*/ 86 w 121"/>
                <a:gd name="T9" fmla="*/ 28 h 76"/>
                <a:gd name="T10" fmla="*/ 82 w 121"/>
                <a:gd name="T11" fmla="*/ 21 h 76"/>
                <a:gd name="T12" fmla="*/ 79 w 121"/>
                <a:gd name="T13" fmla="*/ 15 h 76"/>
                <a:gd name="T14" fmla="*/ 66 w 121"/>
                <a:gd name="T15" fmla="*/ 14 h 76"/>
                <a:gd name="T16" fmla="*/ 63 w 121"/>
                <a:gd name="T17" fmla="*/ 5 h 76"/>
                <a:gd name="T18" fmla="*/ 57 w 121"/>
                <a:gd name="T19" fmla="*/ 3 h 76"/>
                <a:gd name="T20" fmla="*/ 51 w 121"/>
                <a:gd name="T21" fmla="*/ 1 h 76"/>
                <a:gd name="T22" fmla="*/ 47 w 121"/>
                <a:gd name="T23" fmla="*/ 3 h 76"/>
                <a:gd name="T24" fmla="*/ 44 w 121"/>
                <a:gd name="T25" fmla="*/ 6 h 76"/>
                <a:gd name="T26" fmla="*/ 38 w 121"/>
                <a:gd name="T27" fmla="*/ 10 h 76"/>
                <a:gd name="T28" fmla="*/ 35 w 121"/>
                <a:gd name="T29" fmla="*/ 14 h 76"/>
                <a:gd name="T30" fmla="*/ 29 w 121"/>
                <a:gd name="T31" fmla="*/ 13 h 76"/>
                <a:gd name="T32" fmla="*/ 23 w 121"/>
                <a:gd name="T33" fmla="*/ 12 h 76"/>
                <a:gd name="T34" fmla="*/ 13 w 121"/>
                <a:gd name="T35" fmla="*/ 4 h 76"/>
                <a:gd name="T36" fmla="*/ 4 w 121"/>
                <a:gd name="T37" fmla="*/ 8 h 76"/>
                <a:gd name="T38" fmla="*/ 8 w 121"/>
                <a:gd name="T39" fmla="*/ 7 h 76"/>
                <a:gd name="T40" fmla="*/ 15 w 121"/>
                <a:gd name="T41" fmla="*/ 14 h 76"/>
                <a:gd name="T42" fmla="*/ 19 w 121"/>
                <a:gd name="T43" fmla="*/ 19 h 76"/>
                <a:gd name="T44" fmla="*/ 10 w 121"/>
                <a:gd name="T45" fmla="*/ 21 h 76"/>
                <a:gd name="T46" fmla="*/ 3 w 121"/>
                <a:gd name="T47" fmla="*/ 21 h 76"/>
                <a:gd name="T48" fmla="*/ 4 w 121"/>
                <a:gd name="T49" fmla="*/ 28 h 76"/>
                <a:gd name="T50" fmla="*/ 5 w 121"/>
                <a:gd name="T51" fmla="*/ 33 h 76"/>
                <a:gd name="T52" fmla="*/ 10 w 121"/>
                <a:gd name="T53" fmla="*/ 35 h 76"/>
                <a:gd name="T54" fmla="*/ 11 w 121"/>
                <a:gd name="T55" fmla="*/ 42 h 76"/>
                <a:gd name="T56" fmla="*/ 11 w 121"/>
                <a:gd name="T57" fmla="*/ 53 h 76"/>
                <a:gd name="T58" fmla="*/ 18 w 121"/>
                <a:gd name="T59" fmla="*/ 52 h 76"/>
                <a:gd name="T60" fmla="*/ 26 w 121"/>
                <a:gd name="T61" fmla="*/ 47 h 76"/>
                <a:gd name="T62" fmla="*/ 32 w 121"/>
                <a:gd name="T63" fmla="*/ 46 h 76"/>
                <a:gd name="T64" fmla="*/ 41 w 121"/>
                <a:gd name="T65" fmla="*/ 46 h 76"/>
                <a:gd name="T66" fmla="*/ 48 w 121"/>
                <a:gd name="T67" fmla="*/ 49 h 76"/>
                <a:gd name="T68" fmla="*/ 52 w 121"/>
                <a:gd name="T69" fmla="*/ 51 h 76"/>
                <a:gd name="T70" fmla="*/ 59 w 121"/>
                <a:gd name="T71" fmla="*/ 53 h 76"/>
                <a:gd name="T72" fmla="*/ 63 w 121"/>
                <a:gd name="T73" fmla="*/ 56 h 76"/>
                <a:gd name="T74" fmla="*/ 68 w 121"/>
                <a:gd name="T75" fmla="*/ 61 h 76"/>
                <a:gd name="T76" fmla="*/ 74 w 121"/>
                <a:gd name="T77" fmla="*/ 62 h 76"/>
                <a:gd name="T78" fmla="*/ 76 w 121"/>
                <a:gd name="T79" fmla="*/ 72 h 76"/>
                <a:gd name="T80" fmla="*/ 78 w 121"/>
                <a:gd name="T81" fmla="*/ 72 h 76"/>
                <a:gd name="T82" fmla="*/ 84 w 121"/>
                <a:gd name="T83" fmla="*/ 74 h 76"/>
                <a:gd name="T84" fmla="*/ 91 w 121"/>
                <a:gd name="T85" fmla="*/ 71 h 76"/>
                <a:gd name="T86" fmla="*/ 103 w 121"/>
                <a:gd name="T87" fmla="*/ 64 h 76"/>
                <a:gd name="T88" fmla="*/ 108 w 121"/>
                <a:gd name="T89" fmla="*/ 56 h 76"/>
                <a:gd name="T90" fmla="*/ 115 w 121"/>
                <a:gd name="T91" fmla="*/ 52 h 76"/>
                <a:gd name="T92" fmla="*/ 121 w 121"/>
                <a:gd name="T93" fmla="*/ 53 h 76"/>
                <a:gd name="T94" fmla="*/ 120 w 121"/>
                <a:gd name="T95" fmla="*/ 48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1" h="76">
                  <a:moveTo>
                    <a:pt x="120" y="48"/>
                  </a:moveTo>
                  <a:cubicBezTo>
                    <a:pt x="120" y="48"/>
                    <a:pt x="115" y="45"/>
                    <a:pt x="113" y="45"/>
                  </a:cubicBezTo>
                  <a:cubicBezTo>
                    <a:pt x="111" y="46"/>
                    <a:pt x="107" y="41"/>
                    <a:pt x="104" y="40"/>
                  </a:cubicBezTo>
                  <a:cubicBezTo>
                    <a:pt x="100" y="38"/>
                    <a:pt x="96" y="36"/>
                    <a:pt x="94" y="34"/>
                  </a:cubicBezTo>
                  <a:cubicBezTo>
                    <a:pt x="93" y="32"/>
                    <a:pt x="87" y="29"/>
                    <a:pt x="86" y="28"/>
                  </a:cubicBezTo>
                  <a:cubicBezTo>
                    <a:pt x="85" y="26"/>
                    <a:pt x="84" y="23"/>
                    <a:pt x="82" y="21"/>
                  </a:cubicBezTo>
                  <a:cubicBezTo>
                    <a:pt x="80" y="18"/>
                    <a:pt x="80" y="15"/>
                    <a:pt x="79" y="15"/>
                  </a:cubicBezTo>
                  <a:cubicBezTo>
                    <a:pt x="77" y="15"/>
                    <a:pt x="66" y="15"/>
                    <a:pt x="66" y="14"/>
                  </a:cubicBezTo>
                  <a:cubicBezTo>
                    <a:pt x="66" y="12"/>
                    <a:pt x="65" y="5"/>
                    <a:pt x="63" y="5"/>
                  </a:cubicBezTo>
                  <a:cubicBezTo>
                    <a:pt x="61" y="4"/>
                    <a:pt x="58" y="4"/>
                    <a:pt x="57" y="3"/>
                  </a:cubicBezTo>
                  <a:cubicBezTo>
                    <a:pt x="55" y="1"/>
                    <a:pt x="51" y="0"/>
                    <a:pt x="51" y="1"/>
                  </a:cubicBezTo>
                  <a:cubicBezTo>
                    <a:pt x="50" y="2"/>
                    <a:pt x="48" y="3"/>
                    <a:pt x="47" y="3"/>
                  </a:cubicBezTo>
                  <a:cubicBezTo>
                    <a:pt x="46" y="3"/>
                    <a:pt x="47" y="6"/>
                    <a:pt x="44" y="6"/>
                  </a:cubicBezTo>
                  <a:cubicBezTo>
                    <a:pt x="42" y="6"/>
                    <a:pt x="38" y="9"/>
                    <a:pt x="38" y="10"/>
                  </a:cubicBezTo>
                  <a:cubicBezTo>
                    <a:pt x="38" y="12"/>
                    <a:pt x="38" y="15"/>
                    <a:pt x="35" y="14"/>
                  </a:cubicBezTo>
                  <a:cubicBezTo>
                    <a:pt x="34" y="14"/>
                    <a:pt x="31" y="14"/>
                    <a:pt x="29" y="13"/>
                  </a:cubicBezTo>
                  <a:cubicBezTo>
                    <a:pt x="29" y="13"/>
                    <a:pt x="26" y="15"/>
                    <a:pt x="23" y="12"/>
                  </a:cubicBezTo>
                  <a:cubicBezTo>
                    <a:pt x="20" y="8"/>
                    <a:pt x="16" y="4"/>
                    <a:pt x="13" y="4"/>
                  </a:cubicBezTo>
                  <a:cubicBezTo>
                    <a:pt x="11" y="4"/>
                    <a:pt x="3" y="4"/>
                    <a:pt x="4" y="8"/>
                  </a:cubicBezTo>
                  <a:cubicBezTo>
                    <a:pt x="5" y="7"/>
                    <a:pt x="6" y="7"/>
                    <a:pt x="8" y="7"/>
                  </a:cubicBezTo>
                  <a:cubicBezTo>
                    <a:pt x="14" y="7"/>
                    <a:pt x="12" y="14"/>
                    <a:pt x="15" y="14"/>
                  </a:cubicBezTo>
                  <a:cubicBezTo>
                    <a:pt x="18" y="15"/>
                    <a:pt x="22" y="20"/>
                    <a:pt x="19" y="19"/>
                  </a:cubicBezTo>
                  <a:cubicBezTo>
                    <a:pt x="16" y="19"/>
                    <a:pt x="13" y="22"/>
                    <a:pt x="10" y="21"/>
                  </a:cubicBezTo>
                  <a:cubicBezTo>
                    <a:pt x="7" y="20"/>
                    <a:pt x="4" y="18"/>
                    <a:pt x="3" y="21"/>
                  </a:cubicBezTo>
                  <a:cubicBezTo>
                    <a:pt x="2" y="25"/>
                    <a:pt x="0" y="28"/>
                    <a:pt x="4" y="28"/>
                  </a:cubicBezTo>
                  <a:cubicBezTo>
                    <a:pt x="8" y="28"/>
                    <a:pt x="8" y="31"/>
                    <a:pt x="5" y="33"/>
                  </a:cubicBezTo>
                  <a:cubicBezTo>
                    <a:pt x="2" y="36"/>
                    <a:pt x="9" y="33"/>
                    <a:pt x="10" y="35"/>
                  </a:cubicBezTo>
                  <a:cubicBezTo>
                    <a:pt x="10" y="38"/>
                    <a:pt x="12" y="38"/>
                    <a:pt x="11" y="42"/>
                  </a:cubicBezTo>
                  <a:cubicBezTo>
                    <a:pt x="11" y="45"/>
                    <a:pt x="11" y="50"/>
                    <a:pt x="11" y="53"/>
                  </a:cubicBezTo>
                  <a:cubicBezTo>
                    <a:pt x="14" y="53"/>
                    <a:pt x="18" y="53"/>
                    <a:pt x="18" y="52"/>
                  </a:cubicBezTo>
                  <a:cubicBezTo>
                    <a:pt x="20" y="50"/>
                    <a:pt x="24" y="47"/>
                    <a:pt x="26" y="47"/>
                  </a:cubicBezTo>
                  <a:cubicBezTo>
                    <a:pt x="28" y="47"/>
                    <a:pt x="31" y="48"/>
                    <a:pt x="32" y="46"/>
                  </a:cubicBezTo>
                  <a:cubicBezTo>
                    <a:pt x="33" y="44"/>
                    <a:pt x="40" y="45"/>
                    <a:pt x="41" y="46"/>
                  </a:cubicBezTo>
                  <a:cubicBezTo>
                    <a:pt x="43" y="48"/>
                    <a:pt x="47" y="49"/>
                    <a:pt x="48" y="49"/>
                  </a:cubicBezTo>
                  <a:cubicBezTo>
                    <a:pt x="49" y="49"/>
                    <a:pt x="49" y="51"/>
                    <a:pt x="52" y="51"/>
                  </a:cubicBezTo>
                  <a:cubicBezTo>
                    <a:pt x="54" y="51"/>
                    <a:pt x="59" y="52"/>
                    <a:pt x="59" y="53"/>
                  </a:cubicBezTo>
                  <a:cubicBezTo>
                    <a:pt x="59" y="55"/>
                    <a:pt x="61" y="56"/>
                    <a:pt x="63" y="56"/>
                  </a:cubicBezTo>
                  <a:cubicBezTo>
                    <a:pt x="65" y="56"/>
                    <a:pt x="66" y="61"/>
                    <a:pt x="68" y="61"/>
                  </a:cubicBezTo>
                  <a:cubicBezTo>
                    <a:pt x="70" y="61"/>
                    <a:pt x="74" y="61"/>
                    <a:pt x="74" y="62"/>
                  </a:cubicBezTo>
                  <a:cubicBezTo>
                    <a:pt x="74" y="63"/>
                    <a:pt x="75" y="69"/>
                    <a:pt x="76" y="72"/>
                  </a:cubicBezTo>
                  <a:cubicBezTo>
                    <a:pt x="77" y="72"/>
                    <a:pt x="77" y="72"/>
                    <a:pt x="78" y="72"/>
                  </a:cubicBezTo>
                  <a:cubicBezTo>
                    <a:pt x="79" y="73"/>
                    <a:pt x="83" y="71"/>
                    <a:pt x="84" y="74"/>
                  </a:cubicBezTo>
                  <a:cubicBezTo>
                    <a:pt x="84" y="76"/>
                    <a:pt x="91" y="75"/>
                    <a:pt x="91" y="71"/>
                  </a:cubicBezTo>
                  <a:cubicBezTo>
                    <a:pt x="91" y="67"/>
                    <a:pt x="102" y="67"/>
                    <a:pt x="103" y="64"/>
                  </a:cubicBezTo>
                  <a:cubicBezTo>
                    <a:pt x="104" y="61"/>
                    <a:pt x="105" y="55"/>
                    <a:pt x="108" y="56"/>
                  </a:cubicBezTo>
                  <a:cubicBezTo>
                    <a:pt x="111" y="57"/>
                    <a:pt x="112" y="52"/>
                    <a:pt x="115" y="52"/>
                  </a:cubicBezTo>
                  <a:cubicBezTo>
                    <a:pt x="117" y="52"/>
                    <a:pt x="118" y="54"/>
                    <a:pt x="121" y="53"/>
                  </a:cubicBezTo>
                  <a:lnTo>
                    <a:pt x="120" y="48"/>
                  </a:ln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91" name="Freeform 161">
              <a:extLst>
                <a:ext uri="{FF2B5EF4-FFF2-40B4-BE49-F238E27FC236}">
                  <a16:creationId xmlns:a16="http://schemas.microsoft.com/office/drawing/2014/main" id="{9E15F7CE-20C4-780B-1D06-86BE8612F4A6}"/>
                </a:ext>
              </a:extLst>
            </p:cNvPr>
            <p:cNvSpPr>
              <a:spLocks noEditPoints="1"/>
            </p:cNvSpPr>
            <p:nvPr/>
          </p:nvSpPr>
          <p:spPr bwMode="auto">
            <a:xfrm>
              <a:off x="8467034" y="2766931"/>
              <a:ext cx="925135" cy="448016"/>
            </a:xfrm>
            <a:custGeom>
              <a:avLst/>
              <a:gdLst>
                <a:gd name="T0" fmla="*/ 332 w 343"/>
                <a:gd name="T1" fmla="*/ 67 h 161"/>
                <a:gd name="T2" fmla="*/ 321 w 343"/>
                <a:gd name="T3" fmla="*/ 56 h 161"/>
                <a:gd name="T4" fmla="*/ 299 w 343"/>
                <a:gd name="T5" fmla="*/ 52 h 161"/>
                <a:gd name="T6" fmla="*/ 279 w 343"/>
                <a:gd name="T7" fmla="*/ 38 h 161"/>
                <a:gd name="T8" fmla="*/ 255 w 343"/>
                <a:gd name="T9" fmla="*/ 13 h 161"/>
                <a:gd name="T10" fmla="*/ 232 w 343"/>
                <a:gd name="T11" fmla="*/ 22 h 161"/>
                <a:gd name="T12" fmla="*/ 226 w 343"/>
                <a:gd name="T13" fmla="*/ 16 h 161"/>
                <a:gd name="T14" fmla="*/ 213 w 343"/>
                <a:gd name="T15" fmla="*/ 15 h 161"/>
                <a:gd name="T16" fmla="*/ 207 w 343"/>
                <a:gd name="T17" fmla="*/ 2 h 161"/>
                <a:gd name="T18" fmla="*/ 178 w 343"/>
                <a:gd name="T19" fmla="*/ 7 h 161"/>
                <a:gd name="T20" fmla="*/ 145 w 343"/>
                <a:gd name="T21" fmla="*/ 15 h 161"/>
                <a:gd name="T22" fmla="*/ 128 w 343"/>
                <a:gd name="T23" fmla="*/ 23 h 161"/>
                <a:gd name="T24" fmla="*/ 125 w 343"/>
                <a:gd name="T25" fmla="*/ 35 h 161"/>
                <a:gd name="T26" fmla="*/ 128 w 343"/>
                <a:gd name="T27" fmla="*/ 45 h 161"/>
                <a:gd name="T28" fmla="*/ 119 w 343"/>
                <a:gd name="T29" fmla="*/ 52 h 161"/>
                <a:gd name="T30" fmla="*/ 106 w 343"/>
                <a:gd name="T31" fmla="*/ 51 h 161"/>
                <a:gd name="T32" fmla="*/ 85 w 343"/>
                <a:gd name="T33" fmla="*/ 52 h 161"/>
                <a:gd name="T34" fmla="*/ 70 w 343"/>
                <a:gd name="T35" fmla="*/ 52 h 161"/>
                <a:gd name="T36" fmla="*/ 47 w 343"/>
                <a:gd name="T37" fmla="*/ 43 h 161"/>
                <a:gd name="T38" fmla="*/ 27 w 343"/>
                <a:gd name="T39" fmla="*/ 49 h 161"/>
                <a:gd name="T40" fmla="*/ 20 w 343"/>
                <a:gd name="T41" fmla="*/ 63 h 161"/>
                <a:gd name="T42" fmla="*/ 3 w 343"/>
                <a:gd name="T43" fmla="*/ 66 h 161"/>
                <a:gd name="T44" fmla="*/ 1 w 343"/>
                <a:gd name="T45" fmla="*/ 78 h 161"/>
                <a:gd name="T46" fmla="*/ 14 w 343"/>
                <a:gd name="T47" fmla="*/ 85 h 161"/>
                <a:gd name="T48" fmla="*/ 22 w 343"/>
                <a:gd name="T49" fmla="*/ 100 h 161"/>
                <a:gd name="T50" fmla="*/ 44 w 343"/>
                <a:gd name="T51" fmla="*/ 95 h 161"/>
                <a:gd name="T52" fmla="*/ 49 w 343"/>
                <a:gd name="T53" fmla="*/ 112 h 161"/>
                <a:gd name="T54" fmla="*/ 33 w 343"/>
                <a:gd name="T55" fmla="*/ 123 h 161"/>
                <a:gd name="T56" fmla="*/ 49 w 343"/>
                <a:gd name="T57" fmla="*/ 139 h 161"/>
                <a:gd name="T58" fmla="*/ 56 w 343"/>
                <a:gd name="T59" fmla="*/ 147 h 161"/>
                <a:gd name="T60" fmla="*/ 81 w 343"/>
                <a:gd name="T61" fmla="*/ 152 h 161"/>
                <a:gd name="T62" fmla="*/ 104 w 343"/>
                <a:gd name="T63" fmla="*/ 108 h 161"/>
                <a:gd name="T64" fmla="*/ 118 w 343"/>
                <a:gd name="T65" fmla="*/ 109 h 161"/>
                <a:gd name="T66" fmla="*/ 143 w 343"/>
                <a:gd name="T67" fmla="*/ 130 h 161"/>
                <a:gd name="T68" fmla="*/ 169 w 343"/>
                <a:gd name="T69" fmla="*/ 144 h 161"/>
                <a:gd name="T70" fmla="*/ 187 w 343"/>
                <a:gd name="T71" fmla="*/ 159 h 161"/>
                <a:gd name="T72" fmla="*/ 205 w 343"/>
                <a:gd name="T73" fmla="*/ 150 h 161"/>
                <a:gd name="T74" fmla="*/ 224 w 343"/>
                <a:gd name="T75" fmla="*/ 140 h 161"/>
                <a:gd name="T76" fmla="*/ 252 w 343"/>
                <a:gd name="T77" fmla="*/ 138 h 161"/>
                <a:gd name="T78" fmla="*/ 288 w 343"/>
                <a:gd name="T79" fmla="*/ 144 h 161"/>
                <a:gd name="T80" fmla="*/ 289 w 343"/>
                <a:gd name="T81" fmla="*/ 125 h 161"/>
                <a:gd name="T82" fmla="*/ 300 w 343"/>
                <a:gd name="T83" fmla="*/ 113 h 161"/>
                <a:gd name="T84" fmla="*/ 311 w 343"/>
                <a:gd name="T85" fmla="*/ 94 h 161"/>
                <a:gd name="T86" fmla="*/ 333 w 343"/>
                <a:gd name="T87" fmla="*/ 92 h 161"/>
                <a:gd name="T88" fmla="*/ 341 w 343"/>
                <a:gd name="T89" fmla="*/ 74 h 161"/>
                <a:gd name="T90" fmla="*/ 129 w 343"/>
                <a:gd name="T91" fmla="*/ 102 h 161"/>
                <a:gd name="T92" fmla="*/ 270 w 343"/>
                <a:gd name="T93" fmla="*/ 101 h 161"/>
                <a:gd name="T94" fmla="*/ 236 w 343"/>
                <a:gd name="T95" fmla="*/ 102 h 161"/>
                <a:gd name="T96" fmla="*/ 270 w 343"/>
                <a:gd name="T97" fmla="*/ 10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3" h="161">
                  <a:moveTo>
                    <a:pt x="342" y="66"/>
                  </a:moveTo>
                  <a:cubicBezTo>
                    <a:pt x="341" y="64"/>
                    <a:pt x="340" y="65"/>
                    <a:pt x="339" y="66"/>
                  </a:cubicBezTo>
                  <a:cubicBezTo>
                    <a:pt x="337" y="66"/>
                    <a:pt x="333" y="67"/>
                    <a:pt x="332" y="67"/>
                  </a:cubicBezTo>
                  <a:cubicBezTo>
                    <a:pt x="330" y="67"/>
                    <a:pt x="328" y="65"/>
                    <a:pt x="328" y="63"/>
                  </a:cubicBezTo>
                  <a:cubicBezTo>
                    <a:pt x="328" y="62"/>
                    <a:pt x="327" y="60"/>
                    <a:pt x="326" y="60"/>
                  </a:cubicBezTo>
                  <a:cubicBezTo>
                    <a:pt x="324" y="60"/>
                    <a:pt x="322" y="59"/>
                    <a:pt x="321" y="56"/>
                  </a:cubicBezTo>
                  <a:cubicBezTo>
                    <a:pt x="319" y="52"/>
                    <a:pt x="317" y="52"/>
                    <a:pt x="315" y="51"/>
                  </a:cubicBezTo>
                  <a:cubicBezTo>
                    <a:pt x="314" y="50"/>
                    <a:pt x="309" y="53"/>
                    <a:pt x="307" y="54"/>
                  </a:cubicBezTo>
                  <a:cubicBezTo>
                    <a:pt x="305" y="55"/>
                    <a:pt x="301" y="53"/>
                    <a:pt x="299" y="52"/>
                  </a:cubicBezTo>
                  <a:cubicBezTo>
                    <a:pt x="296" y="52"/>
                    <a:pt x="295" y="47"/>
                    <a:pt x="292" y="48"/>
                  </a:cubicBezTo>
                  <a:cubicBezTo>
                    <a:pt x="290" y="48"/>
                    <a:pt x="289" y="53"/>
                    <a:pt x="287" y="53"/>
                  </a:cubicBezTo>
                  <a:cubicBezTo>
                    <a:pt x="285" y="53"/>
                    <a:pt x="282" y="44"/>
                    <a:pt x="279" y="38"/>
                  </a:cubicBezTo>
                  <a:cubicBezTo>
                    <a:pt x="275" y="33"/>
                    <a:pt x="269" y="22"/>
                    <a:pt x="263" y="20"/>
                  </a:cubicBezTo>
                  <a:cubicBezTo>
                    <a:pt x="257" y="18"/>
                    <a:pt x="259" y="15"/>
                    <a:pt x="261" y="13"/>
                  </a:cubicBezTo>
                  <a:cubicBezTo>
                    <a:pt x="262" y="12"/>
                    <a:pt x="257" y="12"/>
                    <a:pt x="255" y="13"/>
                  </a:cubicBezTo>
                  <a:cubicBezTo>
                    <a:pt x="253" y="14"/>
                    <a:pt x="250" y="17"/>
                    <a:pt x="247" y="17"/>
                  </a:cubicBezTo>
                  <a:cubicBezTo>
                    <a:pt x="245" y="18"/>
                    <a:pt x="241" y="22"/>
                    <a:pt x="238" y="21"/>
                  </a:cubicBezTo>
                  <a:cubicBezTo>
                    <a:pt x="235" y="20"/>
                    <a:pt x="234" y="24"/>
                    <a:pt x="232" y="22"/>
                  </a:cubicBezTo>
                  <a:cubicBezTo>
                    <a:pt x="230" y="20"/>
                    <a:pt x="235" y="19"/>
                    <a:pt x="235" y="17"/>
                  </a:cubicBezTo>
                  <a:cubicBezTo>
                    <a:pt x="235" y="15"/>
                    <a:pt x="231" y="18"/>
                    <a:pt x="230" y="16"/>
                  </a:cubicBezTo>
                  <a:cubicBezTo>
                    <a:pt x="229" y="15"/>
                    <a:pt x="226" y="14"/>
                    <a:pt x="226" y="16"/>
                  </a:cubicBezTo>
                  <a:cubicBezTo>
                    <a:pt x="226" y="18"/>
                    <a:pt x="224" y="17"/>
                    <a:pt x="224" y="15"/>
                  </a:cubicBezTo>
                  <a:cubicBezTo>
                    <a:pt x="224" y="14"/>
                    <a:pt x="222" y="12"/>
                    <a:pt x="221" y="13"/>
                  </a:cubicBezTo>
                  <a:cubicBezTo>
                    <a:pt x="219" y="15"/>
                    <a:pt x="214" y="16"/>
                    <a:pt x="213" y="15"/>
                  </a:cubicBezTo>
                  <a:cubicBezTo>
                    <a:pt x="212" y="13"/>
                    <a:pt x="214" y="13"/>
                    <a:pt x="214" y="11"/>
                  </a:cubicBezTo>
                  <a:cubicBezTo>
                    <a:pt x="214" y="9"/>
                    <a:pt x="212" y="7"/>
                    <a:pt x="213" y="5"/>
                  </a:cubicBezTo>
                  <a:cubicBezTo>
                    <a:pt x="213" y="3"/>
                    <a:pt x="209" y="1"/>
                    <a:pt x="207" y="2"/>
                  </a:cubicBezTo>
                  <a:cubicBezTo>
                    <a:pt x="205" y="2"/>
                    <a:pt x="203" y="2"/>
                    <a:pt x="201" y="1"/>
                  </a:cubicBezTo>
                  <a:cubicBezTo>
                    <a:pt x="199" y="0"/>
                    <a:pt x="191" y="1"/>
                    <a:pt x="190" y="3"/>
                  </a:cubicBezTo>
                  <a:cubicBezTo>
                    <a:pt x="190" y="5"/>
                    <a:pt x="180" y="7"/>
                    <a:pt x="178" y="7"/>
                  </a:cubicBezTo>
                  <a:cubicBezTo>
                    <a:pt x="176" y="8"/>
                    <a:pt x="169" y="9"/>
                    <a:pt x="166" y="10"/>
                  </a:cubicBezTo>
                  <a:cubicBezTo>
                    <a:pt x="163" y="10"/>
                    <a:pt x="161" y="12"/>
                    <a:pt x="157" y="12"/>
                  </a:cubicBezTo>
                  <a:cubicBezTo>
                    <a:pt x="154" y="12"/>
                    <a:pt x="148" y="13"/>
                    <a:pt x="145" y="15"/>
                  </a:cubicBezTo>
                  <a:cubicBezTo>
                    <a:pt x="142" y="17"/>
                    <a:pt x="137" y="15"/>
                    <a:pt x="135" y="16"/>
                  </a:cubicBezTo>
                  <a:cubicBezTo>
                    <a:pt x="132" y="17"/>
                    <a:pt x="129" y="16"/>
                    <a:pt x="127" y="16"/>
                  </a:cubicBezTo>
                  <a:cubicBezTo>
                    <a:pt x="126" y="17"/>
                    <a:pt x="127" y="21"/>
                    <a:pt x="128" y="23"/>
                  </a:cubicBezTo>
                  <a:cubicBezTo>
                    <a:pt x="129" y="25"/>
                    <a:pt x="135" y="26"/>
                    <a:pt x="135" y="27"/>
                  </a:cubicBezTo>
                  <a:cubicBezTo>
                    <a:pt x="136" y="28"/>
                    <a:pt x="129" y="28"/>
                    <a:pt x="126" y="29"/>
                  </a:cubicBezTo>
                  <a:cubicBezTo>
                    <a:pt x="123" y="29"/>
                    <a:pt x="124" y="33"/>
                    <a:pt x="125" y="35"/>
                  </a:cubicBezTo>
                  <a:cubicBezTo>
                    <a:pt x="126" y="36"/>
                    <a:pt x="122" y="38"/>
                    <a:pt x="120" y="39"/>
                  </a:cubicBezTo>
                  <a:cubicBezTo>
                    <a:pt x="117" y="40"/>
                    <a:pt x="120" y="44"/>
                    <a:pt x="122" y="44"/>
                  </a:cubicBezTo>
                  <a:cubicBezTo>
                    <a:pt x="124" y="44"/>
                    <a:pt x="126" y="45"/>
                    <a:pt x="128" y="45"/>
                  </a:cubicBezTo>
                  <a:cubicBezTo>
                    <a:pt x="130" y="45"/>
                    <a:pt x="130" y="49"/>
                    <a:pt x="130" y="51"/>
                  </a:cubicBezTo>
                  <a:cubicBezTo>
                    <a:pt x="130" y="54"/>
                    <a:pt x="128" y="54"/>
                    <a:pt x="125" y="54"/>
                  </a:cubicBezTo>
                  <a:cubicBezTo>
                    <a:pt x="122" y="54"/>
                    <a:pt x="120" y="52"/>
                    <a:pt x="119" y="52"/>
                  </a:cubicBezTo>
                  <a:cubicBezTo>
                    <a:pt x="117" y="51"/>
                    <a:pt x="117" y="55"/>
                    <a:pt x="116" y="56"/>
                  </a:cubicBezTo>
                  <a:cubicBezTo>
                    <a:pt x="114" y="57"/>
                    <a:pt x="114" y="53"/>
                    <a:pt x="111" y="53"/>
                  </a:cubicBezTo>
                  <a:cubicBezTo>
                    <a:pt x="109" y="53"/>
                    <a:pt x="107" y="53"/>
                    <a:pt x="106" y="51"/>
                  </a:cubicBezTo>
                  <a:cubicBezTo>
                    <a:pt x="105" y="48"/>
                    <a:pt x="100" y="48"/>
                    <a:pt x="98" y="50"/>
                  </a:cubicBezTo>
                  <a:cubicBezTo>
                    <a:pt x="95" y="52"/>
                    <a:pt x="95" y="51"/>
                    <a:pt x="93" y="50"/>
                  </a:cubicBezTo>
                  <a:cubicBezTo>
                    <a:pt x="91" y="48"/>
                    <a:pt x="85" y="51"/>
                    <a:pt x="85" y="52"/>
                  </a:cubicBezTo>
                  <a:cubicBezTo>
                    <a:pt x="84" y="54"/>
                    <a:pt x="80" y="55"/>
                    <a:pt x="77" y="53"/>
                  </a:cubicBezTo>
                  <a:cubicBezTo>
                    <a:pt x="74" y="51"/>
                    <a:pt x="72" y="51"/>
                    <a:pt x="72" y="53"/>
                  </a:cubicBezTo>
                  <a:cubicBezTo>
                    <a:pt x="72" y="56"/>
                    <a:pt x="70" y="54"/>
                    <a:pt x="70" y="52"/>
                  </a:cubicBezTo>
                  <a:cubicBezTo>
                    <a:pt x="70" y="51"/>
                    <a:pt x="65" y="48"/>
                    <a:pt x="62" y="46"/>
                  </a:cubicBezTo>
                  <a:cubicBezTo>
                    <a:pt x="60" y="45"/>
                    <a:pt x="53" y="45"/>
                    <a:pt x="53" y="43"/>
                  </a:cubicBezTo>
                  <a:cubicBezTo>
                    <a:pt x="52" y="42"/>
                    <a:pt x="48" y="41"/>
                    <a:pt x="47" y="43"/>
                  </a:cubicBezTo>
                  <a:cubicBezTo>
                    <a:pt x="46" y="46"/>
                    <a:pt x="44" y="44"/>
                    <a:pt x="42" y="43"/>
                  </a:cubicBezTo>
                  <a:cubicBezTo>
                    <a:pt x="41" y="42"/>
                    <a:pt x="37" y="44"/>
                    <a:pt x="36" y="45"/>
                  </a:cubicBezTo>
                  <a:cubicBezTo>
                    <a:pt x="34" y="46"/>
                    <a:pt x="30" y="49"/>
                    <a:pt x="27" y="49"/>
                  </a:cubicBezTo>
                  <a:cubicBezTo>
                    <a:pt x="24" y="49"/>
                    <a:pt x="26" y="52"/>
                    <a:pt x="23" y="53"/>
                  </a:cubicBezTo>
                  <a:cubicBezTo>
                    <a:pt x="19" y="54"/>
                    <a:pt x="20" y="56"/>
                    <a:pt x="20" y="58"/>
                  </a:cubicBezTo>
                  <a:cubicBezTo>
                    <a:pt x="21" y="59"/>
                    <a:pt x="23" y="62"/>
                    <a:pt x="20" y="63"/>
                  </a:cubicBezTo>
                  <a:cubicBezTo>
                    <a:pt x="17" y="64"/>
                    <a:pt x="15" y="59"/>
                    <a:pt x="13" y="57"/>
                  </a:cubicBezTo>
                  <a:cubicBezTo>
                    <a:pt x="10" y="55"/>
                    <a:pt x="8" y="58"/>
                    <a:pt x="8" y="60"/>
                  </a:cubicBezTo>
                  <a:cubicBezTo>
                    <a:pt x="8" y="63"/>
                    <a:pt x="5" y="63"/>
                    <a:pt x="3" y="66"/>
                  </a:cubicBezTo>
                  <a:cubicBezTo>
                    <a:pt x="2" y="68"/>
                    <a:pt x="6" y="69"/>
                    <a:pt x="6" y="70"/>
                  </a:cubicBezTo>
                  <a:cubicBezTo>
                    <a:pt x="6" y="71"/>
                    <a:pt x="4" y="72"/>
                    <a:pt x="3" y="72"/>
                  </a:cubicBezTo>
                  <a:cubicBezTo>
                    <a:pt x="2" y="73"/>
                    <a:pt x="0" y="76"/>
                    <a:pt x="1" y="78"/>
                  </a:cubicBezTo>
                  <a:cubicBezTo>
                    <a:pt x="2" y="79"/>
                    <a:pt x="6" y="78"/>
                    <a:pt x="6" y="81"/>
                  </a:cubicBezTo>
                  <a:cubicBezTo>
                    <a:pt x="6" y="83"/>
                    <a:pt x="5" y="86"/>
                    <a:pt x="8" y="85"/>
                  </a:cubicBezTo>
                  <a:cubicBezTo>
                    <a:pt x="10" y="85"/>
                    <a:pt x="12" y="85"/>
                    <a:pt x="14" y="85"/>
                  </a:cubicBezTo>
                  <a:cubicBezTo>
                    <a:pt x="15" y="85"/>
                    <a:pt x="16" y="88"/>
                    <a:pt x="19" y="91"/>
                  </a:cubicBezTo>
                  <a:cubicBezTo>
                    <a:pt x="21" y="94"/>
                    <a:pt x="23" y="95"/>
                    <a:pt x="20" y="96"/>
                  </a:cubicBezTo>
                  <a:cubicBezTo>
                    <a:pt x="17" y="97"/>
                    <a:pt x="18" y="98"/>
                    <a:pt x="22" y="100"/>
                  </a:cubicBezTo>
                  <a:cubicBezTo>
                    <a:pt x="23" y="100"/>
                    <a:pt x="24" y="101"/>
                    <a:pt x="25" y="102"/>
                  </a:cubicBezTo>
                  <a:cubicBezTo>
                    <a:pt x="25" y="101"/>
                    <a:pt x="26" y="101"/>
                    <a:pt x="26" y="100"/>
                  </a:cubicBezTo>
                  <a:cubicBezTo>
                    <a:pt x="30" y="97"/>
                    <a:pt x="38" y="93"/>
                    <a:pt x="44" y="95"/>
                  </a:cubicBezTo>
                  <a:cubicBezTo>
                    <a:pt x="49" y="96"/>
                    <a:pt x="54" y="94"/>
                    <a:pt x="57" y="97"/>
                  </a:cubicBezTo>
                  <a:cubicBezTo>
                    <a:pt x="59" y="101"/>
                    <a:pt x="57" y="107"/>
                    <a:pt x="58" y="110"/>
                  </a:cubicBezTo>
                  <a:cubicBezTo>
                    <a:pt x="59" y="112"/>
                    <a:pt x="53" y="112"/>
                    <a:pt x="49" y="112"/>
                  </a:cubicBezTo>
                  <a:cubicBezTo>
                    <a:pt x="46" y="111"/>
                    <a:pt x="38" y="113"/>
                    <a:pt x="39" y="116"/>
                  </a:cubicBezTo>
                  <a:cubicBezTo>
                    <a:pt x="40" y="118"/>
                    <a:pt x="43" y="123"/>
                    <a:pt x="38" y="120"/>
                  </a:cubicBezTo>
                  <a:cubicBezTo>
                    <a:pt x="33" y="118"/>
                    <a:pt x="31" y="123"/>
                    <a:pt x="33" y="123"/>
                  </a:cubicBezTo>
                  <a:cubicBezTo>
                    <a:pt x="36" y="123"/>
                    <a:pt x="40" y="126"/>
                    <a:pt x="40" y="129"/>
                  </a:cubicBezTo>
                  <a:cubicBezTo>
                    <a:pt x="40" y="131"/>
                    <a:pt x="40" y="136"/>
                    <a:pt x="43" y="135"/>
                  </a:cubicBezTo>
                  <a:cubicBezTo>
                    <a:pt x="45" y="134"/>
                    <a:pt x="45" y="139"/>
                    <a:pt x="49" y="139"/>
                  </a:cubicBezTo>
                  <a:cubicBezTo>
                    <a:pt x="52" y="138"/>
                    <a:pt x="55" y="140"/>
                    <a:pt x="53" y="143"/>
                  </a:cubicBezTo>
                  <a:cubicBezTo>
                    <a:pt x="50" y="146"/>
                    <a:pt x="54" y="155"/>
                    <a:pt x="55" y="153"/>
                  </a:cubicBezTo>
                  <a:cubicBezTo>
                    <a:pt x="56" y="152"/>
                    <a:pt x="55" y="149"/>
                    <a:pt x="56" y="147"/>
                  </a:cubicBezTo>
                  <a:cubicBezTo>
                    <a:pt x="55" y="143"/>
                    <a:pt x="63" y="143"/>
                    <a:pt x="65" y="143"/>
                  </a:cubicBezTo>
                  <a:cubicBezTo>
                    <a:pt x="68" y="143"/>
                    <a:pt x="72" y="147"/>
                    <a:pt x="75" y="151"/>
                  </a:cubicBezTo>
                  <a:cubicBezTo>
                    <a:pt x="78" y="155"/>
                    <a:pt x="81" y="152"/>
                    <a:pt x="81" y="152"/>
                  </a:cubicBezTo>
                  <a:cubicBezTo>
                    <a:pt x="82" y="115"/>
                    <a:pt x="82" y="115"/>
                    <a:pt x="82" y="115"/>
                  </a:cubicBezTo>
                  <a:cubicBezTo>
                    <a:pt x="104" y="109"/>
                    <a:pt x="104" y="109"/>
                    <a:pt x="104" y="109"/>
                  </a:cubicBezTo>
                  <a:cubicBezTo>
                    <a:pt x="104" y="109"/>
                    <a:pt x="104" y="108"/>
                    <a:pt x="104" y="108"/>
                  </a:cubicBezTo>
                  <a:cubicBezTo>
                    <a:pt x="107" y="104"/>
                    <a:pt x="111" y="107"/>
                    <a:pt x="112" y="108"/>
                  </a:cubicBezTo>
                  <a:cubicBezTo>
                    <a:pt x="113" y="109"/>
                    <a:pt x="113" y="104"/>
                    <a:pt x="116" y="104"/>
                  </a:cubicBezTo>
                  <a:cubicBezTo>
                    <a:pt x="119" y="104"/>
                    <a:pt x="115" y="109"/>
                    <a:pt x="118" y="109"/>
                  </a:cubicBezTo>
                  <a:cubicBezTo>
                    <a:pt x="119" y="109"/>
                    <a:pt x="123" y="115"/>
                    <a:pt x="122" y="120"/>
                  </a:cubicBezTo>
                  <a:cubicBezTo>
                    <a:pt x="125" y="123"/>
                    <a:pt x="131" y="129"/>
                    <a:pt x="132" y="131"/>
                  </a:cubicBezTo>
                  <a:cubicBezTo>
                    <a:pt x="133" y="133"/>
                    <a:pt x="141" y="129"/>
                    <a:pt x="143" y="130"/>
                  </a:cubicBezTo>
                  <a:cubicBezTo>
                    <a:pt x="145" y="131"/>
                    <a:pt x="158" y="131"/>
                    <a:pt x="160" y="131"/>
                  </a:cubicBezTo>
                  <a:cubicBezTo>
                    <a:pt x="162" y="131"/>
                    <a:pt x="164" y="135"/>
                    <a:pt x="167" y="136"/>
                  </a:cubicBezTo>
                  <a:cubicBezTo>
                    <a:pt x="169" y="136"/>
                    <a:pt x="168" y="141"/>
                    <a:pt x="169" y="144"/>
                  </a:cubicBezTo>
                  <a:cubicBezTo>
                    <a:pt x="169" y="147"/>
                    <a:pt x="173" y="150"/>
                    <a:pt x="173" y="152"/>
                  </a:cubicBezTo>
                  <a:cubicBezTo>
                    <a:pt x="174" y="155"/>
                    <a:pt x="178" y="154"/>
                    <a:pt x="180" y="154"/>
                  </a:cubicBezTo>
                  <a:cubicBezTo>
                    <a:pt x="183" y="155"/>
                    <a:pt x="187" y="156"/>
                    <a:pt x="187" y="159"/>
                  </a:cubicBezTo>
                  <a:cubicBezTo>
                    <a:pt x="188" y="161"/>
                    <a:pt x="191" y="159"/>
                    <a:pt x="191" y="157"/>
                  </a:cubicBezTo>
                  <a:cubicBezTo>
                    <a:pt x="192" y="155"/>
                    <a:pt x="195" y="153"/>
                    <a:pt x="200" y="151"/>
                  </a:cubicBezTo>
                  <a:cubicBezTo>
                    <a:pt x="202" y="150"/>
                    <a:pt x="204" y="150"/>
                    <a:pt x="205" y="150"/>
                  </a:cubicBezTo>
                  <a:cubicBezTo>
                    <a:pt x="206" y="148"/>
                    <a:pt x="207" y="146"/>
                    <a:pt x="208" y="145"/>
                  </a:cubicBezTo>
                  <a:cubicBezTo>
                    <a:pt x="209" y="145"/>
                    <a:pt x="212" y="142"/>
                    <a:pt x="213" y="140"/>
                  </a:cubicBezTo>
                  <a:cubicBezTo>
                    <a:pt x="213" y="137"/>
                    <a:pt x="220" y="137"/>
                    <a:pt x="224" y="140"/>
                  </a:cubicBezTo>
                  <a:cubicBezTo>
                    <a:pt x="229" y="142"/>
                    <a:pt x="231" y="142"/>
                    <a:pt x="232" y="138"/>
                  </a:cubicBezTo>
                  <a:cubicBezTo>
                    <a:pt x="232" y="135"/>
                    <a:pt x="238" y="134"/>
                    <a:pt x="240" y="135"/>
                  </a:cubicBezTo>
                  <a:cubicBezTo>
                    <a:pt x="242" y="136"/>
                    <a:pt x="249" y="139"/>
                    <a:pt x="252" y="138"/>
                  </a:cubicBezTo>
                  <a:cubicBezTo>
                    <a:pt x="255" y="137"/>
                    <a:pt x="269" y="138"/>
                    <a:pt x="273" y="139"/>
                  </a:cubicBezTo>
                  <a:cubicBezTo>
                    <a:pt x="277" y="140"/>
                    <a:pt x="278" y="138"/>
                    <a:pt x="281" y="142"/>
                  </a:cubicBezTo>
                  <a:cubicBezTo>
                    <a:pt x="284" y="145"/>
                    <a:pt x="285" y="142"/>
                    <a:pt x="288" y="144"/>
                  </a:cubicBezTo>
                  <a:cubicBezTo>
                    <a:pt x="288" y="143"/>
                    <a:pt x="288" y="142"/>
                    <a:pt x="288" y="141"/>
                  </a:cubicBezTo>
                  <a:cubicBezTo>
                    <a:pt x="288" y="138"/>
                    <a:pt x="292" y="136"/>
                    <a:pt x="293" y="134"/>
                  </a:cubicBezTo>
                  <a:cubicBezTo>
                    <a:pt x="293" y="133"/>
                    <a:pt x="289" y="127"/>
                    <a:pt x="289" y="125"/>
                  </a:cubicBezTo>
                  <a:cubicBezTo>
                    <a:pt x="289" y="123"/>
                    <a:pt x="289" y="119"/>
                    <a:pt x="287" y="118"/>
                  </a:cubicBezTo>
                  <a:cubicBezTo>
                    <a:pt x="285" y="117"/>
                    <a:pt x="291" y="114"/>
                    <a:pt x="292" y="115"/>
                  </a:cubicBezTo>
                  <a:cubicBezTo>
                    <a:pt x="295" y="115"/>
                    <a:pt x="299" y="112"/>
                    <a:pt x="300" y="113"/>
                  </a:cubicBezTo>
                  <a:cubicBezTo>
                    <a:pt x="301" y="114"/>
                    <a:pt x="304" y="115"/>
                    <a:pt x="306" y="115"/>
                  </a:cubicBezTo>
                  <a:cubicBezTo>
                    <a:pt x="308" y="115"/>
                    <a:pt x="307" y="112"/>
                    <a:pt x="306" y="111"/>
                  </a:cubicBezTo>
                  <a:cubicBezTo>
                    <a:pt x="305" y="109"/>
                    <a:pt x="310" y="98"/>
                    <a:pt x="311" y="94"/>
                  </a:cubicBezTo>
                  <a:cubicBezTo>
                    <a:pt x="312" y="91"/>
                    <a:pt x="314" y="94"/>
                    <a:pt x="317" y="94"/>
                  </a:cubicBezTo>
                  <a:cubicBezTo>
                    <a:pt x="320" y="95"/>
                    <a:pt x="323" y="94"/>
                    <a:pt x="325" y="95"/>
                  </a:cubicBezTo>
                  <a:cubicBezTo>
                    <a:pt x="326" y="96"/>
                    <a:pt x="331" y="94"/>
                    <a:pt x="333" y="92"/>
                  </a:cubicBezTo>
                  <a:cubicBezTo>
                    <a:pt x="334" y="90"/>
                    <a:pt x="331" y="90"/>
                    <a:pt x="331" y="85"/>
                  </a:cubicBezTo>
                  <a:cubicBezTo>
                    <a:pt x="332" y="81"/>
                    <a:pt x="334" y="79"/>
                    <a:pt x="337" y="79"/>
                  </a:cubicBezTo>
                  <a:cubicBezTo>
                    <a:pt x="340" y="79"/>
                    <a:pt x="341" y="76"/>
                    <a:pt x="341" y="74"/>
                  </a:cubicBezTo>
                  <a:cubicBezTo>
                    <a:pt x="341" y="73"/>
                    <a:pt x="343" y="71"/>
                    <a:pt x="343" y="69"/>
                  </a:cubicBezTo>
                  <a:cubicBezTo>
                    <a:pt x="343" y="68"/>
                    <a:pt x="342" y="67"/>
                    <a:pt x="342" y="66"/>
                  </a:cubicBezTo>
                  <a:close/>
                  <a:moveTo>
                    <a:pt x="129" y="102"/>
                  </a:moveTo>
                  <a:cubicBezTo>
                    <a:pt x="128" y="104"/>
                    <a:pt x="118" y="101"/>
                    <a:pt x="117" y="99"/>
                  </a:cubicBezTo>
                  <a:cubicBezTo>
                    <a:pt x="116" y="97"/>
                    <a:pt x="131" y="99"/>
                    <a:pt x="129" y="102"/>
                  </a:cubicBezTo>
                  <a:close/>
                  <a:moveTo>
                    <a:pt x="270" y="101"/>
                  </a:moveTo>
                  <a:cubicBezTo>
                    <a:pt x="263" y="101"/>
                    <a:pt x="248" y="98"/>
                    <a:pt x="241" y="105"/>
                  </a:cubicBezTo>
                  <a:cubicBezTo>
                    <a:pt x="235" y="111"/>
                    <a:pt x="240" y="115"/>
                    <a:pt x="237" y="115"/>
                  </a:cubicBezTo>
                  <a:cubicBezTo>
                    <a:pt x="234" y="116"/>
                    <a:pt x="232" y="105"/>
                    <a:pt x="236" y="102"/>
                  </a:cubicBezTo>
                  <a:cubicBezTo>
                    <a:pt x="239" y="98"/>
                    <a:pt x="251" y="97"/>
                    <a:pt x="258" y="98"/>
                  </a:cubicBezTo>
                  <a:cubicBezTo>
                    <a:pt x="265" y="100"/>
                    <a:pt x="277" y="97"/>
                    <a:pt x="279" y="97"/>
                  </a:cubicBezTo>
                  <a:cubicBezTo>
                    <a:pt x="280" y="98"/>
                    <a:pt x="277" y="101"/>
                    <a:pt x="270" y="10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397" name="Freeform 169">
              <a:extLst>
                <a:ext uri="{FF2B5EF4-FFF2-40B4-BE49-F238E27FC236}">
                  <a16:creationId xmlns:a16="http://schemas.microsoft.com/office/drawing/2014/main" id="{B10B01E7-246A-2DA6-8880-BCCCE810FDDD}"/>
                </a:ext>
              </a:extLst>
            </p:cNvPr>
            <p:cNvSpPr>
              <a:spLocks/>
            </p:cNvSpPr>
            <p:nvPr/>
          </p:nvSpPr>
          <p:spPr bwMode="auto">
            <a:xfrm>
              <a:off x="8955269" y="3204363"/>
              <a:ext cx="173392" cy="122293"/>
            </a:xfrm>
            <a:custGeom>
              <a:avLst/>
              <a:gdLst>
                <a:gd name="T0" fmla="*/ 52 w 64"/>
                <a:gd name="T1" fmla="*/ 35 h 44"/>
                <a:gd name="T2" fmla="*/ 56 w 64"/>
                <a:gd name="T3" fmla="*/ 38 h 44"/>
                <a:gd name="T4" fmla="*/ 62 w 64"/>
                <a:gd name="T5" fmla="*/ 40 h 44"/>
                <a:gd name="T6" fmla="*/ 64 w 64"/>
                <a:gd name="T7" fmla="*/ 39 h 44"/>
                <a:gd name="T8" fmla="*/ 63 w 64"/>
                <a:gd name="T9" fmla="*/ 28 h 44"/>
                <a:gd name="T10" fmla="*/ 54 w 64"/>
                <a:gd name="T11" fmla="*/ 23 h 44"/>
                <a:gd name="T12" fmla="*/ 53 w 64"/>
                <a:gd name="T13" fmla="*/ 15 h 44"/>
                <a:gd name="T14" fmla="*/ 42 w 64"/>
                <a:gd name="T15" fmla="*/ 16 h 44"/>
                <a:gd name="T16" fmla="*/ 35 w 64"/>
                <a:gd name="T17" fmla="*/ 15 h 44"/>
                <a:gd name="T18" fmla="*/ 27 w 64"/>
                <a:gd name="T19" fmla="*/ 14 h 44"/>
                <a:gd name="T20" fmla="*/ 15 w 64"/>
                <a:gd name="T21" fmla="*/ 13 h 44"/>
                <a:gd name="T22" fmla="*/ 21 w 64"/>
                <a:gd name="T23" fmla="*/ 8 h 44"/>
                <a:gd name="T24" fmla="*/ 24 w 64"/>
                <a:gd name="T25" fmla="*/ 8 h 44"/>
                <a:gd name="T26" fmla="*/ 27 w 64"/>
                <a:gd name="T27" fmla="*/ 1 h 44"/>
                <a:gd name="T28" fmla="*/ 21 w 64"/>
                <a:gd name="T29" fmla="*/ 3 h 44"/>
                <a:gd name="T30" fmla="*/ 15 w 64"/>
                <a:gd name="T31" fmla="*/ 4 h 44"/>
                <a:gd name="T32" fmla="*/ 11 w 64"/>
                <a:gd name="T33" fmla="*/ 9 h 44"/>
                <a:gd name="T34" fmla="*/ 8 w 64"/>
                <a:gd name="T35" fmla="*/ 13 h 44"/>
                <a:gd name="T36" fmla="*/ 0 w 64"/>
                <a:gd name="T37" fmla="*/ 16 h 44"/>
                <a:gd name="T38" fmla="*/ 5 w 64"/>
                <a:gd name="T39" fmla="*/ 23 h 44"/>
                <a:gd name="T40" fmla="*/ 6 w 64"/>
                <a:gd name="T41" fmla="*/ 30 h 44"/>
                <a:gd name="T42" fmla="*/ 3 w 64"/>
                <a:gd name="T43" fmla="*/ 39 h 44"/>
                <a:gd name="T44" fmla="*/ 7 w 64"/>
                <a:gd name="T45" fmla="*/ 40 h 44"/>
                <a:gd name="T46" fmla="*/ 15 w 64"/>
                <a:gd name="T47" fmla="*/ 37 h 44"/>
                <a:gd name="T48" fmla="*/ 23 w 64"/>
                <a:gd name="T49" fmla="*/ 33 h 44"/>
                <a:gd name="T50" fmla="*/ 31 w 64"/>
                <a:gd name="T51" fmla="*/ 26 h 44"/>
                <a:gd name="T52" fmla="*/ 34 w 64"/>
                <a:gd name="T53" fmla="*/ 33 h 44"/>
                <a:gd name="T54" fmla="*/ 35 w 64"/>
                <a:gd name="T55" fmla="*/ 43 h 44"/>
                <a:gd name="T56" fmla="*/ 39 w 64"/>
                <a:gd name="T57" fmla="*/ 43 h 44"/>
                <a:gd name="T58" fmla="*/ 43 w 64"/>
                <a:gd name="T59" fmla="*/ 42 h 44"/>
                <a:gd name="T60" fmla="*/ 52 w 64"/>
                <a:gd name="T61" fmla="*/ 3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44">
                  <a:moveTo>
                    <a:pt x="52" y="35"/>
                  </a:moveTo>
                  <a:cubicBezTo>
                    <a:pt x="54" y="37"/>
                    <a:pt x="54" y="38"/>
                    <a:pt x="56" y="38"/>
                  </a:cubicBezTo>
                  <a:cubicBezTo>
                    <a:pt x="57" y="38"/>
                    <a:pt x="60" y="38"/>
                    <a:pt x="62" y="40"/>
                  </a:cubicBezTo>
                  <a:cubicBezTo>
                    <a:pt x="63" y="39"/>
                    <a:pt x="64" y="39"/>
                    <a:pt x="64" y="39"/>
                  </a:cubicBezTo>
                  <a:cubicBezTo>
                    <a:pt x="64" y="39"/>
                    <a:pt x="63" y="31"/>
                    <a:pt x="63" y="28"/>
                  </a:cubicBezTo>
                  <a:cubicBezTo>
                    <a:pt x="62" y="25"/>
                    <a:pt x="54" y="23"/>
                    <a:pt x="54" y="23"/>
                  </a:cubicBezTo>
                  <a:cubicBezTo>
                    <a:pt x="53" y="15"/>
                    <a:pt x="53" y="15"/>
                    <a:pt x="53" y="15"/>
                  </a:cubicBezTo>
                  <a:cubicBezTo>
                    <a:pt x="53" y="15"/>
                    <a:pt x="44" y="17"/>
                    <a:pt x="42" y="16"/>
                  </a:cubicBezTo>
                  <a:cubicBezTo>
                    <a:pt x="40" y="15"/>
                    <a:pt x="37" y="17"/>
                    <a:pt x="35" y="15"/>
                  </a:cubicBezTo>
                  <a:cubicBezTo>
                    <a:pt x="33" y="12"/>
                    <a:pt x="30" y="16"/>
                    <a:pt x="27" y="14"/>
                  </a:cubicBezTo>
                  <a:cubicBezTo>
                    <a:pt x="24" y="12"/>
                    <a:pt x="16" y="15"/>
                    <a:pt x="15" y="13"/>
                  </a:cubicBezTo>
                  <a:cubicBezTo>
                    <a:pt x="15" y="12"/>
                    <a:pt x="19" y="8"/>
                    <a:pt x="21" y="8"/>
                  </a:cubicBezTo>
                  <a:cubicBezTo>
                    <a:pt x="22" y="8"/>
                    <a:pt x="23" y="8"/>
                    <a:pt x="24" y="8"/>
                  </a:cubicBezTo>
                  <a:cubicBezTo>
                    <a:pt x="25" y="7"/>
                    <a:pt x="28" y="2"/>
                    <a:pt x="27" y="1"/>
                  </a:cubicBezTo>
                  <a:cubicBezTo>
                    <a:pt x="26" y="0"/>
                    <a:pt x="23" y="1"/>
                    <a:pt x="21" y="3"/>
                  </a:cubicBezTo>
                  <a:cubicBezTo>
                    <a:pt x="19" y="4"/>
                    <a:pt x="16" y="2"/>
                    <a:pt x="15" y="4"/>
                  </a:cubicBezTo>
                  <a:cubicBezTo>
                    <a:pt x="14" y="6"/>
                    <a:pt x="13" y="9"/>
                    <a:pt x="11" y="9"/>
                  </a:cubicBezTo>
                  <a:cubicBezTo>
                    <a:pt x="9" y="9"/>
                    <a:pt x="10" y="12"/>
                    <a:pt x="8" y="13"/>
                  </a:cubicBezTo>
                  <a:cubicBezTo>
                    <a:pt x="6" y="14"/>
                    <a:pt x="1" y="14"/>
                    <a:pt x="0" y="16"/>
                  </a:cubicBezTo>
                  <a:cubicBezTo>
                    <a:pt x="0" y="19"/>
                    <a:pt x="6" y="20"/>
                    <a:pt x="5" y="23"/>
                  </a:cubicBezTo>
                  <a:cubicBezTo>
                    <a:pt x="5" y="26"/>
                    <a:pt x="9" y="29"/>
                    <a:pt x="6" y="30"/>
                  </a:cubicBezTo>
                  <a:cubicBezTo>
                    <a:pt x="4" y="32"/>
                    <a:pt x="3" y="34"/>
                    <a:pt x="3" y="39"/>
                  </a:cubicBezTo>
                  <a:cubicBezTo>
                    <a:pt x="4" y="40"/>
                    <a:pt x="6" y="41"/>
                    <a:pt x="7" y="40"/>
                  </a:cubicBezTo>
                  <a:cubicBezTo>
                    <a:pt x="8" y="37"/>
                    <a:pt x="15" y="40"/>
                    <a:pt x="15" y="37"/>
                  </a:cubicBezTo>
                  <a:cubicBezTo>
                    <a:pt x="15" y="35"/>
                    <a:pt x="23" y="36"/>
                    <a:pt x="23" y="33"/>
                  </a:cubicBezTo>
                  <a:cubicBezTo>
                    <a:pt x="23" y="31"/>
                    <a:pt x="28" y="26"/>
                    <a:pt x="31" y="26"/>
                  </a:cubicBezTo>
                  <a:cubicBezTo>
                    <a:pt x="34" y="26"/>
                    <a:pt x="31" y="31"/>
                    <a:pt x="34" y="33"/>
                  </a:cubicBezTo>
                  <a:cubicBezTo>
                    <a:pt x="38" y="35"/>
                    <a:pt x="33" y="41"/>
                    <a:pt x="35" y="43"/>
                  </a:cubicBezTo>
                  <a:cubicBezTo>
                    <a:pt x="35" y="44"/>
                    <a:pt x="37" y="44"/>
                    <a:pt x="39" y="43"/>
                  </a:cubicBezTo>
                  <a:cubicBezTo>
                    <a:pt x="40" y="43"/>
                    <a:pt x="42" y="42"/>
                    <a:pt x="43" y="42"/>
                  </a:cubicBezTo>
                  <a:cubicBezTo>
                    <a:pt x="46" y="39"/>
                    <a:pt x="51" y="35"/>
                    <a:pt x="52" y="35"/>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02" name="Freeform 174">
              <a:extLst>
                <a:ext uri="{FF2B5EF4-FFF2-40B4-BE49-F238E27FC236}">
                  <a16:creationId xmlns:a16="http://schemas.microsoft.com/office/drawing/2014/main" id="{C8A5AC4F-7D9B-A723-C556-BFA18FC5B252}"/>
                </a:ext>
              </a:extLst>
            </p:cNvPr>
            <p:cNvSpPr>
              <a:spLocks/>
            </p:cNvSpPr>
            <p:nvPr/>
          </p:nvSpPr>
          <p:spPr bwMode="auto">
            <a:xfrm>
              <a:off x="8791004" y="3276091"/>
              <a:ext cx="326250" cy="239882"/>
            </a:xfrm>
            <a:custGeom>
              <a:avLst/>
              <a:gdLst>
                <a:gd name="T0" fmla="*/ 117 w 121"/>
                <a:gd name="T1" fmla="*/ 12 h 86"/>
                <a:gd name="T2" fmla="*/ 113 w 121"/>
                <a:gd name="T3" fmla="*/ 9 h 86"/>
                <a:gd name="T4" fmla="*/ 104 w 121"/>
                <a:gd name="T5" fmla="*/ 16 h 86"/>
                <a:gd name="T6" fmla="*/ 100 w 121"/>
                <a:gd name="T7" fmla="*/ 17 h 86"/>
                <a:gd name="T8" fmla="*/ 96 w 121"/>
                <a:gd name="T9" fmla="*/ 17 h 86"/>
                <a:gd name="T10" fmla="*/ 95 w 121"/>
                <a:gd name="T11" fmla="*/ 7 h 86"/>
                <a:gd name="T12" fmla="*/ 92 w 121"/>
                <a:gd name="T13" fmla="*/ 0 h 86"/>
                <a:gd name="T14" fmla="*/ 84 w 121"/>
                <a:gd name="T15" fmla="*/ 7 h 86"/>
                <a:gd name="T16" fmla="*/ 76 w 121"/>
                <a:gd name="T17" fmla="*/ 11 h 86"/>
                <a:gd name="T18" fmla="*/ 68 w 121"/>
                <a:gd name="T19" fmla="*/ 14 h 86"/>
                <a:gd name="T20" fmla="*/ 60 w 121"/>
                <a:gd name="T21" fmla="*/ 12 h 86"/>
                <a:gd name="T22" fmla="*/ 54 w 121"/>
                <a:gd name="T23" fmla="*/ 9 h 86"/>
                <a:gd name="T24" fmla="*/ 47 w 121"/>
                <a:gd name="T25" fmla="*/ 8 h 86"/>
                <a:gd name="T26" fmla="*/ 40 w 121"/>
                <a:gd name="T27" fmla="*/ 12 h 86"/>
                <a:gd name="T28" fmla="*/ 35 w 121"/>
                <a:gd name="T29" fmla="*/ 20 h 86"/>
                <a:gd name="T30" fmla="*/ 23 w 121"/>
                <a:gd name="T31" fmla="*/ 27 h 86"/>
                <a:gd name="T32" fmla="*/ 16 w 121"/>
                <a:gd name="T33" fmla="*/ 30 h 86"/>
                <a:gd name="T34" fmla="*/ 10 w 121"/>
                <a:gd name="T35" fmla="*/ 28 h 86"/>
                <a:gd name="T36" fmla="*/ 6 w 121"/>
                <a:gd name="T37" fmla="*/ 32 h 86"/>
                <a:gd name="T38" fmla="*/ 3 w 121"/>
                <a:gd name="T39" fmla="*/ 39 h 86"/>
                <a:gd name="T40" fmla="*/ 2 w 121"/>
                <a:gd name="T41" fmla="*/ 46 h 86"/>
                <a:gd name="T42" fmla="*/ 2 w 121"/>
                <a:gd name="T43" fmla="*/ 55 h 86"/>
                <a:gd name="T44" fmla="*/ 3 w 121"/>
                <a:gd name="T45" fmla="*/ 65 h 86"/>
                <a:gd name="T46" fmla="*/ 11 w 121"/>
                <a:gd name="T47" fmla="*/ 69 h 86"/>
                <a:gd name="T48" fmla="*/ 3 w 121"/>
                <a:gd name="T49" fmla="*/ 81 h 86"/>
                <a:gd name="T50" fmla="*/ 4 w 121"/>
                <a:gd name="T51" fmla="*/ 84 h 86"/>
                <a:gd name="T52" fmla="*/ 17 w 121"/>
                <a:gd name="T53" fmla="*/ 85 h 86"/>
                <a:gd name="T54" fmla="*/ 51 w 121"/>
                <a:gd name="T55" fmla="*/ 81 h 86"/>
                <a:gd name="T56" fmla="*/ 50 w 121"/>
                <a:gd name="T57" fmla="*/ 73 h 86"/>
                <a:gd name="T58" fmla="*/ 57 w 121"/>
                <a:gd name="T59" fmla="*/ 69 h 86"/>
                <a:gd name="T60" fmla="*/ 63 w 121"/>
                <a:gd name="T61" fmla="*/ 67 h 86"/>
                <a:gd name="T62" fmla="*/ 72 w 121"/>
                <a:gd name="T63" fmla="*/ 64 h 86"/>
                <a:gd name="T64" fmla="*/ 76 w 121"/>
                <a:gd name="T65" fmla="*/ 60 h 86"/>
                <a:gd name="T66" fmla="*/ 79 w 121"/>
                <a:gd name="T67" fmla="*/ 51 h 86"/>
                <a:gd name="T68" fmla="*/ 84 w 121"/>
                <a:gd name="T69" fmla="*/ 48 h 86"/>
                <a:gd name="T70" fmla="*/ 82 w 121"/>
                <a:gd name="T71" fmla="*/ 42 h 86"/>
                <a:gd name="T72" fmla="*/ 91 w 121"/>
                <a:gd name="T73" fmla="*/ 43 h 86"/>
                <a:gd name="T74" fmla="*/ 92 w 121"/>
                <a:gd name="T75" fmla="*/ 36 h 86"/>
                <a:gd name="T76" fmla="*/ 96 w 121"/>
                <a:gd name="T77" fmla="*/ 30 h 86"/>
                <a:gd name="T78" fmla="*/ 94 w 121"/>
                <a:gd name="T79" fmla="*/ 25 h 86"/>
                <a:gd name="T80" fmla="*/ 95 w 121"/>
                <a:gd name="T81" fmla="*/ 21 h 86"/>
                <a:gd name="T82" fmla="*/ 97 w 121"/>
                <a:gd name="T83" fmla="*/ 20 h 86"/>
                <a:gd name="T84" fmla="*/ 101 w 121"/>
                <a:gd name="T85" fmla="*/ 19 h 86"/>
                <a:gd name="T86" fmla="*/ 112 w 121"/>
                <a:gd name="T87" fmla="*/ 15 h 86"/>
                <a:gd name="T88" fmla="*/ 121 w 121"/>
                <a:gd name="T89" fmla="*/ 13 h 86"/>
                <a:gd name="T90" fmla="*/ 117 w 121"/>
                <a:gd name="T91" fmla="*/ 1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1" h="86">
                  <a:moveTo>
                    <a:pt x="117" y="12"/>
                  </a:moveTo>
                  <a:cubicBezTo>
                    <a:pt x="115" y="12"/>
                    <a:pt x="115" y="11"/>
                    <a:pt x="113" y="9"/>
                  </a:cubicBezTo>
                  <a:cubicBezTo>
                    <a:pt x="112" y="9"/>
                    <a:pt x="107" y="13"/>
                    <a:pt x="104" y="16"/>
                  </a:cubicBezTo>
                  <a:cubicBezTo>
                    <a:pt x="103" y="16"/>
                    <a:pt x="101" y="17"/>
                    <a:pt x="100" y="17"/>
                  </a:cubicBezTo>
                  <a:cubicBezTo>
                    <a:pt x="98" y="18"/>
                    <a:pt x="97" y="18"/>
                    <a:pt x="96" y="17"/>
                  </a:cubicBezTo>
                  <a:cubicBezTo>
                    <a:pt x="94" y="15"/>
                    <a:pt x="99" y="9"/>
                    <a:pt x="95" y="7"/>
                  </a:cubicBezTo>
                  <a:cubicBezTo>
                    <a:pt x="92" y="5"/>
                    <a:pt x="95" y="0"/>
                    <a:pt x="92" y="0"/>
                  </a:cubicBezTo>
                  <a:cubicBezTo>
                    <a:pt x="89" y="0"/>
                    <a:pt x="84" y="5"/>
                    <a:pt x="84" y="7"/>
                  </a:cubicBezTo>
                  <a:cubicBezTo>
                    <a:pt x="84" y="10"/>
                    <a:pt x="76" y="9"/>
                    <a:pt x="76" y="11"/>
                  </a:cubicBezTo>
                  <a:cubicBezTo>
                    <a:pt x="76" y="14"/>
                    <a:pt x="69" y="11"/>
                    <a:pt x="68" y="14"/>
                  </a:cubicBezTo>
                  <a:cubicBezTo>
                    <a:pt x="66" y="16"/>
                    <a:pt x="63" y="12"/>
                    <a:pt x="60" y="12"/>
                  </a:cubicBezTo>
                  <a:cubicBezTo>
                    <a:pt x="58" y="12"/>
                    <a:pt x="57" y="8"/>
                    <a:pt x="54" y="9"/>
                  </a:cubicBezTo>
                  <a:cubicBezTo>
                    <a:pt x="51" y="10"/>
                    <a:pt x="49" y="8"/>
                    <a:pt x="47" y="8"/>
                  </a:cubicBezTo>
                  <a:cubicBezTo>
                    <a:pt x="44" y="8"/>
                    <a:pt x="43" y="13"/>
                    <a:pt x="40" y="12"/>
                  </a:cubicBezTo>
                  <a:cubicBezTo>
                    <a:pt x="37" y="11"/>
                    <a:pt x="36" y="17"/>
                    <a:pt x="35" y="20"/>
                  </a:cubicBezTo>
                  <a:cubicBezTo>
                    <a:pt x="34" y="23"/>
                    <a:pt x="23" y="23"/>
                    <a:pt x="23" y="27"/>
                  </a:cubicBezTo>
                  <a:cubicBezTo>
                    <a:pt x="23" y="31"/>
                    <a:pt x="16" y="32"/>
                    <a:pt x="16" y="30"/>
                  </a:cubicBezTo>
                  <a:cubicBezTo>
                    <a:pt x="15" y="27"/>
                    <a:pt x="11" y="29"/>
                    <a:pt x="10" y="28"/>
                  </a:cubicBezTo>
                  <a:cubicBezTo>
                    <a:pt x="9" y="27"/>
                    <a:pt x="6" y="29"/>
                    <a:pt x="6" y="32"/>
                  </a:cubicBezTo>
                  <a:cubicBezTo>
                    <a:pt x="6" y="35"/>
                    <a:pt x="3" y="37"/>
                    <a:pt x="3" y="39"/>
                  </a:cubicBezTo>
                  <a:cubicBezTo>
                    <a:pt x="2" y="40"/>
                    <a:pt x="0" y="44"/>
                    <a:pt x="2" y="46"/>
                  </a:cubicBezTo>
                  <a:cubicBezTo>
                    <a:pt x="3" y="48"/>
                    <a:pt x="0" y="51"/>
                    <a:pt x="2" y="55"/>
                  </a:cubicBezTo>
                  <a:cubicBezTo>
                    <a:pt x="3" y="59"/>
                    <a:pt x="2" y="63"/>
                    <a:pt x="3" y="65"/>
                  </a:cubicBezTo>
                  <a:cubicBezTo>
                    <a:pt x="4" y="66"/>
                    <a:pt x="10" y="65"/>
                    <a:pt x="11" y="69"/>
                  </a:cubicBezTo>
                  <a:cubicBezTo>
                    <a:pt x="13" y="73"/>
                    <a:pt x="3" y="79"/>
                    <a:pt x="3" y="81"/>
                  </a:cubicBezTo>
                  <a:cubicBezTo>
                    <a:pt x="3" y="82"/>
                    <a:pt x="3" y="83"/>
                    <a:pt x="4" y="84"/>
                  </a:cubicBezTo>
                  <a:cubicBezTo>
                    <a:pt x="8" y="84"/>
                    <a:pt x="13" y="84"/>
                    <a:pt x="17" y="85"/>
                  </a:cubicBezTo>
                  <a:cubicBezTo>
                    <a:pt x="23" y="86"/>
                    <a:pt x="51" y="82"/>
                    <a:pt x="51" y="81"/>
                  </a:cubicBezTo>
                  <a:cubicBezTo>
                    <a:pt x="52" y="80"/>
                    <a:pt x="50" y="74"/>
                    <a:pt x="50" y="73"/>
                  </a:cubicBezTo>
                  <a:cubicBezTo>
                    <a:pt x="51" y="71"/>
                    <a:pt x="54" y="68"/>
                    <a:pt x="57" y="69"/>
                  </a:cubicBezTo>
                  <a:cubicBezTo>
                    <a:pt x="60" y="69"/>
                    <a:pt x="63" y="69"/>
                    <a:pt x="63" y="67"/>
                  </a:cubicBezTo>
                  <a:cubicBezTo>
                    <a:pt x="63" y="65"/>
                    <a:pt x="71" y="62"/>
                    <a:pt x="72" y="64"/>
                  </a:cubicBezTo>
                  <a:cubicBezTo>
                    <a:pt x="73" y="66"/>
                    <a:pt x="76" y="65"/>
                    <a:pt x="76" y="60"/>
                  </a:cubicBezTo>
                  <a:cubicBezTo>
                    <a:pt x="76" y="55"/>
                    <a:pt x="76" y="52"/>
                    <a:pt x="79" y="51"/>
                  </a:cubicBezTo>
                  <a:cubicBezTo>
                    <a:pt x="82" y="51"/>
                    <a:pt x="85" y="49"/>
                    <a:pt x="84" y="48"/>
                  </a:cubicBezTo>
                  <a:cubicBezTo>
                    <a:pt x="84" y="46"/>
                    <a:pt x="81" y="43"/>
                    <a:pt x="82" y="42"/>
                  </a:cubicBezTo>
                  <a:cubicBezTo>
                    <a:pt x="83" y="41"/>
                    <a:pt x="90" y="45"/>
                    <a:pt x="91" y="43"/>
                  </a:cubicBezTo>
                  <a:cubicBezTo>
                    <a:pt x="92" y="40"/>
                    <a:pt x="90" y="38"/>
                    <a:pt x="92" y="36"/>
                  </a:cubicBezTo>
                  <a:cubicBezTo>
                    <a:pt x="93" y="34"/>
                    <a:pt x="96" y="32"/>
                    <a:pt x="96" y="30"/>
                  </a:cubicBezTo>
                  <a:cubicBezTo>
                    <a:pt x="95" y="28"/>
                    <a:pt x="96" y="27"/>
                    <a:pt x="94" y="25"/>
                  </a:cubicBezTo>
                  <a:cubicBezTo>
                    <a:pt x="92" y="23"/>
                    <a:pt x="93" y="21"/>
                    <a:pt x="95" y="21"/>
                  </a:cubicBezTo>
                  <a:cubicBezTo>
                    <a:pt x="96" y="21"/>
                    <a:pt x="96" y="20"/>
                    <a:pt x="97" y="20"/>
                  </a:cubicBezTo>
                  <a:cubicBezTo>
                    <a:pt x="98" y="20"/>
                    <a:pt x="100" y="20"/>
                    <a:pt x="101" y="19"/>
                  </a:cubicBezTo>
                  <a:cubicBezTo>
                    <a:pt x="104" y="16"/>
                    <a:pt x="110" y="14"/>
                    <a:pt x="112" y="15"/>
                  </a:cubicBezTo>
                  <a:cubicBezTo>
                    <a:pt x="114" y="16"/>
                    <a:pt x="118" y="15"/>
                    <a:pt x="121" y="13"/>
                  </a:cubicBezTo>
                  <a:cubicBezTo>
                    <a:pt x="119" y="12"/>
                    <a:pt x="118" y="12"/>
                    <a:pt x="117" y="1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03" name="Freeform 175">
              <a:extLst>
                <a:ext uri="{FF2B5EF4-FFF2-40B4-BE49-F238E27FC236}">
                  <a16:creationId xmlns:a16="http://schemas.microsoft.com/office/drawing/2014/main" id="{428DA474-E9FE-5F7A-CCDF-B15AFCC768B3}"/>
                </a:ext>
              </a:extLst>
            </p:cNvPr>
            <p:cNvSpPr>
              <a:spLocks/>
            </p:cNvSpPr>
            <p:nvPr/>
          </p:nvSpPr>
          <p:spPr bwMode="auto">
            <a:xfrm>
              <a:off x="8802411" y="3312544"/>
              <a:ext cx="377583" cy="348064"/>
            </a:xfrm>
            <a:custGeom>
              <a:avLst/>
              <a:gdLst>
                <a:gd name="T0" fmla="*/ 129 w 140"/>
                <a:gd name="T1" fmla="*/ 6 h 125"/>
                <a:gd name="T2" fmla="*/ 119 w 140"/>
                <a:gd name="T3" fmla="*/ 1 h 125"/>
                <a:gd name="T4" fmla="*/ 108 w 140"/>
                <a:gd name="T5" fmla="*/ 2 h 125"/>
                <a:gd name="T6" fmla="*/ 93 w 140"/>
                <a:gd name="T7" fmla="*/ 7 h 125"/>
                <a:gd name="T8" fmla="*/ 90 w 140"/>
                <a:gd name="T9" fmla="*/ 12 h 125"/>
                <a:gd name="T10" fmla="*/ 88 w 140"/>
                <a:gd name="T11" fmla="*/ 23 h 125"/>
                <a:gd name="T12" fmla="*/ 78 w 140"/>
                <a:gd name="T13" fmla="*/ 29 h 125"/>
                <a:gd name="T14" fmla="*/ 75 w 140"/>
                <a:gd name="T15" fmla="*/ 38 h 125"/>
                <a:gd name="T16" fmla="*/ 68 w 140"/>
                <a:gd name="T17" fmla="*/ 51 h 125"/>
                <a:gd name="T18" fmla="*/ 53 w 140"/>
                <a:gd name="T19" fmla="*/ 56 h 125"/>
                <a:gd name="T20" fmla="*/ 47 w 140"/>
                <a:gd name="T21" fmla="*/ 68 h 125"/>
                <a:gd name="T22" fmla="*/ 0 w 140"/>
                <a:gd name="T23" fmla="*/ 71 h 125"/>
                <a:gd name="T24" fmla="*/ 13 w 140"/>
                <a:gd name="T25" fmla="*/ 83 h 125"/>
                <a:gd name="T26" fmla="*/ 19 w 140"/>
                <a:gd name="T27" fmla="*/ 98 h 125"/>
                <a:gd name="T28" fmla="*/ 6 w 140"/>
                <a:gd name="T29" fmla="*/ 109 h 125"/>
                <a:gd name="T30" fmla="*/ 22 w 140"/>
                <a:gd name="T31" fmla="*/ 110 h 125"/>
                <a:gd name="T32" fmla="*/ 42 w 140"/>
                <a:gd name="T33" fmla="*/ 109 h 125"/>
                <a:gd name="T34" fmla="*/ 53 w 140"/>
                <a:gd name="T35" fmla="*/ 116 h 125"/>
                <a:gd name="T36" fmla="*/ 62 w 140"/>
                <a:gd name="T37" fmla="*/ 125 h 125"/>
                <a:gd name="T38" fmla="*/ 63 w 140"/>
                <a:gd name="T39" fmla="*/ 125 h 125"/>
                <a:gd name="T40" fmla="*/ 79 w 140"/>
                <a:gd name="T41" fmla="*/ 119 h 125"/>
                <a:gd name="T42" fmla="*/ 82 w 140"/>
                <a:gd name="T43" fmla="*/ 110 h 125"/>
                <a:gd name="T44" fmla="*/ 73 w 140"/>
                <a:gd name="T45" fmla="*/ 95 h 125"/>
                <a:gd name="T46" fmla="*/ 86 w 140"/>
                <a:gd name="T47" fmla="*/ 88 h 125"/>
                <a:gd name="T48" fmla="*/ 96 w 140"/>
                <a:gd name="T49" fmla="*/ 81 h 125"/>
                <a:gd name="T50" fmla="*/ 107 w 140"/>
                <a:gd name="T51" fmla="*/ 68 h 125"/>
                <a:gd name="T52" fmla="*/ 116 w 140"/>
                <a:gd name="T53" fmla="*/ 59 h 125"/>
                <a:gd name="T54" fmla="*/ 122 w 140"/>
                <a:gd name="T55" fmla="*/ 47 h 125"/>
                <a:gd name="T56" fmla="*/ 113 w 140"/>
                <a:gd name="T57" fmla="*/ 35 h 125"/>
                <a:gd name="T58" fmla="*/ 116 w 140"/>
                <a:gd name="T59" fmla="*/ 22 h 125"/>
                <a:gd name="T60" fmla="*/ 137 w 140"/>
                <a:gd name="T61" fmla="*/ 21 h 125"/>
                <a:gd name="T62" fmla="*/ 133 w 140"/>
                <a:gd name="T63" fmla="*/ 1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 h="125">
                  <a:moveTo>
                    <a:pt x="133" y="13"/>
                  </a:moveTo>
                  <a:cubicBezTo>
                    <a:pt x="129" y="11"/>
                    <a:pt x="129" y="8"/>
                    <a:pt x="129" y="6"/>
                  </a:cubicBezTo>
                  <a:cubicBezTo>
                    <a:pt x="129" y="5"/>
                    <a:pt x="124" y="3"/>
                    <a:pt x="121" y="0"/>
                  </a:cubicBezTo>
                  <a:cubicBezTo>
                    <a:pt x="121" y="0"/>
                    <a:pt x="120" y="0"/>
                    <a:pt x="119" y="1"/>
                  </a:cubicBezTo>
                  <a:cubicBezTo>
                    <a:pt x="118" y="0"/>
                    <a:pt x="118" y="0"/>
                    <a:pt x="117" y="0"/>
                  </a:cubicBezTo>
                  <a:cubicBezTo>
                    <a:pt x="114" y="2"/>
                    <a:pt x="110" y="3"/>
                    <a:pt x="108" y="2"/>
                  </a:cubicBezTo>
                  <a:cubicBezTo>
                    <a:pt x="106" y="1"/>
                    <a:pt x="100" y="3"/>
                    <a:pt x="97" y="6"/>
                  </a:cubicBezTo>
                  <a:cubicBezTo>
                    <a:pt x="96" y="7"/>
                    <a:pt x="94" y="7"/>
                    <a:pt x="93" y="7"/>
                  </a:cubicBezTo>
                  <a:cubicBezTo>
                    <a:pt x="92" y="7"/>
                    <a:pt x="92" y="8"/>
                    <a:pt x="91" y="8"/>
                  </a:cubicBezTo>
                  <a:cubicBezTo>
                    <a:pt x="89" y="8"/>
                    <a:pt x="88" y="10"/>
                    <a:pt x="90" y="12"/>
                  </a:cubicBezTo>
                  <a:cubicBezTo>
                    <a:pt x="92" y="14"/>
                    <a:pt x="91" y="15"/>
                    <a:pt x="92" y="17"/>
                  </a:cubicBezTo>
                  <a:cubicBezTo>
                    <a:pt x="92" y="19"/>
                    <a:pt x="89" y="21"/>
                    <a:pt x="88" y="23"/>
                  </a:cubicBezTo>
                  <a:cubicBezTo>
                    <a:pt x="86" y="25"/>
                    <a:pt x="88" y="27"/>
                    <a:pt x="87" y="30"/>
                  </a:cubicBezTo>
                  <a:cubicBezTo>
                    <a:pt x="86" y="32"/>
                    <a:pt x="79" y="28"/>
                    <a:pt x="78" y="29"/>
                  </a:cubicBezTo>
                  <a:cubicBezTo>
                    <a:pt x="77" y="30"/>
                    <a:pt x="80" y="33"/>
                    <a:pt x="80" y="35"/>
                  </a:cubicBezTo>
                  <a:cubicBezTo>
                    <a:pt x="81" y="36"/>
                    <a:pt x="78" y="38"/>
                    <a:pt x="75" y="38"/>
                  </a:cubicBezTo>
                  <a:cubicBezTo>
                    <a:pt x="72" y="39"/>
                    <a:pt x="72" y="42"/>
                    <a:pt x="72" y="47"/>
                  </a:cubicBezTo>
                  <a:cubicBezTo>
                    <a:pt x="72" y="52"/>
                    <a:pt x="69" y="53"/>
                    <a:pt x="68" y="51"/>
                  </a:cubicBezTo>
                  <a:cubicBezTo>
                    <a:pt x="67" y="49"/>
                    <a:pt x="59" y="52"/>
                    <a:pt x="59" y="54"/>
                  </a:cubicBezTo>
                  <a:cubicBezTo>
                    <a:pt x="59" y="56"/>
                    <a:pt x="56" y="56"/>
                    <a:pt x="53" y="56"/>
                  </a:cubicBezTo>
                  <a:cubicBezTo>
                    <a:pt x="50" y="55"/>
                    <a:pt x="47" y="58"/>
                    <a:pt x="46" y="60"/>
                  </a:cubicBezTo>
                  <a:cubicBezTo>
                    <a:pt x="46" y="61"/>
                    <a:pt x="48" y="67"/>
                    <a:pt x="47" y="68"/>
                  </a:cubicBezTo>
                  <a:cubicBezTo>
                    <a:pt x="47" y="69"/>
                    <a:pt x="19" y="73"/>
                    <a:pt x="13" y="72"/>
                  </a:cubicBezTo>
                  <a:cubicBezTo>
                    <a:pt x="9" y="71"/>
                    <a:pt x="4" y="71"/>
                    <a:pt x="0" y="71"/>
                  </a:cubicBezTo>
                  <a:cubicBezTo>
                    <a:pt x="2" y="72"/>
                    <a:pt x="4" y="74"/>
                    <a:pt x="4" y="75"/>
                  </a:cubicBezTo>
                  <a:cubicBezTo>
                    <a:pt x="5" y="78"/>
                    <a:pt x="9" y="81"/>
                    <a:pt x="13" y="83"/>
                  </a:cubicBezTo>
                  <a:cubicBezTo>
                    <a:pt x="17" y="84"/>
                    <a:pt x="15" y="91"/>
                    <a:pt x="17" y="92"/>
                  </a:cubicBezTo>
                  <a:cubicBezTo>
                    <a:pt x="19" y="93"/>
                    <a:pt x="22" y="98"/>
                    <a:pt x="19" y="98"/>
                  </a:cubicBezTo>
                  <a:cubicBezTo>
                    <a:pt x="16" y="99"/>
                    <a:pt x="14" y="99"/>
                    <a:pt x="11" y="101"/>
                  </a:cubicBezTo>
                  <a:cubicBezTo>
                    <a:pt x="9" y="102"/>
                    <a:pt x="6" y="105"/>
                    <a:pt x="6" y="109"/>
                  </a:cubicBezTo>
                  <a:cubicBezTo>
                    <a:pt x="6" y="110"/>
                    <a:pt x="6" y="110"/>
                    <a:pt x="6" y="111"/>
                  </a:cubicBezTo>
                  <a:cubicBezTo>
                    <a:pt x="13" y="111"/>
                    <a:pt x="21" y="111"/>
                    <a:pt x="22" y="110"/>
                  </a:cubicBezTo>
                  <a:cubicBezTo>
                    <a:pt x="23" y="109"/>
                    <a:pt x="26" y="108"/>
                    <a:pt x="28" y="109"/>
                  </a:cubicBezTo>
                  <a:cubicBezTo>
                    <a:pt x="30" y="110"/>
                    <a:pt x="39" y="111"/>
                    <a:pt x="42" y="109"/>
                  </a:cubicBezTo>
                  <a:cubicBezTo>
                    <a:pt x="46" y="107"/>
                    <a:pt x="49" y="109"/>
                    <a:pt x="49" y="111"/>
                  </a:cubicBezTo>
                  <a:cubicBezTo>
                    <a:pt x="49" y="113"/>
                    <a:pt x="51" y="114"/>
                    <a:pt x="53" y="116"/>
                  </a:cubicBezTo>
                  <a:cubicBezTo>
                    <a:pt x="54" y="117"/>
                    <a:pt x="53" y="119"/>
                    <a:pt x="54" y="121"/>
                  </a:cubicBezTo>
                  <a:cubicBezTo>
                    <a:pt x="55" y="123"/>
                    <a:pt x="58" y="123"/>
                    <a:pt x="62" y="125"/>
                  </a:cubicBezTo>
                  <a:cubicBezTo>
                    <a:pt x="62" y="125"/>
                    <a:pt x="63" y="125"/>
                    <a:pt x="63" y="125"/>
                  </a:cubicBezTo>
                  <a:cubicBezTo>
                    <a:pt x="63" y="125"/>
                    <a:pt x="63" y="125"/>
                    <a:pt x="63" y="125"/>
                  </a:cubicBezTo>
                  <a:cubicBezTo>
                    <a:pt x="65" y="123"/>
                    <a:pt x="66" y="119"/>
                    <a:pt x="71" y="120"/>
                  </a:cubicBezTo>
                  <a:cubicBezTo>
                    <a:pt x="76" y="121"/>
                    <a:pt x="76" y="119"/>
                    <a:pt x="79" y="119"/>
                  </a:cubicBezTo>
                  <a:cubicBezTo>
                    <a:pt x="82" y="120"/>
                    <a:pt x="84" y="120"/>
                    <a:pt x="85" y="118"/>
                  </a:cubicBezTo>
                  <a:cubicBezTo>
                    <a:pt x="87" y="116"/>
                    <a:pt x="84" y="112"/>
                    <a:pt x="82" y="110"/>
                  </a:cubicBezTo>
                  <a:cubicBezTo>
                    <a:pt x="81" y="108"/>
                    <a:pt x="78" y="105"/>
                    <a:pt x="79" y="101"/>
                  </a:cubicBezTo>
                  <a:cubicBezTo>
                    <a:pt x="79" y="98"/>
                    <a:pt x="73" y="98"/>
                    <a:pt x="73" y="95"/>
                  </a:cubicBezTo>
                  <a:cubicBezTo>
                    <a:pt x="73" y="93"/>
                    <a:pt x="79" y="88"/>
                    <a:pt x="80" y="87"/>
                  </a:cubicBezTo>
                  <a:cubicBezTo>
                    <a:pt x="81" y="86"/>
                    <a:pt x="85" y="90"/>
                    <a:pt x="86" y="88"/>
                  </a:cubicBezTo>
                  <a:cubicBezTo>
                    <a:pt x="87" y="86"/>
                    <a:pt x="90" y="87"/>
                    <a:pt x="92" y="88"/>
                  </a:cubicBezTo>
                  <a:cubicBezTo>
                    <a:pt x="93" y="88"/>
                    <a:pt x="96" y="84"/>
                    <a:pt x="96" y="81"/>
                  </a:cubicBezTo>
                  <a:cubicBezTo>
                    <a:pt x="97" y="78"/>
                    <a:pt x="102" y="78"/>
                    <a:pt x="103" y="77"/>
                  </a:cubicBezTo>
                  <a:cubicBezTo>
                    <a:pt x="104" y="76"/>
                    <a:pt x="106" y="69"/>
                    <a:pt x="107" y="68"/>
                  </a:cubicBezTo>
                  <a:cubicBezTo>
                    <a:pt x="107" y="67"/>
                    <a:pt x="112" y="68"/>
                    <a:pt x="112" y="64"/>
                  </a:cubicBezTo>
                  <a:cubicBezTo>
                    <a:pt x="112" y="60"/>
                    <a:pt x="114" y="60"/>
                    <a:pt x="116" y="59"/>
                  </a:cubicBezTo>
                  <a:cubicBezTo>
                    <a:pt x="118" y="59"/>
                    <a:pt x="117" y="56"/>
                    <a:pt x="117" y="53"/>
                  </a:cubicBezTo>
                  <a:cubicBezTo>
                    <a:pt x="118" y="50"/>
                    <a:pt x="119" y="47"/>
                    <a:pt x="122" y="47"/>
                  </a:cubicBezTo>
                  <a:cubicBezTo>
                    <a:pt x="124" y="46"/>
                    <a:pt x="121" y="42"/>
                    <a:pt x="118" y="43"/>
                  </a:cubicBezTo>
                  <a:cubicBezTo>
                    <a:pt x="115" y="44"/>
                    <a:pt x="113" y="35"/>
                    <a:pt x="113" y="35"/>
                  </a:cubicBezTo>
                  <a:cubicBezTo>
                    <a:pt x="113" y="35"/>
                    <a:pt x="113" y="28"/>
                    <a:pt x="111" y="27"/>
                  </a:cubicBezTo>
                  <a:cubicBezTo>
                    <a:pt x="110" y="26"/>
                    <a:pt x="112" y="22"/>
                    <a:pt x="116" y="22"/>
                  </a:cubicBezTo>
                  <a:cubicBezTo>
                    <a:pt x="119" y="22"/>
                    <a:pt x="126" y="26"/>
                    <a:pt x="128" y="25"/>
                  </a:cubicBezTo>
                  <a:cubicBezTo>
                    <a:pt x="131" y="23"/>
                    <a:pt x="135" y="22"/>
                    <a:pt x="137" y="21"/>
                  </a:cubicBezTo>
                  <a:cubicBezTo>
                    <a:pt x="138" y="21"/>
                    <a:pt x="139" y="18"/>
                    <a:pt x="140" y="16"/>
                  </a:cubicBezTo>
                  <a:cubicBezTo>
                    <a:pt x="138" y="15"/>
                    <a:pt x="136" y="14"/>
                    <a:pt x="133" y="13"/>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04" name="Freeform 176">
              <a:extLst>
                <a:ext uri="{FF2B5EF4-FFF2-40B4-BE49-F238E27FC236}">
                  <a16:creationId xmlns:a16="http://schemas.microsoft.com/office/drawing/2014/main" id="{96F1E2F2-A4F0-D82B-FD98-07EF12DDC437}"/>
                </a:ext>
              </a:extLst>
            </p:cNvPr>
            <p:cNvSpPr>
              <a:spLocks noEditPoints="1"/>
            </p:cNvSpPr>
            <p:nvPr/>
          </p:nvSpPr>
          <p:spPr bwMode="auto">
            <a:xfrm>
              <a:off x="9554154" y="4092160"/>
              <a:ext cx="1047194" cy="392748"/>
            </a:xfrm>
            <a:custGeom>
              <a:avLst/>
              <a:gdLst>
                <a:gd name="T0" fmla="*/ 29 w 388"/>
                <a:gd name="T1" fmla="*/ 60 h 141"/>
                <a:gd name="T2" fmla="*/ 110 w 388"/>
                <a:gd name="T3" fmla="*/ 75 h 141"/>
                <a:gd name="T4" fmla="*/ 16 w 388"/>
                <a:gd name="T5" fmla="*/ 38 h 141"/>
                <a:gd name="T6" fmla="*/ 208 w 388"/>
                <a:gd name="T7" fmla="*/ 100 h 141"/>
                <a:gd name="T8" fmla="*/ 217 w 388"/>
                <a:gd name="T9" fmla="*/ 80 h 141"/>
                <a:gd name="T10" fmla="*/ 229 w 388"/>
                <a:gd name="T11" fmla="*/ 83 h 141"/>
                <a:gd name="T12" fmla="*/ 237 w 388"/>
                <a:gd name="T13" fmla="*/ 57 h 141"/>
                <a:gd name="T14" fmla="*/ 237 w 388"/>
                <a:gd name="T15" fmla="*/ 47 h 141"/>
                <a:gd name="T16" fmla="*/ 222 w 388"/>
                <a:gd name="T17" fmla="*/ 40 h 141"/>
                <a:gd name="T18" fmla="*/ 199 w 388"/>
                <a:gd name="T19" fmla="*/ 73 h 141"/>
                <a:gd name="T20" fmla="*/ 92 w 388"/>
                <a:gd name="T21" fmla="*/ 79 h 141"/>
                <a:gd name="T22" fmla="*/ 89 w 388"/>
                <a:gd name="T23" fmla="*/ 65 h 141"/>
                <a:gd name="T24" fmla="*/ 86 w 388"/>
                <a:gd name="T25" fmla="*/ 71 h 141"/>
                <a:gd name="T26" fmla="*/ 71 w 388"/>
                <a:gd name="T27" fmla="*/ 53 h 141"/>
                <a:gd name="T28" fmla="*/ 58 w 388"/>
                <a:gd name="T29" fmla="*/ 37 h 141"/>
                <a:gd name="T30" fmla="*/ 39 w 388"/>
                <a:gd name="T31" fmla="*/ 25 h 141"/>
                <a:gd name="T32" fmla="*/ 2 w 388"/>
                <a:gd name="T33" fmla="*/ 3 h 141"/>
                <a:gd name="T34" fmla="*/ 34 w 388"/>
                <a:gd name="T35" fmla="*/ 48 h 141"/>
                <a:gd name="T36" fmla="*/ 74 w 388"/>
                <a:gd name="T37" fmla="*/ 95 h 141"/>
                <a:gd name="T38" fmla="*/ 91 w 388"/>
                <a:gd name="T39" fmla="*/ 87 h 141"/>
                <a:gd name="T40" fmla="*/ 279 w 388"/>
                <a:gd name="T41" fmla="*/ 39 h 141"/>
                <a:gd name="T42" fmla="*/ 281 w 388"/>
                <a:gd name="T43" fmla="*/ 48 h 141"/>
                <a:gd name="T44" fmla="*/ 260 w 388"/>
                <a:gd name="T45" fmla="*/ 79 h 141"/>
                <a:gd name="T46" fmla="*/ 207 w 388"/>
                <a:gd name="T47" fmla="*/ 125 h 141"/>
                <a:gd name="T48" fmla="*/ 241 w 388"/>
                <a:gd name="T49" fmla="*/ 121 h 141"/>
                <a:gd name="T50" fmla="*/ 289 w 388"/>
                <a:gd name="T51" fmla="*/ 80 h 141"/>
                <a:gd name="T52" fmla="*/ 163 w 388"/>
                <a:gd name="T53" fmla="*/ 118 h 141"/>
                <a:gd name="T54" fmla="*/ 147 w 388"/>
                <a:gd name="T55" fmla="*/ 110 h 141"/>
                <a:gd name="T56" fmla="*/ 92 w 388"/>
                <a:gd name="T57" fmla="*/ 103 h 141"/>
                <a:gd name="T58" fmla="*/ 98 w 388"/>
                <a:gd name="T59" fmla="*/ 114 h 141"/>
                <a:gd name="T60" fmla="*/ 150 w 388"/>
                <a:gd name="T61" fmla="*/ 123 h 141"/>
                <a:gd name="T62" fmla="*/ 163 w 388"/>
                <a:gd name="T63" fmla="*/ 118 h 141"/>
                <a:gd name="T64" fmla="*/ 338 w 388"/>
                <a:gd name="T65" fmla="*/ 79 h 141"/>
                <a:gd name="T66" fmla="*/ 302 w 388"/>
                <a:gd name="T67" fmla="*/ 61 h 141"/>
                <a:gd name="T68" fmla="*/ 325 w 388"/>
                <a:gd name="T69" fmla="*/ 70 h 141"/>
                <a:gd name="T70" fmla="*/ 312 w 388"/>
                <a:gd name="T71" fmla="*/ 75 h 141"/>
                <a:gd name="T72" fmla="*/ 332 w 388"/>
                <a:gd name="T73" fmla="*/ 85 h 141"/>
                <a:gd name="T74" fmla="*/ 367 w 388"/>
                <a:gd name="T75" fmla="*/ 107 h 141"/>
                <a:gd name="T76" fmla="*/ 379 w 388"/>
                <a:gd name="T77" fmla="*/ 120 h 141"/>
                <a:gd name="T78" fmla="*/ 359 w 388"/>
                <a:gd name="T79" fmla="*/ 64 h 141"/>
                <a:gd name="T80" fmla="*/ 247 w 388"/>
                <a:gd name="T81" fmla="*/ 130 h 141"/>
                <a:gd name="T82" fmla="*/ 251 w 388"/>
                <a:gd name="T83" fmla="*/ 132 h 141"/>
                <a:gd name="T84" fmla="*/ 254 w 388"/>
                <a:gd name="T85" fmla="*/ 130 h 141"/>
                <a:gd name="T86" fmla="*/ 187 w 388"/>
                <a:gd name="T87" fmla="*/ 50 h 141"/>
                <a:gd name="T88" fmla="*/ 191 w 388"/>
                <a:gd name="T89" fmla="*/ 29 h 141"/>
                <a:gd name="T90" fmla="*/ 190 w 388"/>
                <a:gd name="T91" fmla="*/ 15 h 141"/>
                <a:gd name="T92" fmla="*/ 168 w 388"/>
                <a:gd name="T93" fmla="*/ 26 h 141"/>
                <a:gd name="T94" fmla="*/ 150 w 388"/>
                <a:gd name="T95" fmla="*/ 38 h 141"/>
                <a:gd name="T96" fmla="*/ 124 w 388"/>
                <a:gd name="T97" fmla="*/ 39 h 141"/>
                <a:gd name="T98" fmla="*/ 115 w 388"/>
                <a:gd name="T99" fmla="*/ 45 h 141"/>
                <a:gd name="T100" fmla="*/ 134 w 388"/>
                <a:gd name="T101" fmla="*/ 77 h 141"/>
                <a:gd name="T102" fmla="*/ 163 w 388"/>
                <a:gd name="T103" fmla="*/ 83 h 141"/>
                <a:gd name="T104" fmla="*/ 200 w 388"/>
                <a:gd name="T105" fmla="*/ 133 h 141"/>
                <a:gd name="T106" fmla="*/ 200 w 388"/>
                <a:gd name="T107" fmla="*/ 133 h 141"/>
                <a:gd name="T108" fmla="*/ 176 w 388"/>
                <a:gd name="T109" fmla="*/ 126 h 141"/>
                <a:gd name="T110" fmla="*/ 188 w 388"/>
                <a:gd name="T111" fmla="*/ 12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88" h="141">
                  <a:moveTo>
                    <a:pt x="29" y="60"/>
                  </a:moveTo>
                  <a:cubicBezTo>
                    <a:pt x="28" y="61"/>
                    <a:pt x="31" y="66"/>
                    <a:pt x="33" y="65"/>
                  </a:cubicBezTo>
                  <a:cubicBezTo>
                    <a:pt x="34" y="63"/>
                    <a:pt x="30" y="56"/>
                    <a:pt x="29" y="60"/>
                  </a:cubicBezTo>
                  <a:close/>
                  <a:moveTo>
                    <a:pt x="110" y="75"/>
                  </a:moveTo>
                  <a:cubicBezTo>
                    <a:pt x="110" y="73"/>
                    <a:pt x="104" y="74"/>
                    <a:pt x="105" y="77"/>
                  </a:cubicBezTo>
                  <a:cubicBezTo>
                    <a:pt x="107" y="80"/>
                    <a:pt x="110" y="77"/>
                    <a:pt x="110" y="75"/>
                  </a:cubicBezTo>
                  <a:close/>
                  <a:moveTo>
                    <a:pt x="16" y="38"/>
                  </a:moveTo>
                  <a:cubicBezTo>
                    <a:pt x="16" y="41"/>
                    <a:pt x="19" y="48"/>
                    <a:pt x="22" y="45"/>
                  </a:cubicBezTo>
                  <a:cubicBezTo>
                    <a:pt x="25" y="42"/>
                    <a:pt x="17" y="36"/>
                    <a:pt x="16" y="38"/>
                  </a:cubicBezTo>
                  <a:close/>
                  <a:moveTo>
                    <a:pt x="204" y="81"/>
                  </a:moveTo>
                  <a:cubicBezTo>
                    <a:pt x="208" y="81"/>
                    <a:pt x="208" y="87"/>
                    <a:pt x="207" y="90"/>
                  </a:cubicBezTo>
                  <a:cubicBezTo>
                    <a:pt x="206" y="93"/>
                    <a:pt x="205" y="101"/>
                    <a:pt x="208" y="100"/>
                  </a:cubicBezTo>
                  <a:cubicBezTo>
                    <a:pt x="212" y="98"/>
                    <a:pt x="214" y="93"/>
                    <a:pt x="212" y="91"/>
                  </a:cubicBezTo>
                  <a:cubicBezTo>
                    <a:pt x="210" y="90"/>
                    <a:pt x="210" y="79"/>
                    <a:pt x="211" y="76"/>
                  </a:cubicBezTo>
                  <a:cubicBezTo>
                    <a:pt x="212" y="73"/>
                    <a:pt x="219" y="75"/>
                    <a:pt x="217" y="80"/>
                  </a:cubicBezTo>
                  <a:cubicBezTo>
                    <a:pt x="214" y="84"/>
                    <a:pt x="221" y="83"/>
                    <a:pt x="221" y="88"/>
                  </a:cubicBezTo>
                  <a:cubicBezTo>
                    <a:pt x="221" y="93"/>
                    <a:pt x="224" y="90"/>
                    <a:pt x="228" y="89"/>
                  </a:cubicBezTo>
                  <a:cubicBezTo>
                    <a:pt x="232" y="88"/>
                    <a:pt x="232" y="85"/>
                    <a:pt x="229" y="83"/>
                  </a:cubicBezTo>
                  <a:cubicBezTo>
                    <a:pt x="226" y="80"/>
                    <a:pt x="231" y="75"/>
                    <a:pt x="227" y="73"/>
                  </a:cubicBezTo>
                  <a:cubicBezTo>
                    <a:pt x="224" y="70"/>
                    <a:pt x="221" y="67"/>
                    <a:pt x="224" y="66"/>
                  </a:cubicBezTo>
                  <a:cubicBezTo>
                    <a:pt x="228" y="65"/>
                    <a:pt x="238" y="59"/>
                    <a:pt x="237" y="57"/>
                  </a:cubicBezTo>
                  <a:cubicBezTo>
                    <a:pt x="236" y="54"/>
                    <a:pt x="221" y="57"/>
                    <a:pt x="220" y="62"/>
                  </a:cubicBezTo>
                  <a:cubicBezTo>
                    <a:pt x="219" y="66"/>
                    <a:pt x="208" y="61"/>
                    <a:pt x="210" y="53"/>
                  </a:cubicBezTo>
                  <a:cubicBezTo>
                    <a:pt x="211" y="46"/>
                    <a:pt x="231" y="44"/>
                    <a:pt x="237" y="47"/>
                  </a:cubicBezTo>
                  <a:cubicBezTo>
                    <a:pt x="243" y="50"/>
                    <a:pt x="250" y="43"/>
                    <a:pt x="252" y="38"/>
                  </a:cubicBezTo>
                  <a:cubicBezTo>
                    <a:pt x="254" y="34"/>
                    <a:pt x="247" y="39"/>
                    <a:pt x="243" y="42"/>
                  </a:cubicBezTo>
                  <a:cubicBezTo>
                    <a:pt x="239" y="45"/>
                    <a:pt x="228" y="42"/>
                    <a:pt x="222" y="40"/>
                  </a:cubicBezTo>
                  <a:cubicBezTo>
                    <a:pt x="216" y="38"/>
                    <a:pt x="217" y="43"/>
                    <a:pt x="212" y="44"/>
                  </a:cubicBezTo>
                  <a:cubicBezTo>
                    <a:pt x="207" y="45"/>
                    <a:pt x="208" y="55"/>
                    <a:pt x="206" y="56"/>
                  </a:cubicBezTo>
                  <a:cubicBezTo>
                    <a:pt x="204" y="58"/>
                    <a:pt x="204" y="65"/>
                    <a:pt x="199" y="73"/>
                  </a:cubicBezTo>
                  <a:cubicBezTo>
                    <a:pt x="195" y="80"/>
                    <a:pt x="201" y="81"/>
                    <a:pt x="204" y="81"/>
                  </a:cubicBezTo>
                  <a:close/>
                  <a:moveTo>
                    <a:pt x="91" y="87"/>
                  </a:moveTo>
                  <a:cubicBezTo>
                    <a:pt x="90" y="84"/>
                    <a:pt x="92" y="81"/>
                    <a:pt x="92" y="79"/>
                  </a:cubicBezTo>
                  <a:cubicBezTo>
                    <a:pt x="92" y="77"/>
                    <a:pt x="93" y="76"/>
                    <a:pt x="95" y="77"/>
                  </a:cubicBezTo>
                  <a:cubicBezTo>
                    <a:pt x="98" y="77"/>
                    <a:pt x="97" y="72"/>
                    <a:pt x="96" y="72"/>
                  </a:cubicBezTo>
                  <a:cubicBezTo>
                    <a:pt x="94" y="71"/>
                    <a:pt x="93" y="65"/>
                    <a:pt x="89" y="65"/>
                  </a:cubicBezTo>
                  <a:cubicBezTo>
                    <a:pt x="84" y="65"/>
                    <a:pt x="85" y="68"/>
                    <a:pt x="88" y="69"/>
                  </a:cubicBezTo>
                  <a:cubicBezTo>
                    <a:pt x="90" y="69"/>
                    <a:pt x="92" y="71"/>
                    <a:pt x="91" y="73"/>
                  </a:cubicBezTo>
                  <a:cubicBezTo>
                    <a:pt x="90" y="74"/>
                    <a:pt x="89" y="71"/>
                    <a:pt x="86" y="71"/>
                  </a:cubicBezTo>
                  <a:cubicBezTo>
                    <a:pt x="82" y="71"/>
                    <a:pt x="84" y="67"/>
                    <a:pt x="80" y="67"/>
                  </a:cubicBezTo>
                  <a:cubicBezTo>
                    <a:pt x="76" y="66"/>
                    <a:pt x="77" y="59"/>
                    <a:pt x="73" y="59"/>
                  </a:cubicBezTo>
                  <a:cubicBezTo>
                    <a:pt x="69" y="59"/>
                    <a:pt x="68" y="56"/>
                    <a:pt x="71" y="53"/>
                  </a:cubicBezTo>
                  <a:cubicBezTo>
                    <a:pt x="74" y="51"/>
                    <a:pt x="67" y="48"/>
                    <a:pt x="67" y="45"/>
                  </a:cubicBezTo>
                  <a:cubicBezTo>
                    <a:pt x="67" y="42"/>
                    <a:pt x="62" y="44"/>
                    <a:pt x="62" y="42"/>
                  </a:cubicBezTo>
                  <a:cubicBezTo>
                    <a:pt x="62" y="39"/>
                    <a:pt x="60" y="40"/>
                    <a:pt x="58" y="37"/>
                  </a:cubicBezTo>
                  <a:cubicBezTo>
                    <a:pt x="56" y="34"/>
                    <a:pt x="55" y="37"/>
                    <a:pt x="53" y="35"/>
                  </a:cubicBezTo>
                  <a:cubicBezTo>
                    <a:pt x="51" y="33"/>
                    <a:pt x="48" y="31"/>
                    <a:pt x="46" y="32"/>
                  </a:cubicBezTo>
                  <a:cubicBezTo>
                    <a:pt x="45" y="33"/>
                    <a:pt x="41" y="29"/>
                    <a:pt x="39" y="25"/>
                  </a:cubicBezTo>
                  <a:cubicBezTo>
                    <a:pt x="38" y="22"/>
                    <a:pt x="27" y="17"/>
                    <a:pt x="25" y="12"/>
                  </a:cubicBezTo>
                  <a:cubicBezTo>
                    <a:pt x="24" y="8"/>
                    <a:pt x="20" y="6"/>
                    <a:pt x="13" y="7"/>
                  </a:cubicBezTo>
                  <a:cubicBezTo>
                    <a:pt x="6" y="7"/>
                    <a:pt x="4" y="0"/>
                    <a:pt x="2" y="3"/>
                  </a:cubicBezTo>
                  <a:cubicBezTo>
                    <a:pt x="0" y="8"/>
                    <a:pt x="9" y="17"/>
                    <a:pt x="13" y="20"/>
                  </a:cubicBezTo>
                  <a:cubicBezTo>
                    <a:pt x="18" y="22"/>
                    <a:pt x="20" y="31"/>
                    <a:pt x="25" y="31"/>
                  </a:cubicBezTo>
                  <a:cubicBezTo>
                    <a:pt x="30" y="32"/>
                    <a:pt x="30" y="48"/>
                    <a:pt x="34" y="48"/>
                  </a:cubicBezTo>
                  <a:cubicBezTo>
                    <a:pt x="38" y="49"/>
                    <a:pt x="46" y="61"/>
                    <a:pt x="47" y="68"/>
                  </a:cubicBezTo>
                  <a:cubicBezTo>
                    <a:pt x="48" y="74"/>
                    <a:pt x="56" y="78"/>
                    <a:pt x="59" y="82"/>
                  </a:cubicBezTo>
                  <a:cubicBezTo>
                    <a:pt x="62" y="87"/>
                    <a:pt x="73" y="93"/>
                    <a:pt x="74" y="95"/>
                  </a:cubicBezTo>
                  <a:cubicBezTo>
                    <a:pt x="76" y="97"/>
                    <a:pt x="77" y="102"/>
                    <a:pt x="79" y="100"/>
                  </a:cubicBezTo>
                  <a:cubicBezTo>
                    <a:pt x="80" y="97"/>
                    <a:pt x="85" y="100"/>
                    <a:pt x="88" y="100"/>
                  </a:cubicBezTo>
                  <a:cubicBezTo>
                    <a:pt x="90" y="100"/>
                    <a:pt x="91" y="91"/>
                    <a:pt x="91" y="87"/>
                  </a:cubicBezTo>
                  <a:close/>
                  <a:moveTo>
                    <a:pt x="281" y="48"/>
                  </a:moveTo>
                  <a:cubicBezTo>
                    <a:pt x="286" y="48"/>
                    <a:pt x="284" y="45"/>
                    <a:pt x="284" y="41"/>
                  </a:cubicBezTo>
                  <a:cubicBezTo>
                    <a:pt x="284" y="38"/>
                    <a:pt x="279" y="41"/>
                    <a:pt x="279" y="39"/>
                  </a:cubicBezTo>
                  <a:cubicBezTo>
                    <a:pt x="279" y="37"/>
                    <a:pt x="277" y="30"/>
                    <a:pt x="273" y="36"/>
                  </a:cubicBezTo>
                  <a:cubicBezTo>
                    <a:pt x="269" y="41"/>
                    <a:pt x="274" y="55"/>
                    <a:pt x="278" y="54"/>
                  </a:cubicBezTo>
                  <a:cubicBezTo>
                    <a:pt x="280" y="54"/>
                    <a:pt x="275" y="47"/>
                    <a:pt x="281" y="48"/>
                  </a:cubicBezTo>
                  <a:close/>
                  <a:moveTo>
                    <a:pt x="260" y="79"/>
                  </a:moveTo>
                  <a:cubicBezTo>
                    <a:pt x="261" y="83"/>
                    <a:pt x="269" y="85"/>
                    <a:pt x="271" y="82"/>
                  </a:cubicBezTo>
                  <a:cubicBezTo>
                    <a:pt x="273" y="78"/>
                    <a:pt x="259" y="74"/>
                    <a:pt x="260" y="79"/>
                  </a:cubicBezTo>
                  <a:close/>
                  <a:moveTo>
                    <a:pt x="241" y="121"/>
                  </a:moveTo>
                  <a:cubicBezTo>
                    <a:pt x="234" y="120"/>
                    <a:pt x="229" y="125"/>
                    <a:pt x="223" y="122"/>
                  </a:cubicBezTo>
                  <a:cubicBezTo>
                    <a:pt x="216" y="120"/>
                    <a:pt x="206" y="122"/>
                    <a:pt x="207" y="125"/>
                  </a:cubicBezTo>
                  <a:cubicBezTo>
                    <a:pt x="208" y="127"/>
                    <a:pt x="214" y="127"/>
                    <a:pt x="221" y="127"/>
                  </a:cubicBezTo>
                  <a:cubicBezTo>
                    <a:pt x="227" y="127"/>
                    <a:pt x="233" y="124"/>
                    <a:pt x="238" y="123"/>
                  </a:cubicBezTo>
                  <a:cubicBezTo>
                    <a:pt x="242" y="123"/>
                    <a:pt x="247" y="122"/>
                    <a:pt x="241" y="121"/>
                  </a:cubicBezTo>
                  <a:close/>
                  <a:moveTo>
                    <a:pt x="294" y="75"/>
                  </a:moveTo>
                  <a:cubicBezTo>
                    <a:pt x="287" y="73"/>
                    <a:pt x="276" y="75"/>
                    <a:pt x="278" y="78"/>
                  </a:cubicBezTo>
                  <a:cubicBezTo>
                    <a:pt x="279" y="81"/>
                    <a:pt x="284" y="80"/>
                    <a:pt x="289" y="80"/>
                  </a:cubicBezTo>
                  <a:cubicBezTo>
                    <a:pt x="294" y="80"/>
                    <a:pt x="297" y="84"/>
                    <a:pt x="300" y="84"/>
                  </a:cubicBezTo>
                  <a:cubicBezTo>
                    <a:pt x="302" y="84"/>
                    <a:pt x="300" y="77"/>
                    <a:pt x="294" y="75"/>
                  </a:cubicBezTo>
                  <a:close/>
                  <a:moveTo>
                    <a:pt x="163" y="118"/>
                  </a:moveTo>
                  <a:cubicBezTo>
                    <a:pt x="163" y="115"/>
                    <a:pt x="153" y="118"/>
                    <a:pt x="148" y="116"/>
                  </a:cubicBezTo>
                  <a:cubicBezTo>
                    <a:pt x="143" y="114"/>
                    <a:pt x="153" y="112"/>
                    <a:pt x="157" y="110"/>
                  </a:cubicBezTo>
                  <a:cubicBezTo>
                    <a:pt x="160" y="108"/>
                    <a:pt x="155" y="107"/>
                    <a:pt x="147" y="110"/>
                  </a:cubicBezTo>
                  <a:cubicBezTo>
                    <a:pt x="139" y="112"/>
                    <a:pt x="129" y="104"/>
                    <a:pt x="129" y="108"/>
                  </a:cubicBezTo>
                  <a:cubicBezTo>
                    <a:pt x="129" y="111"/>
                    <a:pt x="115" y="106"/>
                    <a:pt x="111" y="104"/>
                  </a:cubicBezTo>
                  <a:cubicBezTo>
                    <a:pt x="108" y="101"/>
                    <a:pt x="94" y="98"/>
                    <a:pt x="92" y="103"/>
                  </a:cubicBezTo>
                  <a:cubicBezTo>
                    <a:pt x="89" y="108"/>
                    <a:pt x="86" y="103"/>
                    <a:pt x="88" y="108"/>
                  </a:cubicBezTo>
                  <a:cubicBezTo>
                    <a:pt x="88" y="111"/>
                    <a:pt x="92" y="109"/>
                    <a:pt x="94" y="109"/>
                  </a:cubicBezTo>
                  <a:cubicBezTo>
                    <a:pt x="96" y="109"/>
                    <a:pt x="95" y="113"/>
                    <a:pt x="98" y="114"/>
                  </a:cubicBezTo>
                  <a:cubicBezTo>
                    <a:pt x="102" y="114"/>
                    <a:pt x="112" y="117"/>
                    <a:pt x="113" y="115"/>
                  </a:cubicBezTo>
                  <a:cubicBezTo>
                    <a:pt x="114" y="113"/>
                    <a:pt x="124" y="115"/>
                    <a:pt x="129" y="119"/>
                  </a:cubicBezTo>
                  <a:cubicBezTo>
                    <a:pt x="134" y="123"/>
                    <a:pt x="146" y="123"/>
                    <a:pt x="150" y="123"/>
                  </a:cubicBezTo>
                  <a:cubicBezTo>
                    <a:pt x="155" y="122"/>
                    <a:pt x="160" y="126"/>
                    <a:pt x="161" y="123"/>
                  </a:cubicBezTo>
                  <a:cubicBezTo>
                    <a:pt x="163" y="121"/>
                    <a:pt x="166" y="127"/>
                    <a:pt x="171" y="123"/>
                  </a:cubicBezTo>
                  <a:cubicBezTo>
                    <a:pt x="176" y="120"/>
                    <a:pt x="163" y="121"/>
                    <a:pt x="163" y="118"/>
                  </a:cubicBezTo>
                  <a:close/>
                  <a:moveTo>
                    <a:pt x="359" y="64"/>
                  </a:moveTo>
                  <a:cubicBezTo>
                    <a:pt x="355" y="64"/>
                    <a:pt x="354" y="71"/>
                    <a:pt x="351" y="71"/>
                  </a:cubicBezTo>
                  <a:cubicBezTo>
                    <a:pt x="348" y="71"/>
                    <a:pt x="343" y="77"/>
                    <a:pt x="338" y="79"/>
                  </a:cubicBezTo>
                  <a:cubicBezTo>
                    <a:pt x="332" y="81"/>
                    <a:pt x="331" y="62"/>
                    <a:pt x="329" y="58"/>
                  </a:cubicBezTo>
                  <a:cubicBezTo>
                    <a:pt x="326" y="55"/>
                    <a:pt x="311" y="52"/>
                    <a:pt x="309" y="56"/>
                  </a:cubicBezTo>
                  <a:cubicBezTo>
                    <a:pt x="308" y="60"/>
                    <a:pt x="303" y="58"/>
                    <a:pt x="302" y="61"/>
                  </a:cubicBezTo>
                  <a:cubicBezTo>
                    <a:pt x="302" y="65"/>
                    <a:pt x="303" y="64"/>
                    <a:pt x="307" y="64"/>
                  </a:cubicBezTo>
                  <a:cubicBezTo>
                    <a:pt x="310" y="64"/>
                    <a:pt x="310" y="66"/>
                    <a:pt x="311" y="69"/>
                  </a:cubicBezTo>
                  <a:cubicBezTo>
                    <a:pt x="313" y="73"/>
                    <a:pt x="322" y="70"/>
                    <a:pt x="325" y="70"/>
                  </a:cubicBezTo>
                  <a:cubicBezTo>
                    <a:pt x="328" y="70"/>
                    <a:pt x="328" y="74"/>
                    <a:pt x="324" y="73"/>
                  </a:cubicBezTo>
                  <a:cubicBezTo>
                    <a:pt x="320" y="71"/>
                    <a:pt x="320" y="75"/>
                    <a:pt x="317" y="74"/>
                  </a:cubicBezTo>
                  <a:cubicBezTo>
                    <a:pt x="314" y="73"/>
                    <a:pt x="310" y="73"/>
                    <a:pt x="312" y="75"/>
                  </a:cubicBezTo>
                  <a:cubicBezTo>
                    <a:pt x="314" y="77"/>
                    <a:pt x="317" y="79"/>
                    <a:pt x="317" y="83"/>
                  </a:cubicBezTo>
                  <a:cubicBezTo>
                    <a:pt x="317" y="86"/>
                    <a:pt x="323" y="86"/>
                    <a:pt x="323" y="83"/>
                  </a:cubicBezTo>
                  <a:cubicBezTo>
                    <a:pt x="323" y="79"/>
                    <a:pt x="326" y="83"/>
                    <a:pt x="332" y="85"/>
                  </a:cubicBezTo>
                  <a:cubicBezTo>
                    <a:pt x="337" y="86"/>
                    <a:pt x="333" y="89"/>
                    <a:pt x="339" y="89"/>
                  </a:cubicBezTo>
                  <a:cubicBezTo>
                    <a:pt x="345" y="89"/>
                    <a:pt x="358" y="93"/>
                    <a:pt x="363" y="97"/>
                  </a:cubicBezTo>
                  <a:cubicBezTo>
                    <a:pt x="368" y="101"/>
                    <a:pt x="364" y="103"/>
                    <a:pt x="367" y="107"/>
                  </a:cubicBezTo>
                  <a:cubicBezTo>
                    <a:pt x="371" y="110"/>
                    <a:pt x="372" y="114"/>
                    <a:pt x="367" y="114"/>
                  </a:cubicBezTo>
                  <a:cubicBezTo>
                    <a:pt x="363" y="114"/>
                    <a:pt x="358" y="119"/>
                    <a:pt x="359" y="121"/>
                  </a:cubicBezTo>
                  <a:cubicBezTo>
                    <a:pt x="360" y="123"/>
                    <a:pt x="375" y="120"/>
                    <a:pt x="379" y="120"/>
                  </a:cubicBezTo>
                  <a:cubicBezTo>
                    <a:pt x="381" y="120"/>
                    <a:pt x="383" y="124"/>
                    <a:pt x="388" y="127"/>
                  </a:cubicBezTo>
                  <a:cubicBezTo>
                    <a:pt x="388" y="74"/>
                    <a:pt x="388" y="74"/>
                    <a:pt x="388" y="74"/>
                  </a:cubicBezTo>
                  <a:cubicBezTo>
                    <a:pt x="377" y="70"/>
                    <a:pt x="362" y="64"/>
                    <a:pt x="359" y="64"/>
                  </a:cubicBezTo>
                  <a:close/>
                  <a:moveTo>
                    <a:pt x="251" y="127"/>
                  </a:moveTo>
                  <a:cubicBezTo>
                    <a:pt x="250" y="127"/>
                    <a:pt x="249" y="128"/>
                    <a:pt x="248" y="128"/>
                  </a:cubicBezTo>
                  <a:cubicBezTo>
                    <a:pt x="248" y="129"/>
                    <a:pt x="248" y="130"/>
                    <a:pt x="247" y="130"/>
                  </a:cubicBezTo>
                  <a:cubicBezTo>
                    <a:pt x="246" y="131"/>
                    <a:pt x="245" y="130"/>
                    <a:pt x="244" y="129"/>
                  </a:cubicBezTo>
                  <a:cubicBezTo>
                    <a:pt x="239" y="131"/>
                    <a:pt x="237" y="137"/>
                    <a:pt x="240" y="139"/>
                  </a:cubicBezTo>
                  <a:cubicBezTo>
                    <a:pt x="243" y="140"/>
                    <a:pt x="248" y="136"/>
                    <a:pt x="251" y="132"/>
                  </a:cubicBezTo>
                  <a:cubicBezTo>
                    <a:pt x="251" y="132"/>
                    <a:pt x="252" y="131"/>
                    <a:pt x="252" y="131"/>
                  </a:cubicBezTo>
                  <a:cubicBezTo>
                    <a:pt x="252" y="131"/>
                    <a:pt x="252" y="131"/>
                    <a:pt x="253" y="130"/>
                  </a:cubicBezTo>
                  <a:cubicBezTo>
                    <a:pt x="253" y="130"/>
                    <a:pt x="253" y="130"/>
                    <a:pt x="254" y="130"/>
                  </a:cubicBezTo>
                  <a:cubicBezTo>
                    <a:pt x="253" y="129"/>
                    <a:pt x="252" y="128"/>
                    <a:pt x="251" y="127"/>
                  </a:cubicBezTo>
                  <a:close/>
                  <a:moveTo>
                    <a:pt x="182" y="63"/>
                  </a:moveTo>
                  <a:cubicBezTo>
                    <a:pt x="186" y="60"/>
                    <a:pt x="187" y="55"/>
                    <a:pt x="187" y="50"/>
                  </a:cubicBezTo>
                  <a:cubicBezTo>
                    <a:pt x="186" y="45"/>
                    <a:pt x="198" y="45"/>
                    <a:pt x="199" y="43"/>
                  </a:cubicBezTo>
                  <a:cubicBezTo>
                    <a:pt x="201" y="41"/>
                    <a:pt x="197" y="37"/>
                    <a:pt x="194" y="36"/>
                  </a:cubicBezTo>
                  <a:cubicBezTo>
                    <a:pt x="190" y="34"/>
                    <a:pt x="193" y="31"/>
                    <a:pt x="191" y="29"/>
                  </a:cubicBezTo>
                  <a:cubicBezTo>
                    <a:pt x="189" y="27"/>
                    <a:pt x="185" y="22"/>
                    <a:pt x="188" y="22"/>
                  </a:cubicBezTo>
                  <a:cubicBezTo>
                    <a:pt x="191" y="22"/>
                    <a:pt x="186" y="17"/>
                    <a:pt x="189" y="16"/>
                  </a:cubicBezTo>
                  <a:cubicBezTo>
                    <a:pt x="189" y="15"/>
                    <a:pt x="189" y="15"/>
                    <a:pt x="190" y="15"/>
                  </a:cubicBezTo>
                  <a:cubicBezTo>
                    <a:pt x="188" y="14"/>
                    <a:pt x="187" y="14"/>
                    <a:pt x="186" y="14"/>
                  </a:cubicBezTo>
                  <a:cubicBezTo>
                    <a:pt x="182" y="14"/>
                    <a:pt x="172" y="13"/>
                    <a:pt x="173" y="19"/>
                  </a:cubicBezTo>
                  <a:cubicBezTo>
                    <a:pt x="173" y="25"/>
                    <a:pt x="167" y="23"/>
                    <a:pt x="168" y="26"/>
                  </a:cubicBezTo>
                  <a:cubicBezTo>
                    <a:pt x="168" y="30"/>
                    <a:pt x="165" y="30"/>
                    <a:pt x="165" y="34"/>
                  </a:cubicBezTo>
                  <a:cubicBezTo>
                    <a:pt x="166" y="39"/>
                    <a:pt x="163" y="37"/>
                    <a:pt x="158" y="39"/>
                  </a:cubicBezTo>
                  <a:cubicBezTo>
                    <a:pt x="153" y="42"/>
                    <a:pt x="155" y="38"/>
                    <a:pt x="150" y="38"/>
                  </a:cubicBezTo>
                  <a:cubicBezTo>
                    <a:pt x="145" y="38"/>
                    <a:pt x="145" y="40"/>
                    <a:pt x="142" y="41"/>
                  </a:cubicBezTo>
                  <a:cubicBezTo>
                    <a:pt x="139" y="42"/>
                    <a:pt x="133" y="41"/>
                    <a:pt x="131" y="42"/>
                  </a:cubicBezTo>
                  <a:cubicBezTo>
                    <a:pt x="129" y="44"/>
                    <a:pt x="126" y="39"/>
                    <a:pt x="124" y="39"/>
                  </a:cubicBezTo>
                  <a:cubicBezTo>
                    <a:pt x="123" y="39"/>
                    <a:pt x="122" y="36"/>
                    <a:pt x="121" y="34"/>
                  </a:cubicBezTo>
                  <a:cubicBezTo>
                    <a:pt x="121" y="33"/>
                    <a:pt x="120" y="33"/>
                    <a:pt x="120" y="33"/>
                  </a:cubicBezTo>
                  <a:cubicBezTo>
                    <a:pt x="117" y="34"/>
                    <a:pt x="112" y="42"/>
                    <a:pt x="115" y="45"/>
                  </a:cubicBezTo>
                  <a:cubicBezTo>
                    <a:pt x="118" y="49"/>
                    <a:pt x="117" y="54"/>
                    <a:pt x="119" y="57"/>
                  </a:cubicBezTo>
                  <a:cubicBezTo>
                    <a:pt x="121" y="60"/>
                    <a:pt x="126" y="60"/>
                    <a:pt x="126" y="65"/>
                  </a:cubicBezTo>
                  <a:cubicBezTo>
                    <a:pt x="126" y="71"/>
                    <a:pt x="131" y="79"/>
                    <a:pt x="134" y="77"/>
                  </a:cubicBezTo>
                  <a:cubicBezTo>
                    <a:pt x="138" y="74"/>
                    <a:pt x="140" y="78"/>
                    <a:pt x="141" y="80"/>
                  </a:cubicBezTo>
                  <a:cubicBezTo>
                    <a:pt x="142" y="82"/>
                    <a:pt x="150" y="78"/>
                    <a:pt x="152" y="79"/>
                  </a:cubicBezTo>
                  <a:cubicBezTo>
                    <a:pt x="155" y="79"/>
                    <a:pt x="163" y="81"/>
                    <a:pt x="163" y="83"/>
                  </a:cubicBezTo>
                  <a:cubicBezTo>
                    <a:pt x="164" y="86"/>
                    <a:pt x="170" y="83"/>
                    <a:pt x="175" y="82"/>
                  </a:cubicBezTo>
                  <a:cubicBezTo>
                    <a:pt x="180" y="80"/>
                    <a:pt x="177" y="66"/>
                    <a:pt x="182" y="63"/>
                  </a:cubicBezTo>
                  <a:close/>
                  <a:moveTo>
                    <a:pt x="200" y="133"/>
                  </a:moveTo>
                  <a:cubicBezTo>
                    <a:pt x="202" y="135"/>
                    <a:pt x="206" y="135"/>
                    <a:pt x="208" y="136"/>
                  </a:cubicBezTo>
                  <a:cubicBezTo>
                    <a:pt x="210" y="138"/>
                    <a:pt x="216" y="141"/>
                    <a:pt x="216" y="137"/>
                  </a:cubicBezTo>
                  <a:cubicBezTo>
                    <a:pt x="216" y="133"/>
                    <a:pt x="199" y="130"/>
                    <a:pt x="200" y="133"/>
                  </a:cubicBezTo>
                  <a:close/>
                  <a:moveTo>
                    <a:pt x="188" y="120"/>
                  </a:moveTo>
                  <a:cubicBezTo>
                    <a:pt x="187" y="123"/>
                    <a:pt x="183" y="123"/>
                    <a:pt x="180" y="121"/>
                  </a:cubicBezTo>
                  <a:cubicBezTo>
                    <a:pt x="178" y="120"/>
                    <a:pt x="175" y="124"/>
                    <a:pt x="176" y="126"/>
                  </a:cubicBezTo>
                  <a:cubicBezTo>
                    <a:pt x="177" y="127"/>
                    <a:pt x="182" y="131"/>
                    <a:pt x="188" y="128"/>
                  </a:cubicBezTo>
                  <a:cubicBezTo>
                    <a:pt x="195" y="125"/>
                    <a:pt x="199" y="128"/>
                    <a:pt x="200" y="124"/>
                  </a:cubicBezTo>
                  <a:cubicBezTo>
                    <a:pt x="202" y="121"/>
                    <a:pt x="189" y="118"/>
                    <a:pt x="188" y="120"/>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05" name="Freeform 177">
              <a:extLst>
                <a:ext uri="{FF2B5EF4-FFF2-40B4-BE49-F238E27FC236}">
                  <a16:creationId xmlns:a16="http://schemas.microsoft.com/office/drawing/2014/main" id="{EBFD7D0C-CDCA-6269-A4C0-BF90BDBD52D2}"/>
                </a:ext>
              </a:extLst>
            </p:cNvPr>
            <p:cNvSpPr>
              <a:spLocks noEditPoints="1"/>
            </p:cNvSpPr>
            <p:nvPr/>
          </p:nvSpPr>
          <p:spPr bwMode="auto">
            <a:xfrm>
              <a:off x="10212358" y="4426114"/>
              <a:ext cx="76429" cy="30573"/>
            </a:xfrm>
            <a:custGeom>
              <a:avLst/>
              <a:gdLst>
                <a:gd name="T0" fmla="*/ 3 w 28"/>
                <a:gd name="T1" fmla="*/ 8 h 11"/>
                <a:gd name="T2" fmla="*/ 0 w 28"/>
                <a:gd name="T3" fmla="*/ 9 h 11"/>
                <a:gd name="T4" fmla="*/ 3 w 28"/>
                <a:gd name="T5" fmla="*/ 10 h 11"/>
                <a:gd name="T6" fmla="*/ 4 w 28"/>
                <a:gd name="T7" fmla="*/ 8 h 11"/>
                <a:gd name="T8" fmla="*/ 3 w 28"/>
                <a:gd name="T9" fmla="*/ 8 h 11"/>
                <a:gd name="T10" fmla="*/ 3 w 28"/>
                <a:gd name="T11" fmla="*/ 8 h 11"/>
                <a:gd name="T12" fmla="*/ 15 w 28"/>
                <a:gd name="T13" fmla="*/ 2 h 11"/>
                <a:gd name="T14" fmla="*/ 8 w 28"/>
                <a:gd name="T15" fmla="*/ 6 h 11"/>
                <a:gd name="T16" fmla="*/ 7 w 28"/>
                <a:gd name="T17" fmla="*/ 7 h 11"/>
                <a:gd name="T18" fmla="*/ 10 w 28"/>
                <a:gd name="T19" fmla="*/ 10 h 11"/>
                <a:gd name="T20" fmla="*/ 27 w 28"/>
                <a:gd name="T21" fmla="*/ 2 h 11"/>
                <a:gd name="T22" fmla="*/ 15 w 28"/>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11">
                  <a:moveTo>
                    <a:pt x="3" y="8"/>
                  </a:moveTo>
                  <a:cubicBezTo>
                    <a:pt x="2" y="8"/>
                    <a:pt x="1" y="9"/>
                    <a:pt x="0" y="9"/>
                  </a:cubicBezTo>
                  <a:cubicBezTo>
                    <a:pt x="1" y="10"/>
                    <a:pt x="2" y="11"/>
                    <a:pt x="3" y="10"/>
                  </a:cubicBezTo>
                  <a:cubicBezTo>
                    <a:pt x="4" y="10"/>
                    <a:pt x="4" y="9"/>
                    <a:pt x="4" y="8"/>
                  </a:cubicBezTo>
                  <a:cubicBezTo>
                    <a:pt x="4" y="8"/>
                    <a:pt x="3" y="8"/>
                    <a:pt x="3" y="8"/>
                  </a:cubicBezTo>
                  <a:cubicBezTo>
                    <a:pt x="3" y="8"/>
                    <a:pt x="3" y="8"/>
                    <a:pt x="3" y="8"/>
                  </a:cubicBezTo>
                  <a:close/>
                  <a:moveTo>
                    <a:pt x="15" y="2"/>
                  </a:moveTo>
                  <a:cubicBezTo>
                    <a:pt x="11" y="2"/>
                    <a:pt x="10" y="4"/>
                    <a:pt x="8" y="6"/>
                  </a:cubicBezTo>
                  <a:cubicBezTo>
                    <a:pt x="7" y="7"/>
                    <a:pt x="7" y="7"/>
                    <a:pt x="7" y="7"/>
                  </a:cubicBezTo>
                  <a:cubicBezTo>
                    <a:pt x="8" y="8"/>
                    <a:pt x="9" y="9"/>
                    <a:pt x="10" y="10"/>
                  </a:cubicBezTo>
                  <a:cubicBezTo>
                    <a:pt x="14" y="7"/>
                    <a:pt x="27" y="3"/>
                    <a:pt x="27" y="2"/>
                  </a:cubicBezTo>
                  <a:cubicBezTo>
                    <a:pt x="28" y="0"/>
                    <a:pt x="20" y="2"/>
                    <a:pt x="15" y="2"/>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sp>
          <p:nvSpPr>
            <p:cNvPr id="413" name="Freeform 162">
              <a:extLst>
                <a:ext uri="{FF2B5EF4-FFF2-40B4-BE49-F238E27FC236}">
                  <a16:creationId xmlns:a16="http://schemas.microsoft.com/office/drawing/2014/main" id="{117E1A3C-0277-D942-B3D6-F72FF55E6C12}"/>
                </a:ext>
              </a:extLst>
            </p:cNvPr>
            <p:cNvSpPr>
              <a:spLocks noEditPoints="1"/>
            </p:cNvSpPr>
            <p:nvPr/>
          </p:nvSpPr>
          <p:spPr bwMode="auto">
            <a:xfrm>
              <a:off x="7860164" y="1661593"/>
              <a:ext cx="3881918" cy="1536890"/>
            </a:xfrm>
            <a:custGeom>
              <a:avLst/>
              <a:gdLst>
                <a:gd name="T0" fmla="*/ 378 w 1439"/>
                <a:gd name="T1" fmla="*/ 11 h 552"/>
                <a:gd name="T2" fmla="*/ 639 w 1439"/>
                <a:gd name="T3" fmla="*/ 5 h 552"/>
                <a:gd name="T4" fmla="*/ 503 w 1439"/>
                <a:gd name="T5" fmla="*/ 158 h 552"/>
                <a:gd name="T6" fmla="*/ 694 w 1439"/>
                <a:gd name="T7" fmla="*/ 52 h 552"/>
                <a:gd name="T8" fmla="*/ 1050 w 1439"/>
                <a:gd name="T9" fmla="*/ 116 h 552"/>
                <a:gd name="T10" fmla="*/ 1103 w 1439"/>
                <a:gd name="T11" fmla="*/ 123 h 552"/>
                <a:gd name="T12" fmla="*/ 1028 w 1439"/>
                <a:gd name="T13" fmla="*/ 446 h 552"/>
                <a:gd name="T14" fmla="*/ 255 w 1439"/>
                <a:gd name="T15" fmla="*/ 23 h 552"/>
                <a:gd name="T16" fmla="*/ 1395 w 1439"/>
                <a:gd name="T17" fmla="*/ 253 h 552"/>
                <a:gd name="T18" fmla="*/ 1250 w 1439"/>
                <a:gd name="T19" fmla="*/ 212 h 552"/>
                <a:gd name="T20" fmla="*/ 1113 w 1439"/>
                <a:gd name="T21" fmla="*/ 185 h 552"/>
                <a:gd name="T22" fmla="*/ 1019 w 1439"/>
                <a:gd name="T23" fmla="*/ 157 h 552"/>
                <a:gd name="T24" fmla="*/ 945 w 1439"/>
                <a:gd name="T25" fmla="*/ 176 h 552"/>
                <a:gd name="T26" fmla="*/ 884 w 1439"/>
                <a:gd name="T27" fmla="*/ 145 h 552"/>
                <a:gd name="T28" fmla="*/ 783 w 1439"/>
                <a:gd name="T29" fmla="*/ 143 h 552"/>
                <a:gd name="T30" fmla="*/ 772 w 1439"/>
                <a:gd name="T31" fmla="*/ 123 h 552"/>
                <a:gd name="T32" fmla="*/ 732 w 1439"/>
                <a:gd name="T33" fmla="*/ 88 h 552"/>
                <a:gd name="T34" fmla="*/ 660 w 1439"/>
                <a:gd name="T35" fmla="*/ 100 h 552"/>
                <a:gd name="T36" fmla="*/ 572 w 1439"/>
                <a:gd name="T37" fmla="*/ 120 h 552"/>
                <a:gd name="T38" fmla="*/ 544 w 1439"/>
                <a:gd name="T39" fmla="*/ 144 h 552"/>
                <a:gd name="T40" fmla="*/ 501 w 1439"/>
                <a:gd name="T41" fmla="*/ 186 h 552"/>
                <a:gd name="T42" fmla="*/ 477 w 1439"/>
                <a:gd name="T43" fmla="*/ 214 h 552"/>
                <a:gd name="T44" fmla="*/ 442 w 1439"/>
                <a:gd name="T45" fmla="*/ 255 h 552"/>
                <a:gd name="T46" fmla="*/ 458 w 1439"/>
                <a:gd name="T47" fmla="*/ 223 h 552"/>
                <a:gd name="T48" fmla="*/ 405 w 1439"/>
                <a:gd name="T49" fmla="*/ 196 h 552"/>
                <a:gd name="T50" fmla="*/ 342 w 1439"/>
                <a:gd name="T51" fmla="*/ 205 h 552"/>
                <a:gd name="T52" fmla="*/ 281 w 1439"/>
                <a:gd name="T53" fmla="*/ 221 h 552"/>
                <a:gd name="T54" fmla="*/ 205 w 1439"/>
                <a:gd name="T55" fmla="*/ 224 h 552"/>
                <a:gd name="T56" fmla="*/ 157 w 1439"/>
                <a:gd name="T57" fmla="*/ 275 h 552"/>
                <a:gd name="T58" fmla="*/ 108 w 1439"/>
                <a:gd name="T59" fmla="*/ 244 h 552"/>
                <a:gd name="T60" fmla="*/ 112 w 1439"/>
                <a:gd name="T61" fmla="*/ 209 h 552"/>
                <a:gd name="T62" fmla="*/ 82 w 1439"/>
                <a:gd name="T63" fmla="*/ 241 h 552"/>
                <a:gd name="T64" fmla="*/ 74 w 1439"/>
                <a:gd name="T65" fmla="*/ 330 h 552"/>
                <a:gd name="T66" fmla="*/ 77 w 1439"/>
                <a:gd name="T67" fmla="*/ 388 h 552"/>
                <a:gd name="T68" fmla="*/ 120 w 1439"/>
                <a:gd name="T69" fmla="*/ 432 h 552"/>
                <a:gd name="T70" fmla="*/ 168 w 1439"/>
                <a:gd name="T71" fmla="*/ 472 h 552"/>
                <a:gd name="T72" fmla="*/ 172 w 1439"/>
                <a:gd name="T73" fmla="*/ 526 h 552"/>
                <a:gd name="T74" fmla="*/ 250 w 1439"/>
                <a:gd name="T75" fmla="*/ 499 h 552"/>
                <a:gd name="T76" fmla="*/ 248 w 1439"/>
                <a:gd name="T77" fmla="*/ 450 h 552"/>
                <a:gd name="T78" fmla="*/ 341 w 1439"/>
                <a:gd name="T79" fmla="*/ 453 h 552"/>
                <a:gd name="T80" fmla="*/ 391 w 1439"/>
                <a:gd name="T81" fmla="*/ 407 h 552"/>
                <a:gd name="T82" fmla="*/ 472 w 1439"/>
                <a:gd name="T83" fmla="*/ 414 h 552"/>
                <a:gd name="T84" fmla="*/ 567 w 1439"/>
                <a:gd name="T85" fmla="*/ 463 h 552"/>
                <a:gd name="T86" fmla="*/ 654 w 1439"/>
                <a:gd name="T87" fmla="*/ 453 h 552"/>
                <a:gd name="T88" fmla="*/ 729 w 1439"/>
                <a:gd name="T89" fmla="*/ 458 h 552"/>
                <a:gd name="T90" fmla="*/ 842 w 1439"/>
                <a:gd name="T91" fmla="*/ 439 h 552"/>
                <a:gd name="T92" fmla="*/ 930 w 1439"/>
                <a:gd name="T93" fmla="*/ 474 h 552"/>
                <a:gd name="T94" fmla="*/ 941 w 1439"/>
                <a:gd name="T95" fmla="*/ 532 h 552"/>
                <a:gd name="T96" fmla="*/ 1006 w 1439"/>
                <a:gd name="T97" fmla="*/ 412 h 552"/>
                <a:gd name="T98" fmla="*/ 1015 w 1439"/>
                <a:gd name="T99" fmla="*/ 365 h 552"/>
                <a:gd name="T100" fmla="*/ 1129 w 1439"/>
                <a:gd name="T101" fmla="*/ 353 h 552"/>
                <a:gd name="T102" fmla="*/ 1206 w 1439"/>
                <a:gd name="T103" fmla="*/ 313 h 552"/>
                <a:gd name="T104" fmla="*/ 1150 w 1439"/>
                <a:gd name="T105" fmla="*/ 444 h 552"/>
                <a:gd name="T106" fmla="*/ 1205 w 1439"/>
                <a:gd name="T107" fmla="*/ 369 h 552"/>
                <a:gd name="T108" fmla="*/ 1293 w 1439"/>
                <a:gd name="T109" fmla="*/ 324 h 552"/>
                <a:gd name="T110" fmla="*/ 1353 w 1439"/>
                <a:gd name="T111" fmla="*/ 274 h 552"/>
                <a:gd name="T112" fmla="*/ 1411 w 1439"/>
                <a:gd name="T113" fmla="*/ 280 h 552"/>
                <a:gd name="T114" fmla="*/ 740 w 1439"/>
                <a:gd name="T115" fmla="*/ 411 h 552"/>
                <a:gd name="T116" fmla="*/ 289 w 1439"/>
                <a:gd name="T117" fmla="*/ 25 h 552"/>
                <a:gd name="T118" fmla="*/ 295 w 1439"/>
                <a:gd name="T119" fmla="*/ 15 h 552"/>
                <a:gd name="T120" fmla="*/ 314 w 1439"/>
                <a:gd name="T121" fmla="*/ 152 h 552"/>
                <a:gd name="T122" fmla="*/ 314 w 1439"/>
                <a:gd name="T123" fmla="*/ 116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9" h="552">
                  <a:moveTo>
                    <a:pt x="22" y="399"/>
                  </a:moveTo>
                  <a:cubicBezTo>
                    <a:pt x="21" y="399"/>
                    <a:pt x="18" y="398"/>
                    <a:pt x="17" y="397"/>
                  </a:cubicBezTo>
                  <a:cubicBezTo>
                    <a:pt x="16" y="396"/>
                    <a:pt x="14" y="396"/>
                    <a:pt x="12" y="397"/>
                  </a:cubicBezTo>
                  <a:cubicBezTo>
                    <a:pt x="12" y="397"/>
                    <a:pt x="13" y="397"/>
                    <a:pt x="13" y="398"/>
                  </a:cubicBezTo>
                  <a:cubicBezTo>
                    <a:pt x="14" y="400"/>
                    <a:pt x="9" y="400"/>
                    <a:pt x="10" y="402"/>
                  </a:cubicBezTo>
                  <a:cubicBezTo>
                    <a:pt x="12" y="405"/>
                    <a:pt x="6" y="405"/>
                    <a:pt x="6" y="402"/>
                  </a:cubicBezTo>
                  <a:cubicBezTo>
                    <a:pt x="6" y="400"/>
                    <a:pt x="0" y="401"/>
                    <a:pt x="1" y="403"/>
                  </a:cubicBezTo>
                  <a:cubicBezTo>
                    <a:pt x="1" y="403"/>
                    <a:pt x="1" y="404"/>
                    <a:pt x="0" y="405"/>
                  </a:cubicBezTo>
                  <a:cubicBezTo>
                    <a:pt x="2" y="405"/>
                    <a:pt x="4" y="406"/>
                    <a:pt x="4" y="406"/>
                  </a:cubicBezTo>
                  <a:cubicBezTo>
                    <a:pt x="6" y="407"/>
                    <a:pt x="20" y="408"/>
                    <a:pt x="26" y="407"/>
                  </a:cubicBezTo>
                  <a:cubicBezTo>
                    <a:pt x="26" y="406"/>
                    <a:pt x="27" y="403"/>
                    <a:pt x="27" y="402"/>
                  </a:cubicBezTo>
                  <a:cubicBezTo>
                    <a:pt x="27" y="400"/>
                    <a:pt x="23" y="398"/>
                    <a:pt x="22" y="399"/>
                  </a:cubicBezTo>
                  <a:close/>
                  <a:moveTo>
                    <a:pt x="382" y="15"/>
                  </a:moveTo>
                  <a:cubicBezTo>
                    <a:pt x="392" y="14"/>
                    <a:pt x="391" y="9"/>
                    <a:pt x="386" y="8"/>
                  </a:cubicBezTo>
                  <a:cubicBezTo>
                    <a:pt x="381" y="7"/>
                    <a:pt x="381" y="11"/>
                    <a:pt x="378" y="11"/>
                  </a:cubicBezTo>
                  <a:cubicBezTo>
                    <a:pt x="376" y="11"/>
                    <a:pt x="366" y="13"/>
                    <a:pt x="368" y="15"/>
                  </a:cubicBezTo>
                  <a:cubicBezTo>
                    <a:pt x="371" y="17"/>
                    <a:pt x="377" y="16"/>
                    <a:pt x="382" y="15"/>
                  </a:cubicBezTo>
                  <a:close/>
                  <a:moveTo>
                    <a:pt x="430" y="154"/>
                  </a:moveTo>
                  <a:cubicBezTo>
                    <a:pt x="434" y="154"/>
                    <a:pt x="442" y="153"/>
                    <a:pt x="443" y="151"/>
                  </a:cubicBezTo>
                  <a:cubicBezTo>
                    <a:pt x="444" y="149"/>
                    <a:pt x="440" y="147"/>
                    <a:pt x="434" y="147"/>
                  </a:cubicBezTo>
                  <a:cubicBezTo>
                    <a:pt x="428" y="147"/>
                    <a:pt x="427" y="153"/>
                    <a:pt x="430" y="154"/>
                  </a:cubicBezTo>
                  <a:close/>
                  <a:moveTo>
                    <a:pt x="614" y="27"/>
                  </a:moveTo>
                  <a:cubicBezTo>
                    <a:pt x="619" y="29"/>
                    <a:pt x="617" y="30"/>
                    <a:pt x="612" y="30"/>
                  </a:cubicBezTo>
                  <a:cubicBezTo>
                    <a:pt x="607" y="30"/>
                    <a:pt x="603" y="32"/>
                    <a:pt x="606" y="33"/>
                  </a:cubicBezTo>
                  <a:cubicBezTo>
                    <a:pt x="609" y="34"/>
                    <a:pt x="609" y="37"/>
                    <a:pt x="614" y="38"/>
                  </a:cubicBezTo>
                  <a:cubicBezTo>
                    <a:pt x="619" y="39"/>
                    <a:pt x="624" y="35"/>
                    <a:pt x="624" y="32"/>
                  </a:cubicBezTo>
                  <a:cubicBezTo>
                    <a:pt x="623" y="29"/>
                    <a:pt x="642" y="26"/>
                    <a:pt x="647" y="25"/>
                  </a:cubicBezTo>
                  <a:cubicBezTo>
                    <a:pt x="652" y="24"/>
                    <a:pt x="644" y="18"/>
                    <a:pt x="649" y="18"/>
                  </a:cubicBezTo>
                  <a:cubicBezTo>
                    <a:pt x="655" y="17"/>
                    <a:pt x="652" y="15"/>
                    <a:pt x="646" y="14"/>
                  </a:cubicBezTo>
                  <a:cubicBezTo>
                    <a:pt x="639" y="13"/>
                    <a:pt x="642" y="7"/>
                    <a:pt x="639" y="5"/>
                  </a:cubicBezTo>
                  <a:cubicBezTo>
                    <a:pt x="637" y="3"/>
                    <a:pt x="636" y="8"/>
                    <a:pt x="627" y="9"/>
                  </a:cubicBezTo>
                  <a:cubicBezTo>
                    <a:pt x="618" y="11"/>
                    <a:pt x="614" y="13"/>
                    <a:pt x="618" y="15"/>
                  </a:cubicBezTo>
                  <a:cubicBezTo>
                    <a:pt x="621" y="17"/>
                    <a:pt x="618" y="21"/>
                    <a:pt x="614" y="21"/>
                  </a:cubicBezTo>
                  <a:cubicBezTo>
                    <a:pt x="610" y="21"/>
                    <a:pt x="610" y="25"/>
                    <a:pt x="614" y="27"/>
                  </a:cubicBezTo>
                  <a:close/>
                  <a:moveTo>
                    <a:pt x="627" y="34"/>
                  </a:moveTo>
                  <a:cubicBezTo>
                    <a:pt x="627" y="36"/>
                    <a:pt x="619" y="39"/>
                    <a:pt x="622" y="41"/>
                  </a:cubicBezTo>
                  <a:cubicBezTo>
                    <a:pt x="624" y="43"/>
                    <a:pt x="625" y="42"/>
                    <a:pt x="628" y="43"/>
                  </a:cubicBezTo>
                  <a:cubicBezTo>
                    <a:pt x="630" y="43"/>
                    <a:pt x="632" y="50"/>
                    <a:pt x="636" y="49"/>
                  </a:cubicBezTo>
                  <a:cubicBezTo>
                    <a:pt x="641" y="48"/>
                    <a:pt x="653" y="54"/>
                    <a:pt x="660" y="54"/>
                  </a:cubicBezTo>
                  <a:cubicBezTo>
                    <a:pt x="667" y="54"/>
                    <a:pt x="668" y="48"/>
                    <a:pt x="666" y="47"/>
                  </a:cubicBezTo>
                  <a:cubicBezTo>
                    <a:pt x="664" y="47"/>
                    <a:pt x="666" y="44"/>
                    <a:pt x="670" y="38"/>
                  </a:cubicBezTo>
                  <a:cubicBezTo>
                    <a:pt x="673" y="32"/>
                    <a:pt x="657" y="28"/>
                    <a:pt x="657" y="32"/>
                  </a:cubicBezTo>
                  <a:cubicBezTo>
                    <a:pt x="657" y="37"/>
                    <a:pt x="652" y="31"/>
                    <a:pt x="651" y="29"/>
                  </a:cubicBezTo>
                  <a:cubicBezTo>
                    <a:pt x="649" y="26"/>
                    <a:pt x="627" y="31"/>
                    <a:pt x="627" y="34"/>
                  </a:cubicBezTo>
                  <a:close/>
                  <a:moveTo>
                    <a:pt x="503" y="158"/>
                  </a:moveTo>
                  <a:cubicBezTo>
                    <a:pt x="507" y="160"/>
                    <a:pt x="510" y="159"/>
                    <a:pt x="509" y="155"/>
                  </a:cubicBezTo>
                  <a:cubicBezTo>
                    <a:pt x="509" y="151"/>
                    <a:pt x="500" y="156"/>
                    <a:pt x="503" y="158"/>
                  </a:cubicBezTo>
                  <a:close/>
                  <a:moveTo>
                    <a:pt x="608" y="9"/>
                  </a:moveTo>
                  <a:cubicBezTo>
                    <a:pt x="609" y="5"/>
                    <a:pt x="592" y="7"/>
                    <a:pt x="597" y="10"/>
                  </a:cubicBezTo>
                  <a:cubicBezTo>
                    <a:pt x="598" y="12"/>
                    <a:pt x="607" y="13"/>
                    <a:pt x="608" y="9"/>
                  </a:cubicBezTo>
                  <a:close/>
                  <a:moveTo>
                    <a:pt x="1340" y="189"/>
                  </a:moveTo>
                  <a:cubicBezTo>
                    <a:pt x="1345" y="192"/>
                    <a:pt x="1348" y="186"/>
                    <a:pt x="1352" y="189"/>
                  </a:cubicBezTo>
                  <a:cubicBezTo>
                    <a:pt x="1356" y="192"/>
                    <a:pt x="1366" y="188"/>
                    <a:pt x="1370" y="187"/>
                  </a:cubicBezTo>
                  <a:cubicBezTo>
                    <a:pt x="1374" y="186"/>
                    <a:pt x="1372" y="181"/>
                    <a:pt x="1361" y="180"/>
                  </a:cubicBezTo>
                  <a:cubicBezTo>
                    <a:pt x="1350" y="179"/>
                    <a:pt x="1335" y="187"/>
                    <a:pt x="1340" y="189"/>
                  </a:cubicBezTo>
                  <a:close/>
                  <a:moveTo>
                    <a:pt x="666" y="69"/>
                  </a:moveTo>
                  <a:cubicBezTo>
                    <a:pt x="670" y="71"/>
                    <a:pt x="681" y="66"/>
                    <a:pt x="688" y="66"/>
                  </a:cubicBezTo>
                  <a:cubicBezTo>
                    <a:pt x="696" y="67"/>
                    <a:pt x="717" y="61"/>
                    <a:pt x="717" y="57"/>
                  </a:cubicBezTo>
                  <a:cubicBezTo>
                    <a:pt x="718" y="53"/>
                    <a:pt x="710" y="53"/>
                    <a:pt x="706" y="50"/>
                  </a:cubicBezTo>
                  <a:cubicBezTo>
                    <a:pt x="703" y="46"/>
                    <a:pt x="696" y="49"/>
                    <a:pt x="694" y="52"/>
                  </a:cubicBezTo>
                  <a:cubicBezTo>
                    <a:pt x="692" y="55"/>
                    <a:pt x="690" y="52"/>
                    <a:pt x="695" y="48"/>
                  </a:cubicBezTo>
                  <a:cubicBezTo>
                    <a:pt x="700" y="43"/>
                    <a:pt x="690" y="39"/>
                    <a:pt x="690" y="42"/>
                  </a:cubicBezTo>
                  <a:cubicBezTo>
                    <a:pt x="690" y="45"/>
                    <a:pt x="681" y="43"/>
                    <a:pt x="681" y="45"/>
                  </a:cubicBezTo>
                  <a:cubicBezTo>
                    <a:pt x="681" y="48"/>
                    <a:pt x="678" y="49"/>
                    <a:pt x="678" y="52"/>
                  </a:cubicBezTo>
                  <a:cubicBezTo>
                    <a:pt x="678" y="55"/>
                    <a:pt x="672" y="51"/>
                    <a:pt x="672" y="57"/>
                  </a:cubicBezTo>
                  <a:cubicBezTo>
                    <a:pt x="672" y="63"/>
                    <a:pt x="662" y="67"/>
                    <a:pt x="666" y="69"/>
                  </a:cubicBezTo>
                  <a:close/>
                  <a:moveTo>
                    <a:pt x="987" y="120"/>
                  </a:moveTo>
                  <a:cubicBezTo>
                    <a:pt x="991" y="122"/>
                    <a:pt x="992" y="123"/>
                    <a:pt x="994" y="125"/>
                  </a:cubicBezTo>
                  <a:cubicBezTo>
                    <a:pt x="996" y="127"/>
                    <a:pt x="1003" y="124"/>
                    <a:pt x="1006" y="123"/>
                  </a:cubicBezTo>
                  <a:cubicBezTo>
                    <a:pt x="1009" y="122"/>
                    <a:pt x="1010" y="128"/>
                    <a:pt x="1014" y="125"/>
                  </a:cubicBezTo>
                  <a:cubicBezTo>
                    <a:pt x="1019" y="122"/>
                    <a:pt x="1024" y="123"/>
                    <a:pt x="1029" y="123"/>
                  </a:cubicBezTo>
                  <a:cubicBezTo>
                    <a:pt x="1035" y="123"/>
                    <a:pt x="1028" y="117"/>
                    <a:pt x="1029" y="114"/>
                  </a:cubicBezTo>
                  <a:cubicBezTo>
                    <a:pt x="1029" y="111"/>
                    <a:pt x="1035" y="113"/>
                    <a:pt x="1033" y="115"/>
                  </a:cubicBezTo>
                  <a:cubicBezTo>
                    <a:pt x="1031" y="118"/>
                    <a:pt x="1036" y="123"/>
                    <a:pt x="1044" y="123"/>
                  </a:cubicBezTo>
                  <a:cubicBezTo>
                    <a:pt x="1052" y="122"/>
                    <a:pt x="1046" y="118"/>
                    <a:pt x="1050" y="116"/>
                  </a:cubicBezTo>
                  <a:cubicBezTo>
                    <a:pt x="1054" y="114"/>
                    <a:pt x="1053" y="112"/>
                    <a:pt x="1048" y="109"/>
                  </a:cubicBezTo>
                  <a:cubicBezTo>
                    <a:pt x="1042" y="105"/>
                    <a:pt x="1034" y="107"/>
                    <a:pt x="1030" y="105"/>
                  </a:cubicBezTo>
                  <a:cubicBezTo>
                    <a:pt x="1024" y="103"/>
                    <a:pt x="1018" y="103"/>
                    <a:pt x="1018" y="108"/>
                  </a:cubicBezTo>
                  <a:cubicBezTo>
                    <a:pt x="1017" y="114"/>
                    <a:pt x="1007" y="102"/>
                    <a:pt x="1001" y="100"/>
                  </a:cubicBezTo>
                  <a:cubicBezTo>
                    <a:pt x="996" y="99"/>
                    <a:pt x="979" y="116"/>
                    <a:pt x="987" y="120"/>
                  </a:cubicBezTo>
                  <a:close/>
                  <a:moveTo>
                    <a:pt x="1039" y="152"/>
                  </a:moveTo>
                  <a:cubicBezTo>
                    <a:pt x="1044" y="151"/>
                    <a:pt x="1036" y="143"/>
                    <a:pt x="1028" y="141"/>
                  </a:cubicBezTo>
                  <a:cubicBezTo>
                    <a:pt x="1021" y="140"/>
                    <a:pt x="1013" y="147"/>
                    <a:pt x="1014" y="148"/>
                  </a:cubicBezTo>
                  <a:cubicBezTo>
                    <a:pt x="1017" y="151"/>
                    <a:pt x="1035" y="153"/>
                    <a:pt x="1039" y="152"/>
                  </a:cubicBezTo>
                  <a:close/>
                  <a:moveTo>
                    <a:pt x="1019" y="135"/>
                  </a:moveTo>
                  <a:cubicBezTo>
                    <a:pt x="1019" y="132"/>
                    <a:pt x="1006" y="137"/>
                    <a:pt x="1011" y="139"/>
                  </a:cubicBezTo>
                  <a:cubicBezTo>
                    <a:pt x="1014" y="140"/>
                    <a:pt x="1019" y="139"/>
                    <a:pt x="1019" y="135"/>
                  </a:cubicBezTo>
                  <a:close/>
                  <a:moveTo>
                    <a:pt x="1063" y="120"/>
                  </a:moveTo>
                  <a:cubicBezTo>
                    <a:pt x="1069" y="120"/>
                    <a:pt x="1072" y="126"/>
                    <a:pt x="1083" y="127"/>
                  </a:cubicBezTo>
                  <a:cubicBezTo>
                    <a:pt x="1094" y="127"/>
                    <a:pt x="1103" y="125"/>
                    <a:pt x="1103" y="123"/>
                  </a:cubicBezTo>
                  <a:cubicBezTo>
                    <a:pt x="1103" y="120"/>
                    <a:pt x="1093" y="117"/>
                    <a:pt x="1090" y="119"/>
                  </a:cubicBezTo>
                  <a:cubicBezTo>
                    <a:pt x="1086" y="120"/>
                    <a:pt x="1084" y="115"/>
                    <a:pt x="1080" y="117"/>
                  </a:cubicBezTo>
                  <a:cubicBezTo>
                    <a:pt x="1076" y="118"/>
                    <a:pt x="1070" y="118"/>
                    <a:pt x="1068" y="114"/>
                  </a:cubicBezTo>
                  <a:cubicBezTo>
                    <a:pt x="1066" y="111"/>
                    <a:pt x="1060" y="120"/>
                    <a:pt x="1063" y="120"/>
                  </a:cubicBezTo>
                  <a:close/>
                  <a:moveTo>
                    <a:pt x="231" y="19"/>
                  </a:moveTo>
                  <a:cubicBezTo>
                    <a:pt x="237" y="13"/>
                    <a:pt x="244" y="18"/>
                    <a:pt x="245" y="16"/>
                  </a:cubicBezTo>
                  <a:cubicBezTo>
                    <a:pt x="246" y="13"/>
                    <a:pt x="234" y="13"/>
                    <a:pt x="230" y="15"/>
                  </a:cubicBezTo>
                  <a:cubicBezTo>
                    <a:pt x="226" y="17"/>
                    <a:pt x="216" y="15"/>
                    <a:pt x="217" y="18"/>
                  </a:cubicBezTo>
                  <a:cubicBezTo>
                    <a:pt x="218" y="20"/>
                    <a:pt x="225" y="24"/>
                    <a:pt x="231" y="19"/>
                  </a:cubicBezTo>
                  <a:close/>
                  <a:moveTo>
                    <a:pt x="1037" y="439"/>
                  </a:moveTo>
                  <a:cubicBezTo>
                    <a:pt x="1034" y="432"/>
                    <a:pt x="1041" y="425"/>
                    <a:pt x="1036" y="421"/>
                  </a:cubicBezTo>
                  <a:cubicBezTo>
                    <a:pt x="1031" y="418"/>
                    <a:pt x="1033" y="410"/>
                    <a:pt x="1031" y="412"/>
                  </a:cubicBezTo>
                  <a:cubicBezTo>
                    <a:pt x="1028" y="413"/>
                    <a:pt x="1031" y="420"/>
                    <a:pt x="1027" y="420"/>
                  </a:cubicBezTo>
                  <a:cubicBezTo>
                    <a:pt x="1023" y="421"/>
                    <a:pt x="1027" y="424"/>
                    <a:pt x="1025" y="429"/>
                  </a:cubicBezTo>
                  <a:cubicBezTo>
                    <a:pt x="1024" y="434"/>
                    <a:pt x="1026" y="442"/>
                    <a:pt x="1028" y="446"/>
                  </a:cubicBezTo>
                  <a:cubicBezTo>
                    <a:pt x="1030" y="451"/>
                    <a:pt x="1025" y="475"/>
                    <a:pt x="1027" y="479"/>
                  </a:cubicBezTo>
                  <a:cubicBezTo>
                    <a:pt x="1029" y="482"/>
                    <a:pt x="1024" y="500"/>
                    <a:pt x="1026" y="502"/>
                  </a:cubicBezTo>
                  <a:cubicBezTo>
                    <a:pt x="1029" y="506"/>
                    <a:pt x="1027" y="497"/>
                    <a:pt x="1031" y="497"/>
                  </a:cubicBezTo>
                  <a:cubicBezTo>
                    <a:pt x="1035" y="496"/>
                    <a:pt x="1035" y="502"/>
                    <a:pt x="1038" y="503"/>
                  </a:cubicBezTo>
                  <a:cubicBezTo>
                    <a:pt x="1041" y="504"/>
                    <a:pt x="1039" y="495"/>
                    <a:pt x="1037" y="495"/>
                  </a:cubicBezTo>
                  <a:cubicBezTo>
                    <a:pt x="1034" y="496"/>
                    <a:pt x="1032" y="489"/>
                    <a:pt x="1031" y="485"/>
                  </a:cubicBezTo>
                  <a:cubicBezTo>
                    <a:pt x="1030" y="481"/>
                    <a:pt x="1033" y="477"/>
                    <a:pt x="1033" y="472"/>
                  </a:cubicBezTo>
                  <a:cubicBezTo>
                    <a:pt x="1033" y="467"/>
                    <a:pt x="1040" y="467"/>
                    <a:pt x="1043" y="471"/>
                  </a:cubicBezTo>
                  <a:cubicBezTo>
                    <a:pt x="1047" y="475"/>
                    <a:pt x="1048" y="472"/>
                    <a:pt x="1046" y="469"/>
                  </a:cubicBezTo>
                  <a:cubicBezTo>
                    <a:pt x="1045" y="467"/>
                    <a:pt x="1040" y="447"/>
                    <a:pt x="1037" y="439"/>
                  </a:cubicBezTo>
                  <a:close/>
                  <a:moveTo>
                    <a:pt x="254" y="16"/>
                  </a:moveTo>
                  <a:cubicBezTo>
                    <a:pt x="258" y="19"/>
                    <a:pt x="245" y="18"/>
                    <a:pt x="243" y="21"/>
                  </a:cubicBezTo>
                  <a:cubicBezTo>
                    <a:pt x="241" y="23"/>
                    <a:pt x="233" y="22"/>
                    <a:pt x="235" y="25"/>
                  </a:cubicBezTo>
                  <a:cubicBezTo>
                    <a:pt x="236" y="28"/>
                    <a:pt x="249" y="28"/>
                    <a:pt x="249" y="26"/>
                  </a:cubicBezTo>
                  <a:cubicBezTo>
                    <a:pt x="249" y="23"/>
                    <a:pt x="255" y="26"/>
                    <a:pt x="255" y="23"/>
                  </a:cubicBezTo>
                  <a:cubicBezTo>
                    <a:pt x="256" y="21"/>
                    <a:pt x="258" y="19"/>
                    <a:pt x="265" y="18"/>
                  </a:cubicBezTo>
                  <a:cubicBezTo>
                    <a:pt x="272" y="18"/>
                    <a:pt x="272" y="15"/>
                    <a:pt x="266" y="12"/>
                  </a:cubicBezTo>
                  <a:cubicBezTo>
                    <a:pt x="259" y="9"/>
                    <a:pt x="251" y="14"/>
                    <a:pt x="254" y="16"/>
                  </a:cubicBezTo>
                  <a:close/>
                  <a:moveTo>
                    <a:pt x="244" y="218"/>
                  </a:moveTo>
                  <a:cubicBezTo>
                    <a:pt x="250" y="224"/>
                    <a:pt x="256" y="215"/>
                    <a:pt x="259" y="214"/>
                  </a:cubicBezTo>
                  <a:cubicBezTo>
                    <a:pt x="262" y="214"/>
                    <a:pt x="257" y="210"/>
                    <a:pt x="252" y="209"/>
                  </a:cubicBezTo>
                  <a:cubicBezTo>
                    <a:pt x="246" y="207"/>
                    <a:pt x="238" y="213"/>
                    <a:pt x="244" y="218"/>
                  </a:cubicBezTo>
                  <a:close/>
                  <a:moveTo>
                    <a:pt x="1436" y="260"/>
                  </a:moveTo>
                  <a:cubicBezTo>
                    <a:pt x="1434" y="259"/>
                    <a:pt x="1426" y="254"/>
                    <a:pt x="1424" y="251"/>
                  </a:cubicBezTo>
                  <a:cubicBezTo>
                    <a:pt x="1422" y="248"/>
                    <a:pt x="1412" y="247"/>
                    <a:pt x="1412" y="248"/>
                  </a:cubicBezTo>
                  <a:cubicBezTo>
                    <a:pt x="1412" y="250"/>
                    <a:pt x="1409" y="248"/>
                    <a:pt x="1408" y="246"/>
                  </a:cubicBezTo>
                  <a:cubicBezTo>
                    <a:pt x="1408" y="245"/>
                    <a:pt x="1397" y="245"/>
                    <a:pt x="1397" y="246"/>
                  </a:cubicBezTo>
                  <a:cubicBezTo>
                    <a:pt x="1397" y="248"/>
                    <a:pt x="1400" y="248"/>
                    <a:pt x="1401" y="250"/>
                  </a:cubicBezTo>
                  <a:cubicBezTo>
                    <a:pt x="1403" y="252"/>
                    <a:pt x="1399" y="253"/>
                    <a:pt x="1400" y="256"/>
                  </a:cubicBezTo>
                  <a:cubicBezTo>
                    <a:pt x="1401" y="258"/>
                    <a:pt x="1396" y="254"/>
                    <a:pt x="1395" y="253"/>
                  </a:cubicBezTo>
                  <a:cubicBezTo>
                    <a:pt x="1393" y="252"/>
                    <a:pt x="1394" y="247"/>
                    <a:pt x="1394" y="245"/>
                  </a:cubicBezTo>
                  <a:cubicBezTo>
                    <a:pt x="1395" y="242"/>
                    <a:pt x="1391" y="243"/>
                    <a:pt x="1391" y="240"/>
                  </a:cubicBezTo>
                  <a:cubicBezTo>
                    <a:pt x="1391" y="238"/>
                    <a:pt x="1379" y="233"/>
                    <a:pt x="1375" y="231"/>
                  </a:cubicBezTo>
                  <a:cubicBezTo>
                    <a:pt x="1370" y="229"/>
                    <a:pt x="1364" y="227"/>
                    <a:pt x="1362" y="224"/>
                  </a:cubicBezTo>
                  <a:cubicBezTo>
                    <a:pt x="1361" y="222"/>
                    <a:pt x="1352" y="222"/>
                    <a:pt x="1349" y="218"/>
                  </a:cubicBezTo>
                  <a:cubicBezTo>
                    <a:pt x="1346" y="215"/>
                    <a:pt x="1331" y="209"/>
                    <a:pt x="1325" y="209"/>
                  </a:cubicBezTo>
                  <a:cubicBezTo>
                    <a:pt x="1319" y="208"/>
                    <a:pt x="1321" y="205"/>
                    <a:pt x="1318" y="205"/>
                  </a:cubicBezTo>
                  <a:cubicBezTo>
                    <a:pt x="1315" y="206"/>
                    <a:pt x="1302" y="205"/>
                    <a:pt x="1298" y="205"/>
                  </a:cubicBezTo>
                  <a:cubicBezTo>
                    <a:pt x="1294" y="204"/>
                    <a:pt x="1293" y="207"/>
                    <a:pt x="1290" y="206"/>
                  </a:cubicBezTo>
                  <a:cubicBezTo>
                    <a:pt x="1287" y="205"/>
                    <a:pt x="1272" y="199"/>
                    <a:pt x="1271" y="201"/>
                  </a:cubicBezTo>
                  <a:cubicBezTo>
                    <a:pt x="1269" y="203"/>
                    <a:pt x="1270" y="206"/>
                    <a:pt x="1268" y="207"/>
                  </a:cubicBezTo>
                  <a:cubicBezTo>
                    <a:pt x="1266" y="207"/>
                    <a:pt x="1268" y="210"/>
                    <a:pt x="1272" y="213"/>
                  </a:cubicBezTo>
                  <a:cubicBezTo>
                    <a:pt x="1276" y="217"/>
                    <a:pt x="1274" y="220"/>
                    <a:pt x="1270" y="222"/>
                  </a:cubicBezTo>
                  <a:cubicBezTo>
                    <a:pt x="1266" y="223"/>
                    <a:pt x="1260" y="220"/>
                    <a:pt x="1258" y="217"/>
                  </a:cubicBezTo>
                  <a:cubicBezTo>
                    <a:pt x="1257" y="214"/>
                    <a:pt x="1251" y="216"/>
                    <a:pt x="1250" y="212"/>
                  </a:cubicBezTo>
                  <a:cubicBezTo>
                    <a:pt x="1249" y="208"/>
                    <a:pt x="1252" y="208"/>
                    <a:pt x="1254" y="210"/>
                  </a:cubicBezTo>
                  <a:cubicBezTo>
                    <a:pt x="1257" y="212"/>
                    <a:pt x="1260" y="210"/>
                    <a:pt x="1260" y="207"/>
                  </a:cubicBezTo>
                  <a:cubicBezTo>
                    <a:pt x="1261" y="205"/>
                    <a:pt x="1254" y="203"/>
                    <a:pt x="1250" y="203"/>
                  </a:cubicBezTo>
                  <a:cubicBezTo>
                    <a:pt x="1246" y="203"/>
                    <a:pt x="1244" y="209"/>
                    <a:pt x="1240" y="211"/>
                  </a:cubicBezTo>
                  <a:cubicBezTo>
                    <a:pt x="1236" y="213"/>
                    <a:pt x="1220" y="210"/>
                    <a:pt x="1219" y="208"/>
                  </a:cubicBezTo>
                  <a:cubicBezTo>
                    <a:pt x="1217" y="207"/>
                    <a:pt x="1196" y="208"/>
                    <a:pt x="1193" y="210"/>
                  </a:cubicBezTo>
                  <a:cubicBezTo>
                    <a:pt x="1191" y="211"/>
                    <a:pt x="1193" y="217"/>
                    <a:pt x="1192" y="218"/>
                  </a:cubicBezTo>
                  <a:cubicBezTo>
                    <a:pt x="1191" y="218"/>
                    <a:pt x="1189" y="211"/>
                    <a:pt x="1189" y="210"/>
                  </a:cubicBezTo>
                  <a:cubicBezTo>
                    <a:pt x="1189" y="208"/>
                    <a:pt x="1187" y="207"/>
                    <a:pt x="1183" y="207"/>
                  </a:cubicBezTo>
                  <a:cubicBezTo>
                    <a:pt x="1179" y="207"/>
                    <a:pt x="1177" y="207"/>
                    <a:pt x="1179" y="206"/>
                  </a:cubicBezTo>
                  <a:cubicBezTo>
                    <a:pt x="1180" y="204"/>
                    <a:pt x="1177" y="202"/>
                    <a:pt x="1180" y="200"/>
                  </a:cubicBezTo>
                  <a:cubicBezTo>
                    <a:pt x="1183" y="198"/>
                    <a:pt x="1175" y="191"/>
                    <a:pt x="1166" y="188"/>
                  </a:cubicBezTo>
                  <a:cubicBezTo>
                    <a:pt x="1158" y="185"/>
                    <a:pt x="1139" y="187"/>
                    <a:pt x="1134" y="188"/>
                  </a:cubicBezTo>
                  <a:cubicBezTo>
                    <a:pt x="1129" y="190"/>
                    <a:pt x="1120" y="189"/>
                    <a:pt x="1115" y="189"/>
                  </a:cubicBezTo>
                  <a:cubicBezTo>
                    <a:pt x="1110" y="190"/>
                    <a:pt x="1114" y="188"/>
                    <a:pt x="1113" y="185"/>
                  </a:cubicBezTo>
                  <a:cubicBezTo>
                    <a:pt x="1111" y="183"/>
                    <a:pt x="1103" y="180"/>
                    <a:pt x="1102" y="182"/>
                  </a:cubicBezTo>
                  <a:cubicBezTo>
                    <a:pt x="1101" y="184"/>
                    <a:pt x="1099" y="182"/>
                    <a:pt x="1099" y="181"/>
                  </a:cubicBezTo>
                  <a:cubicBezTo>
                    <a:pt x="1099" y="180"/>
                    <a:pt x="1091" y="177"/>
                    <a:pt x="1088" y="177"/>
                  </a:cubicBezTo>
                  <a:cubicBezTo>
                    <a:pt x="1085" y="178"/>
                    <a:pt x="1084" y="175"/>
                    <a:pt x="1087" y="175"/>
                  </a:cubicBezTo>
                  <a:cubicBezTo>
                    <a:pt x="1091" y="175"/>
                    <a:pt x="1097" y="175"/>
                    <a:pt x="1094" y="171"/>
                  </a:cubicBezTo>
                  <a:cubicBezTo>
                    <a:pt x="1091" y="167"/>
                    <a:pt x="1069" y="166"/>
                    <a:pt x="1067" y="167"/>
                  </a:cubicBezTo>
                  <a:cubicBezTo>
                    <a:pt x="1065" y="168"/>
                    <a:pt x="1067" y="171"/>
                    <a:pt x="1062" y="175"/>
                  </a:cubicBezTo>
                  <a:cubicBezTo>
                    <a:pt x="1057" y="180"/>
                    <a:pt x="1052" y="177"/>
                    <a:pt x="1053" y="174"/>
                  </a:cubicBezTo>
                  <a:cubicBezTo>
                    <a:pt x="1054" y="172"/>
                    <a:pt x="1060" y="173"/>
                    <a:pt x="1060" y="170"/>
                  </a:cubicBezTo>
                  <a:cubicBezTo>
                    <a:pt x="1060" y="168"/>
                    <a:pt x="1051" y="169"/>
                    <a:pt x="1050" y="167"/>
                  </a:cubicBezTo>
                  <a:cubicBezTo>
                    <a:pt x="1049" y="166"/>
                    <a:pt x="1052" y="164"/>
                    <a:pt x="1055" y="165"/>
                  </a:cubicBezTo>
                  <a:cubicBezTo>
                    <a:pt x="1058" y="166"/>
                    <a:pt x="1063" y="167"/>
                    <a:pt x="1063" y="165"/>
                  </a:cubicBezTo>
                  <a:cubicBezTo>
                    <a:pt x="1064" y="164"/>
                    <a:pt x="1060" y="164"/>
                    <a:pt x="1055" y="163"/>
                  </a:cubicBezTo>
                  <a:cubicBezTo>
                    <a:pt x="1050" y="162"/>
                    <a:pt x="1038" y="159"/>
                    <a:pt x="1032" y="160"/>
                  </a:cubicBezTo>
                  <a:cubicBezTo>
                    <a:pt x="1026" y="160"/>
                    <a:pt x="1023" y="157"/>
                    <a:pt x="1019" y="157"/>
                  </a:cubicBezTo>
                  <a:cubicBezTo>
                    <a:pt x="1016" y="157"/>
                    <a:pt x="1016" y="159"/>
                    <a:pt x="1017" y="161"/>
                  </a:cubicBezTo>
                  <a:cubicBezTo>
                    <a:pt x="1019" y="163"/>
                    <a:pt x="1014" y="164"/>
                    <a:pt x="1010" y="163"/>
                  </a:cubicBezTo>
                  <a:cubicBezTo>
                    <a:pt x="1006" y="163"/>
                    <a:pt x="1000" y="166"/>
                    <a:pt x="1002" y="169"/>
                  </a:cubicBezTo>
                  <a:cubicBezTo>
                    <a:pt x="1004" y="172"/>
                    <a:pt x="1007" y="168"/>
                    <a:pt x="1009" y="169"/>
                  </a:cubicBezTo>
                  <a:cubicBezTo>
                    <a:pt x="1011" y="170"/>
                    <a:pt x="1004" y="172"/>
                    <a:pt x="1007" y="173"/>
                  </a:cubicBezTo>
                  <a:cubicBezTo>
                    <a:pt x="1010" y="175"/>
                    <a:pt x="1009" y="178"/>
                    <a:pt x="1009" y="179"/>
                  </a:cubicBezTo>
                  <a:cubicBezTo>
                    <a:pt x="1009" y="180"/>
                    <a:pt x="1004" y="181"/>
                    <a:pt x="1002" y="179"/>
                  </a:cubicBezTo>
                  <a:cubicBezTo>
                    <a:pt x="1001" y="177"/>
                    <a:pt x="998" y="179"/>
                    <a:pt x="994" y="179"/>
                  </a:cubicBezTo>
                  <a:cubicBezTo>
                    <a:pt x="991" y="178"/>
                    <a:pt x="988" y="180"/>
                    <a:pt x="992" y="180"/>
                  </a:cubicBezTo>
                  <a:cubicBezTo>
                    <a:pt x="996" y="181"/>
                    <a:pt x="997" y="183"/>
                    <a:pt x="992" y="184"/>
                  </a:cubicBezTo>
                  <a:cubicBezTo>
                    <a:pt x="987" y="184"/>
                    <a:pt x="988" y="179"/>
                    <a:pt x="985" y="180"/>
                  </a:cubicBezTo>
                  <a:cubicBezTo>
                    <a:pt x="982" y="180"/>
                    <a:pt x="976" y="177"/>
                    <a:pt x="972" y="178"/>
                  </a:cubicBezTo>
                  <a:cubicBezTo>
                    <a:pt x="969" y="178"/>
                    <a:pt x="967" y="180"/>
                    <a:pt x="963" y="181"/>
                  </a:cubicBezTo>
                  <a:cubicBezTo>
                    <a:pt x="958" y="181"/>
                    <a:pt x="952" y="178"/>
                    <a:pt x="950" y="176"/>
                  </a:cubicBezTo>
                  <a:cubicBezTo>
                    <a:pt x="948" y="173"/>
                    <a:pt x="947" y="173"/>
                    <a:pt x="945" y="176"/>
                  </a:cubicBezTo>
                  <a:cubicBezTo>
                    <a:pt x="943" y="178"/>
                    <a:pt x="943" y="184"/>
                    <a:pt x="941" y="184"/>
                  </a:cubicBezTo>
                  <a:cubicBezTo>
                    <a:pt x="938" y="185"/>
                    <a:pt x="938" y="189"/>
                    <a:pt x="935" y="191"/>
                  </a:cubicBezTo>
                  <a:cubicBezTo>
                    <a:pt x="933" y="192"/>
                    <a:pt x="933" y="189"/>
                    <a:pt x="930" y="189"/>
                  </a:cubicBezTo>
                  <a:cubicBezTo>
                    <a:pt x="927" y="189"/>
                    <a:pt x="918" y="180"/>
                    <a:pt x="917" y="178"/>
                  </a:cubicBezTo>
                  <a:cubicBezTo>
                    <a:pt x="917" y="175"/>
                    <a:pt x="911" y="170"/>
                    <a:pt x="910" y="169"/>
                  </a:cubicBezTo>
                  <a:cubicBezTo>
                    <a:pt x="908" y="168"/>
                    <a:pt x="911" y="168"/>
                    <a:pt x="913" y="169"/>
                  </a:cubicBezTo>
                  <a:cubicBezTo>
                    <a:pt x="915" y="171"/>
                    <a:pt x="917" y="171"/>
                    <a:pt x="919" y="170"/>
                  </a:cubicBezTo>
                  <a:cubicBezTo>
                    <a:pt x="921" y="169"/>
                    <a:pt x="921" y="164"/>
                    <a:pt x="918" y="164"/>
                  </a:cubicBezTo>
                  <a:cubicBezTo>
                    <a:pt x="914" y="164"/>
                    <a:pt x="916" y="161"/>
                    <a:pt x="917" y="161"/>
                  </a:cubicBezTo>
                  <a:cubicBezTo>
                    <a:pt x="919" y="160"/>
                    <a:pt x="913" y="155"/>
                    <a:pt x="915" y="155"/>
                  </a:cubicBezTo>
                  <a:cubicBezTo>
                    <a:pt x="917" y="154"/>
                    <a:pt x="917" y="152"/>
                    <a:pt x="914" y="152"/>
                  </a:cubicBezTo>
                  <a:cubicBezTo>
                    <a:pt x="911" y="152"/>
                    <a:pt x="908" y="149"/>
                    <a:pt x="908" y="148"/>
                  </a:cubicBezTo>
                  <a:cubicBezTo>
                    <a:pt x="908" y="147"/>
                    <a:pt x="896" y="146"/>
                    <a:pt x="897" y="148"/>
                  </a:cubicBezTo>
                  <a:cubicBezTo>
                    <a:pt x="897" y="150"/>
                    <a:pt x="893" y="150"/>
                    <a:pt x="894" y="148"/>
                  </a:cubicBezTo>
                  <a:cubicBezTo>
                    <a:pt x="894" y="146"/>
                    <a:pt x="890" y="147"/>
                    <a:pt x="884" y="145"/>
                  </a:cubicBezTo>
                  <a:cubicBezTo>
                    <a:pt x="879" y="144"/>
                    <a:pt x="879" y="140"/>
                    <a:pt x="877" y="140"/>
                  </a:cubicBezTo>
                  <a:cubicBezTo>
                    <a:pt x="875" y="139"/>
                    <a:pt x="876" y="145"/>
                    <a:pt x="873" y="144"/>
                  </a:cubicBezTo>
                  <a:cubicBezTo>
                    <a:pt x="870" y="143"/>
                    <a:pt x="867" y="145"/>
                    <a:pt x="869" y="148"/>
                  </a:cubicBezTo>
                  <a:cubicBezTo>
                    <a:pt x="870" y="151"/>
                    <a:pt x="869" y="152"/>
                    <a:pt x="868" y="154"/>
                  </a:cubicBezTo>
                  <a:cubicBezTo>
                    <a:pt x="868" y="157"/>
                    <a:pt x="867" y="156"/>
                    <a:pt x="863" y="155"/>
                  </a:cubicBezTo>
                  <a:cubicBezTo>
                    <a:pt x="860" y="154"/>
                    <a:pt x="860" y="158"/>
                    <a:pt x="853" y="156"/>
                  </a:cubicBezTo>
                  <a:cubicBezTo>
                    <a:pt x="846" y="154"/>
                    <a:pt x="843" y="156"/>
                    <a:pt x="842" y="154"/>
                  </a:cubicBezTo>
                  <a:cubicBezTo>
                    <a:pt x="841" y="151"/>
                    <a:pt x="839" y="151"/>
                    <a:pt x="838" y="153"/>
                  </a:cubicBezTo>
                  <a:cubicBezTo>
                    <a:pt x="838" y="155"/>
                    <a:pt x="827" y="154"/>
                    <a:pt x="826" y="151"/>
                  </a:cubicBezTo>
                  <a:cubicBezTo>
                    <a:pt x="826" y="149"/>
                    <a:pt x="828" y="148"/>
                    <a:pt x="830" y="148"/>
                  </a:cubicBezTo>
                  <a:cubicBezTo>
                    <a:pt x="832" y="147"/>
                    <a:pt x="828" y="146"/>
                    <a:pt x="822" y="146"/>
                  </a:cubicBezTo>
                  <a:cubicBezTo>
                    <a:pt x="817" y="146"/>
                    <a:pt x="813" y="143"/>
                    <a:pt x="807" y="144"/>
                  </a:cubicBezTo>
                  <a:cubicBezTo>
                    <a:pt x="801" y="144"/>
                    <a:pt x="788" y="146"/>
                    <a:pt x="786" y="146"/>
                  </a:cubicBezTo>
                  <a:cubicBezTo>
                    <a:pt x="784" y="147"/>
                    <a:pt x="787" y="151"/>
                    <a:pt x="785" y="151"/>
                  </a:cubicBezTo>
                  <a:cubicBezTo>
                    <a:pt x="782" y="151"/>
                    <a:pt x="784" y="145"/>
                    <a:pt x="783" y="143"/>
                  </a:cubicBezTo>
                  <a:cubicBezTo>
                    <a:pt x="783" y="140"/>
                    <a:pt x="778" y="140"/>
                    <a:pt x="779" y="142"/>
                  </a:cubicBezTo>
                  <a:cubicBezTo>
                    <a:pt x="780" y="144"/>
                    <a:pt x="772" y="145"/>
                    <a:pt x="770" y="143"/>
                  </a:cubicBezTo>
                  <a:cubicBezTo>
                    <a:pt x="768" y="141"/>
                    <a:pt x="765" y="139"/>
                    <a:pt x="761" y="138"/>
                  </a:cubicBezTo>
                  <a:cubicBezTo>
                    <a:pt x="756" y="137"/>
                    <a:pt x="750" y="142"/>
                    <a:pt x="751" y="143"/>
                  </a:cubicBezTo>
                  <a:cubicBezTo>
                    <a:pt x="752" y="145"/>
                    <a:pt x="756" y="144"/>
                    <a:pt x="756" y="145"/>
                  </a:cubicBezTo>
                  <a:cubicBezTo>
                    <a:pt x="756" y="147"/>
                    <a:pt x="746" y="146"/>
                    <a:pt x="746" y="148"/>
                  </a:cubicBezTo>
                  <a:cubicBezTo>
                    <a:pt x="746" y="150"/>
                    <a:pt x="736" y="152"/>
                    <a:pt x="733" y="152"/>
                  </a:cubicBezTo>
                  <a:cubicBezTo>
                    <a:pt x="725" y="153"/>
                    <a:pt x="723" y="153"/>
                    <a:pt x="719" y="156"/>
                  </a:cubicBezTo>
                  <a:cubicBezTo>
                    <a:pt x="715" y="160"/>
                    <a:pt x="718" y="154"/>
                    <a:pt x="721" y="151"/>
                  </a:cubicBezTo>
                  <a:cubicBezTo>
                    <a:pt x="724" y="148"/>
                    <a:pt x="727" y="149"/>
                    <a:pt x="729" y="147"/>
                  </a:cubicBezTo>
                  <a:cubicBezTo>
                    <a:pt x="731" y="144"/>
                    <a:pt x="734" y="144"/>
                    <a:pt x="738" y="144"/>
                  </a:cubicBezTo>
                  <a:cubicBezTo>
                    <a:pt x="743" y="143"/>
                    <a:pt x="743" y="140"/>
                    <a:pt x="745" y="139"/>
                  </a:cubicBezTo>
                  <a:cubicBezTo>
                    <a:pt x="747" y="138"/>
                    <a:pt x="753" y="136"/>
                    <a:pt x="754" y="134"/>
                  </a:cubicBezTo>
                  <a:cubicBezTo>
                    <a:pt x="755" y="132"/>
                    <a:pt x="766" y="128"/>
                    <a:pt x="768" y="128"/>
                  </a:cubicBezTo>
                  <a:cubicBezTo>
                    <a:pt x="770" y="128"/>
                    <a:pt x="771" y="123"/>
                    <a:pt x="772" y="123"/>
                  </a:cubicBezTo>
                  <a:cubicBezTo>
                    <a:pt x="773" y="123"/>
                    <a:pt x="780" y="121"/>
                    <a:pt x="782" y="120"/>
                  </a:cubicBezTo>
                  <a:cubicBezTo>
                    <a:pt x="785" y="118"/>
                    <a:pt x="786" y="116"/>
                    <a:pt x="786" y="114"/>
                  </a:cubicBezTo>
                  <a:cubicBezTo>
                    <a:pt x="786" y="113"/>
                    <a:pt x="783" y="113"/>
                    <a:pt x="783" y="112"/>
                  </a:cubicBezTo>
                  <a:cubicBezTo>
                    <a:pt x="782" y="110"/>
                    <a:pt x="784" y="111"/>
                    <a:pt x="787" y="110"/>
                  </a:cubicBezTo>
                  <a:cubicBezTo>
                    <a:pt x="789" y="109"/>
                    <a:pt x="787" y="106"/>
                    <a:pt x="785" y="106"/>
                  </a:cubicBezTo>
                  <a:cubicBezTo>
                    <a:pt x="783" y="107"/>
                    <a:pt x="786" y="104"/>
                    <a:pt x="784" y="102"/>
                  </a:cubicBezTo>
                  <a:cubicBezTo>
                    <a:pt x="782" y="100"/>
                    <a:pt x="778" y="103"/>
                    <a:pt x="778" y="101"/>
                  </a:cubicBezTo>
                  <a:cubicBezTo>
                    <a:pt x="779" y="99"/>
                    <a:pt x="778" y="96"/>
                    <a:pt x="777" y="94"/>
                  </a:cubicBezTo>
                  <a:cubicBezTo>
                    <a:pt x="775" y="93"/>
                    <a:pt x="772" y="97"/>
                    <a:pt x="769" y="94"/>
                  </a:cubicBezTo>
                  <a:cubicBezTo>
                    <a:pt x="766" y="92"/>
                    <a:pt x="757" y="91"/>
                    <a:pt x="757" y="92"/>
                  </a:cubicBezTo>
                  <a:cubicBezTo>
                    <a:pt x="757" y="93"/>
                    <a:pt x="753" y="90"/>
                    <a:pt x="752" y="91"/>
                  </a:cubicBezTo>
                  <a:cubicBezTo>
                    <a:pt x="751" y="92"/>
                    <a:pt x="744" y="92"/>
                    <a:pt x="742" y="91"/>
                  </a:cubicBezTo>
                  <a:cubicBezTo>
                    <a:pt x="739" y="91"/>
                    <a:pt x="736" y="92"/>
                    <a:pt x="736" y="94"/>
                  </a:cubicBezTo>
                  <a:cubicBezTo>
                    <a:pt x="736" y="97"/>
                    <a:pt x="727" y="96"/>
                    <a:pt x="726" y="95"/>
                  </a:cubicBezTo>
                  <a:cubicBezTo>
                    <a:pt x="724" y="95"/>
                    <a:pt x="732" y="89"/>
                    <a:pt x="732" y="88"/>
                  </a:cubicBezTo>
                  <a:cubicBezTo>
                    <a:pt x="732" y="87"/>
                    <a:pt x="719" y="88"/>
                    <a:pt x="718" y="87"/>
                  </a:cubicBezTo>
                  <a:cubicBezTo>
                    <a:pt x="717" y="85"/>
                    <a:pt x="711" y="85"/>
                    <a:pt x="708" y="85"/>
                  </a:cubicBezTo>
                  <a:cubicBezTo>
                    <a:pt x="705" y="85"/>
                    <a:pt x="708" y="84"/>
                    <a:pt x="710" y="84"/>
                  </a:cubicBezTo>
                  <a:cubicBezTo>
                    <a:pt x="713" y="84"/>
                    <a:pt x="715" y="82"/>
                    <a:pt x="718" y="81"/>
                  </a:cubicBezTo>
                  <a:cubicBezTo>
                    <a:pt x="721" y="81"/>
                    <a:pt x="720" y="80"/>
                    <a:pt x="719" y="78"/>
                  </a:cubicBezTo>
                  <a:cubicBezTo>
                    <a:pt x="718" y="76"/>
                    <a:pt x="715" y="77"/>
                    <a:pt x="712" y="76"/>
                  </a:cubicBezTo>
                  <a:cubicBezTo>
                    <a:pt x="709" y="75"/>
                    <a:pt x="706" y="74"/>
                    <a:pt x="703" y="74"/>
                  </a:cubicBezTo>
                  <a:cubicBezTo>
                    <a:pt x="701" y="74"/>
                    <a:pt x="698" y="75"/>
                    <a:pt x="692" y="76"/>
                  </a:cubicBezTo>
                  <a:cubicBezTo>
                    <a:pt x="686" y="77"/>
                    <a:pt x="686" y="82"/>
                    <a:pt x="683" y="83"/>
                  </a:cubicBezTo>
                  <a:cubicBezTo>
                    <a:pt x="680" y="85"/>
                    <a:pt x="675" y="90"/>
                    <a:pt x="677" y="91"/>
                  </a:cubicBezTo>
                  <a:cubicBezTo>
                    <a:pt x="680" y="91"/>
                    <a:pt x="678" y="93"/>
                    <a:pt x="679" y="94"/>
                  </a:cubicBezTo>
                  <a:cubicBezTo>
                    <a:pt x="679" y="96"/>
                    <a:pt x="677" y="96"/>
                    <a:pt x="674" y="96"/>
                  </a:cubicBezTo>
                  <a:cubicBezTo>
                    <a:pt x="671" y="95"/>
                    <a:pt x="661" y="95"/>
                    <a:pt x="661" y="97"/>
                  </a:cubicBezTo>
                  <a:cubicBezTo>
                    <a:pt x="661" y="100"/>
                    <a:pt x="667" y="101"/>
                    <a:pt x="667" y="102"/>
                  </a:cubicBezTo>
                  <a:cubicBezTo>
                    <a:pt x="666" y="103"/>
                    <a:pt x="662" y="102"/>
                    <a:pt x="660" y="100"/>
                  </a:cubicBezTo>
                  <a:cubicBezTo>
                    <a:pt x="658" y="99"/>
                    <a:pt x="654" y="100"/>
                    <a:pt x="653" y="102"/>
                  </a:cubicBezTo>
                  <a:cubicBezTo>
                    <a:pt x="652" y="104"/>
                    <a:pt x="649" y="104"/>
                    <a:pt x="647" y="103"/>
                  </a:cubicBezTo>
                  <a:cubicBezTo>
                    <a:pt x="646" y="103"/>
                    <a:pt x="644" y="104"/>
                    <a:pt x="642" y="104"/>
                  </a:cubicBezTo>
                  <a:cubicBezTo>
                    <a:pt x="640" y="103"/>
                    <a:pt x="646" y="100"/>
                    <a:pt x="644" y="99"/>
                  </a:cubicBezTo>
                  <a:cubicBezTo>
                    <a:pt x="643" y="97"/>
                    <a:pt x="637" y="99"/>
                    <a:pt x="636" y="101"/>
                  </a:cubicBezTo>
                  <a:cubicBezTo>
                    <a:pt x="636" y="103"/>
                    <a:pt x="632" y="99"/>
                    <a:pt x="631" y="100"/>
                  </a:cubicBezTo>
                  <a:cubicBezTo>
                    <a:pt x="629" y="101"/>
                    <a:pt x="628" y="102"/>
                    <a:pt x="625" y="103"/>
                  </a:cubicBezTo>
                  <a:cubicBezTo>
                    <a:pt x="623" y="104"/>
                    <a:pt x="618" y="102"/>
                    <a:pt x="617" y="104"/>
                  </a:cubicBezTo>
                  <a:cubicBezTo>
                    <a:pt x="616" y="106"/>
                    <a:pt x="622" y="106"/>
                    <a:pt x="622" y="107"/>
                  </a:cubicBezTo>
                  <a:cubicBezTo>
                    <a:pt x="622" y="108"/>
                    <a:pt x="609" y="108"/>
                    <a:pt x="608" y="109"/>
                  </a:cubicBezTo>
                  <a:cubicBezTo>
                    <a:pt x="608" y="111"/>
                    <a:pt x="603" y="111"/>
                    <a:pt x="598" y="111"/>
                  </a:cubicBezTo>
                  <a:cubicBezTo>
                    <a:pt x="592" y="111"/>
                    <a:pt x="594" y="114"/>
                    <a:pt x="590" y="114"/>
                  </a:cubicBezTo>
                  <a:cubicBezTo>
                    <a:pt x="585" y="115"/>
                    <a:pt x="583" y="115"/>
                    <a:pt x="582" y="118"/>
                  </a:cubicBezTo>
                  <a:cubicBezTo>
                    <a:pt x="581" y="120"/>
                    <a:pt x="577" y="120"/>
                    <a:pt x="576" y="119"/>
                  </a:cubicBezTo>
                  <a:cubicBezTo>
                    <a:pt x="574" y="117"/>
                    <a:pt x="570" y="119"/>
                    <a:pt x="572" y="120"/>
                  </a:cubicBezTo>
                  <a:cubicBezTo>
                    <a:pt x="574" y="120"/>
                    <a:pt x="572" y="122"/>
                    <a:pt x="571" y="122"/>
                  </a:cubicBezTo>
                  <a:cubicBezTo>
                    <a:pt x="570" y="121"/>
                    <a:pt x="566" y="124"/>
                    <a:pt x="568" y="124"/>
                  </a:cubicBezTo>
                  <a:cubicBezTo>
                    <a:pt x="570" y="123"/>
                    <a:pt x="571" y="125"/>
                    <a:pt x="570" y="127"/>
                  </a:cubicBezTo>
                  <a:cubicBezTo>
                    <a:pt x="569" y="128"/>
                    <a:pt x="564" y="125"/>
                    <a:pt x="563" y="126"/>
                  </a:cubicBezTo>
                  <a:cubicBezTo>
                    <a:pt x="562" y="128"/>
                    <a:pt x="565" y="129"/>
                    <a:pt x="567" y="129"/>
                  </a:cubicBezTo>
                  <a:cubicBezTo>
                    <a:pt x="570" y="129"/>
                    <a:pt x="571" y="130"/>
                    <a:pt x="571" y="132"/>
                  </a:cubicBezTo>
                  <a:cubicBezTo>
                    <a:pt x="571" y="133"/>
                    <a:pt x="566" y="131"/>
                    <a:pt x="565" y="132"/>
                  </a:cubicBezTo>
                  <a:cubicBezTo>
                    <a:pt x="564" y="134"/>
                    <a:pt x="566" y="134"/>
                    <a:pt x="568" y="134"/>
                  </a:cubicBezTo>
                  <a:cubicBezTo>
                    <a:pt x="570" y="135"/>
                    <a:pt x="569" y="136"/>
                    <a:pt x="571" y="137"/>
                  </a:cubicBezTo>
                  <a:cubicBezTo>
                    <a:pt x="571" y="138"/>
                    <a:pt x="571" y="138"/>
                    <a:pt x="571" y="138"/>
                  </a:cubicBezTo>
                  <a:cubicBezTo>
                    <a:pt x="572" y="139"/>
                    <a:pt x="570" y="140"/>
                    <a:pt x="570" y="141"/>
                  </a:cubicBezTo>
                  <a:cubicBezTo>
                    <a:pt x="571" y="143"/>
                    <a:pt x="568" y="144"/>
                    <a:pt x="568" y="142"/>
                  </a:cubicBezTo>
                  <a:cubicBezTo>
                    <a:pt x="568" y="141"/>
                    <a:pt x="561" y="140"/>
                    <a:pt x="560" y="142"/>
                  </a:cubicBezTo>
                  <a:cubicBezTo>
                    <a:pt x="559" y="143"/>
                    <a:pt x="558" y="145"/>
                    <a:pt x="556" y="143"/>
                  </a:cubicBezTo>
                  <a:cubicBezTo>
                    <a:pt x="554" y="142"/>
                    <a:pt x="550" y="144"/>
                    <a:pt x="544" y="144"/>
                  </a:cubicBezTo>
                  <a:cubicBezTo>
                    <a:pt x="537" y="144"/>
                    <a:pt x="525" y="145"/>
                    <a:pt x="522" y="146"/>
                  </a:cubicBezTo>
                  <a:cubicBezTo>
                    <a:pt x="519" y="147"/>
                    <a:pt x="516" y="151"/>
                    <a:pt x="519" y="154"/>
                  </a:cubicBezTo>
                  <a:cubicBezTo>
                    <a:pt x="522" y="157"/>
                    <a:pt x="519" y="158"/>
                    <a:pt x="519" y="160"/>
                  </a:cubicBezTo>
                  <a:cubicBezTo>
                    <a:pt x="519" y="162"/>
                    <a:pt x="526" y="166"/>
                    <a:pt x="530" y="166"/>
                  </a:cubicBezTo>
                  <a:cubicBezTo>
                    <a:pt x="534" y="166"/>
                    <a:pt x="538" y="171"/>
                    <a:pt x="535" y="174"/>
                  </a:cubicBezTo>
                  <a:cubicBezTo>
                    <a:pt x="533" y="177"/>
                    <a:pt x="526" y="173"/>
                    <a:pt x="521" y="170"/>
                  </a:cubicBezTo>
                  <a:cubicBezTo>
                    <a:pt x="516" y="166"/>
                    <a:pt x="505" y="164"/>
                    <a:pt x="502" y="165"/>
                  </a:cubicBezTo>
                  <a:cubicBezTo>
                    <a:pt x="498" y="165"/>
                    <a:pt x="500" y="161"/>
                    <a:pt x="496" y="162"/>
                  </a:cubicBezTo>
                  <a:cubicBezTo>
                    <a:pt x="491" y="162"/>
                    <a:pt x="487" y="166"/>
                    <a:pt x="490" y="166"/>
                  </a:cubicBezTo>
                  <a:cubicBezTo>
                    <a:pt x="493" y="166"/>
                    <a:pt x="495" y="166"/>
                    <a:pt x="494" y="167"/>
                  </a:cubicBezTo>
                  <a:cubicBezTo>
                    <a:pt x="492" y="169"/>
                    <a:pt x="495" y="168"/>
                    <a:pt x="498" y="170"/>
                  </a:cubicBezTo>
                  <a:cubicBezTo>
                    <a:pt x="502" y="171"/>
                    <a:pt x="495" y="174"/>
                    <a:pt x="491" y="171"/>
                  </a:cubicBezTo>
                  <a:cubicBezTo>
                    <a:pt x="488" y="168"/>
                    <a:pt x="483" y="171"/>
                    <a:pt x="482" y="173"/>
                  </a:cubicBezTo>
                  <a:cubicBezTo>
                    <a:pt x="481" y="175"/>
                    <a:pt x="487" y="181"/>
                    <a:pt x="493" y="182"/>
                  </a:cubicBezTo>
                  <a:cubicBezTo>
                    <a:pt x="500" y="183"/>
                    <a:pt x="498" y="185"/>
                    <a:pt x="501" y="186"/>
                  </a:cubicBezTo>
                  <a:cubicBezTo>
                    <a:pt x="504" y="187"/>
                    <a:pt x="502" y="188"/>
                    <a:pt x="500" y="188"/>
                  </a:cubicBezTo>
                  <a:cubicBezTo>
                    <a:pt x="498" y="188"/>
                    <a:pt x="493" y="185"/>
                    <a:pt x="490" y="183"/>
                  </a:cubicBezTo>
                  <a:cubicBezTo>
                    <a:pt x="487" y="182"/>
                    <a:pt x="478" y="184"/>
                    <a:pt x="476" y="182"/>
                  </a:cubicBezTo>
                  <a:cubicBezTo>
                    <a:pt x="474" y="180"/>
                    <a:pt x="477" y="178"/>
                    <a:pt x="475" y="177"/>
                  </a:cubicBezTo>
                  <a:cubicBezTo>
                    <a:pt x="474" y="175"/>
                    <a:pt x="475" y="172"/>
                    <a:pt x="477" y="168"/>
                  </a:cubicBezTo>
                  <a:cubicBezTo>
                    <a:pt x="480" y="165"/>
                    <a:pt x="477" y="159"/>
                    <a:pt x="474" y="158"/>
                  </a:cubicBezTo>
                  <a:cubicBezTo>
                    <a:pt x="470" y="157"/>
                    <a:pt x="471" y="160"/>
                    <a:pt x="471" y="161"/>
                  </a:cubicBezTo>
                  <a:cubicBezTo>
                    <a:pt x="472" y="162"/>
                    <a:pt x="472" y="167"/>
                    <a:pt x="469" y="170"/>
                  </a:cubicBezTo>
                  <a:cubicBezTo>
                    <a:pt x="467" y="173"/>
                    <a:pt x="459" y="173"/>
                    <a:pt x="459" y="175"/>
                  </a:cubicBezTo>
                  <a:cubicBezTo>
                    <a:pt x="459" y="177"/>
                    <a:pt x="454" y="179"/>
                    <a:pt x="456" y="180"/>
                  </a:cubicBezTo>
                  <a:cubicBezTo>
                    <a:pt x="458" y="182"/>
                    <a:pt x="464" y="190"/>
                    <a:pt x="465" y="192"/>
                  </a:cubicBezTo>
                  <a:cubicBezTo>
                    <a:pt x="466" y="194"/>
                    <a:pt x="459" y="202"/>
                    <a:pt x="461" y="206"/>
                  </a:cubicBezTo>
                  <a:cubicBezTo>
                    <a:pt x="462" y="211"/>
                    <a:pt x="460" y="213"/>
                    <a:pt x="461" y="215"/>
                  </a:cubicBezTo>
                  <a:cubicBezTo>
                    <a:pt x="462" y="217"/>
                    <a:pt x="465" y="215"/>
                    <a:pt x="467" y="216"/>
                  </a:cubicBezTo>
                  <a:cubicBezTo>
                    <a:pt x="469" y="217"/>
                    <a:pt x="473" y="215"/>
                    <a:pt x="477" y="214"/>
                  </a:cubicBezTo>
                  <a:cubicBezTo>
                    <a:pt x="482" y="213"/>
                    <a:pt x="490" y="218"/>
                    <a:pt x="493" y="219"/>
                  </a:cubicBezTo>
                  <a:cubicBezTo>
                    <a:pt x="496" y="221"/>
                    <a:pt x="495" y="223"/>
                    <a:pt x="496" y="226"/>
                  </a:cubicBezTo>
                  <a:cubicBezTo>
                    <a:pt x="498" y="228"/>
                    <a:pt x="493" y="228"/>
                    <a:pt x="493" y="232"/>
                  </a:cubicBezTo>
                  <a:cubicBezTo>
                    <a:pt x="493" y="236"/>
                    <a:pt x="502" y="237"/>
                    <a:pt x="502" y="238"/>
                  </a:cubicBezTo>
                  <a:cubicBezTo>
                    <a:pt x="503" y="240"/>
                    <a:pt x="496" y="239"/>
                    <a:pt x="493" y="238"/>
                  </a:cubicBezTo>
                  <a:cubicBezTo>
                    <a:pt x="490" y="237"/>
                    <a:pt x="490" y="233"/>
                    <a:pt x="489" y="232"/>
                  </a:cubicBezTo>
                  <a:cubicBezTo>
                    <a:pt x="488" y="232"/>
                    <a:pt x="491" y="229"/>
                    <a:pt x="491" y="226"/>
                  </a:cubicBezTo>
                  <a:cubicBezTo>
                    <a:pt x="491" y="224"/>
                    <a:pt x="488" y="222"/>
                    <a:pt x="487" y="221"/>
                  </a:cubicBezTo>
                  <a:cubicBezTo>
                    <a:pt x="486" y="219"/>
                    <a:pt x="484" y="217"/>
                    <a:pt x="482" y="217"/>
                  </a:cubicBezTo>
                  <a:cubicBezTo>
                    <a:pt x="479" y="218"/>
                    <a:pt x="471" y="219"/>
                    <a:pt x="469" y="221"/>
                  </a:cubicBezTo>
                  <a:cubicBezTo>
                    <a:pt x="466" y="223"/>
                    <a:pt x="469" y="229"/>
                    <a:pt x="470" y="233"/>
                  </a:cubicBezTo>
                  <a:cubicBezTo>
                    <a:pt x="472" y="236"/>
                    <a:pt x="463" y="240"/>
                    <a:pt x="463" y="242"/>
                  </a:cubicBezTo>
                  <a:cubicBezTo>
                    <a:pt x="464" y="245"/>
                    <a:pt x="461" y="246"/>
                    <a:pt x="457" y="248"/>
                  </a:cubicBezTo>
                  <a:cubicBezTo>
                    <a:pt x="453" y="250"/>
                    <a:pt x="449" y="252"/>
                    <a:pt x="449" y="255"/>
                  </a:cubicBezTo>
                  <a:cubicBezTo>
                    <a:pt x="449" y="258"/>
                    <a:pt x="444" y="256"/>
                    <a:pt x="442" y="255"/>
                  </a:cubicBezTo>
                  <a:cubicBezTo>
                    <a:pt x="439" y="253"/>
                    <a:pt x="436" y="256"/>
                    <a:pt x="432" y="256"/>
                  </a:cubicBezTo>
                  <a:cubicBezTo>
                    <a:pt x="428" y="255"/>
                    <a:pt x="428" y="252"/>
                    <a:pt x="425" y="253"/>
                  </a:cubicBezTo>
                  <a:cubicBezTo>
                    <a:pt x="422" y="255"/>
                    <a:pt x="420" y="252"/>
                    <a:pt x="421" y="250"/>
                  </a:cubicBezTo>
                  <a:cubicBezTo>
                    <a:pt x="422" y="248"/>
                    <a:pt x="425" y="249"/>
                    <a:pt x="426" y="251"/>
                  </a:cubicBezTo>
                  <a:cubicBezTo>
                    <a:pt x="426" y="253"/>
                    <a:pt x="428" y="252"/>
                    <a:pt x="431" y="250"/>
                  </a:cubicBezTo>
                  <a:cubicBezTo>
                    <a:pt x="433" y="249"/>
                    <a:pt x="432" y="252"/>
                    <a:pt x="435" y="252"/>
                  </a:cubicBezTo>
                  <a:cubicBezTo>
                    <a:pt x="439" y="253"/>
                    <a:pt x="437" y="251"/>
                    <a:pt x="440" y="251"/>
                  </a:cubicBezTo>
                  <a:cubicBezTo>
                    <a:pt x="442" y="251"/>
                    <a:pt x="443" y="250"/>
                    <a:pt x="442" y="249"/>
                  </a:cubicBezTo>
                  <a:cubicBezTo>
                    <a:pt x="441" y="247"/>
                    <a:pt x="444" y="246"/>
                    <a:pt x="445" y="246"/>
                  </a:cubicBezTo>
                  <a:cubicBezTo>
                    <a:pt x="447" y="245"/>
                    <a:pt x="446" y="242"/>
                    <a:pt x="448" y="241"/>
                  </a:cubicBezTo>
                  <a:cubicBezTo>
                    <a:pt x="450" y="240"/>
                    <a:pt x="449" y="239"/>
                    <a:pt x="450" y="239"/>
                  </a:cubicBezTo>
                  <a:cubicBezTo>
                    <a:pt x="452" y="238"/>
                    <a:pt x="453" y="236"/>
                    <a:pt x="454" y="236"/>
                  </a:cubicBezTo>
                  <a:cubicBezTo>
                    <a:pt x="456" y="236"/>
                    <a:pt x="457" y="233"/>
                    <a:pt x="456" y="232"/>
                  </a:cubicBezTo>
                  <a:cubicBezTo>
                    <a:pt x="455" y="230"/>
                    <a:pt x="457" y="227"/>
                    <a:pt x="458" y="226"/>
                  </a:cubicBezTo>
                  <a:cubicBezTo>
                    <a:pt x="460" y="226"/>
                    <a:pt x="460" y="224"/>
                    <a:pt x="458" y="223"/>
                  </a:cubicBezTo>
                  <a:cubicBezTo>
                    <a:pt x="457" y="222"/>
                    <a:pt x="451" y="218"/>
                    <a:pt x="452" y="216"/>
                  </a:cubicBezTo>
                  <a:cubicBezTo>
                    <a:pt x="452" y="213"/>
                    <a:pt x="451" y="209"/>
                    <a:pt x="452" y="207"/>
                  </a:cubicBezTo>
                  <a:cubicBezTo>
                    <a:pt x="452" y="205"/>
                    <a:pt x="452" y="202"/>
                    <a:pt x="451" y="199"/>
                  </a:cubicBezTo>
                  <a:cubicBezTo>
                    <a:pt x="451" y="197"/>
                    <a:pt x="453" y="195"/>
                    <a:pt x="454" y="190"/>
                  </a:cubicBezTo>
                  <a:cubicBezTo>
                    <a:pt x="454" y="186"/>
                    <a:pt x="449" y="182"/>
                    <a:pt x="447" y="181"/>
                  </a:cubicBezTo>
                  <a:cubicBezTo>
                    <a:pt x="444" y="180"/>
                    <a:pt x="446" y="178"/>
                    <a:pt x="449" y="175"/>
                  </a:cubicBezTo>
                  <a:cubicBezTo>
                    <a:pt x="453" y="172"/>
                    <a:pt x="453" y="162"/>
                    <a:pt x="453" y="160"/>
                  </a:cubicBezTo>
                  <a:cubicBezTo>
                    <a:pt x="453" y="158"/>
                    <a:pt x="445" y="156"/>
                    <a:pt x="443" y="157"/>
                  </a:cubicBezTo>
                  <a:cubicBezTo>
                    <a:pt x="440" y="157"/>
                    <a:pt x="429" y="156"/>
                    <a:pt x="427" y="156"/>
                  </a:cubicBezTo>
                  <a:cubicBezTo>
                    <a:pt x="424" y="155"/>
                    <a:pt x="423" y="158"/>
                    <a:pt x="422" y="161"/>
                  </a:cubicBezTo>
                  <a:cubicBezTo>
                    <a:pt x="421" y="163"/>
                    <a:pt x="418" y="167"/>
                    <a:pt x="416" y="173"/>
                  </a:cubicBezTo>
                  <a:cubicBezTo>
                    <a:pt x="415" y="178"/>
                    <a:pt x="408" y="180"/>
                    <a:pt x="405" y="181"/>
                  </a:cubicBezTo>
                  <a:cubicBezTo>
                    <a:pt x="402" y="182"/>
                    <a:pt x="400" y="187"/>
                    <a:pt x="402" y="189"/>
                  </a:cubicBezTo>
                  <a:cubicBezTo>
                    <a:pt x="403" y="191"/>
                    <a:pt x="405" y="189"/>
                    <a:pt x="406" y="190"/>
                  </a:cubicBezTo>
                  <a:cubicBezTo>
                    <a:pt x="408" y="190"/>
                    <a:pt x="406" y="196"/>
                    <a:pt x="405" y="196"/>
                  </a:cubicBezTo>
                  <a:cubicBezTo>
                    <a:pt x="404" y="197"/>
                    <a:pt x="407" y="199"/>
                    <a:pt x="405" y="200"/>
                  </a:cubicBezTo>
                  <a:cubicBezTo>
                    <a:pt x="403" y="202"/>
                    <a:pt x="401" y="205"/>
                    <a:pt x="402" y="206"/>
                  </a:cubicBezTo>
                  <a:cubicBezTo>
                    <a:pt x="403" y="208"/>
                    <a:pt x="409" y="208"/>
                    <a:pt x="412" y="210"/>
                  </a:cubicBezTo>
                  <a:cubicBezTo>
                    <a:pt x="414" y="211"/>
                    <a:pt x="413" y="214"/>
                    <a:pt x="415" y="217"/>
                  </a:cubicBezTo>
                  <a:cubicBezTo>
                    <a:pt x="417" y="219"/>
                    <a:pt x="420" y="218"/>
                    <a:pt x="421" y="219"/>
                  </a:cubicBezTo>
                  <a:cubicBezTo>
                    <a:pt x="422" y="221"/>
                    <a:pt x="417" y="227"/>
                    <a:pt x="415" y="228"/>
                  </a:cubicBezTo>
                  <a:cubicBezTo>
                    <a:pt x="414" y="228"/>
                    <a:pt x="407" y="221"/>
                    <a:pt x="405" y="220"/>
                  </a:cubicBezTo>
                  <a:cubicBezTo>
                    <a:pt x="403" y="218"/>
                    <a:pt x="395" y="216"/>
                    <a:pt x="392" y="214"/>
                  </a:cubicBezTo>
                  <a:cubicBezTo>
                    <a:pt x="388" y="212"/>
                    <a:pt x="385" y="212"/>
                    <a:pt x="380" y="209"/>
                  </a:cubicBezTo>
                  <a:cubicBezTo>
                    <a:pt x="376" y="206"/>
                    <a:pt x="373" y="205"/>
                    <a:pt x="365" y="205"/>
                  </a:cubicBezTo>
                  <a:cubicBezTo>
                    <a:pt x="357" y="205"/>
                    <a:pt x="352" y="203"/>
                    <a:pt x="349" y="204"/>
                  </a:cubicBezTo>
                  <a:cubicBezTo>
                    <a:pt x="347" y="204"/>
                    <a:pt x="348" y="201"/>
                    <a:pt x="343" y="199"/>
                  </a:cubicBezTo>
                  <a:cubicBezTo>
                    <a:pt x="339" y="197"/>
                    <a:pt x="336" y="194"/>
                    <a:pt x="333" y="196"/>
                  </a:cubicBezTo>
                  <a:cubicBezTo>
                    <a:pt x="330" y="197"/>
                    <a:pt x="331" y="202"/>
                    <a:pt x="335" y="203"/>
                  </a:cubicBezTo>
                  <a:cubicBezTo>
                    <a:pt x="339" y="203"/>
                    <a:pt x="337" y="205"/>
                    <a:pt x="342" y="205"/>
                  </a:cubicBezTo>
                  <a:cubicBezTo>
                    <a:pt x="346" y="205"/>
                    <a:pt x="347" y="206"/>
                    <a:pt x="347" y="209"/>
                  </a:cubicBezTo>
                  <a:cubicBezTo>
                    <a:pt x="347" y="212"/>
                    <a:pt x="349" y="214"/>
                    <a:pt x="351" y="216"/>
                  </a:cubicBezTo>
                  <a:cubicBezTo>
                    <a:pt x="353" y="218"/>
                    <a:pt x="352" y="221"/>
                    <a:pt x="348" y="221"/>
                  </a:cubicBezTo>
                  <a:cubicBezTo>
                    <a:pt x="345" y="221"/>
                    <a:pt x="341" y="221"/>
                    <a:pt x="343" y="223"/>
                  </a:cubicBezTo>
                  <a:cubicBezTo>
                    <a:pt x="344" y="226"/>
                    <a:pt x="342" y="226"/>
                    <a:pt x="338" y="225"/>
                  </a:cubicBezTo>
                  <a:cubicBezTo>
                    <a:pt x="335" y="224"/>
                    <a:pt x="337" y="222"/>
                    <a:pt x="338" y="220"/>
                  </a:cubicBezTo>
                  <a:cubicBezTo>
                    <a:pt x="340" y="219"/>
                    <a:pt x="335" y="217"/>
                    <a:pt x="333" y="216"/>
                  </a:cubicBezTo>
                  <a:cubicBezTo>
                    <a:pt x="331" y="216"/>
                    <a:pt x="322" y="222"/>
                    <a:pt x="320" y="223"/>
                  </a:cubicBezTo>
                  <a:cubicBezTo>
                    <a:pt x="318" y="224"/>
                    <a:pt x="312" y="221"/>
                    <a:pt x="306" y="223"/>
                  </a:cubicBezTo>
                  <a:cubicBezTo>
                    <a:pt x="300" y="224"/>
                    <a:pt x="300" y="229"/>
                    <a:pt x="298" y="229"/>
                  </a:cubicBezTo>
                  <a:cubicBezTo>
                    <a:pt x="296" y="228"/>
                    <a:pt x="289" y="229"/>
                    <a:pt x="287" y="228"/>
                  </a:cubicBezTo>
                  <a:cubicBezTo>
                    <a:pt x="284" y="226"/>
                    <a:pt x="286" y="225"/>
                    <a:pt x="289" y="225"/>
                  </a:cubicBezTo>
                  <a:cubicBezTo>
                    <a:pt x="291" y="226"/>
                    <a:pt x="292" y="225"/>
                    <a:pt x="291" y="223"/>
                  </a:cubicBezTo>
                  <a:cubicBezTo>
                    <a:pt x="289" y="221"/>
                    <a:pt x="293" y="218"/>
                    <a:pt x="293" y="217"/>
                  </a:cubicBezTo>
                  <a:cubicBezTo>
                    <a:pt x="293" y="216"/>
                    <a:pt x="283" y="219"/>
                    <a:pt x="281" y="221"/>
                  </a:cubicBezTo>
                  <a:cubicBezTo>
                    <a:pt x="280" y="222"/>
                    <a:pt x="281" y="224"/>
                    <a:pt x="280" y="225"/>
                  </a:cubicBezTo>
                  <a:cubicBezTo>
                    <a:pt x="278" y="226"/>
                    <a:pt x="278" y="224"/>
                    <a:pt x="276" y="223"/>
                  </a:cubicBezTo>
                  <a:cubicBezTo>
                    <a:pt x="274" y="222"/>
                    <a:pt x="259" y="226"/>
                    <a:pt x="257" y="229"/>
                  </a:cubicBezTo>
                  <a:cubicBezTo>
                    <a:pt x="254" y="232"/>
                    <a:pt x="249" y="232"/>
                    <a:pt x="249" y="234"/>
                  </a:cubicBezTo>
                  <a:cubicBezTo>
                    <a:pt x="249" y="236"/>
                    <a:pt x="242" y="235"/>
                    <a:pt x="239" y="237"/>
                  </a:cubicBezTo>
                  <a:cubicBezTo>
                    <a:pt x="237" y="238"/>
                    <a:pt x="238" y="243"/>
                    <a:pt x="237" y="245"/>
                  </a:cubicBezTo>
                  <a:cubicBezTo>
                    <a:pt x="236" y="248"/>
                    <a:pt x="226" y="247"/>
                    <a:pt x="223" y="247"/>
                  </a:cubicBezTo>
                  <a:cubicBezTo>
                    <a:pt x="220" y="247"/>
                    <a:pt x="219" y="241"/>
                    <a:pt x="216" y="241"/>
                  </a:cubicBezTo>
                  <a:cubicBezTo>
                    <a:pt x="214" y="241"/>
                    <a:pt x="215" y="237"/>
                    <a:pt x="216" y="236"/>
                  </a:cubicBezTo>
                  <a:cubicBezTo>
                    <a:pt x="217" y="234"/>
                    <a:pt x="219" y="235"/>
                    <a:pt x="222" y="233"/>
                  </a:cubicBezTo>
                  <a:cubicBezTo>
                    <a:pt x="225" y="231"/>
                    <a:pt x="228" y="234"/>
                    <a:pt x="229" y="233"/>
                  </a:cubicBezTo>
                  <a:cubicBezTo>
                    <a:pt x="231" y="232"/>
                    <a:pt x="225" y="228"/>
                    <a:pt x="224" y="225"/>
                  </a:cubicBezTo>
                  <a:cubicBezTo>
                    <a:pt x="224" y="222"/>
                    <a:pt x="217" y="221"/>
                    <a:pt x="214" y="222"/>
                  </a:cubicBezTo>
                  <a:cubicBezTo>
                    <a:pt x="210" y="223"/>
                    <a:pt x="206" y="222"/>
                    <a:pt x="203" y="221"/>
                  </a:cubicBezTo>
                  <a:cubicBezTo>
                    <a:pt x="201" y="220"/>
                    <a:pt x="201" y="223"/>
                    <a:pt x="205" y="224"/>
                  </a:cubicBezTo>
                  <a:cubicBezTo>
                    <a:pt x="209" y="225"/>
                    <a:pt x="207" y="228"/>
                    <a:pt x="207" y="230"/>
                  </a:cubicBezTo>
                  <a:cubicBezTo>
                    <a:pt x="208" y="232"/>
                    <a:pt x="206" y="236"/>
                    <a:pt x="204" y="239"/>
                  </a:cubicBezTo>
                  <a:cubicBezTo>
                    <a:pt x="202" y="242"/>
                    <a:pt x="203" y="242"/>
                    <a:pt x="207" y="242"/>
                  </a:cubicBezTo>
                  <a:cubicBezTo>
                    <a:pt x="210" y="242"/>
                    <a:pt x="210" y="246"/>
                    <a:pt x="210" y="250"/>
                  </a:cubicBezTo>
                  <a:cubicBezTo>
                    <a:pt x="210" y="253"/>
                    <a:pt x="207" y="254"/>
                    <a:pt x="207" y="256"/>
                  </a:cubicBezTo>
                  <a:cubicBezTo>
                    <a:pt x="207" y="259"/>
                    <a:pt x="204" y="255"/>
                    <a:pt x="204" y="256"/>
                  </a:cubicBezTo>
                  <a:cubicBezTo>
                    <a:pt x="203" y="257"/>
                    <a:pt x="202" y="256"/>
                    <a:pt x="201" y="254"/>
                  </a:cubicBezTo>
                  <a:cubicBezTo>
                    <a:pt x="201" y="252"/>
                    <a:pt x="195" y="253"/>
                    <a:pt x="193" y="252"/>
                  </a:cubicBezTo>
                  <a:cubicBezTo>
                    <a:pt x="190" y="251"/>
                    <a:pt x="189" y="252"/>
                    <a:pt x="187" y="255"/>
                  </a:cubicBezTo>
                  <a:cubicBezTo>
                    <a:pt x="186" y="257"/>
                    <a:pt x="182" y="258"/>
                    <a:pt x="180" y="258"/>
                  </a:cubicBezTo>
                  <a:cubicBezTo>
                    <a:pt x="177" y="258"/>
                    <a:pt x="174" y="262"/>
                    <a:pt x="172" y="264"/>
                  </a:cubicBezTo>
                  <a:cubicBezTo>
                    <a:pt x="169" y="265"/>
                    <a:pt x="169" y="268"/>
                    <a:pt x="172" y="271"/>
                  </a:cubicBezTo>
                  <a:cubicBezTo>
                    <a:pt x="175" y="274"/>
                    <a:pt x="176" y="276"/>
                    <a:pt x="176" y="278"/>
                  </a:cubicBezTo>
                  <a:cubicBezTo>
                    <a:pt x="175" y="279"/>
                    <a:pt x="167" y="279"/>
                    <a:pt x="166" y="277"/>
                  </a:cubicBezTo>
                  <a:cubicBezTo>
                    <a:pt x="164" y="275"/>
                    <a:pt x="159" y="275"/>
                    <a:pt x="157" y="275"/>
                  </a:cubicBezTo>
                  <a:cubicBezTo>
                    <a:pt x="155" y="275"/>
                    <a:pt x="150" y="269"/>
                    <a:pt x="147" y="269"/>
                  </a:cubicBezTo>
                  <a:cubicBezTo>
                    <a:pt x="145" y="269"/>
                    <a:pt x="143" y="272"/>
                    <a:pt x="142" y="274"/>
                  </a:cubicBezTo>
                  <a:cubicBezTo>
                    <a:pt x="141" y="276"/>
                    <a:pt x="143" y="276"/>
                    <a:pt x="145" y="279"/>
                  </a:cubicBezTo>
                  <a:cubicBezTo>
                    <a:pt x="146" y="282"/>
                    <a:pt x="151" y="282"/>
                    <a:pt x="153" y="282"/>
                  </a:cubicBezTo>
                  <a:cubicBezTo>
                    <a:pt x="155" y="282"/>
                    <a:pt x="154" y="285"/>
                    <a:pt x="154" y="287"/>
                  </a:cubicBezTo>
                  <a:cubicBezTo>
                    <a:pt x="153" y="288"/>
                    <a:pt x="149" y="289"/>
                    <a:pt x="147" y="288"/>
                  </a:cubicBezTo>
                  <a:cubicBezTo>
                    <a:pt x="146" y="286"/>
                    <a:pt x="141" y="288"/>
                    <a:pt x="141" y="286"/>
                  </a:cubicBezTo>
                  <a:cubicBezTo>
                    <a:pt x="141" y="284"/>
                    <a:pt x="137" y="281"/>
                    <a:pt x="133" y="281"/>
                  </a:cubicBezTo>
                  <a:cubicBezTo>
                    <a:pt x="129" y="282"/>
                    <a:pt x="128" y="280"/>
                    <a:pt x="129" y="277"/>
                  </a:cubicBezTo>
                  <a:cubicBezTo>
                    <a:pt x="129" y="274"/>
                    <a:pt x="127" y="272"/>
                    <a:pt x="127" y="270"/>
                  </a:cubicBezTo>
                  <a:cubicBezTo>
                    <a:pt x="127" y="269"/>
                    <a:pt x="125" y="266"/>
                    <a:pt x="127" y="265"/>
                  </a:cubicBezTo>
                  <a:cubicBezTo>
                    <a:pt x="129" y="264"/>
                    <a:pt x="127" y="262"/>
                    <a:pt x="128" y="260"/>
                  </a:cubicBezTo>
                  <a:cubicBezTo>
                    <a:pt x="128" y="258"/>
                    <a:pt x="124" y="255"/>
                    <a:pt x="121" y="255"/>
                  </a:cubicBezTo>
                  <a:cubicBezTo>
                    <a:pt x="118" y="255"/>
                    <a:pt x="119" y="252"/>
                    <a:pt x="116" y="251"/>
                  </a:cubicBezTo>
                  <a:cubicBezTo>
                    <a:pt x="113" y="251"/>
                    <a:pt x="108" y="246"/>
                    <a:pt x="108" y="244"/>
                  </a:cubicBezTo>
                  <a:cubicBezTo>
                    <a:pt x="107" y="242"/>
                    <a:pt x="103" y="242"/>
                    <a:pt x="105" y="242"/>
                  </a:cubicBezTo>
                  <a:cubicBezTo>
                    <a:pt x="106" y="241"/>
                    <a:pt x="109" y="242"/>
                    <a:pt x="111" y="244"/>
                  </a:cubicBezTo>
                  <a:cubicBezTo>
                    <a:pt x="114" y="246"/>
                    <a:pt x="117" y="248"/>
                    <a:pt x="123" y="249"/>
                  </a:cubicBezTo>
                  <a:cubicBezTo>
                    <a:pt x="129" y="250"/>
                    <a:pt x="131" y="253"/>
                    <a:pt x="138" y="254"/>
                  </a:cubicBezTo>
                  <a:cubicBezTo>
                    <a:pt x="144" y="255"/>
                    <a:pt x="148" y="256"/>
                    <a:pt x="158" y="257"/>
                  </a:cubicBezTo>
                  <a:cubicBezTo>
                    <a:pt x="167" y="258"/>
                    <a:pt x="179" y="249"/>
                    <a:pt x="182" y="246"/>
                  </a:cubicBezTo>
                  <a:cubicBezTo>
                    <a:pt x="185" y="244"/>
                    <a:pt x="181" y="238"/>
                    <a:pt x="181" y="236"/>
                  </a:cubicBezTo>
                  <a:cubicBezTo>
                    <a:pt x="181" y="234"/>
                    <a:pt x="177" y="234"/>
                    <a:pt x="176" y="233"/>
                  </a:cubicBezTo>
                  <a:cubicBezTo>
                    <a:pt x="176" y="231"/>
                    <a:pt x="173" y="228"/>
                    <a:pt x="169" y="228"/>
                  </a:cubicBezTo>
                  <a:cubicBezTo>
                    <a:pt x="166" y="228"/>
                    <a:pt x="165" y="224"/>
                    <a:pt x="162" y="224"/>
                  </a:cubicBezTo>
                  <a:cubicBezTo>
                    <a:pt x="160" y="225"/>
                    <a:pt x="158" y="223"/>
                    <a:pt x="150" y="218"/>
                  </a:cubicBezTo>
                  <a:cubicBezTo>
                    <a:pt x="143" y="213"/>
                    <a:pt x="132" y="210"/>
                    <a:pt x="130" y="210"/>
                  </a:cubicBezTo>
                  <a:cubicBezTo>
                    <a:pt x="129" y="211"/>
                    <a:pt x="127" y="212"/>
                    <a:pt x="126" y="210"/>
                  </a:cubicBezTo>
                  <a:cubicBezTo>
                    <a:pt x="125" y="208"/>
                    <a:pt x="122" y="208"/>
                    <a:pt x="120" y="210"/>
                  </a:cubicBezTo>
                  <a:cubicBezTo>
                    <a:pt x="118" y="211"/>
                    <a:pt x="116" y="209"/>
                    <a:pt x="112" y="209"/>
                  </a:cubicBezTo>
                  <a:cubicBezTo>
                    <a:pt x="108" y="210"/>
                    <a:pt x="106" y="208"/>
                    <a:pt x="107" y="207"/>
                  </a:cubicBezTo>
                  <a:cubicBezTo>
                    <a:pt x="108" y="206"/>
                    <a:pt x="114" y="207"/>
                    <a:pt x="114" y="205"/>
                  </a:cubicBezTo>
                  <a:cubicBezTo>
                    <a:pt x="113" y="203"/>
                    <a:pt x="111" y="205"/>
                    <a:pt x="108" y="202"/>
                  </a:cubicBezTo>
                  <a:cubicBezTo>
                    <a:pt x="105" y="200"/>
                    <a:pt x="103" y="202"/>
                    <a:pt x="102" y="204"/>
                  </a:cubicBezTo>
                  <a:cubicBezTo>
                    <a:pt x="101" y="205"/>
                    <a:pt x="99" y="205"/>
                    <a:pt x="97" y="203"/>
                  </a:cubicBezTo>
                  <a:cubicBezTo>
                    <a:pt x="97" y="203"/>
                    <a:pt x="97" y="203"/>
                    <a:pt x="96" y="203"/>
                  </a:cubicBezTo>
                  <a:cubicBezTo>
                    <a:pt x="96" y="206"/>
                    <a:pt x="94" y="206"/>
                    <a:pt x="92" y="206"/>
                  </a:cubicBezTo>
                  <a:cubicBezTo>
                    <a:pt x="90" y="205"/>
                    <a:pt x="88" y="209"/>
                    <a:pt x="85" y="209"/>
                  </a:cubicBezTo>
                  <a:cubicBezTo>
                    <a:pt x="83" y="209"/>
                    <a:pt x="80" y="212"/>
                    <a:pt x="79" y="214"/>
                  </a:cubicBezTo>
                  <a:cubicBezTo>
                    <a:pt x="79" y="216"/>
                    <a:pt x="76" y="215"/>
                    <a:pt x="76" y="217"/>
                  </a:cubicBezTo>
                  <a:cubicBezTo>
                    <a:pt x="76" y="218"/>
                    <a:pt x="76" y="220"/>
                    <a:pt x="75" y="221"/>
                  </a:cubicBezTo>
                  <a:cubicBezTo>
                    <a:pt x="74" y="223"/>
                    <a:pt x="75" y="223"/>
                    <a:pt x="76" y="226"/>
                  </a:cubicBezTo>
                  <a:cubicBezTo>
                    <a:pt x="77" y="228"/>
                    <a:pt x="80" y="228"/>
                    <a:pt x="81" y="229"/>
                  </a:cubicBezTo>
                  <a:cubicBezTo>
                    <a:pt x="83" y="230"/>
                    <a:pt x="87" y="234"/>
                    <a:pt x="87" y="235"/>
                  </a:cubicBezTo>
                  <a:cubicBezTo>
                    <a:pt x="87" y="237"/>
                    <a:pt x="84" y="240"/>
                    <a:pt x="82" y="241"/>
                  </a:cubicBezTo>
                  <a:cubicBezTo>
                    <a:pt x="81" y="242"/>
                    <a:pt x="79" y="245"/>
                    <a:pt x="80" y="246"/>
                  </a:cubicBezTo>
                  <a:cubicBezTo>
                    <a:pt x="81" y="248"/>
                    <a:pt x="85" y="254"/>
                    <a:pt x="88" y="259"/>
                  </a:cubicBezTo>
                  <a:cubicBezTo>
                    <a:pt x="90" y="264"/>
                    <a:pt x="87" y="262"/>
                    <a:pt x="85" y="264"/>
                  </a:cubicBezTo>
                  <a:cubicBezTo>
                    <a:pt x="83" y="266"/>
                    <a:pt x="86" y="269"/>
                    <a:pt x="86" y="270"/>
                  </a:cubicBezTo>
                  <a:cubicBezTo>
                    <a:pt x="87" y="272"/>
                    <a:pt x="84" y="272"/>
                    <a:pt x="84" y="273"/>
                  </a:cubicBezTo>
                  <a:cubicBezTo>
                    <a:pt x="84" y="274"/>
                    <a:pt x="88" y="275"/>
                    <a:pt x="88" y="276"/>
                  </a:cubicBezTo>
                  <a:cubicBezTo>
                    <a:pt x="89" y="277"/>
                    <a:pt x="86" y="278"/>
                    <a:pt x="87" y="280"/>
                  </a:cubicBezTo>
                  <a:cubicBezTo>
                    <a:pt x="88" y="282"/>
                    <a:pt x="91" y="282"/>
                    <a:pt x="92" y="284"/>
                  </a:cubicBezTo>
                  <a:cubicBezTo>
                    <a:pt x="92" y="287"/>
                    <a:pt x="86" y="287"/>
                    <a:pt x="86" y="289"/>
                  </a:cubicBezTo>
                  <a:cubicBezTo>
                    <a:pt x="87" y="291"/>
                    <a:pt x="94" y="294"/>
                    <a:pt x="97" y="297"/>
                  </a:cubicBezTo>
                  <a:cubicBezTo>
                    <a:pt x="100" y="301"/>
                    <a:pt x="100" y="302"/>
                    <a:pt x="99" y="304"/>
                  </a:cubicBezTo>
                  <a:cubicBezTo>
                    <a:pt x="98" y="308"/>
                    <a:pt x="89" y="311"/>
                    <a:pt x="87" y="316"/>
                  </a:cubicBezTo>
                  <a:cubicBezTo>
                    <a:pt x="85" y="320"/>
                    <a:pt x="77" y="323"/>
                    <a:pt x="74" y="326"/>
                  </a:cubicBezTo>
                  <a:cubicBezTo>
                    <a:pt x="73" y="328"/>
                    <a:pt x="71" y="330"/>
                    <a:pt x="70" y="332"/>
                  </a:cubicBezTo>
                  <a:cubicBezTo>
                    <a:pt x="71" y="331"/>
                    <a:pt x="73" y="331"/>
                    <a:pt x="74" y="330"/>
                  </a:cubicBezTo>
                  <a:cubicBezTo>
                    <a:pt x="75" y="329"/>
                    <a:pt x="77" y="334"/>
                    <a:pt x="79" y="336"/>
                  </a:cubicBezTo>
                  <a:cubicBezTo>
                    <a:pt x="81" y="337"/>
                    <a:pt x="85" y="336"/>
                    <a:pt x="86" y="337"/>
                  </a:cubicBezTo>
                  <a:cubicBezTo>
                    <a:pt x="88" y="339"/>
                    <a:pt x="85" y="339"/>
                    <a:pt x="82" y="338"/>
                  </a:cubicBezTo>
                  <a:cubicBezTo>
                    <a:pt x="79" y="338"/>
                    <a:pt x="79" y="340"/>
                    <a:pt x="74" y="341"/>
                  </a:cubicBezTo>
                  <a:cubicBezTo>
                    <a:pt x="71" y="342"/>
                    <a:pt x="71" y="344"/>
                    <a:pt x="70" y="344"/>
                  </a:cubicBezTo>
                  <a:cubicBezTo>
                    <a:pt x="72" y="347"/>
                    <a:pt x="69" y="348"/>
                    <a:pt x="68" y="350"/>
                  </a:cubicBezTo>
                  <a:cubicBezTo>
                    <a:pt x="67" y="352"/>
                    <a:pt x="66" y="353"/>
                    <a:pt x="65" y="354"/>
                  </a:cubicBezTo>
                  <a:cubicBezTo>
                    <a:pt x="65" y="356"/>
                    <a:pt x="66" y="357"/>
                    <a:pt x="66" y="359"/>
                  </a:cubicBezTo>
                  <a:cubicBezTo>
                    <a:pt x="66" y="361"/>
                    <a:pt x="67" y="362"/>
                    <a:pt x="68" y="364"/>
                  </a:cubicBezTo>
                  <a:cubicBezTo>
                    <a:pt x="69" y="365"/>
                    <a:pt x="67" y="365"/>
                    <a:pt x="66" y="366"/>
                  </a:cubicBezTo>
                  <a:cubicBezTo>
                    <a:pt x="65" y="367"/>
                    <a:pt x="65" y="369"/>
                    <a:pt x="67" y="371"/>
                  </a:cubicBezTo>
                  <a:cubicBezTo>
                    <a:pt x="68" y="372"/>
                    <a:pt x="68" y="374"/>
                    <a:pt x="68" y="376"/>
                  </a:cubicBezTo>
                  <a:cubicBezTo>
                    <a:pt x="67" y="377"/>
                    <a:pt x="69" y="379"/>
                    <a:pt x="70" y="380"/>
                  </a:cubicBezTo>
                  <a:cubicBezTo>
                    <a:pt x="72" y="382"/>
                    <a:pt x="71" y="385"/>
                    <a:pt x="73" y="386"/>
                  </a:cubicBezTo>
                  <a:cubicBezTo>
                    <a:pt x="74" y="387"/>
                    <a:pt x="75" y="388"/>
                    <a:pt x="77" y="388"/>
                  </a:cubicBezTo>
                  <a:cubicBezTo>
                    <a:pt x="79" y="387"/>
                    <a:pt x="80" y="388"/>
                    <a:pt x="81" y="390"/>
                  </a:cubicBezTo>
                  <a:cubicBezTo>
                    <a:pt x="82" y="391"/>
                    <a:pt x="84" y="390"/>
                    <a:pt x="86" y="390"/>
                  </a:cubicBezTo>
                  <a:cubicBezTo>
                    <a:pt x="88" y="389"/>
                    <a:pt x="93" y="391"/>
                    <a:pt x="94" y="392"/>
                  </a:cubicBezTo>
                  <a:cubicBezTo>
                    <a:pt x="95" y="392"/>
                    <a:pt x="94" y="396"/>
                    <a:pt x="94" y="398"/>
                  </a:cubicBezTo>
                  <a:cubicBezTo>
                    <a:pt x="95" y="400"/>
                    <a:pt x="93" y="402"/>
                    <a:pt x="95" y="404"/>
                  </a:cubicBezTo>
                  <a:cubicBezTo>
                    <a:pt x="97" y="405"/>
                    <a:pt x="97" y="408"/>
                    <a:pt x="99" y="409"/>
                  </a:cubicBezTo>
                  <a:cubicBezTo>
                    <a:pt x="102" y="410"/>
                    <a:pt x="103" y="413"/>
                    <a:pt x="104" y="413"/>
                  </a:cubicBezTo>
                  <a:cubicBezTo>
                    <a:pt x="106" y="414"/>
                    <a:pt x="108" y="416"/>
                    <a:pt x="109" y="418"/>
                  </a:cubicBezTo>
                  <a:cubicBezTo>
                    <a:pt x="109" y="419"/>
                    <a:pt x="106" y="421"/>
                    <a:pt x="104" y="422"/>
                  </a:cubicBezTo>
                  <a:cubicBezTo>
                    <a:pt x="103" y="422"/>
                    <a:pt x="100" y="419"/>
                    <a:pt x="99" y="421"/>
                  </a:cubicBezTo>
                  <a:cubicBezTo>
                    <a:pt x="97" y="422"/>
                    <a:pt x="99" y="424"/>
                    <a:pt x="100" y="429"/>
                  </a:cubicBezTo>
                  <a:cubicBezTo>
                    <a:pt x="101" y="433"/>
                    <a:pt x="102" y="433"/>
                    <a:pt x="103" y="433"/>
                  </a:cubicBezTo>
                  <a:cubicBezTo>
                    <a:pt x="105" y="433"/>
                    <a:pt x="106" y="432"/>
                    <a:pt x="107" y="431"/>
                  </a:cubicBezTo>
                  <a:cubicBezTo>
                    <a:pt x="109" y="430"/>
                    <a:pt x="112" y="431"/>
                    <a:pt x="113" y="431"/>
                  </a:cubicBezTo>
                  <a:cubicBezTo>
                    <a:pt x="114" y="430"/>
                    <a:pt x="119" y="430"/>
                    <a:pt x="120" y="432"/>
                  </a:cubicBezTo>
                  <a:cubicBezTo>
                    <a:pt x="121" y="433"/>
                    <a:pt x="122" y="437"/>
                    <a:pt x="121" y="438"/>
                  </a:cubicBezTo>
                  <a:cubicBezTo>
                    <a:pt x="120" y="439"/>
                    <a:pt x="122" y="441"/>
                    <a:pt x="123" y="443"/>
                  </a:cubicBezTo>
                  <a:cubicBezTo>
                    <a:pt x="124" y="444"/>
                    <a:pt x="128" y="444"/>
                    <a:pt x="129" y="444"/>
                  </a:cubicBezTo>
                  <a:cubicBezTo>
                    <a:pt x="130" y="445"/>
                    <a:pt x="133" y="449"/>
                    <a:pt x="133" y="451"/>
                  </a:cubicBezTo>
                  <a:cubicBezTo>
                    <a:pt x="132" y="452"/>
                    <a:pt x="135" y="453"/>
                    <a:pt x="136" y="452"/>
                  </a:cubicBezTo>
                  <a:cubicBezTo>
                    <a:pt x="137" y="452"/>
                    <a:pt x="138" y="453"/>
                    <a:pt x="140" y="454"/>
                  </a:cubicBezTo>
                  <a:cubicBezTo>
                    <a:pt x="141" y="455"/>
                    <a:pt x="143" y="455"/>
                    <a:pt x="144" y="454"/>
                  </a:cubicBezTo>
                  <a:cubicBezTo>
                    <a:pt x="146" y="453"/>
                    <a:pt x="148" y="452"/>
                    <a:pt x="149" y="453"/>
                  </a:cubicBezTo>
                  <a:cubicBezTo>
                    <a:pt x="150" y="455"/>
                    <a:pt x="153" y="457"/>
                    <a:pt x="153" y="458"/>
                  </a:cubicBezTo>
                  <a:cubicBezTo>
                    <a:pt x="153" y="459"/>
                    <a:pt x="157" y="458"/>
                    <a:pt x="160" y="459"/>
                  </a:cubicBezTo>
                  <a:cubicBezTo>
                    <a:pt x="162" y="460"/>
                    <a:pt x="164" y="460"/>
                    <a:pt x="167" y="461"/>
                  </a:cubicBezTo>
                  <a:cubicBezTo>
                    <a:pt x="169" y="462"/>
                    <a:pt x="171" y="462"/>
                    <a:pt x="172" y="464"/>
                  </a:cubicBezTo>
                  <a:cubicBezTo>
                    <a:pt x="172" y="465"/>
                    <a:pt x="169" y="467"/>
                    <a:pt x="169" y="467"/>
                  </a:cubicBezTo>
                  <a:cubicBezTo>
                    <a:pt x="169" y="468"/>
                    <a:pt x="171" y="469"/>
                    <a:pt x="171" y="470"/>
                  </a:cubicBezTo>
                  <a:cubicBezTo>
                    <a:pt x="171" y="471"/>
                    <a:pt x="169" y="471"/>
                    <a:pt x="168" y="472"/>
                  </a:cubicBezTo>
                  <a:cubicBezTo>
                    <a:pt x="168" y="473"/>
                    <a:pt x="170" y="474"/>
                    <a:pt x="170" y="475"/>
                  </a:cubicBezTo>
                  <a:cubicBezTo>
                    <a:pt x="170" y="476"/>
                    <a:pt x="169" y="479"/>
                    <a:pt x="169" y="480"/>
                  </a:cubicBezTo>
                  <a:cubicBezTo>
                    <a:pt x="169" y="481"/>
                    <a:pt x="163" y="480"/>
                    <a:pt x="162" y="480"/>
                  </a:cubicBezTo>
                  <a:cubicBezTo>
                    <a:pt x="160" y="480"/>
                    <a:pt x="156" y="484"/>
                    <a:pt x="155" y="484"/>
                  </a:cubicBezTo>
                  <a:cubicBezTo>
                    <a:pt x="154" y="485"/>
                    <a:pt x="155" y="487"/>
                    <a:pt x="155" y="488"/>
                  </a:cubicBezTo>
                  <a:cubicBezTo>
                    <a:pt x="159" y="488"/>
                    <a:pt x="163" y="487"/>
                    <a:pt x="164" y="488"/>
                  </a:cubicBezTo>
                  <a:cubicBezTo>
                    <a:pt x="164" y="490"/>
                    <a:pt x="155" y="494"/>
                    <a:pt x="153" y="494"/>
                  </a:cubicBezTo>
                  <a:cubicBezTo>
                    <a:pt x="151" y="495"/>
                    <a:pt x="156" y="498"/>
                    <a:pt x="156" y="499"/>
                  </a:cubicBezTo>
                  <a:cubicBezTo>
                    <a:pt x="156" y="501"/>
                    <a:pt x="151" y="501"/>
                    <a:pt x="151" y="504"/>
                  </a:cubicBezTo>
                  <a:cubicBezTo>
                    <a:pt x="152" y="507"/>
                    <a:pt x="150" y="508"/>
                    <a:pt x="147" y="508"/>
                  </a:cubicBezTo>
                  <a:cubicBezTo>
                    <a:pt x="144" y="508"/>
                    <a:pt x="143" y="509"/>
                    <a:pt x="144" y="509"/>
                  </a:cubicBezTo>
                  <a:cubicBezTo>
                    <a:pt x="146" y="510"/>
                    <a:pt x="146" y="513"/>
                    <a:pt x="151" y="515"/>
                  </a:cubicBezTo>
                  <a:cubicBezTo>
                    <a:pt x="156" y="516"/>
                    <a:pt x="162" y="521"/>
                    <a:pt x="167" y="526"/>
                  </a:cubicBezTo>
                  <a:cubicBezTo>
                    <a:pt x="167" y="527"/>
                    <a:pt x="168" y="527"/>
                    <a:pt x="169" y="528"/>
                  </a:cubicBezTo>
                  <a:cubicBezTo>
                    <a:pt x="170" y="527"/>
                    <a:pt x="171" y="527"/>
                    <a:pt x="172" y="526"/>
                  </a:cubicBezTo>
                  <a:cubicBezTo>
                    <a:pt x="175" y="526"/>
                    <a:pt x="180" y="528"/>
                    <a:pt x="182" y="529"/>
                  </a:cubicBezTo>
                  <a:cubicBezTo>
                    <a:pt x="185" y="531"/>
                    <a:pt x="194" y="529"/>
                    <a:pt x="195" y="531"/>
                  </a:cubicBezTo>
                  <a:cubicBezTo>
                    <a:pt x="196" y="532"/>
                    <a:pt x="199" y="534"/>
                    <a:pt x="200" y="534"/>
                  </a:cubicBezTo>
                  <a:cubicBezTo>
                    <a:pt x="202" y="534"/>
                    <a:pt x="204" y="538"/>
                    <a:pt x="206" y="537"/>
                  </a:cubicBezTo>
                  <a:cubicBezTo>
                    <a:pt x="207" y="535"/>
                    <a:pt x="213" y="535"/>
                    <a:pt x="214" y="535"/>
                  </a:cubicBezTo>
                  <a:cubicBezTo>
                    <a:pt x="216" y="535"/>
                    <a:pt x="216" y="537"/>
                    <a:pt x="217" y="537"/>
                  </a:cubicBezTo>
                  <a:cubicBezTo>
                    <a:pt x="219" y="537"/>
                    <a:pt x="219" y="542"/>
                    <a:pt x="220" y="542"/>
                  </a:cubicBezTo>
                  <a:cubicBezTo>
                    <a:pt x="221" y="541"/>
                    <a:pt x="225" y="545"/>
                    <a:pt x="228" y="545"/>
                  </a:cubicBezTo>
                  <a:cubicBezTo>
                    <a:pt x="230" y="546"/>
                    <a:pt x="233" y="550"/>
                    <a:pt x="234" y="550"/>
                  </a:cubicBezTo>
                  <a:cubicBezTo>
                    <a:pt x="235" y="550"/>
                    <a:pt x="237" y="552"/>
                    <a:pt x="238" y="550"/>
                  </a:cubicBezTo>
                  <a:cubicBezTo>
                    <a:pt x="239" y="548"/>
                    <a:pt x="242" y="549"/>
                    <a:pt x="243" y="546"/>
                  </a:cubicBezTo>
                  <a:cubicBezTo>
                    <a:pt x="239" y="540"/>
                    <a:pt x="233" y="534"/>
                    <a:pt x="234" y="531"/>
                  </a:cubicBezTo>
                  <a:cubicBezTo>
                    <a:pt x="234" y="527"/>
                    <a:pt x="236" y="524"/>
                    <a:pt x="230" y="520"/>
                  </a:cubicBezTo>
                  <a:cubicBezTo>
                    <a:pt x="225" y="515"/>
                    <a:pt x="231" y="512"/>
                    <a:pt x="235" y="508"/>
                  </a:cubicBezTo>
                  <a:cubicBezTo>
                    <a:pt x="238" y="503"/>
                    <a:pt x="245" y="502"/>
                    <a:pt x="250" y="499"/>
                  </a:cubicBezTo>
                  <a:cubicBezTo>
                    <a:pt x="249" y="498"/>
                    <a:pt x="248" y="497"/>
                    <a:pt x="247" y="497"/>
                  </a:cubicBezTo>
                  <a:cubicBezTo>
                    <a:pt x="243" y="495"/>
                    <a:pt x="242" y="494"/>
                    <a:pt x="245" y="493"/>
                  </a:cubicBezTo>
                  <a:cubicBezTo>
                    <a:pt x="248" y="492"/>
                    <a:pt x="246" y="491"/>
                    <a:pt x="244" y="488"/>
                  </a:cubicBezTo>
                  <a:cubicBezTo>
                    <a:pt x="241" y="485"/>
                    <a:pt x="240" y="482"/>
                    <a:pt x="239" y="482"/>
                  </a:cubicBezTo>
                  <a:cubicBezTo>
                    <a:pt x="237" y="482"/>
                    <a:pt x="235" y="482"/>
                    <a:pt x="233" y="482"/>
                  </a:cubicBezTo>
                  <a:cubicBezTo>
                    <a:pt x="230" y="483"/>
                    <a:pt x="231" y="480"/>
                    <a:pt x="231" y="478"/>
                  </a:cubicBezTo>
                  <a:cubicBezTo>
                    <a:pt x="231" y="475"/>
                    <a:pt x="227" y="476"/>
                    <a:pt x="226" y="475"/>
                  </a:cubicBezTo>
                  <a:cubicBezTo>
                    <a:pt x="225" y="473"/>
                    <a:pt x="227" y="470"/>
                    <a:pt x="228" y="469"/>
                  </a:cubicBezTo>
                  <a:cubicBezTo>
                    <a:pt x="229" y="469"/>
                    <a:pt x="231" y="468"/>
                    <a:pt x="231" y="467"/>
                  </a:cubicBezTo>
                  <a:cubicBezTo>
                    <a:pt x="231" y="466"/>
                    <a:pt x="227" y="465"/>
                    <a:pt x="228" y="463"/>
                  </a:cubicBezTo>
                  <a:cubicBezTo>
                    <a:pt x="230" y="460"/>
                    <a:pt x="233" y="460"/>
                    <a:pt x="233" y="457"/>
                  </a:cubicBezTo>
                  <a:cubicBezTo>
                    <a:pt x="233" y="455"/>
                    <a:pt x="235" y="452"/>
                    <a:pt x="238" y="454"/>
                  </a:cubicBezTo>
                  <a:cubicBezTo>
                    <a:pt x="240" y="456"/>
                    <a:pt x="242" y="461"/>
                    <a:pt x="245" y="460"/>
                  </a:cubicBezTo>
                  <a:cubicBezTo>
                    <a:pt x="248" y="459"/>
                    <a:pt x="246" y="456"/>
                    <a:pt x="245" y="455"/>
                  </a:cubicBezTo>
                  <a:cubicBezTo>
                    <a:pt x="245" y="453"/>
                    <a:pt x="244" y="451"/>
                    <a:pt x="248" y="450"/>
                  </a:cubicBezTo>
                  <a:cubicBezTo>
                    <a:pt x="251" y="449"/>
                    <a:pt x="249" y="446"/>
                    <a:pt x="252" y="446"/>
                  </a:cubicBezTo>
                  <a:cubicBezTo>
                    <a:pt x="255" y="446"/>
                    <a:pt x="259" y="443"/>
                    <a:pt x="261" y="442"/>
                  </a:cubicBezTo>
                  <a:cubicBezTo>
                    <a:pt x="262" y="441"/>
                    <a:pt x="266" y="439"/>
                    <a:pt x="267" y="440"/>
                  </a:cubicBezTo>
                  <a:cubicBezTo>
                    <a:pt x="269" y="441"/>
                    <a:pt x="271" y="443"/>
                    <a:pt x="272" y="440"/>
                  </a:cubicBezTo>
                  <a:cubicBezTo>
                    <a:pt x="273" y="438"/>
                    <a:pt x="277" y="439"/>
                    <a:pt x="278" y="440"/>
                  </a:cubicBezTo>
                  <a:cubicBezTo>
                    <a:pt x="278" y="442"/>
                    <a:pt x="285" y="442"/>
                    <a:pt x="287" y="443"/>
                  </a:cubicBezTo>
                  <a:cubicBezTo>
                    <a:pt x="290" y="445"/>
                    <a:pt x="295" y="448"/>
                    <a:pt x="295" y="449"/>
                  </a:cubicBezTo>
                  <a:cubicBezTo>
                    <a:pt x="295" y="451"/>
                    <a:pt x="297" y="453"/>
                    <a:pt x="297" y="450"/>
                  </a:cubicBezTo>
                  <a:cubicBezTo>
                    <a:pt x="297" y="448"/>
                    <a:pt x="299" y="448"/>
                    <a:pt x="302" y="450"/>
                  </a:cubicBezTo>
                  <a:cubicBezTo>
                    <a:pt x="305" y="452"/>
                    <a:pt x="309" y="451"/>
                    <a:pt x="310" y="449"/>
                  </a:cubicBezTo>
                  <a:cubicBezTo>
                    <a:pt x="310" y="448"/>
                    <a:pt x="316" y="445"/>
                    <a:pt x="318" y="447"/>
                  </a:cubicBezTo>
                  <a:cubicBezTo>
                    <a:pt x="320" y="448"/>
                    <a:pt x="320" y="449"/>
                    <a:pt x="323" y="447"/>
                  </a:cubicBezTo>
                  <a:cubicBezTo>
                    <a:pt x="325" y="445"/>
                    <a:pt x="330" y="445"/>
                    <a:pt x="331" y="448"/>
                  </a:cubicBezTo>
                  <a:cubicBezTo>
                    <a:pt x="332" y="450"/>
                    <a:pt x="334" y="450"/>
                    <a:pt x="336" y="450"/>
                  </a:cubicBezTo>
                  <a:cubicBezTo>
                    <a:pt x="339" y="450"/>
                    <a:pt x="339" y="454"/>
                    <a:pt x="341" y="453"/>
                  </a:cubicBezTo>
                  <a:cubicBezTo>
                    <a:pt x="342" y="452"/>
                    <a:pt x="342" y="448"/>
                    <a:pt x="344" y="449"/>
                  </a:cubicBezTo>
                  <a:cubicBezTo>
                    <a:pt x="345" y="449"/>
                    <a:pt x="347" y="451"/>
                    <a:pt x="350" y="451"/>
                  </a:cubicBezTo>
                  <a:cubicBezTo>
                    <a:pt x="353" y="451"/>
                    <a:pt x="355" y="451"/>
                    <a:pt x="355" y="448"/>
                  </a:cubicBezTo>
                  <a:cubicBezTo>
                    <a:pt x="355" y="446"/>
                    <a:pt x="355" y="442"/>
                    <a:pt x="353" y="442"/>
                  </a:cubicBezTo>
                  <a:cubicBezTo>
                    <a:pt x="351" y="442"/>
                    <a:pt x="349" y="441"/>
                    <a:pt x="347" y="441"/>
                  </a:cubicBezTo>
                  <a:cubicBezTo>
                    <a:pt x="345" y="441"/>
                    <a:pt x="342" y="437"/>
                    <a:pt x="345" y="436"/>
                  </a:cubicBezTo>
                  <a:cubicBezTo>
                    <a:pt x="347" y="435"/>
                    <a:pt x="351" y="433"/>
                    <a:pt x="350" y="432"/>
                  </a:cubicBezTo>
                  <a:cubicBezTo>
                    <a:pt x="349" y="430"/>
                    <a:pt x="348" y="426"/>
                    <a:pt x="351" y="426"/>
                  </a:cubicBezTo>
                  <a:cubicBezTo>
                    <a:pt x="354" y="425"/>
                    <a:pt x="361" y="425"/>
                    <a:pt x="360" y="424"/>
                  </a:cubicBezTo>
                  <a:cubicBezTo>
                    <a:pt x="360" y="423"/>
                    <a:pt x="354" y="422"/>
                    <a:pt x="353" y="420"/>
                  </a:cubicBezTo>
                  <a:cubicBezTo>
                    <a:pt x="352" y="418"/>
                    <a:pt x="351" y="414"/>
                    <a:pt x="352" y="413"/>
                  </a:cubicBezTo>
                  <a:cubicBezTo>
                    <a:pt x="354" y="413"/>
                    <a:pt x="357" y="414"/>
                    <a:pt x="360" y="413"/>
                  </a:cubicBezTo>
                  <a:cubicBezTo>
                    <a:pt x="362" y="412"/>
                    <a:pt x="367" y="414"/>
                    <a:pt x="370" y="412"/>
                  </a:cubicBezTo>
                  <a:cubicBezTo>
                    <a:pt x="373" y="410"/>
                    <a:pt x="379" y="409"/>
                    <a:pt x="382" y="409"/>
                  </a:cubicBezTo>
                  <a:cubicBezTo>
                    <a:pt x="386" y="409"/>
                    <a:pt x="388" y="407"/>
                    <a:pt x="391" y="407"/>
                  </a:cubicBezTo>
                  <a:cubicBezTo>
                    <a:pt x="394" y="406"/>
                    <a:pt x="401" y="405"/>
                    <a:pt x="403" y="404"/>
                  </a:cubicBezTo>
                  <a:cubicBezTo>
                    <a:pt x="405" y="404"/>
                    <a:pt x="415" y="402"/>
                    <a:pt x="415" y="400"/>
                  </a:cubicBezTo>
                  <a:cubicBezTo>
                    <a:pt x="416" y="398"/>
                    <a:pt x="424" y="397"/>
                    <a:pt x="426" y="398"/>
                  </a:cubicBezTo>
                  <a:cubicBezTo>
                    <a:pt x="428" y="399"/>
                    <a:pt x="430" y="399"/>
                    <a:pt x="432" y="399"/>
                  </a:cubicBezTo>
                  <a:cubicBezTo>
                    <a:pt x="434" y="398"/>
                    <a:pt x="438" y="400"/>
                    <a:pt x="438" y="402"/>
                  </a:cubicBezTo>
                  <a:cubicBezTo>
                    <a:pt x="437" y="404"/>
                    <a:pt x="439" y="406"/>
                    <a:pt x="439" y="408"/>
                  </a:cubicBezTo>
                  <a:cubicBezTo>
                    <a:pt x="439" y="410"/>
                    <a:pt x="437" y="410"/>
                    <a:pt x="438" y="412"/>
                  </a:cubicBezTo>
                  <a:cubicBezTo>
                    <a:pt x="439" y="413"/>
                    <a:pt x="444" y="412"/>
                    <a:pt x="446" y="410"/>
                  </a:cubicBezTo>
                  <a:cubicBezTo>
                    <a:pt x="447" y="409"/>
                    <a:pt x="449" y="411"/>
                    <a:pt x="449" y="412"/>
                  </a:cubicBezTo>
                  <a:cubicBezTo>
                    <a:pt x="449" y="414"/>
                    <a:pt x="451" y="415"/>
                    <a:pt x="451" y="413"/>
                  </a:cubicBezTo>
                  <a:cubicBezTo>
                    <a:pt x="451" y="411"/>
                    <a:pt x="454" y="412"/>
                    <a:pt x="455" y="413"/>
                  </a:cubicBezTo>
                  <a:cubicBezTo>
                    <a:pt x="456" y="415"/>
                    <a:pt x="460" y="412"/>
                    <a:pt x="460" y="414"/>
                  </a:cubicBezTo>
                  <a:cubicBezTo>
                    <a:pt x="460" y="416"/>
                    <a:pt x="455" y="417"/>
                    <a:pt x="457" y="419"/>
                  </a:cubicBezTo>
                  <a:cubicBezTo>
                    <a:pt x="459" y="421"/>
                    <a:pt x="460" y="417"/>
                    <a:pt x="463" y="418"/>
                  </a:cubicBezTo>
                  <a:cubicBezTo>
                    <a:pt x="466" y="419"/>
                    <a:pt x="470" y="415"/>
                    <a:pt x="472" y="414"/>
                  </a:cubicBezTo>
                  <a:cubicBezTo>
                    <a:pt x="475" y="414"/>
                    <a:pt x="478" y="411"/>
                    <a:pt x="480" y="410"/>
                  </a:cubicBezTo>
                  <a:cubicBezTo>
                    <a:pt x="482" y="409"/>
                    <a:pt x="487" y="409"/>
                    <a:pt x="486" y="410"/>
                  </a:cubicBezTo>
                  <a:cubicBezTo>
                    <a:pt x="484" y="412"/>
                    <a:pt x="482" y="415"/>
                    <a:pt x="488" y="417"/>
                  </a:cubicBezTo>
                  <a:cubicBezTo>
                    <a:pt x="494" y="419"/>
                    <a:pt x="500" y="430"/>
                    <a:pt x="504" y="435"/>
                  </a:cubicBezTo>
                  <a:cubicBezTo>
                    <a:pt x="507" y="441"/>
                    <a:pt x="510" y="450"/>
                    <a:pt x="512" y="450"/>
                  </a:cubicBezTo>
                  <a:cubicBezTo>
                    <a:pt x="514" y="450"/>
                    <a:pt x="515" y="445"/>
                    <a:pt x="517" y="445"/>
                  </a:cubicBezTo>
                  <a:cubicBezTo>
                    <a:pt x="520" y="444"/>
                    <a:pt x="521" y="449"/>
                    <a:pt x="524" y="449"/>
                  </a:cubicBezTo>
                  <a:cubicBezTo>
                    <a:pt x="526" y="450"/>
                    <a:pt x="530" y="452"/>
                    <a:pt x="532" y="451"/>
                  </a:cubicBezTo>
                  <a:cubicBezTo>
                    <a:pt x="534" y="450"/>
                    <a:pt x="539" y="447"/>
                    <a:pt x="540" y="448"/>
                  </a:cubicBezTo>
                  <a:cubicBezTo>
                    <a:pt x="542" y="449"/>
                    <a:pt x="544" y="449"/>
                    <a:pt x="546" y="453"/>
                  </a:cubicBezTo>
                  <a:cubicBezTo>
                    <a:pt x="547" y="456"/>
                    <a:pt x="549" y="457"/>
                    <a:pt x="551" y="457"/>
                  </a:cubicBezTo>
                  <a:cubicBezTo>
                    <a:pt x="552" y="457"/>
                    <a:pt x="553" y="459"/>
                    <a:pt x="553" y="460"/>
                  </a:cubicBezTo>
                  <a:cubicBezTo>
                    <a:pt x="553" y="462"/>
                    <a:pt x="555" y="464"/>
                    <a:pt x="557" y="464"/>
                  </a:cubicBezTo>
                  <a:cubicBezTo>
                    <a:pt x="558" y="464"/>
                    <a:pt x="562" y="463"/>
                    <a:pt x="564" y="463"/>
                  </a:cubicBezTo>
                  <a:cubicBezTo>
                    <a:pt x="565" y="462"/>
                    <a:pt x="566" y="461"/>
                    <a:pt x="567" y="463"/>
                  </a:cubicBezTo>
                  <a:cubicBezTo>
                    <a:pt x="567" y="465"/>
                    <a:pt x="569" y="467"/>
                    <a:pt x="571" y="467"/>
                  </a:cubicBezTo>
                  <a:cubicBezTo>
                    <a:pt x="572" y="467"/>
                    <a:pt x="575" y="469"/>
                    <a:pt x="575" y="467"/>
                  </a:cubicBezTo>
                  <a:cubicBezTo>
                    <a:pt x="576" y="466"/>
                    <a:pt x="580" y="465"/>
                    <a:pt x="581" y="465"/>
                  </a:cubicBezTo>
                  <a:cubicBezTo>
                    <a:pt x="583" y="465"/>
                    <a:pt x="588" y="464"/>
                    <a:pt x="589" y="462"/>
                  </a:cubicBezTo>
                  <a:cubicBezTo>
                    <a:pt x="590" y="459"/>
                    <a:pt x="594" y="459"/>
                    <a:pt x="595" y="458"/>
                  </a:cubicBezTo>
                  <a:cubicBezTo>
                    <a:pt x="597" y="456"/>
                    <a:pt x="600" y="456"/>
                    <a:pt x="601" y="454"/>
                  </a:cubicBezTo>
                  <a:cubicBezTo>
                    <a:pt x="602" y="453"/>
                    <a:pt x="606" y="453"/>
                    <a:pt x="607" y="452"/>
                  </a:cubicBezTo>
                  <a:cubicBezTo>
                    <a:pt x="607" y="450"/>
                    <a:pt x="611" y="450"/>
                    <a:pt x="613" y="451"/>
                  </a:cubicBezTo>
                  <a:cubicBezTo>
                    <a:pt x="614" y="451"/>
                    <a:pt x="623" y="453"/>
                    <a:pt x="624" y="453"/>
                  </a:cubicBezTo>
                  <a:cubicBezTo>
                    <a:pt x="625" y="452"/>
                    <a:pt x="626" y="457"/>
                    <a:pt x="627" y="457"/>
                  </a:cubicBezTo>
                  <a:cubicBezTo>
                    <a:pt x="628" y="458"/>
                    <a:pt x="633" y="461"/>
                    <a:pt x="634" y="460"/>
                  </a:cubicBezTo>
                  <a:cubicBezTo>
                    <a:pt x="635" y="459"/>
                    <a:pt x="638" y="458"/>
                    <a:pt x="641" y="460"/>
                  </a:cubicBezTo>
                  <a:cubicBezTo>
                    <a:pt x="643" y="461"/>
                    <a:pt x="646" y="463"/>
                    <a:pt x="647" y="461"/>
                  </a:cubicBezTo>
                  <a:cubicBezTo>
                    <a:pt x="648" y="460"/>
                    <a:pt x="653" y="459"/>
                    <a:pt x="654" y="458"/>
                  </a:cubicBezTo>
                  <a:cubicBezTo>
                    <a:pt x="654" y="457"/>
                    <a:pt x="655" y="454"/>
                    <a:pt x="654" y="453"/>
                  </a:cubicBezTo>
                  <a:cubicBezTo>
                    <a:pt x="653" y="452"/>
                    <a:pt x="651" y="448"/>
                    <a:pt x="651" y="446"/>
                  </a:cubicBezTo>
                  <a:cubicBezTo>
                    <a:pt x="650" y="444"/>
                    <a:pt x="654" y="443"/>
                    <a:pt x="654" y="442"/>
                  </a:cubicBezTo>
                  <a:cubicBezTo>
                    <a:pt x="655" y="440"/>
                    <a:pt x="658" y="440"/>
                    <a:pt x="659" y="439"/>
                  </a:cubicBezTo>
                  <a:cubicBezTo>
                    <a:pt x="660" y="438"/>
                    <a:pt x="660" y="435"/>
                    <a:pt x="662" y="436"/>
                  </a:cubicBezTo>
                  <a:cubicBezTo>
                    <a:pt x="664" y="436"/>
                    <a:pt x="667" y="438"/>
                    <a:pt x="668" y="438"/>
                  </a:cubicBezTo>
                  <a:cubicBezTo>
                    <a:pt x="669" y="439"/>
                    <a:pt x="672" y="440"/>
                    <a:pt x="673" y="440"/>
                  </a:cubicBezTo>
                  <a:cubicBezTo>
                    <a:pt x="675" y="440"/>
                    <a:pt x="678" y="441"/>
                    <a:pt x="679" y="442"/>
                  </a:cubicBezTo>
                  <a:cubicBezTo>
                    <a:pt x="681" y="443"/>
                    <a:pt x="687" y="443"/>
                    <a:pt x="688" y="445"/>
                  </a:cubicBezTo>
                  <a:cubicBezTo>
                    <a:pt x="689" y="446"/>
                    <a:pt x="687" y="450"/>
                    <a:pt x="689" y="452"/>
                  </a:cubicBezTo>
                  <a:cubicBezTo>
                    <a:pt x="690" y="453"/>
                    <a:pt x="693" y="457"/>
                    <a:pt x="694" y="456"/>
                  </a:cubicBezTo>
                  <a:cubicBezTo>
                    <a:pt x="695" y="455"/>
                    <a:pt x="700" y="458"/>
                    <a:pt x="701" y="458"/>
                  </a:cubicBezTo>
                  <a:cubicBezTo>
                    <a:pt x="703" y="458"/>
                    <a:pt x="706" y="455"/>
                    <a:pt x="707" y="455"/>
                  </a:cubicBezTo>
                  <a:cubicBezTo>
                    <a:pt x="709" y="455"/>
                    <a:pt x="714" y="454"/>
                    <a:pt x="715" y="454"/>
                  </a:cubicBezTo>
                  <a:cubicBezTo>
                    <a:pt x="717" y="454"/>
                    <a:pt x="722" y="456"/>
                    <a:pt x="723" y="456"/>
                  </a:cubicBezTo>
                  <a:cubicBezTo>
                    <a:pt x="724" y="455"/>
                    <a:pt x="729" y="456"/>
                    <a:pt x="729" y="458"/>
                  </a:cubicBezTo>
                  <a:cubicBezTo>
                    <a:pt x="730" y="459"/>
                    <a:pt x="736" y="459"/>
                    <a:pt x="736" y="461"/>
                  </a:cubicBezTo>
                  <a:cubicBezTo>
                    <a:pt x="736" y="463"/>
                    <a:pt x="740" y="464"/>
                    <a:pt x="741" y="466"/>
                  </a:cubicBezTo>
                  <a:cubicBezTo>
                    <a:pt x="742" y="468"/>
                    <a:pt x="750" y="466"/>
                    <a:pt x="751" y="468"/>
                  </a:cubicBezTo>
                  <a:cubicBezTo>
                    <a:pt x="753" y="469"/>
                    <a:pt x="762" y="469"/>
                    <a:pt x="763" y="468"/>
                  </a:cubicBezTo>
                  <a:cubicBezTo>
                    <a:pt x="763" y="467"/>
                    <a:pt x="772" y="466"/>
                    <a:pt x="774" y="465"/>
                  </a:cubicBezTo>
                  <a:cubicBezTo>
                    <a:pt x="775" y="464"/>
                    <a:pt x="780" y="464"/>
                    <a:pt x="780" y="462"/>
                  </a:cubicBezTo>
                  <a:cubicBezTo>
                    <a:pt x="781" y="461"/>
                    <a:pt x="785" y="459"/>
                    <a:pt x="787" y="458"/>
                  </a:cubicBezTo>
                  <a:cubicBezTo>
                    <a:pt x="789" y="456"/>
                    <a:pt x="797" y="457"/>
                    <a:pt x="797" y="458"/>
                  </a:cubicBezTo>
                  <a:cubicBezTo>
                    <a:pt x="798" y="460"/>
                    <a:pt x="803" y="461"/>
                    <a:pt x="805" y="460"/>
                  </a:cubicBezTo>
                  <a:cubicBezTo>
                    <a:pt x="807" y="459"/>
                    <a:pt x="812" y="460"/>
                    <a:pt x="813" y="462"/>
                  </a:cubicBezTo>
                  <a:cubicBezTo>
                    <a:pt x="813" y="464"/>
                    <a:pt x="819" y="465"/>
                    <a:pt x="821" y="464"/>
                  </a:cubicBezTo>
                  <a:cubicBezTo>
                    <a:pt x="822" y="464"/>
                    <a:pt x="827" y="460"/>
                    <a:pt x="829" y="460"/>
                  </a:cubicBezTo>
                  <a:cubicBezTo>
                    <a:pt x="831" y="460"/>
                    <a:pt x="833" y="458"/>
                    <a:pt x="833" y="456"/>
                  </a:cubicBezTo>
                  <a:cubicBezTo>
                    <a:pt x="832" y="454"/>
                    <a:pt x="836" y="449"/>
                    <a:pt x="837" y="447"/>
                  </a:cubicBezTo>
                  <a:cubicBezTo>
                    <a:pt x="837" y="445"/>
                    <a:pt x="841" y="440"/>
                    <a:pt x="842" y="439"/>
                  </a:cubicBezTo>
                  <a:cubicBezTo>
                    <a:pt x="843" y="439"/>
                    <a:pt x="846" y="437"/>
                    <a:pt x="846" y="435"/>
                  </a:cubicBezTo>
                  <a:cubicBezTo>
                    <a:pt x="845" y="434"/>
                    <a:pt x="845" y="429"/>
                    <a:pt x="843" y="429"/>
                  </a:cubicBezTo>
                  <a:cubicBezTo>
                    <a:pt x="842" y="429"/>
                    <a:pt x="839" y="429"/>
                    <a:pt x="842" y="425"/>
                  </a:cubicBezTo>
                  <a:cubicBezTo>
                    <a:pt x="846" y="420"/>
                    <a:pt x="852" y="421"/>
                    <a:pt x="853" y="421"/>
                  </a:cubicBezTo>
                  <a:cubicBezTo>
                    <a:pt x="854" y="421"/>
                    <a:pt x="862" y="419"/>
                    <a:pt x="865" y="420"/>
                  </a:cubicBezTo>
                  <a:cubicBezTo>
                    <a:pt x="869" y="421"/>
                    <a:pt x="871" y="420"/>
                    <a:pt x="875" y="422"/>
                  </a:cubicBezTo>
                  <a:cubicBezTo>
                    <a:pt x="879" y="424"/>
                    <a:pt x="884" y="423"/>
                    <a:pt x="885" y="425"/>
                  </a:cubicBezTo>
                  <a:cubicBezTo>
                    <a:pt x="886" y="426"/>
                    <a:pt x="891" y="428"/>
                    <a:pt x="891" y="431"/>
                  </a:cubicBezTo>
                  <a:cubicBezTo>
                    <a:pt x="890" y="434"/>
                    <a:pt x="893" y="432"/>
                    <a:pt x="895" y="439"/>
                  </a:cubicBezTo>
                  <a:cubicBezTo>
                    <a:pt x="896" y="445"/>
                    <a:pt x="899" y="446"/>
                    <a:pt x="900" y="449"/>
                  </a:cubicBezTo>
                  <a:cubicBezTo>
                    <a:pt x="900" y="452"/>
                    <a:pt x="904" y="457"/>
                    <a:pt x="904" y="459"/>
                  </a:cubicBezTo>
                  <a:cubicBezTo>
                    <a:pt x="903" y="461"/>
                    <a:pt x="903" y="463"/>
                    <a:pt x="907" y="464"/>
                  </a:cubicBezTo>
                  <a:cubicBezTo>
                    <a:pt x="911" y="464"/>
                    <a:pt x="914" y="467"/>
                    <a:pt x="915" y="467"/>
                  </a:cubicBezTo>
                  <a:cubicBezTo>
                    <a:pt x="916" y="466"/>
                    <a:pt x="921" y="468"/>
                    <a:pt x="924" y="470"/>
                  </a:cubicBezTo>
                  <a:cubicBezTo>
                    <a:pt x="926" y="473"/>
                    <a:pt x="930" y="472"/>
                    <a:pt x="930" y="474"/>
                  </a:cubicBezTo>
                  <a:cubicBezTo>
                    <a:pt x="929" y="477"/>
                    <a:pt x="932" y="479"/>
                    <a:pt x="931" y="481"/>
                  </a:cubicBezTo>
                  <a:cubicBezTo>
                    <a:pt x="931" y="484"/>
                    <a:pt x="936" y="485"/>
                    <a:pt x="940" y="485"/>
                  </a:cubicBezTo>
                  <a:cubicBezTo>
                    <a:pt x="943" y="484"/>
                    <a:pt x="946" y="486"/>
                    <a:pt x="947" y="483"/>
                  </a:cubicBezTo>
                  <a:cubicBezTo>
                    <a:pt x="949" y="480"/>
                    <a:pt x="954" y="481"/>
                    <a:pt x="955" y="480"/>
                  </a:cubicBezTo>
                  <a:cubicBezTo>
                    <a:pt x="957" y="479"/>
                    <a:pt x="962" y="477"/>
                    <a:pt x="962" y="482"/>
                  </a:cubicBezTo>
                  <a:cubicBezTo>
                    <a:pt x="962" y="486"/>
                    <a:pt x="965" y="487"/>
                    <a:pt x="962" y="489"/>
                  </a:cubicBezTo>
                  <a:cubicBezTo>
                    <a:pt x="960" y="490"/>
                    <a:pt x="959" y="497"/>
                    <a:pt x="958" y="499"/>
                  </a:cubicBezTo>
                  <a:cubicBezTo>
                    <a:pt x="957" y="502"/>
                    <a:pt x="953" y="503"/>
                    <a:pt x="953" y="506"/>
                  </a:cubicBezTo>
                  <a:cubicBezTo>
                    <a:pt x="952" y="509"/>
                    <a:pt x="949" y="509"/>
                    <a:pt x="949" y="511"/>
                  </a:cubicBezTo>
                  <a:cubicBezTo>
                    <a:pt x="949" y="514"/>
                    <a:pt x="944" y="513"/>
                    <a:pt x="941" y="511"/>
                  </a:cubicBezTo>
                  <a:cubicBezTo>
                    <a:pt x="939" y="510"/>
                    <a:pt x="936" y="515"/>
                    <a:pt x="934" y="515"/>
                  </a:cubicBezTo>
                  <a:cubicBezTo>
                    <a:pt x="932" y="515"/>
                    <a:pt x="933" y="519"/>
                    <a:pt x="933" y="521"/>
                  </a:cubicBezTo>
                  <a:cubicBezTo>
                    <a:pt x="934" y="522"/>
                    <a:pt x="932" y="525"/>
                    <a:pt x="934" y="528"/>
                  </a:cubicBezTo>
                  <a:cubicBezTo>
                    <a:pt x="934" y="529"/>
                    <a:pt x="934" y="532"/>
                    <a:pt x="934" y="536"/>
                  </a:cubicBezTo>
                  <a:cubicBezTo>
                    <a:pt x="937" y="533"/>
                    <a:pt x="940" y="532"/>
                    <a:pt x="941" y="532"/>
                  </a:cubicBezTo>
                  <a:cubicBezTo>
                    <a:pt x="944" y="532"/>
                    <a:pt x="947" y="537"/>
                    <a:pt x="951" y="537"/>
                  </a:cubicBezTo>
                  <a:cubicBezTo>
                    <a:pt x="954" y="537"/>
                    <a:pt x="970" y="527"/>
                    <a:pt x="970" y="525"/>
                  </a:cubicBezTo>
                  <a:cubicBezTo>
                    <a:pt x="971" y="523"/>
                    <a:pt x="980" y="514"/>
                    <a:pt x="984" y="510"/>
                  </a:cubicBezTo>
                  <a:cubicBezTo>
                    <a:pt x="988" y="505"/>
                    <a:pt x="994" y="499"/>
                    <a:pt x="996" y="493"/>
                  </a:cubicBezTo>
                  <a:cubicBezTo>
                    <a:pt x="998" y="490"/>
                    <a:pt x="1004" y="484"/>
                    <a:pt x="1005" y="481"/>
                  </a:cubicBezTo>
                  <a:cubicBezTo>
                    <a:pt x="1007" y="479"/>
                    <a:pt x="1008" y="479"/>
                    <a:pt x="1011" y="473"/>
                  </a:cubicBezTo>
                  <a:cubicBezTo>
                    <a:pt x="1013" y="467"/>
                    <a:pt x="1013" y="452"/>
                    <a:pt x="1014" y="451"/>
                  </a:cubicBezTo>
                  <a:cubicBezTo>
                    <a:pt x="1015" y="450"/>
                    <a:pt x="1015" y="447"/>
                    <a:pt x="1016" y="445"/>
                  </a:cubicBezTo>
                  <a:cubicBezTo>
                    <a:pt x="1017" y="444"/>
                    <a:pt x="1016" y="442"/>
                    <a:pt x="1019" y="439"/>
                  </a:cubicBezTo>
                  <a:cubicBezTo>
                    <a:pt x="1021" y="437"/>
                    <a:pt x="1021" y="435"/>
                    <a:pt x="1020" y="434"/>
                  </a:cubicBezTo>
                  <a:cubicBezTo>
                    <a:pt x="1020" y="432"/>
                    <a:pt x="1020" y="429"/>
                    <a:pt x="1020" y="427"/>
                  </a:cubicBezTo>
                  <a:cubicBezTo>
                    <a:pt x="1019" y="426"/>
                    <a:pt x="1019" y="426"/>
                    <a:pt x="1021" y="425"/>
                  </a:cubicBezTo>
                  <a:cubicBezTo>
                    <a:pt x="1022" y="424"/>
                    <a:pt x="1020" y="422"/>
                    <a:pt x="1018" y="421"/>
                  </a:cubicBezTo>
                  <a:cubicBezTo>
                    <a:pt x="1016" y="420"/>
                    <a:pt x="1013" y="419"/>
                    <a:pt x="1013" y="417"/>
                  </a:cubicBezTo>
                  <a:cubicBezTo>
                    <a:pt x="1012" y="414"/>
                    <a:pt x="1009" y="411"/>
                    <a:pt x="1006" y="412"/>
                  </a:cubicBezTo>
                  <a:cubicBezTo>
                    <a:pt x="1003" y="412"/>
                    <a:pt x="998" y="410"/>
                    <a:pt x="999" y="412"/>
                  </a:cubicBezTo>
                  <a:cubicBezTo>
                    <a:pt x="999" y="414"/>
                    <a:pt x="999" y="415"/>
                    <a:pt x="997" y="415"/>
                  </a:cubicBezTo>
                  <a:cubicBezTo>
                    <a:pt x="996" y="414"/>
                    <a:pt x="995" y="416"/>
                    <a:pt x="994" y="418"/>
                  </a:cubicBezTo>
                  <a:cubicBezTo>
                    <a:pt x="992" y="420"/>
                    <a:pt x="986" y="421"/>
                    <a:pt x="989" y="418"/>
                  </a:cubicBezTo>
                  <a:cubicBezTo>
                    <a:pt x="991" y="416"/>
                    <a:pt x="988" y="416"/>
                    <a:pt x="988" y="413"/>
                  </a:cubicBezTo>
                  <a:cubicBezTo>
                    <a:pt x="989" y="411"/>
                    <a:pt x="991" y="408"/>
                    <a:pt x="988" y="410"/>
                  </a:cubicBezTo>
                  <a:cubicBezTo>
                    <a:pt x="985" y="412"/>
                    <a:pt x="985" y="416"/>
                    <a:pt x="983" y="416"/>
                  </a:cubicBezTo>
                  <a:cubicBezTo>
                    <a:pt x="981" y="417"/>
                    <a:pt x="981" y="409"/>
                    <a:pt x="982" y="407"/>
                  </a:cubicBezTo>
                  <a:cubicBezTo>
                    <a:pt x="983" y="406"/>
                    <a:pt x="978" y="408"/>
                    <a:pt x="972" y="407"/>
                  </a:cubicBezTo>
                  <a:cubicBezTo>
                    <a:pt x="967" y="407"/>
                    <a:pt x="969" y="403"/>
                    <a:pt x="973" y="401"/>
                  </a:cubicBezTo>
                  <a:cubicBezTo>
                    <a:pt x="977" y="399"/>
                    <a:pt x="976" y="397"/>
                    <a:pt x="978" y="396"/>
                  </a:cubicBezTo>
                  <a:cubicBezTo>
                    <a:pt x="980" y="395"/>
                    <a:pt x="986" y="391"/>
                    <a:pt x="989" y="389"/>
                  </a:cubicBezTo>
                  <a:cubicBezTo>
                    <a:pt x="992" y="388"/>
                    <a:pt x="993" y="385"/>
                    <a:pt x="994" y="383"/>
                  </a:cubicBezTo>
                  <a:cubicBezTo>
                    <a:pt x="995" y="381"/>
                    <a:pt x="1001" y="379"/>
                    <a:pt x="1006" y="374"/>
                  </a:cubicBezTo>
                  <a:cubicBezTo>
                    <a:pt x="1011" y="370"/>
                    <a:pt x="1014" y="367"/>
                    <a:pt x="1015" y="365"/>
                  </a:cubicBezTo>
                  <a:cubicBezTo>
                    <a:pt x="1016" y="362"/>
                    <a:pt x="1024" y="359"/>
                    <a:pt x="1024" y="357"/>
                  </a:cubicBezTo>
                  <a:cubicBezTo>
                    <a:pt x="1025" y="355"/>
                    <a:pt x="1034" y="350"/>
                    <a:pt x="1040" y="349"/>
                  </a:cubicBezTo>
                  <a:cubicBezTo>
                    <a:pt x="1047" y="347"/>
                    <a:pt x="1057" y="349"/>
                    <a:pt x="1059" y="351"/>
                  </a:cubicBezTo>
                  <a:cubicBezTo>
                    <a:pt x="1060" y="353"/>
                    <a:pt x="1062" y="352"/>
                    <a:pt x="1063" y="351"/>
                  </a:cubicBezTo>
                  <a:cubicBezTo>
                    <a:pt x="1064" y="350"/>
                    <a:pt x="1066" y="350"/>
                    <a:pt x="1071" y="351"/>
                  </a:cubicBezTo>
                  <a:cubicBezTo>
                    <a:pt x="1075" y="351"/>
                    <a:pt x="1076" y="349"/>
                    <a:pt x="1079" y="350"/>
                  </a:cubicBezTo>
                  <a:cubicBezTo>
                    <a:pt x="1082" y="350"/>
                    <a:pt x="1084" y="351"/>
                    <a:pt x="1086" y="348"/>
                  </a:cubicBezTo>
                  <a:cubicBezTo>
                    <a:pt x="1088" y="344"/>
                    <a:pt x="1096" y="345"/>
                    <a:pt x="1098" y="346"/>
                  </a:cubicBezTo>
                  <a:cubicBezTo>
                    <a:pt x="1099" y="348"/>
                    <a:pt x="1101" y="349"/>
                    <a:pt x="1104" y="347"/>
                  </a:cubicBezTo>
                  <a:cubicBezTo>
                    <a:pt x="1107" y="345"/>
                    <a:pt x="1107" y="350"/>
                    <a:pt x="1110" y="350"/>
                  </a:cubicBezTo>
                  <a:cubicBezTo>
                    <a:pt x="1113" y="351"/>
                    <a:pt x="1111" y="353"/>
                    <a:pt x="1108" y="353"/>
                  </a:cubicBezTo>
                  <a:cubicBezTo>
                    <a:pt x="1106" y="353"/>
                    <a:pt x="1103" y="354"/>
                    <a:pt x="1106" y="356"/>
                  </a:cubicBezTo>
                  <a:cubicBezTo>
                    <a:pt x="1108" y="358"/>
                    <a:pt x="1112" y="354"/>
                    <a:pt x="1114" y="355"/>
                  </a:cubicBezTo>
                  <a:cubicBezTo>
                    <a:pt x="1116" y="355"/>
                    <a:pt x="1120" y="355"/>
                    <a:pt x="1123" y="353"/>
                  </a:cubicBezTo>
                  <a:cubicBezTo>
                    <a:pt x="1126" y="351"/>
                    <a:pt x="1127" y="355"/>
                    <a:pt x="1129" y="353"/>
                  </a:cubicBezTo>
                  <a:cubicBezTo>
                    <a:pt x="1131" y="351"/>
                    <a:pt x="1135" y="351"/>
                    <a:pt x="1138" y="351"/>
                  </a:cubicBezTo>
                  <a:cubicBezTo>
                    <a:pt x="1140" y="351"/>
                    <a:pt x="1138" y="348"/>
                    <a:pt x="1134" y="348"/>
                  </a:cubicBezTo>
                  <a:cubicBezTo>
                    <a:pt x="1130" y="348"/>
                    <a:pt x="1131" y="346"/>
                    <a:pt x="1134" y="341"/>
                  </a:cubicBezTo>
                  <a:cubicBezTo>
                    <a:pt x="1137" y="336"/>
                    <a:pt x="1142" y="333"/>
                    <a:pt x="1146" y="330"/>
                  </a:cubicBezTo>
                  <a:cubicBezTo>
                    <a:pt x="1150" y="327"/>
                    <a:pt x="1152" y="329"/>
                    <a:pt x="1152" y="327"/>
                  </a:cubicBezTo>
                  <a:cubicBezTo>
                    <a:pt x="1152" y="325"/>
                    <a:pt x="1154" y="319"/>
                    <a:pt x="1157" y="319"/>
                  </a:cubicBezTo>
                  <a:cubicBezTo>
                    <a:pt x="1159" y="319"/>
                    <a:pt x="1166" y="320"/>
                    <a:pt x="1170" y="318"/>
                  </a:cubicBezTo>
                  <a:cubicBezTo>
                    <a:pt x="1175" y="315"/>
                    <a:pt x="1174" y="319"/>
                    <a:pt x="1176" y="320"/>
                  </a:cubicBezTo>
                  <a:cubicBezTo>
                    <a:pt x="1178" y="321"/>
                    <a:pt x="1180" y="316"/>
                    <a:pt x="1182" y="318"/>
                  </a:cubicBezTo>
                  <a:cubicBezTo>
                    <a:pt x="1184" y="319"/>
                    <a:pt x="1179" y="322"/>
                    <a:pt x="1178" y="326"/>
                  </a:cubicBezTo>
                  <a:cubicBezTo>
                    <a:pt x="1177" y="329"/>
                    <a:pt x="1181" y="328"/>
                    <a:pt x="1183" y="329"/>
                  </a:cubicBezTo>
                  <a:cubicBezTo>
                    <a:pt x="1185" y="330"/>
                    <a:pt x="1180" y="331"/>
                    <a:pt x="1181" y="332"/>
                  </a:cubicBezTo>
                  <a:cubicBezTo>
                    <a:pt x="1181" y="333"/>
                    <a:pt x="1185" y="333"/>
                    <a:pt x="1191" y="328"/>
                  </a:cubicBezTo>
                  <a:cubicBezTo>
                    <a:pt x="1196" y="322"/>
                    <a:pt x="1201" y="321"/>
                    <a:pt x="1205" y="321"/>
                  </a:cubicBezTo>
                  <a:cubicBezTo>
                    <a:pt x="1208" y="322"/>
                    <a:pt x="1206" y="318"/>
                    <a:pt x="1206" y="313"/>
                  </a:cubicBezTo>
                  <a:cubicBezTo>
                    <a:pt x="1207" y="308"/>
                    <a:pt x="1217" y="306"/>
                    <a:pt x="1221" y="308"/>
                  </a:cubicBezTo>
                  <a:cubicBezTo>
                    <a:pt x="1224" y="309"/>
                    <a:pt x="1224" y="311"/>
                    <a:pt x="1221" y="310"/>
                  </a:cubicBezTo>
                  <a:cubicBezTo>
                    <a:pt x="1217" y="309"/>
                    <a:pt x="1214" y="312"/>
                    <a:pt x="1214" y="316"/>
                  </a:cubicBezTo>
                  <a:cubicBezTo>
                    <a:pt x="1214" y="320"/>
                    <a:pt x="1211" y="322"/>
                    <a:pt x="1213" y="323"/>
                  </a:cubicBezTo>
                  <a:cubicBezTo>
                    <a:pt x="1215" y="325"/>
                    <a:pt x="1211" y="325"/>
                    <a:pt x="1210" y="327"/>
                  </a:cubicBezTo>
                  <a:cubicBezTo>
                    <a:pt x="1210" y="329"/>
                    <a:pt x="1210" y="330"/>
                    <a:pt x="1208" y="331"/>
                  </a:cubicBezTo>
                  <a:cubicBezTo>
                    <a:pt x="1206" y="332"/>
                    <a:pt x="1197" y="333"/>
                    <a:pt x="1197" y="336"/>
                  </a:cubicBezTo>
                  <a:cubicBezTo>
                    <a:pt x="1197" y="339"/>
                    <a:pt x="1192" y="339"/>
                    <a:pt x="1190" y="343"/>
                  </a:cubicBezTo>
                  <a:cubicBezTo>
                    <a:pt x="1188" y="347"/>
                    <a:pt x="1180" y="350"/>
                    <a:pt x="1175" y="358"/>
                  </a:cubicBezTo>
                  <a:cubicBezTo>
                    <a:pt x="1169" y="366"/>
                    <a:pt x="1161" y="366"/>
                    <a:pt x="1161" y="367"/>
                  </a:cubicBezTo>
                  <a:cubicBezTo>
                    <a:pt x="1161" y="369"/>
                    <a:pt x="1155" y="369"/>
                    <a:pt x="1153" y="369"/>
                  </a:cubicBezTo>
                  <a:cubicBezTo>
                    <a:pt x="1151" y="369"/>
                    <a:pt x="1155" y="374"/>
                    <a:pt x="1150" y="379"/>
                  </a:cubicBezTo>
                  <a:cubicBezTo>
                    <a:pt x="1145" y="384"/>
                    <a:pt x="1142" y="391"/>
                    <a:pt x="1142" y="398"/>
                  </a:cubicBezTo>
                  <a:cubicBezTo>
                    <a:pt x="1142" y="405"/>
                    <a:pt x="1145" y="426"/>
                    <a:pt x="1147" y="429"/>
                  </a:cubicBezTo>
                  <a:cubicBezTo>
                    <a:pt x="1149" y="433"/>
                    <a:pt x="1148" y="442"/>
                    <a:pt x="1150" y="444"/>
                  </a:cubicBezTo>
                  <a:cubicBezTo>
                    <a:pt x="1151" y="446"/>
                    <a:pt x="1151" y="449"/>
                    <a:pt x="1152" y="450"/>
                  </a:cubicBezTo>
                  <a:cubicBezTo>
                    <a:pt x="1153" y="451"/>
                    <a:pt x="1157" y="445"/>
                    <a:pt x="1161" y="442"/>
                  </a:cubicBezTo>
                  <a:cubicBezTo>
                    <a:pt x="1164" y="440"/>
                    <a:pt x="1163" y="439"/>
                    <a:pt x="1165" y="437"/>
                  </a:cubicBezTo>
                  <a:cubicBezTo>
                    <a:pt x="1167" y="436"/>
                    <a:pt x="1166" y="430"/>
                    <a:pt x="1167" y="429"/>
                  </a:cubicBezTo>
                  <a:cubicBezTo>
                    <a:pt x="1167" y="427"/>
                    <a:pt x="1171" y="427"/>
                    <a:pt x="1172" y="425"/>
                  </a:cubicBezTo>
                  <a:cubicBezTo>
                    <a:pt x="1174" y="423"/>
                    <a:pt x="1177" y="424"/>
                    <a:pt x="1179" y="424"/>
                  </a:cubicBezTo>
                  <a:cubicBezTo>
                    <a:pt x="1180" y="423"/>
                    <a:pt x="1179" y="419"/>
                    <a:pt x="1178" y="417"/>
                  </a:cubicBezTo>
                  <a:cubicBezTo>
                    <a:pt x="1177" y="414"/>
                    <a:pt x="1183" y="411"/>
                    <a:pt x="1186" y="409"/>
                  </a:cubicBezTo>
                  <a:cubicBezTo>
                    <a:pt x="1189" y="407"/>
                    <a:pt x="1193" y="410"/>
                    <a:pt x="1196" y="407"/>
                  </a:cubicBezTo>
                  <a:cubicBezTo>
                    <a:pt x="1199" y="404"/>
                    <a:pt x="1196" y="400"/>
                    <a:pt x="1195" y="399"/>
                  </a:cubicBezTo>
                  <a:cubicBezTo>
                    <a:pt x="1193" y="397"/>
                    <a:pt x="1198" y="389"/>
                    <a:pt x="1201" y="389"/>
                  </a:cubicBezTo>
                  <a:cubicBezTo>
                    <a:pt x="1203" y="388"/>
                    <a:pt x="1205" y="390"/>
                    <a:pt x="1207" y="388"/>
                  </a:cubicBezTo>
                  <a:cubicBezTo>
                    <a:pt x="1209" y="386"/>
                    <a:pt x="1205" y="382"/>
                    <a:pt x="1203" y="383"/>
                  </a:cubicBezTo>
                  <a:cubicBezTo>
                    <a:pt x="1201" y="383"/>
                    <a:pt x="1201" y="376"/>
                    <a:pt x="1205" y="373"/>
                  </a:cubicBezTo>
                  <a:cubicBezTo>
                    <a:pt x="1209" y="370"/>
                    <a:pt x="1207" y="369"/>
                    <a:pt x="1205" y="369"/>
                  </a:cubicBezTo>
                  <a:cubicBezTo>
                    <a:pt x="1202" y="368"/>
                    <a:pt x="1201" y="369"/>
                    <a:pt x="1199" y="369"/>
                  </a:cubicBezTo>
                  <a:cubicBezTo>
                    <a:pt x="1197" y="369"/>
                    <a:pt x="1195" y="365"/>
                    <a:pt x="1198" y="360"/>
                  </a:cubicBezTo>
                  <a:cubicBezTo>
                    <a:pt x="1201" y="356"/>
                    <a:pt x="1205" y="357"/>
                    <a:pt x="1205" y="353"/>
                  </a:cubicBezTo>
                  <a:cubicBezTo>
                    <a:pt x="1206" y="349"/>
                    <a:pt x="1210" y="344"/>
                    <a:pt x="1212" y="342"/>
                  </a:cubicBezTo>
                  <a:cubicBezTo>
                    <a:pt x="1213" y="340"/>
                    <a:pt x="1217" y="342"/>
                    <a:pt x="1219" y="342"/>
                  </a:cubicBezTo>
                  <a:cubicBezTo>
                    <a:pt x="1221" y="342"/>
                    <a:pt x="1220" y="345"/>
                    <a:pt x="1222" y="343"/>
                  </a:cubicBezTo>
                  <a:cubicBezTo>
                    <a:pt x="1224" y="342"/>
                    <a:pt x="1228" y="335"/>
                    <a:pt x="1231" y="335"/>
                  </a:cubicBezTo>
                  <a:cubicBezTo>
                    <a:pt x="1234" y="335"/>
                    <a:pt x="1232" y="340"/>
                    <a:pt x="1232" y="343"/>
                  </a:cubicBezTo>
                  <a:cubicBezTo>
                    <a:pt x="1233" y="345"/>
                    <a:pt x="1235" y="342"/>
                    <a:pt x="1240" y="338"/>
                  </a:cubicBezTo>
                  <a:cubicBezTo>
                    <a:pt x="1246" y="334"/>
                    <a:pt x="1258" y="335"/>
                    <a:pt x="1261" y="337"/>
                  </a:cubicBezTo>
                  <a:cubicBezTo>
                    <a:pt x="1265" y="338"/>
                    <a:pt x="1266" y="342"/>
                    <a:pt x="1268" y="342"/>
                  </a:cubicBezTo>
                  <a:cubicBezTo>
                    <a:pt x="1271" y="341"/>
                    <a:pt x="1268" y="338"/>
                    <a:pt x="1271" y="337"/>
                  </a:cubicBezTo>
                  <a:cubicBezTo>
                    <a:pt x="1274" y="336"/>
                    <a:pt x="1279" y="333"/>
                    <a:pt x="1283" y="330"/>
                  </a:cubicBezTo>
                  <a:cubicBezTo>
                    <a:pt x="1287" y="327"/>
                    <a:pt x="1286" y="329"/>
                    <a:pt x="1288" y="327"/>
                  </a:cubicBezTo>
                  <a:cubicBezTo>
                    <a:pt x="1290" y="324"/>
                    <a:pt x="1292" y="325"/>
                    <a:pt x="1293" y="324"/>
                  </a:cubicBezTo>
                  <a:cubicBezTo>
                    <a:pt x="1294" y="322"/>
                    <a:pt x="1299" y="319"/>
                    <a:pt x="1307" y="317"/>
                  </a:cubicBezTo>
                  <a:cubicBezTo>
                    <a:pt x="1315" y="315"/>
                    <a:pt x="1325" y="310"/>
                    <a:pt x="1325" y="309"/>
                  </a:cubicBezTo>
                  <a:cubicBezTo>
                    <a:pt x="1324" y="307"/>
                    <a:pt x="1328" y="306"/>
                    <a:pt x="1328" y="308"/>
                  </a:cubicBezTo>
                  <a:cubicBezTo>
                    <a:pt x="1329" y="309"/>
                    <a:pt x="1331" y="309"/>
                    <a:pt x="1336" y="310"/>
                  </a:cubicBezTo>
                  <a:cubicBezTo>
                    <a:pt x="1340" y="311"/>
                    <a:pt x="1342" y="312"/>
                    <a:pt x="1345" y="309"/>
                  </a:cubicBezTo>
                  <a:cubicBezTo>
                    <a:pt x="1348" y="306"/>
                    <a:pt x="1344" y="305"/>
                    <a:pt x="1345" y="302"/>
                  </a:cubicBezTo>
                  <a:cubicBezTo>
                    <a:pt x="1345" y="300"/>
                    <a:pt x="1339" y="297"/>
                    <a:pt x="1340" y="294"/>
                  </a:cubicBezTo>
                  <a:cubicBezTo>
                    <a:pt x="1340" y="292"/>
                    <a:pt x="1335" y="285"/>
                    <a:pt x="1334" y="286"/>
                  </a:cubicBezTo>
                  <a:cubicBezTo>
                    <a:pt x="1332" y="288"/>
                    <a:pt x="1329" y="285"/>
                    <a:pt x="1329" y="283"/>
                  </a:cubicBezTo>
                  <a:cubicBezTo>
                    <a:pt x="1329" y="281"/>
                    <a:pt x="1329" y="279"/>
                    <a:pt x="1326" y="280"/>
                  </a:cubicBezTo>
                  <a:cubicBezTo>
                    <a:pt x="1324" y="282"/>
                    <a:pt x="1320" y="281"/>
                    <a:pt x="1319" y="279"/>
                  </a:cubicBezTo>
                  <a:cubicBezTo>
                    <a:pt x="1319" y="276"/>
                    <a:pt x="1324" y="275"/>
                    <a:pt x="1328" y="276"/>
                  </a:cubicBezTo>
                  <a:cubicBezTo>
                    <a:pt x="1331" y="278"/>
                    <a:pt x="1330" y="279"/>
                    <a:pt x="1332" y="280"/>
                  </a:cubicBezTo>
                  <a:cubicBezTo>
                    <a:pt x="1334" y="282"/>
                    <a:pt x="1339" y="281"/>
                    <a:pt x="1342" y="280"/>
                  </a:cubicBezTo>
                  <a:cubicBezTo>
                    <a:pt x="1344" y="279"/>
                    <a:pt x="1352" y="276"/>
                    <a:pt x="1353" y="274"/>
                  </a:cubicBezTo>
                  <a:cubicBezTo>
                    <a:pt x="1354" y="272"/>
                    <a:pt x="1353" y="271"/>
                    <a:pt x="1355" y="270"/>
                  </a:cubicBezTo>
                  <a:cubicBezTo>
                    <a:pt x="1358" y="269"/>
                    <a:pt x="1356" y="266"/>
                    <a:pt x="1354" y="265"/>
                  </a:cubicBezTo>
                  <a:cubicBezTo>
                    <a:pt x="1352" y="264"/>
                    <a:pt x="1352" y="261"/>
                    <a:pt x="1354" y="261"/>
                  </a:cubicBezTo>
                  <a:cubicBezTo>
                    <a:pt x="1357" y="261"/>
                    <a:pt x="1356" y="258"/>
                    <a:pt x="1358" y="258"/>
                  </a:cubicBezTo>
                  <a:cubicBezTo>
                    <a:pt x="1359" y="258"/>
                    <a:pt x="1359" y="259"/>
                    <a:pt x="1362" y="258"/>
                  </a:cubicBezTo>
                  <a:cubicBezTo>
                    <a:pt x="1365" y="256"/>
                    <a:pt x="1362" y="260"/>
                    <a:pt x="1361" y="262"/>
                  </a:cubicBezTo>
                  <a:cubicBezTo>
                    <a:pt x="1360" y="265"/>
                    <a:pt x="1363" y="267"/>
                    <a:pt x="1364" y="268"/>
                  </a:cubicBezTo>
                  <a:cubicBezTo>
                    <a:pt x="1364" y="269"/>
                    <a:pt x="1370" y="270"/>
                    <a:pt x="1373" y="268"/>
                  </a:cubicBezTo>
                  <a:cubicBezTo>
                    <a:pt x="1376" y="267"/>
                    <a:pt x="1385" y="270"/>
                    <a:pt x="1386" y="272"/>
                  </a:cubicBezTo>
                  <a:cubicBezTo>
                    <a:pt x="1386" y="275"/>
                    <a:pt x="1388" y="278"/>
                    <a:pt x="1392" y="280"/>
                  </a:cubicBezTo>
                  <a:cubicBezTo>
                    <a:pt x="1396" y="282"/>
                    <a:pt x="1399" y="281"/>
                    <a:pt x="1400" y="283"/>
                  </a:cubicBezTo>
                  <a:cubicBezTo>
                    <a:pt x="1401" y="285"/>
                    <a:pt x="1402" y="286"/>
                    <a:pt x="1405" y="285"/>
                  </a:cubicBezTo>
                  <a:cubicBezTo>
                    <a:pt x="1407" y="285"/>
                    <a:pt x="1408" y="287"/>
                    <a:pt x="1410" y="286"/>
                  </a:cubicBezTo>
                  <a:cubicBezTo>
                    <a:pt x="1411" y="284"/>
                    <a:pt x="1412" y="286"/>
                    <a:pt x="1414" y="285"/>
                  </a:cubicBezTo>
                  <a:cubicBezTo>
                    <a:pt x="1416" y="283"/>
                    <a:pt x="1410" y="281"/>
                    <a:pt x="1411" y="280"/>
                  </a:cubicBezTo>
                  <a:cubicBezTo>
                    <a:pt x="1411" y="278"/>
                    <a:pt x="1413" y="281"/>
                    <a:pt x="1415" y="281"/>
                  </a:cubicBezTo>
                  <a:cubicBezTo>
                    <a:pt x="1417" y="281"/>
                    <a:pt x="1414" y="277"/>
                    <a:pt x="1416" y="277"/>
                  </a:cubicBezTo>
                  <a:cubicBezTo>
                    <a:pt x="1417" y="276"/>
                    <a:pt x="1416" y="269"/>
                    <a:pt x="1414" y="269"/>
                  </a:cubicBezTo>
                  <a:cubicBezTo>
                    <a:pt x="1413" y="268"/>
                    <a:pt x="1414" y="265"/>
                    <a:pt x="1417" y="268"/>
                  </a:cubicBezTo>
                  <a:cubicBezTo>
                    <a:pt x="1420" y="270"/>
                    <a:pt x="1424" y="270"/>
                    <a:pt x="1426" y="270"/>
                  </a:cubicBezTo>
                  <a:cubicBezTo>
                    <a:pt x="1428" y="270"/>
                    <a:pt x="1426" y="268"/>
                    <a:pt x="1424" y="267"/>
                  </a:cubicBezTo>
                  <a:cubicBezTo>
                    <a:pt x="1422" y="267"/>
                    <a:pt x="1425" y="265"/>
                    <a:pt x="1426" y="266"/>
                  </a:cubicBezTo>
                  <a:cubicBezTo>
                    <a:pt x="1428" y="268"/>
                    <a:pt x="1431" y="268"/>
                    <a:pt x="1431" y="267"/>
                  </a:cubicBezTo>
                  <a:cubicBezTo>
                    <a:pt x="1431" y="265"/>
                    <a:pt x="1433" y="262"/>
                    <a:pt x="1435" y="262"/>
                  </a:cubicBezTo>
                  <a:cubicBezTo>
                    <a:pt x="1438" y="262"/>
                    <a:pt x="1439" y="261"/>
                    <a:pt x="1436" y="260"/>
                  </a:cubicBezTo>
                  <a:close/>
                  <a:moveTo>
                    <a:pt x="742" y="423"/>
                  </a:moveTo>
                  <a:cubicBezTo>
                    <a:pt x="735" y="430"/>
                    <a:pt x="721" y="431"/>
                    <a:pt x="721" y="436"/>
                  </a:cubicBezTo>
                  <a:cubicBezTo>
                    <a:pt x="721" y="442"/>
                    <a:pt x="703" y="444"/>
                    <a:pt x="702" y="442"/>
                  </a:cubicBezTo>
                  <a:cubicBezTo>
                    <a:pt x="701" y="440"/>
                    <a:pt x="715" y="439"/>
                    <a:pt x="718" y="432"/>
                  </a:cubicBezTo>
                  <a:cubicBezTo>
                    <a:pt x="721" y="424"/>
                    <a:pt x="734" y="421"/>
                    <a:pt x="740" y="411"/>
                  </a:cubicBezTo>
                  <a:cubicBezTo>
                    <a:pt x="745" y="404"/>
                    <a:pt x="749" y="393"/>
                    <a:pt x="751" y="393"/>
                  </a:cubicBezTo>
                  <a:cubicBezTo>
                    <a:pt x="754" y="394"/>
                    <a:pt x="749" y="417"/>
                    <a:pt x="742" y="423"/>
                  </a:cubicBezTo>
                  <a:close/>
                  <a:moveTo>
                    <a:pt x="774" y="131"/>
                  </a:moveTo>
                  <a:cubicBezTo>
                    <a:pt x="773" y="133"/>
                    <a:pt x="767" y="133"/>
                    <a:pt x="769" y="135"/>
                  </a:cubicBezTo>
                  <a:cubicBezTo>
                    <a:pt x="771" y="138"/>
                    <a:pt x="784" y="136"/>
                    <a:pt x="784" y="132"/>
                  </a:cubicBezTo>
                  <a:cubicBezTo>
                    <a:pt x="784" y="128"/>
                    <a:pt x="775" y="129"/>
                    <a:pt x="774" y="131"/>
                  </a:cubicBezTo>
                  <a:close/>
                  <a:moveTo>
                    <a:pt x="320" y="8"/>
                  </a:moveTo>
                  <a:cubicBezTo>
                    <a:pt x="326" y="8"/>
                    <a:pt x="324" y="4"/>
                    <a:pt x="328" y="5"/>
                  </a:cubicBezTo>
                  <a:cubicBezTo>
                    <a:pt x="332" y="5"/>
                    <a:pt x="338" y="5"/>
                    <a:pt x="336" y="2"/>
                  </a:cubicBezTo>
                  <a:cubicBezTo>
                    <a:pt x="334" y="0"/>
                    <a:pt x="319" y="1"/>
                    <a:pt x="321" y="3"/>
                  </a:cubicBezTo>
                  <a:cubicBezTo>
                    <a:pt x="322" y="5"/>
                    <a:pt x="309" y="4"/>
                    <a:pt x="309" y="5"/>
                  </a:cubicBezTo>
                  <a:cubicBezTo>
                    <a:pt x="310" y="6"/>
                    <a:pt x="314" y="8"/>
                    <a:pt x="320" y="8"/>
                  </a:cubicBezTo>
                  <a:close/>
                  <a:moveTo>
                    <a:pt x="289" y="25"/>
                  </a:moveTo>
                  <a:cubicBezTo>
                    <a:pt x="289" y="21"/>
                    <a:pt x="276" y="25"/>
                    <a:pt x="279" y="26"/>
                  </a:cubicBezTo>
                  <a:cubicBezTo>
                    <a:pt x="281" y="27"/>
                    <a:pt x="289" y="29"/>
                    <a:pt x="289" y="25"/>
                  </a:cubicBezTo>
                  <a:close/>
                  <a:moveTo>
                    <a:pt x="321" y="21"/>
                  </a:moveTo>
                  <a:cubicBezTo>
                    <a:pt x="322" y="23"/>
                    <a:pt x="320" y="24"/>
                    <a:pt x="315" y="24"/>
                  </a:cubicBezTo>
                  <a:cubicBezTo>
                    <a:pt x="310" y="24"/>
                    <a:pt x="308" y="26"/>
                    <a:pt x="310" y="29"/>
                  </a:cubicBezTo>
                  <a:cubicBezTo>
                    <a:pt x="313" y="31"/>
                    <a:pt x="326" y="30"/>
                    <a:pt x="329" y="27"/>
                  </a:cubicBezTo>
                  <a:cubicBezTo>
                    <a:pt x="331" y="24"/>
                    <a:pt x="337" y="27"/>
                    <a:pt x="338" y="24"/>
                  </a:cubicBezTo>
                  <a:cubicBezTo>
                    <a:pt x="339" y="21"/>
                    <a:pt x="321" y="19"/>
                    <a:pt x="321" y="21"/>
                  </a:cubicBezTo>
                  <a:close/>
                  <a:moveTo>
                    <a:pt x="364" y="17"/>
                  </a:moveTo>
                  <a:cubicBezTo>
                    <a:pt x="366" y="14"/>
                    <a:pt x="361" y="14"/>
                    <a:pt x="360" y="12"/>
                  </a:cubicBezTo>
                  <a:cubicBezTo>
                    <a:pt x="360" y="10"/>
                    <a:pt x="346" y="9"/>
                    <a:pt x="347" y="12"/>
                  </a:cubicBezTo>
                  <a:cubicBezTo>
                    <a:pt x="347" y="14"/>
                    <a:pt x="337" y="17"/>
                    <a:pt x="340" y="20"/>
                  </a:cubicBezTo>
                  <a:cubicBezTo>
                    <a:pt x="346" y="24"/>
                    <a:pt x="362" y="19"/>
                    <a:pt x="364" y="17"/>
                  </a:cubicBezTo>
                  <a:close/>
                  <a:moveTo>
                    <a:pt x="324" y="13"/>
                  </a:moveTo>
                  <a:cubicBezTo>
                    <a:pt x="325" y="7"/>
                    <a:pt x="316" y="12"/>
                    <a:pt x="310" y="9"/>
                  </a:cubicBezTo>
                  <a:cubicBezTo>
                    <a:pt x="304" y="6"/>
                    <a:pt x="300" y="6"/>
                    <a:pt x="304" y="10"/>
                  </a:cubicBezTo>
                  <a:cubicBezTo>
                    <a:pt x="306" y="12"/>
                    <a:pt x="293" y="13"/>
                    <a:pt x="295" y="15"/>
                  </a:cubicBezTo>
                  <a:cubicBezTo>
                    <a:pt x="300" y="20"/>
                    <a:pt x="324" y="18"/>
                    <a:pt x="324" y="13"/>
                  </a:cubicBezTo>
                  <a:close/>
                  <a:moveTo>
                    <a:pt x="287" y="151"/>
                  </a:moveTo>
                  <a:cubicBezTo>
                    <a:pt x="288" y="153"/>
                    <a:pt x="286" y="155"/>
                    <a:pt x="281" y="155"/>
                  </a:cubicBezTo>
                  <a:cubicBezTo>
                    <a:pt x="277" y="155"/>
                    <a:pt x="284" y="158"/>
                    <a:pt x="284" y="161"/>
                  </a:cubicBezTo>
                  <a:cubicBezTo>
                    <a:pt x="285" y="164"/>
                    <a:pt x="279" y="162"/>
                    <a:pt x="279" y="166"/>
                  </a:cubicBezTo>
                  <a:cubicBezTo>
                    <a:pt x="279" y="170"/>
                    <a:pt x="270" y="166"/>
                    <a:pt x="269" y="171"/>
                  </a:cubicBezTo>
                  <a:cubicBezTo>
                    <a:pt x="267" y="177"/>
                    <a:pt x="273" y="176"/>
                    <a:pt x="277" y="176"/>
                  </a:cubicBezTo>
                  <a:cubicBezTo>
                    <a:pt x="281" y="177"/>
                    <a:pt x="276" y="180"/>
                    <a:pt x="279" y="182"/>
                  </a:cubicBezTo>
                  <a:cubicBezTo>
                    <a:pt x="282" y="185"/>
                    <a:pt x="284" y="184"/>
                    <a:pt x="282" y="180"/>
                  </a:cubicBezTo>
                  <a:cubicBezTo>
                    <a:pt x="280" y="176"/>
                    <a:pt x="292" y="181"/>
                    <a:pt x="289" y="184"/>
                  </a:cubicBezTo>
                  <a:cubicBezTo>
                    <a:pt x="285" y="188"/>
                    <a:pt x="295" y="190"/>
                    <a:pt x="299" y="190"/>
                  </a:cubicBezTo>
                  <a:cubicBezTo>
                    <a:pt x="304" y="191"/>
                    <a:pt x="321" y="194"/>
                    <a:pt x="321" y="190"/>
                  </a:cubicBezTo>
                  <a:cubicBezTo>
                    <a:pt x="321" y="188"/>
                    <a:pt x="315" y="186"/>
                    <a:pt x="310" y="180"/>
                  </a:cubicBezTo>
                  <a:cubicBezTo>
                    <a:pt x="305" y="175"/>
                    <a:pt x="301" y="166"/>
                    <a:pt x="307" y="162"/>
                  </a:cubicBezTo>
                  <a:cubicBezTo>
                    <a:pt x="313" y="158"/>
                    <a:pt x="308" y="157"/>
                    <a:pt x="314" y="152"/>
                  </a:cubicBezTo>
                  <a:cubicBezTo>
                    <a:pt x="319" y="148"/>
                    <a:pt x="316" y="144"/>
                    <a:pt x="321" y="144"/>
                  </a:cubicBezTo>
                  <a:cubicBezTo>
                    <a:pt x="326" y="143"/>
                    <a:pt x="320" y="139"/>
                    <a:pt x="325" y="138"/>
                  </a:cubicBezTo>
                  <a:cubicBezTo>
                    <a:pt x="330" y="137"/>
                    <a:pt x="331" y="132"/>
                    <a:pt x="331" y="130"/>
                  </a:cubicBezTo>
                  <a:cubicBezTo>
                    <a:pt x="330" y="128"/>
                    <a:pt x="336" y="130"/>
                    <a:pt x="339" y="127"/>
                  </a:cubicBezTo>
                  <a:cubicBezTo>
                    <a:pt x="341" y="124"/>
                    <a:pt x="348" y="126"/>
                    <a:pt x="350" y="122"/>
                  </a:cubicBezTo>
                  <a:cubicBezTo>
                    <a:pt x="352" y="118"/>
                    <a:pt x="380" y="108"/>
                    <a:pt x="397" y="104"/>
                  </a:cubicBezTo>
                  <a:cubicBezTo>
                    <a:pt x="413" y="100"/>
                    <a:pt x="424" y="94"/>
                    <a:pt x="418" y="89"/>
                  </a:cubicBezTo>
                  <a:cubicBezTo>
                    <a:pt x="413" y="85"/>
                    <a:pt x="396" y="91"/>
                    <a:pt x="392" y="94"/>
                  </a:cubicBezTo>
                  <a:cubicBezTo>
                    <a:pt x="388" y="97"/>
                    <a:pt x="383" y="95"/>
                    <a:pt x="379" y="97"/>
                  </a:cubicBezTo>
                  <a:cubicBezTo>
                    <a:pt x="375" y="100"/>
                    <a:pt x="366" y="102"/>
                    <a:pt x="362" y="99"/>
                  </a:cubicBezTo>
                  <a:cubicBezTo>
                    <a:pt x="358" y="96"/>
                    <a:pt x="353" y="102"/>
                    <a:pt x="350" y="102"/>
                  </a:cubicBezTo>
                  <a:cubicBezTo>
                    <a:pt x="346" y="102"/>
                    <a:pt x="343" y="105"/>
                    <a:pt x="339" y="105"/>
                  </a:cubicBezTo>
                  <a:cubicBezTo>
                    <a:pt x="336" y="105"/>
                    <a:pt x="329" y="108"/>
                    <a:pt x="328" y="110"/>
                  </a:cubicBezTo>
                  <a:cubicBezTo>
                    <a:pt x="328" y="112"/>
                    <a:pt x="322" y="111"/>
                    <a:pt x="322" y="114"/>
                  </a:cubicBezTo>
                  <a:cubicBezTo>
                    <a:pt x="322" y="116"/>
                    <a:pt x="317" y="118"/>
                    <a:pt x="314" y="116"/>
                  </a:cubicBezTo>
                  <a:cubicBezTo>
                    <a:pt x="312" y="114"/>
                    <a:pt x="309" y="119"/>
                    <a:pt x="313" y="122"/>
                  </a:cubicBezTo>
                  <a:cubicBezTo>
                    <a:pt x="316" y="125"/>
                    <a:pt x="306" y="125"/>
                    <a:pt x="308" y="127"/>
                  </a:cubicBezTo>
                  <a:cubicBezTo>
                    <a:pt x="310" y="129"/>
                    <a:pt x="304" y="130"/>
                    <a:pt x="305" y="133"/>
                  </a:cubicBezTo>
                  <a:cubicBezTo>
                    <a:pt x="307" y="135"/>
                    <a:pt x="302" y="136"/>
                    <a:pt x="298" y="136"/>
                  </a:cubicBezTo>
                  <a:cubicBezTo>
                    <a:pt x="294" y="137"/>
                    <a:pt x="292" y="142"/>
                    <a:pt x="297" y="142"/>
                  </a:cubicBezTo>
                  <a:cubicBezTo>
                    <a:pt x="302" y="143"/>
                    <a:pt x="294" y="143"/>
                    <a:pt x="295" y="147"/>
                  </a:cubicBezTo>
                  <a:cubicBezTo>
                    <a:pt x="295" y="151"/>
                    <a:pt x="287" y="148"/>
                    <a:pt x="287" y="151"/>
                  </a:cubicBezTo>
                  <a:close/>
                </a:path>
              </a:pathLst>
            </a:custGeom>
            <a:grpFill/>
            <a:ln w="3175" cap="rnd">
              <a:solidFill>
                <a:schemeClr val="bg1"/>
              </a:solidFill>
              <a:prstDash val="solid"/>
              <a:round/>
              <a:headEnd/>
              <a:tailEnd/>
            </a:ln>
          </p:spPr>
          <p:txBody>
            <a:bodyPr vert="horz" wrap="square" lIns="68580" tIns="34291" rIns="68580" bIns="34291" numCol="1" anchor="t" anchorCtr="0" compatLnSpc="1">
              <a:prstTxWarp prst="textNoShape">
                <a:avLst/>
              </a:prstTxWarp>
            </a:bodyPr>
            <a:lstStyle/>
            <a:p>
              <a:endParaRPr lang="en-US" sz="1351" dirty="0"/>
            </a:p>
          </p:txBody>
        </p:sp>
      </p:grpSp>
      <p:grpSp>
        <p:nvGrpSpPr>
          <p:cNvPr id="415" name="Group 414">
            <a:extLst>
              <a:ext uri="{FF2B5EF4-FFF2-40B4-BE49-F238E27FC236}">
                <a16:creationId xmlns:a16="http://schemas.microsoft.com/office/drawing/2014/main" id="{0581EB70-EFB8-E424-FAB7-FA5A7A0960AA}"/>
              </a:ext>
            </a:extLst>
          </p:cNvPr>
          <p:cNvGrpSpPr/>
          <p:nvPr/>
        </p:nvGrpSpPr>
        <p:grpSpPr>
          <a:xfrm>
            <a:off x="518164" y="3627437"/>
            <a:ext cx="2210638" cy="2230438"/>
            <a:chOff x="569256" y="3627437"/>
            <a:chExt cx="2210638" cy="2230438"/>
          </a:xfrm>
        </p:grpSpPr>
        <p:sp>
          <p:nvSpPr>
            <p:cNvPr id="416" name="Rectangle: Top Corners Rounded 3887">
              <a:extLst>
                <a:ext uri="{FF2B5EF4-FFF2-40B4-BE49-F238E27FC236}">
                  <a16:creationId xmlns:a16="http://schemas.microsoft.com/office/drawing/2014/main" id="{059714D8-1036-3C07-0C28-25A5702D9217}"/>
                </a:ext>
              </a:extLst>
            </p:cNvPr>
            <p:cNvSpPr/>
            <p:nvPr/>
          </p:nvSpPr>
          <p:spPr>
            <a:xfrm>
              <a:off x="569256" y="3627437"/>
              <a:ext cx="2210638" cy="2230438"/>
            </a:xfrm>
            <a:prstGeom prst="round2SameRect">
              <a:avLst>
                <a:gd name="adj1" fmla="val 4622"/>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TextBox 416">
              <a:extLst>
                <a:ext uri="{FF2B5EF4-FFF2-40B4-BE49-F238E27FC236}">
                  <a16:creationId xmlns:a16="http://schemas.microsoft.com/office/drawing/2014/main" id="{9E28D2F9-2A67-9982-F803-038CB8CCB54B}"/>
                </a:ext>
              </a:extLst>
            </p:cNvPr>
            <p:cNvSpPr txBox="1"/>
            <p:nvPr/>
          </p:nvSpPr>
          <p:spPr>
            <a:xfrm>
              <a:off x="582804" y="3767937"/>
              <a:ext cx="2170444" cy="253916"/>
            </a:xfrm>
            <a:prstGeom prst="rect">
              <a:avLst/>
            </a:prstGeom>
            <a:noFill/>
          </p:spPr>
          <p:txBody>
            <a:bodyPr wrap="square" rtlCol="0">
              <a:spAutoFit/>
            </a:bodyPr>
            <a:lstStyle/>
            <a:p>
              <a:pPr algn="ctr"/>
              <a:r>
                <a:rPr lang="en-US" sz="1050" b="1" dirty="0">
                  <a:solidFill>
                    <a:schemeClr val="accent2"/>
                  </a:solidFill>
                </a:rPr>
                <a:t>Lorem Ipsum Sit Dolor </a:t>
              </a:r>
              <a:r>
                <a:rPr lang="en-US" sz="1050" b="1" dirty="0" err="1">
                  <a:solidFill>
                    <a:schemeClr val="accent2"/>
                  </a:solidFill>
                </a:rPr>
                <a:t>Amet</a:t>
              </a:r>
              <a:endParaRPr lang="en-US" sz="1050" b="1" dirty="0">
                <a:solidFill>
                  <a:schemeClr val="accent2"/>
                </a:solidFill>
              </a:endParaRPr>
            </a:p>
          </p:txBody>
        </p:sp>
        <p:grpSp>
          <p:nvGrpSpPr>
            <p:cNvPr id="418" name="Group 417">
              <a:extLst>
                <a:ext uri="{FF2B5EF4-FFF2-40B4-BE49-F238E27FC236}">
                  <a16:creationId xmlns:a16="http://schemas.microsoft.com/office/drawing/2014/main" id="{1AA6396F-72E7-7C12-F01F-DBBD6938580E}"/>
                </a:ext>
              </a:extLst>
            </p:cNvPr>
            <p:cNvGrpSpPr/>
            <p:nvPr/>
          </p:nvGrpSpPr>
          <p:grpSpPr>
            <a:xfrm>
              <a:off x="989763" y="4057180"/>
              <a:ext cx="1698173" cy="253916"/>
              <a:chOff x="989763" y="4057180"/>
              <a:chExt cx="1698173" cy="253916"/>
            </a:xfrm>
          </p:grpSpPr>
          <p:sp>
            <p:nvSpPr>
              <p:cNvPr id="434" name="Oval 433">
                <a:extLst>
                  <a:ext uri="{FF2B5EF4-FFF2-40B4-BE49-F238E27FC236}">
                    <a16:creationId xmlns:a16="http://schemas.microsoft.com/office/drawing/2014/main" id="{F036E8F0-E557-7963-5386-4397398C7E3D}"/>
                  </a:ext>
                </a:extLst>
              </p:cNvPr>
              <p:cNvSpPr/>
              <p:nvPr/>
            </p:nvSpPr>
            <p:spPr>
              <a:xfrm>
                <a:off x="989763" y="4086167"/>
                <a:ext cx="195943" cy="19594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TextBox 434">
                <a:extLst>
                  <a:ext uri="{FF2B5EF4-FFF2-40B4-BE49-F238E27FC236}">
                    <a16:creationId xmlns:a16="http://schemas.microsoft.com/office/drawing/2014/main" id="{646AC132-E4F0-E078-86E7-A2161F45B6E8}"/>
                  </a:ext>
                </a:extLst>
              </p:cNvPr>
              <p:cNvSpPr txBox="1"/>
              <p:nvPr/>
            </p:nvSpPr>
            <p:spPr>
              <a:xfrm>
                <a:off x="1165611" y="4057180"/>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nvGrpSpPr>
            <p:cNvPr id="419" name="Group 418">
              <a:extLst>
                <a:ext uri="{FF2B5EF4-FFF2-40B4-BE49-F238E27FC236}">
                  <a16:creationId xmlns:a16="http://schemas.microsoft.com/office/drawing/2014/main" id="{756B7ADE-3F79-EFB5-1E78-0EFF36748827}"/>
                </a:ext>
              </a:extLst>
            </p:cNvPr>
            <p:cNvGrpSpPr/>
            <p:nvPr/>
          </p:nvGrpSpPr>
          <p:grpSpPr>
            <a:xfrm>
              <a:off x="989763" y="4360370"/>
              <a:ext cx="1698173" cy="253916"/>
              <a:chOff x="989763" y="4360370"/>
              <a:chExt cx="1698173" cy="253916"/>
            </a:xfrm>
          </p:grpSpPr>
          <p:sp>
            <p:nvSpPr>
              <p:cNvPr id="432" name="Oval 431">
                <a:extLst>
                  <a:ext uri="{FF2B5EF4-FFF2-40B4-BE49-F238E27FC236}">
                    <a16:creationId xmlns:a16="http://schemas.microsoft.com/office/drawing/2014/main" id="{22191059-3B0C-494E-0E80-E39067DC9A39}"/>
                  </a:ext>
                </a:extLst>
              </p:cNvPr>
              <p:cNvSpPr/>
              <p:nvPr/>
            </p:nvSpPr>
            <p:spPr>
              <a:xfrm>
                <a:off x="989763" y="4389357"/>
                <a:ext cx="195943" cy="19594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TextBox 432">
                <a:extLst>
                  <a:ext uri="{FF2B5EF4-FFF2-40B4-BE49-F238E27FC236}">
                    <a16:creationId xmlns:a16="http://schemas.microsoft.com/office/drawing/2014/main" id="{144A3DA1-2E26-91B9-F388-D41840500C85}"/>
                  </a:ext>
                </a:extLst>
              </p:cNvPr>
              <p:cNvSpPr txBox="1"/>
              <p:nvPr/>
            </p:nvSpPr>
            <p:spPr>
              <a:xfrm>
                <a:off x="1165611" y="4360370"/>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nvGrpSpPr>
            <p:cNvPr id="420" name="Group 419">
              <a:extLst>
                <a:ext uri="{FF2B5EF4-FFF2-40B4-BE49-F238E27FC236}">
                  <a16:creationId xmlns:a16="http://schemas.microsoft.com/office/drawing/2014/main" id="{5FDEF60A-8677-6423-C669-0FC8130B2830}"/>
                </a:ext>
              </a:extLst>
            </p:cNvPr>
            <p:cNvGrpSpPr/>
            <p:nvPr/>
          </p:nvGrpSpPr>
          <p:grpSpPr>
            <a:xfrm>
              <a:off x="989763" y="4669153"/>
              <a:ext cx="1698173" cy="253916"/>
              <a:chOff x="989763" y="4669153"/>
              <a:chExt cx="1698173" cy="253916"/>
            </a:xfrm>
          </p:grpSpPr>
          <p:sp>
            <p:nvSpPr>
              <p:cNvPr id="430" name="Oval 429">
                <a:extLst>
                  <a:ext uri="{FF2B5EF4-FFF2-40B4-BE49-F238E27FC236}">
                    <a16:creationId xmlns:a16="http://schemas.microsoft.com/office/drawing/2014/main" id="{CC1B8BCC-3D47-CC86-A4FC-C71F3B5ABC80}"/>
                  </a:ext>
                </a:extLst>
              </p:cNvPr>
              <p:cNvSpPr/>
              <p:nvPr/>
            </p:nvSpPr>
            <p:spPr>
              <a:xfrm>
                <a:off x="989763" y="4698140"/>
                <a:ext cx="195943" cy="19594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TextBox 430">
                <a:extLst>
                  <a:ext uri="{FF2B5EF4-FFF2-40B4-BE49-F238E27FC236}">
                    <a16:creationId xmlns:a16="http://schemas.microsoft.com/office/drawing/2014/main" id="{E102CBA2-494D-4E5A-98E5-039C11CF2853}"/>
                  </a:ext>
                </a:extLst>
              </p:cNvPr>
              <p:cNvSpPr txBox="1"/>
              <p:nvPr/>
            </p:nvSpPr>
            <p:spPr>
              <a:xfrm>
                <a:off x="1165611" y="4669153"/>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nvGrpSpPr>
            <p:cNvPr id="421" name="Group 420">
              <a:extLst>
                <a:ext uri="{FF2B5EF4-FFF2-40B4-BE49-F238E27FC236}">
                  <a16:creationId xmlns:a16="http://schemas.microsoft.com/office/drawing/2014/main" id="{D963211B-73A3-7675-DE23-1929B7288871}"/>
                </a:ext>
              </a:extLst>
            </p:cNvPr>
            <p:cNvGrpSpPr/>
            <p:nvPr/>
          </p:nvGrpSpPr>
          <p:grpSpPr>
            <a:xfrm>
              <a:off x="989763" y="4956977"/>
              <a:ext cx="1698173" cy="253916"/>
              <a:chOff x="989763" y="4956977"/>
              <a:chExt cx="1698173" cy="253916"/>
            </a:xfrm>
          </p:grpSpPr>
          <p:sp>
            <p:nvSpPr>
              <p:cNvPr id="428" name="Oval 427">
                <a:extLst>
                  <a:ext uri="{FF2B5EF4-FFF2-40B4-BE49-F238E27FC236}">
                    <a16:creationId xmlns:a16="http://schemas.microsoft.com/office/drawing/2014/main" id="{A3D12FDE-157A-84BA-0489-B7E6DAEAB791}"/>
                  </a:ext>
                </a:extLst>
              </p:cNvPr>
              <p:cNvSpPr/>
              <p:nvPr/>
            </p:nvSpPr>
            <p:spPr>
              <a:xfrm>
                <a:off x="989763" y="4985964"/>
                <a:ext cx="195943" cy="195943"/>
              </a:xfrm>
              <a:prstGeom prst="ellipse">
                <a:avLst/>
              </a:prstGeom>
              <a:solidFill>
                <a:srgbClr val="AAAA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TextBox 428">
                <a:extLst>
                  <a:ext uri="{FF2B5EF4-FFF2-40B4-BE49-F238E27FC236}">
                    <a16:creationId xmlns:a16="http://schemas.microsoft.com/office/drawing/2014/main" id="{498EBED7-AB6A-119B-7159-778F3A478DDC}"/>
                  </a:ext>
                </a:extLst>
              </p:cNvPr>
              <p:cNvSpPr txBox="1"/>
              <p:nvPr/>
            </p:nvSpPr>
            <p:spPr>
              <a:xfrm>
                <a:off x="1165611" y="4956977"/>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nvGrpSpPr>
            <p:cNvPr id="422" name="Group 421">
              <a:extLst>
                <a:ext uri="{FF2B5EF4-FFF2-40B4-BE49-F238E27FC236}">
                  <a16:creationId xmlns:a16="http://schemas.microsoft.com/office/drawing/2014/main" id="{8A4E3C8D-3A42-F95F-BAE3-C8F58FCA27F2}"/>
                </a:ext>
              </a:extLst>
            </p:cNvPr>
            <p:cNvGrpSpPr/>
            <p:nvPr/>
          </p:nvGrpSpPr>
          <p:grpSpPr>
            <a:xfrm>
              <a:off x="989763" y="5276297"/>
              <a:ext cx="1698173" cy="253916"/>
              <a:chOff x="989763" y="5276297"/>
              <a:chExt cx="1698173" cy="253916"/>
            </a:xfrm>
          </p:grpSpPr>
          <p:sp>
            <p:nvSpPr>
              <p:cNvPr id="426" name="Oval 425">
                <a:extLst>
                  <a:ext uri="{FF2B5EF4-FFF2-40B4-BE49-F238E27FC236}">
                    <a16:creationId xmlns:a16="http://schemas.microsoft.com/office/drawing/2014/main" id="{F1B1E129-EE14-E5AA-C8B6-4DEE48EB5EEB}"/>
                  </a:ext>
                </a:extLst>
              </p:cNvPr>
              <p:cNvSpPr/>
              <p:nvPr/>
            </p:nvSpPr>
            <p:spPr>
              <a:xfrm>
                <a:off x="989763" y="5305284"/>
                <a:ext cx="195943" cy="195943"/>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7" name="TextBox 426">
                <a:extLst>
                  <a:ext uri="{FF2B5EF4-FFF2-40B4-BE49-F238E27FC236}">
                    <a16:creationId xmlns:a16="http://schemas.microsoft.com/office/drawing/2014/main" id="{7A56200D-910E-A829-1113-7D8CD813FC72}"/>
                  </a:ext>
                </a:extLst>
              </p:cNvPr>
              <p:cNvSpPr txBox="1"/>
              <p:nvPr/>
            </p:nvSpPr>
            <p:spPr>
              <a:xfrm>
                <a:off x="1165611" y="5276297"/>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nvGrpSpPr>
            <p:cNvPr id="423" name="Group 422">
              <a:extLst>
                <a:ext uri="{FF2B5EF4-FFF2-40B4-BE49-F238E27FC236}">
                  <a16:creationId xmlns:a16="http://schemas.microsoft.com/office/drawing/2014/main" id="{4506E1B8-11AF-CDEB-018C-211BBA72BFF6}"/>
                </a:ext>
              </a:extLst>
            </p:cNvPr>
            <p:cNvGrpSpPr/>
            <p:nvPr/>
          </p:nvGrpSpPr>
          <p:grpSpPr>
            <a:xfrm>
              <a:off x="989763" y="5561836"/>
              <a:ext cx="1698173" cy="253916"/>
              <a:chOff x="989763" y="5561836"/>
              <a:chExt cx="1698173" cy="253916"/>
            </a:xfrm>
          </p:grpSpPr>
          <p:sp>
            <p:nvSpPr>
              <p:cNvPr id="424" name="Oval 423">
                <a:extLst>
                  <a:ext uri="{FF2B5EF4-FFF2-40B4-BE49-F238E27FC236}">
                    <a16:creationId xmlns:a16="http://schemas.microsoft.com/office/drawing/2014/main" id="{7FABF63E-5D81-8487-D937-6E715DEE286F}"/>
                  </a:ext>
                </a:extLst>
              </p:cNvPr>
              <p:cNvSpPr/>
              <p:nvPr/>
            </p:nvSpPr>
            <p:spPr>
              <a:xfrm>
                <a:off x="989763" y="5590823"/>
                <a:ext cx="195943" cy="19594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TextBox 424">
                <a:extLst>
                  <a:ext uri="{FF2B5EF4-FFF2-40B4-BE49-F238E27FC236}">
                    <a16:creationId xmlns:a16="http://schemas.microsoft.com/office/drawing/2014/main" id="{2C9AD259-D605-106E-8BD0-2A7187A09666}"/>
                  </a:ext>
                </a:extLst>
              </p:cNvPr>
              <p:cNvSpPr txBox="1"/>
              <p:nvPr/>
            </p:nvSpPr>
            <p:spPr>
              <a:xfrm>
                <a:off x="1165611" y="5561836"/>
                <a:ext cx="1522325" cy="253916"/>
              </a:xfrm>
              <a:prstGeom prst="rect">
                <a:avLst/>
              </a:prstGeom>
              <a:noFill/>
            </p:spPr>
            <p:txBody>
              <a:bodyPr wrap="square" rtlCol="0">
                <a:spAutoFit/>
              </a:bodyPr>
              <a:lstStyle/>
              <a:p>
                <a:r>
                  <a:rPr lang="en-US" sz="1050" dirty="0">
                    <a:solidFill>
                      <a:schemeClr val="accent2"/>
                    </a:solidFill>
                  </a:rPr>
                  <a:t>XX%, lorem ipsum</a:t>
                </a:r>
              </a:p>
            </p:txBody>
          </p:sp>
        </p:grpSp>
      </p:grpSp>
    </p:spTree>
    <p:extLst>
      <p:ext uri="{BB962C8B-B14F-4D97-AF65-F5344CB8AC3E}">
        <p14:creationId xmlns:p14="http://schemas.microsoft.com/office/powerpoint/2010/main" val="36559467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8C1BBD-8A9B-C179-7C55-D46AD24E8059}"/>
              </a:ext>
            </a:extLst>
          </p:cNvPr>
          <p:cNvSpPr>
            <a:spLocks noGrp="1"/>
          </p:cNvSpPr>
          <p:nvPr>
            <p:ph type="title"/>
          </p:nvPr>
        </p:nvSpPr>
        <p:spPr/>
        <p:txBody>
          <a:bodyPr/>
          <a:lstStyle/>
          <a:p>
            <a:r>
              <a:rPr lang="en-US" dirty="0"/>
              <a:t>References</a:t>
            </a:r>
          </a:p>
        </p:txBody>
      </p:sp>
      <p:sp>
        <p:nvSpPr>
          <p:cNvPr id="7" name="Text Placeholder 6">
            <a:extLst>
              <a:ext uri="{FF2B5EF4-FFF2-40B4-BE49-F238E27FC236}">
                <a16:creationId xmlns:a16="http://schemas.microsoft.com/office/drawing/2014/main" id="{5706785C-9662-9948-CEC2-2194146DBC96}"/>
              </a:ext>
            </a:extLst>
          </p:cNvPr>
          <p:cNvSpPr>
            <a:spLocks noGrp="1"/>
          </p:cNvSpPr>
          <p:nvPr>
            <p:ph type="body" sz="quarter" idx="14"/>
          </p:nvPr>
        </p:nvSpPr>
        <p:spPr/>
        <p:txBody>
          <a:bodyPr/>
          <a:lstStyle/>
          <a:p>
            <a:endParaRPr lang="en-US"/>
          </a:p>
        </p:txBody>
      </p:sp>
      <p:sp>
        <p:nvSpPr>
          <p:cNvPr id="5" name="Footer Placeholder 4">
            <a:extLst>
              <a:ext uri="{FF2B5EF4-FFF2-40B4-BE49-F238E27FC236}">
                <a16:creationId xmlns:a16="http://schemas.microsoft.com/office/drawing/2014/main" id="{27551E36-B887-9C92-8DC0-9402E15FAFFB}"/>
              </a:ext>
            </a:extLst>
          </p:cNvPr>
          <p:cNvSpPr>
            <a:spLocks noGrp="1"/>
          </p:cNvSpPr>
          <p:nvPr>
            <p:ph type="ftr" sz="quarter" idx="21"/>
          </p:nvPr>
        </p:nvSpPr>
        <p:spPr/>
        <p:txBody>
          <a:bodyPr/>
          <a:lstStyle/>
          <a:p>
            <a:r>
              <a:rPr lang="en-US"/>
              <a:t>Vantive Confidential – Internal Use Only</a:t>
            </a:r>
            <a:endParaRPr lang="en-US" dirty="0"/>
          </a:p>
        </p:txBody>
      </p:sp>
      <p:sp>
        <p:nvSpPr>
          <p:cNvPr id="2" name="Date Placeholder 1">
            <a:extLst>
              <a:ext uri="{FF2B5EF4-FFF2-40B4-BE49-F238E27FC236}">
                <a16:creationId xmlns:a16="http://schemas.microsoft.com/office/drawing/2014/main" id="{C8B0686E-849B-4A36-6CF6-F3C4458B9CE2}"/>
              </a:ext>
            </a:extLst>
          </p:cNvPr>
          <p:cNvSpPr>
            <a:spLocks noGrp="1"/>
          </p:cNvSpPr>
          <p:nvPr>
            <p:ph type="dt" sz="half" idx="4294967295"/>
          </p:nvPr>
        </p:nvSpPr>
        <p:spPr>
          <a:xfrm>
            <a:off x="838200" y="6970400"/>
            <a:ext cx="2743200" cy="365125"/>
          </a:xfrm>
        </p:spPr>
        <p:txBody>
          <a:bodyPr/>
          <a:lstStyle/>
          <a:p>
            <a:fld id="{4ACF2D94-3D62-460F-9766-5E64BEB575E6}" type="datetime1">
              <a:rPr lang="en-GB" smtClean="0"/>
              <a:t>09/04/2026</a:t>
            </a:fld>
            <a:endParaRPr lang="en-GB"/>
          </a:p>
        </p:txBody>
      </p:sp>
      <p:sp>
        <p:nvSpPr>
          <p:cNvPr id="3" name="Slide Number Placeholder 2">
            <a:extLst>
              <a:ext uri="{FF2B5EF4-FFF2-40B4-BE49-F238E27FC236}">
                <a16:creationId xmlns:a16="http://schemas.microsoft.com/office/drawing/2014/main" id="{E1DFAF50-A38C-AA6D-BEA9-88B639C81C0C}"/>
              </a:ext>
            </a:extLst>
          </p:cNvPr>
          <p:cNvSpPr>
            <a:spLocks noGrp="1"/>
          </p:cNvSpPr>
          <p:nvPr>
            <p:ph type="sldNum" sz="quarter" idx="23"/>
          </p:nvPr>
        </p:nvSpPr>
        <p:spPr/>
        <p:txBody>
          <a:bodyPr/>
          <a:lstStyle/>
          <a:p>
            <a:fld id="{4413DBDE-1217-486F-B764-076DBBFEB98C}" type="slidenum">
              <a:rPr lang="en-GB" smtClean="0"/>
              <a:pPr/>
              <a:t>44</a:t>
            </a:fld>
            <a:endParaRPr lang="en-GB" dirty="0"/>
          </a:p>
        </p:txBody>
      </p:sp>
    </p:spTree>
    <p:extLst>
      <p:ext uri="{BB962C8B-B14F-4D97-AF65-F5344CB8AC3E}">
        <p14:creationId xmlns:p14="http://schemas.microsoft.com/office/powerpoint/2010/main" val="1997467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13">
            <a:extLst>
              <a:ext uri="{FF2B5EF4-FFF2-40B4-BE49-F238E27FC236}">
                <a16:creationId xmlns:a16="http://schemas.microsoft.com/office/drawing/2014/main" id="{F9282BD4-6001-5AEB-A91C-4B8F9C157858}"/>
              </a:ext>
            </a:extLst>
          </p:cNvPr>
          <p:cNvSpPr>
            <a:spLocks noGrp="1"/>
          </p:cNvSpPr>
          <p:nvPr>
            <p:ph type="ftr" sz="quarter" idx="21"/>
          </p:nvPr>
        </p:nvSpPr>
        <p:spPr/>
        <p:txBody>
          <a:bodyPr/>
          <a:lstStyle/>
          <a:p>
            <a:r>
              <a:rPr lang="en-US" dirty="0" err="1"/>
              <a:t>Vantive</a:t>
            </a:r>
            <a:r>
              <a:rPr lang="en-US" dirty="0"/>
              <a:t> Confidential – Internal Use Only</a:t>
            </a:r>
          </a:p>
        </p:txBody>
      </p:sp>
      <p:sp>
        <p:nvSpPr>
          <p:cNvPr id="4" name="Title 3">
            <a:extLst>
              <a:ext uri="{FF2B5EF4-FFF2-40B4-BE49-F238E27FC236}">
                <a16:creationId xmlns:a16="http://schemas.microsoft.com/office/drawing/2014/main" id="{97D4A88B-85CA-BC78-5EB1-C55D38FEC894}"/>
              </a:ext>
            </a:extLst>
          </p:cNvPr>
          <p:cNvSpPr>
            <a:spLocks noGrp="1"/>
          </p:cNvSpPr>
          <p:nvPr>
            <p:ph type="title"/>
          </p:nvPr>
        </p:nvSpPr>
        <p:spPr/>
        <p:txBody>
          <a:bodyPr/>
          <a:lstStyle/>
          <a:p>
            <a:r>
              <a:rPr lang="en-US" dirty="0"/>
              <a:t>Summary</a:t>
            </a:r>
          </a:p>
        </p:txBody>
      </p:sp>
      <p:sp>
        <p:nvSpPr>
          <p:cNvPr id="2" name="Date Placeholder 1">
            <a:extLst>
              <a:ext uri="{FF2B5EF4-FFF2-40B4-BE49-F238E27FC236}">
                <a16:creationId xmlns:a16="http://schemas.microsoft.com/office/drawing/2014/main" id="{81CF9DF9-4D71-A366-9FE7-8BAC0C10872A}"/>
              </a:ext>
            </a:extLst>
          </p:cNvPr>
          <p:cNvSpPr>
            <a:spLocks noGrp="1"/>
          </p:cNvSpPr>
          <p:nvPr>
            <p:ph type="dt" sz="half" idx="4294967295"/>
          </p:nvPr>
        </p:nvSpPr>
        <p:spPr>
          <a:xfrm>
            <a:off x="838200" y="6970400"/>
            <a:ext cx="2743200" cy="365125"/>
          </a:xfrm>
        </p:spPr>
        <p:txBody>
          <a:bodyPr/>
          <a:lstStyle/>
          <a:p>
            <a:fld id="{BD9B53E9-D0B2-472A-8A01-F103CF7B6C39}" type="datetime1">
              <a:rPr lang="en-GB" smtClean="0"/>
              <a:pPr/>
              <a:t>09/04/2026</a:t>
            </a:fld>
            <a:endParaRPr lang="en-GB"/>
          </a:p>
        </p:txBody>
      </p:sp>
      <p:sp>
        <p:nvSpPr>
          <p:cNvPr id="3" name="Slide Number Placeholder 2">
            <a:extLst>
              <a:ext uri="{FF2B5EF4-FFF2-40B4-BE49-F238E27FC236}">
                <a16:creationId xmlns:a16="http://schemas.microsoft.com/office/drawing/2014/main" id="{4DE0AA67-0190-0D64-7464-50301CFF88BC}"/>
              </a:ext>
            </a:extLst>
          </p:cNvPr>
          <p:cNvSpPr>
            <a:spLocks noGrp="1"/>
          </p:cNvSpPr>
          <p:nvPr>
            <p:ph type="sldNum" sz="quarter" idx="23"/>
          </p:nvPr>
        </p:nvSpPr>
        <p:spPr/>
        <p:txBody>
          <a:bodyPr/>
          <a:lstStyle/>
          <a:p>
            <a:fld id="{4413DBDE-1217-486F-B764-076DBBFEB98C}" type="slidenum">
              <a:rPr lang="en-GB" smtClean="0"/>
              <a:pPr/>
              <a:t>45</a:t>
            </a:fld>
            <a:endParaRPr lang="en-GB" dirty="0"/>
          </a:p>
        </p:txBody>
      </p:sp>
      <p:sp>
        <p:nvSpPr>
          <p:cNvPr id="6" name="Text Placeholder 5">
            <a:extLst>
              <a:ext uri="{FF2B5EF4-FFF2-40B4-BE49-F238E27FC236}">
                <a16:creationId xmlns:a16="http://schemas.microsoft.com/office/drawing/2014/main" id="{C8D45606-5B5F-E63A-4DEB-D71A110121B9}"/>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3374592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C0D7C1F-F2DC-1474-9199-79B132F47FBB}"/>
              </a:ext>
            </a:extLst>
          </p:cNvPr>
          <p:cNvSpPr>
            <a:spLocks noGrp="1"/>
          </p:cNvSpPr>
          <p:nvPr>
            <p:ph type="ftr" sz="quarter" idx="21"/>
          </p:nvPr>
        </p:nvSpPr>
        <p:spPr/>
        <p:txBody>
          <a:bodyPr/>
          <a:lstStyle/>
          <a:p>
            <a:r>
              <a:rPr lang="en-US"/>
              <a:t>Vantive Confidential – Internal Use Only</a:t>
            </a:r>
            <a:endParaRPr lang="en-US" dirty="0"/>
          </a:p>
        </p:txBody>
      </p:sp>
      <p:sp>
        <p:nvSpPr>
          <p:cNvPr id="2" name="Title 1">
            <a:extLst>
              <a:ext uri="{FF2B5EF4-FFF2-40B4-BE49-F238E27FC236}">
                <a16:creationId xmlns:a16="http://schemas.microsoft.com/office/drawing/2014/main" id="{3E399FB9-248A-04DC-DF93-E60937F454E0}"/>
              </a:ext>
            </a:extLst>
          </p:cNvPr>
          <p:cNvSpPr>
            <a:spLocks noGrp="1"/>
          </p:cNvSpPr>
          <p:nvPr>
            <p:ph type="title"/>
          </p:nvPr>
        </p:nvSpPr>
        <p:spPr/>
        <p:txBody>
          <a:bodyPr/>
          <a:lstStyle/>
          <a:p>
            <a:r>
              <a:rPr lang="en-US" dirty="0"/>
              <a:t>Timeline</a:t>
            </a:r>
          </a:p>
        </p:txBody>
      </p:sp>
      <p:sp>
        <p:nvSpPr>
          <p:cNvPr id="3" name="Date Placeholder 2">
            <a:extLst>
              <a:ext uri="{FF2B5EF4-FFF2-40B4-BE49-F238E27FC236}">
                <a16:creationId xmlns:a16="http://schemas.microsoft.com/office/drawing/2014/main" id="{43D5D17D-7605-6838-E358-CFC59D888D80}"/>
              </a:ext>
            </a:extLst>
          </p:cNvPr>
          <p:cNvSpPr>
            <a:spLocks noGrp="1"/>
          </p:cNvSpPr>
          <p:nvPr>
            <p:ph type="dt" sz="half" idx="4294967295"/>
          </p:nvPr>
        </p:nvSpPr>
        <p:spPr>
          <a:xfrm>
            <a:off x="838200" y="6970400"/>
            <a:ext cx="2743200" cy="365125"/>
          </a:xfrm>
        </p:spPr>
        <p:txBody>
          <a:bodyPr/>
          <a:lstStyle/>
          <a:p>
            <a:fld id="{46107FDC-7133-49F6-8756-51025C145177}" type="datetime1">
              <a:rPr lang="en-GB" smtClean="0"/>
              <a:t>09/04/2026</a:t>
            </a:fld>
            <a:endParaRPr lang="en-GB"/>
          </a:p>
        </p:txBody>
      </p:sp>
      <p:sp>
        <p:nvSpPr>
          <p:cNvPr id="4" name="Slide Number Placeholder 3">
            <a:extLst>
              <a:ext uri="{FF2B5EF4-FFF2-40B4-BE49-F238E27FC236}">
                <a16:creationId xmlns:a16="http://schemas.microsoft.com/office/drawing/2014/main" id="{31FFB998-BE23-A566-E350-FA56E9FFA7B4}"/>
              </a:ext>
            </a:extLst>
          </p:cNvPr>
          <p:cNvSpPr>
            <a:spLocks noGrp="1"/>
          </p:cNvSpPr>
          <p:nvPr>
            <p:ph type="sldNum" sz="quarter" idx="23"/>
          </p:nvPr>
        </p:nvSpPr>
        <p:spPr/>
        <p:txBody>
          <a:bodyPr/>
          <a:lstStyle/>
          <a:p>
            <a:fld id="{4413DBDE-1217-486F-B764-076DBBFEB98C}" type="slidenum">
              <a:rPr lang="en-GB" smtClean="0"/>
              <a:pPr/>
              <a:t>46</a:t>
            </a:fld>
            <a:endParaRPr lang="en-GB" dirty="0"/>
          </a:p>
        </p:txBody>
      </p:sp>
      <p:graphicFrame>
        <p:nvGraphicFramePr>
          <p:cNvPr id="5" name="object 3">
            <a:extLst>
              <a:ext uri="{FF2B5EF4-FFF2-40B4-BE49-F238E27FC236}">
                <a16:creationId xmlns:a16="http://schemas.microsoft.com/office/drawing/2014/main" id="{8C54FD5A-179B-0F12-5F63-2B305D59D51C}"/>
              </a:ext>
            </a:extLst>
          </p:cNvPr>
          <p:cNvGraphicFramePr>
            <a:graphicFrameLocks noGrp="1"/>
          </p:cNvGraphicFramePr>
          <p:nvPr>
            <p:extLst>
              <p:ext uri="{D42A27DB-BD31-4B8C-83A1-F6EECF244321}">
                <p14:modId xmlns:p14="http://schemas.microsoft.com/office/powerpoint/2010/main" val="1534642263"/>
              </p:ext>
            </p:extLst>
          </p:nvPr>
        </p:nvGraphicFramePr>
        <p:xfrm>
          <a:off x="426720" y="1251032"/>
          <a:ext cx="11338561" cy="4355936"/>
        </p:xfrm>
        <a:graphic>
          <a:graphicData uri="http://schemas.openxmlformats.org/drawingml/2006/table">
            <a:tbl>
              <a:tblPr firstRow="1" bandRow="1">
                <a:tableStyleId>{2D5ABB26-0587-4C30-8999-92F81FD0307C}</a:tableStyleId>
              </a:tblPr>
              <a:tblGrid>
                <a:gridCol w="4535665">
                  <a:extLst>
                    <a:ext uri="{9D8B030D-6E8A-4147-A177-3AD203B41FA5}">
                      <a16:colId xmlns:a16="http://schemas.microsoft.com/office/drawing/2014/main" val="20000"/>
                    </a:ext>
                  </a:extLst>
                </a:gridCol>
                <a:gridCol w="566908">
                  <a:extLst>
                    <a:ext uri="{9D8B030D-6E8A-4147-A177-3AD203B41FA5}">
                      <a16:colId xmlns:a16="http://schemas.microsoft.com/office/drawing/2014/main" val="20001"/>
                    </a:ext>
                  </a:extLst>
                </a:gridCol>
                <a:gridCol w="566908">
                  <a:extLst>
                    <a:ext uri="{9D8B030D-6E8A-4147-A177-3AD203B41FA5}">
                      <a16:colId xmlns:a16="http://schemas.microsoft.com/office/drawing/2014/main" val="20002"/>
                    </a:ext>
                  </a:extLst>
                </a:gridCol>
                <a:gridCol w="566908">
                  <a:extLst>
                    <a:ext uri="{9D8B030D-6E8A-4147-A177-3AD203B41FA5}">
                      <a16:colId xmlns:a16="http://schemas.microsoft.com/office/drawing/2014/main" val="20003"/>
                    </a:ext>
                  </a:extLst>
                </a:gridCol>
                <a:gridCol w="566908">
                  <a:extLst>
                    <a:ext uri="{9D8B030D-6E8A-4147-A177-3AD203B41FA5}">
                      <a16:colId xmlns:a16="http://schemas.microsoft.com/office/drawing/2014/main" val="20004"/>
                    </a:ext>
                  </a:extLst>
                </a:gridCol>
                <a:gridCol w="566908">
                  <a:extLst>
                    <a:ext uri="{9D8B030D-6E8A-4147-A177-3AD203B41FA5}">
                      <a16:colId xmlns:a16="http://schemas.microsoft.com/office/drawing/2014/main" val="20005"/>
                    </a:ext>
                  </a:extLst>
                </a:gridCol>
                <a:gridCol w="566908">
                  <a:extLst>
                    <a:ext uri="{9D8B030D-6E8A-4147-A177-3AD203B41FA5}">
                      <a16:colId xmlns:a16="http://schemas.microsoft.com/office/drawing/2014/main" val="20006"/>
                    </a:ext>
                  </a:extLst>
                </a:gridCol>
                <a:gridCol w="566908">
                  <a:extLst>
                    <a:ext uri="{9D8B030D-6E8A-4147-A177-3AD203B41FA5}">
                      <a16:colId xmlns:a16="http://schemas.microsoft.com/office/drawing/2014/main" val="20007"/>
                    </a:ext>
                  </a:extLst>
                </a:gridCol>
                <a:gridCol w="566908">
                  <a:extLst>
                    <a:ext uri="{9D8B030D-6E8A-4147-A177-3AD203B41FA5}">
                      <a16:colId xmlns:a16="http://schemas.microsoft.com/office/drawing/2014/main" val="20008"/>
                    </a:ext>
                  </a:extLst>
                </a:gridCol>
                <a:gridCol w="566908">
                  <a:extLst>
                    <a:ext uri="{9D8B030D-6E8A-4147-A177-3AD203B41FA5}">
                      <a16:colId xmlns:a16="http://schemas.microsoft.com/office/drawing/2014/main" val="20009"/>
                    </a:ext>
                  </a:extLst>
                </a:gridCol>
                <a:gridCol w="566908">
                  <a:extLst>
                    <a:ext uri="{9D8B030D-6E8A-4147-A177-3AD203B41FA5}">
                      <a16:colId xmlns:a16="http://schemas.microsoft.com/office/drawing/2014/main" val="20010"/>
                    </a:ext>
                  </a:extLst>
                </a:gridCol>
                <a:gridCol w="566908">
                  <a:extLst>
                    <a:ext uri="{9D8B030D-6E8A-4147-A177-3AD203B41FA5}">
                      <a16:colId xmlns:a16="http://schemas.microsoft.com/office/drawing/2014/main" val="20011"/>
                    </a:ext>
                  </a:extLst>
                </a:gridCol>
                <a:gridCol w="566908">
                  <a:extLst>
                    <a:ext uri="{9D8B030D-6E8A-4147-A177-3AD203B41FA5}">
                      <a16:colId xmlns:a16="http://schemas.microsoft.com/office/drawing/2014/main" val="20012"/>
                    </a:ext>
                  </a:extLst>
                </a:gridCol>
              </a:tblGrid>
              <a:tr h="335072">
                <a:tc>
                  <a:txBody>
                    <a:bodyPr/>
                    <a:lstStyle/>
                    <a:p>
                      <a:pPr marL="227329" algn="l">
                        <a:lnSpc>
                          <a:spcPct val="100000"/>
                        </a:lnSpc>
                        <a:spcBef>
                          <a:spcPts val="1255"/>
                        </a:spcBef>
                      </a:pPr>
                      <a:r>
                        <a:rPr sz="1000" spc="-10" dirty="0">
                          <a:solidFill>
                            <a:srgbClr val="FFFAEA"/>
                          </a:solidFill>
                          <a:latin typeface="Arial Black"/>
                          <a:cs typeface="Arial Black"/>
                        </a:rPr>
                        <a:t>PROJECT</a:t>
                      </a:r>
                      <a:endParaRPr sz="1000" dirty="0">
                        <a:latin typeface="Arial Black"/>
                        <a:cs typeface="Arial Black"/>
                      </a:endParaRPr>
                    </a:p>
                  </a:txBody>
                  <a:tcPr marL="0" marR="0" marT="0" marB="0" anchor="ctr">
                    <a:solidFill>
                      <a:srgbClr val="71246B"/>
                    </a:solidFill>
                  </a:tcPr>
                </a:tc>
                <a:tc>
                  <a:txBody>
                    <a:bodyPr/>
                    <a:lstStyle/>
                    <a:p>
                      <a:pPr marL="0" algn="ctr">
                        <a:lnSpc>
                          <a:spcPct val="100000"/>
                        </a:lnSpc>
                        <a:spcBef>
                          <a:spcPts val="0"/>
                        </a:spcBef>
                      </a:pPr>
                      <a:r>
                        <a:rPr sz="1000" b="1" spc="90" dirty="0">
                          <a:solidFill>
                            <a:srgbClr val="FFFAEA"/>
                          </a:solidFill>
                          <a:latin typeface="Arial"/>
                          <a:cs typeface="Arial"/>
                        </a:rPr>
                        <a:t>JAN</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0" dirty="0">
                          <a:solidFill>
                            <a:srgbClr val="FFFAEA"/>
                          </a:solidFill>
                          <a:latin typeface="Arial"/>
                          <a:cs typeface="Arial"/>
                        </a:rPr>
                        <a:t>FEB</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MAR</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APR</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25" dirty="0">
                          <a:solidFill>
                            <a:srgbClr val="FFFAEA"/>
                          </a:solidFill>
                          <a:latin typeface="Arial"/>
                          <a:cs typeface="Arial"/>
                        </a:rPr>
                        <a:t>MAY</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0" dirty="0">
                          <a:solidFill>
                            <a:srgbClr val="FFFAEA"/>
                          </a:solidFill>
                          <a:latin typeface="Arial"/>
                          <a:cs typeface="Arial"/>
                        </a:rPr>
                        <a:t>JUN</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0" dirty="0">
                          <a:solidFill>
                            <a:srgbClr val="FFFAEA"/>
                          </a:solidFill>
                          <a:latin typeface="Arial"/>
                          <a:cs typeface="Arial"/>
                        </a:rPr>
                        <a:t>JUL</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AUG</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0" dirty="0">
                          <a:solidFill>
                            <a:srgbClr val="FFFAEA"/>
                          </a:solidFill>
                          <a:latin typeface="Arial"/>
                          <a:cs typeface="Arial"/>
                        </a:rPr>
                        <a:t>SEP</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OCT</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NOV</a:t>
                      </a:r>
                      <a:endParaRPr sz="1000" dirty="0">
                        <a:latin typeface="Arial"/>
                        <a:cs typeface="Arial"/>
                      </a:endParaRPr>
                    </a:p>
                  </a:txBody>
                  <a:tcPr marL="0" marR="0" marT="0" marB="0" anchor="ctr">
                    <a:solidFill>
                      <a:srgbClr val="71246B"/>
                    </a:solidFill>
                  </a:tcPr>
                </a:tc>
                <a:tc>
                  <a:txBody>
                    <a:bodyPr/>
                    <a:lstStyle/>
                    <a:p>
                      <a:pPr marL="0" algn="ctr">
                        <a:lnSpc>
                          <a:spcPct val="100000"/>
                        </a:lnSpc>
                        <a:spcBef>
                          <a:spcPts val="0"/>
                        </a:spcBef>
                      </a:pPr>
                      <a:r>
                        <a:rPr sz="1000" b="1" spc="95" dirty="0">
                          <a:solidFill>
                            <a:srgbClr val="FFFAEA"/>
                          </a:solidFill>
                          <a:latin typeface="Arial"/>
                          <a:cs typeface="Arial"/>
                        </a:rPr>
                        <a:t>DEC</a:t>
                      </a:r>
                      <a:endParaRPr sz="1000" dirty="0">
                        <a:latin typeface="Arial"/>
                        <a:cs typeface="Arial"/>
                      </a:endParaRPr>
                    </a:p>
                  </a:txBody>
                  <a:tcPr marL="0" marR="0" marT="0" marB="0" anchor="ctr">
                    <a:solidFill>
                      <a:srgbClr val="71246B"/>
                    </a:solidFill>
                  </a:tcPr>
                </a:tc>
                <a:extLst>
                  <a:ext uri="{0D108BD9-81ED-4DB2-BD59-A6C34878D82A}">
                    <a16:rowId xmlns:a16="http://schemas.microsoft.com/office/drawing/2014/main" val="10000"/>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B w="9525">
                      <a:solidFill>
                        <a:srgbClr val="71246B"/>
                      </a:solidFill>
                      <a:prstDash val="solid"/>
                    </a:lnB>
                  </a:tcPr>
                </a:tc>
                <a:extLst>
                  <a:ext uri="{0D108BD9-81ED-4DB2-BD59-A6C34878D82A}">
                    <a16:rowId xmlns:a16="http://schemas.microsoft.com/office/drawing/2014/main" val="10001"/>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2"/>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3"/>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4"/>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5"/>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6"/>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7"/>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8"/>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extLst>
                  <a:ext uri="{0D108BD9-81ED-4DB2-BD59-A6C34878D82A}">
                    <a16:rowId xmlns:a16="http://schemas.microsoft.com/office/drawing/2014/main" val="10009"/>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extLst>
                  <a:ext uri="{0D108BD9-81ED-4DB2-BD59-A6C34878D82A}">
                    <a16:rowId xmlns:a16="http://schemas.microsoft.com/office/drawing/2014/main" val="10010"/>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extLst>
                  <a:ext uri="{0D108BD9-81ED-4DB2-BD59-A6C34878D82A}">
                    <a16:rowId xmlns:a16="http://schemas.microsoft.com/office/drawing/2014/main" val="10011"/>
                  </a:ext>
                </a:extLst>
              </a:tr>
              <a:tr h="335072">
                <a:tc>
                  <a:txBody>
                    <a:bodyPr/>
                    <a:lstStyle/>
                    <a:p>
                      <a:pPr marL="222885">
                        <a:lnSpc>
                          <a:spcPct val="100000"/>
                        </a:lnSpc>
                        <a:spcBef>
                          <a:spcPts val="1230"/>
                        </a:spcBef>
                      </a:pPr>
                      <a:endParaRPr sz="1050" dirty="0">
                        <a:latin typeface="Arial"/>
                        <a:cs typeface="Arial"/>
                      </a:endParaRPr>
                    </a:p>
                  </a:txBody>
                  <a:tcPr marL="0" marR="0" marT="98346" marB="0">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tc>
                  <a:txBody>
                    <a:bodyPr/>
                    <a:lstStyle/>
                    <a:p>
                      <a:pPr marL="0" algn="ctr">
                        <a:lnSpc>
                          <a:spcPct val="100000"/>
                        </a:lnSpc>
                      </a:pPr>
                      <a:endParaRPr sz="1500" dirty="0">
                        <a:latin typeface="Times New Roman"/>
                        <a:cs typeface="Times New Roman"/>
                      </a:endParaRPr>
                    </a:p>
                  </a:txBody>
                  <a:tcPr marL="0" marR="0" marT="0" marB="0" anchor="ctr">
                    <a:lnL w="9525">
                      <a:solidFill>
                        <a:srgbClr val="71246B"/>
                      </a:solidFill>
                      <a:prstDash val="solid"/>
                    </a:lnL>
                    <a:lnR w="9525">
                      <a:solidFill>
                        <a:srgbClr val="71246B"/>
                      </a:solidFill>
                      <a:prstDash val="solid"/>
                    </a:lnR>
                    <a:lnT w="9525">
                      <a:solidFill>
                        <a:srgbClr val="71246B"/>
                      </a:solidFill>
                      <a:prstDash val="solid"/>
                    </a:lnT>
                    <a:lnB w="9525">
                      <a:solidFill>
                        <a:srgbClr val="71246B"/>
                      </a:solidFill>
                      <a:prstDash val="solid"/>
                    </a:lnB>
                    <a:solidFill>
                      <a:srgbClr val="B892B5"/>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53003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52952F-2F44-202C-5BD4-F31CAF026A44}"/>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58FE466F-9493-D7C0-C09B-8528D093A2D0}"/>
              </a:ext>
            </a:extLst>
          </p:cNvPr>
          <p:cNvSpPr>
            <a:spLocks noGrp="1"/>
          </p:cNvSpPr>
          <p:nvPr>
            <p:ph type="sldNum" sz="quarter" idx="23"/>
          </p:nvPr>
        </p:nvSpPr>
        <p:spPr/>
        <p:txBody>
          <a:bodyPr/>
          <a:lstStyle/>
          <a:p>
            <a:fld id="{4413DBDE-1217-486F-B764-076DBBFEB98C}" type="slidenum">
              <a:rPr lang="en-GB" smtClean="0"/>
              <a:pPr/>
              <a:t>47</a:t>
            </a:fld>
            <a:endParaRPr lang="en-GB" dirty="0"/>
          </a:p>
        </p:txBody>
      </p:sp>
    </p:spTree>
    <p:extLst>
      <p:ext uri="{BB962C8B-B14F-4D97-AF65-F5344CB8AC3E}">
        <p14:creationId xmlns:p14="http://schemas.microsoft.com/office/powerpoint/2010/main" val="16827773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619FDE0-6103-981C-E1A9-17F9ED420848}"/>
              </a:ext>
            </a:extLst>
          </p:cNvPr>
          <p:cNvSpPr>
            <a:spLocks noGrp="1"/>
          </p:cNvSpPr>
          <p:nvPr>
            <p:ph type="dt" sz="half" idx="4294967295"/>
          </p:nvPr>
        </p:nvSpPr>
        <p:spPr>
          <a:xfrm>
            <a:off x="838200" y="6970400"/>
            <a:ext cx="2743200" cy="365125"/>
          </a:xfrm>
        </p:spPr>
        <p:txBody>
          <a:bodyPr/>
          <a:lstStyle/>
          <a:p>
            <a:fld id="{8C3F2A0E-6CE4-4526-8A60-2B569ED6C2CF}" type="datetime1">
              <a:rPr lang="en-GB" smtClean="0"/>
              <a:pPr/>
              <a:t>09/04/2026</a:t>
            </a:fld>
            <a:endParaRPr lang="en-GB"/>
          </a:p>
        </p:txBody>
      </p:sp>
      <p:sp>
        <p:nvSpPr>
          <p:cNvPr id="4" name="Footer Placeholder 3">
            <a:extLst>
              <a:ext uri="{FF2B5EF4-FFF2-40B4-BE49-F238E27FC236}">
                <a16:creationId xmlns:a16="http://schemas.microsoft.com/office/drawing/2014/main" id="{81051F82-D2E2-FA15-0542-F1C1AAFDA466}"/>
              </a:ext>
            </a:extLst>
          </p:cNvPr>
          <p:cNvSpPr>
            <a:spLocks noGrp="1"/>
          </p:cNvSpPr>
          <p:nvPr>
            <p:ph type="ftr" sz="quarter" idx="4294967295"/>
          </p:nvPr>
        </p:nvSpPr>
        <p:spPr>
          <a:xfrm>
            <a:off x="8551863" y="6970713"/>
            <a:ext cx="3640137" cy="365125"/>
          </a:xfrm>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E3DF9B1-4297-C28A-F5A3-C71A0935F834}"/>
              </a:ext>
            </a:extLst>
          </p:cNvPr>
          <p:cNvSpPr>
            <a:spLocks noGrp="1"/>
          </p:cNvSpPr>
          <p:nvPr>
            <p:ph type="sldNum" sz="quarter" idx="4294967295"/>
          </p:nvPr>
        </p:nvSpPr>
        <p:spPr>
          <a:xfrm>
            <a:off x="11655425" y="6972300"/>
            <a:ext cx="536575" cy="363538"/>
          </a:xfrm>
        </p:spPr>
        <p:txBody>
          <a:bodyPr/>
          <a:lstStyle/>
          <a:p>
            <a:fld id="{4413DBDE-1217-486F-B764-076DBBFEB98C}" type="slidenum">
              <a:rPr lang="en-GB" smtClean="0"/>
              <a:pPr/>
              <a:t>48</a:t>
            </a:fld>
            <a:endParaRPr lang="en-GB" dirty="0"/>
          </a:p>
        </p:txBody>
      </p:sp>
      <p:sp>
        <p:nvSpPr>
          <p:cNvPr id="2" name="Title 1">
            <a:extLst>
              <a:ext uri="{FF2B5EF4-FFF2-40B4-BE49-F238E27FC236}">
                <a16:creationId xmlns:a16="http://schemas.microsoft.com/office/drawing/2014/main" id="{B19C2487-C704-6FF7-D7E3-62489611028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388759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C6D1057-0E9E-4258-71A1-8685799E2DD0}"/>
              </a:ext>
            </a:extLst>
          </p:cNvPr>
          <p:cNvSpPr>
            <a:spLocks noGrp="1"/>
          </p:cNvSpPr>
          <p:nvPr>
            <p:ph type="ftr" sz="quarter" idx="21"/>
          </p:nvPr>
        </p:nvSpPr>
        <p:spPr>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0461DDCE-0446-199A-958F-F04516212283}"/>
              </a:ext>
            </a:extLst>
          </p:cNvPr>
          <p:cNvSpPr>
            <a:spLocks noGrp="1"/>
          </p:cNvSpPr>
          <p:nvPr>
            <p:ph type="sldNum" sz="quarter" idx="23"/>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413DBDE-1217-486F-B764-076DBBFEB98C}" type="slidenum">
              <a:rPr lang="en-GB" smtClean="0"/>
              <a:pPr/>
              <a:t>49</a:t>
            </a:fld>
            <a:endParaRPr lang="en-GB" dirty="0"/>
          </a:p>
        </p:txBody>
      </p:sp>
      <p:sp>
        <p:nvSpPr>
          <p:cNvPr id="2" name="Title 1">
            <a:extLst>
              <a:ext uri="{FF2B5EF4-FFF2-40B4-BE49-F238E27FC236}">
                <a16:creationId xmlns:a16="http://schemas.microsoft.com/office/drawing/2014/main" id="{3DEF6400-9A0B-2EA0-675D-62B2D741DD86}"/>
              </a:ext>
            </a:extLst>
          </p:cNvPr>
          <p:cNvSpPr>
            <a:spLocks noGrp="1"/>
          </p:cNvSpPr>
          <p:nvPr>
            <p:ph type="title"/>
          </p:nvPr>
        </p:nvSpPr>
        <p:spPr/>
        <p:txBody>
          <a:bodyPr/>
          <a:lstStyle/>
          <a:p>
            <a:r>
              <a:rPr lang="en-US" dirty="0"/>
              <a:t>Guidance for Using White Slides</a:t>
            </a:r>
          </a:p>
        </p:txBody>
      </p:sp>
      <p:sp>
        <p:nvSpPr>
          <p:cNvPr id="6" name="Text Placeholder 5">
            <a:extLst>
              <a:ext uri="{FF2B5EF4-FFF2-40B4-BE49-F238E27FC236}">
                <a16:creationId xmlns:a16="http://schemas.microsoft.com/office/drawing/2014/main" id="{A4683567-B38F-21AD-2DF5-9EDE41D3842A}"/>
              </a:ext>
            </a:extLst>
          </p:cNvPr>
          <p:cNvSpPr>
            <a:spLocks noGrp="1"/>
          </p:cNvSpPr>
          <p:nvPr>
            <p:ph type="body" sz="quarter" idx="61"/>
          </p:nvPr>
        </p:nvSpPr>
        <p:spPr/>
        <p:txBody>
          <a:bodyPr/>
          <a:lstStyle/>
          <a:p>
            <a:r>
              <a:rPr lang="en-US" sz="1200" dirty="0"/>
              <a:t>Please ensure this slide – which is for your internal reference only – is deleted (in PowerPoint's Normal Mode) before finalizing and circulating your PowerPoint document. This slide can be recalled at a later date by simply selecting it from your Slide Layout options.</a:t>
            </a:r>
          </a:p>
        </p:txBody>
      </p:sp>
      <p:sp>
        <p:nvSpPr>
          <p:cNvPr id="7" name="Text Placeholder 6">
            <a:extLst>
              <a:ext uri="{FF2B5EF4-FFF2-40B4-BE49-F238E27FC236}">
                <a16:creationId xmlns:a16="http://schemas.microsoft.com/office/drawing/2014/main" id="{FCD21480-2439-25B2-62FB-E2206E4301F8}"/>
              </a:ext>
            </a:extLst>
          </p:cNvPr>
          <p:cNvSpPr>
            <a:spLocks noGrp="1"/>
          </p:cNvSpPr>
          <p:nvPr>
            <p:ph type="body" sz="quarter" idx="15"/>
          </p:nvPr>
        </p:nvSpPr>
        <p:spPr/>
        <p:txBody>
          <a:bodyPr numCol="1" spcCol="274320"/>
          <a:lstStyle/>
          <a:p>
            <a:pPr marL="0" indent="0">
              <a:buNone/>
            </a:pPr>
            <a:r>
              <a:rPr lang="en-US" b="1" dirty="0">
                <a:solidFill>
                  <a:schemeClr val="bg2"/>
                </a:solidFill>
                <a:highlight>
                  <a:srgbClr val="800080"/>
                </a:highlight>
              </a:rPr>
              <a:t>  How to Use Cream vs. White Slides</a:t>
            </a:r>
            <a:r>
              <a:rPr lang="en-US" b="1" dirty="0">
                <a:solidFill>
                  <a:schemeClr val="accent1"/>
                </a:solidFill>
                <a:highlight>
                  <a:srgbClr val="800080"/>
                </a:highlight>
              </a:rPr>
              <a:t>.</a:t>
            </a:r>
          </a:p>
          <a:p>
            <a:pPr marL="0" indent="0">
              <a:buNone/>
              <a:tabLst>
                <a:tab pos="5251450" algn="l"/>
              </a:tabLst>
            </a:pPr>
            <a:r>
              <a:rPr lang="en-US" dirty="0"/>
              <a:t>Cream background slides remain the primary template and should be used as the default template for presentations in most cases. The following white background slides are intended </a:t>
            </a:r>
            <a:r>
              <a:rPr lang="en-US" b="1" dirty="0"/>
              <a:t>solely</a:t>
            </a:r>
            <a:r>
              <a:rPr lang="en-US" dirty="0"/>
              <a:t> for presentations that require text-heavy content (such as financial or legal information) or graphics/charts that feature white backgrounds. </a:t>
            </a:r>
          </a:p>
          <a:p>
            <a:pPr marL="0" indent="0">
              <a:buNone/>
              <a:tabLst>
                <a:tab pos="5251450" algn="l"/>
              </a:tabLst>
            </a:pPr>
            <a:endParaRPr lang="en-US" dirty="0"/>
          </a:p>
          <a:p>
            <a:pPr marL="0" indent="0">
              <a:buNone/>
              <a:tabLst>
                <a:tab pos="5251450" algn="l"/>
              </a:tabLst>
            </a:pPr>
            <a:r>
              <a:rPr lang="en-US" dirty="0"/>
              <a:t>In the following slides, the background color has been changed from cream to white. The text color has been changed from pine to gray.</a:t>
            </a:r>
          </a:p>
          <a:p>
            <a:pPr marL="0" indent="0">
              <a:buNone/>
              <a:tabLst>
                <a:tab pos="5251450" algn="l"/>
              </a:tabLst>
            </a:pPr>
            <a:endParaRPr lang="en-US" dirty="0"/>
          </a:p>
          <a:p>
            <a:pPr marL="0" indent="0">
              <a:buNone/>
              <a:tabLst>
                <a:tab pos="5251450" algn="l"/>
              </a:tabLst>
            </a:pPr>
            <a:r>
              <a:rPr lang="en-US" dirty="0"/>
              <a:t>Do not alter the template to add more white background slides.</a:t>
            </a:r>
          </a:p>
          <a:p>
            <a:pPr marL="0" indent="0">
              <a:buNone/>
              <a:tabLst>
                <a:tab pos="5251450" algn="l"/>
              </a:tabLst>
            </a:pPr>
            <a:endParaRPr lang="en-US" dirty="0"/>
          </a:p>
          <a:p>
            <a:pPr marL="0" indent="0">
              <a:buNone/>
              <a:tabLst>
                <a:tab pos="5251450" algn="l"/>
              </a:tabLst>
            </a:pPr>
            <a:r>
              <a:rPr lang="en-US" b="1" dirty="0">
                <a:solidFill>
                  <a:schemeClr val="accent1"/>
                </a:solidFill>
                <a:highlight>
                  <a:srgbClr val="800080"/>
                </a:highlight>
              </a:rPr>
              <a:t>. </a:t>
            </a:r>
            <a:r>
              <a:rPr lang="en-US" b="1" dirty="0">
                <a:solidFill>
                  <a:schemeClr val="bg2"/>
                </a:solidFill>
                <a:highlight>
                  <a:srgbClr val="800080"/>
                </a:highlight>
              </a:rPr>
              <a:t>Covers and Dividers</a:t>
            </a:r>
            <a:r>
              <a:rPr lang="en-US" b="1" dirty="0">
                <a:solidFill>
                  <a:schemeClr val="accent1"/>
                </a:solidFill>
                <a:highlight>
                  <a:srgbClr val="800080"/>
                </a:highlight>
              </a:rPr>
              <a:t>.</a:t>
            </a:r>
          </a:p>
          <a:p>
            <a:pPr marL="0" indent="0">
              <a:buNone/>
              <a:tabLst>
                <a:tab pos="5251450" algn="l"/>
              </a:tabLst>
            </a:pPr>
            <a:r>
              <a:rPr lang="en-US" dirty="0"/>
              <a:t>Use the existing plum background slide options for Cover, Agenda, Divider, and End slides alongside the white background slides.</a:t>
            </a:r>
          </a:p>
          <a:p>
            <a:pPr marL="0" indent="0">
              <a:buNone/>
              <a:tabLst>
                <a:tab pos="5251450" algn="l"/>
              </a:tabLst>
            </a:pPr>
            <a:endParaRPr lang="en-US" dirty="0"/>
          </a:p>
          <a:p>
            <a:pPr marL="0" indent="0">
              <a:buNone/>
              <a:tabLst>
                <a:tab pos="3827463" algn="l"/>
              </a:tabLst>
            </a:pPr>
            <a:r>
              <a:rPr lang="en-US" b="1" dirty="0">
                <a:solidFill>
                  <a:schemeClr val="accent1"/>
                </a:solidFill>
                <a:highlight>
                  <a:srgbClr val="800080"/>
                </a:highlight>
              </a:rPr>
              <a:t>. </a:t>
            </a:r>
            <a:r>
              <a:rPr lang="en-US" b="1" dirty="0">
                <a:solidFill>
                  <a:schemeClr val="bg2"/>
                </a:solidFill>
                <a:highlight>
                  <a:srgbClr val="800080"/>
                </a:highlight>
              </a:rPr>
              <a:t>Do Not Mix Cream and White Slides</a:t>
            </a:r>
            <a:r>
              <a:rPr lang="en-US" b="1" dirty="0">
                <a:solidFill>
                  <a:schemeClr val="accent1"/>
                </a:solidFill>
                <a:highlight>
                  <a:srgbClr val="800080"/>
                </a:highlight>
              </a:rPr>
              <a:t>.</a:t>
            </a:r>
          </a:p>
          <a:p>
            <a:pPr marL="0" indent="0">
              <a:buNone/>
              <a:tabLst>
                <a:tab pos="4054475" algn="l"/>
              </a:tabLst>
            </a:pPr>
            <a:r>
              <a:rPr lang="en-US" dirty="0"/>
              <a:t>The body of the presentation should include only white background slides or only cream background slides. Do not mix white and cream background slides in the same presentation, as this will create an inconsistent appearance.</a:t>
            </a:r>
          </a:p>
        </p:txBody>
      </p:sp>
    </p:spTree>
    <p:extLst>
      <p:ext uri="{BB962C8B-B14F-4D97-AF65-F5344CB8AC3E}">
        <p14:creationId xmlns:p14="http://schemas.microsoft.com/office/powerpoint/2010/main" val="1643398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074D8F-584C-151A-3C89-857AF0F78BE2}"/>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97FD0547-6267-03F8-96DC-E4B4194E306D}"/>
              </a:ext>
            </a:extLst>
          </p:cNvPr>
          <p:cNvSpPr>
            <a:spLocks noGrp="1"/>
          </p:cNvSpPr>
          <p:nvPr>
            <p:ph type="sldNum" sz="quarter" idx="23"/>
          </p:nvPr>
        </p:nvSpPr>
        <p:spPr/>
        <p:txBody>
          <a:bodyPr/>
          <a:lstStyle/>
          <a:p>
            <a:fld id="{4413DBDE-1217-486F-B764-076DBBFEB98C}" type="slidenum">
              <a:rPr lang="en-GB" smtClean="0"/>
              <a:pPr/>
              <a:t>50</a:t>
            </a:fld>
            <a:endParaRPr lang="en-GB" dirty="0"/>
          </a:p>
        </p:txBody>
      </p:sp>
    </p:spTree>
    <p:extLst>
      <p:ext uri="{BB962C8B-B14F-4D97-AF65-F5344CB8AC3E}">
        <p14:creationId xmlns:p14="http://schemas.microsoft.com/office/powerpoint/2010/main" val="3408646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35294A-8BE6-BAAF-7300-DE6CBD122ED9}"/>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8E0D966B-49FB-B8D7-A702-A3CE9320FA05}"/>
              </a:ext>
            </a:extLst>
          </p:cNvPr>
          <p:cNvSpPr>
            <a:spLocks noGrp="1"/>
          </p:cNvSpPr>
          <p:nvPr>
            <p:ph type="sldNum" sz="quarter" idx="23"/>
          </p:nvPr>
        </p:nvSpPr>
        <p:spPr/>
        <p:txBody>
          <a:bodyPr/>
          <a:lstStyle/>
          <a:p>
            <a:fld id="{4413DBDE-1217-486F-B764-076DBBFEB98C}" type="slidenum">
              <a:rPr lang="en-GB" smtClean="0"/>
              <a:pPr/>
              <a:t>51</a:t>
            </a:fld>
            <a:endParaRPr lang="en-GB" dirty="0"/>
          </a:p>
        </p:txBody>
      </p:sp>
      <p:sp>
        <p:nvSpPr>
          <p:cNvPr id="4" name="Title 3">
            <a:extLst>
              <a:ext uri="{FF2B5EF4-FFF2-40B4-BE49-F238E27FC236}">
                <a16:creationId xmlns:a16="http://schemas.microsoft.com/office/drawing/2014/main" id="{B0EA3560-18BD-1100-E179-90DF89D4CB21}"/>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78198E39-82B8-22FB-8791-F385E4406D87}"/>
              </a:ext>
            </a:extLst>
          </p:cNvPr>
          <p:cNvSpPr>
            <a:spLocks noGrp="1"/>
          </p:cNvSpPr>
          <p:nvPr>
            <p:ph type="body" sz="quarter" idx="61"/>
          </p:nvPr>
        </p:nvSpPr>
        <p:spPr/>
        <p:txBody>
          <a:bodyPr/>
          <a:lstStyle/>
          <a:p>
            <a:endParaRPr lang="en-US"/>
          </a:p>
        </p:txBody>
      </p:sp>
      <p:sp>
        <p:nvSpPr>
          <p:cNvPr id="6" name="Text Placeholder 5">
            <a:extLst>
              <a:ext uri="{FF2B5EF4-FFF2-40B4-BE49-F238E27FC236}">
                <a16:creationId xmlns:a16="http://schemas.microsoft.com/office/drawing/2014/main" id="{5A84CD9A-078E-9669-C775-5CAAB46F0D02}"/>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06456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76D3-62A1-71D8-3ED1-A06891638BC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BB9406E-2D56-51F2-E0B1-A61D50CE3A87}"/>
              </a:ext>
            </a:extLst>
          </p:cNvPr>
          <p:cNvSpPr>
            <a:spLocks noGrp="1"/>
          </p:cNvSpPr>
          <p:nvPr>
            <p:ph type="body" sz="quarter" idx="17"/>
          </p:nvPr>
        </p:nvSpPr>
        <p:spPr/>
        <p:txBody>
          <a:bodyPr/>
          <a:lstStyle/>
          <a:p>
            <a:endParaRPr lang="en-US"/>
          </a:p>
        </p:txBody>
      </p:sp>
      <p:sp>
        <p:nvSpPr>
          <p:cNvPr id="4" name="Footer Placeholder 3">
            <a:extLst>
              <a:ext uri="{FF2B5EF4-FFF2-40B4-BE49-F238E27FC236}">
                <a16:creationId xmlns:a16="http://schemas.microsoft.com/office/drawing/2014/main" id="{905BEBE8-DB89-BC13-80DA-D1654BFD991D}"/>
              </a:ext>
            </a:extLst>
          </p:cNvPr>
          <p:cNvSpPr>
            <a:spLocks noGrp="1"/>
          </p:cNvSpPr>
          <p:nvPr>
            <p:ph type="ftr" sz="quarter" idx="21"/>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EC4D9C71-BE67-3A0F-75A7-92813F6F2E51}"/>
              </a:ext>
            </a:extLst>
          </p:cNvPr>
          <p:cNvSpPr>
            <a:spLocks noGrp="1"/>
          </p:cNvSpPr>
          <p:nvPr>
            <p:ph type="sldNum" sz="quarter" idx="23"/>
          </p:nvPr>
        </p:nvSpPr>
        <p:spPr/>
        <p:txBody>
          <a:bodyPr/>
          <a:lstStyle/>
          <a:p>
            <a:fld id="{4413DBDE-1217-486F-B764-076DBBFEB98C}" type="slidenum">
              <a:rPr lang="en-GB" smtClean="0"/>
              <a:pPr/>
              <a:t>52</a:t>
            </a:fld>
            <a:endParaRPr lang="en-GB" dirty="0"/>
          </a:p>
        </p:txBody>
      </p:sp>
      <p:sp>
        <p:nvSpPr>
          <p:cNvPr id="6" name="Picture Placeholder 5">
            <a:extLst>
              <a:ext uri="{FF2B5EF4-FFF2-40B4-BE49-F238E27FC236}">
                <a16:creationId xmlns:a16="http://schemas.microsoft.com/office/drawing/2014/main" id="{184494CB-7C43-823C-0038-E55A2577F237}"/>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16236362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E501-33D1-705E-140F-9DE6E8314C63}"/>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D33AE0B3-E905-6563-8621-C7220DE6F91E}"/>
              </a:ext>
            </a:extLst>
          </p:cNvPr>
          <p:cNvSpPr>
            <a:spLocks noGrp="1"/>
          </p:cNvSpPr>
          <p:nvPr>
            <p:ph type="ftr" sz="quarter" idx="21"/>
          </p:nvPr>
        </p:nvSpPr>
        <p:spPr/>
        <p:txBody>
          <a:bodyPr/>
          <a:lstStyle/>
          <a:p>
            <a:r>
              <a:rPr lang="en-US"/>
              <a:t>Vantive Confidential – Internal Use Only</a:t>
            </a:r>
            <a:endParaRPr lang="en-US" dirty="0"/>
          </a:p>
        </p:txBody>
      </p:sp>
      <p:sp>
        <p:nvSpPr>
          <p:cNvPr id="4" name="Slide Number Placeholder 3">
            <a:extLst>
              <a:ext uri="{FF2B5EF4-FFF2-40B4-BE49-F238E27FC236}">
                <a16:creationId xmlns:a16="http://schemas.microsoft.com/office/drawing/2014/main" id="{255EF1F9-DD25-BA7B-5F2E-6698606FA543}"/>
              </a:ext>
            </a:extLst>
          </p:cNvPr>
          <p:cNvSpPr>
            <a:spLocks noGrp="1"/>
          </p:cNvSpPr>
          <p:nvPr>
            <p:ph type="sldNum" sz="quarter" idx="23"/>
          </p:nvPr>
        </p:nvSpPr>
        <p:spPr/>
        <p:txBody>
          <a:bodyPr/>
          <a:lstStyle/>
          <a:p>
            <a:fld id="{4413DBDE-1217-486F-B764-076DBBFEB98C}" type="slidenum">
              <a:rPr lang="en-GB" smtClean="0"/>
              <a:pPr/>
              <a:t>53</a:t>
            </a:fld>
            <a:endParaRPr lang="en-GB" dirty="0"/>
          </a:p>
        </p:txBody>
      </p:sp>
      <p:sp>
        <p:nvSpPr>
          <p:cNvPr id="5" name="Text Placeholder 4">
            <a:extLst>
              <a:ext uri="{FF2B5EF4-FFF2-40B4-BE49-F238E27FC236}">
                <a16:creationId xmlns:a16="http://schemas.microsoft.com/office/drawing/2014/main" id="{A126C24E-A3CA-A8F1-34B9-D712B846F2DB}"/>
              </a:ext>
            </a:extLst>
          </p:cNvPr>
          <p:cNvSpPr>
            <a:spLocks noGrp="1"/>
          </p:cNvSpPr>
          <p:nvPr>
            <p:ph type="body" sz="quarter" idx="17"/>
          </p:nvPr>
        </p:nvSpPr>
        <p:spPr/>
        <p:txBody>
          <a:bodyPr/>
          <a:lstStyle/>
          <a:p>
            <a:endParaRPr lang="en-US"/>
          </a:p>
        </p:txBody>
      </p:sp>
      <p:sp>
        <p:nvSpPr>
          <p:cNvPr id="6" name="Picture Placeholder 5">
            <a:extLst>
              <a:ext uri="{FF2B5EF4-FFF2-40B4-BE49-F238E27FC236}">
                <a16:creationId xmlns:a16="http://schemas.microsoft.com/office/drawing/2014/main" id="{F3126DE5-D784-EAD0-2A7B-30D9B7C00809}"/>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1326487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202E27E7-3B08-2927-2EB0-866FC0D2735A}"/>
              </a:ext>
            </a:extLst>
          </p:cNvPr>
          <p:cNvSpPr>
            <a:spLocks noGrp="1"/>
          </p:cNvSpPr>
          <p:nvPr>
            <p:ph type="chart" sz="quarter" idx="19"/>
          </p:nvPr>
        </p:nvSpPr>
        <p:spPr/>
        <p:txBody>
          <a:bodyPr/>
          <a:lstStyle/>
          <a:p>
            <a:endParaRPr lang="en-US"/>
          </a:p>
        </p:txBody>
      </p:sp>
      <p:sp>
        <p:nvSpPr>
          <p:cNvPr id="3" name="Title 2">
            <a:extLst>
              <a:ext uri="{FF2B5EF4-FFF2-40B4-BE49-F238E27FC236}">
                <a16:creationId xmlns:a16="http://schemas.microsoft.com/office/drawing/2014/main" id="{5D2C9000-9507-9521-3561-C6D21AA55DC9}"/>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10FFC894-EC68-9807-CEF2-4A1D87A34857}"/>
              </a:ext>
            </a:extLst>
          </p:cNvPr>
          <p:cNvSpPr>
            <a:spLocks noGrp="1"/>
          </p:cNvSpPr>
          <p:nvPr>
            <p:ph type="ftr" sz="quarter" idx="22"/>
          </p:nvPr>
        </p:nvSpPr>
        <p:spPr/>
        <p:txBody>
          <a:bodyPr/>
          <a:lstStyle/>
          <a:p>
            <a:r>
              <a:rPr lang="en-US"/>
              <a:t>Vantive Confidential – Internal Use Only</a:t>
            </a:r>
            <a:endParaRPr lang="en-US" dirty="0"/>
          </a:p>
        </p:txBody>
      </p:sp>
      <p:sp>
        <p:nvSpPr>
          <p:cNvPr id="5" name="Slide Number Placeholder 4">
            <a:extLst>
              <a:ext uri="{FF2B5EF4-FFF2-40B4-BE49-F238E27FC236}">
                <a16:creationId xmlns:a16="http://schemas.microsoft.com/office/drawing/2014/main" id="{6DF246C4-92D3-477B-82DE-CAE60A520EB7}"/>
              </a:ext>
            </a:extLst>
          </p:cNvPr>
          <p:cNvSpPr>
            <a:spLocks noGrp="1"/>
          </p:cNvSpPr>
          <p:nvPr>
            <p:ph type="sldNum" sz="quarter" idx="24"/>
          </p:nvPr>
        </p:nvSpPr>
        <p:spPr/>
        <p:txBody>
          <a:bodyPr/>
          <a:lstStyle/>
          <a:p>
            <a:fld id="{4413DBDE-1217-486F-B764-076DBBFEB98C}" type="slidenum">
              <a:rPr lang="en-GB" smtClean="0"/>
              <a:pPr/>
              <a:t>54</a:t>
            </a:fld>
            <a:endParaRPr lang="en-GB" dirty="0"/>
          </a:p>
        </p:txBody>
      </p:sp>
      <p:sp>
        <p:nvSpPr>
          <p:cNvPr id="6" name="Text Placeholder 5">
            <a:extLst>
              <a:ext uri="{FF2B5EF4-FFF2-40B4-BE49-F238E27FC236}">
                <a16:creationId xmlns:a16="http://schemas.microsoft.com/office/drawing/2014/main" id="{BA90EEEF-C8DE-B86E-6042-560F0BAAD8D0}"/>
              </a:ext>
            </a:extLst>
          </p:cNvPr>
          <p:cNvSpPr>
            <a:spLocks noGrp="1"/>
          </p:cNvSpPr>
          <p:nvPr>
            <p:ph type="body" sz="quarter" idx="25"/>
          </p:nvPr>
        </p:nvSpPr>
        <p:spPr/>
        <p:txBody>
          <a:bodyPr/>
          <a:lstStyle/>
          <a:p>
            <a:endParaRPr lang="en-US"/>
          </a:p>
        </p:txBody>
      </p:sp>
      <p:sp>
        <p:nvSpPr>
          <p:cNvPr id="7" name="Text Placeholder 6">
            <a:extLst>
              <a:ext uri="{FF2B5EF4-FFF2-40B4-BE49-F238E27FC236}">
                <a16:creationId xmlns:a16="http://schemas.microsoft.com/office/drawing/2014/main" id="{6E76AF13-CE09-B729-D588-511B4A9BB1A1}"/>
              </a:ext>
            </a:extLst>
          </p:cNvPr>
          <p:cNvSpPr>
            <a:spLocks noGrp="1"/>
          </p:cNvSpPr>
          <p:nvPr>
            <p:ph type="body" sz="quarter" idx="67"/>
          </p:nvPr>
        </p:nvSpPr>
        <p:spPr/>
        <p:txBody>
          <a:bodyPr/>
          <a:lstStyle/>
          <a:p>
            <a:endParaRPr lang="en-US"/>
          </a:p>
        </p:txBody>
      </p:sp>
    </p:spTree>
    <p:extLst>
      <p:ext uri="{BB962C8B-B14F-4D97-AF65-F5344CB8AC3E}">
        <p14:creationId xmlns:p14="http://schemas.microsoft.com/office/powerpoint/2010/main" val="37124806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222E45A6-3D8C-BFDB-0079-5667D7369B8C}"/>
              </a:ext>
            </a:extLst>
          </p:cNvPr>
          <p:cNvSpPr/>
          <p:nvPr/>
        </p:nvSpPr>
        <p:spPr>
          <a:xfrm>
            <a:off x="323974" y="1521468"/>
            <a:ext cx="1261579" cy="4266857"/>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dirty="0">
              <a:solidFill>
                <a:schemeClr val="bg2"/>
              </a:solidFill>
            </a:endParaRPr>
          </a:p>
        </p:txBody>
      </p:sp>
      <p:pic>
        <p:nvPicPr>
          <p:cNvPr id="31" name="Picture Placeholder 547">
            <a:extLst>
              <a:ext uri="{FF2B5EF4-FFF2-40B4-BE49-F238E27FC236}">
                <a16:creationId xmlns:a16="http://schemas.microsoft.com/office/drawing/2014/main" id="{1EBAEB92-31C7-94A4-23FC-1F6EC2D4E822}"/>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601877" y="1623557"/>
            <a:ext cx="705772" cy="709467"/>
          </a:xfrm>
          <a:prstGeom prst="rect">
            <a:avLst/>
          </a:prstGeom>
        </p:spPr>
      </p:pic>
      <p:sp>
        <p:nvSpPr>
          <p:cNvPr id="32" name="CuadroTexto 31">
            <a:extLst>
              <a:ext uri="{FF2B5EF4-FFF2-40B4-BE49-F238E27FC236}">
                <a16:creationId xmlns:a16="http://schemas.microsoft.com/office/drawing/2014/main" id="{CA1A87E8-F7D3-555D-F981-B938A966EAB8}"/>
              </a:ext>
            </a:extLst>
          </p:cNvPr>
          <p:cNvSpPr txBox="1">
            <a:spLocks/>
          </p:cNvSpPr>
          <p:nvPr/>
        </p:nvSpPr>
        <p:spPr>
          <a:xfrm>
            <a:off x="475868" y="2217608"/>
            <a:ext cx="957791" cy="286232"/>
          </a:xfrm>
          <a:prstGeom prst="rect">
            <a:avLst/>
          </a:prstGeom>
          <a:noFill/>
        </p:spPr>
        <p:txBody>
          <a:bodyPr wrap="square" rtlCol="0">
            <a:spAutoFit/>
          </a:bodyPr>
          <a:lstStyle/>
          <a:p>
            <a:pPr algn="l">
              <a:lnSpc>
                <a:spcPct val="90000"/>
              </a:lnSpc>
              <a:spcBef>
                <a:spcPts val="1000"/>
              </a:spcBef>
              <a:buClr>
                <a:schemeClr val="accent2"/>
              </a:buClr>
            </a:pPr>
            <a:r>
              <a:rPr lang="es-MX" sz="1400" dirty="0"/>
              <a:t>Operador</a:t>
            </a:r>
          </a:p>
        </p:txBody>
      </p:sp>
      <p:pic>
        <p:nvPicPr>
          <p:cNvPr id="41" name="Picture Placeholder 563">
            <a:extLst>
              <a:ext uri="{FF2B5EF4-FFF2-40B4-BE49-F238E27FC236}">
                <a16:creationId xmlns:a16="http://schemas.microsoft.com/office/drawing/2014/main" id="{DF1C1899-ABB9-2C0A-6DA6-1415F60FA30B}"/>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499944" y="2559119"/>
            <a:ext cx="909638" cy="914400"/>
          </a:xfrm>
          <a:prstGeom prst="rect">
            <a:avLst/>
          </a:prstGeom>
        </p:spPr>
      </p:pic>
      <p:sp>
        <p:nvSpPr>
          <p:cNvPr id="42" name="CuadroTexto 41">
            <a:extLst>
              <a:ext uri="{FF2B5EF4-FFF2-40B4-BE49-F238E27FC236}">
                <a16:creationId xmlns:a16="http://schemas.microsoft.com/office/drawing/2014/main" id="{42976652-BEC9-3202-EFE9-483149FC042D}"/>
              </a:ext>
            </a:extLst>
          </p:cNvPr>
          <p:cNvSpPr txBox="1">
            <a:spLocks/>
          </p:cNvSpPr>
          <p:nvPr/>
        </p:nvSpPr>
        <p:spPr>
          <a:xfrm>
            <a:off x="540138" y="3242687"/>
            <a:ext cx="829250" cy="286232"/>
          </a:xfrm>
          <a:prstGeom prst="rect">
            <a:avLst/>
          </a:prstGeom>
          <a:noFill/>
        </p:spPr>
        <p:txBody>
          <a:bodyPr wrap="square" rtlCol="0">
            <a:spAutoFit/>
          </a:bodyPr>
          <a:lstStyle/>
          <a:p>
            <a:pPr algn="l">
              <a:lnSpc>
                <a:spcPct val="90000"/>
              </a:lnSpc>
              <a:spcBef>
                <a:spcPts val="1000"/>
              </a:spcBef>
              <a:buClr>
                <a:schemeClr val="accent2"/>
              </a:buClr>
            </a:pPr>
            <a:r>
              <a:rPr lang="es-MX" sz="1400" dirty="0"/>
              <a:t>Calidad</a:t>
            </a:r>
          </a:p>
        </p:txBody>
      </p:sp>
      <p:pic>
        <p:nvPicPr>
          <p:cNvPr id="54" name="Picture Placeholder 549">
            <a:extLst>
              <a:ext uri="{FF2B5EF4-FFF2-40B4-BE49-F238E27FC236}">
                <a16:creationId xmlns:a16="http://schemas.microsoft.com/office/drawing/2014/main" id="{CDB02525-8DB4-2C37-0109-4F2986A6FC2E}"/>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562508" y="3597811"/>
            <a:ext cx="784510" cy="788617"/>
          </a:xfrm>
          <a:prstGeom prst="rect">
            <a:avLst/>
          </a:prstGeom>
        </p:spPr>
      </p:pic>
      <p:sp>
        <p:nvSpPr>
          <p:cNvPr id="55" name="CuadroTexto 54">
            <a:extLst>
              <a:ext uri="{FF2B5EF4-FFF2-40B4-BE49-F238E27FC236}">
                <a16:creationId xmlns:a16="http://schemas.microsoft.com/office/drawing/2014/main" id="{EA5F7826-0F3D-98E3-9B57-451EA092DAD0}"/>
              </a:ext>
            </a:extLst>
          </p:cNvPr>
          <p:cNvSpPr txBox="1">
            <a:spLocks/>
          </p:cNvSpPr>
          <p:nvPr/>
        </p:nvSpPr>
        <p:spPr>
          <a:xfrm>
            <a:off x="433080" y="4246721"/>
            <a:ext cx="1043367" cy="480131"/>
          </a:xfrm>
          <a:prstGeom prst="rect">
            <a:avLst/>
          </a:prstGeom>
          <a:noFill/>
        </p:spPr>
        <p:txBody>
          <a:bodyPr wrap="square" rtlCol="0">
            <a:spAutoFit/>
          </a:bodyPr>
          <a:lstStyle/>
          <a:p>
            <a:pPr algn="ctr">
              <a:lnSpc>
                <a:spcPct val="90000"/>
              </a:lnSpc>
              <a:spcBef>
                <a:spcPts val="1000"/>
              </a:spcBef>
              <a:buClr>
                <a:schemeClr val="accent2"/>
              </a:buClr>
            </a:pPr>
            <a:r>
              <a:rPr lang="es-MX" sz="1400" dirty="0"/>
              <a:t>Supervisor MFG</a:t>
            </a:r>
          </a:p>
        </p:txBody>
      </p:sp>
      <p:pic>
        <p:nvPicPr>
          <p:cNvPr id="56" name="Picture Placeholder 82">
            <a:extLst>
              <a:ext uri="{FF2B5EF4-FFF2-40B4-BE49-F238E27FC236}">
                <a16:creationId xmlns:a16="http://schemas.microsoft.com/office/drawing/2014/main" id="{42C8E80D-6D51-A081-50E1-797F6BB16E13}"/>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549503" y="4725796"/>
            <a:ext cx="810520" cy="814763"/>
          </a:xfrm>
          <a:prstGeom prst="rect">
            <a:avLst/>
          </a:prstGeom>
        </p:spPr>
      </p:pic>
      <p:sp>
        <p:nvSpPr>
          <p:cNvPr id="57" name="CuadroTexto 56">
            <a:extLst>
              <a:ext uri="{FF2B5EF4-FFF2-40B4-BE49-F238E27FC236}">
                <a16:creationId xmlns:a16="http://schemas.microsoft.com/office/drawing/2014/main" id="{6C559CDE-E228-4784-C824-FCBD6DBA9700}"/>
              </a:ext>
            </a:extLst>
          </p:cNvPr>
          <p:cNvSpPr txBox="1">
            <a:spLocks/>
          </p:cNvSpPr>
          <p:nvPr/>
        </p:nvSpPr>
        <p:spPr>
          <a:xfrm>
            <a:off x="306722" y="5389255"/>
            <a:ext cx="1296082" cy="286232"/>
          </a:xfrm>
          <a:prstGeom prst="rect">
            <a:avLst/>
          </a:prstGeom>
          <a:noFill/>
        </p:spPr>
        <p:txBody>
          <a:bodyPr wrap="square" rtlCol="0">
            <a:spAutoFit/>
          </a:bodyPr>
          <a:lstStyle/>
          <a:p>
            <a:pPr algn="l">
              <a:lnSpc>
                <a:spcPct val="90000"/>
              </a:lnSpc>
              <a:spcBef>
                <a:spcPts val="1000"/>
              </a:spcBef>
              <a:buClr>
                <a:schemeClr val="accent2"/>
              </a:buClr>
            </a:pPr>
            <a:r>
              <a:rPr lang="es-MX" sz="1400" dirty="0"/>
              <a:t>Administrador</a:t>
            </a:r>
          </a:p>
        </p:txBody>
      </p:sp>
      <p:sp>
        <p:nvSpPr>
          <p:cNvPr id="58" name="CuadroTexto 57">
            <a:extLst>
              <a:ext uri="{FF2B5EF4-FFF2-40B4-BE49-F238E27FC236}">
                <a16:creationId xmlns:a16="http://schemas.microsoft.com/office/drawing/2014/main" id="{98B59DAC-AE42-9780-E451-E54C1C789243}"/>
              </a:ext>
            </a:extLst>
          </p:cNvPr>
          <p:cNvSpPr txBox="1">
            <a:spLocks/>
          </p:cNvSpPr>
          <p:nvPr/>
        </p:nvSpPr>
        <p:spPr>
          <a:xfrm>
            <a:off x="535277" y="5797201"/>
            <a:ext cx="838973" cy="313932"/>
          </a:xfrm>
          <a:prstGeom prst="rect">
            <a:avLst/>
          </a:prstGeom>
          <a:noFill/>
        </p:spPr>
        <p:txBody>
          <a:bodyPr wrap="square" rtlCol="0">
            <a:spAutoFit/>
          </a:bodyPr>
          <a:lstStyle/>
          <a:p>
            <a:pPr algn="l">
              <a:lnSpc>
                <a:spcPct val="90000"/>
              </a:lnSpc>
              <a:spcBef>
                <a:spcPts val="1000"/>
              </a:spcBef>
              <a:buClr>
                <a:schemeClr val="accent2"/>
              </a:buClr>
            </a:pPr>
            <a:r>
              <a:rPr lang="es-MX" sz="1600" b="1" dirty="0"/>
              <a:t>Roles</a:t>
            </a:r>
          </a:p>
        </p:txBody>
      </p:sp>
      <p:sp>
        <p:nvSpPr>
          <p:cNvPr id="59" name="Flecha: a la derecha 58">
            <a:extLst>
              <a:ext uri="{FF2B5EF4-FFF2-40B4-BE49-F238E27FC236}">
                <a16:creationId xmlns:a16="http://schemas.microsoft.com/office/drawing/2014/main" id="{F95548D8-5820-03A3-F409-248245E5BCF8}"/>
              </a:ext>
            </a:extLst>
          </p:cNvPr>
          <p:cNvSpPr/>
          <p:nvPr/>
        </p:nvSpPr>
        <p:spPr>
          <a:xfrm>
            <a:off x="1826700" y="3539480"/>
            <a:ext cx="776378" cy="230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dirty="0">
              <a:solidFill>
                <a:schemeClr val="bg2"/>
              </a:solidFill>
            </a:endParaRPr>
          </a:p>
        </p:txBody>
      </p:sp>
      <p:sp>
        <p:nvSpPr>
          <p:cNvPr id="60" name="CuadroTexto 59">
            <a:extLst>
              <a:ext uri="{FF2B5EF4-FFF2-40B4-BE49-F238E27FC236}">
                <a16:creationId xmlns:a16="http://schemas.microsoft.com/office/drawing/2014/main" id="{93BC9636-7BAD-A9B7-5A40-033CAFD93952}"/>
              </a:ext>
            </a:extLst>
          </p:cNvPr>
          <p:cNvSpPr txBox="1">
            <a:spLocks/>
          </p:cNvSpPr>
          <p:nvPr/>
        </p:nvSpPr>
        <p:spPr>
          <a:xfrm>
            <a:off x="1726140" y="3770312"/>
            <a:ext cx="977498" cy="286232"/>
          </a:xfrm>
          <a:prstGeom prst="rect">
            <a:avLst/>
          </a:prstGeom>
          <a:noFill/>
        </p:spPr>
        <p:txBody>
          <a:bodyPr wrap="square" rtlCol="0">
            <a:spAutoFit/>
          </a:bodyPr>
          <a:lstStyle/>
          <a:p>
            <a:pPr algn="l">
              <a:lnSpc>
                <a:spcPct val="90000"/>
              </a:lnSpc>
              <a:spcBef>
                <a:spcPts val="1000"/>
              </a:spcBef>
              <a:buClr>
                <a:schemeClr val="accent2"/>
              </a:buClr>
            </a:pPr>
            <a:r>
              <a:rPr lang="es-MX" sz="1400" b="1" dirty="0"/>
              <a:t>Ingresar</a:t>
            </a:r>
          </a:p>
        </p:txBody>
      </p:sp>
      <p:sp>
        <p:nvSpPr>
          <p:cNvPr id="61" name="Rectángulo: esquinas redondeadas 60">
            <a:extLst>
              <a:ext uri="{FF2B5EF4-FFF2-40B4-BE49-F238E27FC236}">
                <a16:creationId xmlns:a16="http://schemas.microsoft.com/office/drawing/2014/main" id="{58A907BB-BE82-1872-C79C-80046D9F13FD}"/>
              </a:ext>
            </a:extLst>
          </p:cNvPr>
          <p:cNvSpPr/>
          <p:nvPr/>
        </p:nvSpPr>
        <p:spPr>
          <a:xfrm>
            <a:off x="1624858" y="2899244"/>
            <a:ext cx="1180063" cy="574275"/>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Autofit/>
          </a:bodyPr>
          <a:lstStyle/>
          <a:p>
            <a:pPr algn="ctr">
              <a:lnSpc>
                <a:spcPct val="90000"/>
              </a:lnSpc>
              <a:spcBef>
                <a:spcPts val="1000"/>
              </a:spcBef>
              <a:buClr>
                <a:schemeClr val="bg2"/>
              </a:buClr>
            </a:pPr>
            <a:r>
              <a:rPr lang="es-MX" sz="1400" dirty="0">
                <a:solidFill>
                  <a:schemeClr val="tx1"/>
                </a:solidFill>
              </a:rPr>
              <a:t>Usuario / contraseña</a:t>
            </a:r>
          </a:p>
        </p:txBody>
      </p:sp>
      <p:sp>
        <p:nvSpPr>
          <p:cNvPr id="65" name="Rectángulo: esquinas redondeadas 64">
            <a:extLst>
              <a:ext uri="{FF2B5EF4-FFF2-40B4-BE49-F238E27FC236}">
                <a16:creationId xmlns:a16="http://schemas.microsoft.com/office/drawing/2014/main" id="{040FB1ED-39D2-B2B5-598E-0C63A48D9CCE}"/>
              </a:ext>
            </a:extLst>
          </p:cNvPr>
          <p:cNvSpPr/>
          <p:nvPr/>
        </p:nvSpPr>
        <p:spPr>
          <a:xfrm>
            <a:off x="2925055" y="2257890"/>
            <a:ext cx="1388852" cy="228302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dirty="0">
              <a:solidFill>
                <a:schemeClr val="bg2"/>
              </a:solidFill>
            </a:endParaRPr>
          </a:p>
        </p:txBody>
      </p:sp>
      <p:pic>
        <p:nvPicPr>
          <p:cNvPr id="67" name="Picture Placeholder 59">
            <a:extLst>
              <a:ext uri="{FF2B5EF4-FFF2-40B4-BE49-F238E27FC236}">
                <a16:creationId xmlns:a16="http://schemas.microsoft.com/office/drawing/2014/main" id="{C357F0DD-CB7E-8DF0-EAE3-F69C592D7550}"/>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3058625" y="2365427"/>
            <a:ext cx="1121713" cy="1127585"/>
          </a:xfrm>
          <a:prstGeom prst="rect">
            <a:avLst/>
          </a:prstGeom>
        </p:spPr>
      </p:pic>
      <p:sp>
        <p:nvSpPr>
          <p:cNvPr id="69" name="CuadroTexto 68">
            <a:extLst>
              <a:ext uri="{FF2B5EF4-FFF2-40B4-BE49-F238E27FC236}">
                <a16:creationId xmlns:a16="http://schemas.microsoft.com/office/drawing/2014/main" id="{1698089E-C616-0ED4-C40A-1D249966B7C3}"/>
              </a:ext>
            </a:extLst>
          </p:cNvPr>
          <p:cNvSpPr txBox="1">
            <a:spLocks/>
          </p:cNvSpPr>
          <p:nvPr/>
        </p:nvSpPr>
        <p:spPr>
          <a:xfrm>
            <a:off x="2968300" y="3456247"/>
            <a:ext cx="1302363" cy="1061829"/>
          </a:xfrm>
          <a:prstGeom prst="rect">
            <a:avLst/>
          </a:prstGeom>
          <a:noFill/>
        </p:spPr>
        <p:txBody>
          <a:bodyPr wrap="square" rtlCol="0">
            <a:spAutoFit/>
          </a:bodyPr>
          <a:lstStyle/>
          <a:p>
            <a:pPr algn="ctr">
              <a:lnSpc>
                <a:spcPct val="90000"/>
              </a:lnSpc>
              <a:spcBef>
                <a:spcPts val="1000"/>
              </a:spcBef>
              <a:buClr>
                <a:schemeClr val="accent2"/>
              </a:buClr>
            </a:pPr>
            <a:r>
              <a:rPr lang="es-MX" sz="1400" b="1" dirty="0"/>
              <a:t>Sistema de Monitoreo y Control de Muestras de Retención</a:t>
            </a:r>
          </a:p>
        </p:txBody>
      </p:sp>
      <p:sp>
        <p:nvSpPr>
          <p:cNvPr id="70" name="Rectángulo: esquinas redondeadas 69">
            <a:extLst>
              <a:ext uri="{FF2B5EF4-FFF2-40B4-BE49-F238E27FC236}">
                <a16:creationId xmlns:a16="http://schemas.microsoft.com/office/drawing/2014/main" id="{139432C9-85AE-DF41-DF66-67F3AE10BB93}"/>
              </a:ext>
            </a:extLst>
          </p:cNvPr>
          <p:cNvSpPr>
            <a:spLocks/>
          </p:cNvSpPr>
          <p:nvPr/>
        </p:nvSpPr>
        <p:spPr>
          <a:xfrm>
            <a:off x="5460279" y="1654889"/>
            <a:ext cx="3709600" cy="3734366"/>
          </a:xfrm>
          <a:prstGeom prst="roundRect">
            <a:avLst>
              <a:gd name="adj" fmla="val 14639"/>
            </a:avLst>
          </a:prstGeom>
          <a:solidFill>
            <a:schemeClr val="tx2">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dirty="0">
              <a:solidFill>
                <a:schemeClr val="bg2"/>
              </a:solidFill>
            </a:endParaRPr>
          </a:p>
        </p:txBody>
      </p:sp>
      <p:sp>
        <p:nvSpPr>
          <p:cNvPr id="73" name="Flecha: a la derecha 72">
            <a:extLst>
              <a:ext uri="{FF2B5EF4-FFF2-40B4-BE49-F238E27FC236}">
                <a16:creationId xmlns:a16="http://schemas.microsoft.com/office/drawing/2014/main" id="{B3FB681B-74A3-AE68-A2E5-1EEF65EE2347}"/>
              </a:ext>
            </a:extLst>
          </p:cNvPr>
          <p:cNvSpPr/>
          <p:nvPr/>
        </p:nvSpPr>
        <p:spPr>
          <a:xfrm>
            <a:off x="4466740" y="3456247"/>
            <a:ext cx="776378" cy="230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dirty="0">
              <a:solidFill>
                <a:schemeClr val="bg2"/>
              </a:solidFill>
            </a:endParaRPr>
          </a:p>
        </p:txBody>
      </p:sp>
      <p:sp>
        <p:nvSpPr>
          <p:cNvPr id="74" name="CuadroTexto 73">
            <a:extLst>
              <a:ext uri="{FF2B5EF4-FFF2-40B4-BE49-F238E27FC236}">
                <a16:creationId xmlns:a16="http://schemas.microsoft.com/office/drawing/2014/main" id="{D8728572-1F42-0133-3F26-76D16F24CAFF}"/>
              </a:ext>
            </a:extLst>
          </p:cNvPr>
          <p:cNvSpPr txBox="1">
            <a:spLocks/>
          </p:cNvSpPr>
          <p:nvPr/>
        </p:nvSpPr>
        <p:spPr>
          <a:xfrm>
            <a:off x="4339974" y="3687079"/>
            <a:ext cx="1029911" cy="286232"/>
          </a:xfrm>
          <a:prstGeom prst="rect">
            <a:avLst/>
          </a:prstGeom>
          <a:noFill/>
        </p:spPr>
        <p:txBody>
          <a:bodyPr wrap="square" rtlCol="0">
            <a:spAutoFit/>
          </a:bodyPr>
          <a:lstStyle/>
          <a:p>
            <a:pPr algn="l">
              <a:lnSpc>
                <a:spcPct val="90000"/>
              </a:lnSpc>
              <a:spcBef>
                <a:spcPts val="1000"/>
              </a:spcBef>
              <a:buClr>
                <a:schemeClr val="accent2"/>
              </a:buClr>
            </a:pPr>
            <a:r>
              <a:rPr lang="es-MX" sz="1400" b="1" dirty="0"/>
              <a:t>Gestionar</a:t>
            </a:r>
          </a:p>
        </p:txBody>
      </p:sp>
      <p:pic>
        <p:nvPicPr>
          <p:cNvPr id="75" name="Picture Placeholder 555">
            <a:extLst>
              <a:ext uri="{FF2B5EF4-FFF2-40B4-BE49-F238E27FC236}">
                <a16:creationId xmlns:a16="http://schemas.microsoft.com/office/drawing/2014/main" id="{B7D94B27-5F6E-EA35-BF3B-2D1F916C98BF}"/>
              </a:ext>
            </a:extLst>
          </p:cNvPr>
          <p:cNvPicPr>
            <a:picLocks noChangeAspect="1"/>
          </p:cNvPicPr>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5631618" y="1984844"/>
            <a:ext cx="909638" cy="914400"/>
          </a:xfrm>
          <a:prstGeom prst="rect">
            <a:avLst/>
          </a:prstGeom>
        </p:spPr>
      </p:pic>
      <p:sp>
        <p:nvSpPr>
          <p:cNvPr id="76" name="CuadroTexto 75">
            <a:extLst>
              <a:ext uri="{FF2B5EF4-FFF2-40B4-BE49-F238E27FC236}">
                <a16:creationId xmlns:a16="http://schemas.microsoft.com/office/drawing/2014/main" id="{605AB1C6-C5CC-5AC6-A141-19F8B2D0FAC8}"/>
              </a:ext>
            </a:extLst>
          </p:cNvPr>
          <p:cNvSpPr txBox="1">
            <a:spLocks/>
          </p:cNvSpPr>
          <p:nvPr/>
        </p:nvSpPr>
        <p:spPr>
          <a:xfrm>
            <a:off x="5722487" y="2790224"/>
            <a:ext cx="727900"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Lotes</a:t>
            </a:r>
          </a:p>
        </p:txBody>
      </p:sp>
      <p:pic>
        <p:nvPicPr>
          <p:cNvPr id="77" name="Picture Placeholder 79">
            <a:extLst>
              <a:ext uri="{FF2B5EF4-FFF2-40B4-BE49-F238E27FC236}">
                <a16:creationId xmlns:a16="http://schemas.microsoft.com/office/drawing/2014/main" id="{8D8B6ABB-8044-C410-8D42-72DEAF17EFAC}"/>
              </a:ext>
            </a:extLst>
          </p:cNvPr>
          <p:cNvPicPr>
            <a:picLocks noChangeAspect="1"/>
          </p:cNvPicPr>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6827778" y="1984844"/>
            <a:ext cx="909638" cy="914400"/>
          </a:xfrm>
          <a:prstGeom prst="rect">
            <a:avLst/>
          </a:prstGeom>
        </p:spPr>
      </p:pic>
      <p:sp>
        <p:nvSpPr>
          <p:cNvPr id="87" name="CuadroTexto 86">
            <a:extLst>
              <a:ext uri="{FF2B5EF4-FFF2-40B4-BE49-F238E27FC236}">
                <a16:creationId xmlns:a16="http://schemas.microsoft.com/office/drawing/2014/main" id="{D22AD234-2631-B399-FC7F-5F170B523945}"/>
              </a:ext>
            </a:extLst>
          </p:cNvPr>
          <p:cNvSpPr txBox="1">
            <a:spLocks/>
          </p:cNvSpPr>
          <p:nvPr/>
        </p:nvSpPr>
        <p:spPr>
          <a:xfrm>
            <a:off x="6800907" y="2800657"/>
            <a:ext cx="963381"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Muestras</a:t>
            </a:r>
          </a:p>
        </p:txBody>
      </p:sp>
      <p:pic>
        <p:nvPicPr>
          <p:cNvPr id="91" name="Picture Placeholder 541">
            <a:extLst>
              <a:ext uri="{FF2B5EF4-FFF2-40B4-BE49-F238E27FC236}">
                <a16:creationId xmlns:a16="http://schemas.microsoft.com/office/drawing/2014/main" id="{E5DE2C0C-66DA-ABBA-97B9-DBD8E100D446}"/>
              </a:ext>
            </a:extLst>
          </p:cNvPr>
          <p:cNvPicPr>
            <a:picLocks noChangeAspect="1"/>
          </p:cNvPicPr>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a:off x="8086115" y="1984844"/>
            <a:ext cx="909638" cy="914400"/>
          </a:xfrm>
          <a:prstGeom prst="rect">
            <a:avLst/>
          </a:prstGeom>
        </p:spPr>
      </p:pic>
      <p:sp>
        <p:nvSpPr>
          <p:cNvPr id="93" name="CuadroTexto 92">
            <a:extLst>
              <a:ext uri="{FF2B5EF4-FFF2-40B4-BE49-F238E27FC236}">
                <a16:creationId xmlns:a16="http://schemas.microsoft.com/office/drawing/2014/main" id="{BF9C8727-BF5C-01BF-C85F-F7A0760071C8}"/>
              </a:ext>
            </a:extLst>
          </p:cNvPr>
          <p:cNvSpPr txBox="1">
            <a:spLocks/>
          </p:cNvSpPr>
          <p:nvPr/>
        </p:nvSpPr>
        <p:spPr>
          <a:xfrm>
            <a:off x="8086115" y="2766999"/>
            <a:ext cx="909638"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Cajas</a:t>
            </a:r>
          </a:p>
        </p:txBody>
      </p:sp>
      <p:pic>
        <p:nvPicPr>
          <p:cNvPr id="98" name="Picture Placeholder 120">
            <a:extLst>
              <a:ext uri="{FF2B5EF4-FFF2-40B4-BE49-F238E27FC236}">
                <a16:creationId xmlns:a16="http://schemas.microsoft.com/office/drawing/2014/main" id="{C03B3407-DED1-DF40-A43A-E85568D09AE5}"/>
              </a:ext>
            </a:extLst>
          </p:cNvPr>
          <p:cNvPicPr>
            <a:picLocks noChangeAspect="1"/>
          </p:cNvPicPr>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a:xfrm>
            <a:off x="5631618" y="3562513"/>
            <a:ext cx="909638" cy="914400"/>
          </a:xfrm>
          <a:prstGeom prst="rect">
            <a:avLst/>
          </a:prstGeom>
        </p:spPr>
      </p:pic>
      <p:sp>
        <p:nvSpPr>
          <p:cNvPr id="99" name="CuadroTexto 98">
            <a:extLst>
              <a:ext uri="{FF2B5EF4-FFF2-40B4-BE49-F238E27FC236}">
                <a16:creationId xmlns:a16="http://schemas.microsoft.com/office/drawing/2014/main" id="{F558040D-540C-DF13-E0DC-86B96F72A2FB}"/>
              </a:ext>
            </a:extLst>
          </p:cNvPr>
          <p:cNvSpPr txBox="1">
            <a:spLocks/>
          </p:cNvSpPr>
          <p:nvPr/>
        </p:nvSpPr>
        <p:spPr>
          <a:xfrm>
            <a:off x="5502118" y="4310087"/>
            <a:ext cx="1168638"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Almacenes</a:t>
            </a:r>
          </a:p>
        </p:txBody>
      </p:sp>
      <p:pic>
        <p:nvPicPr>
          <p:cNvPr id="102" name="Picture Placeholder 91">
            <a:extLst>
              <a:ext uri="{FF2B5EF4-FFF2-40B4-BE49-F238E27FC236}">
                <a16:creationId xmlns:a16="http://schemas.microsoft.com/office/drawing/2014/main" id="{6672D983-8EE6-8B4D-C3B1-3BF5B5A72064}"/>
              </a:ext>
            </a:extLst>
          </p:cNvPr>
          <p:cNvPicPr>
            <a:picLocks noChangeAspect="1"/>
          </p:cNvPicPr>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a:xfrm>
            <a:off x="6827778" y="3562513"/>
            <a:ext cx="909638" cy="914400"/>
          </a:xfrm>
          <a:prstGeom prst="rect">
            <a:avLst/>
          </a:prstGeom>
        </p:spPr>
      </p:pic>
      <p:pic>
        <p:nvPicPr>
          <p:cNvPr id="103" name="Picture Placeholder 63">
            <a:extLst>
              <a:ext uri="{FF2B5EF4-FFF2-40B4-BE49-F238E27FC236}">
                <a16:creationId xmlns:a16="http://schemas.microsoft.com/office/drawing/2014/main" id="{78225575-D7FF-00BC-5FA8-F4F9CC5C4A34}"/>
              </a:ext>
            </a:extLst>
          </p:cNvPr>
          <p:cNvPicPr>
            <a:picLocks noChangeAspect="1"/>
          </p:cNvPicPr>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a:xfrm>
            <a:off x="8086115" y="3562513"/>
            <a:ext cx="909638" cy="914400"/>
          </a:xfrm>
          <a:prstGeom prst="rect">
            <a:avLst/>
          </a:prstGeom>
        </p:spPr>
      </p:pic>
      <p:sp>
        <p:nvSpPr>
          <p:cNvPr id="104" name="CuadroTexto 103">
            <a:extLst>
              <a:ext uri="{FF2B5EF4-FFF2-40B4-BE49-F238E27FC236}">
                <a16:creationId xmlns:a16="http://schemas.microsoft.com/office/drawing/2014/main" id="{2E4FF629-EC21-8787-94FA-D3B08FA8B98D}"/>
              </a:ext>
            </a:extLst>
          </p:cNvPr>
          <p:cNvSpPr txBox="1">
            <a:spLocks/>
          </p:cNvSpPr>
          <p:nvPr/>
        </p:nvSpPr>
        <p:spPr>
          <a:xfrm>
            <a:off x="6689104" y="4313927"/>
            <a:ext cx="1186986"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Inspección</a:t>
            </a:r>
          </a:p>
        </p:txBody>
      </p:sp>
      <p:sp>
        <p:nvSpPr>
          <p:cNvPr id="105" name="CuadroTexto 104">
            <a:extLst>
              <a:ext uri="{FF2B5EF4-FFF2-40B4-BE49-F238E27FC236}">
                <a16:creationId xmlns:a16="http://schemas.microsoft.com/office/drawing/2014/main" id="{ED6F56BA-2F1D-823F-31BD-85A1048C8DF2}"/>
              </a:ext>
            </a:extLst>
          </p:cNvPr>
          <p:cNvSpPr txBox="1">
            <a:spLocks/>
          </p:cNvSpPr>
          <p:nvPr/>
        </p:nvSpPr>
        <p:spPr>
          <a:xfrm>
            <a:off x="7911989" y="4320889"/>
            <a:ext cx="1257890" cy="286232"/>
          </a:xfrm>
          <a:prstGeom prst="rect">
            <a:avLst/>
          </a:prstGeom>
          <a:noFill/>
        </p:spPr>
        <p:txBody>
          <a:bodyPr wrap="square" rtlCol="0">
            <a:spAutoFit/>
          </a:bodyPr>
          <a:lstStyle/>
          <a:p>
            <a:pPr algn="ctr">
              <a:lnSpc>
                <a:spcPct val="90000"/>
              </a:lnSpc>
              <a:spcBef>
                <a:spcPts val="1000"/>
              </a:spcBef>
              <a:buClr>
                <a:schemeClr val="accent2"/>
              </a:buClr>
            </a:pPr>
            <a:r>
              <a:rPr lang="es-MX" sz="1400" b="1" dirty="0"/>
              <a:t>Destrucción</a:t>
            </a:r>
          </a:p>
        </p:txBody>
      </p:sp>
      <p:sp>
        <p:nvSpPr>
          <p:cNvPr id="106" name="Flecha: a la derecha 105">
            <a:extLst>
              <a:ext uri="{FF2B5EF4-FFF2-40B4-BE49-F238E27FC236}">
                <a16:creationId xmlns:a16="http://schemas.microsoft.com/office/drawing/2014/main" id="{38A338E2-32CA-8711-5B0E-9379E1E9C95B}"/>
              </a:ext>
            </a:extLst>
          </p:cNvPr>
          <p:cNvSpPr/>
          <p:nvPr/>
        </p:nvSpPr>
        <p:spPr>
          <a:xfrm>
            <a:off x="9428265" y="3473519"/>
            <a:ext cx="776378" cy="2308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marL="230400" indent="-230400" algn="l">
              <a:lnSpc>
                <a:spcPct val="90000"/>
              </a:lnSpc>
              <a:spcBef>
                <a:spcPts val="1000"/>
              </a:spcBef>
              <a:buClr>
                <a:schemeClr val="bg2"/>
              </a:buClr>
              <a:buFont typeface="Arial" panose="020B0604020202020204" pitchFamily="34" charset="0"/>
              <a:buChar char="&gt;"/>
            </a:pPr>
            <a:endParaRPr lang="es-MX" sz="1400" b="1" dirty="0">
              <a:solidFill>
                <a:schemeClr val="bg2"/>
              </a:solidFill>
            </a:endParaRPr>
          </a:p>
        </p:txBody>
      </p:sp>
      <p:sp>
        <p:nvSpPr>
          <p:cNvPr id="107" name="CuadroTexto 106">
            <a:extLst>
              <a:ext uri="{FF2B5EF4-FFF2-40B4-BE49-F238E27FC236}">
                <a16:creationId xmlns:a16="http://schemas.microsoft.com/office/drawing/2014/main" id="{399267FC-BA7B-C254-542C-4E65739F4705}"/>
              </a:ext>
            </a:extLst>
          </p:cNvPr>
          <p:cNvSpPr txBox="1">
            <a:spLocks/>
          </p:cNvSpPr>
          <p:nvPr/>
        </p:nvSpPr>
        <p:spPr>
          <a:xfrm>
            <a:off x="9267608" y="3704351"/>
            <a:ext cx="1097692" cy="286232"/>
          </a:xfrm>
          <a:prstGeom prst="rect">
            <a:avLst/>
          </a:prstGeom>
          <a:noFill/>
        </p:spPr>
        <p:txBody>
          <a:bodyPr wrap="square" rtlCol="0">
            <a:spAutoFit/>
          </a:bodyPr>
          <a:lstStyle/>
          <a:p>
            <a:pPr algn="l">
              <a:lnSpc>
                <a:spcPct val="90000"/>
              </a:lnSpc>
              <a:spcBef>
                <a:spcPts val="1000"/>
              </a:spcBef>
              <a:buClr>
                <a:schemeClr val="accent2"/>
              </a:buClr>
            </a:pPr>
            <a:r>
              <a:rPr lang="es-MX" sz="1400" b="1" dirty="0"/>
              <a:t>Almacenar</a:t>
            </a:r>
          </a:p>
        </p:txBody>
      </p:sp>
      <p:pic>
        <p:nvPicPr>
          <p:cNvPr id="108" name="Picture Placeholder 67">
            <a:extLst>
              <a:ext uri="{FF2B5EF4-FFF2-40B4-BE49-F238E27FC236}">
                <a16:creationId xmlns:a16="http://schemas.microsoft.com/office/drawing/2014/main" id="{10BFF981-E65F-535A-BCC5-3E6AD75EB043}"/>
              </a:ext>
            </a:extLst>
          </p:cNvPr>
          <p:cNvPicPr>
            <a:picLocks noChangeAspect="1"/>
          </p:cNvPicPr>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a:xfrm>
            <a:off x="10099899" y="2545446"/>
            <a:ext cx="1951204" cy="1961418"/>
          </a:xfrm>
          <a:prstGeom prst="rect">
            <a:avLst/>
          </a:prstGeom>
        </p:spPr>
      </p:pic>
      <p:sp>
        <p:nvSpPr>
          <p:cNvPr id="110" name="CuadroTexto 109">
            <a:extLst>
              <a:ext uri="{FF2B5EF4-FFF2-40B4-BE49-F238E27FC236}">
                <a16:creationId xmlns:a16="http://schemas.microsoft.com/office/drawing/2014/main" id="{008F8EFD-0DBE-F18C-A6AF-9F956FC3C56A}"/>
              </a:ext>
            </a:extLst>
          </p:cNvPr>
          <p:cNvSpPr txBox="1">
            <a:spLocks/>
          </p:cNvSpPr>
          <p:nvPr/>
        </p:nvSpPr>
        <p:spPr>
          <a:xfrm>
            <a:off x="10608123" y="3857645"/>
            <a:ext cx="934754" cy="480131"/>
          </a:xfrm>
          <a:prstGeom prst="rect">
            <a:avLst/>
          </a:prstGeom>
          <a:noFill/>
        </p:spPr>
        <p:txBody>
          <a:bodyPr wrap="square" rtlCol="0">
            <a:spAutoFit/>
          </a:bodyPr>
          <a:lstStyle/>
          <a:p>
            <a:pPr algn="ctr">
              <a:lnSpc>
                <a:spcPct val="90000"/>
              </a:lnSpc>
              <a:spcBef>
                <a:spcPts val="1000"/>
              </a:spcBef>
              <a:buClr>
                <a:schemeClr val="accent2"/>
              </a:buClr>
            </a:pPr>
            <a:r>
              <a:rPr lang="es-MX" sz="1400" b="1" dirty="0"/>
              <a:t>Base de datos</a:t>
            </a:r>
          </a:p>
        </p:txBody>
      </p:sp>
      <p:sp>
        <p:nvSpPr>
          <p:cNvPr id="2" name="CuadroTexto 1">
            <a:extLst>
              <a:ext uri="{FF2B5EF4-FFF2-40B4-BE49-F238E27FC236}">
                <a16:creationId xmlns:a16="http://schemas.microsoft.com/office/drawing/2014/main" id="{2411DB30-22AA-164E-465A-8B7E0EF99614}"/>
              </a:ext>
            </a:extLst>
          </p:cNvPr>
          <p:cNvSpPr txBox="1"/>
          <p:nvPr/>
        </p:nvSpPr>
        <p:spPr>
          <a:xfrm>
            <a:off x="337316" y="337253"/>
            <a:ext cx="8832564" cy="978729"/>
          </a:xfrm>
          <a:prstGeom prst="rect">
            <a:avLst/>
          </a:prstGeom>
          <a:noFill/>
        </p:spPr>
        <p:txBody>
          <a:bodyPr wrap="square" rtlCol="0">
            <a:spAutoFit/>
          </a:bodyPr>
          <a:lstStyle/>
          <a:p>
            <a:pPr algn="l">
              <a:lnSpc>
                <a:spcPct val="90000"/>
              </a:lnSpc>
              <a:spcBef>
                <a:spcPts val="1000"/>
              </a:spcBef>
              <a:buClr>
                <a:schemeClr val="accent2"/>
              </a:buClr>
            </a:pPr>
            <a:r>
              <a:rPr lang="es-MX" sz="3200" b="1" dirty="0">
                <a:solidFill>
                  <a:schemeClr val="accent2"/>
                </a:solidFill>
              </a:rPr>
              <a:t>Monitoreo y Control de Muestras de Retención</a:t>
            </a:r>
          </a:p>
        </p:txBody>
      </p:sp>
    </p:spTree>
    <p:extLst>
      <p:ext uri="{BB962C8B-B14F-4D97-AF65-F5344CB8AC3E}">
        <p14:creationId xmlns:p14="http://schemas.microsoft.com/office/powerpoint/2010/main" val="30929727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0027D0-5E9A-8213-9D3E-6AEE81F73426}"/>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8A23345B-E417-44C8-FD0C-E096A693CE9E}"/>
              </a:ext>
            </a:extLst>
          </p:cNvPr>
          <p:cNvSpPr>
            <a:spLocks noGrp="1"/>
          </p:cNvSpPr>
          <p:nvPr>
            <p:ph type="sldNum" sz="quarter" idx="23"/>
          </p:nvPr>
        </p:nvSpPr>
        <p:spPr/>
        <p:txBody>
          <a:bodyPr/>
          <a:lstStyle/>
          <a:p>
            <a:fld id="{4413DBDE-1217-486F-B764-076DBBFEB98C}" type="slidenum">
              <a:rPr lang="en-GB" smtClean="0"/>
              <a:pPr/>
              <a:t>56</a:t>
            </a:fld>
            <a:endParaRPr lang="en-GB" dirty="0"/>
          </a:p>
        </p:txBody>
      </p:sp>
      <p:pic>
        <p:nvPicPr>
          <p:cNvPr id="404" name="Picture Placeholder 403">
            <a:extLst>
              <a:ext uri="{FF2B5EF4-FFF2-40B4-BE49-F238E27FC236}">
                <a16:creationId xmlns:a16="http://schemas.microsoft.com/office/drawing/2014/main" id="{42AF182B-5B6C-AD76-886E-428EE7EA14A5}"/>
              </a:ext>
            </a:extLst>
          </p:cNvPr>
          <p:cNvPicPr>
            <a:picLocks noGrp="1" noChangeAspect="1"/>
          </p:cNvPicPr>
          <p:nvPr>
            <p:ph type="pic" sz="quarter" idx="26"/>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pic>
        <p:nvPicPr>
          <p:cNvPr id="406" name="Picture Placeholder 405">
            <a:extLst>
              <a:ext uri="{FF2B5EF4-FFF2-40B4-BE49-F238E27FC236}">
                <a16:creationId xmlns:a16="http://schemas.microsoft.com/office/drawing/2014/main" id="{C7C63A96-7803-CA0D-3C60-148CB42ADF99}"/>
              </a:ext>
            </a:extLst>
          </p:cNvPr>
          <p:cNvPicPr>
            <a:picLocks noGrp="1" noChangeAspect="1"/>
          </p:cNvPicPr>
          <p:nvPr>
            <p:ph type="pic" sz="quarter" idx="27"/>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pic>
        <p:nvPicPr>
          <p:cNvPr id="408" name="Picture Placeholder 407">
            <a:extLst>
              <a:ext uri="{FF2B5EF4-FFF2-40B4-BE49-F238E27FC236}">
                <a16:creationId xmlns:a16="http://schemas.microsoft.com/office/drawing/2014/main" id="{B6287B1F-F4E0-184E-1E9B-2F9EBDD4B874}"/>
              </a:ext>
            </a:extLst>
          </p:cNvPr>
          <p:cNvPicPr>
            <a:picLocks noGrp="1" noChangeAspect="1"/>
          </p:cNvPicPr>
          <p:nvPr>
            <p:ph type="pic" sz="quarter" idx="28"/>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p:pic>
      <p:pic>
        <p:nvPicPr>
          <p:cNvPr id="410" name="Picture Placeholder 409">
            <a:extLst>
              <a:ext uri="{FF2B5EF4-FFF2-40B4-BE49-F238E27FC236}">
                <a16:creationId xmlns:a16="http://schemas.microsoft.com/office/drawing/2014/main" id="{880E42F1-5C28-98E8-8D94-A27FC23DCBEA}"/>
              </a:ext>
            </a:extLst>
          </p:cNvPr>
          <p:cNvPicPr>
            <a:picLocks noGrp="1" noChangeAspect="1"/>
          </p:cNvPicPr>
          <p:nvPr>
            <p:ph type="pic" sz="quarter" idx="29"/>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pic>
        <p:nvPicPr>
          <p:cNvPr id="506" name="Picture Placeholder 505">
            <a:extLst>
              <a:ext uri="{FF2B5EF4-FFF2-40B4-BE49-F238E27FC236}">
                <a16:creationId xmlns:a16="http://schemas.microsoft.com/office/drawing/2014/main" id="{B726BBFA-2267-2779-948A-DE67512671C9}"/>
              </a:ext>
            </a:extLst>
          </p:cNvPr>
          <p:cNvPicPr>
            <a:picLocks noGrp="1" noChangeAspect="1"/>
          </p:cNvPicPr>
          <p:nvPr>
            <p:ph type="pic" sz="quarter" idx="30"/>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pic>
        <p:nvPicPr>
          <p:cNvPr id="508" name="Picture Placeholder 507">
            <a:extLst>
              <a:ext uri="{FF2B5EF4-FFF2-40B4-BE49-F238E27FC236}">
                <a16:creationId xmlns:a16="http://schemas.microsoft.com/office/drawing/2014/main" id="{9A3F5BF7-20E4-396A-19AB-D59327F7F524}"/>
              </a:ext>
            </a:extLst>
          </p:cNvPr>
          <p:cNvPicPr>
            <a:picLocks noGrp="1" noChangeAspect="1"/>
          </p:cNvPicPr>
          <p:nvPr>
            <p:ph type="pic" sz="quarter" idx="31"/>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pic>
        <p:nvPicPr>
          <p:cNvPr id="512" name="Picture Placeholder 511">
            <a:extLst>
              <a:ext uri="{FF2B5EF4-FFF2-40B4-BE49-F238E27FC236}">
                <a16:creationId xmlns:a16="http://schemas.microsoft.com/office/drawing/2014/main" id="{0047A944-6F2E-D143-D2D9-E374C93139F2}"/>
              </a:ext>
            </a:extLst>
          </p:cNvPr>
          <p:cNvPicPr>
            <a:picLocks noGrp="1" noChangeAspect="1"/>
          </p:cNvPicPr>
          <p:nvPr>
            <p:ph type="pic" sz="quarter" idx="32"/>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p:pic>
      <p:pic>
        <p:nvPicPr>
          <p:cNvPr id="514" name="Picture Placeholder 513">
            <a:extLst>
              <a:ext uri="{FF2B5EF4-FFF2-40B4-BE49-F238E27FC236}">
                <a16:creationId xmlns:a16="http://schemas.microsoft.com/office/drawing/2014/main" id="{4DE0E8F2-E3BC-3575-D514-261D844F95FD}"/>
              </a:ext>
            </a:extLst>
          </p:cNvPr>
          <p:cNvPicPr>
            <a:picLocks noGrp="1" noChangeAspect="1"/>
          </p:cNvPicPr>
          <p:nvPr>
            <p:ph type="pic" sz="quarter" idx="33"/>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p:pic>
      <p:pic>
        <p:nvPicPr>
          <p:cNvPr id="516" name="Picture Placeholder 515">
            <a:extLst>
              <a:ext uri="{FF2B5EF4-FFF2-40B4-BE49-F238E27FC236}">
                <a16:creationId xmlns:a16="http://schemas.microsoft.com/office/drawing/2014/main" id="{9C5345D6-D75C-F530-E49A-665EE4AF1D98}"/>
              </a:ext>
            </a:extLst>
          </p:cNvPr>
          <p:cNvPicPr>
            <a:picLocks noGrp="1" noChangeAspect="1"/>
          </p:cNvPicPr>
          <p:nvPr>
            <p:ph type="pic" sz="quarter" idx="34"/>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p:pic>
      <p:pic>
        <p:nvPicPr>
          <p:cNvPr id="518" name="Picture Placeholder 517">
            <a:extLst>
              <a:ext uri="{FF2B5EF4-FFF2-40B4-BE49-F238E27FC236}">
                <a16:creationId xmlns:a16="http://schemas.microsoft.com/office/drawing/2014/main" id="{39E07A8A-DA90-EFBB-D36E-933EE9FB23FC}"/>
              </a:ext>
            </a:extLst>
          </p:cNvPr>
          <p:cNvPicPr>
            <a:picLocks noGrp="1" noChangeAspect="1"/>
          </p:cNvPicPr>
          <p:nvPr>
            <p:ph type="pic" sz="quarter" idx="35"/>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p:pic>
      <p:pic>
        <p:nvPicPr>
          <p:cNvPr id="520" name="Picture Placeholder 519">
            <a:extLst>
              <a:ext uri="{FF2B5EF4-FFF2-40B4-BE49-F238E27FC236}">
                <a16:creationId xmlns:a16="http://schemas.microsoft.com/office/drawing/2014/main" id="{E4421BD3-121E-9FFD-8053-E8F0D2663E98}"/>
              </a:ext>
            </a:extLst>
          </p:cNvPr>
          <p:cNvPicPr>
            <a:picLocks noGrp="1" noChangeAspect="1"/>
          </p:cNvPicPr>
          <p:nvPr>
            <p:ph type="pic" sz="quarter" idx="36"/>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p:pic>
      <p:pic>
        <p:nvPicPr>
          <p:cNvPr id="522" name="Picture Placeholder 521">
            <a:extLst>
              <a:ext uri="{FF2B5EF4-FFF2-40B4-BE49-F238E27FC236}">
                <a16:creationId xmlns:a16="http://schemas.microsoft.com/office/drawing/2014/main" id="{2EF24D77-0A5D-81CE-D58D-B32E3C16155B}"/>
              </a:ext>
            </a:extLst>
          </p:cNvPr>
          <p:cNvPicPr>
            <a:picLocks noGrp="1" noChangeAspect="1"/>
          </p:cNvPicPr>
          <p:nvPr>
            <p:ph type="pic" sz="quarter" idx="37"/>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p:pic>
      <p:pic>
        <p:nvPicPr>
          <p:cNvPr id="524" name="Picture Placeholder 523">
            <a:extLst>
              <a:ext uri="{FF2B5EF4-FFF2-40B4-BE49-F238E27FC236}">
                <a16:creationId xmlns:a16="http://schemas.microsoft.com/office/drawing/2014/main" id="{75165A14-09EB-741A-9946-5A8C5A69FF38}"/>
              </a:ext>
            </a:extLst>
          </p:cNvPr>
          <p:cNvPicPr>
            <a:picLocks noGrp="1" noChangeAspect="1"/>
          </p:cNvPicPr>
          <p:nvPr>
            <p:ph type="pic" sz="quarter" idx="38"/>
          </p:nvPr>
        </p:nvPicPr>
        <p:blipFill>
          <a:blip r:embed="rId26" cstate="hqprint">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p:pic>
      <p:pic>
        <p:nvPicPr>
          <p:cNvPr id="540" name="Picture Placeholder 539">
            <a:extLst>
              <a:ext uri="{FF2B5EF4-FFF2-40B4-BE49-F238E27FC236}">
                <a16:creationId xmlns:a16="http://schemas.microsoft.com/office/drawing/2014/main" id="{CB7681E6-684A-2F06-8D7C-A22A4C74B4E3}"/>
              </a:ext>
            </a:extLst>
          </p:cNvPr>
          <p:cNvPicPr>
            <a:picLocks noGrp="1" noChangeAspect="1"/>
          </p:cNvPicPr>
          <p:nvPr>
            <p:ph type="pic" sz="quarter" idx="41"/>
          </p:nvPr>
        </p:nvPicPr>
        <p:blipFill>
          <a:blip r:embed="rId28" cstate="hq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p:pic>
      <p:pic>
        <p:nvPicPr>
          <p:cNvPr id="542" name="Picture Placeholder 541">
            <a:extLst>
              <a:ext uri="{FF2B5EF4-FFF2-40B4-BE49-F238E27FC236}">
                <a16:creationId xmlns:a16="http://schemas.microsoft.com/office/drawing/2014/main" id="{D325C7D9-2D39-A24E-FE94-2E15897ED3E7}"/>
              </a:ext>
            </a:extLst>
          </p:cNvPr>
          <p:cNvPicPr>
            <a:picLocks noGrp="1" noChangeAspect="1"/>
          </p:cNvPicPr>
          <p:nvPr>
            <p:ph type="pic" sz="quarter" idx="42"/>
          </p:nvPr>
        </p:nvPicPr>
        <p:blipFill>
          <a:blip r:embed="rId30" cstate="hqprint">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a:fillRect/>
          </a:stretch>
        </p:blipFill>
        <p:spPr/>
      </p:pic>
      <p:pic>
        <p:nvPicPr>
          <p:cNvPr id="544" name="Picture Placeholder 543">
            <a:extLst>
              <a:ext uri="{FF2B5EF4-FFF2-40B4-BE49-F238E27FC236}">
                <a16:creationId xmlns:a16="http://schemas.microsoft.com/office/drawing/2014/main" id="{C96C50C7-0E6A-AB64-63C8-3C86AEF7AA78}"/>
              </a:ext>
            </a:extLst>
          </p:cNvPr>
          <p:cNvPicPr>
            <a:picLocks noGrp="1" noChangeAspect="1"/>
          </p:cNvPicPr>
          <p:nvPr>
            <p:ph type="pic" sz="quarter" idx="43"/>
          </p:nvPr>
        </p:nvPicPr>
        <p:blipFill>
          <a:blip r:embed="rId32" cstate="hqprint">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a:fillRect/>
          </a:stretch>
        </p:blipFill>
        <p:spPr/>
      </p:pic>
      <p:pic>
        <p:nvPicPr>
          <p:cNvPr id="546" name="Picture Placeholder 545">
            <a:extLst>
              <a:ext uri="{FF2B5EF4-FFF2-40B4-BE49-F238E27FC236}">
                <a16:creationId xmlns:a16="http://schemas.microsoft.com/office/drawing/2014/main" id="{A8C8603F-1FE0-587F-E5D6-5E6561432370}"/>
              </a:ext>
            </a:extLst>
          </p:cNvPr>
          <p:cNvPicPr>
            <a:picLocks noGrp="1" noChangeAspect="1"/>
          </p:cNvPicPr>
          <p:nvPr>
            <p:ph type="pic" sz="quarter" idx="44"/>
          </p:nvPr>
        </p:nvPicPr>
        <p:blipFill>
          <a:blip r:embed="rId34" cstate="hqprint">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a:fillRect/>
          </a:stretch>
        </p:blipFill>
        <p:spPr/>
      </p:pic>
      <p:pic>
        <p:nvPicPr>
          <p:cNvPr id="548" name="Picture Placeholder 547">
            <a:extLst>
              <a:ext uri="{FF2B5EF4-FFF2-40B4-BE49-F238E27FC236}">
                <a16:creationId xmlns:a16="http://schemas.microsoft.com/office/drawing/2014/main" id="{B8A88881-5172-CF2D-4A15-A75A5206158B}"/>
              </a:ext>
            </a:extLst>
          </p:cNvPr>
          <p:cNvPicPr>
            <a:picLocks noGrp="1" noChangeAspect="1"/>
          </p:cNvPicPr>
          <p:nvPr>
            <p:ph type="pic" sz="quarter" idx="45"/>
          </p:nvPr>
        </p:nvPicPr>
        <p:blipFill>
          <a:blip r:embed="rId36" cstate="hqprint">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a:fillRect/>
          </a:stretch>
        </p:blipFill>
        <p:spPr/>
      </p:pic>
      <p:pic>
        <p:nvPicPr>
          <p:cNvPr id="550" name="Picture Placeholder 549">
            <a:extLst>
              <a:ext uri="{FF2B5EF4-FFF2-40B4-BE49-F238E27FC236}">
                <a16:creationId xmlns:a16="http://schemas.microsoft.com/office/drawing/2014/main" id="{353C9689-76EA-BF01-B36E-F6E967C06EE7}"/>
              </a:ext>
            </a:extLst>
          </p:cNvPr>
          <p:cNvPicPr>
            <a:picLocks noGrp="1" noChangeAspect="1"/>
          </p:cNvPicPr>
          <p:nvPr>
            <p:ph type="pic" sz="quarter" idx="46"/>
          </p:nvPr>
        </p:nvPicPr>
        <p:blipFill>
          <a:blip r:embed="rId38" cstate="hqprint">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a:fillRect/>
          </a:stretch>
        </p:blipFill>
        <p:spPr/>
      </p:pic>
      <p:pic>
        <p:nvPicPr>
          <p:cNvPr id="552" name="Picture Placeholder 551">
            <a:extLst>
              <a:ext uri="{FF2B5EF4-FFF2-40B4-BE49-F238E27FC236}">
                <a16:creationId xmlns:a16="http://schemas.microsoft.com/office/drawing/2014/main" id="{F9BDD8C0-B82A-91F2-93C8-28F283AFCC2A}"/>
              </a:ext>
            </a:extLst>
          </p:cNvPr>
          <p:cNvPicPr>
            <a:picLocks noGrp="1" noChangeAspect="1"/>
          </p:cNvPicPr>
          <p:nvPr>
            <p:ph type="pic" sz="quarter" idx="47"/>
          </p:nvPr>
        </p:nvPicPr>
        <p:blipFill>
          <a:blip r:embed="rId40" cstate="hqprint">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a:fillRect/>
          </a:stretch>
        </p:blipFill>
        <p:spPr/>
      </p:pic>
      <p:pic>
        <p:nvPicPr>
          <p:cNvPr id="558" name="Picture Placeholder 557">
            <a:extLst>
              <a:ext uri="{FF2B5EF4-FFF2-40B4-BE49-F238E27FC236}">
                <a16:creationId xmlns:a16="http://schemas.microsoft.com/office/drawing/2014/main" id="{2B6ADAC7-DFA3-EA8D-7981-2FF810594B74}"/>
              </a:ext>
            </a:extLst>
          </p:cNvPr>
          <p:cNvPicPr>
            <a:picLocks noGrp="1" noChangeAspect="1"/>
          </p:cNvPicPr>
          <p:nvPr>
            <p:ph type="pic" sz="quarter" idx="48"/>
          </p:nvPr>
        </p:nvPicPr>
        <p:blipFill>
          <a:blip r:embed="rId42" cstate="hqprint">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a:fillRect/>
          </a:stretch>
        </p:blipFill>
        <p:spPr/>
      </p:pic>
      <p:pic>
        <p:nvPicPr>
          <p:cNvPr id="560" name="Picture Placeholder 559">
            <a:extLst>
              <a:ext uri="{FF2B5EF4-FFF2-40B4-BE49-F238E27FC236}">
                <a16:creationId xmlns:a16="http://schemas.microsoft.com/office/drawing/2014/main" id="{0636F361-F5B4-05CF-298A-55DFEABF5552}"/>
              </a:ext>
            </a:extLst>
          </p:cNvPr>
          <p:cNvPicPr>
            <a:picLocks noGrp="1" noChangeAspect="1"/>
          </p:cNvPicPr>
          <p:nvPr>
            <p:ph type="pic" sz="quarter" idx="49"/>
          </p:nvPr>
        </p:nvPicPr>
        <p:blipFill>
          <a:blip r:embed="rId44" cstate="hqprint">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a:fillRect/>
          </a:stretch>
        </p:blipFill>
        <p:spPr/>
      </p:pic>
      <p:pic>
        <p:nvPicPr>
          <p:cNvPr id="562" name="Picture Placeholder 561">
            <a:extLst>
              <a:ext uri="{FF2B5EF4-FFF2-40B4-BE49-F238E27FC236}">
                <a16:creationId xmlns:a16="http://schemas.microsoft.com/office/drawing/2014/main" id="{6F09D235-1968-53F7-828F-3551053DF215}"/>
              </a:ext>
            </a:extLst>
          </p:cNvPr>
          <p:cNvPicPr>
            <a:picLocks noGrp="1" noChangeAspect="1"/>
          </p:cNvPicPr>
          <p:nvPr>
            <p:ph type="pic" sz="quarter" idx="50"/>
          </p:nvPr>
        </p:nvPicPr>
        <p:blipFill>
          <a:blip r:embed="rId46" cstate="hqprint">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a:fillRect/>
          </a:stretch>
        </p:blipFill>
        <p:spPr/>
      </p:pic>
      <p:pic>
        <p:nvPicPr>
          <p:cNvPr id="564" name="Picture Placeholder 563">
            <a:extLst>
              <a:ext uri="{FF2B5EF4-FFF2-40B4-BE49-F238E27FC236}">
                <a16:creationId xmlns:a16="http://schemas.microsoft.com/office/drawing/2014/main" id="{1B179311-4B18-BC6B-28CC-ADDACB880E4B}"/>
              </a:ext>
            </a:extLst>
          </p:cNvPr>
          <p:cNvPicPr>
            <a:picLocks noGrp="1" noChangeAspect="1"/>
          </p:cNvPicPr>
          <p:nvPr>
            <p:ph type="pic" sz="quarter" idx="51"/>
          </p:nvPr>
        </p:nvPicPr>
        <p:blipFill>
          <a:blip r:embed="rId48" cstate="hqprint">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a:fillRect/>
          </a:stretch>
        </p:blipFill>
        <p:spPr/>
      </p:pic>
      <p:pic>
        <p:nvPicPr>
          <p:cNvPr id="566" name="Picture Placeholder 565">
            <a:extLst>
              <a:ext uri="{FF2B5EF4-FFF2-40B4-BE49-F238E27FC236}">
                <a16:creationId xmlns:a16="http://schemas.microsoft.com/office/drawing/2014/main" id="{07667398-64AB-D026-F208-C44977E10BBB}"/>
              </a:ext>
            </a:extLst>
          </p:cNvPr>
          <p:cNvPicPr>
            <a:picLocks noGrp="1" noChangeAspect="1"/>
          </p:cNvPicPr>
          <p:nvPr>
            <p:ph type="pic" sz="quarter" idx="52"/>
          </p:nvPr>
        </p:nvPicPr>
        <p:blipFill>
          <a:blip r:embed="rId50" cstate="hqprint">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a:fillRect/>
          </a:stretch>
        </p:blipFill>
        <p:spPr/>
      </p:pic>
      <p:pic>
        <p:nvPicPr>
          <p:cNvPr id="568" name="Picture Placeholder 567">
            <a:extLst>
              <a:ext uri="{FF2B5EF4-FFF2-40B4-BE49-F238E27FC236}">
                <a16:creationId xmlns:a16="http://schemas.microsoft.com/office/drawing/2014/main" id="{03E5181C-7909-E371-56A5-1A9770540389}"/>
              </a:ext>
            </a:extLst>
          </p:cNvPr>
          <p:cNvPicPr>
            <a:picLocks noGrp="1" noChangeAspect="1"/>
          </p:cNvPicPr>
          <p:nvPr>
            <p:ph type="pic" sz="quarter" idx="53"/>
          </p:nvPr>
        </p:nvPicPr>
        <p:blipFill>
          <a:blip r:embed="rId52" cstate="hqprint">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a:fillRect/>
          </a:stretch>
        </p:blipFill>
        <p:spPr/>
      </p:pic>
      <p:pic>
        <p:nvPicPr>
          <p:cNvPr id="570" name="Picture Placeholder 569">
            <a:extLst>
              <a:ext uri="{FF2B5EF4-FFF2-40B4-BE49-F238E27FC236}">
                <a16:creationId xmlns:a16="http://schemas.microsoft.com/office/drawing/2014/main" id="{E23709FC-DA8A-3444-600B-345F7BCDFA69}"/>
              </a:ext>
            </a:extLst>
          </p:cNvPr>
          <p:cNvPicPr>
            <a:picLocks noGrp="1" noChangeAspect="1"/>
          </p:cNvPicPr>
          <p:nvPr>
            <p:ph type="pic" sz="quarter" idx="54"/>
          </p:nvPr>
        </p:nvPicPr>
        <p:blipFill>
          <a:blip r:embed="rId54" cstate="hqprint">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a:fillRect/>
          </a:stretch>
        </p:blipFill>
        <p:spPr/>
      </p:pic>
      <p:pic>
        <p:nvPicPr>
          <p:cNvPr id="572" name="Picture Placeholder 571">
            <a:extLst>
              <a:ext uri="{FF2B5EF4-FFF2-40B4-BE49-F238E27FC236}">
                <a16:creationId xmlns:a16="http://schemas.microsoft.com/office/drawing/2014/main" id="{2B2F4963-24E4-622B-5805-584BE2FD6776}"/>
              </a:ext>
            </a:extLst>
          </p:cNvPr>
          <p:cNvPicPr>
            <a:picLocks noGrp="1" noChangeAspect="1"/>
          </p:cNvPicPr>
          <p:nvPr>
            <p:ph type="pic" sz="quarter" idx="55"/>
          </p:nvPr>
        </p:nvPicPr>
        <p:blipFill>
          <a:blip r:embed="rId56" cstate="hqprint">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a:fillRect/>
          </a:stretch>
        </p:blipFill>
        <p:spPr/>
      </p:pic>
      <p:pic>
        <p:nvPicPr>
          <p:cNvPr id="510" name="Picture Placeholder 509">
            <a:extLst>
              <a:ext uri="{FF2B5EF4-FFF2-40B4-BE49-F238E27FC236}">
                <a16:creationId xmlns:a16="http://schemas.microsoft.com/office/drawing/2014/main" id="{D44061F6-B40D-4C66-D7F3-6EB911967721}"/>
              </a:ext>
            </a:extLst>
          </p:cNvPr>
          <p:cNvPicPr>
            <a:picLocks noGrp="1" noChangeAspect="1"/>
          </p:cNvPicPr>
          <p:nvPr>
            <p:ph type="pic" sz="quarter" idx="56"/>
          </p:nvPr>
        </p:nvPicPr>
        <p:blipFill>
          <a:blip r:embed="rId58" cstate="hqprint">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a:fillRect/>
          </a:stretch>
        </p:blipFill>
        <p:spPr/>
      </p:pic>
      <p:pic>
        <p:nvPicPr>
          <p:cNvPr id="536" name="Picture Placeholder 535">
            <a:extLst>
              <a:ext uri="{FF2B5EF4-FFF2-40B4-BE49-F238E27FC236}">
                <a16:creationId xmlns:a16="http://schemas.microsoft.com/office/drawing/2014/main" id="{717D6D5F-8798-91D9-2D18-027B2CA61DF8}"/>
              </a:ext>
            </a:extLst>
          </p:cNvPr>
          <p:cNvPicPr>
            <a:picLocks noGrp="1" noChangeAspect="1"/>
          </p:cNvPicPr>
          <p:nvPr>
            <p:ph type="pic" sz="quarter" idx="57"/>
          </p:nvPr>
        </p:nvPicPr>
        <p:blipFill>
          <a:blip r:embed="rId60" cstate="hqprint">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a:fillRect/>
          </a:stretch>
        </p:blipFill>
        <p:spPr/>
      </p:pic>
      <p:pic>
        <p:nvPicPr>
          <p:cNvPr id="556" name="Picture Placeholder 555">
            <a:extLst>
              <a:ext uri="{FF2B5EF4-FFF2-40B4-BE49-F238E27FC236}">
                <a16:creationId xmlns:a16="http://schemas.microsoft.com/office/drawing/2014/main" id="{EF6B1407-92DD-6196-ABE3-3A9A5ED2F882}"/>
              </a:ext>
            </a:extLst>
          </p:cNvPr>
          <p:cNvPicPr>
            <a:picLocks noGrp="1" noChangeAspect="1"/>
          </p:cNvPicPr>
          <p:nvPr>
            <p:ph type="pic" sz="quarter" idx="58"/>
          </p:nvPr>
        </p:nvPicPr>
        <p:blipFill>
          <a:blip r:embed="rId62" cstate="hqprint">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a:fillRect/>
          </a:stretch>
        </p:blipFill>
        <p:spPr/>
      </p:pic>
      <p:pic>
        <p:nvPicPr>
          <p:cNvPr id="574" name="Picture Placeholder 573">
            <a:extLst>
              <a:ext uri="{FF2B5EF4-FFF2-40B4-BE49-F238E27FC236}">
                <a16:creationId xmlns:a16="http://schemas.microsoft.com/office/drawing/2014/main" id="{B6DB9C42-2240-67FE-046A-DDE8FA9ED0D5}"/>
              </a:ext>
            </a:extLst>
          </p:cNvPr>
          <p:cNvPicPr>
            <a:picLocks noGrp="1" noChangeAspect="1"/>
          </p:cNvPicPr>
          <p:nvPr>
            <p:ph type="pic" sz="quarter" idx="59"/>
          </p:nvPr>
        </p:nvPicPr>
        <p:blipFill>
          <a:blip r:embed="rId64" cstate="hqprint">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a:fillRect/>
          </a:stretch>
        </p:blipFill>
        <p:spPr/>
      </p:pic>
      <p:pic>
        <p:nvPicPr>
          <p:cNvPr id="576" name="Picture Placeholder 575">
            <a:extLst>
              <a:ext uri="{FF2B5EF4-FFF2-40B4-BE49-F238E27FC236}">
                <a16:creationId xmlns:a16="http://schemas.microsoft.com/office/drawing/2014/main" id="{00F9BCB5-71CC-86CB-67C6-9A71D5ECB12E}"/>
              </a:ext>
            </a:extLst>
          </p:cNvPr>
          <p:cNvPicPr>
            <a:picLocks noGrp="1" noChangeAspect="1"/>
          </p:cNvPicPr>
          <p:nvPr>
            <p:ph type="pic" sz="quarter" idx="60"/>
          </p:nvPr>
        </p:nvPicPr>
        <p:blipFill>
          <a:blip r:embed="rId66" cstate="hqprint">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a:fillRect/>
          </a:stretch>
        </p:blipFill>
        <p:spPr/>
      </p:pic>
      <p:pic>
        <p:nvPicPr>
          <p:cNvPr id="578" name="Picture Placeholder 577">
            <a:extLst>
              <a:ext uri="{FF2B5EF4-FFF2-40B4-BE49-F238E27FC236}">
                <a16:creationId xmlns:a16="http://schemas.microsoft.com/office/drawing/2014/main" id="{8FE5AB65-886C-FCFD-A43C-7778358786EB}"/>
              </a:ext>
            </a:extLst>
          </p:cNvPr>
          <p:cNvPicPr>
            <a:picLocks noGrp="1" noChangeAspect="1"/>
          </p:cNvPicPr>
          <p:nvPr>
            <p:ph type="pic" sz="quarter" idx="61"/>
          </p:nvPr>
        </p:nvPicPr>
        <p:blipFill>
          <a:blip r:embed="rId68" cstate="hqprint">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a:fillRect/>
          </a:stretch>
        </p:blipFill>
        <p:spPr/>
      </p:pic>
      <p:pic>
        <p:nvPicPr>
          <p:cNvPr id="580" name="Picture Placeholder 579">
            <a:extLst>
              <a:ext uri="{FF2B5EF4-FFF2-40B4-BE49-F238E27FC236}">
                <a16:creationId xmlns:a16="http://schemas.microsoft.com/office/drawing/2014/main" id="{9C1BB9FE-0BD3-76AF-9D63-E24CC738C4D4}"/>
              </a:ext>
            </a:extLst>
          </p:cNvPr>
          <p:cNvPicPr>
            <a:picLocks noGrp="1" noChangeAspect="1"/>
          </p:cNvPicPr>
          <p:nvPr>
            <p:ph type="pic" sz="quarter" idx="62"/>
          </p:nvPr>
        </p:nvPicPr>
        <p:blipFill>
          <a:blip r:embed="rId70" cstate="hqprint">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a:fillRect/>
          </a:stretch>
        </p:blipFill>
        <p:spPr/>
      </p:pic>
      <p:pic>
        <p:nvPicPr>
          <p:cNvPr id="582" name="Picture Placeholder 581">
            <a:extLst>
              <a:ext uri="{FF2B5EF4-FFF2-40B4-BE49-F238E27FC236}">
                <a16:creationId xmlns:a16="http://schemas.microsoft.com/office/drawing/2014/main" id="{C1FAC222-9A84-7499-992C-DFCEC5781ACE}"/>
              </a:ext>
            </a:extLst>
          </p:cNvPr>
          <p:cNvPicPr>
            <a:picLocks noGrp="1" noChangeAspect="1"/>
          </p:cNvPicPr>
          <p:nvPr>
            <p:ph type="pic" sz="quarter" idx="63"/>
          </p:nvPr>
        </p:nvPicPr>
        <p:blipFill>
          <a:blip r:embed="rId72" cstate="hqprint">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a:fillRect/>
          </a:stretch>
        </p:blipFill>
        <p:spPr/>
      </p:pic>
      <p:pic>
        <p:nvPicPr>
          <p:cNvPr id="584" name="Picture Placeholder 583">
            <a:extLst>
              <a:ext uri="{FF2B5EF4-FFF2-40B4-BE49-F238E27FC236}">
                <a16:creationId xmlns:a16="http://schemas.microsoft.com/office/drawing/2014/main" id="{6A8873AE-574B-7A78-3E47-290C87D164FC}"/>
              </a:ext>
            </a:extLst>
          </p:cNvPr>
          <p:cNvPicPr>
            <a:picLocks noGrp="1" noChangeAspect="1"/>
          </p:cNvPicPr>
          <p:nvPr>
            <p:ph type="pic" sz="quarter" idx="64"/>
          </p:nvPr>
        </p:nvPicPr>
        <p:blipFill>
          <a:blip r:embed="rId74" cstate="hqprint">
            <a:extLst>
              <a:ext uri="{28A0092B-C50C-407E-A947-70E740481C1C}">
                <a14:useLocalDpi xmlns:a14="http://schemas.microsoft.com/office/drawing/2010/main" val="0"/>
              </a:ext>
              <a:ext uri="{96DAC541-7B7A-43D3-8B79-37D633B846F1}">
                <asvg:svgBlip xmlns:asvg="http://schemas.microsoft.com/office/drawing/2016/SVG/main" r:embed="rId75"/>
              </a:ext>
            </a:extLst>
          </a:blip>
          <a:srcRect/>
          <a:stretch>
            <a:fillRect/>
          </a:stretch>
        </p:blipFill>
        <p:spPr/>
      </p:pic>
      <p:pic>
        <p:nvPicPr>
          <p:cNvPr id="586" name="Picture Placeholder 585">
            <a:extLst>
              <a:ext uri="{FF2B5EF4-FFF2-40B4-BE49-F238E27FC236}">
                <a16:creationId xmlns:a16="http://schemas.microsoft.com/office/drawing/2014/main" id="{4C3850DB-E91B-AC79-AD79-13C61B15DB57}"/>
              </a:ext>
            </a:extLst>
          </p:cNvPr>
          <p:cNvPicPr>
            <a:picLocks noGrp="1" noChangeAspect="1"/>
          </p:cNvPicPr>
          <p:nvPr>
            <p:ph type="pic" sz="quarter" idx="65"/>
          </p:nvPr>
        </p:nvPicPr>
        <p:blipFill>
          <a:blip r:embed="rId76" cstate="hqprint">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a:fillRect/>
          </a:stretch>
        </p:blipFill>
        <p:spPr/>
      </p:pic>
      <p:pic>
        <p:nvPicPr>
          <p:cNvPr id="588" name="Picture Placeholder 587">
            <a:extLst>
              <a:ext uri="{FF2B5EF4-FFF2-40B4-BE49-F238E27FC236}">
                <a16:creationId xmlns:a16="http://schemas.microsoft.com/office/drawing/2014/main" id="{3E868EB2-1240-D233-3002-07E3C3BBCA02}"/>
              </a:ext>
            </a:extLst>
          </p:cNvPr>
          <p:cNvPicPr>
            <a:picLocks noGrp="1" noChangeAspect="1"/>
          </p:cNvPicPr>
          <p:nvPr>
            <p:ph type="pic" sz="quarter" idx="66"/>
          </p:nvPr>
        </p:nvPicPr>
        <p:blipFill>
          <a:blip r:embed="rId78" cstate="hqprint">
            <a:extLst>
              <a:ext uri="{28A0092B-C50C-407E-A947-70E740481C1C}">
                <a14:useLocalDpi xmlns:a14="http://schemas.microsoft.com/office/drawing/2010/main" val="0"/>
              </a:ext>
              <a:ext uri="{96DAC541-7B7A-43D3-8B79-37D633B846F1}">
                <asvg:svgBlip xmlns:asvg="http://schemas.microsoft.com/office/drawing/2016/SVG/main" r:embed="rId79"/>
              </a:ext>
            </a:extLst>
          </a:blip>
          <a:srcRect/>
          <a:stretch>
            <a:fillRect/>
          </a:stretch>
        </p:blipFill>
        <p:spPr/>
      </p:pic>
      <p:pic>
        <p:nvPicPr>
          <p:cNvPr id="590" name="Picture Placeholder 589">
            <a:extLst>
              <a:ext uri="{FF2B5EF4-FFF2-40B4-BE49-F238E27FC236}">
                <a16:creationId xmlns:a16="http://schemas.microsoft.com/office/drawing/2014/main" id="{14B0F06B-356A-BCAB-A655-95FD73CB229E}"/>
              </a:ext>
            </a:extLst>
          </p:cNvPr>
          <p:cNvPicPr>
            <a:picLocks noGrp="1" noChangeAspect="1"/>
          </p:cNvPicPr>
          <p:nvPr>
            <p:ph type="pic" sz="quarter" idx="67"/>
          </p:nvPr>
        </p:nvPicPr>
        <p:blipFill>
          <a:blip r:embed="rId80" cstate="hqprint">
            <a:extLst>
              <a:ext uri="{28A0092B-C50C-407E-A947-70E740481C1C}">
                <a14:useLocalDpi xmlns:a14="http://schemas.microsoft.com/office/drawing/2010/main" val="0"/>
              </a:ext>
              <a:ext uri="{96DAC541-7B7A-43D3-8B79-37D633B846F1}">
                <asvg:svgBlip xmlns:asvg="http://schemas.microsoft.com/office/drawing/2016/SVG/main" r:embed="rId81"/>
              </a:ext>
            </a:extLst>
          </a:blip>
          <a:srcRect/>
          <a:stretch>
            <a:fillRect/>
          </a:stretch>
        </p:blipFill>
        <p:spPr/>
      </p:pic>
      <p:pic>
        <p:nvPicPr>
          <p:cNvPr id="592" name="Picture Placeholder 591">
            <a:extLst>
              <a:ext uri="{FF2B5EF4-FFF2-40B4-BE49-F238E27FC236}">
                <a16:creationId xmlns:a16="http://schemas.microsoft.com/office/drawing/2014/main" id="{997DC494-CB13-BADA-445A-87B69C64CFC5}"/>
              </a:ext>
            </a:extLst>
          </p:cNvPr>
          <p:cNvPicPr>
            <a:picLocks noGrp="1" noChangeAspect="1"/>
          </p:cNvPicPr>
          <p:nvPr>
            <p:ph type="pic" sz="quarter" idx="68"/>
          </p:nvPr>
        </p:nvPicPr>
        <p:blipFill>
          <a:blip r:embed="rId82" cstate="hqprint">
            <a:extLst>
              <a:ext uri="{28A0092B-C50C-407E-A947-70E740481C1C}">
                <a14:useLocalDpi xmlns:a14="http://schemas.microsoft.com/office/drawing/2010/main" val="0"/>
              </a:ext>
              <a:ext uri="{96DAC541-7B7A-43D3-8B79-37D633B846F1}">
                <asvg:svgBlip xmlns:asvg="http://schemas.microsoft.com/office/drawing/2016/SVG/main" r:embed="rId83"/>
              </a:ext>
            </a:extLst>
          </a:blip>
          <a:srcRect/>
          <a:stretch>
            <a:fillRect/>
          </a:stretch>
        </p:blipFill>
        <p:spPr/>
      </p:pic>
      <p:pic>
        <p:nvPicPr>
          <p:cNvPr id="402" name="Picture Placeholder 401">
            <a:extLst>
              <a:ext uri="{FF2B5EF4-FFF2-40B4-BE49-F238E27FC236}">
                <a16:creationId xmlns:a16="http://schemas.microsoft.com/office/drawing/2014/main" id="{E130478B-6652-DE3A-660F-C25B0BE34773}"/>
              </a:ext>
            </a:extLst>
          </p:cNvPr>
          <p:cNvPicPr>
            <a:picLocks noGrp="1" noChangeAspect="1"/>
          </p:cNvPicPr>
          <p:nvPr>
            <p:ph type="pic" sz="quarter" idx="25"/>
          </p:nvPr>
        </p:nvPicPr>
        <p:blipFill>
          <a:blip r:embed="rId84" cstate="hqprint">
            <a:extLst>
              <a:ext uri="{28A0092B-C50C-407E-A947-70E740481C1C}">
                <a14:useLocalDpi xmlns:a14="http://schemas.microsoft.com/office/drawing/2010/main" val="0"/>
              </a:ext>
              <a:ext uri="{96DAC541-7B7A-43D3-8B79-37D633B846F1}">
                <asvg:svgBlip xmlns:asvg="http://schemas.microsoft.com/office/drawing/2016/SVG/main" r:embed="rId85"/>
              </a:ext>
            </a:extLst>
          </a:blip>
          <a:srcRect/>
          <a:stretch>
            <a:fillRect/>
          </a:stretch>
        </p:blipFill>
        <p:spPr/>
      </p:pic>
      <p:pic>
        <p:nvPicPr>
          <p:cNvPr id="384" name="Picture Placeholder 383">
            <a:extLst>
              <a:ext uri="{FF2B5EF4-FFF2-40B4-BE49-F238E27FC236}">
                <a16:creationId xmlns:a16="http://schemas.microsoft.com/office/drawing/2014/main" id="{C106C733-9311-F485-38BC-DD70ADD5E520}"/>
              </a:ext>
            </a:extLst>
          </p:cNvPr>
          <p:cNvPicPr>
            <a:picLocks noGrp="1" noChangeAspect="1"/>
          </p:cNvPicPr>
          <p:nvPr>
            <p:ph type="pic" sz="quarter" idx="24"/>
          </p:nvPr>
        </p:nvPicPr>
        <p:blipFill>
          <a:blip r:embed="rId86" cstate="hqprint">
            <a:extLst>
              <a:ext uri="{28A0092B-C50C-407E-A947-70E740481C1C}">
                <a14:useLocalDpi xmlns:a14="http://schemas.microsoft.com/office/drawing/2010/main" val="0"/>
              </a:ext>
              <a:ext uri="{96DAC541-7B7A-43D3-8B79-37D633B846F1}">
                <asvg:svgBlip xmlns:asvg="http://schemas.microsoft.com/office/drawing/2016/SVG/main" r:embed="rId87"/>
              </a:ext>
            </a:extLst>
          </a:blip>
          <a:srcRect/>
          <a:stretch>
            <a:fillRect/>
          </a:stretch>
        </p:blipFill>
        <p:spPr/>
      </p:pic>
      <p:pic>
        <p:nvPicPr>
          <p:cNvPr id="538" name="Picture Placeholder 537">
            <a:extLst>
              <a:ext uri="{FF2B5EF4-FFF2-40B4-BE49-F238E27FC236}">
                <a16:creationId xmlns:a16="http://schemas.microsoft.com/office/drawing/2014/main" id="{01D762A1-7BAF-1C5C-6DA1-A1EB139E0D93}"/>
              </a:ext>
            </a:extLst>
          </p:cNvPr>
          <p:cNvPicPr>
            <a:picLocks noGrp="1" noChangeAspect="1"/>
          </p:cNvPicPr>
          <p:nvPr>
            <p:ph type="pic" sz="quarter" idx="40"/>
          </p:nvPr>
        </p:nvPicPr>
        <p:blipFill>
          <a:blip r:embed="rId88" cstate="hqprint">
            <a:extLst>
              <a:ext uri="{28A0092B-C50C-407E-A947-70E740481C1C}">
                <a14:useLocalDpi xmlns:a14="http://schemas.microsoft.com/office/drawing/2010/main" val="0"/>
              </a:ext>
              <a:ext uri="{96DAC541-7B7A-43D3-8B79-37D633B846F1}">
                <asvg:svgBlip xmlns:asvg="http://schemas.microsoft.com/office/drawing/2016/SVG/main" r:embed="rId89"/>
              </a:ext>
            </a:extLst>
          </a:blip>
          <a:srcRect/>
          <a:stretch>
            <a:fillRect/>
          </a:stretch>
        </p:blipFill>
        <p:spPr/>
      </p:pic>
      <p:pic>
        <p:nvPicPr>
          <p:cNvPr id="534" name="Picture Placeholder 533">
            <a:extLst>
              <a:ext uri="{FF2B5EF4-FFF2-40B4-BE49-F238E27FC236}">
                <a16:creationId xmlns:a16="http://schemas.microsoft.com/office/drawing/2014/main" id="{E2AC734D-4E3D-94DF-6E04-2582D84EBD16}"/>
              </a:ext>
            </a:extLst>
          </p:cNvPr>
          <p:cNvPicPr>
            <a:picLocks noGrp="1" noChangeAspect="1"/>
          </p:cNvPicPr>
          <p:nvPr>
            <p:ph type="pic" sz="quarter" idx="39"/>
          </p:nvPr>
        </p:nvPicPr>
        <p:blipFill>
          <a:blip r:embed="rId90" cstate="hqprint">
            <a:extLst>
              <a:ext uri="{28A0092B-C50C-407E-A947-70E740481C1C}">
                <a14:useLocalDpi xmlns:a14="http://schemas.microsoft.com/office/drawing/2010/main" val="0"/>
              </a:ext>
              <a:ext uri="{96DAC541-7B7A-43D3-8B79-37D633B846F1}">
                <asvg:svgBlip xmlns:asvg="http://schemas.microsoft.com/office/drawing/2016/SVG/main" r:embed="rId91"/>
              </a:ext>
            </a:extLst>
          </a:blip>
          <a:srcRect/>
          <a:stretch>
            <a:fillRect/>
          </a:stretch>
        </p:blipFill>
        <p:spPr/>
      </p:pic>
    </p:spTree>
    <p:extLst>
      <p:ext uri="{BB962C8B-B14F-4D97-AF65-F5344CB8AC3E}">
        <p14:creationId xmlns:p14="http://schemas.microsoft.com/office/powerpoint/2010/main" val="31331593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3F7138-4F6D-DD6A-D96F-A820A738E1CA}"/>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E0B7EF9F-D4D5-50CA-DEE1-999FD8793FB2}"/>
              </a:ext>
            </a:extLst>
          </p:cNvPr>
          <p:cNvSpPr>
            <a:spLocks noGrp="1"/>
          </p:cNvSpPr>
          <p:nvPr>
            <p:ph type="sldNum" sz="quarter" idx="23"/>
          </p:nvPr>
        </p:nvSpPr>
        <p:spPr/>
        <p:txBody>
          <a:bodyPr/>
          <a:lstStyle/>
          <a:p>
            <a:fld id="{4413DBDE-1217-486F-B764-076DBBFEB98C}" type="slidenum">
              <a:rPr lang="en-GB" smtClean="0"/>
              <a:pPr/>
              <a:t>57</a:t>
            </a:fld>
            <a:endParaRPr lang="en-GB" dirty="0"/>
          </a:p>
        </p:txBody>
      </p:sp>
      <p:pic>
        <p:nvPicPr>
          <p:cNvPr id="66" name="Picture Placeholder 65">
            <a:extLst>
              <a:ext uri="{FF2B5EF4-FFF2-40B4-BE49-F238E27FC236}">
                <a16:creationId xmlns:a16="http://schemas.microsoft.com/office/drawing/2014/main" id="{97314AA4-2022-FB68-ED09-CCB3C4AD3972}"/>
              </a:ext>
            </a:extLst>
          </p:cNvPr>
          <p:cNvPicPr>
            <a:picLocks noGrp="1" noChangeAspect="1"/>
          </p:cNvPicPr>
          <p:nvPr>
            <p:ph type="pic" sz="quarter" idx="24"/>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pic>
        <p:nvPicPr>
          <p:cNvPr id="68" name="Picture Placeholder 67">
            <a:extLst>
              <a:ext uri="{FF2B5EF4-FFF2-40B4-BE49-F238E27FC236}">
                <a16:creationId xmlns:a16="http://schemas.microsoft.com/office/drawing/2014/main" id="{FBEEBCC0-33E8-A128-C1FC-BD35E60DB1CF}"/>
              </a:ext>
            </a:extLst>
          </p:cNvPr>
          <p:cNvPicPr>
            <a:picLocks noGrp="1" noChangeAspect="1"/>
          </p:cNvPicPr>
          <p:nvPr>
            <p:ph type="pic" sz="quarter" idx="25"/>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pic>
        <p:nvPicPr>
          <p:cNvPr id="70" name="Picture Placeholder 69">
            <a:extLst>
              <a:ext uri="{FF2B5EF4-FFF2-40B4-BE49-F238E27FC236}">
                <a16:creationId xmlns:a16="http://schemas.microsoft.com/office/drawing/2014/main" id="{88C5C043-6413-0A37-377B-8A16B1858217}"/>
              </a:ext>
            </a:extLst>
          </p:cNvPr>
          <p:cNvPicPr>
            <a:picLocks noGrp="1" noChangeAspect="1"/>
          </p:cNvPicPr>
          <p:nvPr>
            <p:ph type="pic" sz="quarter" idx="26"/>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p:pic>
      <p:pic>
        <p:nvPicPr>
          <p:cNvPr id="72" name="Picture Placeholder 71">
            <a:extLst>
              <a:ext uri="{FF2B5EF4-FFF2-40B4-BE49-F238E27FC236}">
                <a16:creationId xmlns:a16="http://schemas.microsoft.com/office/drawing/2014/main" id="{79E1DF73-C9A4-7D2F-B44E-B14E3B5CCB4D}"/>
              </a:ext>
            </a:extLst>
          </p:cNvPr>
          <p:cNvPicPr>
            <a:picLocks noGrp="1" noChangeAspect="1"/>
          </p:cNvPicPr>
          <p:nvPr>
            <p:ph type="pic" sz="quarter" idx="27"/>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pic>
        <p:nvPicPr>
          <p:cNvPr id="74" name="Picture Placeholder 73">
            <a:extLst>
              <a:ext uri="{FF2B5EF4-FFF2-40B4-BE49-F238E27FC236}">
                <a16:creationId xmlns:a16="http://schemas.microsoft.com/office/drawing/2014/main" id="{40AF475C-B4C4-A550-4D06-2446F01EB63F}"/>
              </a:ext>
            </a:extLst>
          </p:cNvPr>
          <p:cNvPicPr>
            <a:picLocks noGrp="1" noChangeAspect="1"/>
          </p:cNvPicPr>
          <p:nvPr>
            <p:ph type="pic" sz="quarter" idx="28"/>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pic>
        <p:nvPicPr>
          <p:cNvPr id="76" name="Picture Placeholder 75">
            <a:extLst>
              <a:ext uri="{FF2B5EF4-FFF2-40B4-BE49-F238E27FC236}">
                <a16:creationId xmlns:a16="http://schemas.microsoft.com/office/drawing/2014/main" id="{32FDA215-3966-A392-7C49-3C98C1394D3E}"/>
              </a:ext>
            </a:extLst>
          </p:cNvPr>
          <p:cNvPicPr>
            <a:picLocks noGrp="1" noChangeAspect="1"/>
          </p:cNvPicPr>
          <p:nvPr>
            <p:ph type="pic" sz="quarter" idx="29"/>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pic>
        <p:nvPicPr>
          <p:cNvPr id="78" name="Picture Placeholder 77">
            <a:extLst>
              <a:ext uri="{FF2B5EF4-FFF2-40B4-BE49-F238E27FC236}">
                <a16:creationId xmlns:a16="http://schemas.microsoft.com/office/drawing/2014/main" id="{7B7F047B-771F-9EFA-A1E7-9C7B278DDCCF}"/>
              </a:ext>
            </a:extLst>
          </p:cNvPr>
          <p:cNvPicPr>
            <a:picLocks noGrp="1" noChangeAspect="1"/>
          </p:cNvPicPr>
          <p:nvPr>
            <p:ph type="pic" sz="quarter" idx="30"/>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p:pic>
      <p:pic>
        <p:nvPicPr>
          <p:cNvPr id="80" name="Picture Placeholder 79">
            <a:extLst>
              <a:ext uri="{FF2B5EF4-FFF2-40B4-BE49-F238E27FC236}">
                <a16:creationId xmlns:a16="http://schemas.microsoft.com/office/drawing/2014/main" id="{26CBF376-C421-B8F3-22C6-425CF6DE581B}"/>
              </a:ext>
            </a:extLst>
          </p:cNvPr>
          <p:cNvPicPr>
            <a:picLocks noGrp="1" noChangeAspect="1"/>
          </p:cNvPicPr>
          <p:nvPr>
            <p:ph type="pic" sz="quarter" idx="31"/>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p:pic>
      <p:pic>
        <p:nvPicPr>
          <p:cNvPr id="85" name="Picture Placeholder 84">
            <a:extLst>
              <a:ext uri="{FF2B5EF4-FFF2-40B4-BE49-F238E27FC236}">
                <a16:creationId xmlns:a16="http://schemas.microsoft.com/office/drawing/2014/main" id="{124A62E3-6A26-5DBF-0F36-B8CB2E4849AF}"/>
              </a:ext>
            </a:extLst>
          </p:cNvPr>
          <p:cNvPicPr>
            <a:picLocks noGrp="1" noChangeAspect="1"/>
          </p:cNvPicPr>
          <p:nvPr>
            <p:ph type="pic" sz="quarter" idx="32"/>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p:pic>
      <p:pic>
        <p:nvPicPr>
          <p:cNvPr id="87" name="Picture Placeholder 86">
            <a:extLst>
              <a:ext uri="{FF2B5EF4-FFF2-40B4-BE49-F238E27FC236}">
                <a16:creationId xmlns:a16="http://schemas.microsoft.com/office/drawing/2014/main" id="{31DE6A7D-C29C-C6F5-093F-1FD6CEE43103}"/>
              </a:ext>
            </a:extLst>
          </p:cNvPr>
          <p:cNvPicPr>
            <a:picLocks noGrp="1" noChangeAspect="1"/>
          </p:cNvPicPr>
          <p:nvPr>
            <p:ph type="pic" sz="quarter" idx="33"/>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p:pic>
      <p:pic>
        <p:nvPicPr>
          <p:cNvPr id="89" name="Picture Placeholder 88">
            <a:extLst>
              <a:ext uri="{FF2B5EF4-FFF2-40B4-BE49-F238E27FC236}">
                <a16:creationId xmlns:a16="http://schemas.microsoft.com/office/drawing/2014/main" id="{B37DAF61-675B-7F0A-B63F-050086C35297}"/>
              </a:ext>
            </a:extLst>
          </p:cNvPr>
          <p:cNvPicPr>
            <a:picLocks noGrp="1" noChangeAspect="1"/>
          </p:cNvPicPr>
          <p:nvPr>
            <p:ph type="pic" sz="quarter" idx="34"/>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p:pic>
      <p:pic>
        <p:nvPicPr>
          <p:cNvPr id="91" name="Picture Placeholder 90">
            <a:extLst>
              <a:ext uri="{FF2B5EF4-FFF2-40B4-BE49-F238E27FC236}">
                <a16:creationId xmlns:a16="http://schemas.microsoft.com/office/drawing/2014/main" id="{2A6AC847-6BEE-1CAA-A1C3-6AA9096BAB9F}"/>
              </a:ext>
            </a:extLst>
          </p:cNvPr>
          <p:cNvPicPr>
            <a:picLocks noGrp="1" noChangeAspect="1"/>
          </p:cNvPicPr>
          <p:nvPr>
            <p:ph type="pic" sz="quarter" idx="35"/>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p:pic>
      <p:pic>
        <p:nvPicPr>
          <p:cNvPr id="93" name="Picture Placeholder 92">
            <a:extLst>
              <a:ext uri="{FF2B5EF4-FFF2-40B4-BE49-F238E27FC236}">
                <a16:creationId xmlns:a16="http://schemas.microsoft.com/office/drawing/2014/main" id="{31C64F8A-A76B-FED5-E96C-AE3A774B1885}"/>
              </a:ext>
            </a:extLst>
          </p:cNvPr>
          <p:cNvPicPr>
            <a:picLocks noGrp="1" noChangeAspect="1"/>
          </p:cNvPicPr>
          <p:nvPr>
            <p:ph type="pic" sz="quarter" idx="36"/>
          </p:nvPr>
        </p:nvPicPr>
        <p:blipFill>
          <a:blip r:embed="rId26" cstate="hqprint">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p:pic>
      <p:pic>
        <p:nvPicPr>
          <p:cNvPr id="95" name="Picture Placeholder 94">
            <a:extLst>
              <a:ext uri="{FF2B5EF4-FFF2-40B4-BE49-F238E27FC236}">
                <a16:creationId xmlns:a16="http://schemas.microsoft.com/office/drawing/2014/main" id="{D558F8CC-4057-6CFA-2569-2F6C8C49B049}"/>
              </a:ext>
            </a:extLst>
          </p:cNvPr>
          <p:cNvPicPr>
            <a:picLocks noGrp="1" noChangeAspect="1"/>
          </p:cNvPicPr>
          <p:nvPr>
            <p:ph type="pic" sz="quarter" idx="37"/>
          </p:nvPr>
        </p:nvPicPr>
        <p:blipFill>
          <a:blip r:embed="rId28" cstate="hq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p:pic>
      <p:pic>
        <p:nvPicPr>
          <p:cNvPr id="97" name="Picture Placeholder 96">
            <a:extLst>
              <a:ext uri="{FF2B5EF4-FFF2-40B4-BE49-F238E27FC236}">
                <a16:creationId xmlns:a16="http://schemas.microsoft.com/office/drawing/2014/main" id="{72D306CF-278B-BBA2-3775-A446909980BB}"/>
              </a:ext>
            </a:extLst>
          </p:cNvPr>
          <p:cNvPicPr>
            <a:picLocks noGrp="1" noChangeAspect="1"/>
          </p:cNvPicPr>
          <p:nvPr>
            <p:ph type="pic" sz="quarter" idx="38"/>
          </p:nvPr>
        </p:nvPicPr>
        <p:blipFill>
          <a:blip r:embed="rId30" cstate="hqprint">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a:fillRect/>
          </a:stretch>
        </p:blipFill>
        <p:spPr/>
      </p:pic>
      <p:pic>
        <p:nvPicPr>
          <p:cNvPr id="99" name="Picture Placeholder 98">
            <a:extLst>
              <a:ext uri="{FF2B5EF4-FFF2-40B4-BE49-F238E27FC236}">
                <a16:creationId xmlns:a16="http://schemas.microsoft.com/office/drawing/2014/main" id="{6236769E-1E4D-3231-A854-A67531CB4E82}"/>
              </a:ext>
            </a:extLst>
          </p:cNvPr>
          <p:cNvPicPr>
            <a:picLocks noGrp="1" noChangeAspect="1"/>
          </p:cNvPicPr>
          <p:nvPr>
            <p:ph type="pic" sz="quarter" idx="39"/>
          </p:nvPr>
        </p:nvPicPr>
        <p:blipFill>
          <a:blip r:embed="rId32" cstate="hqprint">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a:fillRect/>
          </a:stretch>
        </p:blipFill>
        <p:spPr/>
      </p:pic>
      <p:pic>
        <p:nvPicPr>
          <p:cNvPr id="109" name="Picture Placeholder 108">
            <a:extLst>
              <a:ext uri="{FF2B5EF4-FFF2-40B4-BE49-F238E27FC236}">
                <a16:creationId xmlns:a16="http://schemas.microsoft.com/office/drawing/2014/main" id="{56F7B27F-B6D0-8402-DC9F-4BF99341D815}"/>
              </a:ext>
            </a:extLst>
          </p:cNvPr>
          <p:cNvPicPr>
            <a:picLocks noGrp="1" noChangeAspect="1"/>
          </p:cNvPicPr>
          <p:nvPr>
            <p:ph type="pic" sz="quarter" idx="41"/>
          </p:nvPr>
        </p:nvPicPr>
        <p:blipFill>
          <a:blip r:embed="rId34" cstate="hqprint">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a:fillRect/>
          </a:stretch>
        </p:blipFill>
        <p:spPr/>
      </p:pic>
      <p:pic>
        <p:nvPicPr>
          <p:cNvPr id="111" name="Picture Placeholder 110">
            <a:extLst>
              <a:ext uri="{FF2B5EF4-FFF2-40B4-BE49-F238E27FC236}">
                <a16:creationId xmlns:a16="http://schemas.microsoft.com/office/drawing/2014/main" id="{A31067DF-E0A5-B6AB-7EE8-9C142866CA2D}"/>
              </a:ext>
            </a:extLst>
          </p:cNvPr>
          <p:cNvPicPr>
            <a:picLocks noGrp="1" noChangeAspect="1"/>
          </p:cNvPicPr>
          <p:nvPr>
            <p:ph type="pic" sz="quarter" idx="42"/>
          </p:nvPr>
        </p:nvPicPr>
        <p:blipFill>
          <a:blip r:embed="rId36" cstate="hqprint">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a:fillRect/>
          </a:stretch>
        </p:blipFill>
        <p:spPr/>
      </p:pic>
      <p:pic>
        <p:nvPicPr>
          <p:cNvPr id="113" name="Picture Placeholder 112">
            <a:extLst>
              <a:ext uri="{FF2B5EF4-FFF2-40B4-BE49-F238E27FC236}">
                <a16:creationId xmlns:a16="http://schemas.microsoft.com/office/drawing/2014/main" id="{E54AB27C-FBF9-F2C2-23EF-36EEAB64A2F8}"/>
              </a:ext>
            </a:extLst>
          </p:cNvPr>
          <p:cNvPicPr>
            <a:picLocks noGrp="1" noChangeAspect="1"/>
          </p:cNvPicPr>
          <p:nvPr>
            <p:ph type="pic" sz="quarter" idx="43"/>
          </p:nvPr>
        </p:nvPicPr>
        <p:blipFill>
          <a:blip r:embed="rId38" cstate="hqprint">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a:fillRect/>
          </a:stretch>
        </p:blipFill>
        <p:spPr/>
      </p:pic>
      <p:pic>
        <p:nvPicPr>
          <p:cNvPr id="115" name="Picture Placeholder 114">
            <a:extLst>
              <a:ext uri="{FF2B5EF4-FFF2-40B4-BE49-F238E27FC236}">
                <a16:creationId xmlns:a16="http://schemas.microsoft.com/office/drawing/2014/main" id="{FEA27789-5282-7946-535D-93A88611F0AF}"/>
              </a:ext>
            </a:extLst>
          </p:cNvPr>
          <p:cNvPicPr>
            <a:picLocks noGrp="1" noChangeAspect="1"/>
          </p:cNvPicPr>
          <p:nvPr>
            <p:ph type="pic" sz="quarter" idx="44"/>
          </p:nvPr>
        </p:nvPicPr>
        <p:blipFill>
          <a:blip r:embed="rId40" cstate="hqprint">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a:fillRect/>
          </a:stretch>
        </p:blipFill>
        <p:spPr/>
      </p:pic>
      <p:pic>
        <p:nvPicPr>
          <p:cNvPr id="117" name="Picture Placeholder 116">
            <a:extLst>
              <a:ext uri="{FF2B5EF4-FFF2-40B4-BE49-F238E27FC236}">
                <a16:creationId xmlns:a16="http://schemas.microsoft.com/office/drawing/2014/main" id="{5480CE73-D663-AEAF-4803-D51FB75130F5}"/>
              </a:ext>
            </a:extLst>
          </p:cNvPr>
          <p:cNvPicPr>
            <a:picLocks noGrp="1" noChangeAspect="1"/>
          </p:cNvPicPr>
          <p:nvPr>
            <p:ph type="pic" sz="quarter" idx="45"/>
          </p:nvPr>
        </p:nvPicPr>
        <p:blipFill>
          <a:blip r:embed="rId42" cstate="hqprint">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a:fillRect/>
          </a:stretch>
        </p:blipFill>
        <p:spPr/>
      </p:pic>
      <p:pic>
        <p:nvPicPr>
          <p:cNvPr id="119" name="Picture Placeholder 118">
            <a:extLst>
              <a:ext uri="{FF2B5EF4-FFF2-40B4-BE49-F238E27FC236}">
                <a16:creationId xmlns:a16="http://schemas.microsoft.com/office/drawing/2014/main" id="{8D9821DC-8CBB-7111-33E2-248BA2AEB229}"/>
              </a:ext>
            </a:extLst>
          </p:cNvPr>
          <p:cNvPicPr>
            <a:picLocks noGrp="1" noChangeAspect="1"/>
          </p:cNvPicPr>
          <p:nvPr>
            <p:ph type="pic" sz="quarter" idx="46"/>
          </p:nvPr>
        </p:nvPicPr>
        <p:blipFill>
          <a:blip r:embed="rId44" cstate="hqprint">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a:fillRect/>
          </a:stretch>
        </p:blipFill>
        <p:spPr/>
      </p:pic>
      <p:pic>
        <p:nvPicPr>
          <p:cNvPr id="121" name="Picture Placeholder 120">
            <a:extLst>
              <a:ext uri="{FF2B5EF4-FFF2-40B4-BE49-F238E27FC236}">
                <a16:creationId xmlns:a16="http://schemas.microsoft.com/office/drawing/2014/main" id="{29A890CF-73DA-0B22-C81F-57D8BE74C61B}"/>
              </a:ext>
            </a:extLst>
          </p:cNvPr>
          <p:cNvPicPr>
            <a:picLocks noGrp="1" noChangeAspect="1"/>
          </p:cNvPicPr>
          <p:nvPr>
            <p:ph type="pic" sz="quarter" idx="47"/>
          </p:nvPr>
        </p:nvPicPr>
        <p:blipFill>
          <a:blip r:embed="rId46" cstate="hqprint">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a:fillRect/>
          </a:stretch>
        </p:blipFill>
        <p:spPr/>
      </p:pic>
      <p:pic>
        <p:nvPicPr>
          <p:cNvPr id="131" name="Picture Placeholder 130">
            <a:extLst>
              <a:ext uri="{FF2B5EF4-FFF2-40B4-BE49-F238E27FC236}">
                <a16:creationId xmlns:a16="http://schemas.microsoft.com/office/drawing/2014/main" id="{DC935D84-078D-A87D-1853-68C0660FD744}"/>
              </a:ext>
            </a:extLst>
          </p:cNvPr>
          <p:cNvPicPr>
            <a:picLocks noGrp="1" noChangeAspect="1"/>
          </p:cNvPicPr>
          <p:nvPr>
            <p:ph type="pic" sz="quarter" idx="49"/>
          </p:nvPr>
        </p:nvPicPr>
        <p:blipFill>
          <a:blip r:embed="rId48" cstate="hqprint">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a:fillRect/>
          </a:stretch>
        </p:blipFill>
        <p:spPr/>
      </p:pic>
      <p:pic>
        <p:nvPicPr>
          <p:cNvPr id="133" name="Picture Placeholder 132">
            <a:extLst>
              <a:ext uri="{FF2B5EF4-FFF2-40B4-BE49-F238E27FC236}">
                <a16:creationId xmlns:a16="http://schemas.microsoft.com/office/drawing/2014/main" id="{74059348-8745-767C-2A9A-2FB69019C688}"/>
              </a:ext>
            </a:extLst>
          </p:cNvPr>
          <p:cNvPicPr>
            <a:picLocks noGrp="1" noChangeAspect="1"/>
          </p:cNvPicPr>
          <p:nvPr>
            <p:ph type="pic" sz="quarter" idx="50"/>
          </p:nvPr>
        </p:nvPicPr>
        <p:blipFill>
          <a:blip r:embed="rId50" cstate="hqprint">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a:fillRect/>
          </a:stretch>
        </p:blipFill>
        <p:spPr/>
      </p:pic>
      <p:pic>
        <p:nvPicPr>
          <p:cNvPr id="135" name="Picture Placeholder 134">
            <a:extLst>
              <a:ext uri="{FF2B5EF4-FFF2-40B4-BE49-F238E27FC236}">
                <a16:creationId xmlns:a16="http://schemas.microsoft.com/office/drawing/2014/main" id="{6C41EA05-67B2-4F2C-E900-4DD511C3744F}"/>
              </a:ext>
            </a:extLst>
          </p:cNvPr>
          <p:cNvPicPr>
            <a:picLocks noGrp="1" noChangeAspect="1"/>
          </p:cNvPicPr>
          <p:nvPr>
            <p:ph type="pic" sz="quarter" idx="51"/>
          </p:nvPr>
        </p:nvPicPr>
        <p:blipFill>
          <a:blip r:embed="rId52" cstate="hqprint">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a:fillRect/>
          </a:stretch>
        </p:blipFill>
        <p:spPr/>
      </p:pic>
      <p:pic>
        <p:nvPicPr>
          <p:cNvPr id="137" name="Picture Placeholder 136">
            <a:extLst>
              <a:ext uri="{FF2B5EF4-FFF2-40B4-BE49-F238E27FC236}">
                <a16:creationId xmlns:a16="http://schemas.microsoft.com/office/drawing/2014/main" id="{9A086A5E-9D6D-89F1-AB4C-AD30ED50F0F0}"/>
              </a:ext>
            </a:extLst>
          </p:cNvPr>
          <p:cNvPicPr>
            <a:picLocks noGrp="1" noChangeAspect="1"/>
          </p:cNvPicPr>
          <p:nvPr>
            <p:ph type="pic" sz="quarter" idx="52"/>
          </p:nvPr>
        </p:nvPicPr>
        <p:blipFill>
          <a:blip r:embed="rId54" cstate="hqprint">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a:fillRect/>
          </a:stretch>
        </p:blipFill>
        <p:spPr/>
      </p:pic>
      <p:pic>
        <p:nvPicPr>
          <p:cNvPr id="139" name="Picture Placeholder 138">
            <a:extLst>
              <a:ext uri="{FF2B5EF4-FFF2-40B4-BE49-F238E27FC236}">
                <a16:creationId xmlns:a16="http://schemas.microsoft.com/office/drawing/2014/main" id="{6D3779FA-1369-9E67-85C9-3227EEAD7F05}"/>
              </a:ext>
            </a:extLst>
          </p:cNvPr>
          <p:cNvPicPr>
            <a:picLocks noGrp="1" noChangeAspect="1"/>
          </p:cNvPicPr>
          <p:nvPr>
            <p:ph type="pic" sz="quarter" idx="53"/>
          </p:nvPr>
        </p:nvPicPr>
        <p:blipFill>
          <a:blip r:embed="rId56" cstate="hqprint">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a:fillRect/>
          </a:stretch>
        </p:blipFill>
        <p:spPr/>
      </p:pic>
      <p:pic>
        <p:nvPicPr>
          <p:cNvPr id="141" name="Picture Placeholder 140">
            <a:extLst>
              <a:ext uri="{FF2B5EF4-FFF2-40B4-BE49-F238E27FC236}">
                <a16:creationId xmlns:a16="http://schemas.microsoft.com/office/drawing/2014/main" id="{B238CDEE-2092-42BC-5F77-4533E134A758}"/>
              </a:ext>
            </a:extLst>
          </p:cNvPr>
          <p:cNvPicPr>
            <a:picLocks noGrp="1" noChangeAspect="1"/>
          </p:cNvPicPr>
          <p:nvPr>
            <p:ph type="pic" sz="quarter" idx="54"/>
          </p:nvPr>
        </p:nvPicPr>
        <p:blipFill>
          <a:blip r:embed="rId58" cstate="hqprint">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a:fillRect/>
          </a:stretch>
        </p:blipFill>
        <p:spPr/>
      </p:pic>
      <p:pic>
        <p:nvPicPr>
          <p:cNvPr id="143" name="Picture Placeholder 142">
            <a:extLst>
              <a:ext uri="{FF2B5EF4-FFF2-40B4-BE49-F238E27FC236}">
                <a16:creationId xmlns:a16="http://schemas.microsoft.com/office/drawing/2014/main" id="{93A89874-9CFD-B2A7-6BF2-D1D5C4961490}"/>
              </a:ext>
            </a:extLst>
          </p:cNvPr>
          <p:cNvPicPr>
            <a:picLocks noGrp="1" noChangeAspect="1"/>
          </p:cNvPicPr>
          <p:nvPr>
            <p:ph type="pic" sz="quarter" idx="55"/>
          </p:nvPr>
        </p:nvPicPr>
        <p:blipFill>
          <a:blip r:embed="rId60" cstate="hqprint">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a:fillRect/>
          </a:stretch>
        </p:blipFill>
        <p:spPr/>
      </p:pic>
      <p:pic>
        <p:nvPicPr>
          <p:cNvPr id="83" name="Picture Placeholder 82">
            <a:extLst>
              <a:ext uri="{FF2B5EF4-FFF2-40B4-BE49-F238E27FC236}">
                <a16:creationId xmlns:a16="http://schemas.microsoft.com/office/drawing/2014/main" id="{A582E334-1427-F4E3-6942-ED0D562D620F}"/>
              </a:ext>
            </a:extLst>
          </p:cNvPr>
          <p:cNvPicPr>
            <a:picLocks noGrp="1" noChangeAspect="1"/>
          </p:cNvPicPr>
          <p:nvPr>
            <p:ph type="pic" sz="quarter" idx="56"/>
          </p:nvPr>
        </p:nvPicPr>
        <p:blipFill>
          <a:blip r:embed="rId62" cstate="hqprint">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a:fillRect/>
          </a:stretch>
        </p:blipFill>
        <p:spPr/>
      </p:pic>
      <p:pic>
        <p:nvPicPr>
          <p:cNvPr id="105" name="Picture Placeholder 104">
            <a:extLst>
              <a:ext uri="{FF2B5EF4-FFF2-40B4-BE49-F238E27FC236}">
                <a16:creationId xmlns:a16="http://schemas.microsoft.com/office/drawing/2014/main" id="{046D2FD4-03B4-FB90-4E68-37820B4EAE99}"/>
              </a:ext>
            </a:extLst>
          </p:cNvPr>
          <p:cNvPicPr>
            <a:picLocks noGrp="1" noChangeAspect="1"/>
          </p:cNvPicPr>
          <p:nvPr>
            <p:ph type="pic" sz="quarter" idx="57"/>
          </p:nvPr>
        </p:nvPicPr>
        <p:blipFill>
          <a:blip r:embed="rId64" cstate="hqprint">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a:fillRect/>
          </a:stretch>
        </p:blipFill>
        <p:spPr/>
      </p:pic>
      <p:pic>
        <p:nvPicPr>
          <p:cNvPr id="127" name="Picture Placeholder 126">
            <a:extLst>
              <a:ext uri="{FF2B5EF4-FFF2-40B4-BE49-F238E27FC236}">
                <a16:creationId xmlns:a16="http://schemas.microsoft.com/office/drawing/2014/main" id="{8A4BFB92-A754-A8E9-1555-A5D6059DBD3F}"/>
              </a:ext>
            </a:extLst>
          </p:cNvPr>
          <p:cNvPicPr>
            <a:picLocks noGrp="1" noChangeAspect="1"/>
          </p:cNvPicPr>
          <p:nvPr>
            <p:ph type="pic" sz="quarter" idx="58"/>
          </p:nvPr>
        </p:nvPicPr>
        <p:blipFill>
          <a:blip r:embed="rId66" cstate="hqprint">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a:fillRect/>
          </a:stretch>
        </p:blipFill>
        <p:spPr/>
      </p:pic>
      <p:pic>
        <p:nvPicPr>
          <p:cNvPr id="145" name="Picture Placeholder 144">
            <a:extLst>
              <a:ext uri="{FF2B5EF4-FFF2-40B4-BE49-F238E27FC236}">
                <a16:creationId xmlns:a16="http://schemas.microsoft.com/office/drawing/2014/main" id="{0E4541B5-303E-6AB3-22E4-4C6D6E70A4CC}"/>
              </a:ext>
            </a:extLst>
          </p:cNvPr>
          <p:cNvPicPr>
            <a:picLocks noGrp="1" noChangeAspect="1"/>
          </p:cNvPicPr>
          <p:nvPr>
            <p:ph type="pic" sz="quarter" idx="59"/>
          </p:nvPr>
        </p:nvPicPr>
        <p:blipFill>
          <a:blip r:embed="rId68" cstate="hqprint">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a:fillRect/>
          </a:stretch>
        </p:blipFill>
        <p:spPr/>
      </p:pic>
      <p:pic>
        <p:nvPicPr>
          <p:cNvPr id="147" name="Picture Placeholder 146">
            <a:extLst>
              <a:ext uri="{FF2B5EF4-FFF2-40B4-BE49-F238E27FC236}">
                <a16:creationId xmlns:a16="http://schemas.microsoft.com/office/drawing/2014/main" id="{D3356BC4-24CD-B9B9-1980-ED5E2EE6F361}"/>
              </a:ext>
            </a:extLst>
          </p:cNvPr>
          <p:cNvPicPr>
            <a:picLocks noGrp="1" noChangeAspect="1"/>
          </p:cNvPicPr>
          <p:nvPr>
            <p:ph type="pic" sz="quarter" idx="60"/>
          </p:nvPr>
        </p:nvPicPr>
        <p:blipFill>
          <a:blip r:embed="rId70" cstate="hqprint">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a:fillRect/>
          </a:stretch>
        </p:blipFill>
        <p:spPr/>
      </p:pic>
      <p:pic>
        <p:nvPicPr>
          <p:cNvPr id="149" name="Picture Placeholder 148">
            <a:extLst>
              <a:ext uri="{FF2B5EF4-FFF2-40B4-BE49-F238E27FC236}">
                <a16:creationId xmlns:a16="http://schemas.microsoft.com/office/drawing/2014/main" id="{30C524AD-E9E1-3F17-5C24-2087CBD44EAC}"/>
              </a:ext>
            </a:extLst>
          </p:cNvPr>
          <p:cNvPicPr>
            <a:picLocks noGrp="1" noChangeAspect="1"/>
          </p:cNvPicPr>
          <p:nvPr>
            <p:ph type="pic" sz="quarter" idx="61"/>
          </p:nvPr>
        </p:nvPicPr>
        <p:blipFill>
          <a:blip r:embed="rId72" cstate="hqprint">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a:fillRect/>
          </a:stretch>
        </p:blipFill>
        <p:spPr/>
      </p:pic>
      <p:pic>
        <p:nvPicPr>
          <p:cNvPr id="151" name="Picture Placeholder 150">
            <a:extLst>
              <a:ext uri="{FF2B5EF4-FFF2-40B4-BE49-F238E27FC236}">
                <a16:creationId xmlns:a16="http://schemas.microsoft.com/office/drawing/2014/main" id="{572361EB-88B3-43FC-7AEA-1495EE3FCD69}"/>
              </a:ext>
            </a:extLst>
          </p:cNvPr>
          <p:cNvPicPr>
            <a:picLocks noGrp="1" noChangeAspect="1"/>
          </p:cNvPicPr>
          <p:nvPr>
            <p:ph type="pic" sz="quarter" idx="62"/>
          </p:nvPr>
        </p:nvPicPr>
        <p:blipFill>
          <a:blip r:embed="rId74" cstate="hqprint">
            <a:extLst>
              <a:ext uri="{28A0092B-C50C-407E-A947-70E740481C1C}">
                <a14:useLocalDpi xmlns:a14="http://schemas.microsoft.com/office/drawing/2010/main" val="0"/>
              </a:ext>
              <a:ext uri="{96DAC541-7B7A-43D3-8B79-37D633B846F1}">
                <asvg:svgBlip xmlns:asvg="http://schemas.microsoft.com/office/drawing/2016/SVG/main" r:embed="rId75"/>
              </a:ext>
            </a:extLst>
          </a:blip>
          <a:srcRect/>
          <a:stretch>
            <a:fillRect/>
          </a:stretch>
        </p:blipFill>
        <p:spPr/>
      </p:pic>
      <p:pic>
        <p:nvPicPr>
          <p:cNvPr id="153" name="Picture Placeholder 152">
            <a:extLst>
              <a:ext uri="{FF2B5EF4-FFF2-40B4-BE49-F238E27FC236}">
                <a16:creationId xmlns:a16="http://schemas.microsoft.com/office/drawing/2014/main" id="{7099A94A-958A-3745-5669-5620E96FE800}"/>
              </a:ext>
            </a:extLst>
          </p:cNvPr>
          <p:cNvPicPr>
            <a:picLocks noGrp="1" noChangeAspect="1"/>
          </p:cNvPicPr>
          <p:nvPr>
            <p:ph type="pic" sz="quarter" idx="63"/>
          </p:nvPr>
        </p:nvPicPr>
        <p:blipFill>
          <a:blip r:embed="rId76" cstate="hqprint">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a:fillRect/>
          </a:stretch>
        </p:blipFill>
        <p:spPr/>
      </p:pic>
      <p:pic>
        <p:nvPicPr>
          <p:cNvPr id="155" name="Picture Placeholder 154">
            <a:extLst>
              <a:ext uri="{FF2B5EF4-FFF2-40B4-BE49-F238E27FC236}">
                <a16:creationId xmlns:a16="http://schemas.microsoft.com/office/drawing/2014/main" id="{B154CCFB-8581-75F5-B3F9-1FAD077D96E3}"/>
              </a:ext>
            </a:extLst>
          </p:cNvPr>
          <p:cNvPicPr>
            <a:picLocks noGrp="1" noChangeAspect="1"/>
          </p:cNvPicPr>
          <p:nvPr>
            <p:ph type="pic" sz="quarter" idx="64"/>
          </p:nvPr>
        </p:nvPicPr>
        <p:blipFill>
          <a:blip r:embed="rId78" cstate="hqprint">
            <a:extLst>
              <a:ext uri="{28A0092B-C50C-407E-A947-70E740481C1C}">
                <a14:useLocalDpi xmlns:a14="http://schemas.microsoft.com/office/drawing/2010/main" val="0"/>
              </a:ext>
              <a:ext uri="{96DAC541-7B7A-43D3-8B79-37D633B846F1}">
                <asvg:svgBlip xmlns:asvg="http://schemas.microsoft.com/office/drawing/2016/SVG/main" r:embed="rId79"/>
              </a:ext>
            </a:extLst>
          </a:blip>
          <a:srcRect/>
          <a:stretch>
            <a:fillRect/>
          </a:stretch>
        </p:blipFill>
        <p:spPr/>
      </p:pic>
      <p:pic>
        <p:nvPicPr>
          <p:cNvPr id="157" name="Picture Placeholder 156">
            <a:extLst>
              <a:ext uri="{FF2B5EF4-FFF2-40B4-BE49-F238E27FC236}">
                <a16:creationId xmlns:a16="http://schemas.microsoft.com/office/drawing/2014/main" id="{92A3470E-E801-032C-BF69-6FD54E803CD6}"/>
              </a:ext>
            </a:extLst>
          </p:cNvPr>
          <p:cNvPicPr>
            <a:picLocks noGrp="1" noChangeAspect="1"/>
          </p:cNvPicPr>
          <p:nvPr>
            <p:ph type="pic" sz="quarter" idx="65"/>
          </p:nvPr>
        </p:nvPicPr>
        <p:blipFill>
          <a:blip r:embed="rId80" cstate="hqprint">
            <a:extLst>
              <a:ext uri="{28A0092B-C50C-407E-A947-70E740481C1C}">
                <a14:useLocalDpi xmlns:a14="http://schemas.microsoft.com/office/drawing/2010/main" val="0"/>
              </a:ext>
              <a:ext uri="{96DAC541-7B7A-43D3-8B79-37D633B846F1}">
                <asvg:svgBlip xmlns:asvg="http://schemas.microsoft.com/office/drawing/2016/SVG/main" r:embed="rId81"/>
              </a:ext>
            </a:extLst>
          </a:blip>
          <a:srcRect/>
          <a:stretch>
            <a:fillRect/>
          </a:stretch>
        </p:blipFill>
        <p:spPr/>
      </p:pic>
      <p:pic>
        <p:nvPicPr>
          <p:cNvPr id="159" name="Picture Placeholder 158">
            <a:extLst>
              <a:ext uri="{FF2B5EF4-FFF2-40B4-BE49-F238E27FC236}">
                <a16:creationId xmlns:a16="http://schemas.microsoft.com/office/drawing/2014/main" id="{8FDEB6AC-E6AF-BE4B-CA56-29E06AB792B9}"/>
              </a:ext>
            </a:extLst>
          </p:cNvPr>
          <p:cNvPicPr>
            <a:picLocks noGrp="1" noChangeAspect="1"/>
          </p:cNvPicPr>
          <p:nvPr>
            <p:ph type="pic" sz="quarter" idx="66"/>
          </p:nvPr>
        </p:nvPicPr>
        <p:blipFill>
          <a:blip r:embed="rId82" cstate="hqprint">
            <a:extLst>
              <a:ext uri="{28A0092B-C50C-407E-A947-70E740481C1C}">
                <a14:useLocalDpi xmlns:a14="http://schemas.microsoft.com/office/drawing/2010/main" val="0"/>
              </a:ext>
              <a:ext uri="{96DAC541-7B7A-43D3-8B79-37D633B846F1}">
                <asvg:svgBlip xmlns:asvg="http://schemas.microsoft.com/office/drawing/2016/SVG/main" r:embed="rId83"/>
              </a:ext>
            </a:extLst>
          </a:blip>
          <a:srcRect/>
          <a:stretch>
            <a:fillRect/>
          </a:stretch>
        </p:blipFill>
        <p:spPr/>
      </p:pic>
      <p:pic>
        <p:nvPicPr>
          <p:cNvPr id="161" name="Picture Placeholder 160">
            <a:extLst>
              <a:ext uri="{FF2B5EF4-FFF2-40B4-BE49-F238E27FC236}">
                <a16:creationId xmlns:a16="http://schemas.microsoft.com/office/drawing/2014/main" id="{252D9BA4-60AB-5BF8-29A3-AFC0853611D0}"/>
              </a:ext>
            </a:extLst>
          </p:cNvPr>
          <p:cNvPicPr>
            <a:picLocks noGrp="1" noChangeAspect="1"/>
          </p:cNvPicPr>
          <p:nvPr>
            <p:ph type="pic" sz="quarter" idx="67"/>
          </p:nvPr>
        </p:nvPicPr>
        <p:blipFill>
          <a:blip r:embed="rId84" cstate="hqprint">
            <a:extLst>
              <a:ext uri="{28A0092B-C50C-407E-A947-70E740481C1C}">
                <a14:useLocalDpi xmlns:a14="http://schemas.microsoft.com/office/drawing/2010/main" val="0"/>
              </a:ext>
              <a:ext uri="{96DAC541-7B7A-43D3-8B79-37D633B846F1}">
                <asvg:svgBlip xmlns:asvg="http://schemas.microsoft.com/office/drawing/2016/SVG/main" r:embed="rId85"/>
              </a:ext>
            </a:extLst>
          </a:blip>
          <a:srcRect/>
          <a:stretch>
            <a:fillRect/>
          </a:stretch>
        </p:blipFill>
        <p:spPr/>
      </p:pic>
      <p:pic>
        <p:nvPicPr>
          <p:cNvPr id="163" name="Picture Placeholder 162">
            <a:extLst>
              <a:ext uri="{FF2B5EF4-FFF2-40B4-BE49-F238E27FC236}">
                <a16:creationId xmlns:a16="http://schemas.microsoft.com/office/drawing/2014/main" id="{C9656BE3-29A2-1E0C-8EB4-99CCD2516844}"/>
              </a:ext>
            </a:extLst>
          </p:cNvPr>
          <p:cNvPicPr>
            <a:picLocks noGrp="1" noChangeAspect="1"/>
          </p:cNvPicPr>
          <p:nvPr>
            <p:ph type="pic" sz="quarter" idx="68"/>
          </p:nvPr>
        </p:nvPicPr>
        <p:blipFill>
          <a:blip r:embed="rId86" cstate="hqprint">
            <a:extLst>
              <a:ext uri="{28A0092B-C50C-407E-A947-70E740481C1C}">
                <a14:useLocalDpi xmlns:a14="http://schemas.microsoft.com/office/drawing/2010/main" val="0"/>
              </a:ext>
              <a:ext uri="{96DAC541-7B7A-43D3-8B79-37D633B846F1}">
                <asvg:svgBlip xmlns:asvg="http://schemas.microsoft.com/office/drawing/2016/SVG/main" r:embed="rId87"/>
              </a:ext>
            </a:extLst>
          </a:blip>
          <a:srcRect/>
          <a:stretch>
            <a:fillRect/>
          </a:stretch>
        </p:blipFill>
        <p:spPr/>
      </p:pic>
      <p:pic>
        <p:nvPicPr>
          <p:cNvPr id="107" name="Picture Placeholder 106">
            <a:extLst>
              <a:ext uri="{FF2B5EF4-FFF2-40B4-BE49-F238E27FC236}">
                <a16:creationId xmlns:a16="http://schemas.microsoft.com/office/drawing/2014/main" id="{5310EB68-0B04-62D1-6826-988D181AD589}"/>
              </a:ext>
            </a:extLst>
          </p:cNvPr>
          <p:cNvPicPr>
            <a:picLocks noGrp="1" noChangeAspect="1"/>
          </p:cNvPicPr>
          <p:nvPr>
            <p:ph type="pic" sz="quarter" idx="40"/>
          </p:nvPr>
        </p:nvPicPr>
        <p:blipFill>
          <a:blip r:embed="rId88" cstate="hqprint">
            <a:extLst>
              <a:ext uri="{28A0092B-C50C-407E-A947-70E740481C1C}">
                <a14:useLocalDpi xmlns:a14="http://schemas.microsoft.com/office/drawing/2010/main" val="0"/>
              </a:ext>
              <a:ext uri="{96DAC541-7B7A-43D3-8B79-37D633B846F1}">
                <asvg:svgBlip xmlns:asvg="http://schemas.microsoft.com/office/drawing/2016/SVG/main" r:embed="rId89"/>
              </a:ext>
            </a:extLst>
          </a:blip>
          <a:srcRect/>
          <a:stretch>
            <a:fillRect/>
          </a:stretch>
        </p:blipFill>
        <p:spPr/>
      </p:pic>
      <p:pic>
        <p:nvPicPr>
          <p:cNvPr id="129" name="Picture Placeholder 128">
            <a:extLst>
              <a:ext uri="{FF2B5EF4-FFF2-40B4-BE49-F238E27FC236}">
                <a16:creationId xmlns:a16="http://schemas.microsoft.com/office/drawing/2014/main" id="{5259678F-6EDE-156F-1679-6C7BEF70B00A}"/>
              </a:ext>
            </a:extLst>
          </p:cNvPr>
          <p:cNvPicPr>
            <a:picLocks noGrp="1" noChangeAspect="1"/>
          </p:cNvPicPr>
          <p:nvPr>
            <p:ph type="pic" sz="quarter" idx="48"/>
          </p:nvPr>
        </p:nvPicPr>
        <p:blipFill>
          <a:blip r:embed="rId90" cstate="hqprint">
            <a:extLst>
              <a:ext uri="{28A0092B-C50C-407E-A947-70E740481C1C}">
                <a14:useLocalDpi xmlns:a14="http://schemas.microsoft.com/office/drawing/2010/main" val="0"/>
              </a:ext>
              <a:ext uri="{96DAC541-7B7A-43D3-8B79-37D633B846F1}">
                <asvg:svgBlip xmlns:asvg="http://schemas.microsoft.com/office/drawing/2016/SVG/main" r:embed="rId91"/>
              </a:ext>
            </a:extLst>
          </a:blip>
          <a:srcRect/>
          <a:stretch>
            <a:fillRect/>
          </a:stretch>
        </p:blipFill>
        <p:spPr/>
      </p:pic>
    </p:spTree>
    <p:extLst>
      <p:ext uri="{BB962C8B-B14F-4D97-AF65-F5344CB8AC3E}">
        <p14:creationId xmlns:p14="http://schemas.microsoft.com/office/powerpoint/2010/main" val="1076015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C996AD-14C2-9473-18A9-1EF827144EAF}"/>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7DB7A76D-6941-FF4D-5A06-60480577010F}"/>
              </a:ext>
            </a:extLst>
          </p:cNvPr>
          <p:cNvSpPr>
            <a:spLocks noGrp="1"/>
          </p:cNvSpPr>
          <p:nvPr>
            <p:ph type="sldNum" sz="quarter" idx="23"/>
          </p:nvPr>
        </p:nvSpPr>
        <p:spPr/>
        <p:txBody>
          <a:bodyPr/>
          <a:lstStyle/>
          <a:p>
            <a:fld id="{4413DBDE-1217-486F-B764-076DBBFEB98C}" type="slidenum">
              <a:rPr lang="en-GB" smtClean="0"/>
              <a:pPr/>
              <a:t>58</a:t>
            </a:fld>
            <a:endParaRPr lang="en-GB" dirty="0"/>
          </a:p>
        </p:txBody>
      </p:sp>
      <p:pic>
        <p:nvPicPr>
          <p:cNvPr id="50" name="Picture Placeholder 49">
            <a:extLst>
              <a:ext uri="{FF2B5EF4-FFF2-40B4-BE49-F238E27FC236}">
                <a16:creationId xmlns:a16="http://schemas.microsoft.com/office/drawing/2014/main" id="{5DA1319C-1883-1357-260D-E27F68BD12BF}"/>
              </a:ext>
            </a:extLst>
          </p:cNvPr>
          <p:cNvPicPr>
            <a:picLocks noGrp="1" noChangeAspect="1"/>
          </p:cNvPicPr>
          <p:nvPr>
            <p:ph type="pic" sz="quarter" idx="24"/>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pic>
        <p:nvPicPr>
          <p:cNvPr id="52" name="Picture Placeholder 51">
            <a:extLst>
              <a:ext uri="{FF2B5EF4-FFF2-40B4-BE49-F238E27FC236}">
                <a16:creationId xmlns:a16="http://schemas.microsoft.com/office/drawing/2014/main" id="{6D657042-A3D8-BB8F-1542-F83719488C73}"/>
              </a:ext>
            </a:extLst>
          </p:cNvPr>
          <p:cNvPicPr>
            <a:picLocks noGrp="1" noChangeAspect="1"/>
          </p:cNvPicPr>
          <p:nvPr>
            <p:ph type="pic" sz="quarter" idx="25"/>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pic>
        <p:nvPicPr>
          <p:cNvPr id="54" name="Picture Placeholder 53">
            <a:extLst>
              <a:ext uri="{FF2B5EF4-FFF2-40B4-BE49-F238E27FC236}">
                <a16:creationId xmlns:a16="http://schemas.microsoft.com/office/drawing/2014/main" id="{9FED59C1-37C9-F8BF-EABF-AA601A3545A1}"/>
              </a:ext>
            </a:extLst>
          </p:cNvPr>
          <p:cNvPicPr>
            <a:picLocks noGrp="1" noChangeAspect="1"/>
          </p:cNvPicPr>
          <p:nvPr>
            <p:ph type="pic" sz="quarter" idx="26"/>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p:pic>
      <p:pic>
        <p:nvPicPr>
          <p:cNvPr id="56" name="Picture Placeholder 55">
            <a:extLst>
              <a:ext uri="{FF2B5EF4-FFF2-40B4-BE49-F238E27FC236}">
                <a16:creationId xmlns:a16="http://schemas.microsoft.com/office/drawing/2014/main" id="{32B3A046-EBB7-0D58-0EF7-B20116CA113F}"/>
              </a:ext>
            </a:extLst>
          </p:cNvPr>
          <p:cNvPicPr>
            <a:picLocks noGrp="1" noChangeAspect="1"/>
          </p:cNvPicPr>
          <p:nvPr>
            <p:ph type="pic" sz="quarter" idx="27"/>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pic>
        <p:nvPicPr>
          <p:cNvPr id="58" name="Picture Placeholder 57">
            <a:extLst>
              <a:ext uri="{FF2B5EF4-FFF2-40B4-BE49-F238E27FC236}">
                <a16:creationId xmlns:a16="http://schemas.microsoft.com/office/drawing/2014/main" id="{9E6D8A7C-92F1-1A43-8EDD-531E8B7D7FAC}"/>
              </a:ext>
            </a:extLst>
          </p:cNvPr>
          <p:cNvPicPr>
            <a:picLocks noGrp="1" noChangeAspect="1"/>
          </p:cNvPicPr>
          <p:nvPr>
            <p:ph type="pic" sz="quarter" idx="28"/>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pic>
        <p:nvPicPr>
          <p:cNvPr id="60" name="Picture Placeholder 59">
            <a:extLst>
              <a:ext uri="{FF2B5EF4-FFF2-40B4-BE49-F238E27FC236}">
                <a16:creationId xmlns:a16="http://schemas.microsoft.com/office/drawing/2014/main" id="{81566C11-E3EB-BCBD-A062-9C9CB4D30557}"/>
              </a:ext>
            </a:extLst>
          </p:cNvPr>
          <p:cNvPicPr>
            <a:picLocks noGrp="1" noChangeAspect="1"/>
          </p:cNvPicPr>
          <p:nvPr>
            <p:ph type="pic" sz="quarter" idx="29"/>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pic>
        <p:nvPicPr>
          <p:cNvPr id="62" name="Picture Placeholder 61">
            <a:extLst>
              <a:ext uri="{FF2B5EF4-FFF2-40B4-BE49-F238E27FC236}">
                <a16:creationId xmlns:a16="http://schemas.microsoft.com/office/drawing/2014/main" id="{29764102-9E06-3591-9837-6F00BFC9CE2A}"/>
              </a:ext>
            </a:extLst>
          </p:cNvPr>
          <p:cNvPicPr>
            <a:picLocks noGrp="1" noChangeAspect="1"/>
          </p:cNvPicPr>
          <p:nvPr>
            <p:ph type="pic" sz="quarter" idx="30"/>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p:pic>
      <p:pic>
        <p:nvPicPr>
          <p:cNvPr id="64" name="Picture Placeholder 63">
            <a:extLst>
              <a:ext uri="{FF2B5EF4-FFF2-40B4-BE49-F238E27FC236}">
                <a16:creationId xmlns:a16="http://schemas.microsoft.com/office/drawing/2014/main" id="{81DF1F32-CA4D-3316-56FE-A07CC5B95978}"/>
              </a:ext>
            </a:extLst>
          </p:cNvPr>
          <p:cNvPicPr>
            <a:picLocks noGrp="1" noChangeAspect="1"/>
          </p:cNvPicPr>
          <p:nvPr>
            <p:ph type="pic" sz="quarter" idx="31"/>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p:pic>
      <p:pic>
        <p:nvPicPr>
          <p:cNvPr id="68" name="Picture Placeholder 67">
            <a:extLst>
              <a:ext uri="{FF2B5EF4-FFF2-40B4-BE49-F238E27FC236}">
                <a16:creationId xmlns:a16="http://schemas.microsoft.com/office/drawing/2014/main" id="{D8DD43D6-B4B9-4755-155A-3CA4A3808C9D}"/>
              </a:ext>
            </a:extLst>
          </p:cNvPr>
          <p:cNvPicPr>
            <a:picLocks noGrp="1" noChangeAspect="1"/>
          </p:cNvPicPr>
          <p:nvPr>
            <p:ph type="pic" sz="quarter" idx="32"/>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p:pic>
      <p:pic>
        <p:nvPicPr>
          <p:cNvPr id="70" name="Picture Placeholder 69">
            <a:extLst>
              <a:ext uri="{FF2B5EF4-FFF2-40B4-BE49-F238E27FC236}">
                <a16:creationId xmlns:a16="http://schemas.microsoft.com/office/drawing/2014/main" id="{819F9158-6A2A-F6B9-6770-94675D69DBBD}"/>
              </a:ext>
            </a:extLst>
          </p:cNvPr>
          <p:cNvPicPr>
            <a:picLocks noGrp="1" noChangeAspect="1"/>
          </p:cNvPicPr>
          <p:nvPr>
            <p:ph type="pic" sz="quarter" idx="33"/>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p:pic>
      <p:pic>
        <p:nvPicPr>
          <p:cNvPr id="72" name="Picture Placeholder 71">
            <a:extLst>
              <a:ext uri="{FF2B5EF4-FFF2-40B4-BE49-F238E27FC236}">
                <a16:creationId xmlns:a16="http://schemas.microsoft.com/office/drawing/2014/main" id="{10BDDA48-6149-250A-1A05-7264BCBFE3F7}"/>
              </a:ext>
            </a:extLst>
          </p:cNvPr>
          <p:cNvPicPr>
            <a:picLocks noGrp="1" noChangeAspect="1"/>
          </p:cNvPicPr>
          <p:nvPr>
            <p:ph type="pic" sz="quarter" idx="34"/>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p:pic>
      <p:pic>
        <p:nvPicPr>
          <p:cNvPr id="74" name="Picture Placeholder 73">
            <a:extLst>
              <a:ext uri="{FF2B5EF4-FFF2-40B4-BE49-F238E27FC236}">
                <a16:creationId xmlns:a16="http://schemas.microsoft.com/office/drawing/2014/main" id="{A078CFF2-9D18-C297-A552-DAD0DB3DF283}"/>
              </a:ext>
            </a:extLst>
          </p:cNvPr>
          <p:cNvPicPr>
            <a:picLocks noGrp="1" noChangeAspect="1"/>
          </p:cNvPicPr>
          <p:nvPr>
            <p:ph type="pic" sz="quarter" idx="35"/>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p:pic>
      <p:pic>
        <p:nvPicPr>
          <p:cNvPr id="76" name="Picture Placeholder 75">
            <a:extLst>
              <a:ext uri="{FF2B5EF4-FFF2-40B4-BE49-F238E27FC236}">
                <a16:creationId xmlns:a16="http://schemas.microsoft.com/office/drawing/2014/main" id="{0AE35DA4-038E-DC31-9CC4-1BFF03ABA958}"/>
              </a:ext>
            </a:extLst>
          </p:cNvPr>
          <p:cNvPicPr>
            <a:picLocks noGrp="1" noChangeAspect="1"/>
          </p:cNvPicPr>
          <p:nvPr>
            <p:ph type="pic" sz="quarter" idx="36"/>
          </p:nvPr>
        </p:nvPicPr>
        <p:blipFill>
          <a:blip r:embed="rId26" cstate="hqprint">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p:pic>
      <p:pic>
        <p:nvPicPr>
          <p:cNvPr id="78" name="Picture Placeholder 77">
            <a:extLst>
              <a:ext uri="{FF2B5EF4-FFF2-40B4-BE49-F238E27FC236}">
                <a16:creationId xmlns:a16="http://schemas.microsoft.com/office/drawing/2014/main" id="{B53C232A-8071-AC43-F8A8-E8DEF1737D10}"/>
              </a:ext>
            </a:extLst>
          </p:cNvPr>
          <p:cNvPicPr>
            <a:picLocks noGrp="1" noChangeAspect="1"/>
          </p:cNvPicPr>
          <p:nvPr>
            <p:ph type="pic" sz="quarter" idx="37"/>
          </p:nvPr>
        </p:nvPicPr>
        <p:blipFill>
          <a:blip r:embed="rId28" cstate="hq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p:pic>
      <p:pic>
        <p:nvPicPr>
          <p:cNvPr id="80" name="Picture Placeholder 79">
            <a:extLst>
              <a:ext uri="{FF2B5EF4-FFF2-40B4-BE49-F238E27FC236}">
                <a16:creationId xmlns:a16="http://schemas.microsoft.com/office/drawing/2014/main" id="{907CB0DD-111E-71BC-B916-E1E6881FF958}"/>
              </a:ext>
            </a:extLst>
          </p:cNvPr>
          <p:cNvPicPr>
            <a:picLocks noGrp="1" noChangeAspect="1"/>
          </p:cNvPicPr>
          <p:nvPr>
            <p:ph type="pic" sz="quarter" idx="38"/>
          </p:nvPr>
        </p:nvPicPr>
        <p:blipFill>
          <a:blip r:embed="rId30" cstate="hqprint">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a:fillRect/>
          </a:stretch>
        </p:blipFill>
        <p:spPr/>
      </p:pic>
      <p:pic>
        <p:nvPicPr>
          <p:cNvPr id="82" name="Picture Placeholder 81">
            <a:extLst>
              <a:ext uri="{FF2B5EF4-FFF2-40B4-BE49-F238E27FC236}">
                <a16:creationId xmlns:a16="http://schemas.microsoft.com/office/drawing/2014/main" id="{9DDDA07D-9C30-2AD5-909D-0C6A7814EF01}"/>
              </a:ext>
            </a:extLst>
          </p:cNvPr>
          <p:cNvPicPr>
            <a:picLocks noGrp="1" noChangeAspect="1"/>
          </p:cNvPicPr>
          <p:nvPr>
            <p:ph type="pic" sz="quarter" idx="39"/>
          </p:nvPr>
        </p:nvPicPr>
        <p:blipFill>
          <a:blip r:embed="rId32" cstate="hqprint">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a:fillRect/>
          </a:stretch>
        </p:blipFill>
        <p:spPr/>
      </p:pic>
      <p:pic>
        <p:nvPicPr>
          <p:cNvPr id="86" name="Picture Placeholder 85">
            <a:extLst>
              <a:ext uri="{FF2B5EF4-FFF2-40B4-BE49-F238E27FC236}">
                <a16:creationId xmlns:a16="http://schemas.microsoft.com/office/drawing/2014/main" id="{AB5FF63C-0C9B-CC62-A6FE-A32F457D4A49}"/>
              </a:ext>
            </a:extLst>
          </p:cNvPr>
          <p:cNvPicPr>
            <a:picLocks noGrp="1" noChangeAspect="1"/>
          </p:cNvPicPr>
          <p:nvPr>
            <p:ph type="pic" sz="quarter" idx="40"/>
          </p:nvPr>
        </p:nvPicPr>
        <p:blipFill>
          <a:blip r:embed="rId34" cstate="hqprint">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a:fillRect/>
          </a:stretch>
        </p:blipFill>
        <p:spPr/>
      </p:pic>
      <p:pic>
        <p:nvPicPr>
          <p:cNvPr id="88" name="Picture Placeholder 87">
            <a:extLst>
              <a:ext uri="{FF2B5EF4-FFF2-40B4-BE49-F238E27FC236}">
                <a16:creationId xmlns:a16="http://schemas.microsoft.com/office/drawing/2014/main" id="{9F2C7DAE-487A-0591-4F4E-0B9882EC0C5C}"/>
              </a:ext>
            </a:extLst>
          </p:cNvPr>
          <p:cNvPicPr>
            <a:picLocks noGrp="1" noChangeAspect="1"/>
          </p:cNvPicPr>
          <p:nvPr>
            <p:ph type="pic" sz="quarter" idx="41"/>
          </p:nvPr>
        </p:nvPicPr>
        <p:blipFill>
          <a:blip r:embed="rId36" cstate="hqprint">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a:fillRect/>
          </a:stretch>
        </p:blipFill>
        <p:spPr/>
      </p:pic>
      <p:pic>
        <p:nvPicPr>
          <p:cNvPr id="90" name="Picture Placeholder 89">
            <a:extLst>
              <a:ext uri="{FF2B5EF4-FFF2-40B4-BE49-F238E27FC236}">
                <a16:creationId xmlns:a16="http://schemas.microsoft.com/office/drawing/2014/main" id="{E67EC445-7D80-8765-4F33-A4C010210EDA}"/>
              </a:ext>
            </a:extLst>
          </p:cNvPr>
          <p:cNvPicPr>
            <a:picLocks noGrp="1" noChangeAspect="1"/>
          </p:cNvPicPr>
          <p:nvPr>
            <p:ph type="pic" sz="quarter" idx="42"/>
          </p:nvPr>
        </p:nvPicPr>
        <p:blipFill>
          <a:blip r:embed="rId38" cstate="hqprint">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a:fillRect/>
          </a:stretch>
        </p:blipFill>
        <p:spPr/>
      </p:pic>
      <p:pic>
        <p:nvPicPr>
          <p:cNvPr id="92" name="Picture Placeholder 91">
            <a:extLst>
              <a:ext uri="{FF2B5EF4-FFF2-40B4-BE49-F238E27FC236}">
                <a16:creationId xmlns:a16="http://schemas.microsoft.com/office/drawing/2014/main" id="{77FEE35F-4D63-CB66-BDF7-F63C3C33013A}"/>
              </a:ext>
            </a:extLst>
          </p:cNvPr>
          <p:cNvPicPr>
            <a:picLocks noGrp="1" noChangeAspect="1"/>
          </p:cNvPicPr>
          <p:nvPr>
            <p:ph type="pic" sz="quarter" idx="43"/>
          </p:nvPr>
        </p:nvPicPr>
        <p:blipFill>
          <a:blip r:embed="rId40" cstate="hqprint">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a:fillRect/>
          </a:stretch>
        </p:blipFill>
        <p:spPr/>
      </p:pic>
      <p:pic>
        <p:nvPicPr>
          <p:cNvPr id="94" name="Picture Placeholder 93">
            <a:extLst>
              <a:ext uri="{FF2B5EF4-FFF2-40B4-BE49-F238E27FC236}">
                <a16:creationId xmlns:a16="http://schemas.microsoft.com/office/drawing/2014/main" id="{E9480982-6B0B-0012-9D67-69FFEC7C1EFA}"/>
              </a:ext>
            </a:extLst>
          </p:cNvPr>
          <p:cNvPicPr>
            <a:picLocks noGrp="1" noChangeAspect="1"/>
          </p:cNvPicPr>
          <p:nvPr>
            <p:ph type="pic" sz="quarter" idx="44"/>
          </p:nvPr>
        </p:nvPicPr>
        <p:blipFill>
          <a:blip r:embed="rId42" cstate="hqprint">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a:fillRect/>
          </a:stretch>
        </p:blipFill>
        <p:spPr/>
      </p:pic>
      <p:pic>
        <p:nvPicPr>
          <p:cNvPr id="96" name="Picture Placeholder 95">
            <a:extLst>
              <a:ext uri="{FF2B5EF4-FFF2-40B4-BE49-F238E27FC236}">
                <a16:creationId xmlns:a16="http://schemas.microsoft.com/office/drawing/2014/main" id="{92F59251-E553-8BB3-C58E-1AE63B97FBA0}"/>
              </a:ext>
            </a:extLst>
          </p:cNvPr>
          <p:cNvPicPr>
            <a:picLocks noGrp="1" noChangeAspect="1"/>
          </p:cNvPicPr>
          <p:nvPr>
            <p:ph type="pic" sz="quarter" idx="45"/>
          </p:nvPr>
        </p:nvPicPr>
        <p:blipFill>
          <a:blip r:embed="rId44" cstate="hqprint">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a:fillRect/>
          </a:stretch>
        </p:blipFill>
        <p:spPr/>
      </p:pic>
      <p:pic>
        <p:nvPicPr>
          <p:cNvPr id="98" name="Picture Placeholder 97">
            <a:extLst>
              <a:ext uri="{FF2B5EF4-FFF2-40B4-BE49-F238E27FC236}">
                <a16:creationId xmlns:a16="http://schemas.microsoft.com/office/drawing/2014/main" id="{4CF4880E-DE93-630B-31BC-42A37035C8A3}"/>
              </a:ext>
            </a:extLst>
          </p:cNvPr>
          <p:cNvPicPr>
            <a:picLocks noGrp="1" noChangeAspect="1"/>
          </p:cNvPicPr>
          <p:nvPr>
            <p:ph type="pic" sz="quarter" idx="46"/>
          </p:nvPr>
        </p:nvPicPr>
        <p:blipFill>
          <a:blip r:embed="rId46" cstate="hqprint">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a:fillRect/>
          </a:stretch>
        </p:blipFill>
        <p:spPr/>
      </p:pic>
      <p:pic>
        <p:nvPicPr>
          <p:cNvPr id="100" name="Picture Placeholder 99">
            <a:extLst>
              <a:ext uri="{FF2B5EF4-FFF2-40B4-BE49-F238E27FC236}">
                <a16:creationId xmlns:a16="http://schemas.microsoft.com/office/drawing/2014/main" id="{FA486C1F-07FD-A12D-753A-34F80A8F5456}"/>
              </a:ext>
            </a:extLst>
          </p:cNvPr>
          <p:cNvPicPr>
            <a:picLocks noGrp="1" noChangeAspect="1"/>
          </p:cNvPicPr>
          <p:nvPr>
            <p:ph type="pic" sz="quarter" idx="47"/>
          </p:nvPr>
        </p:nvPicPr>
        <p:blipFill>
          <a:blip r:embed="rId48" cstate="hqprint">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a:fillRect/>
          </a:stretch>
        </p:blipFill>
        <p:spPr/>
      </p:pic>
      <p:pic>
        <p:nvPicPr>
          <p:cNvPr id="105" name="Picture Placeholder 104">
            <a:extLst>
              <a:ext uri="{FF2B5EF4-FFF2-40B4-BE49-F238E27FC236}">
                <a16:creationId xmlns:a16="http://schemas.microsoft.com/office/drawing/2014/main" id="{BFF88B21-C63F-5337-FE71-B4F325FE8439}"/>
              </a:ext>
            </a:extLst>
          </p:cNvPr>
          <p:cNvPicPr>
            <a:picLocks noGrp="1" noChangeAspect="1"/>
          </p:cNvPicPr>
          <p:nvPr>
            <p:ph type="pic" sz="quarter" idx="48"/>
          </p:nvPr>
        </p:nvPicPr>
        <p:blipFill>
          <a:blip r:embed="rId50" cstate="hqprint">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a:fillRect/>
          </a:stretch>
        </p:blipFill>
        <p:spPr/>
      </p:pic>
      <p:pic>
        <p:nvPicPr>
          <p:cNvPr id="107" name="Picture Placeholder 106">
            <a:extLst>
              <a:ext uri="{FF2B5EF4-FFF2-40B4-BE49-F238E27FC236}">
                <a16:creationId xmlns:a16="http://schemas.microsoft.com/office/drawing/2014/main" id="{AA1A7096-7672-7D36-9B0C-F393C259B3E1}"/>
              </a:ext>
            </a:extLst>
          </p:cNvPr>
          <p:cNvPicPr>
            <a:picLocks noGrp="1" noChangeAspect="1"/>
          </p:cNvPicPr>
          <p:nvPr>
            <p:ph type="pic" sz="quarter" idx="49"/>
          </p:nvPr>
        </p:nvPicPr>
        <p:blipFill>
          <a:blip r:embed="rId52" cstate="hqprint">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a:fillRect/>
          </a:stretch>
        </p:blipFill>
        <p:spPr/>
      </p:pic>
      <p:pic>
        <p:nvPicPr>
          <p:cNvPr id="109" name="Picture Placeholder 108">
            <a:extLst>
              <a:ext uri="{FF2B5EF4-FFF2-40B4-BE49-F238E27FC236}">
                <a16:creationId xmlns:a16="http://schemas.microsoft.com/office/drawing/2014/main" id="{15DD9252-DFFE-8ABA-052F-5A2BCE979C1F}"/>
              </a:ext>
            </a:extLst>
          </p:cNvPr>
          <p:cNvPicPr>
            <a:picLocks noGrp="1" noChangeAspect="1"/>
          </p:cNvPicPr>
          <p:nvPr>
            <p:ph type="pic" sz="quarter" idx="50"/>
          </p:nvPr>
        </p:nvPicPr>
        <p:blipFill>
          <a:blip r:embed="rId54" cstate="hqprint">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a:fillRect/>
          </a:stretch>
        </p:blipFill>
        <p:spPr/>
      </p:pic>
      <p:pic>
        <p:nvPicPr>
          <p:cNvPr id="111" name="Picture Placeholder 110">
            <a:extLst>
              <a:ext uri="{FF2B5EF4-FFF2-40B4-BE49-F238E27FC236}">
                <a16:creationId xmlns:a16="http://schemas.microsoft.com/office/drawing/2014/main" id="{80CB504D-0F12-6AE8-0C86-D1524FAC565D}"/>
              </a:ext>
            </a:extLst>
          </p:cNvPr>
          <p:cNvPicPr>
            <a:picLocks noGrp="1" noChangeAspect="1"/>
          </p:cNvPicPr>
          <p:nvPr>
            <p:ph type="pic" sz="quarter" idx="51"/>
          </p:nvPr>
        </p:nvPicPr>
        <p:blipFill>
          <a:blip r:embed="rId56" cstate="hqprint">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a:fillRect/>
          </a:stretch>
        </p:blipFill>
        <p:spPr/>
      </p:pic>
      <p:pic>
        <p:nvPicPr>
          <p:cNvPr id="113" name="Picture Placeholder 112">
            <a:extLst>
              <a:ext uri="{FF2B5EF4-FFF2-40B4-BE49-F238E27FC236}">
                <a16:creationId xmlns:a16="http://schemas.microsoft.com/office/drawing/2014/main" id="{8DC17A03-72D8-8186-A224-A00429597667}"/>
              </a:ext>
            </a:extLst>
          </p:cNvPr>
          <p:cNvPicPr>
            <a:picLocks noGrp="1" noChangeAspect="1"/>
          </p:cNvPicPr>
          <p:nvPr>
            <p:ph type="pic" sz="quarter" idx="52"/>
          </p:nvPr>
        </p:nvPicPr>
        <p:blipFill>
          <a:blip r:embed="rId58" cstate="hqprint">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a:fillRect/>
          </a:stretch>
        </p:blipFill>
        <p:spPr/>
      </p:pic>
      <p:pic>
        <p:nvPicPr>
          <p:cNvPr id="115" name="Picture Placeholder 114">
            <a:extLst>
              <a:ext uri="{FF2B5EF4-FFF2-40B4-BE49-F238E27FC236}">
                <a16:creationId xmlns:a16="http://schemas.microsoft.com/office/drawing/2014/main" id="{B1CFAE2B-FF67-3019-B031-2D87060977F4}"/>
              </a:ext>
            </a:extLst>
          </p:cNvPr>
          <p:cNvPicPr>
            <a:picLocks noGrp="1" noChangeAspect="1"/>
          </p:cNvPicPr>
          <p:nvPr>
            <p:ph type="pic" sz="quarter" idx="53"/>
          </p:nvPr>
        </p:nvPicPr>
        <p:blipFill>
          <a:blip r:embed="rId60" cstate="hqprint">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a:fillRect/>
          </a:stretch>
        </p:blipFill>
        <p:spPr/>
      </p:pic>
      <p:pic>
        <p:nvPicPr>
          <p:cNvPr id="117" name="Picture Placeholder 116">
            <a:extLst>
              <a:ext uri="{FF2B5EF4-FFF2-40B4-BE49-F238E27FC236}">
                <a16:creationId xmlns:a16="http://schemas.microsoft.com/office/drawing/2014/main" id="{2B5C7625-E3FF-5B9D-E120-330858699B63}"/>
              </a:ext>
            </a:extLst>
          </p:cNvPr>
          <p:cNvPicPr>
            <a:picLocks noGrp="1" noChangeAspect="1"/>
          </p:cNvPicPr>
          <p:nvPr>
            <p:ph type="pic" sz="quarter" idx="54"/>
          </p:nvPr>
        </p:nvPicPr>
        <p:blipFill>
          <a:blip r:embed="rId62" cstate="hqprint">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a:fillRect/>
          </a:stretch>
        </p:blipFill>
        <p:spPr/>
      </p:pic>
      <p:pic>
        <p:nvPicPr>
          <p:cNvPr id="119" name="Picture Placeholder 118">
            <a:extLst>
              <a:ext uri="{FF2B5EF4-FFF2-40B4-BE49-F238E27FC236}">
                <a16:creationId xmlns:a16="http://schemas.microsoft.com/office/drawing/2014/main" id="{6175D309-612F-8D4B-BF15-4D14DB96B275}"/>
              </a:ext>
            </a:extLst>
          </p:cNvPr>
          <p:cNvPicPr>
            <a:picLocks noGrp="1" noChangeAspect="1"/>
          </p:cNvPicPr>
          <p:nvPr>
            <p:ph type="pic" sz="quarter" idx="55"/>
          </p:nvPr>
        </p:nvPicPr>
        <p:blipFill>
          <a:blip r:embed="rId64" cstate="hqprint">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a:fillRect/>
          </a:stretch>
        </p:blipFill>
        <p:spPr/>
      </p:pic>
      <p:pic>
        <p:nvPicPr>
          <p:cNvPr id="66" name="Picture Placeholder 65">
            <a:extLst>
              <a:ext uri="{FF2B5EF4-FFF2-40B4-BE49-F238E27FC236}">
                <a16:creationId xmlns:a16="http://schemas.microsoft.com/office/drawing/2014/main" id="{AD591C6B-6F8A-B782-3C5B-20004EE7E578}"/>
              </a:ext>
            </a:extLst>
          </p:cNvPr>
          <p:cNvPicPr>
            <a:picLocks noGrp="1" noChangeAspect="1"/>
          </p:cNvPicPr>
          <p:nvPr>
            <p:ph type="pic" sz="quarter" idx="56"/>
          </p:nvPr>
        </p:nvPicPr>
        <p:blipFill>
          <a:blip r:embed="rId66" cstate="hqprint">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a:fillRect/>
          </a:stretch>
        </p:blipFill>
        <p:spPr/>
      </p:pic>
      <p:pic>
        <p:nvPicPr>
          <p:cNvPr id="84" name="Picture Placeholder 83">
            <a:extLst>
              <a:ext uri="{FF2B5EF4-FFF2-40B4-BE49-F238E27FC236}">
                <a16:creationId xmlns:a16="http://schemas.microsoft.com/office/drawing/2014/main" id="{99759547-3F2C-0C32-0A6E-CC474B18567A}"/>
              </a:ext>
            </a:extLst>
          </p:cNvPr>
          <p:cNvPicPr>
            <a:picLocks noGrp="1" noChangeAspect="1"/>
          </p:cNvPicPr>
          <p:nvPr>
            <p:ph type="pic" sz="quarter" idx="57"/>
          </p:nvPr>
        </p:nvPicPr>
        <p:blipFill>
          <a:blip r:embed="rId68" cstate="hqprint">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a:fillRect/>
          </a:stretch>
        </p:blipFill>
        <p:spPr/>
      </p:pic>
      <p:pic>
        <p:nvPicPr>
          <p:cNvPr id="102" name="Picture Placeholder 101">
            <a:extLst>
              <a:ext uri="{FF2B5EF4-FFF2-40B4-BE49-F238E27FC236}">
                <a16:creationId xmlns:a16="http://schemas.microsoft.com/office/drawing/2014/main" id="{C412A1F0-7D41-2CE4-BD0B-CB945A7DE249}"/>
              </a:ext>
            </a:extLst>
          </p:cNvPr>
          <p:cNvPicPr>
            <a:picLocks noGrp="1" noChangeAspect="1"/>
          </p:cNvPicPr>
          <p:nvPr>
            <p:ph type="pic" sz="quarter" idx="58"/>
          </p:nvPr>
        </p:nvPicPr>
        <p:blipFill>
          <a:blip r:embed="rId70" cstate="hqprint">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a:fillRect/>
          </a:stretch>
        </p:blipFill>
        <p:spPr/>
      </p:pic>
      <p:pic>
        <p:nvPicPr>
          <p:cNvPr id="121" name="Picture Placeholder 120">
            <a:extLst>
              <a:ext uri="{FF2B5EF4-FFF2-40B4-BE49-F238E27FC236}">
                <a16:creationId xmlns:a16="http://schemas.microsoft.com/office/drawing/2014/main" id="{C87EDE64-3497-6A51-2029-B9B54C77A657}"/>
              </a:ext>
            </a:extLst>
          </p:cNvPr>
          <p:cNvPicPr>
            <a:picLocks noGrp="1" noChangeAspect="1"/>
          </p:cNvPicPr>
          <p:nvPr>
            <p:ph type="pic" sz="quarter" idx="59"/>
          </p:nvPr>
        </p:nvPicPr>
        <p:blipFill>
          <a:blip r:embed="rId72" cstate="hqprint">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a:fillRect/>
          </a:stretch>
        </p:blipFill>
        <p:spPr/>
      </p:pic>
      <p:pic>
        <p:nvPicPr>
          <p:cNvPr id="123" name="Picture Placeholder 122">
            <a:extLst>
              <a:ext uri="{FF2B5EF4-FFF2-40B4-BE49-F238E27FC236}">
                <a16:creationId xmlns:a16="http://schemas.microsoft.com/office/drawing/2014/main" id="{2B649054-71C6-93F0-56C1-7174CE83DD57}"/>
              </a:ext>
            </a:extLst>
          </p:cNvPr>
          <p:cNvPicPr>
            <a:picLocks noGrp="1" noChangeAspect="1"/>
          </p:cNvPicPr>
          <p:nvPr>
            <p:ph type="pic" sz="quarter" idx="60"/>
          </p:nvPr>
        </p:nvPicPr>
        <p:blipFill>
          <a:blip r:embed="rId74" cstate="hqprint">
            <a:extLst>
              <a:ext uri="{28A0092B-C50C-407E-A947-70E740481C1C}">
                <a14:useLocalDpi xmlns:a14="http://schemas.microsoft.com/office/drawing/2010/main" val="0"/>
              </a:ext>
              <a:ext uri="{96DAC541-7B7A-43D3-8B79-37D633B846F1}">
                <asvg:svgBlip xmlns:asvg="http://schemas.microsoft.com/office/drawing/2016/SVG/main" r:embed="rId75"/>
              </a:ext>
            </a:extLst>
          </a:blip>
          <a:srcRect/>
          <a:stretch>
            <a:fillRect/>
          </a:stretch>
        </p:blipFill>
        <p:spPr/>
      </p:pic>
      <p:pic>
        <p:nvPicPr>
          <p:cNvPr id="125" name="Picture Placeholder 124">
            <a:extLst>
              <a:ext uri="{FF2B5EF4-FFF2-40B4-BE49-F238E27FC236}">
                <a16:creationId xmlns:a16="http://schemas.microsoft.com/office/drawing/2014/main" id="{832EB490-035E-ACF1-7F6F-5F3B9FB85D2C}"/>
              </a:ext>
            </a:extLst>
          </p:cNvPr>
          <p:cNvPicPr>
            <a:picLocks noGrp="1" noChangeAspect="1"/>
          </p:cNvPicPr>
          <p:nvPr>
            <p:ph type="pic" sz="quarter" idx="61"/>
          </p:nvPr>
        </p:nvPicPr>
        <p:blipFill>
          <a:blip r:embed="rId76" cstate="hqprint">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a:fillRect/>
          </a:stretch>
        </p:blipFill>
        <p:spPr/>
      </p:pic>
      <p:pic>
        <p:nvPicPr>
          <p:cNvPr id="127" name="Picture Placeholder 126">
            <a:extLst>
              <a:ext uri="{FF2B5EF4-FFF2-40B4-BE49-F238E27FC236}">
                <a16:creationId xmlns:a16="http://schemas.microsoft.com/office/drawing/2014/main" id="{413E58E4-ECD3-E450-0995-B5F596D81E87}"/>
              </a:ext>
            </a:extLst>
          </p:cNvPr>
          <p:cNvPicPr>
            <a:picLocks noGrp="1" noChangeAspect="1"/>
          </p:cNvPicPr>
          <p:nvPr>
            <p:ph type="pic" sz="quarter" idx="62"/>
          </p:nvPr>
        </p:nvPicPr>
        <p:blipFill>
          <a:blip r:embed="rId78" cstate="hqprint">
            <a:extLst>
              <a:ext uri="{28A0092B-C50C-407E-A947-70E740481C1C}">
                <a14:useLocalDpi xmlns:a14="http://schemas.microsoft.com/office/drawing/2010/main" val="0"/>
              </a:ext>
              <a:ext uri="{96DAC541-7B7A-43D3-8B79-37D633B846F1}">
                <asvg:svgBlip xmlns:asvg="http://schemas.microsoft.com/office/drawing/2016/SVG/main" r:embed="rId79"/>
              </a:ext>
            </a:extLst>
          </a:blip>
          <a:srcRect/>
          <a:stretch>
            <a:fillRect/>
          </a:stretch>
        </p:blipFill>
        <p:spPr/>
      </p:pic>
      <p:pic>
        <p:nvPicPr>
          <p:cNvPr id="129" name="Picture Placeholder 128">
            <a:extLst>
              <a:ext uri="{FF2B5EF4-FFF2-40B4-BE49-F238E27FC236}">
                <a16:creationId xmlns:a16="http://schemas.microsoft.com/office/drawing/2014/main" id="{B185CA44-3BC2-878B-730D-80E68C74E5E0}"/>
              </a:ext>
            </a:extLst>
          </p:cNvPr>
          <p:cNvPicPr>
            <a:picLocks noGrp="1" noChangeAspect="1"/>
          </p:cNvPicPr>
          <p:nvPr>
            <p:ph type="pic" sz="quarter" idx="63"/>
          </p:nvPr>
        </p:nvPicPr>
        <p:blipFill>
          <a:blip r:embed="rId80" cstate="hqprint">
            <a:extLst>
              <a:ext uri="{28A0092B-C50C-407E-A947-70E740481C1C}">
                <a14:useLocalDpi xmlns:a14="http://schemas.microsoft.com/office/drawing/2010/main" val="0"/>
              </a:ext>
              <a:ext uri="{96DAC541-7B7A-43D3-8B79-37D633B846F1}">
                <asvg:svgBlip xmlns:asvg="http://schemas.microsoft.com/office/drawing/2016/SVG/main" r:embed="rId81"/>
              </a:ext>
            </a:extLst>
          </a:blip>
          <a:srcRect/>
          <a:stretch>
            <a:fillRect/>
          </a:stretch>
        </p:blipFill>
        <p:spPr/>
      </p:pic>
      <p:pic>
        <p:nvPicPr>
          <p:cNvPr id="131" name="Picture Placeholder 130">
            <a:extLst>
              <a:ext uri="{FF2B5EF4-FFF2-40B4-BE49-F238E27FC236}">
                <a16:creationId xmlns:a16="http://schemas.microsoft.com/office/drawing/2014/main" id="{E0EFA127-06BC-7867-9D5E-BBF589E16D6B}"/>
              </a:ext>
            </a:extLst>
          </p:cNvPr>
          <p:cNvPicPr>
            <a:picLocks noGrp="1" noChangeAspect="1"/>
          </p:cNvPicPr>
          <p:nvPr>
            <p:ph type="pic" sz="quarter" idx="64"/>
          </p:nvPr>
        </p:nvPicPr>
        <p:blipFill>
          <a:blip r:embed="rId82" cstate="hqprint">
            <a:extLst>
              <a:ext uri="{28A0092B-C50C-407E-A947-70E740481C1C}">
                <a14:useLocalDpi xmlns:a14="http://schemas.microsoft.com/office/drawing/2010/main" val="0"/>
              </a:ext>
              <a:ext uri="{96DAC541-7B7A-43D3-8B79-37D633B846F1}">
                <asvg:svgBlip xmlns:asvg="http://schemas.microsoft.com/office/drawing/2016/SVG/main" r:embed="rId83"/>
              </a:ext>
            </a:extLst>
          </a:blip>
          <a:srcRect/>
          <a:stretch>
            <a:fillRect/>
          </a:stretch>
        </p:blipFill>
        <p:spPr/>
      </p:pic>
      <p:pic>
        <p:nvPicPr>
          <p:cNvPr id="133" name="Picture Placeholder 132">
            <a:extLst>
              <a:ext uri="{FF2B5EF4-FFF2-40B4-BE49-F238E27FC236}">
                <a16:creationId xmlns:a16="http://schemas.microsoft.com/office/drawing/2014/main" id="{4CABAD13-00BE-142C-CB78-466307E88449}"/>
              </a:ext>
            </a:extLst>
          </p:cNvPr>
          <p:cNvPicPr>
            <a:picLocks noGrp="1" noChangeAspect="1"/>
          </p:cNvPicPr>
          <p:nvPr>
            <p:ph type="pic" sz="quarter" idx="65"/>
          </p:nvPr>
        </p:nvPicPr>
        <p:blipFill>
          <a:blip r:embed="rId84" cstate="hqprint">
            <a:extLst>
              <a:ext uri="{28A0092B-C50C-407E-A947-70E740481C1C}">
                <a14:useLocalDpi xmlns:a14="http://schemas.microsoft.com/office/drawing/2010/main" val="0"/>
              </a:ext>
              <a:ext uri="{96DAC541-7B7A-43D3-8B79-37D633B846F1}">
                <asvg:svgBlip xmlns:asvg="http://schemas.microsoft.com/office/drawing/2016/SVG/main" r:embed="rId85"/>
              </a:ext>
            </a:extLst>
          </a:blip>
          <a:srcRect/>
          <a:stretch>
            <a:fillRect/>
          </a:stretch>
        </p:blipFill>
        <p:spPr/>
      </p:pic>
      <p:pic>
        <p:nvPicPr>
          <p:cNvPr id="135" name="Picture Placeholder 134">
            <a:extLst>
              <a:ext uri="{FF2B5EF4-FFF2-40B4-BE49-F238E27FC236}">
                <a16:creationId xmlns:a16="http://schemas.microsoft.com/office/drawing/2014/main" id="{90451955-6C90-5492-32F1-DA602F0B92AC}"/>
              </a:ext>
            </a:extLst>
          </p:cNvPr>
          <p:cNvPicPr>
            <a:picLocks noGrp="1" noChangeAspect="1"/>
          </p:cNvPicPr>
          <p:nvPr>
            <p:ph type="pic" sz="quarter" idx="66"/>
          </p:nvPr>
        </p:nvPicPr>
        <p:blipFill>
          <a:blip r:embed="rId86" cstate="hqprint">
            <a:extLst>
              <a:ext uri="{28A0092B-C50C-407E-A947-70E740481C1C}">
                <a14:useLocalDpi xmlns:a14="http://schemas.microsoft.com/office/drawing/2010/main" val="0"/>
              </a:ext>
              <a:ext uri="{96DAC541-7B7A-43D3-8B79-37D633B846F1}">
                <asvg:svgBlip xmlns:asvg="http://schemas.microsoft.com/office/drawing/2016/SVG/main" r:embed="rId87"/>
              </a:ext>
            </a:extLst>
          </a:blip>
          <a:srcRect/>
          <a:stretch>
            <a:fillRect/>
          </a:stretch>
        </p:blipFill>
        <p:spPr/>
      </p:pic>
      <p:pic>
        <p:nvPicPr>
          <p:cNvPr id="137" name="Picture Placeholder 136">
            <a:extLst>
              <a:ext uri="{FF2B5EF4-FFF2-40B4-BE49-F238E27FC236}">
                <a16:creationId xmlns:a16="http://schemas.microsoft.com/office/drawing/2014/main" id="{7963D404-984A-6304-400B-7052B71EBBBB}"/>
              </a:ext>
            </a:extLst>
          </p:cNvPr>
          <p:cNvPicPr>
            <a:picLocks noGrp="1" noChangeAspect="1"/>
          </p:cNvPicPr>
          <p:nvPr>
            <p:ph type="pic" sz="quarter" idx="67"/>
          </p:nvPr>
        </p:nvPicPr>
        <p:blipFill>
          <a:blip r:embed="rId88" cstate="hqprint">
            <a:extLst>
              <a:ext uri="{28A0092B-C50C-407E-A947-70E740481C1C}">
                <a14:useLocalDpi xmlns:a14="http://schemas.microsoft.com/office/drawing/2010/main" val="0"/>
              </a:ext>
              <a:ext uri="{96DAC541-7B7A-43D3-8B79-37D633B846F1}">
                <asvg:svgBlip xmlns:asvg="http://schemas.microsoft.com/office/drawing/2016/SVG/main" r:embed="rId89"/>
              </a:ext>
            </a:extLst>
          </a:blip>
          <a:srcRect/>
          <a:stretch>
            <a:fillRect/>
          </a:stretch>
        </p:blipFill>
        <p:spPr/>
      </p:pic>
      <p:pic>
        <p:nvPicPr>
          <p:cNvPr id="139" name="Picture Placeholder 138">
            <a:extLst>
              <a:ext uri="{FF2B5EF4-FFF2-40B4-BE49-F238E27FC236}">
                <a16:creationId xmlns:a16="http://schemas.microsoft.com/office/drawing/2014/main" id="{2DC7CD18-4CA0-9B90-065A-84AC8062AC74}"/>
              </a:ext>
            </a:extLst>
          </p:cNvPr>
          <p:cNvPicPr>
            <a:picLocks noGrp="1" noChangeAspect="1"/>
          </p:cNvPicPr>
          <p:nvPr>
            <p:ph type="pic" sz="quarter" idx="68"/>
          </p:nvPr>
        </p:nvPicPr>
        <p:blipFill>
          <a:blip r:embed="rId90" cstate="hqprint">
            <a:extLst>
              <a:ext uri="{28A0092B-C50C-407E-A947-70E740481C1C}">
                <a14:useLocalDpi xmlns:a14="http://schemas.microsoft.com/office/drawing/2010/main" val="0"/>
              </a:ext>
              <a:ext uri="{96DAC541-7B7A-43D3-8B79-37D633B846F1}">
                <asvg:svgBlip xmlns:asvg="http://schemas.microsoft.com/office/drawing/2016/SVG/main" r:embed="rId91"/>
              </a:ext>
            </a:extLst>
          </a:blip>
          <a:srcRect/>
          <a:stretch>
            <a:fillRect/>
          </a:stretch>
        </p:blipFill>
        <p:spPr/>
      </p:pic>
    </p:spTree>
    <p:extLst>
      <p:ext uri="{BB962C8B-B14F-4D97-AF65-F5344CB8AC3E}">
        <p14:creationId xmlns:p14="http://schemas.microsoft.com/office/powerpoint/2010/main" val="40581555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C05ABB-BFFB-4244-4A63-668E607A10D9}"/>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F9444720-445D-252E-FBDF-DC87401374EC}"/>
              </a:ext>
            </a:extLst>
          </p:cNvPr>
          <p:cNvSpPr>
            <a:spLocks noGrp="1"/>
          </p:cNvSpPr>
          <p:nvPr>
            <p:ph type="sldNum" sz="quarter" idx="23"/>
          </p:nvPr>
        </p:nvSpPr>
        <p:spPr/>
        <p:txBody>
          <a:bodyPr/>
          <a:lstStyle/>
          <a:p>
            <a:fld id="{4413DBDE-1217-486F-B764-076DBBFEB98C}" type="slidenum">
              <a:rPr lang="en-GB" smtClean="0"/>
              <a:pPr/>
              <a:t>59</a:t>
            </a:fld>
            <a:endParaRPr lang="en-GB" dirty="0"/>
          </a:p>
        </p:txBody>
      </p:sp>
      <p:pic>
        <p:nvPicPr>
          <p:cNvPr id="50" name="Picture Placeholder 49">
            <a:extLst>
              <a:ext uri="{FF2B5EF4-FFF2-40B4-BE49-F238E27FC236}">
                <a16:creationId xmlns:a16="http://schemas.microsoft.com/office/drawing/2014/main" id="{B4060086-66E4-9F3A-F6AF-EBF85D29ACAF}"/>
              </a:ext>
            </a:extLst>
          </p:cNvPr>
          <p:cNvPicPr>
            <a:picLocks noGrp="1" noChangeAspect="1"/>
          </p:cNvPicPr>
          <p:nvPr>
            <p:ph type="pic" sz="quarter" idx="24"/>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pic>
        <p:nvPicPr>
          <p:cNvPr id="52" name="Picture Placeholder 51">
            <a:extLst>
              <a:ext uri="{FF2B5EF4-FFF2-40B4-BE49-F238E27FC236}">
                <a16:creationId xmlns:a16="http://schemas.microsoft.com/office/drawing/2014/main" id="{6862B473-BFB2-E2E9-A304-D01234BCD165}"/>
              </a:ext>
            </a:extLst>
          </p:cNvPr>
          <p:cNvPicPr>
            <a:picLocks noGrp="1" noChangeAspect="1"/>
          </p:cNvPicPr>
          <p:nvPr>
            <p:ph type="pic" sz="quarter" idx="25"/>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pic>
        <p:nvPicPr>
          <p:cNvPr id="54" name="Picture Placeholder 53">
            <a:extLst>
              <a:ext uri="{FF2B5EF4-FFF2-40B4-BE49-F238E27FC236}">
                <a16:creationId xmlns:a16="http://schemas.microsoft.com/office/drawing/2014/main" id="{4FBEBB32-5761-632E-0FA7-B8D798EFE27F}"/>
              </a:ext>
            </a:extLst>
          </p:cNvPr>
          <p:cNvPicPr>
            <a:picLocks noGrp="1" noChangeAspect="1"/>
          </p:cNvPicPr>
          <p:nvPr>
            <p:ph type="pic" sz="quarter" idx="26"/>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p:pic>
      <p:pic>
        <p:nvPicPr>
          <p:cNvPr id="56" name="Picture Placeholder 55">
            <a:extLst>
              <a:ext uri="{FF2B5EF4-FFF2-40B4-BE49-F238E27FC236}">
                <a16:creationId xmlns:a16="http://schemas.microsoft.com/office/drawing/2014/main" id="{6E933753-9C7F-5121-2E32-BAA6DC862952}"/>
              </a:ext>
            </a:extLst>
          </p:cNvPr>
          <p:cNvPicPr>
            <a:picLocks noGrp="1" noChangeAspect="1"/>
          </p:cNvPicPr>
          <p:nvPr>
            <p:ph type="pic" sz="quarter" idx="27"/>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pic>
        <p:nvPicPr>
          <p:cNvPr id="58" name="Picture Placeholder 57">
            <a:extLst>
              <a:ext uri="{FF2B5EF4-FFF2-40B4-BE49-F238E27FC236}">
                <a16:creationId xmlns:a16="http://schemas.microsoft.com/office/drawing/2014/main" id="{F24DE3F7-D539-C85D-7CE7-035A34017751}"/>
              </a:ext>
            </a:extLst>
          </p:cNvPr>
          <p:cNvPicPr>
            <a:picLocks noGrp="1" noChangeAspect="1"/>
          </p:cNvPicPr>
          <p:nvPr>
            <p:ph type="pic" sz="quarter" idx="28"/>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pic>
        <p:nvPicPr>
          <p:cNvPr id="60" name="Picture Placeholder 59">
            <a:extLst>
              <a:ext uri="{FF2B5EF4-FFF2-40B4-BE49-F238E27FC236}">
                <a16:creationId xmlns:a16="http://schemas.microsoft.com/office/drawing/2014/main" id="{BB4740B7-B01C-4EBA-E644-8F017155ADF8}"/>
              </a:ext>
            </a:extLst>
          </p:cNvPr>
          <p:cNvPicPr>
            <a:picLocks noGrp="1" noChangeAspect="1"/>
          </p:cNvPicPr>
          <p:nvPr>
            <p:ph type="pic" sz="quarter" idx="29"/>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pic>
        <p:nvPicPr>
          <p:cNvPr id="62" name="Picture Placeholder 61">
            <a:extLst>
              <a:ext uri="{FF2B5EF4-FFF2-40B4-BE49-F238E27FC236}">
                <a16:creationId xmlns:a16="http://schemas.microsoft.com/office/drawing/2014/main" id="{5C2DAD7D-9935-DB3D-8B46-B9EF2DA353AB}"/>
              </a:ext>
            </a:extLst>
          </p:cNvPr>
          <p:cNvPicPr>
            <a:picLocks noGrp="1" noChangeAspect="1"/>
          </p:cNvPicPr>
          <p:nvPr>
            <p:ph type="pic" sz="quarter" idx="30"/>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p:pic>
      <p:pic>
        <p:nvPicPr>
          <p:cNvPr id="64" name="Picture Placeholder 63">
            <a:extLst>
              <a:ext uri="{FF2B5EF4-FFF2-40B4-BE49-F238E27FC236}">
                <a16:creationId xmlns:a16="http://schemas.microsoft.com/office/drawing/2014/main" id="{6C4BD655-1F51-EBC9-50E9-70C239E00015}"/>
              </a:ext>
            </a:extLst>
          </p:cNvPr>
          <p:cNvPicPr>
            <a:picLocks noGrp="1" noChangeAspect="1"/>
          </p:cNvPicPr>
          <p:nvPr>
            <p:ph type="pic" sz="quarter" idx="31"/>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p:pic>
      <p:pic>
        <p:nvPicPr>
          <p:cNvPr id="68" name="Picture Placeholder 67">
            <a:extLst>
              <a:ext uri="{FF2B5EF4-FFF2-40B4-BE49-F238E27FC236}">
                <a16:creationId xmlns:a16="http://schemas.microsoft.com/office/drawing/2014/main" id="{7237B715-E542-BC46-60CE-01A2733C79E9}"/>
              </a:ext>
            </a:extLst>
          </p:cNvPr>
          <p:cNvPicPr>
            <a:picLocks noGrp="1" noChangeAspect="1"/>
          </p:cNvPicPr>
          <p:nvPr>
            <p:ph type="pic" sz="quarter" idx="32"/>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p:pic>
      <p:pic>
        <p:nvPicPr>
          <p:cNvPr id="70" name="Picture Placeholder 69">
            <a:extLst>
              <a:ext uri="{FF2B5EF4-FFF2-40B4-BE49-F238E27FC236}">
                <a16:creationId xmlns:a16="http://schemas.microsoft.com/office/drawing/2014/main" id="{EDFD95F9-06E6-1C50-62A2-4F0543680CBE}"/>
              </a:ext>
            </a:extLst>
          </p:cNvPr>
          <p:cNvPicPr>
            <a:picLocks noGrp="1" noChangeAspect="1"/>
          </p:cNvPicPr>
          <p:nvPr>
            <p:ph type="pic" sz="quarter" idx="33"/>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p:pic>
      <p:pic>
        <p:nvPicPr>
          <p:cNvPr id="72" name="Picture Placeholder 71">
            <a:extLst>
              <a:ext uri="{FF2B5EF4-FFF2-40B4-BE49-F238E27FC236}">
                <a16:creationId xmlns:a16="http://schemas.microsoft.com/office/drawing/2014/main" id="{78EFA2BD-C33D-6CAB-7D33-FD7119E3B736}"/>
              </a:ext>
            </a:extLst>
          </p:cNvPr>
          <p:cNvPicPr>
            <a:picLocks noGrp="1" noChangeAspect="1"/>
          </p:cNvPicPr>
          <p:nvPr>
            <p:ph type="pic" sz="quarter" idx="34"/>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p:pic>
      <p:pic>
        <p:nvPicPr>
          <p:cNvPr id="74" name="Picture Placeholder 73">
            <a:extLst>
              <a:ext uri="{FF2B5EF4-FFF2-40B4-BE49-F238E27FC236}">
                <a16:creationId xmlns:a16="http://schemas.microsoft.com/office/drawing/2014/main" id="{0DD2AAE0-8B05-BFAF-274C-6927B57ACF4C}"/>
              </a:ext>
            </a:extLst>
          </p:cNvPr>
          <p:cNvPicPr>
            <a:picLocks noGrp="1" noChangeAspect="1"/>
          </p:cNvPicPr>
          <p:nvPr>
            <p:ph type="pic" sz="quarter" idx="35"/>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p:pic>
      <p:pic>
        <p:nvPicPr>
          <p:cNvPr id="76" name="Picture Placeholder 75">
            <a:extLst>
              <a:ext uri="{FF2B5EF4-FFF2-40B4-BE49-F238E27FC236}">
                <a16:creationId xmlns:a16="http://schemas.microsoft.com/office/drawing/2014/main" id="{1B396C8E-1A61-3CFB-DC90-580563DD2C87}"/>
              </a:ext>
            </a:extLst>
          </p:cNvPr>
          <p:cNvPicPr>
            <a:picLocks noGrp="1" noChangeAspect="1"/>
          </p:cNvPicPr>
          <p:nvPr>
            <p:ph type="pic" sz="quarter" idx="36"/>
          </p:nvPr>
        </p:nvPicPr>
        <p:blipFill>
          <a:blip r:embed="rId26" cstate="hqprint">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p:pic>
      <p:pic>
        <p:nvPicPr>
          <p:cNvPr id="78" name="Picture Placeholder 77">
            <a:extLst>
              <a:ext uri="{FF2B5EF4-FFF2-40B4-BE49-F238E27FC236}">
                <a16:creationId xmlns:a16="http://schemas.microsoft.com/office/drawing/2014/main" id="{2A49F3BF-449A-CAF4-41F6-17692AB38BF0}"/>
              </a:ext>
            </a:extLst>
          </p:cNvPr>
          <p:cNvPicPr>
            <a:picLocks noGrp="1" noChangeAspect="1"/>
          </p:cNvPicPr>
          <p:nvPr>
            <p:ph type="pic" sz="quarter" idx="37"/>
          </p:nvPr>
        </p:nvPicPr>
        <p:blipFill>
          <a:blip r:embed="rId28" cstate="hq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p:pic>
      <p:pic>
        <p:nvPicPr>
          <p:cNvPr id="80" name="Picture Placeholder 79">
            <a:extLst>
              <a:ext uri="{FF2B5EF4-FFF2-40B4-BE49-F238E27FC236}">
                <a16:creationId xmlns:a16="http://schemas.microsoft.com/office/drawing/2014/main" id="{1DF898B7-28D7-B475-1538-D7A74278CF98}"/>
              </a:ext>
            </a:extLst>
          </p:cNvPr>
          <p:cNvPicPr>
            <a:picLocks noGrp="1" noChangeAspect="1"/>
          </p:cNvPicPr>
          <p:nvPr>
            <p:ph type="pic" sz="quarter" idx="38"/>
          </p:nvPr>
        </p:nvPicPr>
        <p:blipFill>
          <a:blip r:embed="rId30" cstate="hqprint">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a:fillRect/>
          </a:stretch>
        </p:blipFill>
        <p:spPr/>
      </p:pic>
      <p:pic>
        <p:nvPicPr>
          <p:cNvPr id="82" name="Picture Placeholder 81">
            <a:extLst>
              <a:ext uri="{FF2B5EF4-FFF2-40B4-BE49-F238E27FC236}">
                <a16:creationId xmlns:a16="http://schemas.microsoft.com/office/drawing/2014/main" id="{34E10358-6492-E784-31A8-D0CB2CAE4298}"/>
              </a:ext>
            </a:extLst>
          </p:cNvPr>
          <p:cNvPicPr>
            <a:picLocks noGrp="1" noChangeAspect="1"/>
          </p:cNvPicPr>
          <p:nvPr>
            <p:ph type="pic" sz="quarter" idx="39"/>
          </p:nvPr>
        </p:nvPicPr>
        <p:blipFill>
          <a:blip r:embed="rId32" cstate="hqprint">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a:fillRect/>
          </a:stretch>
        </p:blipFill>
        <p:spPr/>
      </p:pic>
      <p:pic>
        <p:nvPicPr>
          <p:cNvPr id="144" name="Picture Placeholder 143">
            <a:extLst>
              <a:ext uri="{FF2B5EF4-FFF2-40B4-BE49-F238E27FC236}">
                <a16:creationId xmlns:a16="http://schemas.microsoft.com/office/drawing/2014/main" id="{99AD40A4-5BC8-27D9-0E28-4BAA56EAB0F2}"/>
              </a:ext>
            </a:extLst>
          </p:cNvPr>
          <p:cNvPicPr>
            <a:picLocks noGrp="1" noChangeAspect="1"/>
          </p:cNvPicPr>
          <p:nvPr>
            <p:ph type="pic" sz="quarter" idx="48"/>
          </p:nvPr>
        </p:nvPicPr>
        <p:blipFill>
          <a:blip r:embed="rId34" cstate="hqprint">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a:fillRect/>
          </a:stretch>
        </p:blipFill>
        <p:spPr/>
      </p:pic>
      <p:pic>
        <p:nvPicPr>
          <p:cNvPr id="146" name="Picture Placeholder 145">
            <a:extLst>
              <a:ext uri="{FF2B5EF4-FFF2-40B4-BE49-F238E27FC236}">
                <a16:creationId xmlns:a16="http://schemas.microsoft.com/office/drawing/2014/main" id="{97E02430-E7CA-D485-71DB-5ECD06E28224}"/>
              </a:ext>
            </a:extLst>
          </p:cNvPr>
          <p:cNvPicPr>
            <a:picLocks noGrp="1" noChangeAspect="1"/>
          </p:cNvPicPr>
          <p:nvPr>
            <p:ph type="pic" sz="quarter" idx="49"/>
          </p:nvPr>
        </p:nvPicPr>
        <p:blipFill>
          <a:blip r:embed="rId36" cstate="hqprint">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a:fillRect/>
          </a:stretch>
        </p:blipFill>
        <p:spPr/>
      </p:pic>
      <p:pic>
        <p:nvPicPr>
          <p:cNvPr id="148" name="Picture Placeholder 147">
            <a:extLst>
              <a:ext uri="{FF2B5EF4-FFF2-40B4-BE49-F238E27FC236}">
                <a16:creationId xmlns:a16="http://schemas.microsoft.com/office/drawing/2014/main" id="{27F5AA08-A8FF-3532-66E9-823B84633348}"/>
              </a:ext>
            </a:extLst>
          </p:cNvPr>
          <p:cNvPicPr>
            <a:picLocks noGrp="1" noChangeAspect="1"/>
          </p:cNvPicPr>
          <p:nvPr>
            <p:ph type="pic" sz="quarter" idx="50"/>
          </p:nvPr>
        </p:nvPicPr>
        <p:blipFill>
          <a:blip r:embed="rId38" cstate="hqprint">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a:fillRect/>
          </a:stretch>
        </p:blipFill>
        <p:spPr/>
      </p:pic>
      <p:pic>
        <p:nvPicPr>
          <p:cNvPr id="150" name="Picture Placeholder 149">
            <a:extLst>
              <a:ext uri="{FF2B5EF4-FFF2-40B4-BE49-F238E27FC236}">
                <a16:creationId xmlns:a16="http://schemas.microsoft.com/office/drawing/2014/main" id="{96EFEFBD-385E-00EE-4A71-FD087F15388E}"/>
              </a:ext>
            </a:extLst>
          </p:cNvPr>
          <p:cNvPicPr>
            <a:picLocks noGrp="1" noChangeAspect="1"/>
          </p:cNvPicPr>
          <p:nvPr>
            <p:ph type="pic" sz="quarter" idx="51"/>
          </p:nvPr>
        </p:nvPicPr>
        <p:blipFill>
          <a:blip r:embed="rId40" cstate="hqprint">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a:fillRect/>
          </a:stretch>
        </p:blipFill>
        <p:spPr/>
      </p:pic>
      <p:pic>
        <p:nvPicPr>
          <p:cNvPr id="152" name="Picture Placeholder 151">
            <a:extLst>
              <a:ext uri="{FF2B5EF4-FFF2-40B4-BE49-F238E27FC236}">
                <a16:creationId xmlns:a16="http://schemas.microsoft.com/office/drawing/2014/main" id="{B7AE592E-753D-E850-48B9-8C14CA8D8949}"/>
              </a:ext>
            </a:extLst>
          </p:cNvPr>
          <p:cNvPicPr>
            <a:picLocks noGrp="1" noChangeAspect="1"/>
          </p:cNvPicPr>
          <p:nvPr>
            <p:ph type="pic" sz="quarter" idx="52"/>
          </p:nvPr>
        </p:nvPicPr>
        <p:blipFill>
          <a:blip r:embed="rId42" cstate="hqprint">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a:fillRect/>
          </a:stretch>
        </p:blipFill>
        <p:spPr/>
      </p:pic>
      <p:pic>
        <p:nvPicPr>
          <p:cNvPr id="154" name="Picture Placeholder 153">
            <a:extLst>
              <a:ext uri="{FF2B5EF4-FFF2-40B4-BE49-F238E27FC236}">
                <a16:creationId xmlns:a16="http://schemas.microsoft.com/office/drawing/2014/main" id="{1FA40398-A804-BB0F-D07D-82C491DBCADA}"/>
              </a:ext>
            </a:extLst>
          </p:cNvPr>
          <p:cNvPicPr>
            <a:picLocks noGrp="1" noChangeAspect="1"/>
          </p:cNvPicPr>
          <p:nvPr>
            <p:ph type="pic" sz="quarter" idx="53"/>
          </p:nvPr>
        </p:nvPicPr>
        <p:blipFill>
          <a:blip r:embed="rId44" cstate="hqprint">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a:fillRect/>
          </a:stretch>
        </p:blipFill>
        <p:spPr/>
      </p:pic>
      <p:pic>
        <p:nvPicPr>
          <p:cNvPr id="156" name="Picture Placeholder 155">
            <a:extLst>
              <a:ext uri="{FF2B5EF4-FFF2-40B4-BE49-F238E27FC236}">
                <a16:creationId xmlns:a16="http://schemas.microsoft.com/office/drawing/2014/main" id="{4A4D09F1-C462-2B46-32C9-5A37CA84837F}"/>
              </a:ext>
            </a:extLst>
          </p:cNvPr>
          <p:cNvPicPr>
            <a:picLocks noGrp="1" noChangeAspect="1"/>
          </p:cNvPicPr>
          <p:nvPr>
            <p:ph type="pic" sz="quarter" idx="54"/>
          </p:nvPr>
        </p:nvPicPr>
        <p:blipFill>
          <a:blip r:embed="rId46" cstate="hqprint">
            <a:extLst>
              <a:ext uri="{28A0092B-C50C-407E-A947-70E740481C1C}">
                <a14:useLocalDpi xmlns:a14="http://schemas.microsoft.com/office/drawing/2010/main" val="0"/>
              </a:ext>
              <a:ext uri="{96DAC541-7B7A-43D3-8B79-37D633B846F1}">
                <asvg:svgBlip xmlns:asvg="http://schemas.microsoft.com/office/drawing/2016/SVG/main" r:embed="rId47"/>
              </a:ext>
            </a:extLst>
          </a:blip>
          <a:srcRect/>
          <a:stretch>
            <a:fillRect/>
          </a:stretch>
        </p:blipFill>
        <p:spPr/>
      </p:pic>
      <p:pic>
        <p:nvPicPr>
          <p:cNvPr id="158" name="Picture Placeholder 157">
            <a:extLst>
              <a:ext uri="{FF2B5EF4-FFF2-40B4-BE49-F238E27FC236}">
                <a16:creationId xmlns:a16="http://schemas.microsoft.com/office/drawing/2014/main" id="{1D5F9B6C-CDA9-1667-DD94-C45788EE06D4}"/>
              </a:ext>
            </a:extLst>
          </p:cNvPr>
          <p:cNvPicPr>
            <a:picLocks noGrp="1" noChangeAspect="1"/>
          </p:cNvPicPr>
          <p:nvPr>
            <p:ph type="pic" sz="quarter" idx="55"/>
          </p:nvPr>
        </p:nvPicPr>
        <p:blipFill>
          <a:blip r:embed="rId48" cstate="hqprint">
            <a:extLst>
              <a:ext uri="{28A0092B-C50C-407E-A947-70E740481C1C}">
                <a14:useLocalDpi xmlns:a14="http://schemas.microsoft.com/office/drawing/2010/main" val="0"/>
              </a:ext>
              <a:ext uri="{96DAC541-7B7A-43D3-8B79-37D633B846F1}">
                <asvg:svgBlip xmlns:asvg="http://schemas.microsoft.com/office/drawing/2016/SVG/main" r:embed="rId49"/>
              </a:ext>
            </a:extLst>
          </a:blip>
          <a:srcRect/>
          <a:stretch>
            <a:fillRect/>
          </a:stretch>
        </p:blipFill>
        <p:spPr/>
      </p:pic>
      <p:pic>
        <p:nvPicPr>
          <p:cNvPr id="66" name="Picture Placeholder 65">
            <a:extLst>
              <a:ext uri="{FF2B5EF4-FFF2-40B4-BE49-F238E27FC236}">
                <a16:creationId xmlns:a16="http://schemas.microsoft.com/office/drawing/2014/main" id="{F5ECEA4F-29C8-FB63-1288-D6881B0058F4}"/>
              </a:ext>
            </a:extLst>
          </p:cNvPr>
          <p:cNvPicPr>
            <a:picLocks noGrp="1" noChangeAspect="1"/>
          </p:cNvPicPr>
          <p:nvPr>
            <p:ph type="pic" sz="quarter" idx="56"/>
          </p:nvPr>
        </p:nvPicPr>
        <p:blipFill>
          <a:blip r:embed="rId50" cstate="hqprint">
            <a:extLst>
              <a:ext uri="{28A0092B-C50C-407E-A947-70E740481C1C}">
                <a14:useLocalDpi xmlns:a14="http://schemas.microsoft.com/office/drawing/2010/main" val="0"/>
              </a:ext>
              <a:ext uri="{96DAC541-7B7A-43D3-8B79-37D633B846F1}">
                <asvg:svgBlip xmlns:asvg="http://schemas.microsoft.com/office/drawing/2016/SVG/main" r:embed="rId51"/>
              </a:ext>
            </a:extLst>
          </a:blip>
          <a:srcRect/>
          <a:stretch>
            <a:fillRect/>
          </a:stretch>
        </p:blipFill>
        <p:spPr/>
      </p:pic>
      <p:pic>
        <p:nvPicPr>
          <p:cNvPr id="84" name="Picture Placeholder 83">
            <a:extLst>
              <a:ext uri="{FF2B5EF4-FFF2-40B4-BE49-F238E27FC236}">
                <a16:creationId xmlns:a16="http://schemas.microsoft.com/office/drawing/2014/main" id="{65669752-FFC5-4FD1-3211-ADF52F848901}"/>
              </a:ext>
            </a:extLst>
          </p:cNvPr>
          <p:cNvPicPr>
            <a:picLocks noGrp="1" noChangeAspect="1"/>
          </p:cNvPicPr>
          <p:nvPr>
            <p:ph type="pic" sz="quarter" idx="57"/>
          </p:nvPr>
        </p:nvPicPr>
        <p:blipFill>
          <a:blip r:embed="rId52" cstate="hqprint">
            <a:extLst>
              <a:ext uri="{28A0092B-C50C-407E-A947-70E740481C1C}">
                <a14:useLocalDpi xmlns:a14="http://schemas.microsoft.com/office/drawing/2010/main" val="0"/>
              </a:ext>
              <a:ext uri="{96DAC541-7B7A-43D3-8B79-37D633B846F1}">
                <asvg:svgBlip xmlns:asvg="http://schemas.microsoft.com/office/drawing/2016/SVG/main" r:embed="rId53"/>
              </a:ext>
            </a:extLst>
          </a:blip>
          <a:srcRect/>
          <a:stretch>
            <a:fillRect/>
          </a:stretch>
        </p:blipFill>
        <p:spPr/>
      </p:pic>
      <p:pic>
        <p:nvPicPr>
          <p:cNvPr id="102" name="Picture Placeholder 101">
            <a:extLst>
              <a:ext uri="{FF2B5EF4-FFF2-40B4-BE49-F238E27FC236}">
                <a16:creationId xmlns:a16="http://schemas.microsoft.com/office/drawing/2014/main" id="{93E52E6D-1A35-6F54-0091-859FEC69A635}"/>
              </a:ext>
            </a:extLst>
          </p:cNvPr>
          <p:cNvPicPr>
            <a:picLocks noGrp="1" noChangeAspect="1"/>
          </p:cNvPicPr>
          <p:nvPr>
            <p:ph type="pic" sz="quarter" idx="58"/>
          </p:nvPr>
        </p:nvPicPr>
        <p:blipFill>
          <a:blip r:embed="rId54" cstate="hqprint">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a:fillRect/>
          </a:stretch>
        </p:blipFill>
        <p:spPr/>
      </p:pic>
      <p:pic>
        <p:nvPicPr>
          <p:cNvPr id="160" name="Picture Placeholder 159">
            <a:extLst>
              <a:ext uri="{FF2B5EF4-FFF2-40B4-BE49-F238E27FC236}">
                <a16:creationId xmlns:a16="http://schemas.microsoft.com/office/drawing/2014/main" id="{5182A490-076F-37A7-3905-20B0820E9A36}"/>
              </a:ext>
            </a:extLst>
          </p:cNvPr>
          <p:cNvPicPr>
            <a:picLocks noGrp="1" noChangeAspect="1"/>
          </p:cNvPicPr>
          <p:nvPr>
            <p:ph type="pic" sz="quarter" idx="59"/>
          </p:nvPr>
        </p:nvPicPr>
        <p:blipFill>
          <a:blip r:embed="rId56" cstate="hqprint">
            <a:extLst>
              <a:ext uri="{28A0092B-C50C-407E-A947-70E740481C1C}">
                <a14:useLocalDpi xmlns:a14="http://schemas.microsoft.com/office/drawing/2010/main" val="0"/>
              </a:ext>
              <a:ext uri="{96DAC541-7B7A-43D3-8B79-37D633B846F1}">
                <asvg:svgBlip xmlns:asvg="http://schemas.microsoft.com/office/drawing/2016/SVG/main" r:embed="rId57"/>
              </a:ext>
            </a:extLst>
          </a:blip>
          <a:srcRect/>
          <a:stretch>
            <a:fillRect/>
          </a:stretch>
        </p:blipFill>
        <p:spPr/>
      </p:pic>
      <p:pic>
        <p:nvPicPr>
          <p:cNvPr id="162" name="Picture Placeholder 161">
            <a:extLst>
              <a:ext uri="{FF2B5EF4-FFF2-40B4-BE49-F238E27FC236}">
                <a16:creationId xmlns:a16="http://schemas.microsoft.com/office/drawing/2014/main" id="{48336724-6911-8BD7-7024-18227A2F1875}"/>
              </a:ext>
            </a:extLst>
          </p:cNvPr>
          <p:cNvPicPr>
            <a:picLocks noGrp="1" noChangeAspect="1"/>
          </p:cNvPicPr>
          <p:nvPr>
            <p:ph type="pic" sz="quarter" idx="60"/>
          </p:nvPr>
        </p:nvPicPr>
        <p:blipFill>
          <a:blip r:embed="rId58" cstate="hqprint">
            <a:extLst>
              <a:ext uri="{28A0092B-C50C-407E-A947-70E740481C1C}">
                <a14:useLocalDpi xmlns:a14="http://schemas.microsoft.com/office/drawing/2010/main" val="0"/>
              </a:ext>
              <a:ext uri="{96DAC541-7B7A-43D3-8B79-37D633B846F1}">
                <asvg:svgBlip xmlns:asvg="http://schemas.microsoft.com/office/drawing/2016/SVG/main" r:embed="rId59"/>
              </a:ext>
            </a:extLst>
          </a:blip>
          <a:srcRect/>
          <a:stretch>
            <a:fillRect/>
          </a:stretch>
        </p:blipFill>
        <p:spPr/>
      </p:pic>
      <p:pic>
        <p:nvPicPr>
          <p:cNvPr id="164" name="Picture Placeholder 163">
            <a:extLst>
              <a:ext uri="{FF2B5EF4-FFF2-40B4-BE49-F238E27FC236}">
                <a16:creationId xmlns:a16="http://schemas.microsoft.com/office/drawing/2014/main" id="{EAFA7E9C-6C12-395E-3650-79BB9A868A75}"/>
              </a:ext>
            </a:extLst>
          </p:cNvPr>
          <p:cNvPicPr>
            <a:picLocks noGrp="1" noChangeAspect="1"/>
          </p:cNvPicPr>
          <p:nvPr>
            <p:ph type="pic" sz="quarter" idx="61"/>
          </p:nvPr>
        </p:nvPicPr>
        <p:blipFill>
          <a:blip r:embed="rId60" cstate="hqprint">
            <a:extLst>
              <a:ext uri="{28A0092B-C50C-407E-A947-70E740481C1C}">
                <a14:useLocalDpi xmlns:a14="http://schemas.microsoft.com/office/drawing/2010/main" val="0"/>
              </a:ext>
              <a:ext uri="{96DAC541-7B7A-43D3-8B79-37D633B846F1}">
                <asvg:svgBlip xmlns:asvg="http://schemas.microsoft.com/office/drawing/2016/SVG/main" r:embed="rId61"/>
              </a:ext>
            </a:extLst>
          </a:blip>
          <a:srcRect/>
          <a:stretch>
            <a:fillRect/>
          </a:stretch>
        </p:blipFill>
        <p:spPr/>
      </p:pic>
      <p:pic>
        <p:nvPicPr>
          <p:cNvPr id="166" name="Picture Placeholder 165">
            <a:extLst>
              <a:ext uri="{FF2B5EF4-FFF2-40B4-BE49-F238E27FC236}">
                <a16:creationId xmlns:a16="http://schemas.microsoft.com/office/drawing/2014/main" id="{BC24CFE8-8534-AFF5-2222-DAB5AAACCF6C}"/>
              </a:ext>
            </a:extLst>
          </p:cNvPr>
          <p:cNvPicPr>
            <a:picLocks noGrp="1" noChangeAspect="1"/>
          </p:cNvPicPr>
          <p:nvPr>
            <p:ph type="pic" sz="quarter" idx="62"/>
          </p:nvPr>
        </p:nvPicPr>
        <p:blipFill>
          <a:blip r:embed="rId62" cstate="hqprint">
            <a:extLst>
              <a:ext uri="{28A0092B-C50C-407E-A947-70E740481C1C}">
                <a14:useLocalDpi xmlns:a14="http://schemas.microsoft.com/office/drawing/2010/main" val="0"/>
              </a:ext>
              <a:ext uri="{96DAC541-7B7A-43D3-8B79-37D633B846F1}">
                <asvg:svgBlip xmlns:asvg="http://schemas.microsoft.com/office/drawing/2016/SVG/main" r:embed="rId63"/>
              </a:ext>
            </a:extLst>
          </a:blip>
          <a:srcRect/>
          <a:stretch>
            <a:fillRect/>
          </a:stretch>
        </p:blipFill>
        <p:spPr/>
      </p:pic>
      <p:pic>
        <p:nvPicPr>
          <p:cNvPr id="168" name="Picture Placeholder 167">
            <a:extLst>
              <a:ext uri="{FF2B5EF4-FFF2-40B4-BE49-F238E27FC236}">
                <a16:creationId xmlns:a16="http://schemas.microsoft.com/office/drawing/2014/main" id="{06D09EBA-3760-82A2-770E-1ADD17BF5A2B}"/>
              </a:ext>
            </a:extLst>
          </p:cNvPr>
          <p:cNvPicPr>
            <a:picLocks noGrp="1" noChangeAspect="1"/>
          </p:cNvPicPr>
          <p:nvPr>
            <p:ph type="pic" sz="quarter" idx="63"/>
          </p:nvPr>
        </p:nvPicPr>
        <p:blipFill>
          <a:blip r:embed="rId64" cstate="hqprint">
            <a:extLst>
              <a:ext uri="{28A0092B-C50C-407E-A947-70E740481C1C}">
                <a14:useLocalDpi xmlns:a14="http://schemas.microsoft.com/office/drawing/2010/main" val="0"/>
              </a:ext>
              <a:ext uri="{96DAC541-7B7A-43D3-8B79-37D633B846F1}">
                <asvg:svgBlip xmlns:asvg="http://schemas.microsoft.com/office/drawing/2016/SVG/main" r:embed="rId65"/>
              </a:ext>
            </a:extLst>
          </a:blip>
          <a:srcRect/>
          <a:stretch>
            <a:fillRect/>
          </a:stretch>
        </p:blipFill>
        <p:spPr/>
      </p:pic>
      <p:pic>
        <p:nvPicPr>
          <p:cNvPr id="170" name="Picture Placeholder 169">
            <a:extLst>
              <a:ext uri="{FF2B5EF4-FFF2-40B4-BE49-F238E27FC236}">
                <a16:creationId xmlns:a16="http://schemas.microsoft.com/office/drawing/2014/main" id="{B7FA96BD-1825-04F8-D9AF-A66879F8B7E4}"/>
              </a:ext>
            </a:extLst>
          </p:cNvPr>
          <p:cNvPicPr>
            <a:picLocks noGrp="1" noChangeAspect="1"/>
          </p:cNvPicPr>
          <p:nvPr>
            <p:ph type="pic" sz="quarter" idx="64"/>
          </p:nvPr>
        </p:nvPicPr>
        <p:blipFill>
          <a:blip r:embed="rId66" cstate="hqprint">
            <a:extLst>
              <a:ext uri="{28A0092B-C50C-407E-A947-70E740481C1C}">
                <a14:useLocalDpi xmlns:a14="http://schemas.microsoft.com/office/drawing/2010/main" val="0"/>
              </a:ext>
              <a:ext uri="{96DAC541-7B7A-43D3-8B79-37D633B846F1}">
                <asvg:svgBlip xmlns:asvg="http://schemas.microsoft.com/office/drawing/2016/SVG/main" r:embed="rId67"/>
              </a:ext>
            </a:extLst>
          </a:blip>
          <a:srcRect/>
          <a:stretch>
            <a:fillRect/>
          </a:stretch>
        </p:blipFill>
        <p:spPr/>
      </p:pic>
      <p:pic>
        <p:nvPicPr>
          <p:cNvPr id="172" name="Picture Placeholder 171">
            <a:extLst>
              <a:ext uri="{FF2B5EF4-FFF2-40B4-BE49-F238E27FC236}">
                <a16:creationId xmlns:a16="http://schemas.microsoft.com/office/drawing/2014/main" id="{D66537EC-E6D1-A7D9-A2BE-6A12EE5215F1}"/>
              </a:ext>
            </a:extLst>
          </p:cNvPr>
          <p:cNvPicPr>
            <a:picLocks noGrp="1" noChangeAspect="1"/>
          </p:cNvPicPr>
          <p:nvPr>
            <p:ph type="pic" sz="quarter" idx="65"/>
          </p:nvPr>
        </p:nvPicPr>
        <p:blipFill>
          <a:blip r:embed="rId68" cstate="hqprint">
            <a:extLst>
              <a:ext uri="{28A0092B-C50C-407E-A947-70E740481C1C}">
                <a14:useLocalDpi xmlns:a14="http://schemas.microsoft.com/office/drawing/2010/main" val="0"/>
              </a:ext>
              <a:ext uri="{96DAC541-7B7A-43D3-8B79-37D633B846F1}">
                <asvg:svgBlip xmlns:asvg="http://schemas.microsoft.com/office/drawing/2016/SVG/main" r:embed="rId69"/>
              </a:ext>
            </a:extLst>
          </a:blip>
          <a:srcRect/>
          <a:stretch>
            <a:fillRect/>
          </a:stretch>
        </p:blipFill>
        <p:spPr/>
      </p:pic>
      <p:pic>
        <p:nvPicPr>
          <p:cNvPr id="174" name="Picture Placeholder 173">
            <a:extLst>
              <a:ext uri="{FF2B5EF4-FFF2-40B4-BE49-F238E27FC236}">
                <a16:creationId xmlns:a16="http://schemas.microsoft.com/office/drawing/2014/main" id="{9E583B1D-6B88-B824-62F9-828DFCD10257}"/>
              </a:ext>
            </a:extLst>
          </p:cNvPr>
          <p:cNvPicPr>
            <a:picLocks noGrp="1" noChangeAspect="1"/>
          </p:cNvPicPr>
          <p:nvPr>
            <p:ph type="pic" sz="quarter" idx="66"/>
          </p:nvPr>
        </p:nvPicPr>
        <p:blipFill>
          <a:blip r:embed="rId70" cstate="hqprint">
            <a:extLst>
              <a:ext uri="{28A0092B-C50C-407E-A947-70E740481C1C}">
                <a14:useLocalDpi xmlns:a14="http://schemas.microsoft.com/office/drawing/2010/main" val="0"/>
              </a:ext>
              <a:ext uri="{96DAC541-7B7A-43D3-8B79-37D633B846F1}">
                <asvg:svgBlip xmlns:asvg="http://schemas.microsoft.com/office/drawing/2016/SVG/main" r:embed="rId71"/>
              </a:ext>
            </a:extLst>
          </a:blip>
          <a:srcRect/>
          <a:stretch>
            <a:fillRect/>
          </a:stretch>
        </p:blipFill>
        <p:spPr/>
      </p:pic>
      <p:pic>
        <p:nvPicPr>
          <p:cNvPr id="176" name="Picture Placeholder 175">
            <a:extLst>
              <a:ext uri="{FF2B5EF4-FFF2-40B4-BE49-F238E27FC236}">
                <a16:creationId xmlns:a16="http://schemas.microsoft.com/office/drawing/2014/main" id="{625BB82E-2564-9FF9-A987-F0D7FF510C6E}"/>
              </a:ext>
            </a:extLst>
          </p:cNvPr>
          <p:cNvPicPr>
            <a:picLocks noGrp="1" noChangeAspect="1"/>
          </p:cNvPicPr>
          <p:nvPr>
            <p:ph type="pic" sz="quarter" idx="67"/>
          </p:nvPr>
        </p:nvPicPr>
        <p:blipFill>
          <a:blip r:embed="rId72" cstate="hqprint">
            <a:extLst>
              <a:ext uri="{28A0092B-C50C-407E-A947-70E740481C1C}">
                <a14:useLocalDpi xmlns:a14="http://schemas.microsoft.com/office/drawing/2010/main" val="0"/>
              </a:ext>
              <a:ext uri="{96DAC541-7B7A-43D3-8B79-37D633B846F1}">
                <asvg:svgBlip xmlns:asvg="http://schemas.microsoft.com/office/drawing/2016/SVG/main" r:embed="rId73"/>
              </a:ext>
            </a:extLst>
          </a:blip>
          <a:srcRect/>
          <a:stretch>
            <a:fillRect/>
          </a:stretch>
        </p:blipFill>
        <p:spPr/>
      </p:pic>
      <p:pic>
        <p:nvPicPr>
          <p:cNvPr id="178" name="Picture Placeholder 177">
            <a:extLst>
              <a:ext uri="{FF2B5EF4-FFF2-40B4-BE49-F238E27FC236}">
                <a16:creationId xmlns:a16="http://schemas.microsoft.com/office/drawing/2014/main" id="{D7B2DF9F-59EE-E89E-4B55-B6C8331D4419}"/>
              </a:ext>
            </a:extLst>
          </p:cNvPr>
          <p:cNvPicPr>
            <a:picLocks noGrp="1" noChangeAspect="1"/>
          </p:cNvPicPr>
          <p:nvPr>
            <p:ph type="pic" sz="quarter" idx="68"/>
          </p:nvPr>
        </p:nvPicPr>
        <p:blipFill>
          <a:blip r:embed="rId74" cstate="hqprint">
            <a:extLst>
              <a:ext uri="{28A0092B-C50C-407E-A947-70E740481C1C}">
                <a14:useLocalDpi xmlns:a14="http://schemas.microsoft.com/office/drawing/2010/main" val="0"/>
              </a:ext>
              <a:ext uri="{96DAC541-7B7A-43D3-8B79-37D633B846F1}">
                <asvg:svgBlip xmlns:asvg="http://schemas.microsoft.com/office/drawing/2016/SVG/main" r:embed="rId75"/>
              </a:ext>
            </a:extLst>
          </a:blip>
          <a:srcRect/>
          <a:stretch>
            <a:fillRect/>
          </a:stretch>
        </p:blipFill>
        <p:spPr/>
      </p:pic>
      <p:pic>
        <p:nvPicPr>
          <p:cNvPr id="134" name="Picture Placeholder 133">
            <a:extLst>
              <a:ext uri="{FF2B5EF4-FFF2-40B4-BE49-F238E27FC236}">
                <a16:creationId xmlns:a16="http://schemas.microsoft.com/office/drawing/2014/main" id="{A7D89804-73C8-B850-64D0-8EF61800C9D3}"/>
              </a:ext>
            </a:extLst>
          </p:cNvPr>
          <p:cNvPicPr>
            <a:picLocks noGrp="1" noChangeAspect="1"/>
          </p:cNvPicPr>
          <p:nvPr>
            <p:ph type="pic" sz="quarter" idx="40"/>
          </p:nvPr>
        </p:nvPicPr>
        <p:blipFill>
          <a:blip r:embed="rId76" cstate="hqprint">
            <a:extLst>
              <a:ext uri="{28A0092B-C50C-407E-A947-70E740481C1C}">
                <a14:useLocalDpi xmlns:a14="http://schemas.microsoft.com/office/drawing/2010/main" val="0"/>
              </a:ext>
              <a:ext uri="{96DAC541-7B7A-43D3-8B79-37D633B846F1}">
                <asvg:svgBlip xmlns:asvg="http://schemas.microsoft.com/office/drawing/2016/SVG/main" r:embed="rId77"/>
              </a:ext>
            </a:extLst>
          </a:blip>
          <a:srcRect/>
          <a:stretch>
            <a:fillRect/>
          </a:stretch>
        </p:blipFill>
        <p:spPr/>
      </p:pic>
      <p:pic>
        <p:nvPicPr>
          <p:cNvPr id="136" name="Picture Placeholder 135">
            <a:extLst>
              <a:ext uri="{FF2B5EF4-FFF2-40B4-BE49-F238E27FC236}">
                <a16:creationId xmlns:a16="http://schemas.microsoft.com/office/drawing/2014/main" id="{66FEFA15-DB6A-6E40-B9C5-146447783343}"/>
              </a:ext>
            </a:extLst>
          </p:cNvPr>
          <p:cNvPicPr>
            <a:picLocks noGrp="1" noChangeAspect="1"/>
          </p:cNvPicPr>
          <p:nvPr>
            <p:ph type="pic" sz="quarter" idx="41"/>
          </p:nvPr>
        </p:nvPicPr>
        <p:blipFill>
          <a:blip r:embed="rId78" cstate="hqprint">
            <a:extLst>
              <a:ext uri="{28A0092B-C50C-407E-A947-70E740481C1C}">
                <a14:useLocalDpi xmlns:a14="http://schemas.microsoft.com/office/drawing/2010/main" val="0"/>
              </a:ext>
              <a:ext uri="{96DAC541-7B7A-43D3-8B79-37D633B846F1}">
                <asvg:svgBlip xmlns:asvg="http://schemas.microsoft.com/office/drawing/2016/SVG/main" r:embed="rId79"/>
              </a:ext>
            </a:extLst>
          </a:blip>
          <a:srcRect/>
          <a:stretch>
            <a:fillRect/>
          </a:stretch>
        </p:blipFill>
        <p:spPr/>
      </p:pic>
      <p:pic>
        <p:nvPicPr>
          <p:cNvPr id="138" name="Picture Placeholder 137">
            <a:extLst>
              <a:ext uri="{FF2B5EF4-FFF2-40B4-BE49-F238E27FC236}">
                <a16:creationId xmlns:a16="http://schemas.microsoft.com/office/drawing/2014/main" id="{A513C26D-2AB8-A648-3C5E-DE3998294C08}"/>
              </a:ext>
            </a:extLst>
          </p:cNvPr>
          <p:cNvPicPr>
            <a:picLocks noGrp="1" noChangeAspect="1"/>
          </p:cNvPicPr>
          <p:nvPr>
            <p:ph type="pic" sz="quarter" idx="42"/>
          </p:nvPr>
        </p:nvPicPr>
        <p:blipFill>
          <a:blip r:embed="rId80" cstate="hqprint">
            <a:extLst>
              <a:ext uri="{28A0092B-C50C-407E-A947-70E740481C1C}">
                <a14:useLocalDpi xmlns:a14="http://schemas.microsoft.com/office/drawing/2010/main" val="0"/>
              </a:ext>
              <a:ext uri="{96DAC541-7B7A-43D3-8B79-37D633B846F1}">
                <asvg:svgBlip xmlns:asvg="http://schemas.microsoft.com/office/drawing/2016/SVG/main" r:embed="rId81"/>
              </a:ext>
            </a:extLst>
          </a:blip>
          <a:srcRect/>
          <a:stretch>
            <a:fillRect/>
          </a:stretch>
        </p:blipFill>
        <p:spPr/>
      </p:pic>
      <p:pic>
        <p:nvPicPr>
          <p:cNvPr id="140" name="Picture Placeholder 139">
            <a:extLst>
              <a:ext uri="{FF2B5EF4-FFF2-40B4-BE49-F238E27FC236}">
                <a16:creationId xmlns:a16="http://schemas.microsoft.com/office/drawing/2014/main" id="{D32428CF-5990-2D2D-F26D-09F11D6B9BDE}"/>
              </a:ext>
            </a:extLst>
          </p:cNvPr>
          <p:cNvPicPr>
            <a:picLocks noGrp="1" noChangeAspect="1"/>
          </p:cNvPicPr>
          <p:nvPr>
            <p:ph type="pic" sz="quarter" idx="43"/>
          </p:nvPr>
        </p:nvPicPr>
        <p:blipFill>
          <a:blip r:embed="rId82" cstate="hqprint">
            <a:extLst>
              <a:ext uri="{28A0092B-C50C-407E-A947-70E740481C1C}">
                <a14:useLocalDpi xmlns:a14="http://schemas.microsoft.com/office/drawing/2010/main" val="0"/>
              </a:ext>
              <a:ext uri="{96DAC541-7B7A-43D3-8B79-37D633B846F1}">
                <asvg:svgBlip xmlns:asvg="http://schemas.microsoft.com/office/drawing/2016/SVG/main" r:embed="rId83"/>
              </a:ext>
            </a:extLst>
          </a:blip>
          <a:srcRect/>
          <a:stretch>
            <a:fillRect/>
          </a:stretch>
        </p:blipFill>
        <p:spPr/>
      </p:pic>
      <p:pic>
        <p:nvPicPr>
          <p:cNvPr id="128" name="Picture Placeholder 127">
            <a:extLst>
              <a:ext uri="{FF2B5EF4-FFF2-40B4-BE49-F238E27FC236}">
                <a16:creationId xmlns:a16="http://schemas.microsoft.com/office/drawing/2014/main" id="{444AB8A3-7CBC-885C-9A59-A816EB505EBC}"/>
              </a:ext>
            </a:extLst>
          </p:cNvPr>
          <p:cNvPicPr>
            <a:picLocks noGrp="1" noChangeAspect="1"/>
          </p:cNvPicPr>
          <p:nvPr>
            <p:ph type="pic" sz="quarter" idx="45"/>
          </p:nvPr>
        </p:nvPicPr>
        <p:blipFill>
          <a:blip r:embed="rId84" cstate="hqprint">
            <a:extLst>
              <a:ext uri="{28A0092B-C50C-407E-A947-70E740481C1C}">
                <a14:useLocalDpi xmlns:a14="http://schemas.microsoft.com/office/drawing/2010/main" val="0"/>
              </a:ext>
              <a:ext uri="{96DAC541-7B7A-43D3-8B79-37D633B846F1}">
                <asvg:svgBlip xmlns:asvg="http://schemas.microsoft.com/office/drawing/2016/SVG/main" r:embed="rId85"/>
              </a:ext>
            </a:extLst>
          </a:blip>
          <a:srcRect/>
          <a:stretch>
            <a:fillRect/>
          </a:stretch>
        </p:blipFill>
        <p:spPr/>
      </p:pic>
      <p:pic>
        <p:nvPicPr>
          <p:cNvPr id="130" name="Picture Placeholder 129">
            <a:extLst>
              <a:ext uri="{FF2B5EF4-FFF2-40B4-BE49-F238E27FC236}">
                <a16:creationId xmlns:a16="http://schemas.microsoft.com/office/drawing/2014/main" id="{4BF5A492-C2A9-25B3-357D-868724E2152B}"/>
              </a:ext>
            </a:extLst>
          </p:cNvPr>
          <p:cNvPicPr>
            <a:picLocks noGrp="1" noChangeAspect="1"/>
          </p:cNvPicPr>
          <p:nvPr>
            <p:ph type="pic" sz="quarter" idx="46"/>
          </p:nvPr>
        </p:nvPicPr>
        <p:blipFill>
          <a:blip r:embed="rId86" cstate="hqprint">
            <a:extLst>
              <a:ext uri="{28A0092B-C50C-407E-A947-70E740481C1C}">
                <a14:useLocalDpi xmlns:a14="http://schemas.microsoft.com/office/drawing/2010/main" val="0"/>
              </a:ext>
              <a:ext uri="{96DAC541-7B7A-43D3-8B79-37D633B846F1}">
                <asvg:svgBlip xmlns:asvg="http://schemas.microsoft.com/office/drawing/2016/SVG/main" r:embed="rId87"/>
              </a:ext>
            </a:extLst>
          </a:blip>
          <a:srcRect/>
          <a:stretch>
            <a:fillRect/>
          </a:stretch>
        </p:blipFill>
        <p:spPr/>
      </p:pic>
      <p:pic>
        <p:nvPicPr>
          <p:cNvPr id="132" name="Picture Placeholder 131">
            <a:extLst>
              <a:ext uri="{FF2B5EF4-FFF2-40B4-BE49-F238E27FC236}">
                <a16:creationId xmlns:a16="http://schemas.microsoft.com/office/drawing/2014/main" id="{2A29EB37-20D5-04CD-56B2-81080CBD2247}"/>
              </a:ext>
            </a:extLst>
          </p:cNvPr>
          <p:cNvPicPr>
            <a:picLocks noGrp="1" noChangeAspect="1"/>
          </p:cNvPicPr>
          <p:nvPr>
            <p:ph type="pic" sz="quarter" idx="47"/>
          </p:nvPr>
        </p:nvPicPr>
        <p:blipFill>
          <a:blip r:embed="rId88" cstate="hqprint">
            <a:extLst>
              <a:ext uri="{28A0092B-C50C-407E-A947-70E740481C1C}">
                <a14:useLocalDpi xmlns:a14="http://schemas.microsoft.com/office/drawing/2010/main" val="0"/>
              </a:ext>
              <a:ext uri="{96DAC541-7B7A-43D3-8B79-37D633B846F1}">
                <asvg:svgBlip xmlns:asvg="http://schemas.microsoft.com/office/drawing/2016/SVG/main" r:embed="rId89"/>
              </a:ext>
            </a:extLst>
          </a:blip>
          <a:srcRect/>
          <a:stretch>
            <a:fillRect/>
          </a:stretch>
        </p:blipFill>
        <p:spPr/>
      </p:pic>
      <p:pic>
        <p:nvPicPr>
          <p:cNvPr id="142" name="Picture Placeholder 141">
            <a:extLst>
              <a:ext uri="{FF2B5EF4-FFF2-40B4-BE49-F238E27FC236}">
                <a16:creationId xmlns:a16="http://schemas.microsoft.com/office/drawing/2014/main" id="{A6CC1C9A-ECEB-61A2-A8DD-C8A7A55AD7C6}"/>
              </a:ext>
            </a:extLst>
          </p:cNvPr>
          <p:cNvPicPr>
            <a:picLocks noGrp="1" noChangeAspect="1"/>
          </p:cNvPicPr>
          <p:nvPr>
            <p:ph type="pic" sz="quarter" idx="44"/>
          </p:nvPr>
        </p:nvPicPr>
        <p:blipFill>
          <a:blip r:embed="rId90" cstate="hqprint">
            <a:extLst>
              <a:ext uri="{28A0092B-C50C-407E-A947-70E740481C1C}">
                <a14:useLocalDpi xmlns:a14="http://schemas.microsoft.com/office/drawing/2010/main" val="0"/>
              </a:ext>
              <a:ext uri="{96DAC541-7B7A-43D3-8B79-37D633B846F1}">
                <asvg:svgBlip xmlns:asvg="http://schemas.microsoft.com/office/drawing/2016/SVG/main" r:embed="rId91"/>
              </a:ext>
            </a:extLst>
          </a:blip>
          <a:srcRect/>
          <a:stretch>
            <a:fillRect/>
          </a:stretch>
        </p:blipFill>
        <p:spPr/>
      </p:pic>
    </p:spTree>
    <p:extLst>
      <p:ext uri="{BB962C8B-B14F-4D97-AF65-F5344CB8AC3E}">
        <p14:creationId xmlns:p14="http://schemas.microsoft.com/office/powerpoint/2010/main" val="39639596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2B5745E-C308-DE65-D221-70F545248C76}"/>
              </a:ext>
            </a:extLst>
          </p:cNvPr>
          <p:cNvSpPr>
            <a:spLocks noGrp="1"/>
          </p:cNvSpPr>
          <p:nvPr>
            <p:ph type="ftr" sz="quarter" idx="21"/>
          </p:nvPr>
        </p:nvSpPr>
        <p:spPr/>
        <p:txBody>
          <a:bodyPr/>
          <a:lstStyle/>
          <a:p>
            <a:r>
              <a:rPr lang="en-US"/>
              <a:t>Vantive Confidential – Internal Use Only</a:t>
            </a:r>
            <a:endParaRPr lang="en-US" dirty="0"/>
          </a:p>
        </p:txBody>
      </p:sp>
      <p:sp>
        <p:nvSpPr>
          <p:cNvPr id="3" name="Slide Number Placeholder 2">
            <a:extLst>
              <a:ext uri="{FF2B5EF4-FFF2-40B4-BE49-F238E27FC236}">
                <a16:creationId xmlns:a16="http://schemas.microsoft.com/office/drawing/2014/main" id="{6F12885C-2A7B-AF69-7427-78CBDDE2008D}"/>
              </a:ext>
            </a:extLst>
          </p:cNvPr>
          <p:cNvSpPr>
            <a:spLocks noGrp="1"/>
          </p:cNvSpPr>
          <p:nvPr>
            <p:ph type="sldNum" sz="quarter" idx="23"/>
          </p:nvPr>
        </p:nvSpPr>
        <p:spPr/>
        <p:txBody>
          <a:bodyPr/>
          <a:lstStyle/>
          <a:p>
            <a:fld id="{4413DBDE-1217-486F-B764-076DBBFEB98C}" type="slidenum">
              <a:rPr lang="en-GB" smtClean="0"/>
              <a:pPr/>
              <a:t>60</a:t>
            </a:fld>
            <a:endParaRPr lang="en-GB" dirty="0"/>
          </a:p>
        </p:txBody>
      </p:sp>
      <p:pic>
        <p:nvPicPr>
          <p:cNvPr id="50" name="Picture Placeholder 49">
            <a:extLst>
              <a:ext uri="{FF2B5EF4-FFF2-40B4-BE49-F238E27FC236}">
                <a16:creationId xmlns:a16="http://schemas.microsoft.com/office/drawing/2014/main" id="{5E1C5FE4-07FA-6C4E-4992-70C4B26CBEF3}"/>
              </a:ext>
            </a:extLst>
          </p:cNvPr>
          <p:cNvPicPr>
            <a:picLocks noGrp="1" noChangeAspect="1"/>
          </p:cNvPicPr>
          <p:nvPr>
            <p:ph type="pic" sz="quarter" idx="24"/>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p:pic>
      <p:pic>
        <p:nvPicPr>
          <p:cNvPr id="52" name="Picture Placeholder 51">
            <a:extLst>
              <a:ext uri="{FF2B5EF4-FFF2-40B4-BE49-F238E27FC236}">
                <a16:creationId xmlns:a16="http://schemas.microsoft.com/office/drawing/2014/main" id="{6AFB05A1-3BF6-9915-17BD-FC11985587BE}"/>
              </a:ext>
            </a:extLst>
          </p:cNvPr>
          <p:cNvPicPr>
            <a:picLocks noGrp="1" noChangeAspect="1"/>
          </p:cNvPicPr>
          <p:nvPr>
            <p:ph type="pic" sz="quarter" idx="25"/>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pic>
        <p:nvPicPr>
          <p:cNvPr id="54" name="Picture Placeholder 53">
            <a:extLst>
              <a:ext uri="{FF2B5EF4-FFF2-40B4-BE49-F238E27FC236}">
                <a16:creationId xmlns:a16="http://schemas.microsoft.com/office/drawing/2014/main" id="{1B5393DE-9273-8404-82E8-DE1D3A734821}"/>
              </a:ext>
            </a:extLst>
          </p:cNvPr>
          <p:cNvPicPr>
            <a:picLocks noGrp="1" noChangeAspect="1"/>
          </p:cNvPicPr>
          <p:nvPr>
            <p:ph type="pic" sz="quarter" idx="26"/>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p:pic>
      <p:pic>
        <p:nvPicPr>
          <p:cNvPr id="56" name="Picture Placeholder 55">
            <a:extLst>
              <a:ext uri="{FF2B5EF4-FFF2-40B4-BE49-F238E27FC236}">
                <a16:creationId xmlns:a16="http://schemas.microsoft.com/office/drawing/2014/main" id="{5EAA3265-B7EA-05F9-5944-2D2A451B7527}"/>
              </a:ext>
            </a:extLst>
          </p:cNvPr>
          <p:cNvPicPr>
            <a:picLocks noGrp="1" noChangeAspect="1"/>
          </p:cNvPicPr>
          <p:nvPr>
            <p:ph type="pic" sz="quarter" idx="27"/>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p:pic>
      <p:pic>
        <p:nvPicPr>
          <p:cNvPr id="58" name="Picture Placeholder 57">
            <a:extLst>
              <a:ext uri="{FF2B5EF4-FFF2-40B4-BE49-F238E27FC236}">
                <a16:creationId xmlns:a16="http://schemas.microsoft.com/office/drawing/2014/main" id="{736637A7-ACEF-7036-42D2-B8EDB2D8AD1B}"/>
              </a:ext>
            </a:extLst>
          </p:cNvPr>
          <p:cNvPicPr>
            <a:picLocks noGrp="1" noChangeAspect="1"/>
          </p:cNvPicPr>
          <p:nvPr>
            <p:ph type="pic" sz="quarter" idx="28"/>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p:pic>
      <p:pic>
        <p:nvPicPr>
          <p:cNvPr id="60" name="Picture Placeholder 59">
            <a:extLst>
              <a:ext uri="{FF2B5EF4-FFF2-40B4-BE49-F238E27FC236}">
                <a16:creationId xmlns:a16="http://schemas.microsoft.com/office/drawing/2014/main" id="{9E83BE96-698D-AC1A-8828-9ED489039AC2}"/>
              </a:ext>
            </a:extLst>
          </p:cNvPr>
          <p:cNvPicPr>
            <a:picLocks noGrp="1" noChangeAspect="1"/>
          </p:cNvPicPr>
          <p:nvPr>
            <p:ph type="pic" sz="quarter" idx="29"/>
          </p:nvPr>
        </p:nvPicPr>
        <p: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p:pic>
      <p:pic>
        <p:nvPicPr>
          <p:cNvPr id="62" name="Picture Placeholder 61">
            <a:extLst>
              <a:ext uri="{FF2B5EF4-FFF2-40B4-BE49-F238E27FC236}">
                <a16:creationId xmlns:a16="http://schemas.microsoft.com/office/drawing/2014/main" id="{AA7A1917-3B11-CF35-613D-D481A36FDEE0}"/>
              </a:ext>
            </a:extLst>
          </p:cNvPr>
          <p:cNvPicPr>
            <a:picLocks noGrp="1" noChangeAspect="1"/>
          </p:cNvPicPr>
          <p:nvPr>
            <p:ph type="pic" sz="quarter" idx="30"/>
          </p:nvPr>
        </p:nvPicPr>
        <p:blipFill>
          <a:blip r:embed="rId14" cstate="hq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p:pic>
      <p:pic>
        <p:nvPicPr>
          <p:cNvPr id="64" name="Picture Placeholder 63">
            <a:extLst>
              <a:ext uri="{FF2B5EF4-FFF2-40B4-BE49-F238E27FC236}">
                <a16:creationId xmlns:a16="http://schemas.microsoft.com/office/drawing/2014/main" id="{DD4D4E92-B2EE-1DEB-C962-C2488BB625A7}"/>
              </a:ext>
            </a:extLst>
          </p:cNvPr>
          <p:cNvPicPr>
            <a:picLocks noGrp="1" noChangeAspect="1"/>
          </p:cNvPicPr>
          <p:nvPr>
            <p:ph type="pic" sz="quarter" idx="31"/>
          </p:nvPr>
        </p:nvPicPr>
        <p:blipFill>
          <a:blip r:embed="rId16" cstate="hq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p:pic>
      <p:pic>
        <p:nvPicPr>
          <p:cNvPr id="68" name="Picture Placeholder 67">
            <a:extLst>
              <a:ext uri="{FF2B5EF4-FFF2-40B4-BE49-F238E27FC236}">
                <a16:creationId xmlns:a16="http://schemas.microsoft.com/office/drawing/2014/main" id="{4E329841-2A19-6CC1-7DDF-F4D8DFAE36CD}"/>
              </a:ext>
            </a:extLst>
          </p:cNvPr>
          <p:cNvPicPr>
            <a:picLocks noGrp="1" noChangeAspect="1"/>
          </p:cNvPicPr>
          <p:nvPr>
            <p:ph type="pic" sz="quarter" idx="32"/>
          </p:nvPr>
        </p:nvPicPr>
        <p:blipFill>
          <a:blip r:embed="rId18" cstate="hq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a:fillRect/>
          </a:stretch>
        </p:blipFill>
        <p:spPr/>
      </p:pic>
      <p:pic>
        <p:nvPicPr>
          <p:cNvPr id="70" name="Picture Placeholder 69">
            <a:extLst>
              <a:ext uri="{FF2B5EF4-FFF2-40B4-BE49-F238E27FC236}">
                <a16:creationId xmlns:a16="http://schemas.microsoft.com/office/drawing/2014/main" id="{840EA4C4-B7FF-8B0A-CBA7-4D56D787EC05}"/>
              </a:ext>
            </a:extLst>
          </p:cNvPr>
          <p:cNvPicPr>
            <a:picLocks noGrp="1" noChangeAspect="1"/>
          </p:cNvPicPr>
          <p:nvPr>
            <p:ph type="pic" sz="quarter" idx="33"/>
          </p:nvPr>
        </p:nvPicPr>
        <p:blipFill>
          <a:blip r:embed="rId20" cstate="hq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p:pic>
      <p:pic>
        <p:nvPicPr>
          <p:cNvPr id="72" name="Picture Placeholder 71">
            <a:extLst>
              <a:ext uri="{FF2B5EF4-FFF2-40B4-BE49-F238E27FC236}">
                <a16:creationId xmlns:a16="http://schemas.microsoft.com/office/drawing/2014/main" id="{D78715C5-2826-5BA0-04D6-F19BC373C386}"/>
              </a:ext>
            </a:extLst>
          </p:cNvPr>
          <p:cNvPicPr>
            <a:picLocks noGrp="1" noChangeAspect="1"/>
          </p:cNvPicPr>
          <p:nvPr>
            <p:ph type="pic" sz="quarter" idx="34"/>
          </p:nvPr>
        </p:nvPicPr>
        <p:blipFill>
          <a:blip r:embed="rId22" cstate="hq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p:pic>
      <p:pic>
        <p:nvPicPr>
          <p:cNvPr id="74" name="Picture Placeholder 73">
            <a:extLst>
              <a:ext uri="{FF2B5EF4-FFF2-40B4-BE49-F238E27FC236}">
                <a16:creationId xmlns:a16="http://schemas.microsoft.com/office/drawing/2014/main" id="{DA653A8E-E19B-E5ED-800C-8D6CF8A0F069}"/>
              </a:ext>
            </a:extLst>
          </p:cNvPr>
          <p:cNvPicPr>
            <a:picLocks noGrp="1" noChangeAspect="1"/>
          </p:cNvPicPr>
          <p:nvPr>
            <p:ph type="pic" sz="quarter" idx="35"/>
          </p:nvPr>
        </p:nvPicPr>
        <p:blipFill>
          <a:blip r:embed="rId24" cstate="hqprint">
            <a:extLst>
              <a:ext uri="{28A0092B-C50C-407E-A947-70E740481C1C}">
                <a14:useLocalDpi xmlns:a14="http://schemas.microsoft.com/office/drawing/2010/main" val="0"/>
              </a:ext>
              <a:ext uri="{96DAC541-7B7A-43D3-8B79-37D633B846F1}">
                <asvg:svgBlip xmlns:asvg="http://schemas.microsoft.com/office/drawing/2016/SVG/main" r:embed="rId25"/>
              </a:ext>
            </a:extLst>
          </a:blip>
          <a:srcRect/>
          <a:stretch>
            <a:fillRect/>
          </a:stretch>
        </p:blipFill>
        <p:spPr/>
      </p:pic>
      <p:pic>
        <p:nvPicPr>
          <p:cNvPr id="76" name="Picture Placeholder 75">
            <a:extLst>
              <a:ext uri="{FF2B5EF4-FFF2-40B4-BE49-F238E27FC236}">
                <a16:creationId xmlns:a16="http://schemas.microsoft.com/office/drawing/2014/main" id="{DE006528-608A-883A-3F5A-7D13080BA912}"/>
              </a:ext>
            </a:extLst>
          </p:cNvPr>
          <p:cNvPicPr>
            <a:picLocks noGrp="1" noChangeAspect="1"/>
          </p:cNvPicPr>
          <p:nvPr>
            <p:ph type="pic" sz="quarter" idx="36"/>
          </p:nvPr>
        </p:nvPicPr>
        <p:blipFill>
          <a:blip r:embed="rId26" cstate="hqprint">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p:pic>
      <p:pic>
        <p:nvPicPr>
          <p:cNvPr id="78" name="Picture Placeholder 77">
            <a:extLst>
              <a:ext uri="{FF2B5EF4-FFF2-40B4-BE49-F238E27FC236}">
                <a16:creationId xmlns:a16="http://schemas.microsoft.com/office/drawing/2014/main" id="{BF395FBC-C447-0D94-DAC6-9EB12CC4CC0C}"/>
              </a:ext>
            </a:extLst>
          </p:cNvPr>
          <p:cNvPicPr>
            <a:picLocks noGrp="1" noChangeAspect="1"/>
          </p:cNvPicPr>
          <p:nvPr>
            <p:ph type="pic" sz="quarter" idx="37"/>
          </p:nvPr>
        </p:nvPicPr>
        <p:blipFill>
          <a:blip r:embed="rId28" cstate="hqprint">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p:pic>
      <p:pic>
        <p:nvPicPr>
          <p:cNvPr id="80" name="Picture Placeholder 79">
            <a:extLst>
              <a:ext uri="{FF2B5EF4-FFF2-40B4-BE49-F238E27FC236}">
                <a16:creationId xmlns:a16="http://schemas.microsoft.com/office/drawing/2014/main" id="{6D2204EE-CFFD-3EF7-DC68-A873E1DEBEAB}"/>
              </a:ext>
            </a:extLst>
          </p:cNvPr>
          <p:cNvPicPr>
            <a:picLocks noGrp="1" noChangeAspect="1"/>
          </p:cNvPicPr>
          <p:nvPr>
            <p:ph type="pic" sz="quarter" idx="38"/>
          </p:nvPr>
        </p:nvPicPr>
        <p:blipFill>
          <a:blip r:embed="rId30" cstate="hqprint">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a:fillRect/>
          </a:stretch>
        </p:blipFill>
        <p:spPr/>
      </p:pic>
      <p:pic>
        <p:nvPicPr>
          <p:cNvPr id="82" name="Picture Placeholder 81">
            <a:extLst>
              <a:ext uri="{FF2B5EF4-FFF2-40B4-BE49-F238E27FC236}">
                <a16:creationId xmlns:a16="http://schemas.microsoft.com/office/drawing/2014/main" id="{59089C89-6EBF-3CE1-E36E-EA247154F581}"/>
              </a:ext>
            </a:extLst>
          </p:cNvPr>
          <p:cNvPicPr>
            <a:picLocks noGrp="1" noChangeAspect="1"/>
          </p:cNvPicPr>
          <p:nvPr>
            <p:ph type="pic" sz="quarter" idx="39"/>
          </p:nvPr>
        </p:nvPicPr>
        <p:blipFill>
          <a:blip r:embed="rId32" cstate="hqprint">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a:fillRect/>
          </a:stretch>
        </p:blipFill>
        <p:spPr/>
      </p:pic>
      <p:pic>
        <p:nvPicPr>
          <p:cNvPr id="86" name="Picture Placeholder 85">
            <a:extLst>
              <a:ext uri="{FF2B5EF4-FFF2-40B4-BE49-F238E27FC236}">
                <a16:creationId xmlns:a16="http://schemas.microsoft.com/office/drawing/2014/main" id="{8F9DAA2A-BDF3-2759-1D77-302E36DEB1EC}"/>
              </a:ext>
            </a:extLst>
          </p:cNvPr>
          <p:cNvPicPr>
            <a:picLocks noGrp="1" noChangeAspect="1"/>
          </p:cNvPicPr>
          <p:nvPr>
            <p:ph type="pic" sz="quarter" idx="40"/>
          </p:nvPr>
        </p:nvPicPr>
        <p:blipFill>
          <a:blip r:embed="rId34" cstate="hqprint">
            <a:extLst>
              <a:ext uri="{28A0092B-C50C-407E-A947-70E740481C1C}">
                <a14:useLocalDpi xmlns:a14="http://schemas.microsoft.com/office/drawing/2010/main" val="0"/>
              </a:ext>
              <a:ext uri="{96DAC541-7B7A-43D3-8B79-37D633B846F1}">
                <asvg:svgBlip xmlns:asvg="http://schemas.microsoft.com/office/drawing/2016/SVG/main" r:embed="rId35"/>
              </a:ext>
            </a:extLst>
          </a:blip>
          <a:srcRect/>
          <a:stretch>
            <a:fillRect/>
          </a:stretch>
        </p:blipFill>
        <p:spPr/>
      </p:pic>
      <p:pic>
        <p:nvPicPr>
          <p:cNvPr id="88" name="Picture Placeholder 87">
            <a:extLst>
              <a:ext uri="{FF2B5EF4-FFF2-40B4-BE49-F238E27FC236}">
                <a16:creationId xmlns:a16="http://schemas.microsoft.com/office/drawing/2014/main" id="{C7E395FB-4A00-DC34-06E3-BBD781490FAA}"/>
              </a:ext>
            </a:extLst>
          </p:cNvPr>
          <p:cNvPicPr>
            <a:picLocks noGrp="1" noChangeAspect="1"/>
          </p:cNvPicPr>
          <p:nvPr>
            <p:ph type="pic" sz="quarter" idx="41"/>
          </p:nvPr>
        </p:nvPicPr>
        <p:blipFill>
          <a:blip r:embed="rId36" cstate="hqprint">
            <a:extLst>
              <a:ext uri="{28A0092B-C50C-407E-A947-70E740481C1C}">
                <a14:useLocalDpi xmlns:a14="http://schemas.microsoft.com/office/drawing/2010/main" val="0"/>
              </a:ext>
              <a:ext uri="{96DAC541-7B7A-43D3-8B79-37D633B846F1}">
                <asvg:svgBlip xmlns:asvg="http://schemas.microsoft.com/office/drawing/2016/SVG/main" r:embed="rId37"/>
              </a:ext>
            </a:extLst>
          </a:blip>
          <a:srcRect/>
          <a:stretch>
            <a:fillRect/>
          </a:stretch>
        </p:blipFill>
        <p:spPr/>
      </p:pic>
      <p:pic>
        <p:nvPicPr>
          <p:cNvPr id="90" name="Picture Placeholder 89">
            <a:extLst>
              <a:ext uri="{FF2B5EF4-FFF2-40B4-BE49-F238E27FC236}">
                <a16:creationId xmlns:a16="http://schemas.microsoft.com/office/drawing/2014/main" id="{09D3B665-45F7-45CC-BEED-BE5F8B450067}"/>
              </a:ext>
            </a:extLst>
          </p:cNvPr>
          <p:cNvPicPr>
            <a:picLocks noGrp="1" noChangeAspect="1"/>
          </p:cNvPicPr>
          <p:nvPr>
            <p:ph type="pic" sz="quarter" idx="42"/>
          </p:nvPr>
        </p:nvPicPr>
        <p:blipFill>
          <a:blip r:embed="rId38" cstate="hqprint">
            <a:extLst>
              <a:ext uri="{28A0092B-C50C-407E-A947-70E740481C1C}">
                <a14:useLocalDpi xmlns:a14="http://schemas.microsoft.com/office/drawing/2010/main" val="0"/>
              </a:ext>
              <a:ext uri="{96DAC541-7B7A-43D3-8B79-37D633B846F1}">
                <asvg:svgBlip xmlns:asvg="http://schemas.microsoft.com/office/drawing/2016/SVG/main" r:embed="rId39"/>
              </a:ext>
            </a:extLst>
          </a:blip>
          <a:srcRect/>
          <a:stretch>
            <a:fillRect/>
          </a:stretch>
        </p:blipFill>
        <p:spPr/>
      </p:pic>
      <p:pic>
        <p:nvPicPr>
          <p:cNvPr id="92" name="Picture Placeholder 91">
            <a:extLst>
              <a:ext uri="{FF2B5EF4-FFF2-40B4-BE49-F238E27FC236}">
                <a16:creationId xmlns:a16="http://schemas.microsoft.com/office/drawing/2014/main" id="{75C47F2B-C0BA-C030-4BEF-DD0E0BBBDE5B}"/>
              </a:ext>
            </a:extLst>
          </p:cNvPr>
          <p:cNvPicPr>
            <a:picLocks noGrp="1" noChangeAspect="1"/>
          </p:cNvPicPr>
          <p:nvPr>
            <p:ph type="pic" sz="quarter" idx="43"/>
          </p:nvPr>
        </p:nvPicPr>
        <p:blipFill>
          <a:blip r:embed="rId40" cstate="hqprint">
            <a:extLst>
              <a:ext uri="{28A0092B-C50C-407E-A947-70E740481C1C}">
                <a14:useLocalDpi xmlns:a14="http://schemas.microsoft.com/office/drawing/2010/main" val="0"/>
              </a:ext>
              <a:ext uri="{96DAC541-7B7A-43D3-8B79-37D633B846F1}">
                <asvg:svgBlip xmlns:asvg="http://schemas.microsoft.com/office/drawing/2016/SVG/main" r:embed="rId41"/>
              </a:ext>
            </a:extLst>
          </a:blip>
          <a:srcRect/>
          <a:stretch>
            <a:fillRect/>
          </a:stretch>
        </p:blipFill>
        <p:spPr/>
      </p:pic>
      <p:pic>
        <p:nvPicPr>
          <p:cNvPr id="66" name="Picture Placeholder 65">
            <a:extLst>
              <a:ext uri="{FF2B5EF4-FFF2-40B4-BE49-F238E27FC236}">
                <a16:creationId xmlns:a16="http://schemas.microsoft.com/office/drawing/2014/main" id="{C6FC7CD3-A4E5-959F-E8CC-E9F34AEAC5EB}"/>
              </a:ext>
            </a:extLst>
          </p:cNvPr>
          <p:cNvPicPr>
            <a:picLocks noGrp="1" noChangeAspect="1"/>
          </p:cNvPicPr>
          <p:nvPr>
            <p:ph type="pic" sz="quarter" idx="56"/>
          </p:nvPr>
        </p:nvPicPr>
        <p:blipFill>
          <a:blip r:embed="rId42" cstate="hqprint">
            <a:extLst>
              <a:ext uri="{28A0092B-C50C-407E-A947-70E740481C1C}">
                <a14:useLocalDpi xmlns:a14="http://schemas.microsoft.com/office/drawing/2010/main" val="0"/>
              </a:ext>
              <a:ext uri="{96DAC541-7B7A-43D3-8B79-37D633B846F1}">
                <asvg:svgBlip xmlns:asvg="http://schemas.microsoft.com/office/drawing/2016/SVG/main" r:embed="rId43"/>
              </a:ext>
            </a:extLst>
          </a:blip>
          <a:srcRect/>
          <a:stretch>
            <a:fillRect/>
          </a:stretch>
        </p:blipFill>
        <p:spPr/>
      </p:pic>
      <p:pic>
        <p:nvPicPr>
          <p:cNvPr id="84" name="Picture Placeholder 83">
            <a:extLst>
              <a:ext uri="{FF2B5EF4-FFF2-40B4-BE49-F238E27FC236}">
                <a16:creationId xmlns:a16="http://schemas.microsoft.com/office/drawing/2014/main" id="{2B275A8E-2502-3AB3-BA86-D192D5541322}"/>
              </a:ext>
            </a:extLst>
          </p:cNvPr>
          <p:cNvPicPr>
            <a:picLocks noGrp="1" noChangeAspect="1"/>
          </p:cNvPicPr>
          <p:nvPr>
            <p:ph type="pic" sz="quarter" idx="57"/>
          </p:nvPr>
        </p:nvPicPr>
        <p:blipFill>
          <a:blip r:embed="rId44" cstate="hqprint">
            <a:extLst>
              <a:ext uri="{28A0092B-C50C-407E-A947-70E740481C1C}">
                <a14:useLocalDpi xmlns:a14="http://schemas.microsoft.com/office/drawing/2010/main" val="0"/>
              </a:ext>
              <a:ext uri="{96DAC541-7B7A-43D3-8B79-37D633B846F1}">
                <asvg:svgBlip xmlns:asvg="http://schemas.microsoft.com/office/drawing/2016/SVG/main" r:embed="rId45"/>
              </a:ext>
            </a:extLst>
          </a:blip>
          <a:srcRect/>
          <a:stretch>
            <a:fillRect/>
          </a:stretch>
        </p:blipFill>
        <p:spPr/>
      </p:pic>
    </p:spTree>
    <p:extLst>
      <p:ext uri="{BB962C8B-B14F-4D97-AF65-F5344CB8AC3E}">
        <p14:creationId xmlns:p14="http://schemas.microsoft.com/office/powerpoint/2010/main" val="416385408"/>
      </p:ext>
    </p:extLst>
  </p:cSld>
  <p:clrMapOvr>
    <a:masterClrMapping/>
  </p:clrMapOvr>
</p:sld>
</file>

<file path=ppt/theme/theme1.xml><?xml version="1.0" encoding="utf-8"?>
<a:theme xmlns:a="http://schemas.openxmlformats.org/drawingml/2006/main" name="Vantive Plum Template 2024">
  <a:themeElements>
    <a:clrScheme name="Vantive 6">
      <a:dk1>
        <a:srgbClr val="000000"/>
      </a:dk1>
      <a:lt1>
        <a:srgbClr val="FFFFFF"/>
      </a:lt1>
      <a:dk2>
        <a:srgbClr val="636466"/>
      </a:dk2>
      <a:lt2>
        <a:srgbClr val="FFF9EB"/>
      </a:lt2>
      <a:accent1>
        <a:srgbClr val="72256C"/>
      </a:accent1>
      <a:accent2>
        <a:srgbClr val="115742"/>
      </a:accent2>
      <a:accent3>
        <a:srgbClr val="6CA07B"/>
      </a:accent3>
      <a:accent4>
        <a:srgbClr val="636466"/>
      </a:accent4>
      <a:accent5>
        <a:srgbClr val="CEE0D8"/>
      </a:accent5>
      <a:accent6>
        <a:srgbClr val="B892B5"/>
      </a:accent6>
      <a:hlink>
        <a:srgbClr val="ACAEB1"/>
      </a:hlink>
      <a:folHlink>
        <a:srgbClr val="FFF9EB"/>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noAutofit/>
      </a:bodyPr>
      <a:lstStyle>
        <a:defPPr marL="230400" indent="-230400" algn="l">
          <a:lnSpc>
            <a:spcPct val="90000"/>
          </a:lnSpc>
          <a:spcBef>
            <a:spcPts val="1000"/>
          </a:spcBef>
          <a:buClr>
            <a:schemeClr val="bg2"/>
          </a:buClr>
          <a:buFont typeface="Arial" panose="020B0604020202020204" pitchFamily="34" charset="0"/>
          <a:buChar char="&gt;"/>
          <a:defRPr sz="1400" dirty="0"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230400" indent="-230400" algn="l">
          <a:lnSpc>
            <a:spcPct val="90000"/>
          </a:lnSpc>
          <a:spcBef>
            <a:spcPts val="1000"/>
          </a:spcBef>
          <a:buClr>
            <a:schemeClr val="accent2"/>
          </a:buClr>
          <a:buFont typeface="Arial" panose="020B0604020202020204" pitchFamily="34" charset="0"/>
          <a:buChar char="&gt;"/>
          <a:defRPr sz="1400" dirty="0" smtClean="0">
            <a:solidFill>
              <a:schemeClr val="accent2"/>
            </a:solidFill>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afcfe19-09fc-4071-bdd1-18b391420fa8">
      <Terms xmlns="http://schemas.microsoft.com/office/infopath/2007/PartnerControls"/>
    </lcf76f155ced4ddcb4097134ff3c332f>
    <Image xmlns="bafcfe19-09fc-4071-bdd1-18b391420fa8" xsi:nil="true"/>
    <TaxCatchAll xmlns="8861ae55-a1c9-4798-bdfc-0e4a657f75c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B0583C8B051704D9906DE9BA2F1044E" ma:contentTypeVersion="23" ma:contentTypeDescription="Create a new document." ma:contentTypeScope="" ma:versionID="c9748457f0c6a78c51b4ccca46582dbd">
  <xsd:schema xmlns:xsd="http://www.w3.org/2001/XMLSchema" xmlns:xs="http://www.w3.org/2001/XMLSchema" xmlns:p="http://schemas.microsoft.com/office/2006/metadata/properties" xmlns:ns2="bafcfe19-09fc-4071-bdd1-18b391420fa8" xmlns:ns3="8861ae55-a1c9-4798-bdfc-0e4a657f75cd" targetNamespace="http://schemas.microsoft.com/office/2006/metadata/properties" ma:root="true" ma:fieldsID="d927436112eca9aa1d7601e6c91bf382" ns2:_="" ns3:_="">
    <xsd:import namespace="bafcfe19-09fc-4071-bdd1-18b391420fa8"/>
    <xsd:import namespace="8861ae55-a1c9-4798-bdfc-0e4a657f75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Imag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fcfe19-09fc-4071-bdd1-18b391420fa8"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SearchProperties" ma:index="6" nillable="true" ma:displayName="MediaServiceSearchProperties" ma:hidden="true" ma:internalName="MediaServiceSearchProperties" ma:readOnly="true">
      <xsd:simpleType>
        <xsd:restriction base="dms:Note"/>
      </xsd:simpleType>
    </xsd:element>
    <xsd:element name="MediaServiceDateTaken" ma:index="7" nillable="true" ma:displayName="MediaServiceDateTaken" ma:hidden="true" ma:indexed="true" ma:internalName="MediaServiceDateTaken" ma:readOnly="true">
      <xsd:simpleType>
        <xsd:restriction base="dms:Text"/>
      </xsd:simpleType>
    </xsd:element>
    <xsd:element name="MediaServiceObjectDetectorVersions" ma:index="8" nillable="true" ma:displayName="MediaServiceObjectDetectorVersions" ma:hidden="true" ma:indexed="true" ma:internalName="MediaServiceObjectDetectorVersions" ma:readOnly="true">
      <xsd:simpleType>
        <xsd:restriction base="dms:Text"/>
      </xsd:simpleType>
    </xsd:element>
    <xsd:element name="MediaServiceGenerationTime" ma:index="9" nillable="true" ma:displayName="MediaServiceGenerationTime" ma:hidden="true" ma:internalName="MediaServiceGenerationTime" ma:readOnly="true">
      <xsd:simpleType>
        <xsd:restriction base="dms:Text"/>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68f359e-07af-4377-ad4f-7ba43ed8053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Image" ma:index="16" nillable="true" ma:displayName="Thumbnail" ma:internalName="Image"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1ae55-a1c9-4798-bdfc-0e4a657f75c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048f3da-4f21-49e0-84c7-0836a874e801}" ma:internalName="TaxCatchAll" ma:showField="CatchAllData" ma:web="8861ae55-a1c9-4798-bdfc-0e4a657f75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1EC71-1542-4C05-97D8-1E5955B302C0}">
  <ds:schemaRefs>
    <ds:schemaRef ds:uri="http://schemas.microsoft.com/office/2006/metadata/properties"/>
    <ds:schemaRef ds:uri="http://schemas.microsoft.com/office/infopath/2007/PartnerControls"/>
    <ds:schemaRef ds:uri="bafcfe19-09fc-4071-bdd1-18b391420fa8"/>
    <ds:schemaRef ds:uri="8861ae55-a1c9-4798-bdfc-0e4a657f75cd"/>
  </ds:schemaRefs>
</ds:datastoreItem>
</file>

<file path=customXml/itemProps2.xml><?xml version="1.0" encoding="utf-8"?>
<ds:datastoreItem xmlns:ds="http://schemas.openxmlformats.org/officeDocument/2006/customXml" ds:itemID="{DAE3A103-4758-4A40-B37E-E64568160A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fcfe19-09fc-4071-bdd1-18b391420fa8"/>
    <ds:schemaRef ds:uri="8861ae55-a1c9-4798-bdfc-0e4a657f75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42FE7F7-720A-40C1-988B-0AE986527D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13300</TotalTime>
  <Words>1733</Words>
  <Application>Microsoft Office PowerPoint</Application>
  <PresentationFormat>Panorámica</PresentationFormat>
  <Paragraphs>278</Paragraphs>
  <Slides>60</Slides>
  <Notes>3</Notes>
  <HiddenSlides>8</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60</vt:i4>
      </vt:variant>
    </vt:vector>
  </HeadingPairs>
  <TitlesOfParts>
    <vt:vector size="68" baseType="lpstr">
      <vt:lpstr>Aptos</vt:lpstr>
      <vt:lpstr>Arial</vt:lpstr>
      <vt:lpstr>Arial Black</vt:lpstr>
      <vt:lpstr>Calibri</vt:lpstr>
      <vt:lpstr>Helvetica Neue</vt:lpstr>
      <vt:lpstr>System Font Regular</vt:lpstr>
      <vt:lpstr>Times New Roman</vt:lpstr>
      <vt:lpstr>Vantive Plum Template 2024</vt:lpstr>
      <vt:lpstr>Guidance for Using This Template #1</vt:lpstr>
      <vt:lpstr>Guidance for Using This Template #2</vt:lpstr>
      <vt:lpstr>Presentación de PowerPoint</vt:lpstr>
      <vt:lpstr>Presentación de PowerPoint</vt:lpstr>
      <vt:lpstr>Today’s Agenda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References</vt:lpstr>
      <vt:lpstr>Summary</vt:lpstr>
      <vt:lpstr>Timeline</vt:lpstr>
      <vt:lpstr>Presentación de PowerPoint</vt:lpstr>
      <vt:lpstr>Thank You</vt:lpstr>
      <vt:lpstr>Guidance for Using White Slides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TITLE LOREM IPSUM SIT DOLOR AMET</dc:title>
  <dc:creator>Stephenie Welch</dc:creator>
  <cp:lastModifiedBy>Andrés Yismael Díaz</cp:lastModifiedBy>
  <cp:revision>652</cp:revision>
  <dcterms:created xsi:type="dcterms:W3CDTF">2024-03-22T01:21:15Z</dcterms:created>
  <dcterms:modified xsi:type="dcterms:W3CDTF">2026-04-10T05:32:08Z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2025-04-02T17:22:02Z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4db037bb-7f1e-40a0-add2-df4a6079d204</vt:lpwstr>
  </property>
  <property fmtid="{D5CDD505-2E9C-101B-9397-08002B2CF9AE}" pid="7" name="MSIP_Label_defa4170-0d19-0005-0004-bc88714345d2_ActionId">
    <vt:lpwstr>98bb75c3-5915-4ba9-a931-bab998347cb8</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ContentTypeId">
    <vt:lpwstr>0x010100FB0583C8B051704D9906DE9BA2F1044E</vt:lpwstr>
  </property>
  <property fmtid="{D5CDD505-2E9C-101B-9397-08002B2CF9AE}" pid="11" name="MediaServiceImageTags">
    <vt:lpwstr/>
  </property>
</Properties>
</file>